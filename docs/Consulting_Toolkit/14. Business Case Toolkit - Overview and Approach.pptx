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1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6.xml" ContentType="application/vnd.openxmlformats-officedocument.presentationml.notesSlide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7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notesSlides/notesSlide8.xml" ContentType="application/vnd.openxmlformats-officedocument.presentationml.notesSlide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9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10.xml" ContentType="application/vnd.openxmlformats-officedocument.presentationml.notesSlide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11.xml" ContentType="application/vnd.openxmlformats-officedocument.presentationml.notesSl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4"/>
  </p:sldMasterIdLst>
  <p:notesMasterIdLst>
    <p:notesMasterId r:id="rId24"/>
  </p:notesMasterIdLst>
  <p:handoutMasterIdLst>
    <p:handoutMasterId r:id="rId25"/>
  </p:handoutMasterIdLst>
  <p:sldIdLst>
    <p:sldId id="544" r:id="rId5"/>
    <p:sldId id="526" r:id="rId6"/>
    <p:sldId id="3289" r:id="rId7"/>
    <p:sldId id="3328" r:id="rId8"/>
    <p:sldId id="2560" r:id="rId9"/>
    <p:sldId id="2162" r:id="rId10"/>
    <p:sldId id="3331" r:id="rId11"/>
    <p:sldId id="3303" r:id="rId12"/>
    <p:sldId id="3329" r:id="rId13"/>
    <p:sldId id="3330" r:id="rId14"/>
    <p:sldId id="3333" r:id="rId15"/>
    <p:sldId id="3334" r:id="rId16"/>
    <p:sldId id="2338" r:id="rId17"/>
    <p:sldId id="2034" r:id="rId18"/>
    <p:sldId id="3282" r:id="rId19"/>
    <p:sldId id="1711" r:id="rId20"/>
    <p:sldId id="1598" r:id="rId21"/>
    <p:sldId id="2240" r:id="rId22"/>
    <p:sldId id="1600" r:id="rId23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016C2C6-BB88-41A3-AE79-158B84DD32E3}">
          <p14:sldIdLst>
            <p14:sldId id="544"/>
            <p14:sldId id="526"/>
            <p14:sldId id="3289"/>
            <p14:sldId id="3328"/>
            <p14:sldId id="2560"/>
          </p14:sldIdLst>
        </p14:section>
        <p14:section name="Toolkit overview" id="{358A7D16-3CD2-45DF-B24E-543D1A768EF4}">
          <p14:sldIdLst>
            <p14:sldId id="2162"/>
            <p14:sldId id="3331"/>
            <p14:sldId id="3303"/>
            <p14:sldId id="3329"/>
            <p14:sldId id="3330"/>
            <p14:sldId id="3333"/>
            <p14:sldId id="3334"/>
            <p14:sldId id="2338"/>
          </p14:sldIdLst>
        </p14:section>
        <p14:section name="Domont Consulting overview" id="{10B6DC02-03AE-4E5A-A864-1301491DF514}">
          <p14:sldIdLst>
            <p14:sldId id="2034"/>
            <p14:sldId id="3282"/>
            <p14:sldId id="1711"/>
            <p14:sldId id="1598"/>
            <p14:sldId id="2240"/>
            <p14:sldId id="16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F985DA-E5B7-E2D5-F2BA-A9B5C32074DF}" name="Aurelien Domont" initials="AD" userId="6da7715ce44349b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Megan Platt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A3"/>
    <a:srgbClr val="D3EFCE"/>
    <a:srgbClr val="F3D26A"/>
    <a:srgbClr val="FFEAA5"/>
    <a:srgbClr val="FFE9A0"/>
    <a:srgbClr val="FFABAB"/>
    <a:srgbClr val="FF8B8B"/>
    <a:srgbClr val="FF0000"/>
    <a:srgbClr val="EBF6D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74" d="100"/>
          <a:sy n="74" d="100"/>
        </p:scale>
        <p:origin x="374" y="271"/>
      </p:cViewPr>
      <p:guideLst>
        <p:guide orient="horz" pos="240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elien Domont" userId="6da7715ce44349b3" providerId="LiveId" clId="{8C97B853-E239-49C0-A36B-A3F2C855C3BA}"/>
    <pc:docChg chg="undo custSel addSld delSld modSld sldOrd replTag">
      <pc:chgData name="Aurelien Domont" userId="6da7715ce44349b3" providerId="LiveId" clId="{8C97B853-E239-49C0-A36B-A3F2C855C3BA}" dt="2023-11-03T00:11:07.277" v="34155" actId="2696"/>
      <pc:docMkLst>
        <pc:docMk/>
      </pc:docMkLst>
      <pc:sldChg chg="modSp mod">
        <pc:chgData name="Aurelien Domont" userId="6da7715ce44349b3" providerId="LiveId" clId="{8C97B853-E239-49C0-A36B-A3F2C855C3BA}" dt="2023-11-02T07:07:45.738" v="24285" actId="20577"/>
        <pc:sldMkLst>
          <pc:docMk/>
          <pc:sldMk cId="3956982643" sldId="52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66047855" sldId="1525"/>
        </pc:sldMkLst>
      </pc:sldChg>
      <pc:sldChg chg="addSp delSp modSp add mod modClrScheme chgLayout">
        <pc:chgData name="Aurelien Domont" userId="6da7715ce44349b3" providerId="LiveId" clId="{8C97B853-E239-49C0-A36B-A3F2C855C3BA}" dt="2023-11-03T00:00:43.727" v="34072" actId="20577"/>
        <pc:sldMkLst>
          <pc:docMk/>
          <pc:sldMk cId="3604617461" sldId="1591"/>
        </pc:sldMkLst>
      </pc:sldChg>
      <pc:sldChg chg="modSp add mod modClrScheme chgLayout">
        <pc:chgData name="Aurelien Domont" userId="6da7715ce44349b3" providerId="LiveId" clId="{8C97B853-E239-49C0-A36B-A3F2C855C3BA}" dt="2023-11-02T06:36:08.791" v="23514"/>
        <pc:sldMkLst>
          <pc:docMk/>
          <pc:sldMk cId="617529628" sldId="159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38585634" sldId="159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815671749" sldId="160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921452590" sldId="1602"/>
        </pc:sldMkLst>
      </pc:sldChg>
      <pc:sldChg chg="add del">
        <pc:chgData name="Aurelien Domont" userId="6da7715ce44349b3" providerId="LiveId" clId="{8C97B853-E239-49C0-A36B-A3F2C855C3BA}" dt="2023-11-02T05:52:51.054" v="475"/>
        <pc:sldMkLst>
          <pc:docMk/>
          <pc:sldMk cId="203125793" sldId="1608"/>
        </pc:sldMkLst>
      </pc:sldChg>
      <pc:sldChg chg="addSp modSp add mod modClrScheme chgLayout">
        <pc:chgData name="Aurelien Domont" userId="6da7715ce44349b3" providerId="LiveId" clId="{8C97B853-E239-49C0-A36B-A3F2C855C3BA}" dt="2023-11-02T23:59:43.626" v="34030" actId="20577"/>
        <pc:sldMkLst>
          <pc:docMk/>
          <pc:sldMk cId="2644303535" sldId="166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975128435" sldId="176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98292899" sldId="177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016381984" sldId="1771"/>
        </pc:sldMkLst>
      </pc:sldChg>
      <pc:sldChg chg="modSp add mod modClrScheme chgLayout">
        <pc:chgData name="Aurelien Domont" userId="6da7715ce44349b3" providerId="LiveId" clId="{8C97B853-E239-49C0-A36B-A3F2C855C3BA}" dt="2023-11-02T23:54:22.071" v="33957" actId="207"/>
        <pc:sldMkLst>
          <pc:docMk/>
          <pc:sldMk cId="3264366395" sldId="1955"/>
        </pc:sldMkLst>
      </pc:sldChg>
      <pc:sldChg chg="modSp add mod modClrScheme chgLayout">
        <pc:chgData name="Aurelien Domont" userId="6da7715ce44349b3" providerId="LiveId" clId="{8C97B853-E239-49C0-A36B-A3F2C855C3BA}" dt="2023-11-02T23:54:32.859" v="33962"/>
        <pc:sldMkLst>
          <pc:docMk/>
          <pc:sldMk cId="3045459513" sldId="1956"/>
        </pc:sldMkLst>
      </pc:sldChg>
      <pc:sldChg chg="modSp add mod modClrScheme chgLayout">
        <pc:chgData name="Aurelien Domont" userId="6da7715ce44349b3" providerId="LiveId" clId="{8C97B853-E239-49C0-A36B-A3F2C855C3BA}" dt="2023-11-02T06:39:17.770" v="23655" actId="208"/>
        <pc:sldMkLst>
          <pc:docMk/>
          <pc:sldMk cId="1026744296" sldId="1986"/>
        </pc:sldMkLst>
      </pc:sldChg>
      <pc:sldChg chg="modSp add mod modClrScheme chgLayout">
        <pc:chgData name="Aurelien Domont" userId="6da7715ce44349b3" providerId="LiveId" clId="{8C97B853-E239-49C0-A36B-A3F2C855C3BA}" dt="2023-11-02T23:59:15.802" v="34023"/>
        <pc:sldMkLst>
          <pc:docMk/>
          <pc:sldMk cId="2346025138" sldId="2155"/>
        </pc:sldMkLst>
      </pc:sldChg>
      <pc:sldChg chg="modSp add mod modClrScheme chgLayout">
        <pc:chgData name="Aurelien Domont" userId="6da7715ce44349b3" providerId="LiveId" clId="{8C97B853-E239-49C0-A36B-A3F2C855C3BA}" dt="2023-11-03T00:02:43.287" v="34112" actId="207"/>
        <pc:sldMkLst>
          <pc:docMk/>
          <pc:sldMk cId="1479295029" sldId="2156"/>
        </pc:sldMkLst>
      </pc:sldChg>
      <pc:sldChg chg="addSp delSp modSp add mod modClrScheme chgLayout">
        <pc:chgData name="Aurelien Domont" userId="6da7715ce44349b3" providerId="LiveId" clId="{8C97B853-E239-49C0-A36B-A3F2C855C3BA}" dt="2023-11-03T00:03:09.862" v="34133" actId="20577"/>
        <pc:sldMkLst>
          <pc:docMk/>
          <pc:sldMk cId="2678382071" sldId="2160"/>
        </pc:sldMkLst>
      </pc:sldChg>
      <pc:sldChg chg="addSp delSp modSp add mod modClrScheme chgLayout">
        <pc:chgData name="Aurelien Domont" userId="6da7715ce44349b3" providerId="LiveId" clId="{8C97B853-E239-49C0-A36B-A3F2C855C3BA}" dt="2023-11-03T00:00:21.652" v="34069" actId="20577"/>
        <pc:sldMkLst>
          <pc:docMk/>
          <pc:sldMk cId="1929697781" sldId="2171"/>
        </pc:sldMkLst>
      </pc:sldChg>
      <pc:sldChg chg="addSp delSp modSp add mod modClrScheme chgLayout">
        <pc:chgData name="Aurelien Domont" userId="6da7715ce44349b3" providerId="LiveId" clId="{8C97B853-E239-49C0-A36B-A3F2C855C3BA}" dt="2023-11-03T00:03:19.693" v="34152" actId="20577"/>
        <pc:sldMkLst>
          <pc:docMk/>
          <pc:sldMk cId="4258618140" sldId="218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506849499" sldId="223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679090537" sldId="223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582080201" sldId="223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9722598" sldId="2239"/>
        </pc:sldMkLst>
      </pc:sldChg>
      <pc:sldChg chg="addSp delSp modSp add mod modClrScheme chgLayout">
        <pc:chgData name="Aurelien Domont" userId="6da7715ce44349b3" providerId="LiveId" clId="{8C97B853-E239-49C0-A36B-A3F2C855C3BA}" dt="2023-11-02T23:57:32.145" v="34011" actId="20577"/>
        <pc:sldMkLst>
          <pc:docMk/>
          <pc:sldMk cId="3763423627" sldId="229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217328411" sldId="2309"/>
        </pc:sldMkLst>
      </pc:sldChg>
      <pc:sldChg chg="addSp delSp modSp add mod modClrScheme chgLayout">
        <pc:chgData name="Aurelien Domont" userId="6da7715ce44349b3" providerId="LiveId" clId="{8C97B853-E239-49C0-A36B-A3F2C855C3BA}" dt="2023-11-02T23:59:55.947" v="34048" actId="20577"/>
        <pc:sldMkLst>
          <pc:docMk/>
          <pc:sldMk cId="2929886259" sldId="236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96584976" sldId="236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928548891" sldId="237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492306090" sldId="237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93744012" sldId="23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03396230" sldId="237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312197685" sldId="237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98667602" sldId="237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242579437" sldId="237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584621125" sldId="238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11330628" sldId="238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898378046" sldId="238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133529293" sldId="23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49256554" sldId="2388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1873290227" sldId="2434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433141511" sldId="2435"/>
        </pc:sldMkLst>
      </pc:sldChg>
      <pc:sldChg chg="modSp add mod modClrScheme chgLayout">
        <pc:chgData name="Aurelien Domont" userId="6da7715ce44349b3" providerId="LiveId" clId="{8C97B853-E239-49C0-A36B-A3F2C855C3BA}" dt="2023-11-02T06:46:10.887" v="23718" actId="207"/>
        <pc:sldMkLst>
          <pc:docMk/>
          <pc:sldMk cId="729151380" sldId="2436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495242922" sldId="2437"/>
        </pc:sldMkLst>
      </pc:sldChg>
      <pc:sldChg chg="modSp add mod modClrScheme chgLayout">
        <pc:chgData name="Aurelien Domont" userId="6da7715ce44349b3" providerId="LiveId" clId="{8C97B853-E239-49C0-A36B-A3F2C855C3BA}" dt="2023-11-02T06:46:18.518" v="23719" actId="207"/>
        <pc:sldMkLst>
          <pc:docMk/>
          <pc:sldMk cId="118271412" sldId="2439"/>
        </pc:sldMkLst>
      </pc:sldChg>
      <pc:sldChg chg="modSp add mod modClrScheme chgLayout">
        <pc:chgData name="Aurelien Domont" userId="6da7715ce44349b3" providerId="LiveId" clId="{8C97B853-E239-49C0-A36B-A3F2C855C3BA}" dt="2023-11-02T06:39:26.431" v="23656" actId="207"/>
        <pc:sldMkLst>
          <pc:docMk/>
          <pc:sldMk cId="1405034369" sldId="2440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2594125012" sldId="2441"/>
        </pc:sldMkLst>
      </pc:sldChg>
      <pc:sldChg chg="addSp delSp modSp add mod modClrScheme chgLayout">
        <pc:chgData name="Aurelien Domont" userId="6da7715ce44349b3" providerId="LiveId" clId="{8C97B853-E239-49C0-A36B-A3F2C855C3BA}" dt="2023-11-02T06:47:21.795" v="23740" actId="20577"/>
        <pc:sldMkLst>
          <pc:docMk/>
          <pc:sldMk cId="1457987928" sldId="2442"/>
        </pc:sldMkLst>
      </pc:sldChg>
      <pc:sldChg chg="addSp delSp modSp add mod modClrScheme chgLayout">
        <pc:chgData name="Aurelien Domont" userId="6da7715ce44349b3" providerId="LiveId" clId="{8C97B853-E239-49C0-A36B-A3F2C855C3BA}" dt="2023-11-03T00:00:54.362" v="34078" actId="20577"/>
        <pc:sldMkLst>
          <pc:docMk/>
          <pc:sldMk cId="1154909907" sldId="2443"/>
        </pc:sldMkLst>
      </pc:sldChg>
      <pc:sldChg chg="addSp delSp modSp add mod modClrScheme chgLayout">
        <pc:chgData name="Aurelien Domont" userId="6da7715ce44349b3" providerId="LiveId" clId="{8C97B853-E239-49C0-A36B-A3F2C855C3BA}" dt="2023-11-02T06:47:47.997" v="23760" actId="20577"/>
        <pc:sldMkLst>
          <pc:docMk/>
          <pc:sldMk cId="3801254905" sldId="2445"/>
        </pc:sldMkLst>
      </pc:sldChg>
      <pc:sldChg chg="addSp delSp modSp add mod modClrScheme chgLayout">
        <pc:chgData name="Aurelien Domont" userId="6da7715ce44349b3" providerId="LiveId" clId="{8C97B853-E239-49C0-A36B-A3F2C855C3BA}" dt="2023-11-02T06:47:53.872" v="23763" actId="20577"/>
        <pc:sldMkLst>
          <pc:docMk/>
          <pc:sldMk cId="967848613" sldId="2446"/>
        </pc:sldMkLst>
      </pc:sldChg>
      <pc:sldChg chg="addSp delSp modSp add mod modClrScheme chgLayout">
        <pc:chgData name="Aurelien Domont" userId="6da7715ce44349b3" providerId="LiveId" clId="{8C97B853-E239-49C0-A36B-A3F2C855C3BA}" dt="2023-11-02T06:47:58.977" v="23767" actId="20577"/>
        <pc:sldMkLst>
          <pc:docMk/>
          <pc:sldMk cId="526972999" sldId="2447"/>
        </pc:sldMkLst>
      </pc:sldChg>
      <pc:sldChg chg="addSp delSp modSp add mod modClrScheme chgLayout">
        <pc:chgData name="Aurelien Domont" userId="6da7715ce44349b3" providerId="LiveId" clId="{8C97B853-E239-49C0-A36B-A3F2C855C3BA}" dt="2023-11-02T06:48:26.232" v="23790" actId="1076"/>
        <pc:sldMkLst>
          <pc:docMk/>
          <pc:sldMk cId="351239133" sldId="2448"/>
        </pc:sldMkLst>
      </pc:sldChg>
      <pc:sldChg chg="addSp delSp modSp add mod modClrScheme chgLayout">
        <pc:chgData name="Aurelien Domont" userId="6da7715ce44349b3" providerId="LiveId" clId="{8C97B853-E239-49C0-A36B-A3F2C855C3BA}" dt="2023-11-02T06:48:05.292" v="23771" actId="20577"/>
        <pc:sldMkLst>
          <pc:docMk/>
          <pc:sldMk cId="3917879965" sldId="2449"/>
        </pc:sldMkLst>
      </pc:sldChg>
      <pc:sldChg chg="addSp delSp modSp add mod modClrScheme chgLayout">
        <pc:chgData name="Aurelien Domont" userId="6da7715ce44349b3" providerId="LiveId" clId="{8C97B853-E239-49C0-A36B-A3F2C855C3BA}" dt="2023-11-02T06:48:10.332" v="23775" actId="20577"/>
        <pc:sldMkLst>
          <pc:docMk/>
          <pc:sldMk cId="3554794133" sldId="2450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2457909485" sldId="2451"/>
        </pc:sldMkLst>
      </pc:sldChg>
      <pc:sldChg chg="addSp delSp modSp add mod modClrScheme chgLayout">
        <pc:chgData name="Aurelien Domont" userId="6da7715ce44349b3" providerId="LiveId" clId="{8C97B853-E239-49C0-A36B-A3F2C855C3BA}" dt="2023-11-02T06:49:21.899" v="23812" actId="20577"/>
        <pc:sldMkLst>
          <pc:docMk/>
          <pc:sldMk cId="3397914777" sldId="2452"/>
        </pc:sldMkLst>
      </pc:sldChg>
      <pc:sldChg chg="addSp delSp modSp add mod modClrScheme chgLayout">
        <pc:chgData name="Aurelien Domont" userId="6da7715ce44349b3" providerId="LiveId" clId="{8C97B853-E239-49C0-A36B-A3F2C855C3BA}" dt="2023-11-02T06:49:29.364" v="23815" actId="20577"/>
        <pc:sldMkLst>
          <pc:docMk/>
          <pc:sldMk cId="3130875905" sldId="245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66377701" sldId="2454"/>
        </pc:sldMkLst>
      </pc:sldChg>
      <pc:sldChg chg="addSp delSp modSp add mod modClrScheme chgLayout">
        <pc:chgData name="Aurelien Domont" userId="6da7715ce44349b3" providerId="LiveId" clId="{8C97B853-E239-49C0-A36B-A3F2C855C3BA}" dt="2023-11-02T06:49:56.268" v="23837" actId="20577"/>
        <pc:sldMkLst>
          <pc:docMk/>
          <pc:sldMk cId="1143051604" sldId="2454"/>
        </pc:sldMkLst>
      </pc:sldChg>
      <pc:sldChg chg="modSp add mod modClrScheme chgLayout">
        <pc:chgData name="Aurelien Domont" userId="6da7715ce44349b3" providerId="LiveId" clId="{8C97B853-E239-49C0-A36B-A3F2C855C3BA}" dt="2023-11-02T06:45:59.830" v="23717"/>
        <pc:sldMkLst>
          <pc:docMk/>
          <pc:sldMk cId="1545824460" sldId="245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176549573" sldId="245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970498837" sldId="245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803861103" sldId="245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992589810" sldId="245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176761263" sldId="24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119971175" sldId="2476"/>
        </pc:sldMkLst>
      </pc:sldChg>
      <pc:sldChg chg="modSp add mod modClrScheme chgLayout">
        <pc:chgData name="Aurelien Domont" userId="6da7715ce44349b3" providerId="LiveId" clId="{8C97B853-E239-49C0-A36B-A3F2C855C3BA}" dt="2023-11-02T23:40:39.100" v="24543"/>
        <pc:sldMkLst>
          <pc:docMk/>
          <pc:sldMk cId="3190274426" sldId="24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242661849" sldId="2483"/>
        </pc:sldMkLst>
      </pc:sldChg>
      <pc:sldChg chg="modSp add mod modClrScheme chgLayout">
        <pc:chgData name="Aurelien Domont" userId="6da7715ce44349b3" providerId="LiveId" clId="{8C97B853-E239-49C0-A36B-A3F2C855C3BA}" dt="2023-11-02T23:39:22.689" v="24423"/>
        <pc:sldMkLst>
          <pc:docMk/>
          <pc:sldMk cId="493024874" sldId="248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17564965" sldId="248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632457605" sldId="248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593716134" sldId="2486"/>
        </pc:sldMkLst>
      </pc:sldChg>
      <pc:sldChg chg="modSp add mod modClrScheme chgLayout">
        <pc:chgData name="Aurelien Domont" userId="6da7715ce44349b3" providerId="LiveId" clId="{8C97B853-E239-49C0-A36B-A3F2C855C3BA}" dt="2023-11-02T23:40:56.827" v="24545" actId="207"/>
        <pc:sldMkLst>
          <pc:docMk/>
          <pc:sldMk cId="2959284277" sldId="248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23870740" sldId="2487"/>
        </pc:sldMkLst>
      </pc:sldChg>
      <pc:sldChg chg="addSp modSp add mod modClrScheme chgLayout">
        <pc:chgData name="Aurelien Domont" userId="6da7715ce44349b3" providerId="LiveId" clId="{8C97B853-E239-49C0-A36B-A3F2C855C3BA}" dt="2023-11-02T23:41:20.602" v="24546"/>
        <pc:sldMkLst>
          <pc:docMk/>
          <pc:sldMk cId="1599046706" sldId="2487"/>
        </pc:sldMkLst>
      </pc:sldChg>
      <pc:sldChg chg="addSp delSp modSp add mod modClrScheme chgLayout">
        <pc:chgData name="Aurelien Domont" userId="6da7715ce44349b3" providerId="LiveId" clId="{8C97B853-E239-49C0-A36B-A3F2C855C3BA}" dt="2023-11-02T23:41:26.744" v="24550" actId="20577"/>
        <pc:sldMkLst>
          <pc:docMk/>
          <pc:sldMk cId="3266331645" sldId="248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286225032" sldId="248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340023768" sldId="2489"/>
        </pc:sldMkLst>
      </pc:sldChg>
      <pc:sldChg chg="addSp delSp modSp add mod modClrScheme chgLayout">
        <pc:chgData name="Aurelien Domont" userId="6da7715ce44349b3" providerId="LiveId" clId="{8C97B853-E239-49C0-A36B-A3F2C855C3BA}" dt="2023-11-02T23:41:35.830" v="24554" actId="20577"/>
        <pc:sldMkLst>
          <pc:docMk/>
          <pc:sldMk cId="3386949350" sldId="248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008791961" sldId="249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600916511" sldId="2495"/>
        </pc:sldMkLst>
      </pc:sldChg>
      <pc:sldChg chg="modSp add mod modClrScheme chgLayout">
        <pc:chgData name="Aurelien Domont" userId="6da7715ce44349b3" providerId="LiveId" clId="{8C97B853-E239-49C0-A36B-A3F2C855C3BA}" dt="2023-11-02T05:43:06.380" v="241"/>
        <pc:sldMkLst>
          <pc:docMk/>
          <pc:sldMk cId="3457892389" sldId="2496"/>
        </pc:sldMkLst>
      </pc:sldChg>
      <pc:sldChg chg="addSp delSp modSp add mod modClrScheme chgLayout">
        <pc:chgData name="Aurelien Domont" userId="6da7715ce44349b3" providerId="LiveId" clId="{8C97B853-E239-49C0-A36B-A3F2C855C3BA}" dt="2023-11-02T06:38:40.835" v="23650" actId="113"/>
        <pc:sldMkLst>
          <pc:docMk/>
          <pc:sldMk cId="3548391786" sldId="2500"/>
        </pc:sldMkLst>
      </pc:sldChg>
      <pc:sldChg chg="modSp add del mod modClrScheme chgLayout">
        <pc:chgData name="Aurelien Domont" userId="6da7715ce44349b3" providerId="LiveId" clId="{8C97B853-E239-49C0-A36B-A3F2C855C3BA}" dt="2023-11-02T06:38:47.636" v="23652" actId="47"/>
        <pc:sldMkLst>
          <pc:docMk/>
          <pc:sldMk cId="3810487551" sldId="2501"/>
        </pc:sldMkLst>
      </pc:sldChg>
      <pc:sldChg chg="addSp modSp add mod modClrScheme chgLayout">
        <pc:chgData name="Aurelien Domont" userId="6da7715ce44349b3" providerId="LiveId" clId="{8C97B853-E239-49C0-A36B-A3F2C855C3BA}" dt="2023-11-02T05:38:46.844" v="59" actId="20577"/>
        <pc:sldMkLst>
          <pc:docMk/>
          <pc:sldMk cId="1378182528" sldId="2512"/>
        </pc:sldMkLst>
      </pc:sldChg>
      <pc:sldChg chg="addSp modSp add mod modClrScheme chgLayout">
        <pc:chgData name="Aurelien Domont" userId="6da7715ce44349b3" providerId="LiveId" clId="{8C97B853-E239-49C0-A36B-A3F2C855C3BA}" dt="2023-11-02T05:38:34.162" v="41"/>
        <pc:sldMkLst>
          <pc:docMk/>
          <pc:sldMk cId="1148856858" sldId="2517"/>
        </pc:sldMkLst>
      </pc:sldChg>
      <pc:sldChg chg="addSp delSp modSp add mod modClrScheme chgLayout">
        <pc:chgData name="Aurelien Domont" userId="6da7715ce44349b3" providerId="LiveId" clId="{8C97B853-E239-49C0-A36B-A3F2C855C3BA}" dt="2023-11-02T05:43:58.346" v="285"/>
        <pc:sldMkLst>
          <pc:docMk/>
          <pc:sldMk cId="3896093903" sldId="2518"/>
        </pc:sldMkLst>
      </pc:sldChg>
      <pc:sldChg chg="addSp delSp modSp add mod modClrScheme chgLayout">
        <pc:chgData name="Aurelien Domont" userId="6da7715ce44349b3" providerId="LiveId" clId="{8C97B853-E239-49C0-A36B-A3F2C855C3BA}" dt="2023-11-02T05:51:55.965" v="463" actId="20577"/>
        <pc:sldMkLst>
          <pc:docMk/>
          <pc:sldMk cId="191942563" sldId="2519"/>
        </pc:sldMkLst>
      </pc:sldChg>
      <pc:sldChg chg="addSp modSp add mod modClrScheme chgLayout">
        <pc:chgData name="Aurelien Domont" userId="6da7715ce44349b3" providerId="LiveId" clId="{8C97B853-E239-49C0-A36B-A3F2C855C3BA}" dt="2023-11-02T05:52:14.742" v="464" actId="313"/>
        <pc:sldMkLst>
          <pc:docMk/>
          <pc:sldMk cId="3376456613" sldId="2520"/>
        </pc:sldMkLst>
      </pc:sldChg>
      <pc:sldChg chg="addSp modSp add mod modClrScheme chgLayout">
        <pc:chgData name="Aurelien Domont" userId="6da7715ce44349b3" providerId="LiveId" clId="{8C97B853-E239-49C0-A36B-A3F2C855C3BA}" dt="2023-11-02T05:52:15.683" v="465" actId="313"/>
        <pc:sldMkLst>
          <pc:docMk/>
          <pc:sldMk cId="1139254451" sldId="2521"/>
        </pc:sldMkLst>
      </pc:sldChg>
      <pc:sldChg chg="addSp modSp add mod modClrScheme chgLayout">
        <pc:chgData name="Aurelien Domont" userId="6da7715ce44349b3" providerId="LiveId" clId="{8C97B853-E239-49C0-A36B-A3F2C855C3BA}" dt="2023-11-02T05:52:16.233" v="466" actId="313"/>
        <pc:sldMkLst>
          <pc:docMk/>
          <pc:sldMk cId="2291360483" sldId="2523"/>
        </pc:sldMkLst>
      </pc:sldChg>
      <pc:sldChg chg="addSp modSp add mod modClrScheme chgLayout">
        <pc:chgData name="Aurelien Domont" userId="6da7715ce44349b3" providerId="LiveId" clId="{8C97B853-E239-49C0-A36B-A3F2C855C3BA}" dt="2023-11-02T05:39:00.254" v="64"/>
        <pc:sldMkLst>
          <pc:docMk/>
          <pc:sldMk cId="1276071411" sldId="2524"/>
        </pc:sldMkLst>
      </pc:sldChg>
      <pc:sldChg chg="modSp add mod modClrScheme chgLayout">
        <pc:chgData name="Aurelien Domont" userId="6da7715ce44349b3" providerId="LiveId" clId="{8C97B853-E239-49C0-A36B-A3F2C855C3BA}" dt="2023-11-02T05:43:12.913" v="271"/>
        <pc:sldMkLst>
          <pc:docMk/>
          <pc:sldMk cId="756767282" sldId="252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786857634" sldId="2554"/>
        </pc:sldMkLst>
      </pc:sldChg>
      <pc:sldChg chg="addSp delSp modSp mod">
        <pc:chgData name="Aurelien Domont" userId="6da7715ce44349b3" providerId="LiveId" clId="{8C97B853-E239-49C0-A36B-A3F2C855C3BA}" dt="2023-11-03T00:02:06.974" v="34100" actId="207"/>
        <pc:sldMkLst>
          <pc:docMk/>
          <pc:sldMk cId="1254545715" sldId="2558"/>
        </pc:sldMkLst>
      </pc:sldChg>
      <pc:sldChg chg="addSp delSp modSp new add mod">
        <pc:chgData name="Aurelien Domont" userId="6da7715ce44349b3" providerId="LiveId" clId="{8C97B853-E239-49C0-A36B-A3F2C855C3BA}" dt="2023-11-02T05:51:38.680" v="456" actId="20577"/>
        <pc:sldMkLst>
          <pc:docMk/>
          <pc:sldMk cId="3556512680" sldId="255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863720882" sldId="255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683938910" sldId="2560"/>
        </pc:sldMkLst>
      </pc:sldChg>
      <pc:sldChg chg="modSp add mod">
        <pc:chgData name="Aurelien Domont" userId="6da7715ce44349b3" providerId="LiveId" clId="{8C97B853-E239-49C0-A36B-A3F2C855C3BA}" dt="2023-11-02T05:40:04.011" v="77" actId="207"/>
        <pc:sldMkLst>
          <pc:docMk/>
          <pc:sldMk cId="3543024021" sldId="2560"/>
        </pc:sldMkLst>
      </pc:sldChg>
      <pc:sldChg chg="add">
        <pc:chgData name="Aurelien Domont" userId="6da7715ce44349b3" providerId="LiveId" clId="{8C97B853-E239-49C0-A36B-A3F2C855C3BA}" dt="2023-11-02T05:43:15.083" v="272"/>
        <pc:sldMkLst>
          <pc:docMk/>
          <pc:sldMk cId="1405253810" sldId="2561"/>
        </pc:sldMkLst>
      </pc:sldChg>
      <pc:sldChg chg="modSp add del mod">
        <pc:chgData name="Aurelien Domont" userId="6da7715ce44349b3" providerId="LiveId" clId="{8C97B853-E239-49C0-A36B-A3F2C855C3BA}" dt="2023-11-02T05:42:38.515" v="227" actId="2696"/>
        <pc:sldMkLst>
          <pc:docMk/>
          <pc:sldMk cId="1589096457" sldId="256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18363986" sldId="2561"/>
        </pc:sldMkLst>
      </pc:sldChg>
      <pc:sldChg chg="addSp delSp modSp add mod">
        <pc:chgData name="Aurelien Domont" userId="6da7715ce44349b3" providerId="LiveId" clId="{8C97B853-E239-49C0-A36B-A3F2C855C3BA}" dt="2023-11-02T05:52:16.705" v="467" actId="313"/>
        <pc:sldMkLst>
          <pc:docMk/>
          <pc:sldMk cId="308615889" sldId="256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328775880" sldId="256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958219566" sldId="2563"/>
        </pc:sldMkLst>
      </pc:sldChg>
      <pc:sldChg chg="addSp modSp add mod">
        <pc:chgData name="Aurelien Domont" userId="6da7715ce44349b3" providerId="LiveId" clId="{8C97B853-E239-49C0-A36B-A3F2C855C3BA}" dt="2023-11-02T05:52:17.209" v="468" actId="313"/>
        <pc:sldMkLst>
          <pc:docMk/>
          <pc:sldMk cId="3576432030" sldId="2563"/>
        </pc:sldMkLst>
      </pc:sldChg>
      <pc:sldChg chg="addSp modSp add mod">
        <pc:chgData name="Aurelien Domont" userId="6da7715ce44349b3" providerId="LiveId" clId="{8C97B853-E239-49C0-A36B-A3F2C855C3BA}" dt="2023-11-02T05:52:17.710" v="469" actId="313"/>
        <pc:sldMkLst>
          <pc:docMk/>
          <pc:sldMk cId="2374931211" sldId="256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031063989" sldId="2564"/>
        </pc:sldMkLst>
      </pc:sldChg>
      <pc:sldChg chg="addSp modSp add mod">
        <pc:chgData name="Aurelien Domont" userId="6da7715ce44349b3" providerId="LiveId" clId="{8C97B853-E239-49C0-A36B-A3F2C855C3BA}" dt="2023-11-02T05:52:18.274" v="470" actId="313"/>
        <pc:sldMkLst>
          <pc:docMk/>
          <pc:sldMk cId="551571960" sldId="256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709896700" sldId="256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827524245" sldId="2566"/>
        </pc:sldMkLst>
      </pc:sldChg>
      <pc:sldChg chg="addSp delSp modSp add mod">
        <pc:chgData name="Aurelien Domont" userId="6da7715ce44349b3" providerId="LiveId" clId="{8C97B853-E239-49C0-A36B-A3F2C855C3BA}" dt="2023-11-02T05:52:19.263" v="471" actId="313"/>
        <pc:sldMkLst>
          <pc:docMk/>
          <pc:sldMk cId="3582809319" sldId="2566"/>
        </pc:sldMkLst>
      </pc:sldChg>
      <pc:sldChg chg="addSp delSp modSp add mod">
        <pc:chgData name="Aurelien Domont" userId="6da7715ce44349b3" providerId="LiveId" clId="{8C97B853-E239-49C0-A36B-A3F2C855C3BA}" dt="2023-11-02T23:44:20.223" v="24585" actId="20577"/>
        <pc:sldMkLst>
          <pc:docMk/>
          <pc:sldMk cId="2891423568" sldId="256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157727741" sldId="256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316376722" sldId="2568"/>
        </pc:sldMkLst>
      </pc:sldChg>
      <pc:sldChg chg="addSp delSp modSp add mod">
        <pc:chgData name="Aurelien Domont" userId="6da7715ce44349b3" providerId="LiveId" clId="{8C97B853-E239-49C0-A36B-A3F2C855C3BA}" dt="2023-11-02T23:44:16.528" v="24583" actId="20577"/>
        <pc:sldMkLst>
          <pc:docMk/>
          <pc:sldMk cId="3903418997" sldId="2568"/>
        </pc:sldMkLst>
      </pc:sldChg>
      <pc:sldChg chg="addSp modSp add mod">
        <pc:chgData name="Aurelien Domont" userId="6da7715ce44349b3" providerId="LiveId" clId="{8C97B853-E239-49C0-A36B-A3F2C855C3BA}" dt="2023-11-02T23:44:34.527" v="24598" actId="20577"/>
        <pc:sldMkLst>
          <pc:docMk/>
          <pc:sldMk cId="2009755545" sldId="256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064932023" sldId="2569"/>
        </pc:sldMkLst>
      </pc:sldChg>
      <pc:sldChg chg="addSp modSp add mod">
        <pc:chgData name="Aurelien Domont" userId="6da7715ce44349b3" providerId="LiveId" clId="{8C97B853-E239-49C0-A36B-A3F2C855C3BA}" dt="2023-11-02T05:54:09.980" v="500" actId="207"/>
        <pc:sldMkLst>
          <pc:docMk/>
          <pc:sldMk cId="2197559153" sldId="257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485613412" sldId="2570"/>
        </pc:sldMkLst>
      </pc:sldChg>
      <pc:sldChg chg="addSp delSp modSp add mod">
        <pc:chgData name="Aurelien Domont" userId="6da7715ce44349b3" providerId="LiveId" clId="{8C97B853-E239-49C0-A36B-A3F2C855C3BA}" dt="2023-11-02T23:44:23.992" v="24587" actId="20577"/>
        <pc:sldMkLst>
          <pc:docMk/>
          <pc:sldMk cId="246935978" sldId="257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243464569" sldId="2571"/>
        </pc:sldMkLst>
      </pc:sldChg>
      <pc:sldChg chg="modSp add mod">
        <pc:chgData name="Aurelien Domont" userId="6da7715ce44349b3" providerId="LiveId" clId="{8C97B853-E239-49C0-A36B-A3F2C855C3BA}" dt="2023-11-02T06:30:53.443" v="23511" actId="207"/>
        <pc:sldMkLst>
          <pc:docMk/>
          <pc:sldMk cId="2657703967" sldId="257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094821979" sldId="257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7547206" sldId="2573"/>
        </pc:sldMkLst>
      </pc:sldChg>
      <pc:sldChg chg="add del">
        <pc:chgData name="Aurelien Domont" userId="6da7715ce44349b3" providerId="LiveId" clId="{8C97B853-E239-49C0-A36B-A3F2C855C3BA}" dt="2023-11-02T06:38:45.876" v="23651" actId="47"/>
        <pc:sldMkLst>
          <pc:docMk/>
          <pc:sldMk cId="3171144837" sldId="2573"/>
        </pc:sldMkLst>
      </pc:sldChg>
      <pc:sldChg chg="modSp add del mod">
        <pc:chgData name="Aurelien Domont" userId="6da7715ce44349b3" providerId="LiveId" clId="{8C97B853-E239-49C0-A36B-A3F2C855C3BA}" dt="2023-11-02T23:31:24.588" v="24295" actId="47"/>
        <pc:sldMkLst>
          <pc:docMk/>
          <pc:sldMk cId="3562272994" sldId="257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585608467" sldId="2574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3290492658" sldId="2574"/>
        </pc:sldMkLst>
      </pc:sldChg>
      <pc:sldChg chg="addSp delSp modSp add mod">
        <pc:chgData name="Aurelien Domont" userId="6da7715ce44349b3" providerId="LiveId" clId="{8C97B853-E239-49C0-A36B-A3F2C855C3BA}" dt="2023-11-02T23:55:19.780" v="33999"/>
        <pc:sldMkLst>
          <pc:docMk/>
          <pc:sldMk cId="492701164" sldId="25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245856470" sldId="25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11538208" sldId="2576"/>
        </pc:sldMkLst>
      </pc:sldChg>
      <pc:sldChg chg="addSp delSp modSp new add del mod">
        <pc:chgData name="Aurelien Domont" userId="6da7715ce44349b3" providerId="LiveId" clId="{8C97B853-E239-49C0-A36B-A3F2C855C3BA}" dt="2023-11-02T23:31:41.306" v="24298" actId="2696"/>
        <pc:sldMkLst>
          <pc:docMk/>
          <pc:sldMk cId="1958855722" sldId="2576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4238369639" sldId="2576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2327507526" sldId="257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661748107" sldId="2577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4276112069" sldId="2577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440462274" sldId="2578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515313173" sldId="257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89592772" sldId="2578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883372972" sldId="2579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900956587" sldId="257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798016024" sldId="2579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1898782871" sldId="2580"/>
        </pc:sldMkLst>
      </pc:sldChg>
      <pc:sldChg chg="addSp delSp modSp add mod">
        <pc:chgData name="Aurelien Domont" userId="6da7715ce44349b3" providerId="LiveId" clId="{8C97B853-E239-49C0-A36B-A3F2C855C3BA}" dt="2023-11-02T23:37:14.179" v="24420" actId="20577"/>
        <pc:sldMkLst>
          <pc:docMk/>
          <pc:sldMk cId="3658858448" sldId="258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888118859" sldId="2580"/>
        </pc:sldMkLst>
      </pc:sldChg>
      <pc:sldChg chg="addSp delSp modSp add del mod">
        <pc:chgData name="Aurelien Domont" userId="6da7715ce44349b3" providerId="LiveId" clId="{8C97B853-E239-49C0-A36B-A3F2C855C3BA}" dt="2023-11-02T06:56:30.010" v="24055" actId="47"/>
        <pc:sldMkLst>
          <pc:docMk/>
          <pc:sldMk cId="3113746555" sldId="2581"/>
        </pc:sldMkLst>
      </pc:sldChg>
      <pc:sldChg chg="delSp modSp add mod">
        <pc:chgData name="Aurelien Domont" userId="6da7715ce44349b3" providerId="LiveId" clId="{8C97B853-E239-49C0-A36B-A3F2C855C3BA}" dt="2023-11-02T23:31:03.919" v="24288" actId="478"/>
        <pc:sldMkLst>
          <pc:docMk/>
          <pc:sldMk cId="3371668482" sldId="258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709114663" sldId="2581"/>
        </pc:sldMkLst>
      </pc:sldChg>
      <pc:sldChg chg="modSp add mod">
        <pc:chgData name="Aurelien Domont" userId="6da7715ce44349b3" providerId="LiveId" clId="{8C97B853-E239-49C0-A36B-A3F2C855C3BA}" dt="2023-11-02T23:40:01.559" v="24429" actId="207"/>
        <pc:sldMkLst>
          <pc:docMk/>
          <pc:sldMk cId="1980039990" sldId="2582"/>
        </pc:sldMkLst>
      </pc:sldChg>
      <pc:sldChg chg="add del">
        <pc:chgData name="Aurelien Domont" userId="6da7715ce44349b3" providerId="LiveId" clId="{8C97B853-E239-49C0-A36B-A3F2C855C3BA}" dt="2023-11-02T06:56:29.210" v="24054" actId="47"/>
        <pc:sldMkLst>
          <pc:docMk/>
          <pc:sldMk cId="3726466002" sldId="2582"/>
        </pc:sldMkLst>
      </pc:sldChg>
      <pc:sldChg chg="modSp add mod">
        <pc:chgData name="Aurelien Domont" userId="6da7715ce44349b3" providerId="LiveId" clId="{8C97B853-E239-49C0-A36B-A3F2C855C3BA}" dt="2023-11-02T23:31:14.808" v="24292" actId="207"/>
        <pc:sldMkLst>
          <pc:docMk/>
          <pc:sldMk cId="1154581266" sldId="25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43542728" sldId="25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659185181" sldId="2584"/>
        </pc:sldMkLst>
      </pc:sldChg>
      <pc:sldChg chg="modSp add mod">
        <pc:chgData name="Aurelien Domont" userId="6da7715ce44349b3" providerId="LiveId" clId="{8C97B853-E239-49C0-A36B-A3F2C855C3BA}" dt="2023-11-02T23:31:21.441" v="24294" actId="207"/>
        <pc:sldMkLst>
          <pc:docMk/>
          <pc:sldMk cId="2592324127" sldId="258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779593192" sldId="2585"/>
        </pc:sldMkLst>
      </pc:sldChg>
      <pc:sldChg chg="modSp add mod">
        <pc:chgData name="Aurelien Domont" userId="6da7715ce44349b3" providerId="LiveId" clId="{8C97B853-E239-49C0-A36B-A3F2C855C3BA}" dt="2023-11-02T23:31:35.329" v="24297" actId="207"/>
        <pc:sldMkLst>
          <pc:docMk/>
          <pc:sldMk cId="1550236728" sldId="2585"/>
        </pc:sldMkLst>
      </pc:sldChg>
      <pc:sldChg chg="addSp delSp modSp add del mod">
        <pc:chgData name="Aurelien Domont" userId="6da7715ce44349b3" providerId="LiveId" clId="{8C97B853-E239-49C0-A36B-A3F2C855C3BA}" dt="2023-11-02T23:36:55.413" v="24348" actId="2696"/>
        <pc:sldMkLst>
          <pc:docMk/>
          <pc:sldMk cId="3371267838" sldId="2586"/>
        </pc:sldMkLst>
      </pc:sldChg>
      <pc:sldChg chg="addSp delSp modSp add mod">
        <pc:chgData name="Aurelien Domont" userId="6da7715ce44349b3" providerId="LiveId" clId="{8C97B853-E239-49C0-A36B-A3F2C855C3BA}" dt="2023-11-02T23:40:21.192" v="24526"/>
        <pc:sldMkLst>
          <pc:docMk/>
          <pc:sldMk cId="3493403752" sldId="2586"/>
        </pc:sldMkLst>
      </pc:sldChg>
      <pc:sldChg chg="addSp delSp modSp add mod">
        <pc:chgData name="Aurelien Domont" userId="6da7715ce44349b3" providerId="LiveId" clId="{8C97B853-E239-49C0-A36B-A3F2C855C3BA}" dt="2023-11-02T23:52:15.070" v="33917"/>
        <pc:sldMkLst>
          <pc:docMk/>
          <pc:sldMk cId="2158731188" sldId="2587"/>
        </pc:sldMkLst>
      </pc:sldChg>
      <pc:sldChg chg="addSp delSp modSp add mod">
        <pc:chgData name="Aurelien Domont" userId="6da7715ce44349b3" providerId="LiveId" clId="{8C97B853-E239-49C0-A36B-A3F2C855C3BA}" dt="2023-11-02T23:49:45.553" v="33881"/>
        <pc:sldMkLst>
          <pc:docMk/>
          <pc:sldMk cId="3959411121" sldId="2588"/>
        </pc:sldMkLst>
      </pc:sldChg>
      <pc:sldChg chg="modSp add mod">
        <pc:chgData name="Aurelien Domont" userId="6da7715ce44349b3" providerId="LiveId" clId="{8C97B853-E239-49C0-A36B-A3F2C855C3BA}" dt="2023-11-02T23:42:53.390" v="24567" actId="20577"/>
        <pc:sldMkLst>
          <pc:docMk/>
          <pc:sldMk cId="3701357970" sldId="2589"/>
        </pc:sldMkLst>
      </pc:sldChg>
      <pc:sldChg chg="modSp add mod">
        <pc:chgData name="Aurelien Domont" userId="6da7715ce44349b3" providerId="LiveId" clId="{8C97B853-E239-49C0-A36B-A3F2C855C3BA}" dt="2023-11-02T23:42:56.584" v="24569" actId="20577"/>
        <pc:sldMkLst>
          <pc:docMk/>
          <pc:sldMk cId="3748245338" sldId="2590"/>
        </pc:sldMkLst>
      </pc:sldChg>
      <pc:sldChg chg="modSp add mod">
        <pc:chgData name="Aurelien Domont" userId="6da7715ce44349b3" providerId="LiveId" clId="{8C97B853-E239-49C0-A36B-A3F2C855C3BA}" dt="2023-11-02T23:44:12.130" v="24581"/>
        <pc:sldMkLst>
          <pc:docMk/>
          <pc:sldMk cId="3223397737" sldId="2591"/>
        </pc:sldMkLst>
      </pc:sldChg>
      <pc:sldChg chg="addSp delSp modSp add mod">
        <pc:chgData name="Aurelien Domont" userId="6da7715ce44349b3" providerId="LiveId" clId="{8C97B853-E239-49C0-A36B-A3F2C855C3BA}" dt="2023-11-02T23:52:22.904" v="33918"/>
        <pc:sldMkLst>
          <pc:docMk/>
          <pc:sldMk cId="1501742771" sldId="2592"/>
        </pc:sldMkLst>
      </pc:sldChg>
      <pc:sldChg chg="addSp delSp modSp add mod">
        <pc:chgData name="Aurelien Domont" userId="6da7715ce44349b3" providerId="LiveId" clId="{8C97B853-E239-49C0-A36B-A3F2C855C3BA}" dt="2023-11-02T23:52:27.508" v="33919"/>
        <pc:sldMkLst>
          <pc:docMk/>
          <pc:sldMk cId="1699548227" sldId="2593"/>
        </pc:sldMkLst>
      </pc:sldChg>
      <pc:sldChg chg="addSp delSp modSp add mod">
        <pc:chgData name="Aurelien Domont" userId="6da7715ce44349b3" providerId="LiveId" clId="{8C97B853-E239-49C0-A36B-A3F2C855C3BA}" dt="2023-11-02T23:52:31.693" v="33920"/>
        <pc:sldMkLst>
          <pc:docMk/>
          <pc:sldMk cId="3665142639" sldId="2594"/>
        </pc:sldMkLst>
      </pc:sldChg>
      <pc:sldChg chg="addSp delSp modSp add mod modClrScheme chgLayout">
        <pc:chgData name="Aurelien Domont" userId="6da7715ce44349b3" providerId="LiveId" clId="{8C97B853-E239-49C0-A36B-A3F2C855C3BA}" dt="2023-11-03T00:00:48.579" v="34075" actId="20577"/>
        <pc:sldMkLst>
          <pc:docMk/>
          <pc:sldMk cId="1755678747" sldId="2595"/>
        </pc:sldMkLst>
      </pc:sldChg>
      <pc:sldChg chg="delSp modSp add del mod">
        <pc:chgData name="Aurelien Domont" userId="6da7715ce44349b3" providerId="LiveId" clId="{8C97B853-E239-49C0-A36B-A3F2C855C3BA}" dt="2023-11-02T23:59:10.130" v="34020" actId="47"/>
        <pc:sldMkLst>
          <pc:docMk/>
          <pc:sldMk cId="1767286639" sldId="2595"/>
        </pc:sldMkLst>
      </pc:sldChg>
      <pc:sldChg chg="delSp modSp add mod ord">
        <pc:chgData name="Aurelien Domont" userId="6da7715ce44349b3" providerId="LiveId" clId="{8C97B853-E239-49C0-A36B-A3F2C855C3BA}" dt="2023-11-03T00:03:27.427" v="34154"/>
        <pc:sldMkLst>
          <pc:docMk/>
          <pc:sldMk cId="2866196194" sldId="2596"/>
        </pc:sldMkLst>
      </pc:sldChg>
      <pc:sldChg chg="modSp add del mod">
        <pc:chgData name="Aurelien Domont" userId="6da7715ce44349b3" providerId="LiveId" clId="{8C97B853-E239-49C0-A36B-A3F2C855C3BA}" dt="2023-11-02T23:59:10.130" v="34020" actId="47"/>
        <pc:sldMkLst>
          <pc:docMk/>
          <pc:sldMk cId="3933415597" sldId="2596"/>
        </pc:sldMkLst>
      </pc:sldChg>
      <pc:sldChg chg="delSp modSp add mod">
        <pc:chgData name="Aurelien Domont" userId="6da7715ce44349b3" providerId="LiveId" clId="{8C97B853-E239-49C0-A36B-A3F2C855C3BA}" dt="2023-11-03T00:02:21.176" v="34104" actId="478"/>
        <pc:sldMkLst>
          <pc:docMk/>
          <pc:sldMk cId="4238437504" sldId="2597"/>
        </pc:sldMkLst>
      </pc:sldChg>
      <pc:sldMasterChg chg="delSldLayout">
        <pc:chgData name="Aurelien Domont" userId="6da7715ce44349b3" providerId="LiveId" clId="{8C97B853-E239-49C0-A36B-A3F2C855C3BA}" dt="2023-11-03T00:11:07.277" v="34155" actId="2696"/>
        <pc:sldMasterMkLst>
          <pc:docMk/>
          <pc:sldMasterMk cId="3482721130" sldId="2147483828"/>
        </pc:sldMasterMkLst>
        <pc:sldLayoutChg chg="del">
          <pc:chgData name="Aurelien Domont" userId="6da7715ce44349b3" providerId="LiveId" clId="{8C97B853-E239-49C0-A36B-A3F2C855C3BA}" dt="2023-11-02T06:44:47.481" v="23669" actId="2696"/>
          <pc:sldLayoutMkLst>
            <pc:docMk/>
            <pc:sldMasterMk cId="3482721130" sldId="2147483828"/>
            <pc:sldLayoutMk cId="204112563" sldId="2147483835"/>
          </pc:sldLayoutMkLst>
        </pc:sldLayoutChg>
        <pc:sldLayoutChg chg="del">
          <pc:chgData name="Aurelien Domont" userId="6da7715ce44349b3" providerId="LiveId" clId="{8C97B853-E239-49C0-A36B-A3F2C855C3BA}" dt="2023-11-03T00:11:07.277" v="34155" actId="2696"/>
          <pc:sldLayoutMkLst>
            <pc:docMk/>
            <pc:sldMasterMk cId="3482721130" sldId="2147483828"/>
            <pc:sldLayoutMk cId="817944221" sldId="2147483835"/>
          </pc:sldLayoutMkLst>
        </pc:sldLayoutChg>
        <pc:sldLayoutChg chg="del">
          <pc:chgData name="Aurelien Domont" userId="6da7715ce44349b3" providerId="LiveId" clId="{8C97B853-E239-49C0-A36B-A3F2C855C3BA}" dt="2023-11-02T23:39:26.777" v="24428" actId="2696"/>
          <pc:sldLayoutMkLst>
            <pc:docMk/>
            <pc:sldMasterMk cId="3482721130" sldId="2147483828"/>
            <pc:sldLayoutMk cId="1106554788" sldId="2147483835"/>
          </pc:sldLayoutMkLst>
        </pc:sldLayoutChg>
        <pc:sldLayoutChg chg="del">
          <pc:chgData name="Aurelien Domont" userId="6da7715ce44349b3" providerId="LiveId" clId="{8C97B853-E239-49C0-A36B-A3F2C855C3BA}" dt="2023-11-02T23:53:35.078" v="33929" actId="2696"/>
          <pc:sldLayoutMkLst>
            <pc:docMk/>
            <pc:sldMasterMk cId="3482721130" sldId="2147483828"/>
            <pc:sldLayoutMk cId="2735308615" sldId="2147483835"/>
          </pc:sldLayoutMkLst>
        </pc:sldLayoutChg>
        <pc:sldLayoutChg chg="del">
          <pc:chgData name="Aurelien Domont" userId="6da7715ce44349b3" providerId="LiveId" clId="{8C97B853-E239-49C0-A36B-A3F2C855C3BA}" dt="2023-11-02T06:36:13.522" v="23519" actId="2696"/>
          <pc:sldLayoutMkLst>
            <pc:docMk/>
            <pc:sldMasterMk cId="3482721130" sldId="2147483828"/>
            <pc:sldLayoutMk cId="3976031138" sldId="2147483835"/>
          </pc:sldLayoutMkLst>
        </pc:sldLayoutChg>
        <pc:sldLayoutChg chg="del">
          <pc:chgData name="Aurelien Domont" userId="6da7715ce44349b3" providerId="LiveId" clId="{8C97B853-E239-49C0-A36B-A3F2C855C3BA}" dt="2023-11-02T05:34:46.319" v="11" actId="2696"/>
          <pc:sldLayoutMkLst>
            <pc:docMk/>
            <pc:sldMasterMk cId="3482721130" sldId="2147483828"/>
            <pc:sldLayoutMk cId="4189696893" sldId="2147483835"/>
          </pc:sldLayoutMkLst>
        </pc:sldLayoutChg>
      </pc:sldMasterChg>
    </pc:docChg>
  </pc:docChgLst>
  <pc:docChgLst>
    <pc:chgData name="Aurelien Domont" userId="6da7715ce44349b3" providerId="LiveId" clId="{8F0F803F-4935-44A0-BDD1-7BD2F98FD40F}"/>
    <pc:docChg chg="addSld modSld">
      <pc:chgData name="Aurelien Domont" userId="6da7715ce44349b3" providerId="LiveId" clId="{8F0F803F-4935-44A0-BDD1-7BD2F98FD40F}" dt="2025-06-25T02:23:01.039" v="0"/>
      <pc:docMkLst>
        <pc:docMk/>
      </pc:docMkLst>
      <pc:sldChg chg="add">
        <pc:chgData name="Aurelien Domont" userId="6da7715ce44349b3" providerId="LiveId" clId="{8F0F803F-4935-44A0-BDD1-7BD2F98FD40F}" dt="2025-06-25T02:23:01.039" v="0"/>
        <pc:sldMkLst>
          <pc:docMk/>
          <pc:sldMk cId="2298272319" sldId="544"/>
        </pc:sldMkLst>
      </pc:sldChg>
    </pc:docChg>
  </pc:docChgLst>
  <pc:docChgLst>
    <pc:chgData name="Aurelien Domont" userId="6da7715ce44349b3" providerId="LiveId" clId="{29FA8666-CE93-4F1D-9955-398EB333F0F2}"/>
    <pc:docChg chg="undo custSel addSld delSld modSld sldOrd modMainMaster modSection">
      <pc:chgData name="Aurelien Domont" userId="6da7715ce44349b3" providerId="LiveId" clId="{29FA8666-CE93-4F1D-9955-398EB333F0F2}" dt="2024-10-22T04:51:00.161" v="11164" actId="47"/>
      <pc:docMkLst>
        <pc:docMk/>
      </pc:docMkLst>
      <pc:sldChg chg="addSp delSp modSp mod modNotes">
        <pc:chgData name="Aurelien Domont" userId="6da7715ce44349b3" providerId="LiveId" clId="{29FA8666-CE93-4F1D-9955-398EB333F0F2}" dt="2024-10-22T04:37:28.008" v="10599" actId="790"/>
        <pc:sldMkLst>
          <pc:docMk/>
          <pc:sldMk cId="3956982643" sldId="526"/>
        </pc:sldMkLst>
      </pc:sldChg>
      <pc:sldChg chg="modSp mod modNotes">
        <pc:chgData name="Aurelien Domont" userId="6da7715ce44349b3" providerId="LiveId" clId="{29FA8666-CE93-4F1D-9955-398EB333F0F2}" dt="2024-10-22T04:37:28.022" v="10615" actId="790"/>
        <pc:sldMkLst>
          <pc:docMk/>
          <pc:sldMk cId="1754585881" sldId="1598"/>
        </pc:sldMkLst>
      </pc:sldChg>
      <pc:sldChg chg="modSp mod modNotes">
        <pc:chgData name="Aurelien Domont" userId="6da7715ce44349b3" providerId="LiveId" clId="{29FA8666-CE93-4F1D-9955-398EB333F0F2}" dt="2024-10-22T04:37:28.025" v="10619" actId="790"/>
        <pc:sldMkLst>
          <pc:docMk/>
          <pc:sldMk cId="2853806433" sldId="1600"/>
        </pc:sldMkLst>
      </pc:sldChg>
      <pc:sldChg chg="modSp mod modNotes">
        <pc:chgData name="Aurelien Domont" userId="6da7715ce44349b3" providerId="LiveId" clId="{29FA8666-CE93-4F1D-9955-398EB333F0F2}" dt="2024-10-22T04:37:28.021" v="10613" actId="790"/>
        <pc:sldMkLst>
          <pc:docMk/>
          <pc:sldMk cId="1252826214" sldId="1711"/>
        </pc:sldMkLst>
      </pc:sldChg>
      <pc:sldChg chg="modSp mod modNotes">
        <pc:chgData name="Aurelien Domont" userId="6da7715ce44349b3" providerId="LiveId" clId="{29FA8666-CE93-4F1D-9955-398EB333F0F2}" dt="2024-10-22T04:37:28.019" v="10611" actId="790"/>
        <pc:sldMkLst>
          <pc:docMk/>
          <pc:sldMk cId="3938337455" sldId="2034"/>
        </pc:sldMkLst>
      </pc:sldChg>
      <pc:sldChg chg="addSp delSp modSp mod modNotes">
        <pc:chgData name="Aurelien Domont" userId="6da7715ce44349b3" providerId="LiveId" clId="{29FA8666-CE93-4F1D-9955-398EB333F0F2}" dt="2024-10-22T04:37:28.014" v="10605" actId="790"/>
        <pc:sldMkLst>
          <pc:docMk/>
          <pc:sldMk cId="3272444503" sldId="2162"/>
        </pc:sldMkLst>
      </pc:sldChg>
      <pc:sldChg chg="modSp mod modNotes">
        <pc:chgData name="Aurelien Domont" userId="6da7715ce44349b3" providerId="LiveId" clId="{29FA8666-CE93-4F1D-9955-398EB333F0F2}" dt="2024-10-22T04:37:28.024" v="10617" actId="790"/>
        <pc:sldMkLst>
          <pc:docMk/>
          <pc:sldMk cId="1534399825" sldId="2240"/>
        </pc:sldMkLst>
      </pc:sldChg>
      <pc:sldChg chg="delSp modSp mod modNotes">
        <pc:chgData name="Aurelien Domont" userId="6da7715ce44349b3" providerId="LiveId" clId="{29FA8666-CE93-4F1D-9955-398EB333F0F2}" dt="2024-10-22T04:37:28.018" v="10609" actId="790"/>
        <pc:sldMkLst>
          <pc:docMk/>
          <pc:sldMk cId="1209091634" sldId="2338"/>
        </pc:sldMkLst>
      </pc:sldChg>
      <pc:sldChg chg="addSp delSp modSp mod ord modNotes">
        <pc:chgData name="Aurelien Domont" userId="6da7715ce44349b3" providerId="LiveId" clId="{29FA8666-CE93-4F1D-9955-398EB333F0F2}" dt="2024-10-22T04:37:28.012" v="10603" actId="790"/>
        <pc:sldMkLst>
          <pc:docMk/>
          <pc:sldMk cId="862292938" sldId="2560"/>
        </pc:sldMkLst>
      </pc:sldChg>
      <pc:sldChg chg="modSp mod">
        <pc:chgData name="Aurelien Domont" userId="6da7715ce44349b3" providerId="LiveId" clId="{29FA8666-CE93-4F1D-9955-398EB333F0F2}" dt="2024-10-22T04:37:27.020" v="8785" actId="790"/>
        <pc:sldMkLst>
          <pc:docMk/>
          <pc:sldMk cId="1926619926" sldId="3282"/>
        </pc:sldMkLst>
      </pc:sldChg>
      <pc:sldChg chg="modSp mod ord modNotes">
        <pc:chgData name="Aurelien Domont" userId="6da7715ce44349b3" providerId="LiveId" clId="{29FA8666-CE93-4F1D-9955-398EB333F0F2}" dt="2024-10-22T04:37:28.010" v="10601" actId="790"/>
        <pc:sldMkLst>
          <pc:docMk/>
          <pc:sldMk cId="2246164536" sldId="3289"/>
        </pc:sldMkLst>
      </pc:sldChg>
      <pc:sldChg chg="addSp delSp modSp del mod modNotes">
        <pc:chgData name="Aurelien Domont" userId="6da7715ce44349b3" providerId="LiveId" clId="{29FA8666-CE93-4F1D-9955-398EB333F0F2}" dt="2024-10-22T03:41:18.733" v="6996" actId="47"/>
        <pc:sldMkLst>
          <pc:docMk/>
          <pc:sldMk cId="2392440094" sldId="3301"/>
        </pc:sldMkLst>
      </pc:sldChg>
      <pc:sldChg chg="addSp delSp modSp del mod">
        <pc:chgData name="Aurelien Domont" userId="6da7715ce44349b3" providerId="LiveId" clId="{29FA8666-CE93-4F1D-9955-398EB333F0F2}" dt="2024-10-22T02:25:26.115" v="5664" actId="47"/>
        <pc:sldMkLst>
          <pc:docMk/>
          <pc:sldMk cId="1393908417" sldId="3302"/>
        </pc:sldMkLst>
      </pc:sldChg>
      <pc:sldChg chg="addSp delSp modSp mod">
        <pc:chgData name="Aurelien Domont" userId="6da7715ce44349b3" providerId="LiveId" clId="{29FA8666-CE93-4F1D-9955-398EB333F0F2}" dt="2024-10-22T04:37:26.849" v="8629" actId="790"/>
        <pc:sldMkLst>
          <pc:docMk/>
          <pc:sldMk cId="348420775" sldId="3303"/>
        </pc:sldMkLst>
      </pc:sldChg>
      <pc:sldChg chg="modSp del mod">
        <pc:chgData name="Aurelien Domont" userId="6da7715ce44349b3" providerId="LiveId" clId="{29FA8666-CE93-4F1D-9955-398EB333F0F2}" dt="2024-10-22T04:17:23.902" v="8054" actId="47"/>
        <pc:sldMkLst>
          <pc:docMk/>
          <pc:sldMk cId="2666055795" sldId="3304"/>
        </pc:sldMkLst>
      </pc:sldChg>
      <pc:sldChg chg="modSp del mod">
        <pc:chgData name="Aurelien Domont" userId="6da7715ce44349b3" providerId="LiveId" clId="{29FA8666-CE93-4F1D-9955-398EB333F0F2}" dt="2024-10-22T04:17:23.902" v="8054" actId="47"/>
        <pc:sldMkLst>
          <pc:docMk/>
          <pc:sldMk cId="957674206" sldId="3305"/>
        </pc:sldMkLst>
      </pc:sldChg>
      <pc:sldChg chg="modSp del mod">
        <pc:chgData name="Aurelien Domont" userId="6da7715ce44349b3" providerId="LiveId" clId="{29FA8666-CE93-4F1D-9955-398EB333F0F2}" dt="2024-10-22T04:17:23.902" v="8054" actId="47"/>
        <pc:sldMkLst>
          <pc:docMk/>
          <pc:sldMk cId="3006714839" sldId="3306"/>
        </pc:sldMkLst>
      </pc:sldChg>
      <pc:sldChg chg="modSp del mod">
        <pc:chgData name="Aurelien Domont" userId="6da7715ce44349b3" providerId="LiveId" clId="{29FA8666-CE93-4F1D-9955-398EB333F0F2}" dt="2024-10-22T04:17:23.902" v="8054" actId="47"/>
        <pc:sldMkLst>
          <pc:docMk/>
          <pc:sldMk cId="130198696" sldId="3307"/>
        </pc:sldMkLst>
      </pc:sldChg>
      <pc:sldChg chg="new del ord">
        <pc:chgData name="Aurelien Domont" userId="6da7715ce44349b3" providerId="LiveId" clId="{29FA8666-CE93-4F1D-9955-398EB333F0F2}" dt="2024-10-22T04:17:20.131" v="8053" actId="47"/>
        <pc:sldMkLst>
          <pc:docMk/>
          <pc:sldMk cId="3616780469" sldId="3308"/>
        </pc:sldMkLst>
      </pc:sldChg>
      <pc:sldChg chg="addSp delSp modSp add mod">
        <pc:chgData name="Aurelien Domont" userId="6da7715ce44349b3" providerId="LiveId" clId="{29FA8666-CE93-4F1D-9955-398EB333F0F2}" dt="2024-10-22T04:37:26.552" v="8275" actId="139"/>
        <pc:sldMkLst>
          <pc:docMk/>
          <pc:sldMk cId="1599276248" sldId="3328"/>
        </pc:sldMkLst>
      </pc:sldChg>
      <pc:sldChg chg="addSp delSp modSp add mod">
        <pc:chgData name="Aurelien Domont" userId="6da7715ce44349b3" providerId="LiveId" clId="{29FA8666-CE93-4F1D-9955-398EB333F0F2}" dt="2024-10-22T04:37:26.864" v="8650" actId="790"/>
        <pc:sldMkLst>
          <pc:docMk/>
          <pc:sldMk cId="4263203838" sldId="3329"/>
        </pc:sldMkLst>
      </pc:sldChg>
      <pc:sldChg chg="addSp delSp modSp add mod">
        <pc:chgData name="Aurelien Domont" userId="6da7715ce44349b3" providerId="LiveId" clId="{29FA8666-CE93-4F1D-9955-398EB333F0F2}" dt="2024-10-22T04:37:26.881" v="8671" actId="790"/>
        <pc:sldMkLst>
          <pc:docMk/>
          <pc:sldMk cId="1203064555" sldId="3330"/>
        </pc:sldMkLst>
      </pc:sldChg>
      <pc:sldChg chg="addSp delSp modSp add mod modNotes">
        <pc:chgData name="Aurelien Domont" userId="6da7715ce44349b3" providerId="LiveId" clId="{29FA8666-CE93-4F1D-9955-398EB333F0F2}" dt="2024-10-22T04:45:19.622" v="11159"/>
        <pc:sldMkLst>
          <pc:docMk/>
          <pc:sldMk cId="3741384512" sldId="3331"/>
        </pc:sldMkLst>
      </pc:sldChg>
      <pc:sldChg chg="addSp delSp modSp add del mod">
        <pc:chgData name="Aurelien Domont" userId="6da7715ce44349b3" providerId="LiveId" clId="{29FA8666-CE93-4F1D-9955-398EB333F0F2}" dt="2024-10-22T03:45:57.999" v="7576" actId="47"/>
        <pc:sldMkLst>
          <pc:docMk/>
          <pc:sldMk cId="2598441579" sldId="3332"/>
        </pc:sldMkLst>
      </pc:sldChg>
      <pc:sldChg chg="addSp delSp modSp add mod">
        <pc:chgData name="Aurelien Domont" userId="6da7715ce44349b3" providerId="LiveId" clId="{29FA8666-CE93-4F1D-9955-398EB333F0F2}" dt="2024-10-22T04:37:26.897" v="8692" actId="790"/>
        <pc:sldMkLst>
          <pc:docMk/>
          <pc:sldMk cId="2948775275" sldId="3333"/>
        </pc:sldMkLst>
      </pc:sldChg>
      <pc:sldChg chg="addSp delSp modSp add mod">
        <pc:chgData name="Aurelien Domont" userId="6da7715ce44349b3" providerId="LiveId" clId="{29FA8666-CE93-4F1D-9955-398EB333F0F2}" dt="2024-10-22T04:37:26.934" v="8713" actId="790"/>
        <pc:sldMkLst>
          <pc:docMk/>
          <pc:sldMk cId="2979591936" sldId="3334"/>
        </pc:sldMkLst>
      </pc:sldChg>
      <pc:sldChg chg="addSp modSp add del mod">
        <pc:chgData name="Aurelien Domont" userId="6da7715ce44349b3" providerId="LiveId" clId="{29FA8666-CE93-4F1D-9955-398EB333F0F2}" dt="2024-10-22T04:51:00.161" v="11164" actId="47"/>
        <pc:sldMkLst>
          <pc:docMk/>
          <pc:sldMk cId="2306991006" sldId="3335"/>
        </pc:sldMkLst>
      </pc:sldChg>
      <pc:sldMasterChg chg="modSp mod modSldLayout">
        <pc:chgData name="Aurelien Domont" userId="6da7715ce44349b3" providerId="LiveId" clId="{29FA8666-CE93-4F1D-9955-398EB333F0F2}" dt="2024-10-22T04:37:28.006" v="10597" actId="790"/>
        <pc:sldMasterMkLst>
          <pc:docMk/>
          <pc:sldMasterMk cId="3482721130" sldId="2147483828"/>
        </pc:sldMasterMkLst>
        <pc:sldLayoutChg chg="modSp mod">
          <pc:chgData name="Aurelien Domont" userId="6da7715ce44349b3" providerId="LiveId" clId="{29FA8666-CE93-4F1D-9955-398EB333F0F2}" dt="2024-10-22T04:37:28.005" v="10596" actId="139"/>
          <pc:sldLayoutMkLst>
            <pc:docMk/>
            <pc:sldMasterMk cId="3482721130" sldId="2147483828"/>
            <pc:sldLayoutMk cId="250590409" sldId="2147483831"/>
          </pc:sldLayoutMkLst>
        </pc:sldLayoutChg>
        <pc:sldLayoutChg chg="modSp mod">
          <pc:chgData name="Aurelien Domont" userId="6da7715ce44349b3" providerId="LiveId" clId="{29FA8666-CE93-4F1D-9955-398EB333F0F2}" dt="2024-10-22T04:37:28.006" v="10597" actId="790"/>
          <pc:sldLayoutMkLst>
            <pc:docMk/>
            <pc:sldMasterMk cId="3482721130" sldId="2147483828"/>
            <pc:sldLayoutMk cId="1759204997" sldId="2147483835"/>
          </pc:sldLayoutMkLst>
        </pc:sldLayoutChg>
      </pc:sldMasterChg>
    </pc:docChg>
  </pc:docChgLst>
  <pc:docChgLst>
    <pc:chgData name="Aurelien Domont" userId="6da7715ce44349b3" providerId="LiveId" clId="{9149B00E-810E-48AB-9153-54C78195225C}"/>
    <pc:docChg chg="undo custSel addSld delSld modSld sldOrd replTag">
      <pc:chgData name="Aurelien Domont" userId="6da7715ce44349b3" providerId="LiveId" clId="{9149B00E-810E-48AB-9153-54C78195225C}" dt="2023-11-24T06:13:39.326" v="7283" actId="20577"/>
      <pc:docMkLst>
        <pc:docMk/>
      </pc:docMkLst>
      <pc:sldChg chg="addSp delSp modSp mod">
        <pc:chgData name="Aurelien Domont" userId="6da7715ce44349b3" providerId="LiveId" clId="{9149B00E-810E-48AB-9153-54C78195225C}" dt="2023-11-22T02:03:24.035" v="6234"/>
        <pc:sldMkLst>
          <pc:docMk/>
          <pc:sldMk cId="3956982643" sldId="526"/>
        </pc:sldMkLst>
      </pc:sldChg>
      <pc:sldChg chg="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2244843449" sldId="1784"/>
        </pc:sldMkLst>
      </pc:sldChg>
      <pc:sldChg chg="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2407825212" sldId="1785"/>
        </pc:sldMkLst>
      </pc:sldChg>
      <pc:sldChg chg="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3394244967" sldId="1786"/>
        </pc:sldMkLst>
      </pc:sldChg>
      <pc:sldChg chg="addSp modSp mod ord">
        <pc:chgData name="Aurelien Domont" userId="6da7715ce44349b3" providerId="LiveId" clId="{9149B00E-810E-48AB-9153-54C78195225C}" dt="2023-11-22T00:23:50.916" v="6023" actId="1076"/>
        <pc:sldMkLst>
          <pc:docMk/>
          <pc:sldMk cId="3272444503" sldId="2162"/>
        </pc:sldMkLst>
      </pc:sldChg>
      <pc:sldChg chg="modSp add del mod ord modClrScheme chgLayout">
        <pc:chgData name="Aurelien Domont" userId="6da7715ce44349b3" providerId="LiveId" clId="{9149B00E-810E-48AB-9153-54C78195225C}" dt="2023-11-22T00:10:49.077" v="4822" actId="47"/>
        <pc:sldMkLst>
          <pc:docMk/>
          <pc:sldMk cId="3015462381" sldId="2195"/>
        </pc:sldMkLst>
      </pc:sldChg>
      <pc:sldChg chg="delSp 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1636293053" sldId="2206"/>
        </pc:sldMkLst>
      </pc:sldChg>
      <pc:sldChg chg="delSp 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1868381863" sldId="2207"/>
        </pc:sldMkLst>
      </pc:sldChg>
      <pc:sldChg chg="del">
        <pc:chgData name="Aurelien Domont" userId="6da7715ce44349b3" providerId="LiveId" clId="{9149B00E-810E-48AB-9153-54C78195225C}" dt="2023-11-22T00:20:46.796" v="5445" actId="47"/>
        <pc:sldMkLst>
          <pc:docMk/>
          <pc:sldMk cId="3871908814" sldId="2559"/>
        </pc:sldMkLst>
      </pc:sldChg>
      <pc:sldChg chg="addSp delSp modSp mod ord">
        <pc:chgData name="Aurelien Domont" userId="6da7715ce44349b3" providerId="LiveId" clId="{9149B00E-810E-48AB-9153-54C78195225C}" dt="2023-11-22T00:22:54.262" v="6014" actId="20577"/>
        <pc:sldMkLst>
          <pc:docMk/>
          <pc:sldMk cId="862292938" sldId="2560"/>
        </pc:sldMkLst>
      </pc:sldChg>
      <pc:sldChg chg="addSp delSp modSp del mod ord">
        <pc:chgData name="Aurelien Domont" userId="6da7715ce44349b3" providerId="LiveId" clId="{9149B00E-810E-48AB-9153-54C78195225C}" dt="2023-11-22T00:36:45.694" v="6222" actId="47"/>
        <pc:sldMkLst>
          <pc:docMk/>
          <pc:sldMk cId="3906540847" sldId="2561"/>
        </pc:sldMkLst>
      </pc:sldChg>
      <pc:sldChg chg="add del ord">
        <pc:chgData name="Aurelien Domont" userId="6da7715ce44349b3" providerId="LiveId" clId="{9149B00E-810E-48AB-9153-54C78195225C}" dt="2023-11-22T00:36:48" v="6223" actId="47"/>
        <pc:sldMkLst>
          <pc:docMk/>
          <pc:sldMk cId="3357917663" sldId="2590"/>
        </pc:sldMkLst>
      </pc:sldChg>
      <pc:sldChg chg="modSp mod ord">
        <pc:chgData name="Aurelien Domont" userId="6da7715ce44349b3" providerId="LiveId" clId="{9149B00E-810E-48AB-9153-54C78195225C}" dt="2023-11-21T23:56:24.281" v="184" actId="20577"/>
        <pc:sldMkLst>
          <pc:docMk/>
          <pc:sldMk cId="2246164536" sldId="3289"/>
        </pc:sldMkLst>
      </pc:sldChg>
      <pc:sldChg chg="new add">
        <pc:chgData name="Aurelien Domont" userId="6da7715ce44349b3" providerId="LiveId" clId="{9149B00E-810E-48AB-9153-54C78195225C}" dt="2023-11-21T23:49:39.101" v="9"/>
        <pc:sldMkLst>
          <pc:docMk/>
          <pc:sldMk cId="3005508325" sldId="3292"/>
        </pc:sldMkLst>
      </pc:sldChg>
      <pc:sldChg chg="addSp delSp modSp add del mod">
        <pc:chgData name="Aurelien Domont" userId="6da7715ce44349b3" providerId="LiveId" clId="{9149B00E-810E-48AB-9153-54C78195225C}" dt="2023-11-22T00:10:40.664" v="4821" actId="47"/>
        <pc:sldMkLst>
          <pc:docMk/>
          <pc:sldMk cId="2515676013" sldId="3293"/>
        </pc:sldMkLst>
      </pc:sldChg>
      <pc:sldChg chg="addSp delSp modSp add mod">
        <pc:chgData name="Aurelien Domont" userId="6da7715ce44349b3" providerId="LiveId" clId="{9149B00E-810E-48AB-9153-54C78195225C}" dt="2023-11-22T00:20:39.591" v="5444" actId="20577"/>
        <pc:sldMkLst>
          <pc:docMk/>
          <pc:sldMk cId="2839640228" sldId="3294"/>
        </pc:sldMkLst>
      </pc:sldChg>
      <pc:sldChg chg="addSp delSp modSp add del mod addCm delCm modCm modNotesTx">
        <pc:chgData name="Aurelien Domont" userId="6da7715ce44349b3" providerId="LiveId" clId="{9149B00E-810E-48AB-9153-54C78195225C}" dt="2023-11-24T06:13:17.339" v="7267" actId="47"/>
        <pc:sldMkLst>
          <pc:docMk/>
          <pc:sldMk cId="3022687460" sldId="329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Aurelien Domont" userId="6da7715ce44349b3" providerId="LiveId" clId="{9149B00E-810E-48AB-9153-54C78195225C}" dt="2023-11-23T05:24:17.613" v="6438"/>
              <pc2:cmMkLst xmlns:pc2="http://schemas.microsoft.com/office/powerpoint/2019/9/main/command">
                <pc:docMk/>
                <pc:sldMk cId="3022687460" sldId="3295"/>
                <pc2:cmMk id="{781ABA62-B7B8-46A1-98B5-7C672E33ADD1}"/>
              </pc2:cmMkLst>
            </pc226:cmChg>
          </p:ext>
        </pc:extLst>
      </pc:sldChg>
      <pc:sldChg chg="add del">
        <pc:chgData name="Aurelien Domont" userId="6da7715ce44349b3" providerId="LiveId" clId="{9149B00E-810E-48AB-9153-54C78195225C}" dt="2023-11-22T00:28:10.398" v="6092"/>
        <pc:sldMkLst>
          <pc:docMk/>
          <pc:sldMk cId="1732872127" sldId="3296"/>
        </pc:sldMkLst>
      </pc:sldChg>
      <pc:sldChg chg="addSp delSp modSp add del mod">
        <pc:chgData name="Aurelien Domont" userId="6da7715ce44349b3" providerId="LiveId" clId="{9149B00E-810E-48AB-9153-54C78195225C}" dt="2023-11-22T00:36:42.977" v="6221" actId="47"/>
        <pc:sldMkLst>
          <pc:docMk/>
          <pc:sldMk cId="2874432511" sldId="3296"/>
        </pc:sldMkLst>
      </pc:sldChg>
      <pc:sldChg chg="delSp modSp add mod">
        <pc:chgData name="Aurelien Domont" userId="6da7715ce44349b3" providerId="LiveId" clId="{9149B00E-810E-48AB-9153-54C78195225C}" dt="2023-11-23T06:59:09.081" v="6702" actId="5793"/>
        <pc:sldMkLst>
          <pc:docMk/>
          <pc:sldMk cId="4290400277" sldId="3296"/>
        </pc:sldMkLst>
      </pc:sldChg>
      <pc:sldChg chg="addSp delSp modSp add mod ord">
        <pc:chgData name="Aurelien Domont" userId="6da7715ce44349b3" providerId="LiveId" clId="{9149B00E-810E-48AB-9153-54C78195225C}" dt="2023-11-24T06:13:39.326" v="7283" actId="20577"/>
        <pc:sldMkLst>
          <pc:docMk/>
          <pc:sldMk cId="937810425" sldId="3297"/>
        </pc:sldMkLst>
      </pc:sldChg>
      <pc:sldMasterChg chg="delSldLayout">
        <pc:chgData name="Aurelien Domont" userId="6da7715ce44349b3" providerId="LiveId" clId="{9149B00E-810E-48AB-9153-54C78195225C}" dt="2023-11-21T23:57:54.169" v="192" actId="2696"/>
        <pc:sldMasterMkLst>
          <pc:docMk/>
          <pc:sldMasterMk cId="3482721130" sldId="2147483828"/>
        </pc:sldMasterMkLst>
        <pc:sldLayoutChg chg="del">
          <pc:chgData name="Aurelien Domont" userId="6da7715ce44349b3" providerId="LiveId" clId="{9149B00E-810E-48AB-9153-54C78195225C}" dt="2023-11-21T23:57:54.169" v="192" actId="2696"/>
          <pc:sldLayoutMkLst>
            <pc:docMk/>
            <pc:sldMasterMk cId="3482721130" sldId="2147483828"/>
            <pc:sldLayoutMk cId="2253346866" sldId="2147483836"/>
          </pc:sldLayoutMkLst>
        </pc:sldLayoutChg>
      </pc:sldMasterChg>
    </pc:docChg>
  </pc:docChgLst>
  <pc:docChgLst>
    <pc:chgData name="Aurelien Domont" userId="6da7715ce44349b3" providerId="LiveId" clId="{129FC301-F406-4D49-ADD2-0CDB42F3F709}"/>
    <pc:docChg chg="modSld">
      <pc:chgData name="Aurelien Domont" userId="6da7715ce44349b3" providerId="LiveId" clId="{129FC301-F406-4D49-ADD2-0CDB42F3F709}" dt="2025-07-28T04:14:32.786" v="1" actId="20577"/>
      <pc:docMkLst>
        <pc:docMk/>
      </pc:docMkLst>
      <pc:sldChg chg="modSp mod">
        <pc:chgData name="Aurelien Domont" userId="6da7715ce44349b3" providerId="LiveId" clId="{129FC301-F406-4D49-ADD2-0CDB42F3F709}" dt="2025-07-28T04:14:32.786" v="1" actId="20577"/>
        <pc:sldMkLst>
          <pc:docMk/>
          <pc:sldMk cId="3272444503" sldId="2162"/>
        </pc:sldMkLst>
        <pc:spChg chg="mod">
          <ac:chgData name="Aurelien Domont" userId="6da7715ce44349b3" providerId="LiveId" clId="{129FC301-F406-4D49-ADD2-0CDB42F3F709}" dt="2025-07-28T04:14:32.786" v="1" actId="20577"/>
          <ac:spMkLst>
            <pc:docMk/>
            <pc:sldMk cId="3272444503" sldId="2162"/>
            <ac:spMk id="6" creationId="{22D27BA3-CC85-4DD2-AEDB-C22AC367D60A}"/>
          </ac:spMkLst>
        </pc:spChg>
      </pc:sldChg>
    </pc:docChg>
  </pc:docChgLst>
  <pc:docChgLst>
    <pc:chgData name="Aurelien Domont" userId="6da7715ce44349b3" providerId="LiveId" clId="{22309527-0B3F-4103-B55C-3A02DE10C806}"/>
    <pc:docChg chg="custSel addSld delSld modSld modSection replTag">
      <pc:chgData name="Aurelien Domont" userId="6da7715ce44349b3" providerId="LiveId" clId="{22309527-0B3F-4103-B55C-3A02DE10C806}" dt="2024-05-13T04:09:28.080" v="278" actId="20577"/>
      <pc:docMkLst>
        <pc:docMk/>
      </pc:docMkLst>
      <pc:sldChg chg="modSp mod">
        <pc:chgData name="Aurelien Domont" userId="6da7715ce44349b3" providerId="LiveId" clId="{22309527-0B3F-4103-B55C-3A02DE10C806}" dt="2024-02-06T01:55:22.793" v="37" actId="1035"/>
        <pc:sldMkLst>
          <pc:docMk/>
          <pc:sldMk cId="3956982643" sldId="526"/>
        </pc:sldMkLst>
      </pc:sldChg>
      <pc:sldChg chg="modSp mod">
        <pc:chgData name="Aurelien Domont" userId="6da7715ce44349b3" providerId="LiveId" clId="{22309527-0B3F-4103-B55C-3A02DE10C806}" dt="2024-02-12T05:46:41.812" v="39" actId="20577"/>
        <pc:sldMkLst>
          <pc:docMk/>
          <pc:sldMk cId="3272444503" sldId="2162"/>
        </pc:sldMkLst>
      </pc:sldChg>
      <pc:sldChg chg="modSp mod">
        <pc:chgData name="Aurelien Domont" userId="6da7715ce44349b3" providerId="LiveId" clId="{22309527-0B3F-4103-B55C-3A02DE10C806}" dt="2024-05-13T04:09:28.080" v="278" actId="20577"/>
        <pc:sldMkLst>
          <pc:docMk/>
          <pc:sldMk cId="1209091634" sldId="2338"/>
        </pc:sldMkLst>
      </pc:sldChg>
      <pc:sldChg chg="addSp delSp modSp mod">
        <pc:chgData name="Aurelien Domont" userId="6da7715ce44349b3" providerId="LiveId" clId="{22309527-0B3F-4103-B55C-3A02DE10C806}" dt="2024-04-10T02:19:31.639" v="274"/>
        <pc:sldMkLst>
          <pc:docMk/>
          <pc:sldMk cId="862292938" sldId="2560"/>
        </pc:sldMkLst>
      </pc:sldChg>
      <pc:sldChg chg="modSp mod">
        <pc:chgData name="Aurelien Domont" userId="6da7715ce44349b3" providerId="LiveId" clId="{22309527-0B3F-4103-B55C-3A02DE10C806}" dt="2023-12-14T03:50:44.331" v="18" actId="20577"/>
        <pc:sldMkLst>
          <pc:docMk/>
          <pc:sldMk cId="2246164536" sldId="3289"/>
        </pc:sldMkLst>
      </pc:sldChg>
      <pc:sldChg chg="modSp mod">
        <pc:chgData name="Aurelien Domont" userId="6da7715ce44349b3" providerId="LiveId" clId="{22309527-0B3F-4103-B55C-3A02DE10C806}" dt="2024-02-02T04:58:56.319" v="23" actId="20577"/>
        <pc:sldMkLst>
          <pc:docMk/>
          <pc:sldMk cId="2392440094" sldId="3301"/>
        </pc:sldMkLst>
      </pc:sldChg>
      <pc:sldChg chg="addSp modSp">
        <pc:chgData name="Aurelien Domont" userId="6da7715ce44349b3" providerId="LiveId" clId="{22309527-0B3F-4103-B55C-3A02DE10C806}" dt="2023-12-15T02:49:24.092" v="19"/>
        <pc:sldMkLst>
          <pc:docMk/>
          <pc:sldMk cId="1393908417" sldId="3302"/>
        </pc:sldMkLst>
      </pc:sldChg>
      <pc:sldChg chg="addSp modSp add del mod">
        <pc:chgData name="Aurelien Domont" userId="6da7715ce44349b3" providerId="LiveId" clId="{22309527-0B3F-4103-B55C-3A02DE10C806}" dt="2023-12-06T04:09:45.175" v="4" actId="47"/>
        <pc:sldMkLst>
          <pc:docMk/>
          <pc:sldMk cId="2283142339" sldId="3308"/>
        </pc:sldMkLst>
      </pc:sldChg>
    </pc:docChg>
  </pc:docChgLst>
  <pc:docChgLst>
    <pc:chgData name="Aurelien Domont" userId="6da7715ce44349b3" providerId="LiveId" clId="{AABA1416-4740-4FEA-A91C-A3DACBE38F86}"/>
    <pc:docChg chg="undo redo custSel addSld delSld modSld sldOrd modMainMaster replTag modNotesMaster">
      <pc:chgData name="Aurelien Domont" userId="6da7715ce44349b3" providerId="LiveId" clId="{AABA1416-4740-4FEA-A91C-A3DACBE38F86}" dt="2023-11-16T23:34:49.284" v="13050" actId="5793"/>
      <pc:docMkLst>
        <pc:docMk/>
      </pc:docMkLst>
      <pc:sldChg chg="addSp delSp modSp mod modNotes">
        <pc:chgData name="Aurelien Domont" userId="6da7715ce44349b3" providerId="LiveId" clId="{AABA1416-4740-4FEA-A91C-A3DACBE38F86}" dt="2023-11-03T04:51:06.550" v="8618" actId="790"/>
        <pc:sldMkLst>
          <pc:docMk/>
          <pc:sldMk cId="3956982643" sldId="526"/>
        </pc:sldMkLst>
      </pc:sldChg>
      <pc:sldChg chg="add del">
        <pc:chgData name="Aurelien Domont" userId="6da7715ce44349b3" providerId="LiveId" clId="{AABA1416-4740-4FEA-A91C-A3DACBE38F86}" dt="2023-11-03T03:36:28.748" v="5280"/>
        <pc:sldMkLst>
          <pc:docMk/>
          <pc:sldMk cId="3977934915" sldId="530"/>
        </pc:sldMkLst>
      </pc:sldChg>
      <pc:sldChg chg="add del">
        <pc:chgData name="Aurelien Domont" userId="6da7715ce44349b3" providerId="LiveId" clId="{AABA1416-4740-4FEA-A91C-A3DACBE38F86}" dt="2023-11-03T01:51:36.199" v="1850" actId="47"/>
        <pc:sldMkLst>
          <pc:docMk/>
          <pc:sldMk cId="2694049521" sldId="531"/>
        </pc:sldMkLst>
      </pc:sldChg>
      <pc:sldChg chg="add del">
        <pc:chgData name="Aurelien Domont" userId="6da7715ce44349b3" providerId="LiveId" clId="{AABA1416-4740-4FEA-A91C-A3DACBE38F86}" dt="2023-11-03T05:05:35.235" v="8850"/>
        <pc:sldMkLst>
          <pc:docMk/>
          <pc:sldMk cId="2783597816" sldId="54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604617461" sldId="159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617529628" sldId="1596"/>
        </pc:sldMkLst>
      </pc:sldChg>
      <pc:sldChg chg="addSp delSp modSp add mod modClrScheme chgLayout modNotes">
        <pc:chgData name="Aurelien Domont" userId="6da7715ce44349b3" providerId="LiveId" clId="{AABA1416-4740-4FEA-A91C-A3DACBE38F86}" dt="2023-11-03T05:37:11.497" v="11568" actId="14861"/>
        <pc:sldMkLst>
          <pc:docMk/>
          <pc:sldMk cId="1754585881" sldId="1598"/>
        </pc:sldMkLst>
      </pc:sldChg>
      <pc:sldChg chg="addSp delSp modSp add del mod modClrScheme chgLayout modNotes">
        <pc:chgData name="Aurelien Domont" userId="6da7715ce44349b3" providerId="LiveId" clId="{AABA1416-4740-4FEA-A91C-A3DACBE38F86}" dt="2023-11-03T04:51:06.837" v="8822"/>
        <pc:sldMkLst>
          <pc:docMk/>
          <pc:sldMk cId="2853806433" sldId="160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644303535" sldId="1668"/>
        </pc:sldMkLst>
      </pc:sldChg>
      <pc:sldChg chg="addSp delSp modSp add mod modClrScheme chgLayout modNotes">
        <pc:chgData name="Aurelien Domont" userId="6da7715ce44349b3" providerId="LiveId" clId="{AABA1416-4740-4FEA-A91C-A3DACBE38F86}" dt="2023-11-03T05:27:36.076" v="11298" actId="20577"/>
        <pc:sldMkLst>
          <pc:docMk/>
          <pc:sldMk cId="1252826214" sldId="1711"/>
        </pc:sldMkLst>
      </pc:sldChg>
      <pc:sldChg chg="modSp add del mod modClrScheme chgLayout">
        <pc:chgData name="Aurelien Domont" userId="6da7715ce44349b3" providerId="LiveId" clId="{AABA1416-4740-4FEA-A91C-A3DACBE38F86}" dt="2023-11-03T01:44:01.342" v="1028" actId="47"/>
        <pc:sldMkLst>
          <pc:docMk/>
          <pc:sldMk cId="317099162" sldId="174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64366395" sldId="195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045459513" sldId="195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026744296" sldId="1986"/>
        </pc:sldMkLst>
      </pc:sldChg>
      <pc:sldChg chg="addSp delSp modSp add mod modClrScheme chgLayout modNotes">
        <pc:chgData name="Aurelien Domont" userId="6da7715ce44349b3" providerId="LiveId" clId="{AABA1416-4740-4FEA-A91C-A3DACBE38F86}" dt="2023-11-03T04:51:06.562" v="8630" actId="790"/>
        <pc:sldMkLst>
          <pc:docMk/>
          <pc:sldMk cId="3938337455" sldId="203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346025138" sldId="215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79295029" sldId="215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678382071" sldId="2160"/>
        </pc:sldMkLst>
      </pc:sldChg>
      <pc:sldChg chg="modSp add del mod modClrScheme chgLayout">
        <pc:chgData name="Aurelien Domont" userId="6da7715ce44349b3" providerId="LiveId" clId="{AABA1416-4740-4FEA-A91C-A3DACBE38F86}" dt="2023-11-03T01:52:25.391" v="1851" actId="47"/>
        <pc:sldMkLst>
          <pc:docMk/>
          <pc:sldMk cId="62308209" sldId="2161"/>
        </pc:sldMkLst>
      </pc:sldChg>
      <pc:sldChg chg="addSp delSp modSp add mod modClrScheme chgLayout modNotes">
        <pc:chgData name="Aurelien Domont" userId="6da7715ce44349b3" providerId="LiveId" clId="{AABA1416-4740-4FEA-A91C-A3DACBE38F86}" dt="2023-11-05T23:26:54.286" v="12697" actId="20577"/>
        <pc:sldMkLst>
          <pc:docMk/>
          <pc:sldMk cId="3272444503" sldId="216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929697781" sldId="217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258618140" sldId="2187"/>
        </pc:sldMkLst>
      </pc:sldChg>
      <pc:sldChg chg="addSp delSp modSp add mod modClrScheme chgLayout modNotes">
        <pc:chgData name="Aurelien Domont" userId="6da7715ce44349b3" providerId="LiveId" clId="{AABA1416-4740-4FEA-A91C-A3DACBE38F86}" dt="2023-11-03T05:37:21.291" v="11569" actId="14861"/>
        <pc:sldMkLst>
          <pc:docMk/>
          <pc:sldMk cId="1534399825" sldId="2240"/>
        </pc:sldMkLst>
      </pc:sldChg>
      <pc:sldChg chg="modSp add del mod modClrScheme chgLayout modNotes">
        <pc:chgData name="Aurelien Domont" userId="6da7715ce44349b3" providerId="LiveId" clId="{AABA1416-4740-4FEA-A91C-A3DACBE38F86}" dt="2023-11-03T02:26:47.793" v="3014" actId="47"/>
        <pc:sldMkLst>
          <pc:docMk/>
          <pc:sldMk cId="938037913" sldId="224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763423627" sldId="2298"/>
        </pc:sldMkLst>
      </pc:sldChg>
      <pc:sldChg chg="modSp add mod modClrScheme chgLayout modNotes">
        <pc:chgData name="Aurelien Domont" userId="6da7715ce44349b3" providerId="LiveId" clId="{AABA1416-4740-4FEA-A91C-A3DACBE38F86}" dt="2023-11-05T23:12:02.770" v="12683" actId="207"/>
        <pc:sldMkLst>
          <pc:docMk/>
          <pc:sldMk cId="1209091634" sldId="2338"/>
        </pc:sldMkLst>
      </pc:sldChg>
      <pc:sldChg chg="addSp delSp modSp add del mod modClrScheme chgLayout modNotes">
        <pc:chgData name="Aurelien Domont" userId="6da7715ce44349b3" providerId="LiveId" clId="{AABA1416-4740-4FEA-A91C-A3DACBE38F86}" dt="2023-11-03T05:25:18.059" v="11070" actId="47"/>
        <pc:sldMkLst>
          <pc:docMk/>
          <pc:sldMk cId="2995647837" sldId="234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929886259" sldId="2366"/>
        </pc:sldMkLst>
      </pc:sldChg>
      <pc:sldChg chg="modSp add del mod modClrScheme chgLayout modNotes">
        <pc:chgData name="Aurelien Domont" userId="6da7715ce44349b3" providerId="LiveId" clId="{AABA1416-4740-4FEA-A91C-A3DACBE38F86}" dt="2023-11-03T02:26:47.793" v="3014" actId="47"/>
        <pc:sldMkLst>
          <pc:docMk/>
          <pc:sldMk cId="1664956255" sldId="243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873290227" sldId="243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33141511" sldId="243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729151380" sldId="243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95242922" sldId="243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8271412" sldId="243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05034369" sldId="244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594125012" sldId="244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57987928" sldId="244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54909907" sldId="244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801254905" sldId="244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967848613" sldId="244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526972999" sldId="244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1239133" sldId="244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917879965" sldId="244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54794133" sldId="245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457909485" sldId="245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97914777" sldId="245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130875905" sldId="245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43051604" sldId="245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45824460" sldId="245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190274426" sldId="248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93024874" sldId="248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959284277" sldId="248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99046706" sldId="248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66331645" sldId="248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86949350" sldId="2489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365513723" sldId="2490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457892389" sldId="2496"/>
        </pc:sldMkLst>
      </pc:sldChg>
      <pc:sldChg chg="add del">
        <pc:chgData name="Aurelien Domont" userId="6da7715ce44349b3" providerId="LiveId" clId="{AABA1416-4740-4FEA-A91C-A3DACBE38F86}" dt="2023-11-03T01:30:47.273" v="536" actId="47"/>
        <pc:sldMkLst>
          <pc:docMk/>
          <pc:sldMk cId="920383389" sldId="2498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864691588" sldId="249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48391786" sldId="2500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30583714" sldId="2510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583963653" sldId="2511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378182528" sldId="2512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596498046" sldId="2513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898129810" sldId="2514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247299320" sldId="251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48856858" sldId="251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896093903" sldId="251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91942563" sldId="251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76456613" sldId="252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39254451" sldId="252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291360483" sldId="252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276071411" sldId="252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756767282" sldId="2525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1263786278" sldId="2557"/>
        </pc:sldMkLst>
      </pc:sldChg>
      <pc:sldChg chg="addSp delSp modSp add mod">
        <pc:chgData name="Aurelien Domont" userId="6da7715ce44349b3" providerId="LiveId" clId="{AABA1416-4740-4FEA-A91C-A3DACBE38F86}" dt="2023-11-03T05:53:01.939" v="11835" actId="14100"/>
        <pc:sldMkLst>
          <pc:docMk/>
          <pc:sldMk cId="4078591124" sldId="2557"/>
        </pc:sldMkLst>
      </pc:sldChg>
      <pc:sldChg chg="addSp delSp modSp del mod modNotes">
        <pc:chgData name="Aurelien Domont" userId="6da7715ce44349b3" providerId="LiveId" clId="{AABA1416-4740-4FEA-A91C-A3DACBE38F86}" dt="2023-11-03T02:26:47.793" v="3014" actId="47"/>
        <pc:sldMkLst>
          <pc:docMk/>
          <pc:sldMk cId="1254545715" sldId="2558"/>
        </pc:sldMkLst>
      </pc:sldChg>
      <pc:sldChg chg="addSp delSp modSp add mod">
        <pc:chgData name="Aurelien Domont" userId="6da7715ce44349b3" providerId="LiveId" clId="{AABA1416-4740-4FEA-A91C-A3DACBE38F86}" dt="2023-11-05T22:37:53.043" v="12155"/>
        <pc:sldMkLst>
          <pc:docMk/>
          <pc:sldMk cId="2304312946" sldId="2558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4217109390" sldId="255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56512680" sldId="2559"/>
        </pc:sldMkLst>
      </pc:sldChg>
      <pc:sldChg chg="addSp delSp modSp new add mod modNotes">
        <pc:chgData name="Aurelien Domont" userId="6da7715ce44349b3" providerId="LiveId" clId="{AABA1416-4740-4FEA-A91C-A3DACBE38F86}" dt="2023-11-03T05:19:10.274" v="10961"/>
        <pc:sldMkLst>
          <pc:docMk/>
          <pc:sldMk cId="3871908814" sldId="2559"/>
        </pc:sldMkLst>
      </pc:sldChg>
      <pc:sldChg chg="addSp delSp modSp new add mod modNotes">
        <pc:chgData name="Aurelien Domont" userId="6da7715ce44349b3" providerId="LiveId" clId="{AABA1416-4740-4FEA-A91C-A3DACBE38F86}" dt="2023-11-03T05:33:17.822" v="11567" actId="1035"/>
        <pc:sldMkLst>
          <pc:docMk/>
          <pc:sldMk cId="862292938" sldId="256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43024021" sldId="256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05253810" sldId="2561"/>
        </pc:sldMkLst>
      </pc:sldChg>
      <pc:sldChg chg="addSp delSp modSp new add mod">
        <pc:chgData name="Aurelien Domont" userId="6da7715ce44349b3" providerId="LiveId" clId="{AABA1416-4740-4FEA-A91C-A3DACBE38F86}" dt="2023-11-16T23:34:49.284" v="13050" actId="5793"/>
        <pc:sldMkLst>
          <pc:docMk/>
          <pc:sldMk cId="3906540847" sldId="256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08615889" sldId="256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76432030" sldId="256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374931211" sldId="256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551571960" sldId="256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82809319" sldId="256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891423568" sldId="256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903418997" sldId="256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009755545" sldId="256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197559153" sldId="257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46935978" sldId="257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657703967" sldId="257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90492658" sldId="257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92701164" sldId="257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238369639" sldId="257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327507526" sldId="257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515313173" sldId="257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883372972" sldId="257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658858448" sldId="258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71668482" sldId="258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980039990" sldId="258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54581266" sldId="258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592324127" sldId="258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50236728" sldId="258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493403752" sldId="258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158731188" sldId="258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959411121" sldId="258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701357970" sldId="258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748245338" sldId="259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23397737" sldId="259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01742771" sldId="259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699548227" sldId="259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665142639" sldId="259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755678747" sldId="259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866196194" sldId="259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238437504" sldId="2597"/>
        </pc:sldMkLst>
      </pc:sldChg>
      <pc:sldChg chg="addSp delSp modSp add mod modClrScheme chgLayout">
        <pc:chgData name="Aurelien Domont" userId="6da7715ce44349b3" providerId="LiveId" clId="{AABA1416-4740-4FEA-A91C-A3DACBE38F86}" dt="2023-11-03T04:51:06.830" v="8816"/>
        <pc:sldMkLst>
          <pc:docMk/>
          <pc:sldMk cId="1926619926" sldId="3282"/>
        </pc:sldMkLst>
      </pc:sldChg>
      <pc:sldChg chg="addSp delSp modSp new add del mod">
        <pc:chgData name="Aurelien Domont" userId="6da7715ce44349b3" providerId="LiveId" clId="{AABA1416-4740-4FEA-A91C-A3DACBE38F86}" dt="2023-11-03T02:41:22.912" v="3842" actId="47"/>
        <pc:sldMkLst>
          <pc:docMk/>
          <pc:sldMk cId="725514410" sldId="3283"/>
        </pc:sldMkLst>
      </pc:sldChg>
      <pc:sldChg chg="addSp delSp modSp add del mod">
        <pc:chgData name="Aurelien Domont" userId="6da7715ce44349b3" providerId="LiveId" clId="{AABA1416-4740-4FEA-A91C-A3DACBE38F86}" dt="2023-11-03T03:49:48.074" v="5769" actId="47"/>
        <pc:sldMkLst>
          <pc:docMk/>
          <pc:sldMk cId="3223510413" sldId="3283"/>
        </pc:sldMkLst>
      </pc:sldChg>
      <pc:sldChg chg="addSp modSp add del mod">
        <pc:chgData name="Aurelien Domont" userId="6da7715ce44349b3" providerId="LiveId" clId="{AABA1416-4740-4FEA-A91C-A3DACBE38F86}" dt="2023-11-03T03:32:12.636" v="5272" actId="47"/>
        <pc:sldMkLst>
          <pc:docMk/>
          <pc:sldMk cId="392935456" sldId="3284"/>
        </pc:sldMkLst>
      </pc:sldChg>
      <pc:sldChg chg="addSp delSp modSp add mod">
        <pc:chgData name="Aurelien Domont" userId="6da7715ce44349b3" providerId="LiveId" clId="{AABA1416-4740-4FEA-A91C-A3DACBE38F86}" dt="2023-11-05T22:46:11.205" v="12500" actId="1035"/>
        <pc:sldMkLst>
          <pc:docMk/>
          <pc:sldMk cId="416818066" sldId="3284"/>
        </pc:sldMkLst>
      </pc:sldChg>
      <pc:sldChg chg="addSp delSp modSp add mod">
        <pc:chgData name="Aurelien Domont" userId="6da7715ce44349b3" providerId="LiveId" clId="{AABA1416-4740-4FEA-A91C-A3DACBE38F86}" dt="2023-11-05T22:46:13.948" v="12501" actId="1035"/>
        <pc:sldMkLst>
          <pc:docMk/>
          <pc:sldMk cId="498457531" sldId="3285"/>
        </pc:sldMkLst>
      </pc:sldChg>
      <pc:sldChg chg="addSp delSp modSp add del mod">
        <pc:chgData name="Aurelien Domont" userId="6da7715ce44349b3" providerId="LiveId" clId="{AABA1416-4740-4FEA-A91C-A3DACBE38F86}" dt="2023-11-03T03:49:44.008" v="5768" actId="47"/>
        <pc:sldMkLst>
          <pc:docMk/>
          <pc:sldMk cId="2715741635" sldId="3285"/>
        </pc:sldMkLst>
      </pc:sldChg>
      <pc:sldChg chg="addSp delSp modSp add mod">
        <pc:chgData name="Aurelien Domont" userId="6da7715ce44349b3" providerId="LiveId" clId="{AABA1416-4740-4FEA-A91C-A3DACBE38F86}" dt="2023-11-05T22:46:19.862" v="12504" actId="478"/>
        <pc:sldMkLst>
          <pc:docMk/>
          <pc:sldMk cId="2716070288" sldId="3286"/>
        </pc:sldMkLst>
      </pc:sldChg>
      <pc:sldChg chg="modSp add del mod">
        <pc:chgData name="Aurelien Domont" userId="6da7715ce44349b3" providerId="LiveId" clId="{AABA1416-4740-4FEA-A91C-A3DACBE38F86}" dt="2023-11-03T04:13:07.343" v="6065" actId="47"/>
        <pc:sldMkLst>
          <pc:docMk/>
          <pc:sldMk cId="642838729" sldId="3287"/>
        </pc:sldMkLst>
      </pc:sldChg>
      <pc:sldChg chg="addSp delSp modSp add mod">
        <pc:chgData name="Aurelien Domont" userId="6da7715ce44349b3" providerId="LiveId" clId="{AABA1416-4740-4FEA-A91C-A3DACBE38F86}" dt="2023-11-05T22:47:44.576" v="12616" actId="478"/>
        <pc:sldMkLst>
          <pc:docMk/>
          <pc:sldMk cId="4113459810" sldId="3287"/>
        </pc:sldMkLst>
      </pc:sldChg>
      <pc:sldChg chg="addSp delSp modSp add del mod">
        <pc:chgData name="Aurelien Domont" userId="6da7715ce44349b3" providerId="LiveId" clId="{AABA1416-4740-4FEA-A91C-A3DACBE38F86}" dt="2023-11-08T01:25:37.528" v="12779" actId="47"/>
        <pc:sldMkLst>
          <pc:docMk/>
          <pc:sldMk cId="2097315898" sldId="3288"/>
        </pc:sldMkLst>
      </pc:sldChg>
      <pc:sldChg chg="modSp add mod">
        <pc:chgData name="Aurelien Domont" userId="6da7715ce44349b3" providerId="LiveId" clId="{AABA1416-4740-4FEA-A91C-A3DACBE38F86}" dt="2023-11-05T23:01:32.218" v="12674" actId="20577"/>
        <pc:sldMkLst>
          <pc:docMk/>
          <pc:sldMk cId="2246164536" sldId="3289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2313835943" sldId="3290"/>
        </pc:sldMkLst>
      </pc:sldChg>
      <pc:sldChg chg="addSp delSp modSp add mod">
        <pc:chgData name="Aurelien Domont" userId="6da7715ce44349b3" providerId="LiveId" clId="{AABA1416-4740-4FEA-A91C-A3DACBE38F86}" dt="2023-11-03T05:51:21.309" v="11778" actId="20577"/>
        <pc:sldMkLst>
          <pc:docMk/>
          <pc:sldMk cId="3022929388" sldId="3290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1260069156" sldId="3291"/>
        </pc:sldMkLst>
      </pc:sldChg>
      <pc:sldChg chg="addSp delSp modSp add mod ord">
        <pc:chgData name="Aurelien Domont" userId="6da7715ce44349b3" providerId="LiveId" clId="{AABA1416-4740-4FEA-A91C-A3DACBE38F86}" dt="2023-11-05T22:35:55.415" v="12126" actId="478"/>
        <pc:sldMkLst>
          <pc:docMk/>
          <pc:sldMk cId="3033454792" sldId="3291"/>
        </pc:sldMkLst>
      </pc:sldChg>
      <pc:sldChg chg="addSp modSp add del mod">
        <pc:chgData name="Aurelien Domont" userId="6da7715ce44349b3" providerId="LiveId" clId="{AABA1416-4740-4FEA-A91C-A3DACBE38F86}" dt="2023-11-05T23:26:59.235" v="12698" actId="47"/>
        <pc:sldMkLst>
          <pc:docMk/>
          <pc:sldMk cId="1106067793" sldId="3292"/>
        </pc:sldMkLst>
      </pc:sldChg>
      <pc:sldChg chg="addSp delSp modSp add del mod">
        <pc:chgData name="Aurelien Domont" userId="6da7715ce44349b3" providerId="LiveId" clId="{AABA1416-4740-4FEA-A91C-A3DACBE38F86}" dt="2023-11-13T02:48:10.243" v="12949" actId="47"/>
        <pc:sldMkLst>
          <pc:docMk/>
          <pc:sldMk cId="1528024298" sldId="3292"/>
        </pc:sldMkLst>
      </pc:sldChg>
      <pc:sldChg chg="add del">
        <pc:chgData name="Aurelien Domont" userId="6da7715ce44349b3" providerId="LiveId" clId="{AABA1416-4740-4FEA-A91C-A3DACBE38F86}" dt="2023-11-05T22:40:34.995" v="12157" actId="47"/>
        <pc:sldMkLst>
          <pc:docMk/>
          <pc:sldMk cId="2865136667" sldId="3292"/>
        </pc:sldMkLst>
      </pc:sldChg>
      <pc:sldMasterChg chg="addSp delSp modSp mod delSldLayout modSldLayout">
        <pc:chgData name="Aurelien Domont" userId="6da7715ce44349b3" providerId="LiveId" clId="{AABA1416-4740-4FEA-A91C-A3DACBE38F86}" dt="2023-11-03T04:51:06.548" v="8616" actId="790"/>
        <pc:sldMasterMkLst>
          <pc:docMk/>
          <pc:sldMasterMk cId="3482721130" sldId="2147483828"/>
        </pc:sldMasterMkLst>
        <pc:sldLayoutChg chg="addSp delSp modSp mod">
          <pc:chgData name="Aurelien Domont" userId="6da7715ce44349b3" providerId="LiveId" clId="{AABA1416-4740-4FEA-A91C-A3DACBE38F86}" dt="2023-11-03T04:51:06.547" v="8615" actId="139"/>
          <pc:sldLayoutMkLst>
            <pc:docMk/>
            <pc:sldMasterMk cId="3482721130" sldId="2147483828"/>
            <pc:sldLayoutMk cId="250590409" sldId="2147483831"/>
          </pc:sldLayoutMkLst>
        </pc:sldLayoutChg>
        <pc:sldLayoutChg chg="modSp mod">
          <pc:chgData name="Aurelien Domont" userId="6da7715ce44349b3" providerId="LiveId" clId="{AABA1416-4740-4FEA-A91C-A3DACBE38F86}" dt="2023-11-03T02:22:17.554" v="2874"/>
          <pc:sldLayoutMkLst>
            <pc:docMk/>
            <pc:sldMasterMk cId="3482721130" sldId="2147483828"/>
            <pc:sldLayoutMk cId="3119302602" sldId="2147483832"/>
          </pc:sldLayoutMkLst>
        </pc:sldLayoutChg>
        <pc:sldLayoutChg chg="modSp mod">
          <pc:chgData name="Aurelien Domont" userId="6da7715ce44349b3" providerId="LiveId" clId="{AABA1416-4740-4FEA-A91C-A3DACBE38F86}" dt="2023-11-03T02:22:17.570" v="2876"/>
          <pc:sldLayoutMkLst>
            <pc:docMk/>
            <pc:sldMasterMk cId="3482721130" sldId="2147483828"/>
            <pc:sldLayoutMk cId="4234199683" sldId="2147483834"/>
          </pc:sldLayoutMkLst>
        </pc:sldLayoutChg>
        <pc:sldLayoutChg chg="del">
          <pc:chgData name="Aurelien Domont" userId="6da7715ce44349b3" providerId="LiveId" clId="{AABA1416-4740-4FEA-A91C-A3DACBE38F86}" dt="2023-11-03T02:28:37.282" v="3023" actId="2696"/>
          <pc:sldLayoutMkLst>
            <pc:docMk/>
            <pc:sldMasterMk cId="3482721130" sldId="2147483828"/>
            <pc:sldLayoutMk cId="749376338" sldId="2147483835"/>
          </pc:sldLayoutMkLst>
        </pc:sldLayoutChg>
        <pc:sldLayoutChg chg="del">
          <pc:chgData name="Aurelien Domont" userId="6da7715ce44349b3" providerId="LiveId" clId="{AABA1416-4740-4FEA-A91C-A3DACBE38F86}" dt="2023-11-03T01:45:22.843" v="1031" actId="2696"/>
          <pc:sldLayoutMkLst>
            <pc:docMk/>
            <pc:sldMasterMk cId="3482721130" sldId="2147483828"/>
            <pc:sldLayoutMk cId="897561662" sldId="2147483835"/>
          </pc:sldLayoutMkLst>
        </pc:sldLayoutChg>
        <pc:sldLayoutChg chg="addSp modSp mod">
          <pc:chgData name="Aurelien Domont" userId="6da7715ce44349b3" providerId="LiveId" clId="{AABA1416-4740-4FEA-A91C-A3DACBE38F86}" dt="2023-11-03T04:51:06.548" v="8616" actId="790"/>
          <pc:sldLayoutMkLst>
            <pc:docMk/>
            <pc:sldMasterMk cId="3482721130" sldId="2147483828"/>
            <pc:sldLayoutMk cId="1759204997" sldId="2147483835"/>
          </pc:sldLayoutMkLst>
        </pc:sldLayoutChg>
        <pc:sldLayoutChg chg="addSp delSp modSp del mod">
          <pc:chgData name="Aurelien Domont" userId="6da7715ce44349b3" providerId="LiveId" clId="{AABA1416-4740-4FEA-A91C-A3DACBE38F86}" dt="2023-11-03T02:22:41.605" v="2881" actId="2696"/>
          <pc:sldLayoutMkLst>
            <pc:docMk/>
            <pc:sldMasterMk cId="3482721130" sldId="2147483828"/>
            <pc:sldLayoutMk cId="1845982746" sldId="2147483835"/>
          </pc:sldLayoutMkLst>
        </pc:sldLayoutChg>
      </pc:sldMasterChg>
    </pc:docChg>
  </pc:docChgLst>
  <pc:docChgLst>
    <pc:chgData name="Aurelien Domont" userId="6da7715ce44349b3" providerId="LiveId" clId="{8E2F06EB-BABF-4502-A8C6-B9F342B7D723}"/>
    <pc:docChg chg="undo custSel addSld delSld modSld replTag">
      <pc:chgData name="Aurelien Domont" userId="6da7715ce44349b3" providerId="LiveId" clId="{8E2F06EB-BABF-4502-A8C6-B9F342B7D723}" dt="2023-11-02T05:15:39.991" v="1890" actId="207"/>
      <pc:docMkLst>
        <pc:docMk/>
      </pc:docMkLst>
      <pc:sldChg chg="del">
        <pc:chgData name="Aurelien Domont" userId="6da7715ce44349b3" providerId="LiveId" clId="{8E2F06EB-BABF-4502-A8C6-B9F342B7D723}" dt="2023-11-02T04:16:37.486" v="1" actId="47"/>
        <pc:sldMkLst>
          <pc:docMk/>
          <pc:sldMk cId="2694049521" sldId="531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2168617119" sldId="1624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1413178546" sldId="1625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1570167118" sldId="1626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1432716724" sldId="1627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2270130250" sldId="2386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1631859961" sldId="2461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3789897240" sldId="2462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2283904448" sldId="2463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2478486165" sldId="2464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3510060666" sldId="2465"/>
        </pc:sldMkLst>
      </pc:sldChg>
      <pc:sldChg chg="del">
        <pc:chgData name="Aurelien Domont" userId="6da7715ce44349b3" providerId="LiveId" clId="{8E2F06EB-BABF-4502-A8C6-B9F342B7D723}" dt="2023-11-02T04:40:31.855" v="1267" actId="47"/>
        <pc:sldMkLst>
          <pc:docMk/>
          <pc:sldMk cId="1736439800" sldId="2494"/>
        </pc:sldMkLst>
      </pc:sldChg>
      <pc:sldChg chg="modSp mod">
        <pc:chgData name="Aurelien Domont" userId="6da7715ce44349b3" providerId="LiveId" clId="{8E2F06EB-BABF-4502-A8C6-B9F342B7D723}" dt="2023-11-02T04:27:53.743" v="651" actId="20577"/>
        <pc:sldMkLst>
          <pc:docMk/>
          <pc:sldMk cId="1254545715" sldId="2558"/>
        </pc:sldMkLst>
      </pc:sldChg>
      <pc:sldChg chg="modSp mod">
        <pc:chgData name="Aurelien Domont" userId="6da7715ce44349b3" providerId="LiveId" clId="{8E2F06EB-BABF-4502-A8C6-B9F342B7D723}" dt="2023-11-02T04:26:53.201" v="391" actId="1038"/>
        <pc:sldMkLst>
          <pc:docMk/>
          <pc:sldMk cId="2485613412" sldId="2570"/>
        </pc:sldMkLst>
      </pc:sldChg>
      <pc:sldChg chg="addSp modSp mod">
        <pc:chgData name="Aurelien Domont" userId="6da7715ce44349b3" providerId="LiveId" clId="{8E2F06EB-BABF-4502-A8C6-B9F342B7D723}" dt="2023-11-02T04:17:33.093" v="129" actId="115"/>
        <pc:sldMkLst>
          <pc:docMk/>
          <pc:sldMk cId="4243464569" sldId="2571"/>
        </pc:sldMkLst>
      </pc:sldChg>
      <pc:sldChg chg="addSp delSp modSp add mod">
        <pc:chgData name="Aurelien Domont" userId="6da7715ce44349b3" providerId="LiveId" clId="{8E2F06EB-BABF-4502-A8C6-B9F342B7D723}" dt="2023-11-02T04:18:01.026" v="159"/>
        <pc:sldMkLst>
          <pc:docMk/>
          <pc:sldMk cId="3094821979" sldId="2572"/>
        </pc:sldMkLst>
      </pc:sldChg>
      <pc:sldChg chg="addSp delSp modSp add mod">
        <pc:chgData name="Aurelien Domont" userId="6da7715ce44349b3" providerId="LiveId" clId="{8E2F06EB-BABF-4502-A8C6-B9F342B7D723}" dt="2023-11-02T04:24:40.094" v="375" actId="1037"/>
        <pc:sldMkLst>
          <pc:docMk/>
          <pc:sldMk cId="147547206" sldId="2573"/>
        </pc:sldMkLst>
      </pc:sldChg>
      <pc:sldChg chg="modSp add mod">
        <pc:chgData name="Aurelien Domont" userId="6da7715ce44349b3" providerId="LiveId" clId="{8E2F06EB-BABF-4502-A8C6-B9F342B7D723}" dt="2023-11-02T04:45:51.758" v="1323" actId="20577"/>
        <pc:sldMkLst>
          <pc:docMk/>
          <pc:sldMk cId="585608467" sldId="2574"/>
        </pc:sldMkLst>
      </pc:sldChg>
      <pc:sldChg chg="addSp delSp modSp add mod">
        <pc:chgData name="Aurelien Domont" userId="6da7715ce44349b3" providerId="LiveId" clId="{8E2F06EB-BABF-4502-A8C6-B9F342B7D723}" dt="2023-11-02T04:32:39.737" v="757"/>
        <pc:sldMkLst>
          <pc:docMk/>
          <pc:sldMk cId="1245856470" sldId="2575"/>
        </pc:sldMkLst>
      </pc:sldChg>
      <pc:sldChg chg="addSp delSp modSp add mod">
        <pc:chgData name="Aurelien Domont" userId="6da7715ce44349b3" providerId="LiveId" clId="{8E2F06EB-BABF-4502-A8C6-B9F342B7D723}" dt="2023-11-02T04:33:20.756" v="765"/>
        <pc:sldMkLst>
          <pc:docMk/>
          <pc:sldMk cId="311538208" sldId="2576"/>
        </pc:sldMkLst>
      </pc:sldChg>
      <pc:sldChg chg="addSp delSp modSp new add mod">
        <pc:chgData name="Aurelien Domont" userId="6da7715ce44349b3" providerId="LiveId" clId="{8E2F06EB-BABF-4502-A8C6-B9F342B7D723}" dt="2023-11-02T04:39:55.387" v="1264" actId="1076"/>
        <pc:sldMkLst>
          <pc:docMk/>
          <pc:sldMk cId="3661748107" sldId="2577"/>
        </pc:sldMkLst>
      </pc:sldChg>
      <pc:sldChg chg="modSp add mod">
        <pc:chgData name="Aurelien Domont" userId="6da7715ce44349b3" providerId="LiveId" clId="{8E2F06EB-BABF-4502-A8C6-B9F342B7D723}" dt="2023-11-02T05:09:45.753" v="1451" actId="207"/>
        <pc:sldMkLst>
          <pc:docMk/>
          <pc:sldMk cId="2289592772" sldId="2578"/>
        </pc:sldMkLst>
      </pc:sldChg>
      <pc:sldChg chg="delSp modSp add del mod">
        <pc:chgData name="Aurelien Domont" userId="6da7715ce44349b3" providerId="LiveId" clId="{8E2F06EB-BABF-4502-A8C6-B9F342B7D723}" dt="2023-11-02T04:41:46.631" v="1288" actId="47"/>
        <pc:sldMkLst>
          <pc:docMk/>
          <pc:sldMk cId="1140392928" sldId="2579"/>
        </pc:sldMkLst>
      </pc:sldChg>
      <pc:sldChg chg="addSp delSp modSp add mod">
        <pc:chgData name="Aurelien Domont" userId="6da7715ce44349b3" providerId="LiveId" clId="{8E2F06EB-BABF-4502-A8C6-B9F342B7D723}" dt="2023-11-02T05:08:59.227" v="1450" actId="20577"/>
        <pc:sldMkLst>
          <pc:docMk/>
          <pc:sldMk cId="2798016024" sldId="2579"/>
        </pc:sldMkLst>
      </pc:sldChg>
      <pc:sldChg chg="add del">
        <pc:chgData name="Aurelien Domont" userId="6da7715ce44349b3" providerId="LiveId" clId="{8E2F06EB-BABF-4502-A8C6-B9F342B7D723}" dt="2023-11-02T04:42:13.012" v="1310"/>
        <pc:sldMkLst>
          <pc:docMk/>
          <pc:sldMk cId="2160505467" sldId="2580"/>
        </pc:sldMkLst>
      </pc:sldChg>
      <pc:sldChg chg="modSp add mod">
        <pc:chgData name="Aurelien Domont" userId="6da7715ce44349b3" providerId="LiveId" clId="{8E2F06EB-BABF-4502-A8C6-B9F342B7D723}" dt="2023-11-02T04:50:42.979" v="1380" actId="20577"/>
        <pc:sldMkLst>
          <pc:docMk/>
          <pc:sldMk cId="3888118859" sldId="2580"/>
        </pc:sldMkLst>
      </pc:sldChg>
      <pc:sldChg chg="addSp delSp modSp add mod">
        <pc:chgData name="Aurelien Domont" userId="6da7715ce44349b3" providerId="LiveId" clId="{8E2F06EB-BABF-4502-A8C6-B9F342B7D723}" dt="2023-11-02T05:12:06.206" v="1786" actId="1036"/>
        <pc:sldMkLst>
          <pc:docMk/>
          <pc:sldMk cId="3709114663" sldId="2581"/>
        </pc:sldMkLst>
      </pc:sldChg>
      <pc:sldChg chg="add del">
        <pc:chgData name="Aurelien Domont" userId="6da7715ce44349b3" providerId="LiveId" clId="{8E2F06EB-BABF-4502-A8C6-B9F342B7D723}" dt="2023-11-02T05:14:01.695" v="1816" actId="47"/>
        <pc:sldMkLst>
          <pc:docMk/>
          <pc:sldMk cId="1671886255" sldId="2582"/>
        </pc:sldMkLst>
      </pc:sldChg>
      <pc:sldChg chg="add">
        <pc:chgData name="Aurelien Domont" userId="6da7715ce44349b3" providerId="LiveId" clId="{8E2F06EB-BABF-4502-A8C6-B9F342B7D723}" dt="2023-11-02T05:11:00.688" v="1453"/>
        <pc:sldMkLst>
          <pc:docMk/>
          <pc:sldMk cId="2243542728" sldId="2583"/>
        </pc:sldMkLst>
      </pc:sldChg>
      <pc:sldChg chg="addSp delSp modSp add mod">
        <pc:chgData name="Aurelien Domont" userId="6da7715ce44349b3" providerId="LiveId" clId="{8E2F06EB-BABF-4502-A8C6-B9F342B7D723}" dt="2023-11-02T05:12:36.448" v="1794" actId="207"/>
        <pc:sldMkLst>
          <pc:docMk/>
          <pc:sldMk cId="1659185181" sldId="2584"/>
        </pc:sldMkLst>
      </pc:sldChg>
      <pc:sldChg chg="addSp delSp modSp add mod">
        <pc:chgData name="Aurelien Domont" userId="6da7715ce44349b3" providerId="LiveId" clId="{8E2F06EB-BABF-4502-A8C6-B9F342B7D723}" dt="2023-11-02T05:15:39.991" v="1890" actId="207"/>
        <pc:sldMkLst>
          <pc:docMk/>
          <pc:sldMk cId="779593192" sldId="2585"/>
        </pc:sldMkLst>
      </pc:sldChg>
    </pc:docChg>
  </pc:docChgLst>
  <pc:docChgLst>
    <pc:chgData name="Aurelien Domont" userId="6da7715ce44349b3" providerId="LiveId" clId="{C3B994DB-AF37-400D-AF7F-B1D12BA6F4D5}"/>
    <pc:docChg chg="addSld delSld modSld">
      <pc:chgData name="Aurelien Domont" userId="6da7715ce44349b3" providerId="LiveId" clId="{C3B994DB-AF37-400D-AF7F-B1D12BA6F4D5}" dt="2023-11-22T03:45:32.729" v="30" actId="47"/>
      <pc:docMkLst>
        <pc:docMk/>
      </pc:docMkLst>
      <pc:sldChg chg="add del">
        <pc:chgData name="Aurelien Domont" userId="6da7715ce44349b3" providerId="LiveId" clId="{C3B994DB-AF37-400D-AF7F-B1D12BA6F4D5}" dt="2023-11-22T03:45:32.729" v="30" actId="47"/>
        <pc:sldMkLst>
          <pc:docMk/>
          <pc:sldMk cId="3761177222" sldId="2582"/>
        </pc:sldMkLst>
      </pc:sldChg>
      <pc:sldChg chg="modSp mod">
        <pc:chgData name="Aurelien Domont" userId="6da7715ce44349b3" providerId="LiveId" clId="{C3B994DB-AF37-400D-AF7F-B1D12BA6F4D5}" dt="2023-11-22T03:35:09.656" v="28" actId="20577"/>
        <pc:sldMkLst>
          <pc:docMk/>
          <pc:sldMk cId="3022687460" sldId="3295"/>
        </pc:sldMkLst>
      </pc:sldChg>
    </pc:docChg>
  </pc:docChgLst>
  <pc:docChgLst>
    <pc:chgData name="Aurelien Domont" userId="6da7715ce44349b3" providerId="LiveId" clId="{131BB8E8-1659-49D0-9117-5008174AAE79}"/>
    <pc:docChg chg="undo custSel addSld delSld modSld sldOrd addSection modSection replTag">
      <pc:chgData name="Aurelien Domont" userId="6da7715ce44349b3" providerId="LiveId" clId="{131BB8E8-1659-49D0-9117-5008174AAE79}" dt="2023-12-06T03:50:02.184" v="7531" actId="2"/>
      <pc:docMkLst>
        <pc:docMk/>
      </pc:docMkLst>
      <pc:sldChg chg="modSp mod">
        <pc:chgData name="Aurelien Domont" userId="6da7715ce44349b3" providerId="LiveId" clId="{131BB8E8-1659-49D0-9117-5008174AAE79}" dt="2023-12-04T23:59:52.792" v="1456" actId="20577"/>
        <pc:sldMkLst>
          <pc:docMk/>
          <pc:sldMk cId="3956982643" sldId="526"/>
        </pc:sldMkLst>
      </pc:sldChg>
      <pc:sldChg chg="addSp delSp modSp mod">
        <pc:chgData name="Aurelien Domont" userId="6da7715ce44349b3" providerId="LiveId" clId="{131BB8E8-1659-49D0-9117-5008174AAE79}" dt="2023-12-06T03:34:20.563" v="7481" actId="478"/>
        <pc:sldMkLst>
          <pc:docMk/>
          <pc:sldMk cId="3272444503" sldId="2162"/>
        </pc:sldMkLst>
      </pc:sldChg>
      <pc:sldChg chg="modSp mod">
        <pc:chgData name="Aurelien Domont" userId="6da7715ce44349b3" providerId="LiveId" clId="{131BB8E8-1659-49D0-9117-5008174AAE79}" dt="2023-12-06T03:50:02.184" v="7531" actId="2"/>
        <pc:sldMkLst>
          <pc:docMk/>
          <pc:sldMk cId="1209091634" sldId="2338"/>
        </pc:sldMkLst>
      </pc:sldChg>
      <pc:sldChg chg="add del">
        <pc:chgData name="Aurelien Domont" userId="6da7715ce44349b3" providerId="LiveId" clId="{131BB8E8-1659-49D0-9117-5008174AAE79}" dt="2023-12-06T03:11:19.292" v="6741"/>
        <pc:sldMkLst>
          <pc:docMk/>
          <pc:sldMk cId="2695188363" sldId="2416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4078591124" sldId="2557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2304312946" sldId="2558"/>
        </pc:sldMkLst>
      </pc:sldChg>
      <pc:sldChg chg="addSp delSp modSp mod">
        <pc:chgData name="Aurelien Domont" userId="6da7715ce44349b3" providerId="LiveId" clId="{131BB8E8-1659-49D0-9117-5008174AAE79}" dt="2023-12-06T02:40:47.968" v="5962" actId="20577"/>
        <pc:sldMkLst>
          <pc:docMk/>
          <pc:sldMk cId="862292938" sldId="2560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416818066" sldId="3284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498457531" sldId="3285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2716070288" sldId="3286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4113459810" sldId="3287"/>
        </pc:sldMkLst>
      </pc:sldChg>
      <pc:sldChg chg="modSp mod">
        <pc:chgData name="Aurelien Domont" userId="6da7715ce44349b3" providerId="LiveId" clId="{131BB8E8-1659-49D0-9117-5008174AAE79}" dt="2023-12-06T02:43:09.617" v="6029" actId="20577"/>
        <pc:sldMkLst>
          <pc:docMk/>
          <pc:sldMk cId="2246164536" sldId="3289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3022929388" sldId="3290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3033454792" sldId="3291"/>
        </pc:sldMkLst>
      </pc:sldChg>
      <pc:sldChg chg="del">
        <pc:chgData name="Aurelien Domont" userId="6da7715ce44349b3" providerId="LiveId" clId="{131BB8E8-1659-49D0-9117-5008174AAE79}" dt="2023-12-06T03:15:12.103" v="6888" actId="47"/>
        <pc:sldMkLst>
          <pc:docMk/>
          <pc:sldMk cId="3005508325" sldId="3292"/>
        </pc:sldMkLst>
      </pc:sldChg>
      <pc:sldChg chg="del">
        <pc:chgData name="Aurelien Domont" userId="6da7715ce44349b3" providerId="LiveId" clId="{131BB8E8-1659-49D0-9117-5008174AAE79}" dt="2023-12-06T02:24:51.479" v="3839" actId="47"/>
        <pc:sldMkLst>
          <pc:docMk/>
          <pc:sldMk cId="2839640228" sldId="3294"/>
        </pc:sldMkLst>
      </pc:sldChg>
      <pc:sldChg chg="addSp delSp modSp del mod">
        <pc:chgData name="Aurelien Domont" userId="6da7715ce44349b3" providerId="LiveId" clId="{131BB8E8-1659-49D0-9117-5008174AAE79}" dt="2023-12-05T04:37:14.092" v="2411" actId="47"/>
        <pc:sldMkLst>
          <pc:docMk/>
          <pc:sldMk cId="4290400277" sldId="3296"/>
        </pc:sldMkLst>
      </pc:sldChg>
      <pc:sldChg chg="addSp delSp modSp del mod">
        <pc:chgData name="Aurelien Domont" userId="6da7715ce44349b3" providerId="LiveId" clId="{131BB8E8-1659-49D0-9117-5008174AAE79}" dt="2023-11-30T02:16:07.089" v="1201" actId="47"/>
        <pc:sldMkLst>
          <pc:docMk/>
          <pc:sldMk cId="937810425" sldId="3297"/>
        </pc:sldMkLst>
      </pc:sldChg>
      <pc:sldChg chg="new add del">
        <pc:chgData name="Aurelien Domont" userId="6da7715ce44349b3" providerId="LiveId" clId="{131BB8E8-1659-49D0-9117-5008174AAE79}" dt="2023-11-29T04:26:43.689" v="3" actId="47"/>
        <pc:sldMkLst>
          <pc:docMk/>
          <pc:sldMk cId="1875403106" sldId="3298"/>
        </pc:sldMkLst>
      </pc:sldChg>
      <pc:sldChg chg="add del">
        <pc:chgData name="Aurelien Domont" userId="6da7715ce44349b3" providerId="LiveId" clId="{131BB8E8-1659-49D0-9117-5008174AAE79}" dt="2023-12-04T23:49:46.880" v="1312" actId="47"/>
        <pc:sldMkLst>
          <pc:docMk/>
          <pc:sldMk cId="2879702699" sldId="3298"/>
        </pc:sldMkLst>
      </pc:sldChg>
      <pc:sldChg chg="addSp delSp modSp add del mod">
        <pc:chgData name="Aurelien Domont" userId="6da7715ce44349b3" providerId="LiveId" clId="{131BB8E8-1659-49D0-9117-5008174AAE79}" dt="2023-12-04T23:49:44.130" v="1311" actId="47"/>
        <pc:sldMkLst>
          <pc:docMk/>
          <pc:sldMk cId="2969891217" sldId="3299"/>
        </pc:sldMkLst>
      </pc:sldChg>
      <pc:sldChg chg="add del">
        <pc:chgData name="Aurelien Domont" userId="6da7715ce44349b3" providerId="LiveId" clId="{131BB8E8-1659-49D0-9117-5008174AAE79}" dt="2023-12-04T23:49:21.852" v="1305" actId="47"/>
        <pc:sldMkLst>
          <pc:docMk/>
          <pc:sldMk cId="2689967887" sldId="3300"/>
        </pc:sldMkLst>
      </pc:sldChg>
      <pc:sldChg chg="addSp delSp modSp add mod ord">
        <pc:chgData name="Aurelien Domont" userId="6da7715ce44349b3" providerId="LiveId" clId="{131BB8E8-1659-49D0-9117-5008174AAE79}" dt="2023-12-06T02:41:56.237" v="6023"/>
        <pc:sldMkLst>
          <pc:docMk/>
          <pc:sldMk cId="2392440094" sldId="3301"/>
        </pc:sldMkLst>
      </pc:sldChg>
      <pc:sldChg chg="add del">
        <pc:chgData name="Aurelien Domont" userId="6da7715ce44349b3" providerId="LiveId" clId="{131BB8E8-1659-49D0-9117-5008174AAE79}" dt="2023-12-04T23:58:07.152" v="1452" actId="47"/>
        <pc:sldMkLst>
          <pc:docMk/>
          <pc:sldMk cId="649289581" sldId="3302"/>
        </pc:sldMkLst>
      </pc:sldChg>
      <pc:sldChg chg="addSp delSp modSp new add mod">
        <pc:chgData name="Aurelien Domont" userId="6da7715ce44349b3" providerId="LiveId" clId="{131BB8E8-1659-49D0-9117-5008174AAE79}" dt="2023-12-06T02:40:03.347" v="5947"/>
        <pc:sldMkLst>
          <pc:docMk/>
          <pc:sldMk cId="1393908417" sldId="3302"/>
        </pc:sldMkLst>
      </pc:sldChg>
      <pc:sldChg chg="addSp delSp modSp add del mod">
        <pc:chgData name="Aurelien Domont" userId="6da7715ce44349b3" providerId="LiveId" clId="{131BB8E8-1659-49D0-9117-5008174AAE79}" dt="2023-12-05T00:04:04.215" v="2368" actId="47"/>
        <pc:sldMkLst>
          <pc:docMk/>
          <pc:sldMk cId="2745418366" sldId="3302"/>
        </pc:sldMkLst>
      </pc:sldChg>
      <pc:sldChg chg="addSp delSp modSp add mod">
        <pc:chgData name="Aurelien Domont" userId="6da7715ce44349b3" providerId="LiveId" clId="{131BB8E8-1659-49D0-9117-5008174AAE79}" dt="2023-12-06T02:50:33.257" v="6240" actId="108"/>
        <pc:sldMkLst>
          <pc:docMk/>
          <pc:sldMk cId="348420775" sldId="3303"/>
        </pc:sldMkLst>
      </pc:sldChg>
      <pc:sldChg chg="add del">
        <pc:chgData name="Aurelien Domont" userId="6da7715ce44349b3" providerId="LiveId" clId="{131BB8E8-1659-49D0-9117-5008174AAE79}" dt="2023-12-06T02:24:53.603" v="3840" actId="47"/>
        <pc:sldMkLst>
          <pc:docMk/>
          <pc:sldMk cId="4107792550" sldId="3303"/>
        </pc:sldMkLst>
      </pc:sldChg>
      <pc:sldChg chg="addSp delSp modSp add mod">
        <pc:chgData name="Aurelien Domont" userId="6da7715ce44349b3" providerId="LiveId" clId="{131BB8E8-1659-49D0-9117-5008174AAE79}" dt="2023-12-06T02:57:13.430" v="6380" actId="108"/>
        <pc:sldMkLst>
          <pc:docMk/>
          <pc:sldMk cId="2666055795" sldId="3304"/>
        </pc:sldMkLst>
      </pc:sldChg>
      <pc:sldChg chg="addSp delSp modSp add mod">
        <pc:chgData name="Aurelien Domont" userId="6da7715ce44349b3" providerId="LiveId" clId="{131BB8E8-1659-49D0-9117-5008174AAE79}" dt="2023-12-06T03:05:01.560" v="6545" actId="207"/>
        <pc:sldMkLst>
          <pc:docMk/>
          <pc:sldMk cId="957674206" sldId="3305"/>
        </pc:sldMkLst>
      </pc:sldChg>
      <pc:sldChg chg="addSp delSp modSp add mod">
        <pc:chgData name="Aurelien Domont" userId="6da7715ce44349b3" providerId="LiveId" clId="{131BB8E8-1659-49D0-9117-5008174AAE79}" dt="2023-12-06T03:10:06.478" v="6731" actId="207"/>
        <pc:sldMkLst>
          <pc:docMk/>
          <pc:sldMk cId="3006714839" sldId="3306"/>
        </pc:sldMkLst>
      </pc:sldChg>
      <pc:sldChg chg="addSp delSp modSp add mod">
        <pc:chgData name="Aurelien Domont" userId="6da7715ce44349b3" providerId="LiveId" clId="{131BB8E8-1659-49D0-9117-5008174AAE79}" dt="2023-12-06T03:14:29.748" v="6885" actId="108"/>
        <pc:sldMkLst>
          <pc:docMk/>
          <pc:sldMk cId="130198696" sldId="3307"/>
        </pc:sldMkLst>
      </pc:sldChg>
      <pc:sldChg chg="add del">
        <pc:chgData name="Aurelien Domont" userId="6da7715ce44349b3" providerId="LiveId" clId="{131BB8E8-1659-49D0-9117-5008174AAE79}" dt="2023-12-06T02:46:31.372" v="6191" actId="47"/>
        <pc:sldMkLst>
          <pc:docMk/>
          <pc:sldMk cId="3150484292" sldId="330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303119482048263E-2"/>
          <c:y val="0.12164296998420221"/>
          <c:w val="0.96939376103590347"/>
          <c:h val="0.7918641390205370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DB8-4658-9D47-F98BEB5A7518}"/>
              </c:ext>
            </c:extLst>
          </c:dPt>
          <c:dLbls>
            <c:dLbl>
              <c:idx val="0"/>
              <c:layout>
                <c:manualLayout>
                  <c:x val="0"/>
                  <c:y val="-0.2484202211690363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DB8-4658-9D47-F98BEB5A7518}"/>
                </c:ext>
              </c:extLst>
            </c:dLbl>
            <c:dLbl>
              <c:idx val="1"/>
              <c:layout>
                <c:manualLayout>
                  <c:x val="0"/>
                  <c:y val="-0.43127962085308058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DB8-4658-9D47-F98BEB5A75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B8-4658-9D47-F98BEB5A7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31608976"/>
        <c:axId val="1"/>
      </c:barChart>
      <c:catAx>
        <c:axId val="8316089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316089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EC13577B-6902-467D-A26C-08A0DD5E4E03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014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31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978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69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4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8F70-4062-0F9C-D442-007FB597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4B5DE-BB4C-F580-10EB-51E84A594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0F79D-3FD3-C26E-3391-160CCC819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D0455-FE63-B075-05E9-B70A4EF8A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701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81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02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95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92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31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26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FFDEDE2-612E-44BA-97AF-BE2800D020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43790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FFDEDE2-612E-44BA-97AF-BE2800D02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3ADB49A0-8B85-4CDE-8262-9211F1AFE27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DE07B690-0BBA-34F2-85A9-F009C8C6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11073452" cy="108171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rtl="0">
              <a:defRPr/>
            </a:lvl1pPr>
          </a:lstStyle>
          <a:p>
            <a:r>
              <a:rPr lang="en-US" dirty="0"/>
              <a:t>Click to </a:t>
            </a:r>
            <a:r>
              <a:rPr lang="en-US" noProof="0" dirty="0"/>
              <a:t>edit</a:t>
            </a:r>
            <a:r>
              <a:rPr lang="en-US" dirty="0"/>
              <a:t>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8DDF7C-B3ED-2539-2997-8DDCC58F6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0450" y="6611448"/>
            <a:ext cx="353064" cy="18756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F5C94B-8C55-478B-B509-BAE6A06B2E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A576B74-1056-1C88-D7FB-F21F9C3B8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7402" y="6628286"/>
            <a:ext cx="25082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r" defTabSz="914400" rtl="0" eaLnBrk="1" latinLnBrk="0" hangingPunct="1">
              <a:defRPr lang="en-IN" sz="1000" kern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Domont Consulting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447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302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705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19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705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DEAB32C-E968-A714-7A77-AEFD89D2A392}"/>
              </a:ext>
            </a:extLst>
          </p:cNvPr>
          <p:cNvCxnSpPr/>
          <p:nvPr userDrawn="1"/>
        </p:nvCxnSpPr>
        <p:spPr>
          <a:xfrm>
            <a:off x="604435" y="1491544"/>
            <a:ext cx="1098313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9B22D6A-2535-B1D3-F638-6D5C1616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11073452" cy="108171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920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A1CB5F6-6652-4935-9EC5-5408E4F9EA1D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767143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A1CB5F6-6652-4935-9EC5-5408E4F9EA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6A767ABE-C4E1-4B07-8DB9-34D6A2E637D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D72563-4D37-4C47-9B7B-368741266322}"/>
              </a:ext>
            </a:extLst>
          </p:cNvPr>
          <p:cNvCxnSpPr/>
          <p:nvPr/>
        </p:nvCxnSpPr>
        <p:spPr>
          <a:xfrm>
            <a:off x="604435" y="1491544"/>
            <a:ext cx="1098313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70748-EB14-470F-8FB7-9C0A1D7E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11073452" cy="108171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20C-EA54-9D25-63E5-E9D6B73836DD}"/>
              </a:ext>
            </a:extLst>
          </p:cNvPr>
          <p:cNvCxnSpPr/>
          <p:nvPr userDrawn="1"/>
        </p:nvCxnSpPr>
        <p:spPr>
          <a:xfrm>
            <a:off x="604435" y="6576344"/>
            <a:ext cx="109831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E890-EBD2-F4BB-8C5B-7C56DF745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0450" y="6611448"/>
            <a:ext cx="353064" cy="18756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F5C94B-8C55-478B-B509-BAE6A06B2E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AFAB105-2031-A9D0-840E-251212CBF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7402" y="6628286"/>
            <a:ext cx="25082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r" defTabSz="914400" rtl="0" eaLnBrk="1" latinLnBrk="0" hangingPunct="1">
              <a:defRPr lang="en-IN" sz="1000" kern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Domont Consulting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7211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4" r:id="rId3"/>
    <p:sldLayoutId id="2147483835" r:id="rId4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0041" indent="-16827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377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87451" indent="-171446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1789" indent="-171446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12" Type="http://schemas.openxmlformats.org/officeDocument/2006/relationships/hyperlink" Target="https://youtu.be/CYA9rn64CFo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domontconsulting.com/" TargetMode="Externa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3.xml"/><Relationship Id="rId7" Type="http://schemas.openxmlformats.org/officeDocument/2006/relationships/hyperlink" Target="https://www.linkedin.com/in/aurelien-domont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15.jpg"/><Relationship Id="rId5" Type="http://schemas.openxmlformats.org/officeDocument/2006/relationships/image" Target="../media/image1.e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8.bin"/><Relationship Id="rId9" Type="http://schemas.openxmlformats.org/officeDocument/2006/relationships/hyperlink" Target="https://www.domontconsulting.com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oleObject" Target="../embeddings/oleObject9.bin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9.svg"/><Relationship Id="rId4" Type="http://schemas.openxmlformats.org/officeDocument/2006/relationships/tags" Target="../tags/tag19.xml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sv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tags" Target="../tags/tag21.xml"/><Relationship Id="rId16" Type="http://schemas.openxmlformats.org/officeDocument/2006/relationships/image" Target="../media/image29.svg"/><Relationship Id="rId20" Type="http://schemas.openxmlformats.org/officeDocument/2006/relationships/image" Target="../media/image33.svg"/><Relationship Id="rId1" Type="http://schemas.openxmlformats.org/officeDocument/2006/relationships/tags" Target="../tags/tag20.xml"/><Relationship Id="rId6" Type="http://schemas.openxmlformats.org/officeDocument/2006/relationships/image" Target="../media/image3.emf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svg"/><Relationship Id="rId19" Type="http://schemas.openxmlformats.org/officeDocument/2006/relationships/image" Target="../media/image32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22.png"/><Relationship Id="rId14" Type="http://schemas.openxmlformats.org/officeDocument/2006/relationships/image" Target="../media/image27.svg"/><Relationship Id="rId22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139.xml"/><Relationship Id="rId21" Type="http://schemas.openxmlformats.org/officeDocument/2006/relationships/tags" Target="../tags/tag43.xml"/><Relationship Id="rId42" Type="http://schemas.openxmlformats.org/officeDocument/2006/relationships/tags" Target="../tags/tag64.xml"/><Relationship Id="rId63" Type="http://schemas.openxmlformats.org/officeDocument/2006/relationships/tags" Target="../tags/tag85.xml"/><Relationship Id="rId84" Type="http://schemas.openxmlformats.org/officeDocument/2006/relationships/tags" Target="../tags/tag106.xml"/><Relationship Id="rId138" Type="http://schemas.openxmlformats.org/officeDocument/2006/relationships/tags" Target="../tags/tag160.xml"/><Relationship Id="rId159" Type="http://schemas.openxmlformats.org/officeDocument/2006/relationships/tags" Target="../tags/tag181.xml"/><Relationship Id="rId170" Type="http://schemas.openxmlformats.org/officeDocument/2006/relationships/tags" Target="../tags/tag192.xml"/><Relationship Id="rId191" Type="http://schemas.openxmlformats.org/officeDocument/2006/relationships/tags" Target="../tags/tag213.xml"/><Relationship Id="rId205" Type="http://schemas.openxmlformats.org/officeDocument/2006/relationships/tags" Target="../tags/tag227.xml"/><Relationship Id="rId107" Type="http://schemas.openxmlformats.org/officeDocument/2006/relationships/tags" Target="../tags/tag129.xml"/><Relationship Id="rId11" Type="http://schemas.openxmlformats.org/officeDocument/2006/relationships/tags" Target="../tags/tag33.xml"/><Relationship Id="rId32" Type="http://schemas.openxmlformats.org/officeDocument/2006/relationships/tags" Target="../tags/tag54.xml"/><Relationship Id="rId53" Type="http://schemas.openxmlformats.org/officeDocument/2006/relationships/tags" Target="../tags/tag75.xml"/><Relationship Id="rId74" Type="http://schemas.openxmlformats.org/officeDocument/2006/relationships/tags" Target="../tags/tag96.xml"/><Relationship Id="rId128" Type="http://schemas.openxmlformats.org/officeDocument/2006/relationships/tags" Target="../tags/tag150.xml"/><Relationship Id="rId149" Type="http://schemas.openxmlformats.org/officeDocument/2006/relationships/tags" Target="../tags/tag171.xml"/><Relationship Id="rId5" Type="http://schemas.openxmlformats.org/officeDocument/2006/relationships/tags" Target="../tags/tag27.xml"/><Relationship Id="rId95" Type="http://schemas.openxmlformats.org/officeDocument/2006/relationships/tags" Target="../tags/tag117.xml"/><Relationship Id="rId160" Type="http://schemas.openxmlformats.org/officeDocument/2006/relationships/tags" Target="../tags/tag182.xml"/><Relationship Id="rId181" Type="http://schemas.openxmlformats.org/officeDocument/2006/relationships/tags" Target="../tags/tag203.xml"/><Relationship Id="rId22" Type="http://schemas.openxmlformats.org/officeDocument/2006/relationships/tags" Target="../tags/tag44.xml"/><Relationship Id="rId43" Type="http://schemas.openxmlformats.org/officeDocument/2006/relationships/tags" Target="../tags/tag65.xml"/><Relationship Id="rId64" Type="http://schemas.openxmlformats.org/officeDocument/2006/relationships/tags" Target="../tags/tag86.xml"/><Relationship Id="rId118" Type="http://schemas.openxmlformats.org/officeDocument/2006/relationships/tags" Target="../tags/tag140.xml"/><Relationship Id="rId139" Type="http://schemas.openxmlformats.org/officeDocument/2006/relationships/tags" Target="../tags/tag161.xml"/><Relationship Id="rId85" Type="http://schemas.openxmlformats.org/officeDocument/2006/relationships/tags" Target="../tags/tag107.xml"/><Relationship Id="rId150" Type="http://schemas.openxmlformats.org/officeDocument/2006/relationships/tags" Target="../tags/tag172.xml"/><Relationship Id="rId171" Type="http://schemas.openxmlformats.org/officeDocument/2006/relationships/tags" Target="../tags/tag193.xml"/><Relationship Id="rId192" Type="http://schemas.openxmlformats.org/officeDocument/2006/relationships/tags" Target="../tags/tag214.xml"/><Relationship Id="rId206" Type="http://schemas.openxmlformats.org/officeDocument/2006/relationships/tags" Target="../tags/tag228.xml"/><Relationship Id="rId12" Type="http://schemas.openxmlformats.org/officeDocument/2006/relationships/tags" Target="../tags/tag34.xml"/><Relationship Id="rId33" Type="http://schemas.openxmlformats.org/officeDocument/2006/relationships/tags" Target="../tags/tag55.xml"/><Relationship Id="rId108" Type="http://schemas.openxmlformats.org/officeDocument/2006/relationships/tags" Target="../tags/tag130.xml"/><Relationship Id="rId129" Type="http://schemas.openxmlformats.org/officeDocument/2006/relationships/tags" Target="../tags/tag151.xml"/><Relationship Id="rId54" Type="http://schemas.openxmlformats.org/officeDocument/2006/relationships/tags" Target="../tags/tag76.xml"/><Relationship Id="rId75" Type="http://schemas.openxmlformats.org/officeDocument/2006/relationships/tags" Target="../tags/tag97.xml"/><Relationship Id="rId96" Type="http://schemas.openxmlformats.org/officeDocument/2006/relationships/tags" Target="../tags/tag118.xml"/><Relationship Id="rId140" Type="http://schemas.openxmlformats.org/officeDocument/2006/relationships/tags" Target="../tags/tag162.xml"/><Relationship Id="rId161" Type="http://schemas.openxmlformats.org/officeDocument/2006/relationships/tags" Target="../tags/tag183.xml"/><Relationship Id="rId182" Type="http://schemas.openxmlformats.org/officeDocument/2006/relationships/tags" Target="../tags/tag204.xml"/><Relationship Id="rId6" Type="http://schemas.openxmlformats.org/officeDocument/2006/relationships/tags" Target="../tags/tag28.xml"/><Relationship Id="rId23" Type="http://schemas.openxmlformats.org/officeDocument/2006/relationships/tags" Target="../tags/tag45.xml"/><Relationship Id="rId119" Type="http://schemas.openxmlformats.org/officeDocument/2006/relationships/tags" Target="../tags/tag141.xml"/><Relationship Id="rId44" Type="http://schemas.openxmlformats.org/officeDocument/2006/relationships/tags" Target="../tags/tag66.xml"/><Relationship Id="rId65" Type="http://schemas.openxmlformats.org/officeDocument/2006/relationships/tags" Target="../tags/tag87.xml"/><Relationship Id="rId86" Type="http://schemas.openxmlformats.org/officeDocument/2006/relationships/tags" Target="../tags/tag108.xml"/><Relationship Id="rId130" Type="http://schemas.openxmlformats.org/officeDocument/2006/relationships/tags" Target="../tags/tag152.xml"/><Relationship Id="rId151" Type="http://schemas.openxmlformats.org/officeDocument/2006/relationships/tags" Target="../tags/tag173.xml"/><Relationship Id="rId172" Type="http://schemas.openxmlformats.org/officeDocument/2006/relationships/tags" Target="../tags/tag194.xml"/><Relationship Id="rId193" Type="http://schemas.openxmlformats.org/officeDocument/2006/relationships/tags" Target="../tags/tag215.xml"/><Relationship Id="rId207" Type="http://schemas.openxmlformats.org/officeDocument/2006/relationships/tags" Target="../tags/tag229.xml"/><Relationship Id="rId13" Type="http://schemas.openxmlformats.org/officeDocument/2006/relationships/tags" Target="../tags/tag35.xml"/><Relationship Id="rId109" Type="http://schemas.openxmlformats.org/officeDocument/2006/relationships/tags" Target="../tags/tag131.xml"/><Relationship Id="rId34" Type="http://schemas.openxmlformats.org/officeDocument/2006/relationships/tags" Target="../tags/tag56.xml"/><Relationship Id="rId55" Type="http://schemas.openxmlformats.org/officeDocument/2006/relationships/tags" Target="../tags/tag77.xml"/><Relationship Id="rId76" Type="http://schemas.openxmlformats.org/officeDocument/2006/relationships/tags" Target="../tags/tag98.xml"/><Relationship Id="rId97" Type="http://schemas.openxmlformats.org/officeDocument/2006/relationships/tags" Target="../tags/tag119.xml"/><Relationship Id="rId120" Type="http://schemas.openxmlformats.org/officeDocument/2006/relationships/tags" Target="../tags/tag142.xml"/><Relationship Id="rId141" Type="http://schemas.openxmlformats.org/officeDocument/2006/relationships/tags" Target="../tags/tag163.xml"/><Relationship Id="rId7" Type="http://schemas.openxmlformats.org/officeDocument/2006/relationships/tags" Target="../tags/tag29.xml"/><Relationship Id="rId162" Type="http://schemas.openxmlformats.org/officeDocument/2006/relationships/tags" Target="../tags/tag184.xml"/><Relationship Id="rId183" Type="http://schemas.openxmlformats.org/officeDocument/2006/relationships/tags" Target="../tags/tag205.xml"/><Relationship Id="rId24" Type="http://schemas.openxmlformats.org/officeDocument/2006/relationships/tags" Target="../tags/tag46.xml"/><Relationship Id="rId45" Type="http://schemas.openxmlformats.org/officeDocument/2006/relationships/tags" Target="../tags/tag67.xml"/><Relationship Id="rId66" Type="http://schemas.openxmlformats.org/officeDocument/2006/relationships/tags" Target="../tags/tag88.xml"/><Relationship Id="rId87" Type="http://schemas.openxmlformats.org/officeDocument/2006/relationships/tags" Target="../tags/tag109.xml"/><Relationship Id="rId110" Type="http://schemas.openxmlformats.org/officeDocument/2006/relationships/tags" Target="../tags/tag132.xml"/><Relationship Id="rId131" Type="http://schemas.openxmlformats.org/officeDocument/2006/relationships/tags" Target="../tags/tag153.xml"/><Relationship Id="rId152" Type="http://schemas.openxmlformats.org/officeDocument/2006/relationships/tags" Target="../tags/tag174.xml"/><Relationship Id="rId173" Type="http://schemas.openxmlformats.org/officeDocument/2006/relationships/tags" Target="../tags/tag195.xml"/><Relationship Id="rId194" Type="http://schemas.openxmlformats.org/officeDocument/2006/relationships/tags" Target="../tags/tag216.xml"/><Relationship Id="rId208" Type="http://schemas.openxmlformats.org/officeDocument/2006/relationships/tags" Target="../tags/tag230.xml"/><Relationship Id="rId19" Type="http://schemas.openxmlformats.org/officeDocument/2006/relationships/tags" Target="../tags/tag41.xml"/><Relationship Id="rId14" Type="http://schemas.openxmlformats.org/officeDocument/2006/relationships/tags" Target="../tags/tag36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56" Type="http://schemas.openxmlformats.org/officeDocument/2006/relationships/tags" Target="../tags/tag78.xml"/><Relationship Id="rId77" Type="http://schemas.openxmlformats.org/officeDocument/2006/relationships/tags" Target="../tags/tag99.xml"/><Relationship Id="rId100" Type="http://schemas.openxmlformats.org/officeDocument/2006/relationships/tags" Target="../tags/tag122.xml"/><Relationship Id="rId105" Type="http://schemas.openxmlformats.org/officeDocument/2006/relationships/tags" Target="../tags/tag127.xml"/><Relationship Id="rId126" Type="http://schemas.openxmlformats.org/officeDocument/2006/relationships/tags" Target="../tags/tag148.xml"/><Relationship Id="rId147" Type="http://schemas.openxmlformats.org/officeDocument/2006/relationships/tags" Target="../tags/tag169.xml"/><Relationship Id="rId168" Type="http://schemas.openxmlformats.org/officeDocument/2006/relationships/tags" Target="../tags/tag190.xml"/><Relationship Id="rId8" Type="http://schemas.openxmlformats.org/officeDocument/2006/relationships/tags" Target="../tags/tag30.xml"/><Relationship Id="rId51" Type="http://schemas.openxmlformats.org/officeDocument/2006/relationships/tags" Target="../tags/tag73.xml"/><Relationship Id="rId72" Type="http://schemas.openxmlformats.org/officeDocument/2006/relationships/tags" Target="../tags/tag94.xml"/><Relationship Id="rId93" Type="http://schemas.openxmlformats.org/officeDocument/2006/relationships/tags" Target="../tags/tag115.xml"/><Relationship Id="rId98" Type="http://schemas.openxmlformats.org/officeDocument/2006/relationships/tags" Target="../tags/tag120.xml"/><Relationship Id="rId121" Type="http://schemas.openxmlformats.org/officeDocument/2006/relationships/tags" Target="../tags/tag143.xml"/><Relationship Id="rId142" Type="http://schemas.openxmlformats.org/officeDocument/2006/relationships/tags" Target="../tags/tag164.xml"/><Relationship Id="rId163" Type="http://schemas.openxmlformats.org/officeDocument/2006/relationships/tags" Target="../tags/tag185.xml"/><Relationship Id="rId184" Type="http://schemas.openxmlformats.org/officeDocument/2006/relationships/tags" Target="../tags/tag206.xml"/><Relationship Id="rId189" Type="http://schemas.openxmlformats.org/officeDocument/2006/relationships/tags" Target="../tags/tag211.xml"/><Relationship Id="rId3" Type="http://schemas.openxmlformats.org/officeDocument/2006/relationships/tags" Target="../tags/tag25.xml"/><Relationship Id="rId214" Type="http://schemas.openxmlformats.org/officeDocument/2006/relationships/image" Target="../media/image3.emf"/><Relationship Id="rId25" Type="http://schemas.openxmlformats.org/officeDocument/2006/relationships/tags" Target="../tags/tag47.xml"/><Relationship Id="rId46" Type="http://schemas.openxmlformats.org/officeDocument/2006/relationships/tags" Target="../tags/tag68.xml"/><Relationship Id="rId67" Type="http://schemas.openxmlformats.org/officeDocument/2006/relationships/tags" Target="../tags/tag89.xml"/><Relationship Id="rId116" Type="http://schemas.openxmlformats.org/officeDocument/2006/relationships/tags" Target="../tags/tag138.xml"/><Relationship Id="rId137" Type="http://schemas.openxmlformats.org/officeDocument/2006/relationships/tags" Target="../tags/tag159.xml"/><Relationship Id="rId158" Type="http://schemas.openxmlformats.org/officeDocument/2006/relationships/tags" Target="../tags/tag180.xml"/><Relationship Id="rId20" Type="http://schemas.openxmlformats.org/officeDocument/2006/relationships/tags" Target="../tags/tag42.xml"/><Relationship Id="rId41" Type="http://schemas.openxmlformats.org/officeDocument/2006/relationships/tags" Target="../tags/tag63.xml"/><Relationship Id="rId62" Type="http://schemas.openxmlformats.org/officeDocument/2006/relationships/tags" Target="../tags/tag84.xml"/><Relationship Id="rId83" Type="http://schemas.openxmlformats.org/officeDocument/2006/relationships/tags" Target="../tags/tag105.xml"/><Relationship Id="rId88" Type="http://schemas.openxmlformats.org/officeDocument/2006/relationships/tags" Target="../tags/tag110.xml"/><Relationship Id="rId111" Type="http://schemas.openxmlformats.org/officeDocument/2006/relationships/tags" Target="../tags/tag133.xml"/><Relationship Id="rId132" Type="http://schemas.openxmlformats.org/officeDocument/2006/relationships/tags" Target="../tags/tag154.xml"/><Relationship Id="rId153" Type="http://schemas.openxmlformats.org/officeDocument/2006/relationships/tags" Target="../tags/tag175.xml"/><Relationship Id="rId174" Type="http://schemas.openxmlformats.org/officeDocument/2006/relationships/tags" Target="../tags/tag196.xml"/><Relationship Id="rId179" Type="http://schemas.openxmlformats.org/officeDocument/2006/relationships/tags" Target="../tags/tag201.xml"/><Relationship Id="rId195" Type="http://schemas.openxmlformats.org/officeDocument/2006/relationships/tags" Target="../tags/tag217.xml"/><Relationship Id="rId209" Type="http://schemas.openxmlformats.org/officeDocument/2006/relationships/tags" Target="../tags/tag231.xml"/><Relationship Id="rId190" Type="http://schemas.openxmlformats.org/officeDocument/2006/relationships/tags" Target="../tags/tag212.xml"/><Relationship Id="rId204" Type="http://schemas.openxmlformats.org/officeDocument/2006/relationships/tags" Target="../tags/tag226.xml"/><Relationship Id="rId15" Type="http://schemas.openxmlformats.org/officeDocument/2006/relationships/tags" Target="../tags/tag37.xml"/><Relationship Id="rId36" Type="http://schemas.openxmlformats.org/officeDocument/2006/relationships/tags" Target="../tags/tag58.xml"/><Relationship Id="rId57" Type="http://schemas.openxmlformats.org/officeDocument/2006/relationships/tags" Target="../tags/tag79.xml"/><Relationship Id="rId106" Type="http://schemas.openxmlformats.org/officeDocument/2006/relationships/tags" Target="../tags/tag128.xml"/><Relationship Id="rId127" Type="http://schemas.openxmlformats.org/officeDocument/2006/relationships/tags" Target="../tags/tag149.xml"/><Relationship Id="rId10" Type="http://schemas.openxmlformats.org/officeDocument/2006/relationships/tags" Target="../tags/tag32.xml"/><Relationship Id="rId31" Type="http://schemas.openxmlformats.org/officeDocument/2006/relationships/tags" Target="../tags/tag53.xml"/><Relationship Id="rId52" Type="http://schemas.openxmlformats.org/officeDocument/2006/relationships/tags" Target="../tags/tag74.xml"/><Relationship Id="rId73" Type="http://schemas.openxmlformats.org/officeDocument/2006/relationships/tags" Target="../tags/tag95.xml"/><Relationship Id="rId78" Type="http://schemas.openxmlformats.org/officeDocument/2006/relationships/tags" Target="../tags/tag100.xml"/><Relationship Id="rId94" Type="http://schemas.openxmlformats.org/officeDocument/2006/relationships/tags" Target="../tags/tag116.xml"/><Relationship Id="rId99" Type="http://schemas.openxmlformats.org/officeDocument/2006/relationships/tags" Target="../tags/tag121.xml"/><Relationship Id="rId101" Type="http://schemas.openxmlformats.org/officeDocument/2006/relationships/tags" Target="../tags/tag123.xml"/><Relationship Id="rId122" Type="http://schemas.openxmlformats.org/officeDocument/2006/relationships/tags" Target="../tags/tag144.xml"/><Relationship Id="rId143" Type="http://schemas.openxmlformats.org/officeDocument/2006/relationships/tags" Target="../tags/tag165.xml"/><Relationship Id="rId148" Type="http://schemas.openxmlformats.org/officeDocument/2006/relationships/tags" Target="../tags/tag170.xml"/><Relationship Id="rId164" Type="http://schemas.openxmlformats.org/officeDocument/2006/relationships/tags" Target="../tags/tag186.xml"/><Relationship Id="rId169" Type="http://schemas.openxmlformats.org/officeDocument/2006/relationships/tags" Target="../tags/tag191.xml"/><Relationship Id="rId185" Type="http://schemas.openxmlformats.org/officeDocument/2006/relationships/tags" Target="../tags/tag207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80" Type="http://schemas.openxmlformats.org/officeDocument/2006/relationships/tags" Target="../tags/tag202.xml"/><Relationship Id="rId210" Type="http://schemas.openxmlformats.org/officeDocument/2006/relationships/tags" Target="../tags/tag232.xml"/><Relationship Id="rId26" Type="http://schemas.openxmlformats.org/officeDocument/2006/relationships/tags" Target="../tags/tag48.xml"/><Relationship Id="rId47" Type="http://schemas.openxmlformats.org/officeDocument/2006/relationships/tags" Target="../tags/tag69.xml"/><Relationship Id="rId68" Type="http://schemas.openxmlformats.org/officeDocument/2006/relationships/tags" Target="../tags/tag90.xml"/><Relationship Id="rId89" Type="http://schemas.openxmlformats.org/officeDocument/2006/relationships/tags" Target="../tags/tag111.xml"/><Relationship Id="rId112" Type="http://schemas.openxmlformats.org/officeDocument/2006/relationships/tags" Target="../tags/tag134.xml"/><Relationship Id="rId133" Type="http://schemas.openxmlformats.org/officeDocument/2006/relationships/tags" Target="../tags/tag155.xml"/><Relationship Id="rId154" Type="http://schemas.openxmlformats.org/officeDocument/2006/relationships/tags" Target="../tags/tag176.xml"/><Relationship Id="rId175" Type="http://schemas.openxmlformats.org/officeDocument/2006/relationships/tags" Target="../tags/tag197.xml"/><Relationship Id="rId196" Type="http://schemas.openxmlformats.org/officeDocument/2006/relationships/tags" Target="../tags/tag218.xml"/><Relationship Id="rId200" Type="http://schemas.openxmlformats.org/officeDocument/2006/relationships/tags" Target="../tags/tag222.xml"/><Relationship Id="rId16" Type="http://schemas.openxmlformats.org/officeDocument/2006/relationships/tags" Target="../tags/tag38.xml"/><Relationship Id="rId37" Type="http://schemas.openxmlformats.org/officeDocument/2006/relationships/tags" Target="../tags/tag59.xml"/><Relationship Id="rId58" Type="http://schemas.openxmlformats.org/officeDocument/2006/relationships/tags" Target="../tags/tag80.xml"/><Relationship Id="rId79" Type="http://schemas.openxmlformats.org/officeDocument/2006/relationships/tags" Target="../tags/tag101.xml"/><Relationship Id="rId102" Type="http://schemas.openxmlformats.org/officeDocument/2006/relationships/tags" Target="../tags/tag124.xml"/><Relationship Id="rId123" Type="http://schemas.openxmlformats.org/officeDocument/2006/relationships/tags" Target="../tags/tag145.xml"/><Relationship Id="rId144" Type="http://schemas.openxmlformats.org/officeDocument/2006/relationships/tags" Target="../tags/tag166.xml"/><Relationship Id="rId90" Type="http://schemas.openxmlformats.org/officeDocument/2006/relationships/tags" Target="../tags/tag112.xml"/><Relationship Id="rId165" Type="http://schemas.openxmlformats.org/officeDocument/2006/relationships/tags" Target="../tags/tag187.xml"/><Relationship Id="rId186" Type="http://schemas.openxmlformats.org/officeDocument/2006/relationships/tags" Target="../tags/tag208.xml"/><Relationship Id="rId211" Type="http://schemas.openxmlformats.org/officeDocument/2006/relationships/slideLayout" Target="../slideLayouts/slideLayout1.xml"/><Relationship Id="rId27" Type="http://schemas.openxmlformats.org/officeDocument/2006/relationships/tags" Target="../tags/tag49.xml"/><Relationship Id="rId48" Type="http://schemas.openxmlformats.org/officeDocument/2006/relationships/tags" Target="../tags/tag70.xml"/><Relationship Id="rId69" Type="http://schemas.openxmlformats.org/officeDocument/2006/relationships/tags" Target="../tags/tag91.xml"/><Relationship Id="rId113" Type="http://schemas.openxmlformats.org/officeDocument/2006/relationships/tags" Target="../tags/tag135.xml"/><Relationship Id="rId134" Type="http://schemas.openxmlformats.org/officeDocument/2006/relationships/tags" Target="../tags/tag156.xml"/><Relationship Id="rId80" Type="http://schemas.openxmlformats.org/officeDocument/2006/relationships/tags" Target="../tags/tag102.xml"/><Relationship Id="rId155" Type="http://schemas.openxmlformats.org/officeDocument/2006/relationships/tags" Target="../tags/tag177.xml"/><Relationship Id="rId176" Type="http://schemas.openxmlformats.org/officeDocument/2006/relationships/tags" Target="../tags/tag198.xml"/><Relationship Id="rId197" Type="http://schemas.openxmlformats.org/officeDocument/2006/relationships/tags" Target="../tags/tag219.xml"/><Relationship Id="rId201" Type="http://schemas.openxmlformats.org/officeDocument/2006/relationships/tags" Target="../tags/tag223.xml"/><Relationship Id="rId17" Type="http://schemas.openxmlformats.org/officeDocument/2006/relationships/tags" Target="../tags/tag39.xml"/><Relationship Id="rId38" Type="http://schemas.openxmlformats.org/officeDocument/2006/relationships/tags" Target="../tags/tag60.xml"/><Relationship Id="rId59" Type="http://schemas.openxmlformats.org/officeDocument/2006/relationships/tags" Target="../tags/tag81.xml"/><Relationship Id="rId103" Type="http://schemas.openxmlformats.org/officeDocument/2006/relationships/tags" Target="../tags/tag125.xml"/><Relationship Id="rId124" Type="http://schemas.openxmlformats.org/officeDocument/2006/relationships/tags" Target="../tags/tag146.xml"/><Relationship Id="rId70" Type="http://schemas.openxmlformats.org/officeDocument/2006/relationships/tags" Target="../tags/tag92.xml"/><Relationship Id="rId91" Type="http://schemas.openxmlformats.org/officeDocument/2006/relationships/tags" Target="../tags/tag113.xml"/><Relationship Id="rId145" Type="http://schemas.openxmlformats.org/officeDocument/2006/relationships/tags" Target="../tags/tag167.xml"/><Relationship Id="rId166" Type="http://schemas.openxmlformats.org/officeDocument/2006/relationships/tags" Target="../tags/tag188.xml"/><Relationship Id="rId187" Type="http://schemas.openxmlformats.org/officeDocument/2006/relationships/tags" Target="../tags/tag209.xml"/><Relationship Id="rId1" Type="http://schemas.openxmlformats.org/officeDocument/2006/relationships/tags" Target="../tags/tag23.xml"/><Relationship Id="rId212" Type="http://schemas.openxmlformats.org/officeDocument/2006/relationships/notesSlide" Target="../notesSlides/notesSlide6.xml"/><Relationship Id="rId28" Type="http://schemas.openxmlformats.org/officeDocument/2006/relationships/tags" Target="../tags/tag50.xml"/><Relationship Id="rId49" Type="http://schemas.openxmlformats.org/officeDocument/2006/relationships/tags" Target="../tags/tag71.xml"/><Relationship Id="rId114" Type="http://schemas.openxmlformats.org/officeDocument/2006/relationships/tags" Target="../tags/tag136.xml"/><Relationship Id="rId60" Type="http://schemas.openxmlformats.org/officeDocument/2006/relationships/tags" Target="../tags/tag82.xml"/><Relationship Id="rId81" Type="http://schemas.openxmlformats.org/officeDocument/2006/relationships/tags" Target="../tags/tag103.xml"/><Relationship Id="rId135" Type="http://schemas.openxmlformats.org/officeDocument/2006/relationships/tags" Target="../tags/tag157.xml"/><Relationship Id="rId156" Type="http://schemas.openxmlformats.org/officeDocument/2006/relationships/tags" Target="../tags/tag178.xml"/><Relationship Id="rId177" Type="http://schemas.openxmlformats.org/officeDocument/2006/relationships/tags" Target="../tags/tag199.xml"/><Relationship Id="rId198" Type="http://schemas.openxmlformats.org/officeDocument/2006/relationships/tags" Target="../tags/tag220.xml"/><Relationship Id="rId202" Type="http://schemas.openxmlformats.org/officeDocument/2006/relationships/tags" Target="../tags/tag224.xml"/><Relationship Id="rId18" Type="http://schemas.openxmlformats.org/officeDocument/2006/relationships/tags" Target="../tags/tag40.xml"/><Relationship Id="rId39" Type="http://schemas.openxmlformats.org/officeDocument/2006/relationships/tags" Target="../tags/tag61.xml"/><Relationship Id="rId50" Type="http://schemas.openxmlformats.org/officeDocument/2006/relationships/tags" Target="../tags/tag72.xml"/><Relationship Id="rId104" Type="http://schemas.openxmlformats.org/officeDocument/2006/relationships/tags" Target="../tags/tag126.xml"/><Relationship Id="rId125" Type="http://schemas.openxmlformats.org/officeDocument/2006/relationships/tags" Target="../tags/tag147.xml"/><Relationship Id="rId146" Type="http://schemas.openxmlformats.org/officeDocument/2006/relationships/tags" Target="../tags/tag168.xml"/><Relationship Id="rId167" Type="http://schemas.openxmlformats.org/officeDocument/2006/relationships/tags" Target="../tags/tag189.xml"/><Relationship Id="rId188" Type="http://schemas.openxmlformats.org/officeDocument/2006/relationships/tags" Target="../tags/tag210.xml"/><Relationship Id="rId71" Type="http://schemas.openxmlformats.org/officeDocument/2006/relationships/tags" Target="../tags/tag93.xml"/><Relationship Id="rId92" Type="http://schemas.openxmlformats.org/officeDocument/2006/relationships/tags" Target="../tags/tag114.xml"/><Relationship Id="rId213" Type="http://schemas.openxmlformats.org/officeDocument/2006/relationships/oleObject" Target="../embeddings/oleObject12.bin"/><Relationship Id="rId2" Type="http://schemas.openxmlformats.org/officeDocument/2006/relationships/tags" Target="../tags/tag24.xml"/><Relationship Id="rId29" Type="http://schemas.openxmlformats.org/officeDocument/2006/relationships/tags" Target="../tags/tag51.xml"/><Relationship Id="rId40" Type="http://schemas.openxmlformats.org/officeDocument/2006/relationships/tags" Target="../tags/tag62.xml"/><Relationship Id="rId115" Type="http://schemas.openxmlformats.org/officeDocument/2006/relationships/tags" Target="../tags/tag137.xml"/><Relationship Id="rId136" Type="http://schemas.openxmlformats.org/officeDocument/2006/relationships/tags" Target="../tags/tag158.xml"/><Relationship Id="rId157" Type="http://schemas.openxmlformats.org/officeDocument/2006/relationships/tags" Target="../tags/tag179.xml"/><Relationship Id="rId178" Type="http://schemas.openxmlformats.org/officeDocument/2006/relationships/tags" Target="../tags/tag200.xml"/><Relationship Id="rId61" Type="http://schemas.openxmlformats.org/officeDocument/2006/relationships/tags" Target="../tags/tag83.xml"/><Relationship Id="rId82" Type="http://schemas.openxmlformats.org/officeDocument/2006/relationships/tags" Target="../tags/tag104.xml"/><Relationship Id="rId199" Type="http://schemas.openxmlformats.org/officeDocument/2006/relationships/tags" Target="../tags/tag221.xml"/><Relationship Id="rId203" Type="http://schemas.openxmlformats.org/officeDocument/2006/relationships/tags" Target="../tags/tag2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3.xml"/><Relationship Id="rId6" Type="http://schemas.openxmlformats.org/officeDocument/2006/relationships/image" Target="../media/image39.png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15.bin"/><Relationship Id="rId7" Type="http://schemas.openxmlformats.org/officeDocument/2006/relationships/hyperlink" Target="https://youtu.be/CYA9rn64CFo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5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6.xml"/><Relationship Id="rId6" Type="http://schemas.openxmlformats.org/officeDocument/2006/relationships/image" Target="../media/image11.png"/><Relationship Id="rId5" Type="http://schemas.openxmlformats.org/officeDocument/2006/relationships/image" Target="../media/image41.png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8.xml"/><Relationship Id="rId6" Type="http://schemas.openxmlformats.org/officeDocument/2006/relationships/image" Target="../media/image4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17" Type="http://schemas.openxmlformats.org/officeDocument/2006/relationships/image" Target="../media/image59.png"/><Relationship Id="rId2" Type="http://schemas.openxmlformats.org/officeDocument/2006/relationships/tags" Target="../tags/tag240.xml"/><Relationship Id="rId16" Type="http://schemas.openxmlformats.org/officeDocument/2006/relationships/image" Target="../media/image58.svg"/><Relationship Id="rId20" Type="http://schemas.openxmlformats.org/officeDocument/2006/relationships/image" Target="../media/image62.svg"/><Relationship Id="rId1" Type="http://schemas.openxmlformats.org/officeDocument/2006/relationships/tags" Target="../tags/tag239.xml"/><Relationship Id="rId6" Type="http://schemas.openxmlformats.org/officeDocument/2006/relationships/image" Target="../media/image1.emf"/><Relationship Id="rId11" Type="http://schemas.openxmlformats.org/officeDocument/2006/relationships/image" Target="../media/image53.png"/><Relationship Id="rId24" Type="http://schemas.openxmlformats.org/officeDocument/2006/relationships/image" Target="../media/image66.svg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svg"/><Relationship Id="rId19" Type="http://schemas.openxmlformats.org/officeDocument/2006/relationships/image" Target="../media/image61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51.png"/><Relationship Id="rId14" Type="http://schemas.openxmlformats.org/officeDocument/2006/relationships/image" Target="../media/image56.svg"/><Relationship Id="rId22" Type="http://schemas.openxmlformats.org/officeDocument/2006/relationships/image" Target="../media/image6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hyperlink" Target="https://www.slidebooks.com/pages/reviews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1.xml"/><Relationship Id="rId6" Type="http://schemas.openxmlformats.org/officeDocument/2006/relationships/hyperlink" Target="https://www.domontconsulting.com/pages/reviews" TargetMode="External"/><Relationship Id="rId5" Type="http://schemas.openxmlformats.org/officeDocument/2006/relationships/image" Target="../media/image67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2.xml"/><Relationship Id="rId6" Type="http://schemas.openxmlformats.org/officeDocument/2006/relationships/image" Target="../media/image68.png"/><Relationship Id="rId11" Type="http://schemas.openxmlformats.org/officeDocument/2006/relationships/image" Target="../media/image38.png"/><Relationship Id="rId5" Type="http://schemas.openxmlformats.org/officeDocument/2006/relationships/image" Target="../media/image1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slidebooks.com/products/business-toolkit?variant=12473147916370&amp;utm_source=email&amp;utm_medium=email&amp;utm_campaign=entering%20new%20market" TargetMode="Externa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10.xml"/><Relationship Id="rId9" Type="http://schemas.openxmlformats.org/officeDocument/2006/relationships/hyperlink" Target="https://www.domontconsulting.com/pages/full-access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domontconsulting.com/pages/post-your-project" TargetMode="External"/><Relationship Id="rId12" Type="http://schemas.openxmlformats.org/officeDocument/2006/relationships/image" Target="../media/image74.png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image" Target="../media/image1.emf"/><Relationship Id="rId11" Type="http://schemas.openxmlformats.org/officeDocument/2006/relationships/image" Target="../media/image73.pn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72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omontconsulting.com/" TargetMode="External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emf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B18FE-7C76-9F52-5CB9-B48736D392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B18FE-7C76-9F52-5CB9-B48736D392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33DC415-812E-E704-0A8E-3AEFF0EAC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84" y="351070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46A663-94EA-4853-4B17-A280409C3D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08" y="2460173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9A6248-8FE9-93A8-8109-7F5F2372B2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8511" y="2467861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90B2BD-3B05-3F54-4F88-540B8455B2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4405" y="4566267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5CBCF-879A-AC46-2CB1-136ADCE1BD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808" y="4566267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813B3C-280F-B9C5-A670-2C73084E0F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1199" y="4581643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hlinkClick r:id="rId12"/>
            <a:extLst>
              <a:ext uri="{FF2B5EF4-FFF2-40B4-BE49-F238E27FC236}">
                <a16:creationId xmlns:a16="http://schemas.microsoft.com/office/drawing/2014/main" id="{2AD49432-3303-2687-021F-59E2FA83AD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1199" y="2467861"/>
            <a:ext cx="33552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9A8D6E-D44E-E6DC-ADAF-1BE0EF214A0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19357"/>
          <a:stretch/>
        </p:blipFill>
        <p:spPr>
          <a:xfrm>
            <a:off x="8238805" y="351070"/>
            <a:ext cx="3330506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D165E8-1D0A-6DD8-58EA-200D929109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98494" y="351070"/>
            <a:ext cx="3340800" cy="187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827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B18FE-7C76-9F52-5CB9-B48736D392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784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B18FE-7C76-9F52-5CB9-B48736D392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1ADDC43-E206-24D0-5D8D-6D8244D3F224}"/>
              </a:ext>
            </a:extLst>
          </p:cNvPr>
          <p:cNvSpPr/>
          <p:nvPr/>
        </p:nvSpPr>
        <p:spPr>
          <a:xfrm>
            <a:off x="-1" y="5071730"/>
            <a:ext cx="12192000" cy="1786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1BC18-A461-9459-FF13-870ACCC7D4F5}"/>
              </a:ext>
            </a:extLst>
          </p:cNvPr>
          <p:cNvSpPr txBox="1"/>
          <p:nvPr/>
        </p:nvSpPr>
        <p:spPr>
          <a:xfrm>
            <a:off x="253851" y="5433235"/>
            <a:ext cx="66785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Business Case Toolkit</a:t>
            </a:r>
          </a:p>
          <a:p>
            <a:r>
              <a:rPr lang="en-US" sz="3200" dirty="0"/>
              <a:t>Overview &amp; Approach</a:t>
            </a:r>
          </a:p>
        </p:txBody>
      </p:sp>
      <p:pic>
        <p:nvPicPr>
          <p:cNvPr id="3" name="Picture 2">
            <a:hlinkClick r:id="rId7"/>
            <a:extLst>
              <a:ext uri="{FF2B5EF4-FFF2-40B4-BE49-F238E27FC236}">
                <a16:creationId xmlns:a16="http://schemas.microsoft.com/office/drawing/2014/main" id="{00063173-AAB2-BC28-DBCA-ED0E0758D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195" y="5530624"/>
            <a:ext cx="4101954" cy="964769"/>
          </a:xfrm>
          <a:prstGeom prst="rect">
            <a:avLst/>
          </a:prstGeom>
        </p:spPr>
      </p:pic>
      <p:pic>
        <p:nvPicPr>
          <p:cNvPr id="4" name="Pic">
            <a:extLst>
              <a:ext uri="{FF2B5EF4-FFF2-40B4-BE49-F238E27FC236}">
                <a16:creationId xmlns:a16="http://schemas.microsoft.com/office/drawing/2014/main" id="{5EACACB0-1512-A356-A0A4-F908EC7DA742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/>
                </a14:imgProps>
              </a:ext>
              <a:ext uri="{6F801314-5768-4EAC-8CED-0F2297F94238}"/>
            </a:extLst>
          </a:blip>
          <a:srcRect t="18730" b="18730"/>
          <a:stretch>
            <a:fillRect/>
          </a:stretch>
        </p:blipFill>
        <p:spPr bwMode="auto">
          <a:xfrm>
            <a:off x="0" y="0"/>
            <a:ext cx="12192000" cy="508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98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238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Introduction</a:t>
            </a:r>
            <a:endParaRPr lang="en-US" b="0" kern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54480-D828-7B59-3328-48D130C91ED1}"/>
              </a:ext>
            </a:extLst>
          </p:cNvPr>
          <p:cNvSpPr/>
          <p:nvPr/>
        </p:nvSpPr>
        <p:spPr>
          <a:xfrm>
            <a:off x="3840479" y="1766066"/>
            <a:ext cx="7738111" cy="3933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This Toolkit was created by ex-McKinsey, Deloitte and BCG Management Consultants, </a:t>
            </a:r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after more than 3000 hours of work. It is considered the world's best &amp; most comprehensive Business Case Toolkit. It includes all the Frameworks, Best Practices &amp; Templates required to assess the strategic alignment, value and feasibility of a project (e.g., New business initiative, new product initiative, business improvement initiative, etc.) and convince the executive committee or board of directors to invest.</a:t>
            </a:r>
            <a:endParaRPr lang="en-US" sz="1600" dirty="0">
              <a:solidFill>
                <a:schemeClr val="tx1"/>
              </a:solidFill>
              <a:highlight>
                <a:srgbClr val="FFFF00"/>
              </a:highlight>
              <a:cs typeface="Arial" panose="020B0604020202020204" pitchFamily="34" charset="0"/>
            </a:endParaRPr>
          </a:p>
          <a:p>
            <a:pPr marL="182563" indent="-1825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  <a:cs typeface="Arial" panose="020B0604020202020204" pitchFamily="34" charset="0"/>
              </a:rPr>
              <a:t>Join the 200,000+ Executives, Consultants &amp; Entrepreneurs </a:t>
            </a:r>
            <a:r>
              <a:rPr lang="en-US" sz="1600" dirty="0">
                <a:solidFill>
                  <a:srgbClr val="002060"/>
                </a:solidFill>
                <a:cs typeface="Arial" panose="020B0604020202020204" pitchFamily="34" charset="0"/>
              </a:rPr>
              <a:t>who are already leveraging our Management Consulting Toolkits to improve the performance of their organization and boost their own career.</a:t>
            </a:r>
          </a:p>
          <a:p>
            <a:pPr marL="182563" indent="-1825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  <a:cs typeface="Arial" panose="020B0604020202020204" pitchFamily="34" charset="0"/>
              </a:rPr>
              <a:t>If you have any questions, send us an email at support@domontconsulting.com </a:t>
            </a:r>
            <a:r>
              <a:rPr lang="en-US" sz="1600" dirty="0">
                <a:solidFill>
                  <a:srgbClr val="002060"/>
                </a:solidFill>
                <a:cs typeface="Arial" panose="020B0604020202020204" pitchFamily="34" charset="0"/>
              </a:rPr>
              <a:t>and one of our ex-McKinsey, Deloitte &amp; BCG Management Consultants will get back to you within 2 business days.</a:t>
            </a:r>
          </a:p>
        </p:txBody>
      </p:sp>
      <p:pic>
        <p:nvPicPr>
          <p:cNvPr id="6" name="Picture 5" descr="A person in a suit&#10;&#10;Description automatically generated with medium confidence">
            <a:extLst>
              <a:ext uri="{FF2B5EF4-FFF2-40B4-BE49-F238E27FC236}">
                <a16:creationId xmlns:a16="http://schemas.microsoft.com/office/drawing/2014/main" id="{7CE27B58-4E64-2C1A-172E-FF737A503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8" y="1766066"/>
            <a:ext cx="2968409" cy="3933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49D4D5-98E8-7870-FF2C-81E5593F9580}"/>
              </a:ext>
            </a:extLst>
          </p:cNvPr>
          <p:cNvSpPr txBox="1"/>
          <p:nvPr/>
        </p:nvSpPr>
        <p:spPr>
          <a:xfrm>
            <a:off x="522909" y="5782906"/>
            <a:ext cx="30503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Aurelien Domont</a:t>
            </a:r>
          </a:p>
          <a:p>
            <a:pPr algn="ctr"/>
            <a:r>
              <a:rPr lang="en-US" sz="1100" dirty="0"/>
              <a:t>Management Consultant</a:t>
            </a:r>
          </a:p>
          <a:p>
            <a:pPr algn="ctr"/>
            <a:r>
              <a:rPr lang="en-US" sz="1100" dirty="0"/>
              <a:t>Domont Consulting Managing Director</a:t>
            </a:r>
          </a:p>
        </p:txBody>
      </p:sp>
      <p:pic>
        <p:nvPicPr>
          <p:cNvPr id="8" name="Picture 7" descr="A picture containing drawing&#10;&#10;Description automatically generated">
            <a:hlinkClick r:id="rId7"/>
            <a:extLst>
              <a:ext uri="{FF2B5EF4-FFF2-40B4-BE49-F238E27FC236}">
                <a16:creationId xmlns:a16="http://schemas.microsoft.com/office/drawing/2014/main" id="{268E509B-2278-9C53-3AC5-C1C08EBA20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027" y="5755943"/>
            <a:ext cx="224866" cy="224866"/>
          </a:xfrm>
          <a:prstGeom prst="rect">
            <a:avLst/>
          </a:prstGeom>
        </p:spPr>
      </p:pic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09402739-287F-B248-8F93-455BAF39FE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6739" y="552454"/>
            <a:ext cx="3371439" cy="7929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A691B-3B05-0054-C291-3EB0F447B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44B0C-69F3-EE90-0BFC-2C5ADDD39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6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33313-C4E2-0205-5647-A0CD5037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4E18A95-7B77-5470-CD7F-AC8D4C3739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126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E18A95-7B77-5470-CD7F-AC8D4C373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BB4070-1789-1403-0A11-FB4823AE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Problem: </a:t>
            </a:r>
            <a:r>
              <a:rPr lang="en-US" dirty="0">
                <a:solidFill>
                  <a:schemeClr val="tx1"/>
                </a:solidFill>
              </a:rPr>
              <a:t>Only about 35% of projects meet their original goals and deliver expected business value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18CDBA-7516-A950-AB6A-3D1C9CD7EBE0}"/>
              </a:ext>
            </a:extLst>
          </p:cNvPr>
          <p:cNvGrpSpPr/>
          <p:nvPr/>
        </p:nvGrpSpPr>
        <p:grpSpPr>
          <a:xfrm>
            <a:off x="566038" y="1686792"/>
            <a:ext cx="5184000" cy="338554"/>
            <a:chOff x="599178" y="1686792"/>
            <a:chExt cx="5127265" cy="33855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520C607-C7C5-D116-4E1D-B80E76A00BB0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8A59345-B16D-36BC-28E8-9BDA99ED14B0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Projects’ ability to deliver expected business value</a:t>
              </a:r>
              <a:r>
                <a:rPr lang="en-US" sz="1600" b="1" baseline="30000" dirty="0"/>
                <a:t>1</a:t>
              </a:r>
            </a:p>
          </p:txBody>
        </p:sp>
      </p:grp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5AE3CFD4-8771-9101-710E-6FA4E888222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5604407"/>
              </p:ext>
            </p:extLst>
          </p:nvPr>
        </p:nvGraphicFramePr>
        <p:xfrm>
          <a:off x="292100" y="2062163"/>
          <a:ext cx="5394325" cy="401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C7C0A4C-1E93-9983-913C-0D62859EA5A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128713" y="5792788"/>
            <a:ext cx="11064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E74346C-6DF9-4393-B6AD-9E6048594527}" type="datetime'S''''''''''''''''''''u''''c''''c''''es''s'' ''ra''te'''''''''">
              <a:rPr lang="en-US" altLang="en-US" sz="1400" b="1" smtClean="0">
                <a:solidFill>
                  <a:schemeClr val="tx1"/>
                </a:solidFill>
              </a:rPr>
              <a:pPr/>
              <a:t>Success rate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334473-33D8-7F56-3EA4-11CF2BA4577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811588" y="5792788"/>
            <a:ext cx="968375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40F3851-4CF6-4C7C-B1C9-727B0D20DFFA}" type="datetime'''F''a''il''''ur''e'''''''''''''''' ''''r''a''t''''''''e'''">
              <a:rPr lang="en-US" altLang="en-US" sz="1400" b="1" smtClean="0">
                <a:solidFill>
                  <a:schemeClr val="tx1"/>
                </a:solidFill>
              </a:rPr>
              <a:pPr/>
              <a:t>Failure rate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3512DF-EDCE-415D-200E-CF1132435E40}"/>
              </a:ext>
            </a:extLst>
          </p:cNvPr>
          <p:cNvGrpSpPr/>
          <p:nvPr/>
        </p:nvGrpSpPr>
        <p:grpSpPr>
          <a:xfrm>
            <a:off x="6429562" y="1686792"/>
            <a:ext cx="5148000" cy="338554"/>
            <a:chOff x="599178" y="1686792"/>
            <a:chExt cx="5127265" cy="33855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09D8A5-47D6-E35F-ECB5-F0DE0302A104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1A7799-904A-E510-79DE-ED6614432292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Primary causes of failures</a:t>
              </a:r>
              <a:r>
                <a:rPr lang="en-US" sz="1600" b="1" baseline="30000" dirty="0"/>
                <a:t>1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977A3B1-8535-D7F7-6FA1-CF6A6244D984}"/>
              </a:ext>
            </a:extLst>
          </p:cNvPr>
          <p:cNvSpPr txBox="1"/>
          <p:nvPr/>
        </p:nvSpPr>
        <p:spPr>
          <a:xfrm>
            <a:off x="575954" y="6581423"/>
            <a:ext cx="6444000" cy="2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Sources: (1) Harvard Business Review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A85AAE-37B8-C4F9-370F-5C821BC66189}"/>
              </a:ext>
            </a:extLst>
          </p:cNvPr>
          <p:cNvCxnSpPr>
            <a:cxnSpLocks/>
          </p:cNvCxnSpPr>
          <p:nvPr/>
        </p:nvCxnSpPr>
        <p:spPr>
          <a:xfrm>
            <a:off x="6032202" y="2328530"/>
            <a:ext cx="0" cy="40935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arrow botton next right">
            <a:extLst>
              <a:ext uri="{FF2B5EF4-FFF2-40B4-BE49-F238E27FC236}">
                <a16:creationId xmlns:a16="http://schemas.microsoft.com/office/drawing/2014/main" id="{29281423-102C-A2DE-59CB-3270C3AC65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7816" y="1765363"/>
            <a:ext cx="435578" cy="4355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6E7CA5-20BB-65F0-0BDA-7FE264ADF2DA}"/>
              </a:ext>
            </a:extLst>
          </p:cNvPr>
          <p:cNvSpPr txBox="1"/>
          <p:nvPr/>
        </p:nvSpPr>
        <p:spPr>
          <a:xfrm>
            <a:off x="6283843" y="2067878"/>
            <a:ext cx="530372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Unclear Objectives: </a:t>
            </a:r>
            <a:r>
              <a:rPr lang="en-US" sz="1400" dirty="0"/>
              <a:t>Vague or poorly defined goals can lead to misalignment and confusion</a:t>
            </a:r>
          </a:p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Inadequate Data: </a:t>
            </a:r>
            <a:r>
              <a:rPr lang="en-US" sz="1400" dirty="0"/>
              <a:t>Poor data quality or insufficient analysis can result in flawed decisions</a:t>
            </a:r>
          </a:p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Lack of Stakeholder Engagement: </a:t>
            </a:r>
            <a:r>
              <a:rPr lang="en-US" sz="1400" dirty="0"/>
              <a:t>Not involving key stakeholders can mean a lack of support and buy-in</a:t>
            </a:r>
          </a:p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Overly Optimistic Assumptions: </a:t>
            </a:r>
            <a:r>
              <a:rPr lang="en-US" sz="1400" dirty="0"/>
              <a:t>Unrealistic expectations about outcomes and timelines can lead to disappointment.</a:t>
            </a:r>
          </a:p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Poor Risk Management: </a:t>
            </a:r>
            <a:r>
              <a:rPr lang="en-US" sz="1400" dirty="0"/>
              <a:t>Failing to anticipate and mitigate risks can cause unexpected problems.</a:t>
            </a:r>
          </a:p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Weak Financial Planning: </a:t>
            </a:r>
            <a:r>
              <a:rPr lang="en-US" sz="1400" dirty="0"/>
              <a:t>Inaccurate budgeting and financial forecasts can lead to overspending or funding shortfalls.</a:t>
            </a:r>
          </a:p>
          <a:p>
            <a:pPr marL="180975" indent="-18097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Strategic Misalignment: </a:t>
            </a:r>
            <a:r>
              <a:rPr lang="en-US" sz="1400" dirty="0"/>
              <a:t>Projects that don't align with the company's strategic goals are less likely to succeed.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4DD3AC4-8375-7E78-0970-FB841C251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76BFBA7-F645-CBB5-DBAC-D42D00F73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27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74B90F8-16E2-149E-13EF-2AEEB8172E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745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4B90F8-16E2-149E-13EF-2AEEB8172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7C4AEFD-F24A-61C6-413F-137EBECA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Solution: </a:t>
            </a:r>
            <a:r>
              <a:rPr lang="en-US" dirty="0"/>
              <a:t>Our ex-McKinsey, Deloitte &amp; BCG consultants created a Business Case Toolkit to help you significantly increase your odds of success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727FD6-0702-B2CC-6E64-062AF0B6D15D}"/>
              </a:ext>
            </a:extLst>
          </p:cNvPr>
          <p:cNvGrpSpPr/>
          <p:nvPr/>
        </p:nvGrpSpPr>
        <p:grpSpPr>
          <a:xfrm>
            <a:off x="1294717" y="2215162"/>
            <a:ext cx="4010923" cy="4449451"/>
            <a:chOff x="876059" y="1538710"/>
            <a:chExt cx="4640724" cy="5148110"/>
          </a:xfrm>
        </p:grpSpPr>
        <p:sp>
          <p:nvSpPr>
            <p:cNvPr id="32" name="Shape 59118">
              <a:extLst>
                <a:ext uri="{FF2B5EF4-FFF2-40B4-BE49-F238E27FC236}">
                  <a16:creationId xmlns:a16="http://schemas.microsoft.com/office/drawing/2014/main" id="{507E91AB-4727-2A30-2D87-4F53F2D30E6E}"/>
                </a:ext>
              </a:extLst>
            </p:cNvPr>
            <p:cNvSpPr/>
            <p:nvPr/>
          </p:nvSpPr>
          <p:spPr>
            <a:xfrm>
              <a:off x="1575364" y="153871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695" y="40"/>
                    <a:pt x="13796" y="741"/>
                    <a:pt x="10124" y="2106"/>
                  </a:cubicBezTo>
                  <a:cubicBezTo>
                    <a:pt x="6451" y="3472"/>
                    <a:pt x="3004" y="5502"/>
                    <a:pt x="0" y="8194"/>
                  </a:cubicBezTo>
                  <a:lnTo>
                    <a:pt x="14636" y="21600"/>
                  </a:lnTo>
                  <a:cubicBezTo>
                    <a:pt x="15627" y="20789"/>
                    <a:pt x="16744" y="20179"/>
                    <a:pt x="17926" y="19771"/>
                  </a:cubicBezTo>
                  <a:cubicBezTo>
                    <a:pt x="19107" y="19363"/>
                    <a:pt x="20353" y="19158"/>
                    <a:pt x="21600" y="19158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59119">
              <a:extLst>
                <a:ext uri="{FF2B5EF4-FFF2-40B4-BE49-F238E27FC236}">
                  <a16:creationId xmlns:a16="http://schemas.microsoft.com/office/drawing/2014/main" id="{864A878F-3035-4BF9-86C1-4CBC5C958D28}"/>
                </a:ext>
              </a:extLst>
            </p:cNvPr>
            <p:cNvSpPr/>
            <p:nvPr/>
          </p:nvSpPr>
          <p:spPr>
            <a:xfrm>
              <a:off x="879520" y="2242927"/>
              <a:ext cx="1748041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51" y="0"/>
                  </a:moveTo>
                  <a:cubicBezTo>
                    <a:pt x="5770" y="2801"/>
                    <a:pt x="3749" y="6098"/>
                    <a:pt x="2329" y="9742"/>
                  </a:cubicBezTo>
                  <a:cubicBezTo>
                    <a:pt x="909" y="13385"/>
                    <a:pt x="88" y="17377"/>
                    <a:pt x="0" y="21573"/>
                  </a:cubicBezTo>
                  <a:lnTo>
                    <a:pt x="18974" y="21600"/>
                  </a:lnTo>
                  <a:cubicBezTo>
                    <a:pt x="19085" y="20283"/>
                    <a:pt x="19372" y="19028"/>
                    <a:pt x="19808" y="17861"/>
                  </a:cubicBezTo>
                  <a:cubicBezTo>
                    <a:pt x="20255" y="16665"/>
                    <a:pt x="20861" y="15555"/>
                    <a:pt x="21600" y="14565"/>
                  </a:cubicBezTo>
                  <a:lnTo>
                    <a:pt x="8251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59120">
              <a:extLst>
                <a:ext uri="{FF2B5EF4-FFF2-40B4-BE49-F238E27FC236}">
                  <a16:creationId xmlns:a16="http://schemas.microsoft.com/office/drawing/2014/main" id="{994CA33D-5029-C30F-279A-5AA73CDDF849}"/>
                </a:ext>
              </a:extLst>
            </p:cNvPr>
            <p:cNvSpPr/>
            <p:nvPr/>
          </p:nvSpPr>
          <p:spPr>
            <a:xfrm>
              <a:off x="1575364" y="443873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7695" y="21560"/>
                    <a:pt x="13796" y="20859"/>
                    <a:pt x="10124" y="19494"/>
                  </a:cubicBezTo>
                  <a:cubicBezTo>
                    <a:pt x="6451" y="18128"/>
                    <a:pt x="3004" y="16098"/>
                    <a:pt x="0" y="13406"/>
                  </a:cubicBezTo>
                  <a:lnTo>
                    <a:pt x="14636" y="0"/>
                  </a:lnTo>
                  <a:cubicBezTo>
                    <a:pt x="15627" y="811"/>
                    <a:pt x="16744" y="1421"/>
                    <a:pt x="17926" y="1829"/>
                  </a:cubicBezTo>
                  <a:cubicBezTo>
                    <a:pt x="19107" y="2237"/>
                    <a:pt x="20353" y="2442"/>
                    <a:pt x="21600" y="2442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59121">
              <a:extLst>
                <a:ext uri="{FF2B5EF4-FFF2-40B4-BE49-F238E27FC236}">
                  <a16:creationId xmlns:a16="http://schemas.microsoft.com/office/drawing/2014/main" id="{90333B5F-C803-62E7-6B69-44702A54AFFC}"/>
                </a:ext>
              </a:extLst>
            </p:cNvPr>
            <p:cNvSpPr/>
            <p:nvPr/>
          </p:nvSpPr>
          <p:spPr>
            <a:xfrm>
              <a:off x="876059" y="3891220"/>
              <a:ext cx="1753117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42" y="21600"/>
                  </a:moveTo>
                  <a:cubicBezTo>
                    <a:pt x="5658" y="18808"/>
                    <a:pt x="3642" y="15510"/>
                    <a:pt x="2238" y="11858"/>
                  </a:cubicBezTo>
                  <a:cubicBezTo>
                    <a:pt x="834" y="8207"/>
                    <a:pt x="42" y="4202"/>
                    <a:pt x="0" y="0"/>
                  </a:cubicBezTo>
                  <a:lnTo>
                    <a:pt x="18834" y="0"/>
                  </a:lnTo>
                  <a:cubicBezTo>
                    <a:pt x="18902" y="1327"/>
                    <a:pt x="19193" y="2588"/>
                    <a:pt x="19666" y="3739"/>
                  </a:cubicBezTo>
                  <a:cubicBezTo>
                    <a:pt x="20140" y="4889"/>
                    <a:pt x="20798" y="5928"/>
                    <a:pt x="21600" y="6810"/>
                  </a:cubicBezTo>
                  <a:lnTo>
                    <a:pt x="8142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59122">
              <a:extLst>
                <a:ext uri="{FF2B5EF4-FFF2-40B4-BE49-F238E27FC236}">
                  <a16:creationId xmlns:a16="http://schemas.microsoft.com/office/drawing/2014/main" id="{C5E260DC-65AB-70D6-7998-CF83EC790A79}"/>
                </a:ext>
              </a:extLst>
            </p:cNvPr>
            <p:cNvSpPr/>
            <p:nvPr/>
          </p:nvSpPr>
          <p:spPr>
            <a:xfrm flipH="1">
              <a:off x="3222203" y="153871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695" y="40"/>
                    <a:pt x="13796" y="741"/>
                    <a:pt x="10124" y="2106"/>
                  </a:cubicBezTo>
                  <a:cubicBezTo>
                    <a:pt x="6451" y="3472"/>
                    <a:pt x="3004" y="5502"/>
                    <a:pt x="0" y="8194"/>
                  </a:cubicBezTo>
                  <a:lnTo>
                    <a:pt x="14636" y="21600"/>
                  </a:lnTo>
                  <a:cubicBezTo>
                    <a:pt x="15627" y="20789"/>
                    <a:pt x="16744" y="20179"/>
                    <a:pt x="17926" y="19771"/>
                  </a:cubicBezTo>
                  <a:cubicBezTo>
                    <a:pt x="19107" y="19363"/>
                    <a:pt x="20353" y="19158"/>
                    <a:pt x="21600" y="19158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59123">
              <a:extLst>
                <a:ext uri="{FF2B5EF4-FFF2-40B4-BE49-F238E27FC236}">
                  <a16:creationId xmlns:a16="http://schemas.microsoft.com/office/drawing/2014/main" id="{9B020927-995A-D507-4804-B4FC3B411ED8}"/>
                </a:ext>
              </a:extLst>
            </p:cNvPr>
            <p:cNvSpPr/>
            <p:nvPr/>
          </p:nvSpPr>
          <p:spPr>
            <a:xfrm flipH="1">
              <a:off x="3760387" y="2242927"/>
              <a:ext cx="1746084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75" y="0"/>
                  </a:moveTo>
                  <a:cubicBezTo>
                    <a:pt x="5681" y="2792"/>
                    <a:pt x="3656" y="6090"/>
                    <a:pt x="2247" y="9742"/>
                  </a:cubicBezTo>
                  <a:cubicBezTo>
                    <a:pt x="837" y="13393"/>
                    <a:pt x="42" y="17398"/>
                    <a:pt x="0" y="21600"/>
                  </a:cubicBezTo>
                  <a:lnTo>
                    <a:pt x="18910" y="21600"/>
                  </a:lnTo>
                  <a:cubicBezTo>
                    <a:pt x="18996" y="20277"/>
                    <a:pt x="19286" y="19018"/>
                    <a:pt x="19746" y="17861"/>
                  </a:cubicBezTo>
                  <a:cubicBezTo>
                    <a:pt x="20204" y="16707"/>
                    <a:pt x="20833" y="15651"/>
                    <a:pt x="21600" y="14733"/>
                  </a:cubicBezTo>
                  <a:lnTo>
                    <a:pt x="8175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59124">
              <a:extLst>
                <a:ext uri="{FF2B5EF4-FFF2-40B4-BE49-F238E27FC236}">
                  <a16:creationId xmlns:a16="http://schemas.microsoft.com/office/drawing/2014/main" id="{F8BD7E52-876E-08D4-8F54-5579BB0125EE}"/>
                </a:ext>
              </a:extLst>
            </p:cNvPr>
            <p:cNvSpPr/>
            <p:nvPr/>
          </p:nvSpPr>
          <p:spPr>
            <a:xfrm flipH="1">
              <a:off x="3222203" y="443873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7695" y="21560"/>
                    <a:pt x="13796" y="20859"/>
                    <a:pt x="10124" y="19494"/>
                  </a:cubicBezTo>
                  <a:cubicBezTo>
                    <a:pt x="6451" y="18128"/>
                    <a:pt x="3004" y="16098"/>
                    <a:pt x="0" y="13406"/>
                  </a:cubicBezTo>
                  <a:lnTo>
                    <a:pt x="14636" y="0"/>
                  </a:lnTo>
                  <a:cubicBezTo>
                    <a:pt x="15627" y="811"/>
                    <a:pt x="16744" y="1421"/>
                    <a:pt x="17926" y="1829"/>
                  </a:cubicBezTo>
                  <a:cubicBezTo>
                    <a:pt x="19107" y="2237"/>
                    <a:pt x="20353" y="2442"/>
                    <a:pt x="21600" y="2442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59125">
              <a:extLst>
                <a:ext uri="{FF2B5EF4-FFF2-40B4-BE49-F238E27FC236}">
                  <a16:creationId xmlns:a16="http://schemas.microsoft.com/office/drawing/2014/main" id="{34C2E997-304B-020C-D91A-E4F92750FF41}"/>
                </a:ext>
              </a:extLst>
            </p:cNvPr>
            <p:cNvSpPr/>
            <p:nvPr/>
          </p:nvSpPr>
          <p:spPr>
            <a:xfrm flipH="1">
              <a:off x="3773528" y="3891220"/>
              <a:ext cx="1743255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89" y="21600"/>
                  </a:moveTo>
                  <a:cubicBezTo>
                    <a:pt x="5690" y="18808"/>
                    <a:pt x="3662" y="15510"/>
                    <a:pt x="2250" y="11858"/>
                  </a:cubicBezTo>
                  <a:cubicBezTo>
                    <a:pt x="839" y="8207"/>
                    <a:pt x="42" y="4202"/>
                    <a:pt x="0" y="0"/>
                  </a:cubicBezTo>
                  <a:lnTo>
                    <a:pt x="18941" y="0"/>
                  </a:lnTo>
                  <a:cubicBezTo>
                    <a:pt x="19037" y="1321"/>
                    <a:pt x="19326" y="2578"/>
                    <a:pt x="19778" y="3739"/>
                  </a:cubicBezTo>
                  <a:cubicBezTo>
                    <a:pt x="20230" y="4902"/>
                    <a:pt x="20847" y="5973"/>
                    <a:pt x="21600" y="6914"/>
                  </a:cubicBezTo>
                  <a:lnTo>
                    <a:pt x="8189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070B26-6A06-34C4-A224-A0D750EACEFA}"/>
                </a:ext>
              </a:extLst>
            </p:cNvPr>
            <p:cNvSpPr txBox="1"/>
            <p:nvPr/>
          </p:nvSpPr>
          <p:spPr>
            <a:xfrm>
              <a:off x="3193605" y="2370576"/>
              <a:ext cx="11585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Frameworks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FA21893-580B-81EF-C384-A5E978590C1D}"/>
                </a:ext>
              </a:extLst>
            </p:cNvPr>
            <p:cNvSpPr txBox="1"/>
            <p:nvPr/>
          </p:nvSpPr>
          <p:spPr>
            <a:xfrm>
              <a:off x="4034713" y="3346307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Tools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8AC8DE-4B3B-61AC-D899-32674575AB40}"/>
                </a:ext>
              </a:extLst>
            </p:cNvPr>
            <p:cNvSpPr txBox="1"/>
            <p:nvPr/>
          </p:nvSpPr>
          <p:spPr>
            <a:xfrm>
              <a:off x="3995915" y="4544770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Templates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3C8541-3CEB-40B1-D16E-7A6B113307C5}"/>
                </a:ext>
              </a:extLst>
            </p:cNvPr>
            <p:cNvSpPr txBox="1"/>
            <p:nvPr/>
          </p:nvSpPr>
          <p:spPr>
            <a:xfrm>
              <a:off x="3101681" y="5455438"/>
              <a:ext cx="1317412" cy="462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Step-by-step Tutorials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585AD6-28E0-83C0-69FD-C062B8D591A4}"/>
                </a:ext>
              </a:extLst>
            </p:cNvPr>
            <p:cNvSpPr txBox="1"/>
            <p:nvPr/>
          </p:nvSpPr>
          <p:spPr>
            <a:xfrm>
              <a:off x="1874021" y="5371702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Video Training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37A745-4A7A-A5B7-CB86-CF150183E26E}"/>
                </a:ext>
              </a:extLst>
            </p:cNvPr>
            <p:cNvSpPr txBox="1"/>
            <p:nvPr/>
          </p:nvSpPr>
          <p:spPr>
            <a:xfrm>
              <a:off x="981336" y="4498337"/>
              <a:ext cx="1317412" cy="462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Real-life Examples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EAE97F-8C11-FCD2-66F4-299D20C7C460}"/>
                </a:ext>
              </a:extLst>
            </p:cNvPr>
            <p:cNvSpPr txBox="1"/>
            <p:nvPr/>
          </p:nvSpPr>
          <p:spPr>
            <a:xfrm>
              <a:off x="1912573" y="2355775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Best Practices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51F0D2-E5EC-26B7-23F1-3C8B2D26EE8C}"/>
                </a:ext>
              </a:extLst>
            </p:cNvPr>
            <p:cNvSpPr txBox="1"/>
            <p:nvPr/>
          </p:nvSpPr>
          <p:spPr>
            <a:xfrm>
              <a:off x="911732" y="3051861"/>
              <a:ext cx="1408421" cy="819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Advice from </a:t>
              </a:r>
            </a:p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tier-1 Management Consultants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9C9BE43-6A0C-EF9E-918B-8B8D3BC80AB9}"/>
                </a:ext>
              </a:extLst>
            </p:cNvPr>
            <p:cNvSpPr/>
            <p:nvPr/>
          </p:nvSpPr>
          <p:spPr>
            <a:xfrm>
              <a:off x="2174294" y="2860084"/>
              <a:ext cx="1980000" cy="19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US" sz="1200" b="1" dirty="0"/>
            </a:p>
          </p:txBody>
        </p:sp>
        <p:pic>
          <p:nvPicPr>
            <p:cNvPr id="49" name="Graphic 48" descr="Arrow circle">
              <a:extLst>
                <a:ext uri="{FF2B5EF4-FFF2-40B4-BE49-F238E27FC236}">
                  <a16:creationId xmlns:a16="http://schemas.microsoft.com/office/drawing/2014/main" id="{7B990492-B56E-8BD8-E2EA-A9A31C36F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24859" y="1932870"/>
              <a:ext cx="504000" cy="504000"/>
            </a:xfrm>
            <a:prstGeom prst="rect">
              <a:avLst/>
            </a:prstGeom>
          </p:spPr>
        </p:pic>
        <p:pic>
          <p:nvPicPr>
            <p:cNvPr id="50" name="Graphic 49" descr="Tools">
              <a:extLst>
                <a:ext uri="{FF2B5EF4-FFF2-40B4-BE49-F238E27FC236}">
                  <a16:creationId xmlns:a16="http://schemas.microsoft.com/office/drawing/2014/main" id="{A9B115DA-02DE-1E92-B04F-2C76877F2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446994" y="2851905"/>
              <a:ext cx="428393" cy="428393"/>
            </a:xfrm>
            <a:prstGeom prst="rect">
              <a:avLst/>
            </a:prstGeom>
          </p:spPr>
        </p:pic>
        <p:pic>
          <p:nvPicPr>
            <p:cNvPr id="51" name="Graphic 50" descr="Presentation with bar chart RTL">
              <a:extLst>
                <a:ext uri="{FF2B5EF4-FFF2-40B4-BE49-F238E27FC236}">
                  <a16:creationId xmlns:a16="http://schemas.microsoft.com/office/drawing/2014/main" id="{A9BE6839-426F-AFE5-1C90-DF28A0F16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31370" y="4016600"/>
              <a:ext cx="432000" cy="432000"/>
            </a:xfrm>
            <a:prstGeom prst="rect">
              <a:avLst/>
            </a:prstGeom>
          </p:spPr>
        </p:pic>
        <p:pic>
          <p:nvPicPr>
            <p:cNvPr id="52" name="Graphic 51" descr="Teacher">
              <a:extLst>
                <a:ext uri="{FF2B5EF4-FFF2-40B4-BE49-F238E27FC236}">
                  <a16:creationId xmlns:a16="http://schemas.microsoft.com/office/drawing/2014/main" id="{C3F947EF-9746-8A0B-886A-2300A9666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369499" y="4946145"/>
              <a:ext cx="432000" cy="432000"/>
            </a:xfrm>
            <a:prstGeom prst="rect">
              <a:avLst/>
            </a:prstGeom>
          </p:spPr>
        </p:pic>
        <p:pic>
          <p:nvPicPr>
            <p:cNvPr id="53" name="Graphic 52" descr="Podium">
              <a:extLst>
                <a:ext uri="{FF2B5EF4-FFF2-40B4-BE49-F238E27FC236}">
                  <a16:creationId xmlns:a16="http://schemas.microsoft.com/office/drawing/2014/main" id="{3C3A3915-23F2-6F69-8DCB-C0343929D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24129" y="1858815"/>
              <a:ext cx="506995" cy="506995"/>
            </a:xfrm>
            <a:prstGeom prst="rect">
              <a:avLst/>
            </a:prstGeom>
          </p:spPr>
        </p:pic>
        <p:pic>
          <p:nvPicPr>
            <p:cNvPr id="54" name="Graphic 53" descr="Checklist with solid fill">
              <a:extLst>
                <a:ext uri="{FF2B5EF4-FFF2-40B4-BE49-F238E27FC236}">
                  <a16:creationId xmlns:a16="http://schemas.microsoft.com/office/drawing/2014/main" id="{3491897B-2141-B19A-D473-6DA3D860E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479768" y="4882325"/>
              <a:ext cx="577961" cy="577961"/>
            </a:xfrm>
            <a:prstGeom prst="rect">
              <a:avLst/>
            </a:prstGeom>
          </p:spPr>
        </p:pic>
        <p:pic>
          <p:nvPicPr>
            <p:cNvPr id="55" name="Graphic 54" descr="Customer review with solid fill">
              <a:extLst>
                <a:ext uri="{FF2B5EF4-FFF2-40B4-BE49-F238E27FC236}">
                  <a16:creationId xmlns:a16="http://schemas.microsoft.com/office/drawing/2014/main" id="{E9AD0067-6CA1-4126-11CD-69AD322FC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88904" y="2587884"/>
              <a:ext cx="486907" cy="486907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444726-E9BA-8A9C-05D6-6D8542379292}"/>
                </a:ext>
              </a:extLst>
            </p:cNvPr>
            <p:cNvGrpSpPr/>
            <p:nvPr/>
          </p:nvGrpSpPr>
          <p:grpSpPr>
            <a:xfrm>
              <a:off x="4352117" y="4097419"/>
              <a:ext cx="603238" cy="373065"/>
              <a:chOff x="579475" y="323541"/>
              <a:chExt cx="1528827" cy="94548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CE29E14-33B4-9051-D4A2-8C7D5421F1FB}"/>
                  </a:ext>
                </a:extLst>
              </p:cNvPr>
              <p:cNvSpPr/>
              <p:nvPr/>
            </p:nvSpPr>
            <p:spPr>
              <a:xfrm>
                <a:off x="579475" y="323541"/>
                <a:ext cx="1528827" cy="94548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3E11ACC-59C0-E37B-CB03-20447D22BF0E}"/>
                  </a:ext>
                </a:extLst>
              </p:cNvPr>
              <p:cNvSpPr/>
              <p:nvPr/>
            </p:nvSpPr>
            <p:spPr>
              <a:xfrm>
                <a:off x="709723" y="457072"/>
                <a:ext cx="1268330" cy="1367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7FA06ED-3EBC-63BC-2B09-2FCE926CBB8B}"/>
                  </a:ext>
                </a:extLst>
              </p:cNvPr>
              <p:cNvSpPr/>
              <p:nvPr/>
            </p:nvSpPr>
            <p:spPr>
              <a:xfrm>
                <a:off x="709723" y="727366"/>
                <a:ext cx="543456" cy="433497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213503F-249D-A370-FD61-124F71F768FA}"/>
                  </a:ext>
                </a:extLst>
              </p:cNvPr>
              <p:cNvSpPr/>
              <p:nvPr/>
            </p:nvSpPr>
            <p:spPr>
              <a:xfrm>
                <a:off x="1422703" y="727366"/>
                <a:ext cx="543456" cy="433497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57" name="Ellipse 98">
              <a:extLst>
                <a:ext uri="{FF2B5EF4-FFF2-40B4-BE49-F238E27FC236}">
                  <a16:creationId xmlns:a16="http://schemas.microsoft.com/office/drawing/2014/main" id="{7907C555-FAB0-20D5-3934-00A46C89592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466015" y="6228201"/>
              <a:ext cx="3464141" cy="458619"/>
            </a:xfrm>
            <a:prstGeom prst="ellips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0">
                  <a:srgbClr val="E6E6E6">
                    <a:lumMod val="10000"/>
                    <a:alpha val="19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>
                <a:solidFill>
                  <a:srgbClr val="FFFFFF"/>
                </a:solidFill>
                <a:latin typeface="+mn-lt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8062C18-AB89-5CBD-7FB9-4782F059257E}"/>
              </a:ext>
            </a:extLst>
          </p:cNvPr>
          <p:cNvGrpSpPr/>
          <p:nvPr/>
        </p:nvGrpSpPr>
        <p:grpSpPr>
          <a:xfrm>
            <a:off x="599178" y="1686792"/>
            <a:ext cx="5127265" cy="338554"/>
            <a:chOff x="599178" y="1686792"/>
            <a:chExt cx="5127265" cy="338554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CA760FA-8328-0E04-1AEC-1329BFAFC1C2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C87ED95-9981-C425-C0A5-6F200BC6AE34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What’s inside the Toolkit?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4B3EDE2-C27D-1581-C6F5-C605790BF426}"/>
              </a:ext>
            </a:extLst>
          </p:cNvPr>
          <p:cNvGrpSpPr/>
          <p:nvPr/>
        </p:nvGrpSpPr>
        <p:grpSpPr>
          <a:xfrm>
            <a:off x="6448425" y="1687513"/>
            <a:ext cx="5127625" cy="338138"/>
            <a:chOff x="599178" y="1686792"/>
            <a:chExt cx="5127265" cy="33855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4F0606F-77E4-6BF8-23B8-D79B0B9728E9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629FB2E-5B05-BEB2-FDB0-F05DD6C01F9F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Who created the Toolkit?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EF07348-B887-1E63-314E-8D5065886A79}"/>
              </a:ext>
            </a:extLst>
          </p:cNvPr>
          <p:cNvSpPr txBox="1"/>
          <p:nvPr/>
        </p:nvSpPr>
        <p:spPr>
          <a:xfrm>
            <a:off x="6434036" y="2025346"/>
            <a:ext cx="4964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Toolkit was created by former McKinsey, Deloitte &amp; BCG management consultants.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FFDDE99-5BBE-E557-167B-797A5B7AA2DC}"/>
              </a:ext>
            </a:extLst>
          </p:cNvPr>
          <p:cNvGrpSpPr/>
          <p:nvPr/>
        </p:nvGrpSpPr>
        <p:grpSpPr>
          <a:xfrm>
            <a:off x="6448425" y="3352141"/>
            <a:ext cx="5127625" cy="338138"/>
            <a:chOff x="599178" y="1686792"/>
            <a:chExt cx="5127265" cy="338554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CB4D8FF-7BE9-0311-510A-CB304A4F2467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66D9ACC-0AC3-9289-65AD-6EF68BB166BE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Number of professionals leveraging our Toolkits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FE359F32-85A0-ACB5-DB66-C02488E95509}"/>
              </a:ext>
            </a:extLst>
          </p:cNvPr>
          <p:cNvSpPr txBox="1"/>
          <p:nvPr/>
        </p:nvSpPr>
        <p:spPr>
          <a:xfrm>
            <a:off x="6434036" y="3689974"/>
            <a:ext cx="4964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There are 200,000+ Executives, Consultants &amp; Entrepreneurs leveraging our Toolkits to improve the performance of their organization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183F95-A02F-6E62-0053-C919268175C2}"/>
              </a:ext>
            </a:extLst>
          </p:cNvPr>
          <p:cNvGrpSpPr/>
          <p:nvPr/>
        </p:nvGrpSpPr>
        <p:grpSpPr>
          <a:xfrm>
            <a:off x="6448425" y="5067028"/>
            <a:ext cx="5127625" cy="338138"/>
            <a:chOff x="599178" y="1686792"/>
            <a:chExt cx="5127265" cy="33855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C95F68-0C65-7A10-5DB5-0AF3DD88EEDD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F30535-1852-266A-AA62-8E1C596DDF4A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Trusted by small and large organizations</a:t>
              </a:r>
            </a:p>
          </p:txBody>
        </p:sp>
      </p:grpSp>
      <p:pic>
        <p:nvPicPr>
          <p:cNvPr id="19" name="Picture 2" descr="Brand logo">
            <a:extLst>
              <a:ext uri="{FF2B5EF4-FFF2-40B4-BE49-F238E27FC236}">
                <a16:creationId xmlns:a16="http://schemas.microsoft.com/office/drawing/2014/main" id="{1A420441-34F2-FAE3-5B1C-5C358B7CA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188" y="5641752"/>
            <a:ext cx="395709" cy="39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556060-2AA7-76B2-ED87-FC964782297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2547" y="5682226"/>
            <a:ext cx="349218" cy="4290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3B31A3-BF1B-2658-953A-4FDFBC8356E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98734" y="5767326"/>
            <a:ext cx="1016777" cy="3439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8D5A2CB-3C61-817E-AA34-7B0945D439B9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26410" b="21153"/>
          <a:stretch/>
        </p:blipFill>
        <p:spPr>
          <a:xfrm>
            <a:off x="9007454" y="5707948"/>
            <a:ext cx="1403640" cy="4906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87A1EC-3A21-F8AF-DB81-6E8359841D2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42206" y="5734964"/>
            <a:ext cx="866290" cy="35869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EBB5B-38EE-090E-81EF-58F941F96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6105-4E66-8C64-DD4E-875BA79F7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292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421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Our Toolkit will help you fulfill multiple 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D27BA3-CC85-4DD2-AEDB-C22AC367D60A}"/>
              </a:ext>
            </a:extLst>
          </p:cNvPr>
          <p:cNvSpPr/>
          <p:nvPr/>
        </p:nvSpPr>
        <p:spPr>
          <a:xfrm>
            <a:off x="493155" y="1547879"/>
            <a:ext cx="11094412" cy="3611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The Business Case Toolkit includes frameworks, tools, templates, tutorials, real-life examples, video training, and best practices to help you:</a:t>
            </a:r>
          </a:p>
          <a:p>
            <a:pPr marL="265113" marR="0" lvl="1" indent="-174625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Build a robust Business Case and Financial Model for a project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(e.g., New business initiative, new product initiative, business improvement initiative, etc.) </a:t>
            </a:r>
          </a:p>
          <a:p>
            <a:pPr marL="265113" marR="0" lvl="1" indent="-174625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Describe a Project: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(1) Situation, Key Challenge and Proposed Solution, (2) Objectives and Key Performance Indicators, (3) Project Scope, Approach and Team, (4) Key Activities and Deliverables, (5) Key Risks and Mitigation Strategies</a:t>
            </a:r>
          </a:p>
          <a:p>
            <a:pPr marL="265113" marR="0" lvl="1" indent="-174625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Assess a Project: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(1) Strategic Alignment, (2) Value, (3) Ease of Implementation</a:t>
            </a:r>
            <a:endParaRPr lang="en-US" sz="1400" b="1" dirty="0">
              <a:solidFill>
                <a:srgbClr val="002060"/>
              </a:solidFill>
              <a:latin typeface="Arial (Body)"/>
            </a:endParaRPr>
          </a:p>
          <a:p>
            <a:pPr marL="265113" marR="0" lvl="1" indent="-174625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Prioritize a Project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with a prioritization matrix</a:t>
            </a:r>
          </a:p>
          <a:p>
            <a:pPr marL="265113" lvl="1" indent="-174625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Build a robust Financial Model: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(1) Assumptions, (2) Project Initial Investment, (3) Project costs, (4) Additional Revenue Generated, (5) Cost Savings, (6) Financial Summary</a:t>
            </a:r>
            <a:r>
              <a:rPr lang="en-US" sz="1400">
                <a:solidFill>
                  <a:srgbClr val="002060"/>
                </a:solidFill>
                <a:latin typeface="Arial (Body)"/>
              </a:rPr>
              <a:t>, (7)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Dashboard</a:t>
            </a:r>
          </a:p>
          <a:p>
            <a:pPr marL="265113" marR="0" lvl="1" indent="-174625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Arial (Body)"/>
              </a:rPr>
              <a:t>Convince the Executive Committee or Board of Directors to invest: </a:t>
            </a:r>
            <a:r>
              <a:rPr lang="en-US" sz="1400" dirty="0">
                <a:solidFill>
                  <a:srgbClr val="002060"/>
                </a:solidFill>
                <a:latin typeface="Arial (Body)"/>
              </a:rPr>
              <a:t>(1) Present with Impact, (2) PowerPoint Communication Timesaver, (3) Pyramid Principle</a:t>
            </a:r>
          </a:p>
          <a:p>
            <a:pPr marL="265113" marR="0" lvl="1" indent="-174625" algn="l" defTabSz="914400" eaLnBrk="1" fontAlgn="auto" latinLnBrk="0" hangingPunct="1"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dirty="0">
              <a:solidFill>
                <a:srgbClr val="002060"/>
              </a:solidFill>
              <a:latin typeface="Arial (Body)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D6622-DBE3-3A97-3901-102CDC760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4726F-F397-09E7-7FD2-7C4DB6CCC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444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5454-EEBB-E92D-B817-8BF05D15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3490414-1413-FE87-AF9B-C72BF72B13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68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3" imgW="395" imgH="394" progId="TCLayout.ActiveDocument.1">
                  <p:embed/>
                </p:oleObj>
              </mc:Choice>
              <mc:Fallback>
                <p:oleObj name="think-cell Slide" r:id="rId21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490414-1413-FE87-AF9B-C72BF72B13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BD1EE6C-57F7-9051-77DF-2EDD3E7B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The Business Case Toolkit includes </a:t>
            </a:r>
            <a:r>
              <a:rPr lang="en-US"/>
              <a:t>a 3-phase approach </a:t>
            </a:r>
            <a:r>
              <a:rPr lang="en-US" dirty="0"/>
              <a:t>that we have built and refined over the past 20 years through constant trial and error</a:t>
            </a:r>
          </a:p>
        </p:txBody>
      </p:sp>
      <p:sp>
        <p:nvSpPr>
          <p:cNvPr id="14" name="Chevron 10">
            <a:extLst>
              <a:ext uri="{FF2B5EF4-FFF2-40B4-BE49-F238E27FC236}">
                <a16:creationId xmlns:a16="http://schemas.microsoft.com/office/drawing/2014/main" id="{0F06E287-036B-D630-CB04-E40096803442}"/>
              </a:ext>
            </a:extLst>
          </p:cNvPr>
          <p:cNvSpPr/>
          <p:nvPr/>
        </p:nvSpPr>
        <p:spPr bwMode="auto">
          <a:xfrm>
            <a:off x="4608200" y="1880708"/>
            <a:ext cx="3745833" cy="437895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Assessment</a:t>
            </a:r>
          </a:p>
        </p:txBody>
      </p:sp>
      <p:sp>
        <p:nvSpPr>
          <p:cNvPr id="16" name="Chevron 12">
            <a:extLst>
              <a:ext uri="{FF2B5EF4-FFF2-40B4-BE49-F238E27FC236}">
                <a16:creationId xmlns:a16="http://schemas.microsoft.com/office/drawing/2014/main" id="{9E0EE09F-CE40-78FC-475E-753814C50926}"/>
              </a:ext>
            </a:extLst>
          </p:cNvPr>
          <p:cNvSpPr/>
          <p:nvPr/>
        </p:nvSpPr>
        <p:spPr bwMode="auto">
          <a:xfrm>
            <a:off x="8361111" y="1880708"/>
            <a:ext cx="3226455" cy="437895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Prioritization</a:t>
            </a:r>
          </a:p>
        </p:txBody>
      </p:sp>
      <p:sp>
        <p:nvSpPr>
          <p:cNvPr id="17" name="Chevron 167">
            <a:extLst>
              <a:ext uri="{FF2B5EF4-FFF2-40B4-BE49-F238E27FC236}">
                <a16:creationId xmlns:a16="http://schemas.microsoft.com/office/drawing/2014/main" id="{BC627814-3F5F-4DBE-915C-75371E80DD73}"/>
              </a:ext>
            </a:extLst>
          </p:cNvPr>
          <p:cNvSpPr/>
          <p:nvPr/>
        </p:nvSpPr>
        <p:spPr bwMode="auto">
          <a:xfrm>
            <a:off x="660385" y="1880708"/>
            <a:ext cx="3940738" cy="437895"/>
          </a:xfrm>
          <a:prstGeom prst="homePlate">
            <a:avLst>
              <a:gd name="adj" fmla="val 32073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Description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3A0E7B-8D06-50E8-C455-E0D2CAF0966F}"/>
              </a:ext>
            </a:extLst>
          </p:cNvPr>
          <p:cNvSpPr/>
          <p:nvPr/>
        </p:nvSpPr>
        <p:spPr>
          <a:xfrm>
            <a:off x="802026" y="2528881"/>
            <a:ext cx="3727444" cy="437895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1" dirty="0">
                <a:solidFill>
                  <a:schemeClr val="tx1"/>
                </a:solidFill>
              </a:rPr>
              <a:t>Situation, Key Challenge and Proposed Solution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7A72AB8-5AA6-624B-CCBA-063CF8B7AB01}"/>
              </a:ext>
            </a:extLst>
          </p:cNvPr>
          <p:cNvGrpSpPr/>
          <p:nvPr/>
        </p:nvGrpSpPr>
        <p:grpSpPr>
          <a:xfrm>
            <a:off x="4709403" y="2460877"/>
            <a:ext cx="3476510" cy="3274625"/>
            <a:chOff x="4826364" y="2418172"/>
            <a:chExt cx="3847533" cy="362410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F79C88A-2AA9-37C0-2CA0-1EA83F210F2F}"/>
                </a:ext>
              </a:extLst>
            </p:cNvPr>
            <p:cNvGrpSpPr/>
            <p:nvPr/>
          </p:nvGrpSpPr>
          <p:grpSpPr>
            <a:xfrm>
              <a:off x="4826364" y="2418172"/>
              <a:ext cx="3847533" cy="3624102"/>
              <a:chOff x="3669568" y="1628801"/>
              <a:chExt cx="4838701" cy="4557712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0F58206-2DD3-BD71-1366-883B8701D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2232" y="1628801"/>
                <a:ext cx="2873375" cy="29352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noFill/>
                <a:round/>
                <a:headEnd/>
                <a:tailEnd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72000" tIns="72000" rIns="72000" bIns="72000" anchor="ctr" anchorCtr="1"/>
              <a:lstStyle/>
              <a:p>
                <a:pPr eaLnBrk="0" hangingPunct="0"/>
                <a:endParaRPr lang="en-US" sz="1200" dirty="0">
                  <a:effectLst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2BF0751A-347A-7755-D748-A333AD17F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9568" y="3251226"/>
                <a:ext cx="2871788" cy="293528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noFill/>
                <a:round/>
                <a:headEnd/>
                <a:tailEnd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72000" tIns="72000" rIns="72000" bIns="72000" anchor="ctr" anchorCtr="1"/>
              <a:lstStyle/>
              <a:p>
                <a:pPr eaLnBrk="0" hangingPunct="0"/>
                <a:endParaRPr lang="en-US" sz="1200" dirty="0">
                  <a:effectLst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619B166-3935-DB38-2D79-3ACF7F275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6482" y="3251226"/>
                <a:ext cx="2871787" cy="293528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noFill/>
                <a:round/>
                <a:headEnd/>
                <a:tailEnd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72000" tIns="72000" rIns="72000" bIns="72000" anchor="ctr" anchorCtr="1"/>
              <a:lstStyle/>
              <a:p>
                <a:pPr eaLnBrk="0" hangingPunct="0"/>
                <a:endParaRPr lang="en-US" sz="1200" dirty="0">
                  <a:effectLst/>
                </a:endParaRPr>
              </a:p>
            </p:txBody>
          </p:sp>
          <p:sp>
            <p:nvSpPr>
              <p:cNvPr id="123" name="Freeform 7">
                <a:extLst>
                  <a:ext uri="{FF2B5EF4-FFF2-40B4-BE49-F238E27FC236}">
                    <a16:creationId xmlns:a16="http://schemas.microsoft.com/office/drawing/2014/main" id="{38CB72E8-A537-A8B1-F42B-E98E66853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1282" y="3248050"/>
                <a:ext cx="1855787" cy="1314450"/>
              </a:xfrm>
              <a:custGeom>
                <a:avLst/>
                <a:gdLst/>
                <a:ahLst/>
                <a:cxnLst>
                  <a:cxn ang="0">
                    <a:pos x="1146" y="783"/>
                  </a:cxn>
                  <a:cxn ang="0">
                    <a:pos x="1079" y="801"/>
                  </a:cxn>
                  <a:cxn ang="0">
                    <a:pos x="1009" y="812"/>
                  </a:cxn>
                  <a:cxn ang="0">
                    <a:pos x="938" y="816"/>
                  </a:cxn>
                  <a:cxn ang="0">
                    <a:pos x="860" y="816"/>
                  </a:cxn>
                  <a:cxn ang="0">
                    <a:pos x="775" y="808"/>
                  </a:cxn>
                  <a:cxn ang="0">
                    <a:pos x="695" y="793"/>
                  </a:cxn>
                  <a:cxn ang="0">
                    <a:pos x="616" y="772"/>
                  </a:cxn>
                  <a:cxn ang="0">
                    <a:pos x="541" y="743"/>
                  </a:cxn>
                  <a:cxn ang="0">
                    <a:pos x="468" y="708"/>
                  </a:cxn>
                  <a:cxn ang="0">
                    <a:pos x="399" y="666"/>
                  </a:cxn>
                  <a:cxn ang="0">
                    <a:pos x="336" y="620"/>
                  </a:cxn>
                  <a:cxn ang="0">
                    <a:pos x="274" y="568"/>
                  </a:cxn>
                  <a:cxn ang="0">
                    <a:pos x="221" y="511"/>
                  </a:cxn>
                  <a:cxn ang="0">
                    <a:pos x="169" y="449"/>
                  </a:cxn>
                  <a:cxn ang="0">
                    <a:pos x="125" y="384"/>
                  </a:cxn>
                  <a:cxn ang="0">
                    <a:pos x="86" y="313"/>
                  </a:cxn>
                  <a:cxn ang="0">
                    <a:pos x="52" y="240"/>
                  </a:cxn>
                  <a:cxn ang="0">
                    <a:pos x="27" y="163"/>
                  </a:cxn>
                  <a:cxn ang="0">
                    <a:pos x="6" y="85"/>
                  </a:cxn>
                  <a:cxn ang="0">
                    <a:pos x="33" y="35"/>
                  </a:cxn>
                  <a:cxn ang="0">
                    <a:pos x="100" y="17"/>
                  </a:cxn>
                  <a:cxn ang="0">
                    <a:pos x="171" y="6"/>
                  </a:cxn>
                  <a:cxn ang="0">
                    <a:pos x="242" y="2"/>
                  </a:cxn>
                  <a:cxn ang="0">
                    <a:pos x="320" y="2"/>
                  </a:cxn>
                  <a:cxn ang="0">
                    <a:pos x="403" y="10"/>
                  </a:cxn>
                  <a:cxn ang="0">
                    <a:pos x="484" y="25"/>
                  </a:cxn>
                  <a:cxn ang="0">
                    <a:pos x="562" y="46"/>
                  </a:cxn>
                  <a:cxn ang="0">
                    <a:pos x="637" y="75"/>
                  </a:cxn>
                  <a:cxn ang="0">
                    <a:pos x="710" y="110"/>
                  </a:cxn>
                  <a:cxn ang="0">
                    <a:pos x="779" y="152"/>
                  </a:cxn>
                  <a:cxn ang="0">
                    <a:pos x="842" y="198"/>
                  </a:cxn>
                  <a:cxn ang="0">
                    <a:pos x="902" y="250"/>
                  </a:cxn>
                  <a:cxn ang="0">
                    <a:pos x="958" y="307"/>
                  </a:cxn>
                  <a:cxn ang="0">
                    <a:pos x="1008" y="369"/>
                  </a:cxn>
                  <a:cxn ang="0">
                    <a:pos x="1054" y="434"/>
                  </a:cxn>
                  <a:cxn ang="0">
                    <a:pos x="1092" y="505"/>
                  </a:cxn>
                  <a:cxn ang="0">
                    <a:pos x="1125" y="578"/>
                  </a:cxn>
                  <a:cxn ang="0">
                    <a:pos x="1151" y="655"/>
                  </a:cxn>
                  <a:cxn ang="0">
                    <a:pos x="1171" y="733"/>
                  </a:cxn>
                </a:cxnLst>
                <a:rect l="0" t="0" r="r" b="b"/>
                <a:pathLst>
                  <a:path w="1178" h="818">
                    <a:moveTo>
                      <a:pt x="1178" y="774"/>
                    </a:moveTo>
                    <a:lnTo>
                      <a:pt x="1146" y="783"/>
                    </a:lnTo>
                    <a:lnTo>
                      <a:pt x="1113" y="793"/>
                    </a:lnTo>
                    <a:lnTo>
                      <a:pt x="1079" y="801"/>
                    </a:lnTo>
                    <a:lnTo>
                      <a:pt x="1044" y="806"/>
                    </a:lnTo>
                    <a:lnTo>
                      <a:pt x="1009" y="812"/>
                    </a:lnTo>
                    <a:lnTo>
                      <a:pt x="973" y="814"/>
                    </a:lnTo>
                    <a:lnTo>
                      <a:pt x="938" y="816"/>
                    </a:lnTo>
                    <a:lnTo>
                      <a:pt x="902" y="818"/>
                    </a:lnTo>
                    <a:lnTo>
                      <a:pt x="860" y="816"/>
                    </a:lnTo>
                    <a:lnTo>
                      <a:pt x="818" y="814"/>
                    </a:lnTo>
                    <a:lnTo>
                      <a:pt x="775" y="808"/>
                    </a:lnTo>
                    <a:lnTo>
                      <a:pt x="735" y="802"/>
                    </a:lnTo>
                    <a:lnTo>
                      <a:pt x="695" y="793"/>
                    </a:lnTo>
                    <a:lnTo>
                      <a:pt x="654" y="783"/>
                    </a:lnTo>
                    <a:lnTo>
                      <a:pt x="616" y="772"/>
                    </a:lnTo>
                    <a:lnTo>
                      <a:pt x="578" y="758"/>
                    </a:lnTo>
                    <a:lnTo>
                      <a:pt x="541" y="743"/>
                    </a:lnTo>
                    <a:lnTo>
                      <a:pt x="505" y="726"/>
                    </a:lnTo>
                    <a:lnTo>
                      <a:pt x="468" y="708"/>
                    </a:lnTo>
                    <a:lnTo>
                      <a:pt x="434" y="687"/>
                    </a:lnTo>
                    <a:lnTo>
                      <a:pt x="399" y="666"/>
                    </a:lnTo>
                    <a:lnTo>
                      <a:pt x="366" y="643"/>
                    </a:lnTo>
                    <a:lnTo>
                      <a:pt x="336" y="620"/>
                    </a:lnTo>
                    <a:lnTo>
                      <a:pt x="305" y="595"/>
                    </a:lnTo>
                    <a:lnTo>
                      <a:pt x="274" y="568"/>
                    </a:lnTo>
                    <a:lnTo>
                      <a:pt x="247" y="540"/>
                    </a:lnTo>
                    <a:lnTo>
                      <a:pt x="221" y="511"/>
                    </a:lnTo>
                    <a:lnTo>
                      <a:pt x="194" y="480"/>
                    </a:lnTo>
                    <a:lnTo>
                      <a:pt x="169" y="449"/>
                    </a:lnTo>
                    <a:lnTo>
                      <a:pt x="146" y="417"/>
                    </a:lnTo>
                    <a:lnTo>
                      <a:pt x="125" y="384"/>
                    </a:lnTo>
                    <a:lnTo>
                      <a:pt x="104" y="350"/>
                    </a:lnTo>
                    <a:lnTo>
                      <a:pt x="86" y="313"/>
                    </a:lnTo>
                    <a:lnTo>
                      <a:pt x="69" y="278"/>
                    </a:lnTo>
                    <a:lnTo>
                      <a:pt x="52" y="240"/>
                    </a:lnTo>
                    <a:lnTo>
                      <a:pt x="38" y="204"/>
                    </a:lnTo>
                    <a:lnTo>
                      <a:pt x="27" y="163"/>
                    </a:lnTo>
                    <a:lnTo>
                      <a:pt x="15" y="125"/>
                    </a:lnTo>
                    <a:lnTo>
                      <a:pt x="6" y="85"/>
                    </a:lnTo>
                    <a:lnTo>
                      <a:pt x="0" y="44"/>
                    </a:lnTo>
                    <a:lnTo>
                      <a:pt x="33" y="35"/>
                    </a:lnTo>
                    <a:lnTo>
                      <a:pt x="65" y="25"/>
                    </a:lnTo>
                    <a:lnTo>
                      <a:pt x="100" y="17"/>
                    </a:lnTo>
                    <a:lnTo>
                      <a:pt x="134" y="12"/>
                    </a:lnTo>
                    <a:lnTo>
                      <a:pt x="171" y="6"/>
                    </a:lnTo>
                    <a:lnTo>
                      <a:pt x="205" y="4"/>
                    </a:lnTo>
                    <a:lnTo>
                      <a:pt x="242" y="2"/>
                    </a:lnTo>
                    <a:lnTo>
                      <a:pt x="278" y="0"/>
                    </a:lnTo>
                    <a:lnTo>
                      <a:pt x="320" y="2"/>
                    </a:lnTo>
                    <a:lnTo>
                      <a:pt x="363" y="4"/>
                    </a:lnTo>
                    <a:lnTo>
                      <a:pt x="403" y="10"/>
                    </a:lnTo>
                    <a:lnTo>
                      <a:pt x="443" y="16"/>
                    </a:lnTo>
                    <a:lnTo>
                      <a:pt x="484" y="25"/>
                    </a:lnTo>
                    <a:lnTo>
                      <a:pt x="524" y="35"/>
                    </a:lnTo>
                    <a:lnTo>
                      <a:pt x="562" y="46"/>
                    </a:lnTo>
                    <a:lnTo>
                      <a:pt x="601" y="60"/>
                    </a:lnTo>
                    <a:lnTo>
                      <a:pt x="637" y="75"/>
                    </a:lnTo>
                    <a:lnTo>
                      <a:pt x="674" y="92"/>
                    </a:lnTo>
                    <a:lnTo>
                      <a:pt x="710" y="110"/>
                    </a:lnTo>
                    <a:lnTo>
                      <a:pt x="745" y="131"/>
                    </a:lnTo>
                    <a:lnTo>
                      <a:pt x="779" y="152"/>
                    </a:lnTo>
                    <a:lnTo>
                      <a:pt x="812" y="175"/>
                    </a:lnTo>
                    <a:lnTo>
                      <a:pt x="842" y="198"/>
                    </a:lnTo>
                    <a:lnTo>
                      <a:pt x="873" y="223"/>
                    </a:lnTo>
                    <a:lnTo>
                      <a:pt x="902" y="250"/>
                    </a:lnTo>
                    <a:lnTo>
                      <a:pt x="931" y="278"/>
                    </a:lnTo>
                    <a:lnTo>
                      <a:pt x="958" y="307"/>
                    </a:lnTo>
                    <a:lnTo>
                      <a:pt x="984" y="338"/>
                    </a:lnTo>
                    <a:lnTo>
                      <a:pt x="1008" y="369"/>
                    </a:lnTo>
                    <a:lnTo>
                      <a:pt x="1032" y="401"/>
                    </a:lnTo>
                    <a:lnTo>
                      <a:pt x="1054" y="434"/>
                    </a:lnTo>
                    <a:lnTo>
                      <a:pt x="1073" y="468"/>
                    </a:lnTo>
                    <a:lnTo>
                      <a:pt x="1092" y="505"/>
                    </a:lnTo>
                    <a:lnTo>
                      <a:pt x="1109" y="540"/>
                    </a:lnTo>
                    <a:lnTo>
                      <a:pt x="1125" y="578"/>
                    </a:lnTo>
                    <a:lnTo>
                      <a:pt x="1140" y="616"/>
                    </a:lnTo>
                    <a:lnTo>
                      <a:pt x="1151" y="655"/>
                    </a:lnTo>
                    <a:lnTo>
                      <a:pt x="1163" y="693"/>
                    </a:lnTo>
                    <a:lnTo>
                      <a:pt x="1171" y="733"/>
                    </a:lnTo>
                    <a:lnTo>
                      <a:pt x="1178" y="77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45720" rIns="45720" anchor="ctr" anchorCtr="1"/>
              <a:lstStyle/>
              <a:p>
                <a:endParaRPr lang="en-US" dirty="0">
                  <a:effectLst/>
                </a:endParaRPr>
              </a:p>
            </p:txBody>
          </p:sp>
          <p:sp>
            <p:nvSpPr>
              <p:cNvPr id="124" name="Freeform 8">
                <a:extLst>
                  <a:ext uri="{FF2B5EF4-FFF2-40B4-BE49-F238E27FC236}">
                    <a16:creationId xmlns:a16="http://schemas.microsoft.com/office/drawing/2014/main" id="{B9B42C17-C2BD-2BCA-820D-E36153B54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7593" y="3238525"/>
                <a:ext cx="1873250" cy="1331912"/>
              </a:xfrm>
              <a:custGeom>
                <a:avLst/>
                <a:gdLst/>
                <a:ahLst/>
                <a:cxnLst>
                  <a:cxn ang="0">
                    <a:pos x="7" y="733"/>
                  </a:cxn>
                  <a:cxn ang="0">
                    <a:pos x="27" y="655"/>
                  </a:cxn>
                  <a:cxn ang="0">
                    <a:pos x="53" y="578"/>
                  </a:cxn>
                  <a:cxn ang="0">
                    <a:pos x="86" y="505"/>
                  </a:cxn>
                  <a:cxn ang="0">
                    <a:pos x="124" y="434"/>
                  </a:cxn>
                  <a:cxn ang="0">
                    <a:pos x="170" y="369"/>
                  </a:cxn>
                  <a:cxn ang="0">
                    <a:pos x="220" y="307"/>
                  </a:cxn>
                  <a:cxn ang="0">
                    <a:pos x="276" y="250"/>
                  </a:cxn>
                  <a:cxn ang="0">
                    <a:pos x="336" y="198"/>
                  </a:cxn>
                  <a:cxn ang="0">
                    <a:pos x="399" y="152"/>
                  </a:cxn>
                  <a:cxn ang="0">
                    <a:pos x="468" y="110"/>
                  </a:cxn>
                  <a:cxn ang="0">
                    <a:pos x="541" y="75"/>
                  </a:cxn>
                  <a:cxn ang="0">
                    <a:pos x="616" y="46"/>
                  </a:cxn>
                  <a:cxn ang="0">
                    <a:pos x="694" y="25"/>
                  </a:cxn>
                  <a:cxn ang="0">
                    <a:pos x="775" y="10"/>
                  </a:cxn>
                  <a:cxn ang="0">
                    <a:pos x="860" y="2"/>
                  </a:cxn>
                  <a:cxn ang="0">
                    <a:pos x="938" y="2"/>
                  </a:cxn>
                  <a:cxn ang="0">
                    <a:pos x="1009" y="6"/>
                  </a:cxn>
                  <a:cxn ang="0">
                    <a:pos x="1078" y="17"/>
                  </a:cxn>
                  <a:cxn ang="0">
                    <a:pos x="1145" y="35"/>
                  </a:cxn>
                  <a:cxn ang="0">
                    <a:pos x="1172" y="85"/>
                  </a:cxn>
                  <a:cxn ang="0">
                    <a:pos x="1151" y="163"/>
                  </a:cxn>
                  <a:cxn ang="0">
                    <a:pos x="1126" y="240"/>
                  </a:cxn>
                  <a:cxn ang="0">
                    <a:pos x="1092" y="313"/>
                  </a:cxn>
                  <a:cxn ang="0">
                    <a:pos x="1053" y="384"/>
                  </a:cxn>
                  <a:cxn ang="0">
                    <a:pos x="1009" y="449"/>
                  </a:cxn>
                  <a:cxn ang="0">
                    <a:pos x="959" y="511"/>
                  </a:cxn>
                  <a:cxn ang="0">
                    <a:pos x="904" y="568"/>
                  </a:cxn>
                  <a:cxn ang="0">
                    <a:pos x="842" y="620"/>
                  </a:cxn>
                  <a:cxn ang="0">
                    <a:pos x="779" y="666"/>
                  </a:cxn>
                  <a:cxn ang="0">
                    <a:pos x="710" y="708"/>
                  </a:cxn>
                  <a:cxn ang="0">
                    <a:pos x="639" y="743"/>
                  </a:cxn>
                  <a:cxn ang="0">
                    <a:pos x="562" y="772"/>
                  </a:cxn>
                  <a:cxn ang="0">
                    <a:pos x="485" y="793"/>
                  </a:cxn>
                  <a:cxn ang="0">
                    <a:pos x="403" y="808"/>
                  </a:cxn>
                  <a:cxn ang="0">
                    <a:pos x="320" y="816"/>
                  </a:cxn>
                  <a:cxn ang="0">
                    <a:pos x="241" y="816"/>
                  </a:cxn>
                  <a:cxn ang="0">
                    <a:pos x="170" y="812"/>
                  </a:cxn>
                  <a:cxn ang="0">
                    <a:pos x="99" y="801"/>
                  </a:cxn>
                  <a:cxn ang="0">
                    <a:pos x="32" y="783"/>
                  </a:cxn>
                </a:cxnLst>
                <a:rect l="0" t="0" r="r" b="b"/>
                <a:pathLst>
                  <a:path w="1178" h="818">
                    <a:moveTo>
                      <a:pt x="0" y="774"/>
                    </a:moveTo>
                    <a:lnTo>
                      <a:pt x="7" y="733"/>
                    </a:lnTo>
                    <a:lnTo>
                      <a:pt x="15" y="693"/>
                    </a:lnTo>
                    <a:lnTo>
                      <a:pt x="27" y="655"/>
                    </a:lnTo>
                    <a:lnTo>
                      <a:pt x="38" y="614"/>
                    </a:lnTo>
                    <a:lnTo>
                      <a:pt x="53" y="578"/>
                    </a:lnTo>
                    <a:lnTo>
                      <a:pt x="69" y="540"/>
                    </a:lnTo>
                    <a:lnTo>
                      <a:pt x="86" y="505"/>
                    </a:lnTo>
                    <a:lnTo>
                      <a:pt x="105" y="468"/>
                    </a:lnTo>
                    <a:lnTo>
                      <a:pt x="124" y="434"/>
                    </a:lnTo>
                    <a:lnTo>
                      <a:pt x="147" y="401"/>
                    </a:lnTo>
                    <a:lnTo>
                      <a:pt x="170" y="369"/>
                    </a:lnTo>
                    <a:lnTo>
                      <a:pt x="194" y="338"/>
                    </a:lnTo>
                    <a:lnTo>
                      <a:pt x="220" y="307"/>
                    </a:lnTo>
                    <a:lnTo>
                      <a:pt x="247" y="278"/>
                    </a:lnTo>
                    <a:lnTo>
                      <a:pt x="276" y="250"/>
                    </a:lnTo>
                    <a:lnTo>
                      <a:pt x="305" y="223"/>
                    </a:lnTo>
                    <a:lnTo>
                      <a:pt x="336" y="198"/>
                    </a:lnTo>
                    <a:lnTo>
                      <a:pt x="366" y="175"/>
                    </a:lnTo>
                    <a:lnTo>
                      <a:pt x="399" y="152"/>
                    </a:lnTo>
                    <a:lnTo>
                      <a:pt x="433" y="131"/>
                    </a:lnTo>
                    <a:lnTo>
                      <a:pt x="468" y="110"/>
                    </a:lnTo>
                    <a:lnTo>
                      <a:pt x="504" y="92"/>
                    </a:lnTo>
                    <a:lnTo>
                      <a:pt x="541" y="75"/>
                    </a:lnTo>
                    <a:lnTo>
                      <a:pt x="577" y="60"/>
                    </a:lnTo>
                    <a:lnTo>
                      <a:pt x="616" y="46"/>
                    </a:lnTo>
                    <a:lnTo>
                      <a:pt x="654" y="35"/>
                    </a:lnTo>
                    <a:lnTo>
                      <a:pt x="694" y="25"/>
                    </a:lnTo>
                    <a:lnTo>
                      <a:pt x="735" y="16"/>
                    </a:lnTo>
                    <a:lnTo>
                      <a:pt x="775" y="10"/>
                    </a:lnTo>
                    <a:lnTo>
                      <a:pt x="817" y="4"/>
                    </a:lnTo>
                    <a:lnTo>
                      <a:pt x="860" y="2"/>
                    </a:lnTo>
                    <a:lnTo>
                      <a:pt x="902" y="0"/>
                    </a:lnTo>
                    <a:lnTo>
                      <a:pt x="938" y="2"/>
                    </a:lnTo>
                    <a:lnTo>
                      <a:pt x="973" y="4"/>
                    </a:lnTo>
                    <a:lnTo>
                      <a:pt x="1009" y="6"/>
                    </a:lnTo>
                    <a:lnTo>
                      <a:pt x="1044" y="12"/>
                    </a:lnTo>
                    <a:lnTo>
                      <a:pt x="1078" y="17"/>
                    </a:lnTo>
                    <a:lnTo>
                      <a:pt x="1113" y="25"/>
                    </a:lnTo>
                    <a:lnTo>
                      <a:pt x="1145" y="35"/>
                    </a:lnTo>
                    <a:lnTo>
                      <a:pt x="1178" y="44"/>
                    </a:lnTo>
                    <a:lnTo>
                      <a:pt x="1172" y="85"/>
                    </a:lnTo>
                    <a:lnTo>
                      <a:pt x="1163" y="125"/>
                    </a:lnTo>
                    <a:lnTo>
                      <a:pt x="1151" y="163"/>
                    </a:lnTo>
                    <a:lnTo>
                      <a:pt x="1140" y="202"/>
                    </a:lnTo>
                    <a:lnTo>
                      <a:pt x="1126" y="240"/>
                    </a:lnTo>
                    <a:lnTo>
                      <a:pt x="1109" y="277"/>
                    </a:lnTo>
                    <a:lnTo>
                      <a:pt x="1092" y="313"/>
                    </a:lnTo>
                    <a:lnTo>
                      <a:pt x="1074" y="350"/>
                    </a:lnTo>
                    <a:lnTo>
                      <a:pt x="1053" y="384"/>
                    </a:lnTo>
                    <a:lnTo>
                      <a:pt x="1032" y="417"/>
                    </a:lnTo>
                    <a:lnTo>
                      <a:pt x="1009" y="449"/>
                    </a:lnTo>
                    <a:lnTo>
                      <a:pt x="984" y="480"/>
                    </a:lnTo>
                    <a:lnTo>
                      <a:pt x="959" y="511"/>
                    </a:lnTo>
                    <a:lnTo>
                      <a:pt x="931" y="540"/>
                    </a:lnTo>
                    <a:lnTo>
                      <a:pt x="904" y="568"/>
                    </a:lnTo>
                    <a:lnTo>
                      <a:pt x="873" y="595"/>
                    </a:lnTo>
                    <a:lnTo>
                      <a:pt x="842" y="620"/>
                    </a:lnTo>
                    <a:lnTo>
                      <a:pt x="812" y="643"/>
                    </a:lnTo>
                    <a:lnTo>
                      <a:pt x="779" y="666"/>
                    </a:lnTo>
                    <a:lnTo>
                      <a:pt x="744" y="687"/>
                    </a:lnTo>
                    <a:lnTo>
                      <a:pt x="710" y="708"/>
                    </a:lnTo>
                    <a:lnTo>
                      <a:pt x="675" y="726"/>
                    </a:lnTo>
                    <a:lnTo>
                      <a:pt x="639" y="743"/>
                    </a:lnTo>
                    <a:lnTo>
                      <a:pt x="600" y="758"/>
                    </a:lnTo>
                    <a:lnTo>
                      <a:pt x="562" y="772"/>
                    </a:lnTo>
                    <a:lnTo>
                      <a:pt x="524" y="783"/>
                    </a:lnTo>
                    <a:lnTo>
                      <a:pt x="485" y="793"/>
                    </a:lnTo>
                    <a:lnTo>
                      <a:pt x="445" y="802"/>
                    </a:lnTo>
                    <a:lnTo>
                      <a:pt x="403" y="808"/>
                    </a:lnTo>
                    <a:lnTo>
                      <a:pt x="362" y="814"/>
                    </a:lnTo>
                    <a:lnTo>
                      <a:pt x="320" y="816"/>
                    </a:lnTo>
                    <a:lnTo>
                      <a:pt x="278" y="818"/>
                    </a:lnTo>
                    <a:lnTo>
                      <a:pt x="241" y="816"/>
                    </a:lnTo>
                    <a:lnTo>
                      <a:pt x="205" y="814"/>
                    </a:lnTo>
                    <a:lnTo>
                      <a:pt x="170" y="812"/>
                    </a:lnTo>
                    <a:lnTo>
                      <a:pt x="134" y="806"/>
                    </a:lnTo>
                    <a:lnTo>
                      <a:pt x="99" y="801"/>
                    </a:lnTo>
                    <a:lnTo>
                      <a:pt x="67" y="793"/>
                    </a:lnTo>
                    <a:lnTo>
                      <a:pt x="32" y="783"/>
                    </a:lnTo>
                    <a:lnTo>
                      <a:pt x="0" y="77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45720" rIns="45720" anchor="ctr" anchorCtr="1"/>
              <a:lstStyle/>
              <a:p>
                <a:endParaRPr lang="en-US" dirty="0">
                  <a:effectLst/>
                </a:endParaRPr>
              </a:p>
            </p:txBody>
          </p:sp>
          <p:sp>
            <p:nvSpPr>
              <p:cNvPr id="125" name="Freeform 9">
                <a:extLst>
                  <a:ext uri="{FF2B5EF4-FFF2-40B4-BE49-F238E27FC236}">
                    <a16:creationId xmlns:a16="http://schemas.microsoft.com/office/drawing/2014/main" id="{C88AA351-707F-BC26-3346-FC3C90E0D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0132" y="3656037"/>
                <a:ext cx="917575" cy="2141538"/>
              </a:xfrm>
              <a:custGeom>
                <a:avLst/>
                <a:gdLst/>
                <a:ahLst/>
                <a:cxnLst>
                  <a:cxn ang="0">
                    <a:pos x="576" y="714"/>
                  </a:cxn>
                  <a:cxn ang="0">
                    <a:pos x="566" y="810"/>
                  </a:cxn>
                  <a:cxn ang="0">
                    <a:pos x="547" y="902"/>
                  </a:cxn>
                  <a:cxn ang="0">
                    <a:pos x="518" y="990"/>
                  </a:cxn>
                  <a:cxn ang="0">
                    <a:pos x="480" y="1075"/>
                  </a:cxn>
                  <a:cxn ang="0">
                    <a:pos x="434" y="1155"/>
                  </a:cxn>
                  <a:cxn ang="0">
                    <a:pos x="382" y="1228"/>
                  </a:cxn>
                  <a:cxn ang="0">
                    <a:pos x="321" y="1297"/>
                  </a:cxn>
                  <a:cxn ang="0">
                    <a:pos x="257" y="1297"/>
                  </a:cxn>
                  <a:cxn ang="0">
                    <a:pos x="196" y="1228"/>
                  </a:cxn>
                  <a:cxn ang="0">
                    <a:pos x="144" y="1155"/>
                  </a:cxn>
                  <a:cxn ang="0">
                    <a:pos x="98" y="1075"/>
                  </a:cxn>
                  <a:cxn ang="0">
                    <a:pos x="60" y="990"/>
                  </a:cxn>
                  <a:cxn ang="0">
                    <a:pos x="31" y="902"/>
                  </a:cxn>
                  <a:cxn ang="0">
                    <a:pos x="12" y="810"/>
                  </a:cxn>
                  <a:cxn ang="0">
                    <a:pos x="2" y="714"/>
                  </a:cxn>
                  <a:cxn ang="0">
                    <a:pos x="2" y="616"/>
                  </a:cxn>
                  <a:cxn ang="0">
                    <a:pos x="12" y="522"/>
                  </a:cxn>
                  <a:cxn ang="0">
                    <a:pos x="31" y="430"/>
                  </a:cxn>
                  <a:cxn ang="0">
                    <a:pos x="60" y="339"/>
                  </a:cxn>
                  <a:cxn ang="0">
                    <a:pos x="98" y="255"/>
                  </a:cxn>
                  <a:cxn ang="0">
                    <a:pos x="144" y="176"/>
                  </a:cxn>
                  <a:cxn ang="0">
                    <a:pos x="196" y="102"/>
                  </a:cxn>
                  <a:cxn ang="0">
                    <a:pos x="257" y="32"/>
                  </a:cxn>
                  <a:cxn ang="0">
                    <a:pos x="321" y="32"/>
                  </a:cxn>
                  <a:cxn ang="0">
                    <a:pos x="382" y="102"/>
                  </a:cxn>
                  <a:cxn ang="0">
                    <a:pos x="434" y="176"/>
                  </a:cxn>
                  <a:cxn ang="0">
                    <a:pos x="480" y="255"/>
                  </a:cxn>
                  <a:cxn ang="0">
                    <a:pos x="518" y="339"/>
                  </a:cxn>
                  <a:cxn ang="0">
                    <a:pos x="547" y="430"/>
                  </a:cxn>
                  <a:cxn ang="0">
                    <a:pos x="566" y="522"/>
                  </a:cxn>
                  <a:cxn ang="0">
                    <a:pos x="576" y="616"/>
                  </a:cxn>
                </a:cxnLst>
                <a:rect l="0" t="0" r="r" b="b"/>
                <a:pathLst>
                  <a:path w="578" h="1330">
                    <a:moveTo>
                      <a:pt x="578" y="666"/>
                    </a:moveTo>
                    <a:lnTo>
                      <a:pt x="576" y="714"/>
                    </a:lnTo>
                    <a:lnTo>
                      <a:pt x="572" y="762"/>
                    </a:lnTo>
                    <a:lnTo>
                      <a:pt x="566" y="810"/>
                    </a:lnTo>
                    <a:lnTo>
                      <a:pt x="557" y="856"/>
                    </a:lnTo>
                    <a:lnTo>
                      <a:pt x="547" y="902"/>
                    </a:lnTo>
                    <a:lnTo>
                      <a:pt x="534" y="946"/>
                    </a:lnTo>
                    <a:lnTo>
                      <a:pt x="518" y="990"/>
                    </a:lnTo>
                    <a:lnTo>
                      <a:pt x="499" y="1032"/>
                    </a:lnTo>
                    <a:lnTo>
                      <a:pt x="480" y="1075"/>
                    </a:lnTo>
                    <a:lnTo>
                      <a:pt x="459" y="1115"/>
                    </a:lnTo>
                    <a:lnTo>
                      <a:pt x="434" y="1155"/>
                    </a:lnTo>
                    <a:lnTo>
                      <a:pt x="409" y="1192"/>
                    </a:lnTo>
                    <a:lnTo>
                      <a:pt x="382" y="1228"/>
                    </a:lnTo>
                    <a:lnTo>
                      <a:pt x="353" y="1265"/>
                    </a:lnTo>
                    <a:lnTo>
                      <a:pt x="321" y="1297"/>
                    </a:lnTo>
                    <a:lnTo>
                      <a:pt x="290" y="1330"/>
                    </a:lnTo>
                    <a:lnTo>
                      <a:pt x="257" y="1297"/>
                    </a:lnTo>
                    <a:lnTo>
                      <a:pt x="227" y="1265"/>
                    </a:lnTo>
                    <a:lnTo>
                      <a:pt x="196" y="1228"/>
                    </a:lnTo>
                    <a:lnTo>
                      <a:pt x="169" y="1192"/>
                    </a:lnTo>
                    <a:lnTo>
                      <a:pt x="144" y="1155"/>
                    </a:lnTo>
                    <a:lnTo>
                      <a:pt x="119" y="1115"/>
                    </a:lnTo>
                    <a:lnTo>
                      <a:pt x="98" y="1075"/>
                    </a:lnTo>
                    <a:lnTo>
                      <a:pt x="79" y="1032"/>
                    </a:lnTo>
                    <a:lnTo>
                      <a:pt x="60" y="990"/>
                    </a:lnTo>
                    <a:lnTo>
                      <a:pt x="44" y="946"/>
                    </a:lnTo>
                    <a:lnTo>
                      <a:pt x="31" y="902"/>
                    </a:lnTo>
                    <a:lnTo>
                      <a:pt x="21" y="856"/>
                    </a:lnTo>
                    <a:lnTo>
                      <a:pt x="12" y="810"/>
                    </a:lnTo>
                    <a:lnTo>
                      <a:pt x="6" y="762"/>
                    </a:lnTo>
                    <a:lnTo>
                      <a:pt x="2" y="714"/>
                    </a:lnTo>
                    <a:lnTo>
                      <a:pt x="0" y="666"/>
                    </a:lnTo>
                    <a:lnTo>
                      <a:pt x="2" y="616"/>
                    </a:lnTo>
                    <a:lnTo>
                      <a:pt x="6" y="568"/>
                    </a:lnTo>
                    <a:lnTo>
                      <a:pt x="12" y="522"/>
                    </a:lnTo>
                    <a:lnTo>
                      <a:pt x="21" y="474"/>
                    </a:lnTo>
                    <a:lnTo>
                      <a:pt x="31" y="430"/>
                    </a:lnTo>
                    <a:lnTo>
                      <a:pt x="44" y="384"/>
                    </a:lnTo>
                    <a:lnTo>
                      <a:pt x="60" y="339"/>
                    </a:lnTo>
                    <a:lnTo>
                      <a:pt x="79" y="297"/>
                    </a:lnTo>
                    <a:lnTo>
                      <a:pt x="98" y="255"/>
                    </a:lnTo>
                    <a:lnTo>
                      <a:pt x="119" y="215"/>
                    </a:lnTo>
                    <a:lnTo>
                      <a:pt x="144" y="176"/>
                    </a:lnTo>
                    <a:lnTo>
                      <a:pt x="169" y="138"/>
                    </a:lnTo>
                    <a:lnTo>
                      <a:pt x="196" y="102"/>
                    </a:lnTo>
                    <a:lnTo>
                      <a:pt x="227" y="67"/>
                    </a:lnTo>
                    <a:lnTo>
                      <a:pt x="257" y="32"/>
                    </a:lnTo>
                    <a:lnTo>
                      <a:pt x="290" y="0"/>
                    </a:lnTo>
                    <a:lnTo>
                      <a:pt x="321" y="32"/>
                    </a:lnTo>
                    <a:lnTo>
                      <a:pt x="353" y="67"/>
                    </a:lnTo>
                    <a:lnTo>
                      <a:pt x="382" y="102"/>
                    </a:lnTo>
                    <a:lnTo>
                      <a:pt x="409" y="138"/>
                    </a:lnTo>
                    <a:lnTo>
                      <a:pt x="434" y="176"/>
                    </a:lnTo>
                    <a:lnTo>
                      <a:pt x="459" y="215"/>
                    </a:lnTo>
                    <a:lnTo>
                      <a:pt x="480" y="255"/>
                    </a:lnTo>
                    <a:lnTo>
                      <a:pt x="499" y="297"/>
                    </a:lnTo>
                    <a:lnTo>
                      <a:pt x="518" y="339"/>
                    </a:lnTo>
                    <a:lnTo>
                      <a:pt x="534" y="384"/>
                    </a:lnTo>
                    <a:lnTo>
                      <a:pt x="547" y="430"/>
                    </a:lnTo>
                    <a:lnTo>
                      <a:pt x="557" y="474"/>
                    </a:lnTo>
                    <a:lnTo>
                      <a:pt x="566" y="522"/>
                    </a:lnTo>
                    <a:lnTo>
                      <a:pt x="572" y="568"/>
                    </a:lnTo>
                    <a:lnTo>
                      <a:pt x="576" y="616"/>
                    </a:lnTo>
                    <a:lnTo>
                      <a:pt x="578" y="6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45720" rIns="45720" anchor="ctr" anchorCtr="1"/>
              <a:lstStyle/>
              <a:p>
                <a:endParaRPr lang="en-US" dirty="0">
                  <a:effectLst/>
                </a:endParaRPr>
              </a:p>
            </p:txBody>
          </p:sp>
          <p:sp>
            <p:nvSpPr>
              <p:cNvPr id="126" name="Freeform 10">
                <a:extLst>
                  <a:ext uri="{FF2B5EF4-FFF2-40B4-BE49-F238E27FC236}">
                    <a16:creationId xmlns:a16="http://schemas.microsoft.com/office/drawing/2014/main" id="{D3CC64E8-8EC1-CD74-DCA2-75181F314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3943" y="3649688"/>
                <a:ext cx="869950" cy="919163"/>
              </a:xfrm>
              <a:custGeom>
                <a:avLst/>
                <a:gdLst/>
                <a:ahLst/>
                <a:cxnLst>
                  <a:cxn ang="0">
                    <a:pos x="48" y="339"/>
                  </a:cxn>
                  <a:cxn ang="0">
                    <a:pos x="155" y="142"/>
                  </a:cxn>
                  <a:cxn ang="0">
                    <a:pos x="293" y="15"/>
                  </a:cxn>
                  <a:cxn ang="0">
                    <a:pos x="378" y="111"/>
                  </a:cxn>
                  <a:cxn ang="0">
                    <a:pos x="391" y="128"/>
                  </a:cxn>
                  <a:cxn ang="0">
                    <a:pos x="395" y="136"/>
                  </a:cxn>
                  <a:cxn ang="0">
                    <a:pos x="403" y="148"/>
                  </a:cxn>
                  <a:cxn ang="0">
                    <a:pos x="403" y="148"/>
                  </a:cxn>
                  <a:cxn ang="0">
                    <a:pos x="416" y="165"/>
                  </a:cxn>
                  <a:cxn ang="0">
                    <a:pos x="422" y="176"/>
                  </a:cxn>
                  <a:cxn ang="0">
                    <a:pos x="426" y="180"/>
                  </a:cxn>
                  <a:cxn ang="0">
                    <a:pos x="432" y="192"/>
                  </a:cxn>
                  <a:cxn ang="0">
                    <a:pos x="435" y="196"/>
                  </a:cxn>
                  <a:cxn ang="0">
                    <a:pos x="439" y="203"/>
                  </a:cxn>
                  <a:cxn ang="0">
                    <a:pos x="445" y="213"/>
                  </a:cxn>
                  <a:cxn ang="0">
                    <a:pos x="447" y="215"/>
                  </a:cxn>
                  <a:cxn ang="0">
                    <a:pos x="451" y="222"/>
                  </a:cxn>
                  <a:cxn ang="0">
                    <a:pos x="453" y="226"/>
                  </a:cxn>
                  <a:cxn ang="0">
                    <a:pos x="456" y="232"/>
                  </a:cxn>
                  <a:cxn ang="0">
                    <a:pos x="460" y="242"/>
                  </a:cxn>
                  <a:cxn ang="0">
                    <a:pos x="464" y="247"/>
                  </a:cxn>
                  <a:cxn ang="0">
                    <a:pos x="468" y="255"/>
                  </a:cxn>
                  <a:cxn ang="0">
                    <a:pos x="472" y="263"/>
                  </a:cxn>
                  <a:cxn ang="0">
                    <a:pos x="474" y="268"/>
                  </a:cxn>
                  <a:cxn ang="0">
                    <a:pos x="478" y="274"/>
                  </a:cxn>
                  <a:cxn ang="0">
                    <a:pos x="481" y="282"/>
                  </a:cxn>
                  <a:cxn ang="0">
                    <a:pos x="483" y="290"/>
                  </a:cxn>
                  <a:cxn ang="0">
                    <a:pos x="487" y="295"/>
                  </a:cxn>
                  <a:cxn ang="0">
                    <a:pos x="491" y="303"/>
                  </a:cxn>
                  <a:cxn ang="0">
                    <a:pos x="493" y="311"/>
                  </a:cxn>
                  <a:cxn ang="0">
                    <a:pos x="497" y="316"/>
                  </a:cxn>
                  <a:cxn ang="0">
                    <a:pos x="499" y="324"/>
                  </a:cxn>
                  <a:cxn ang="0">
                    <a:pos x="503" y="330"/>
                  </a:cxn>
                  <a:cxn ang="0">
                    <a:pos x="504" y="338"/>
                  </a:cxn>
                  <a:cxn ang="0">
                    <a:pos x="508" y="345"/>
                  </a:cxn>
                  <a:cxn ang="0">
                    <a:pos x="508" y="349"/>
                  </a:cxn>
                  <a:cxn ang="0">
                    <a:pos x="512" y="359"/>
                  </a:cxn>
                  <a:cxn ang="0">
                    <a:pos x="516" y="366"/>
                  </a:cxn>
                  <a:cxn ang="0">
                    <a:pos x="518" y="372"/>
                  </a:cxn>
                  <a:cxn ang="0">
                    <a:pos x="520" y="384"/>
                  </a:cxn>
                  <a:cxn ang="0">
                    <a:pos x="522" y="387"/>
                  </a:cxn>
                  <a:cxn ang="0">
                    <a:pos x="524" y="395"/>
                  </a:cxn>
                  <a:cxn ang="0">
                    <a:pos x="527" y="405"/>
                  </a:cxn>
                  <a:cxn ang="0">
                    <a:pos x="527" y="407"/>
                  </a:cxn>
                  <a:cxn ang="0">
                    <a:pos x="531" y="416"/>
                  </a:cxn>
                  <a:cxn ang="0">
                    <a:pos x="533" y="424"/>
                  </a:cxn>
                  <a:cxn ang="0">
                    <a:pos x="535" y="430"/>
                  </a:cxn>
                  <a:cxn ang="0">
                    <a:pos x="537" y="441"/>
                  </a:cxn>
                  <a:cxn ang="0">
                    <a:pos x="539" y="445"/>
                  </a:cxn>
                  <a:cxn ang="0">
                    <a:pos x="541" y="455"/>
                  </a:cxn>
                  <a:cxn ang="0">
                    <a:pos x="543" y="464"/>
                  </a:cxn>
                  <a:cxn ang="0">
                    <a:pos x="543" y="468"/>
                  </a:cxn>
                  <a:cxn ang="0">
                    <a:pos x="547" y="478"/>
                  </a:cxn>
                  <a:cxn ang="0">
                    <a:pos x="547" y="485"/>
                  </a:cxn>
                  <a:cxn ang="0">
                    <a:pos x="549" y="487"/>
                  </a:cxn>
                  <a:cxn ang="0">
                    <a:pos x="551" y="501"/>
                  </a:cxn>
                  <a:cxn ang="0">
                    <a:pos x="551" y="506"/>
                  </a:cxn>
                  <a:cxn ang="0">
                    <a:pos x="552" y="514"/>
                  </a:cxn>
                  <a:cxn ang="0">
                    <a:pos x="554" y="526"/>
                  </a:cxn>
                  <a:cxn ang="0">
                    <a:pos x="554" y="526"/>
                  </a:cxn>
                  <a:cxn ang="0">
                    <a:pos x="385" y="564"/>
                  </a:cxn>
                  <a:cxn ang="0">
                    <a:pos x="170" y="564"/>
                  </a:cxn>
                </a:cxnLst>
                <a:rect l="0" t="0" r="r" b="b"/>
                <a:pathLst>
                  <a:path w="554" h="570">
                    <a:moveTo>
                      <a:pt x="0" y="526"/>
                    </a:moveTo>
                    <a:lnTo>
                      <a:pt x="5" y="487"/>
                    </a:lnTo>
                    <a:lnTo>
                      <a:pt x="15" y="451"/>
                    </a:lnTo>
                    <a:lnTo>
                      <a:pt x="25" y="412"/>
                    </a:lnTo>
                    <a:lnTo>
                      <a:pt x="36" y="376"/>
                    </a:lnTo>
                    <a:lnTo>
                      <a:pt x="48" y="339"/>
                    </a:lnTo>
                    <a:lnTo>
                      <a:pt x="63" y="305"/>
                    </a:lnTo>
                    <a:lnTo>
                      <a:pt x="78" y="270"/>
                    </a:lnTo>
                    <a:lnTo>
                      <a:pt x="96" y="238"/>
                    </a:lnTo>
                    <a:lnTo>
                      <a:pt x="115" y="205"/>
                    </a:lnTo>
                    <a:lnTo>
                      <a:pt x="134" y="173"/>
                    </a:lnTo>
                    <a:lnTo>
                      <a:pt x="155" y="142"/>
                    </a:lnTo>
                    <a:lnTo>
                      <a:pt x="176" y="111"/>
                    </a:lnTo>
                    <a:lnTo>
                      <a:pt x="199" y="82"/>
                    </a:lnTo>
                    <a:lnTo>
                      <a:pt x="224" y="54"/>
                    </a:lnTo>
                    <a:lnTo>
                      <a:pt x="251" y="27"/>
                    </a:lnTo>
                    <a:lnTo>
                      <a:pt x="278" y="0"/>
                    </a:lnTo>
                    <a:lnTo>
                      <a:pt x="293" y="15"/>
                    </a:lnTo>
                    <a:lnTo>
                      <a:pt x="307" y="30"/>
                    </a:lnTo>
                    <a:lnTo>
                      <a:pt x="322" y="46"/>
                    </a:lnTo>
                    <a:lnTo>
                      <a:pt x="336" y="61"/>
                    </a:lnTo>
                    <a:lnTo>
                      <a:pt x="351" y="78"/>
                    </a:lnTo>
                    <a:lnTo>
                      <a:pt x="364" y="94"/>
                    </a:lnTo>
                    <a:lnTo>
                      <a:pt x="378" y="111"/>
                    </a:lnTo>
                    <a:lnTo>
                      <a:pt x="389" y="128"/>
                    </a:lnTo>
                    <a:lnTo>
                      <a:pt x="389" y="128"/>
                    </a:lnTo>
                    <a:lnTo>
                      <a:pt x="389" y="128"/>
                    </a:lnTo>
                    <a:lnTo>
                      <a:pt x="389" y="128"/>
                    </a:lnTo>
                    <a:lnTo>
                      <a:pt x="391" y="128"/>
                    </a:lnTo>
                    <a:lnTo>
                      <a:pt x="391" y="128"/>
                    </a:lnTo>
                    <a:lnTo>
                      <a:pt x="391" y="128"/>
                    </a:lnTo>
                    <a:lnTo>
                      <a:pt x="391" y="128"/>
                    </a:lnTo>
                    <a:lnTo>
                      <a:pt x="391" y="128"/>
                    </a:lnTo>
                    <a:lnTo>
                      <a:pt x="393" y="132"/>
                    </a:lnTo>
                    <a:lnTo>
                      <a:pt x="393" y="134"/>
                    </a:lnTo>
                    <a:lnTo>
                      <a:pt x="395" y="136"/>
                    </a:lnTo>
                    <a:lnTo>
                      <a:pt x="397" y="138"/>
                    </a:lnTo>
                    <a:lnTo>
                      <a:pt x="399" y="140"/>
                    </a:lnTo>
                    <a:lnTo>
                      <a:pt x="401" y="142"/>
                    </a:lnTo>
                    <a:lnTo>
                      <a:pt x="401" y="144"/>
                    </a:lnTo>
                    <a:lnTo>
                      <a:pt x="403" y="146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3" y="148"/>
                    </a:lnTo>
                    <a:lnTo>
                      <a:pt x="407" y="151"/>
                    </a:lnTo>
                    <a:lnTo>
                      <a:pt x="408" y="155"/>
                    </a:lnTo>
                    <a:lnTo>
                      <a:pt x="410" y="157"/>
                    </a:lnTo>
                    <a:lnTo>
                      <a:pt x="412" y="161"/>
                    </a:lnTo>
                    <a:lnTo>
                      <a:pt x="416" y="165"/>
                    </a:lnTo>
                    <a:lnTo>
                      <a:pt x="418" y="169"/>
                    </a:lnTo>
                    <a:lnTo>
                      <a:pt x="420" y="173"/>
                    </a:lnTo>
                    <a:lnTo>
                      <a:pt x="422" y="174"/>
                    </a:lnTo>
                    <a:lnTo>
                      <a:pt x="422" y="176"/>
                    </a:lnTo>
                    <a:lnTo>
                      <a:pt x="422" y="176"/>
                    </a:lnTo>
                    <a:lnTo>
                      <a:pt x="422" y="176"/>
                    </a:lnTo>
                    <a:lnTo>
                      <a:pt x="424" y="176"/>
                    </a:lnTo>
                    <a:lnTo>
                      <a:pt x="424" y="176"/>
                    </a:lnTo>
                    <a:lnTo>
                      <a:pt x="424" y="176"/>
                    </a:lnTo>
                    <a:lnTo>
                      <a:pt x="424" y="178"/>
                    </a:lnTo>
                    <a:lnTo>
                      <a:pt x="424" y="178"/>
                    </a:lnTo>
                    <a:lnTo>
                      <a:pt x="426" y="180"/>
                    </a:lnTo>
                    <a:lnTo>
                      <a:pt x="426" y="182"/>
                    </a:lnTo>
                    <a:lnTo>
                      <a:pt x="428" y="184"/>
                    </a:lnTo>
                    <a:lnTo>
                      <a:pt x="428" y="186"/>
                    </a:lnTo>
                    <a:lnTo>
                      <a:pt x="430" y="188"/>
                    </a:lnTo>
                    <a:lnTo>
                      <a:pt x="432" y="190"/>
                    </a:lnTo>
                    <a:lnTo>
                      <a:pt x="432" y="192"/>
                    </a:lnTo>
                    <a:lnTo>
                      <a:pt x="433" y="194"/>
                    </a:lnTo>
                    <a:lnTo>
                      <a:pt x="433" y="194"/>
                    </a:lnTo>
                    <a:lnTo>
                      <a:pt x="433" y="194"/>
                    </a:lnTo>
                    <a:lnTo>
                      <a:pt x="433" y="196"/>
                    </a:lnTo>
                    <a:lnTo>
                      <a:pt x="435" y="196"/>
                    </a:lnTo>
                    <a:lnTo>
                      <a:pt x="435" y="196"/>
                    </a:lnTo>
                    <a:lnTo>
                      <a:pt x="435" y="196"/>
                    </a:lnTo>
                    <a:lnTo>
                      <a:pt x="435" y="197"/>
                    </a:lnTo>
                    <a:lnTo>
                      <a:pt x="435" y="197"/>
                    </a:lnTo>
                    <a:lnTo>
                      <a:pt x="437" y="199"/>
                    </a:lnTo>
                    <a:lnTo>
                      <a:pt x="437" y="201"/>
                    </a:lnTo>
                    <a:lnTo>
                      <a:pt x="439" y="203"/>
                    </a:lnTo>
                    <a:lnTo>
                      <a:pt x="439" y="205"/>
                    </a:lnTo>
                    <a:lnTo>
                      <a:pt x="441" y="205"/>
                    </a:lnTo>
                    <a:lnTo>
                      <a:pt x="443" y="207"/>
                    </a:lnTo>
                    <a:lnTo>
                      <a:pt x="443" y="209"/>
                    </a:lnTo>
                    <a:lnTo>
                      <a:pt x="445" y="211"/>
                    </a:lnTo>
                    <a:lnTo>
                      <a:pt x="445" y="213"/>
                    </a:lnTo>
                    <a:lnTo>
                      <a:pt x="445" y="213"/>
                    </a:lnTo>
                    <a:lnTo>
                      <a:pt x="445" y="213"/>
                    </a:lnTo>
                    <a:lnTo>
                      <a:pt x="445" y="213"/>
                    </a:lnTo>
                    <a:lnTo>
                      <a:pt x="445" y="215"/>
                    </a:lnTo>
                    <a:lnTo>
                      <a:pt x="447" y="215"/>
                    </a:lnTo>
                    <a:lnTo>
                      <a:pt x="447" y="215"/>
                    </a:lnTo>
                    <a:lnTo>
                      <a:pt x="447" y="217"/>
                    </a:lnTo>
                    <a:lnTo>
                      <a:pt x="447" y="217"/>
                    </a:lnTo>
                    <a:lnTo>
                      <a:pt x="449" y="219"/>
                    </a:lnTo>
                    <a:lnTo>
                      <a:pt x="449" y="219"/>
                    </a:lnTo>
                    <a:lnTo>
                      <a:pt x="449" y="220"/>
                    </a:lnTo>
                    <a:lnTo>
                      <a:pt x="451" y="222"/>
                    </a:lnTo>
                    <a:lnTo>
                      <a:pt x="451" y="222"/>
                    </a:lnTo>
                    <a:lnTo>
                      <a:pt x="451" y="224"/>
                    </a:lnTo>
                    <a:lnTo>
                      <a:pt x="453" y="224"/>
                    </a:lnTo>
                    <a:lnTo>
                      <a:pt x="453" y="226"/>
                    </a:lnTo>
                    <a:lnTo>
                      <a:pt x="453" y="226"/>
                    </a:lnTo>
                    <a:lnTo>
                      <a:pt x="453" y="226"/>
                    </a:lnTo>
                    <a:lnTo>
                      <a:pt x="453" y="228"/>
                    </a:lnTo>
                    <a:lnTo>
                      <a:pt x="455" y="228"/>
                    </a:lnTo>
                    <a:lnTo>
                      <a:pt x="455" y="230"/>
                    </a:lnTo>
                    <a:lnTo>
                      <a:pt x="455" y="230"/>
                    </a:lnTo>
                    <a:lnTo>
                      <a:pt x="455" y="232"/>
                    </a:lnTo>
                    <a:lnTo>
                      <a:pt x="456" y="232"/>
                    </a:lnTo>
                    <a:lnTo>
                      <a:pt x="456" y="234"/>
                    </a:lnTo>
                    <a:lnTo>
                      <a:pt x="458" y="236"/>
                    </a:lnTo>
                    <a:lnTo>
                      <a:pt x="458" y="238"/>
                    </a:lnTo>
                    <a:lnTo>
                      <a:pt x="458" y="240"/>
                    </a:lnTo>
                    <a:lnTo>
                      <a:pt x="460" y="240"/>
                    </a:lnTo>
                    <a:lnTo>
                      <a:pt x="460" y="242"/>
                    </a:lnTo>
                    <a:lnTo>
                      <a:pt x="462" y="244"/>
                    </a:lnTo>
                    <a:lnTo>
                      <a:pt x="462" y="244"/>
                    </a:lnTo>
                    <a:lnTo>
                      <a:pt x="462" y="245"/>
                    </a:lnTo>
                    <a:lnTo>
                      <a:pt x="462" y="245"/>
                    </a:lnTo>
                    <a:lnTo>
                      <a:pt x="464" y="247"/>
                    </a:lnTo>
                    <a:lnTo>
                      <a:pt x="464" y="247"/>
                    </a:lnTo>
                    <a:lnTo>
                      <a:pt x="464" y="247"/>
                    </a:lnTo>
                    <a:lnTo>
                      <a:pt x="464" y="249"/>
                    </a:lnTo>
                    <a:lnTo>
                      <a:pt x="466" y="249"/>
                    </a:lnTo>
                    <a:lnTo>
                      <a:pt x="466" y="251"/>
                    </a:lnTo>
                    <a:lnTo>
                      <a:pt x="466" y="253"/>
                    </a:lnTo>
                    <a:lnTo>
                      <a:pt x="468" y="255"/>
                    </a:lnTo>
                    <a:lnTo>
                      <a:pt x="468" y="255"/>
                    </a:lnTo>
                    <a:lnTo>
                      <a:pt x="468" y="257"/>
                    </a:lnTo>
                    <a:lnTo>
                      <a:pt x="470" y="259"/>
                    </a:lnTo>
                    <a:lnTo>
                      <a:pt x="470" y="261"/>
                    </a:lnTo>
                    <a:lnTo>
                      <a:pt x="472" y="261"/>
                    </a:lnTo>
                    <a:lnTo>
                      <a:pt x="472" y="263"/>
                    </a:lnTo>
                    <a:lnTo>
                      <a:pt x="472" y="263"/>
                    </a:lnTo>
                    <a:lnTo>
                      <a:pt x="472" y="265"/>
                    </a:lnTo>
                    <a:lnTo>
                      <a:pt x="474" y="265"/>
                    </a:lnTo>
                    <a:lnTo>
                      <a:pt x="474" y="267"/>
                    </a:lnTo>
                    <a:lnTo>
                      <a:pt x="474" y="267"/>
                    </a:lnTo>
                    <a:lnTo>
                      <a:pt x="474" y="268"/>
                    </a:lnTo>
                    <a:lnTo>
                      <a:pt x="476" y="268"/>
                    </a:lnTo>
                    <a:lnTo>
                      <a:pt x="476" y="270"/>
                    </a:lnTo>
                    <a:lnTo>
                      <a:pt x="476" y="272"/>
                    </a:lnTo>
                    <a:lnTo>
                      <a:pt x="476" y="272"/>
                    </a:lnTo>
                    <a:lnTo>
                      <a:pt x="478" y="274"/>
                    </a:lnTo>
                    <a:lnTo>
                      <a:pt x="478" y="274"/>
                    </a:lnTo>
                    <a:lnTo>
                      <a:pt x="478" y="276"/>
                    </a:lnTo>
                    <a:lnTo>
                      <a:pt x="478" y="276"/>
                    </a:lnTo>
                    <a:lnTo>
                      <a:pt x="479" y="278"/>
                    </a:lnTo>
                    <a:lnTo>
                      <a:pt x="479" y="280"/>
                    </a:lnTo>
                    <a:lnTo>
                      <a:pt x="479" y="280"/>
                    </a:lnTo>
                    <a:lnTo>
                      <a:pt x="481" y="282"/>
                    </a:lnTo>
                    <a:lnTo>
                      <a:pt x="481" y="284"/>
                    </a:lnTo>
                    <a:lnTo>
                      <a:pt x="481" y="284"/>
                    </a:lnTo>
                    <a:lnTo>
                      <a:pt x="483" y="286"/>
                    </a:lnTo>
                    <a:lnTo>
                      <a:pt x="483" y="288"/>
                    </a:lnTo>
                    <a:lnTo>
                      <a:pt x="483" y="288"/>
                    </a:lnTo>
                    <a:lnTo>
                      <a:pt x="483" y="290"/>
                    </a:lnTo>
                    <a:lnTo>
                      <a:pt x="485" y="290"/>
                    </a:lnTo>
                    <a:lnTo>
                      <a:pt x="485" y="292"/>
                    </a:lnTo>
                    <a:lnTo>
                      <a:pt x="485" y="292"/>
                    </a:lnTo>
                    <a:lnTo>
                      <a:pt x="485" y="293"/>
                    </a:lnTo>
                    <a:lnTo>
                      <a:pt x="487" y="293"/>
                    </a:lnTo>
                    <a:lnTo>
                      <a:pt x="487" y="295"/>
                    </a:lnTo>
                    <a:lnTo>
                      <a:pt x="487" y="295"/>
                    </a:lnTo>
                    <a:lnTo>
                      <a:pt x="487" y="297"/>
                    </a:lnTo>
                    <a:lnTo>
                      <a:pt x="489" y="299"/>
                    </a:lnTo>
                    <a:lnTo>
                      <a:pt x="489" y="301"/>
                    </a:lnTo>
                    <a:lnTo>
                      <a:pt x="489" y="303"/>
                    </a:lnTo>
                    <a:lnTo>
                      <a:pt x="491" y="303"/>
                    </a:lnTo>
                    <a:lnTo>
                      <a:pt x="491" y="305"/>
                    </a:lnTo>
                    <a:lnTo>
                      <a:pt x="491" y="307"/>
                    </a:lnTo>
                    <a:lnTo>
                      <a:pt x="493" y="309"/>
                    </a:lnTo>
                    <a:lnTo>
                      <a:pt x="493" y="309"/>
                    </a:lnTo>
                    <a:lnTo>
                      <a:pt x="493" y="311"/>
                    </a:lnTo>
                    <a:lnTo>
                      <a:pt x="493" y="311"/>
                    </a:lnTo>
                    <a:lnTo>
                      <a:pt x="495" y="311"/>
                    </a:lnTo>
                    <a:lnTo>
                      <a:pt x="495" y="313"/>
                    </a:lnTo>
                    <a:lnTo>
                      <a:pt x="495" y="313"/>
                    </a:lnTo>
                    <a:lnTo>
                      <a:pt x="495" y="315"/>
                    </a:lnTo>
                    <a:lnTo>
                      <a:pt x="495" y="315"/>
                    </a:lnTo>
                    <a:lnTo>
                      <a:pt x="497" y="316"/>
                    </a:lnTo>
                    <a:lnTo>
                      <a:pt x="497" y="318"/>
                    </a:lnTo>
                    <a:lnTo>
                      <a:pt x="497" y="318"/>
                    </a:lnTo>
                    <a:lnTo>
                      <a:pt x="497" y="320"/>
                    </a:lnTo>
                    <a:lnTo>
                      <a:pt x="499" y="322"/>
                    </a:lnTo>
                    <a:lnTo>
                      <a:pt x="499" y="324"/>
                    </a:lnTo>
                    <a:lnTo>
                      <a:pt x="499" y="324"/>
                    </a:lnTo>
                    <a:lnTo>
                      <a:pt x="501" y="326"/>
                    </a:lnTo>
                    <a:lnTo>
                      <a:pt x="501" y="326"/>
                    </a:lnTo>
                    <a:lnTo>
                      <a:pt x="501" y="328"/>
                    </a:lnTo>
                    <a:lnTo>
                      <a:pt x="501" y="328"/>
                    </a:lnTo>
                    <a:lnTo>
                      <a:pt x="501" y="330"/>
                    </a:lnTo>
                    <a:lnTo>
                      <a:pt x="503" y="330"/>
                    </a:lnTo>
                    <a:lnTo>
                      <a:pt x="503" y="332"/>
                    </a:lnTo>
                    <a:lnTo>
                      <a:pt x="503" y="332"/>
                    </a:lnTo>
                    <a:lnTo>
                      <a:pt x="503" y="334"/>
                    </a:lnTo>
                    <a:lnTo>
                      <a:pt x="503" y="334"/>
                    </a:lnTo>
                    <a:lnTo>
                      <a:pt x="504" y="336"/>
                    </a:lnTo>
                    <a:lnTo>
                      <a:pt x="504" y="338"/>
                    </a:lnTo>
                    <a:lnTo>
                      <a:pt x="504" y="339"/>
                    </a:lnTo>
                    <a:lnTo>
                      <a:pt x="506" y="339"/>
                    </a:lnTo>
                    <a:lnTo>
                      <a:pt x="506" y="341"/>
                    </a:lnTo>
                    <a:lnTo>
                      <a:pt x="506" y="343"/>
                    </a:lnTo>
                    <a:lnTo>
                      <a:pt x="506" y="345"/>
                    </a:lnTo>
                    <a:lnTo>
                      <a:pt x="508" y="345"/>
                    </a:lnTo>
                    <a:lnTo>
                      <a:pt x="508" y="345"/>
                    </a:lnTo>
                    <a:lnTo>
                      <a:pt x="508" y="347"/>
                    </a:lnTo>
                    <a:lnTo>
                      <a:pt x="508" y="347"/>
                    </a:lnTo>
                    <a:lnTo>
                      <a:pt x="508" y="349"/>
                    </a:lnTo>
                    <a:lnTo>
                      <a:pt x="508" y="349"/>
                    </a:lnTo>
                    <a:lnTo>
                      <a:pt x="508" y="349"/>
                    </a:lnTo>
                    <a:lnTo>
                      <a:pt x="510" y="351"/>
                    </a:lnTo>
                    <a:lnTo>
                      <a:pt x="510" y="353"/>
                    </a:lnTo>
                    <a:lnTo>
                      <a:pt x="510" y="353"/>
                    </a:lnTo>
                    <a:lnTo>
                      <a:pt x="512" y="355"/>
                    </a:lnTo>
                    <a:lnTo>
                      <a:pt x="512" y="357"/>
                    </a:lnTo>
                    <a:lnTo>
                      <a:pt x="512" y="359"/>
                    </a:lnTo>
                    <a:lnTo>
                      <a:pt x="514" y="361"/>
                    </a:lnTo>
                    <a:lnTo>
                      <a:pt x="514" y="363"/>
                    </a:lnTo>
                    <a:lnTo>
                      <a:pt x="514" y="364"/>
                    </a:lnTo>
                    <a:lnTo>
                      <a:pt x="514" y="364"/>
                    </a:lnTo>
                    <a:lnTo>
                      <a:pt x="514" y="366"/>
                    </a:lnTo>
                    <a:lnTo>
                      <a:pt x="516" y="366"/>
                    </a:lnTo>
                    <a:lnTo>
                      <a:pt x="516" y="366"/>
                    </a:lnTo>
                    <a:lnTo>
                      <a:pt x="516" y="368"/>
                    </a:lnTo>
                    <a:lnTo>
                      <a:pt x="516" y="368"/>
                    </a:lnTo>
                    <a:lnTo>
                      <a:pt x="516" y="370"/>
                    </a:lnTo>
                    <a:lnTo>
                      <a:pt x="516" y="370"/>
                    </a:lnTo>
                    <a:lnTo>
                      <a:pt x="518" y="372"/>
                    </a:lnTo>
                    <a:lnTo>
                      <a:pt x="518" y="374"/>
                    </a:lnTo>
                    <a:lnTo>
                      <a:pt x="518" y="376"/>
                    </a:lnTo>
                    <a:lnTo>
                      <a:pt x="518" y="378"/>
                    </a:lnTo>
                    <a:lnTo>
                      <a:pt x="520" y="380"/>
                    </a:lnTo>
                    <a:lnTo>
                      <a:pt x="520" y="382"/>
                    </a:lnTo>
                    <a:lnTo>
                      <a:pt x="520" y="384"/>
                    </a:lnTo>
                    <a:lnTo>
                      <a:pt x="522" y="386"/>
                    </a:lnTo>
                    <a:lnTo>
                      <a:pt x="522" y="386"/>
                    </a:lnTo>
                    <a:lnTo>
                      <a:pt x="522" y="386"/>
                    </a:lnTo>
                    <a:lnTo>
                      <a:pt x="522" y="387"/>
                    </a:lnTo>
                    <a:lnTo>
                      <a:pt x="522" y="387"/>
                    </a:lnTo>
                    <a:lnTo>
                      <a:pt x="522" y="387"/>
                    </a:lnTo>
                    <a:lnTo>
                      <a:pt x="522" y="389"/>
                    </a:lnTo>
                    <a:lnTo>
                      <a:pt x="522" y="389"/>
                    </a:lnTo>
                    <a:lnTo>
                      <a:pt x="524" y="389"/>
                    </a:lnTo>
                    <a:lnTo>
                      <a:pt x="524" y="391"/>
                    </a:lnTo>
                    <a:lnTo>
                      <a:pt x="524" y="393"/>
                    </a:lnTo>
                    <a:lnTo>
                      <a:pt x="524" y="395"/>
                    </a:lnTo>
                    <a:lnTo>
                      <a:pt x="526" y="397"/>
                    </a:lnTo>
                    <a:lnTo>
                      <a:pt x="526" y="399"/>
                    </a:lnTo>
                    <a:lnTo>
                      <a:pt x="526" y="401"/>
                    </a:lnTo>
                    <a:lnTo>
                      <a:pt x="527" y="401"/>
                    </a:lnTo>
                    <a:lnTo>
                      <a:pt x="527" y="403"/>
                    </a:lnTo>
                    <a:lnTo>
                      <a:pt x="527" y="405"/>
                    </a:lnTo>
                    <a:lnTo>
                      <a:pt x="527" y="405"/>
                    </a:lnTo>
                    <a:lnTo>
                      <a:pt x="527" y="405"/>
                    </a:lnTo>
                    <a:lnTo>
                      <a:pt x="527" y="407"/>
                    </a:lnTo>
                    <a:lnTo>
                      <a:pt x="527" y="407"/>
                    </a:lnTo>
                    <a:lnTo>
                      <a:pt x="527" y="407"/>
                    </a:lnTo>
                    <a:lnTo>
                      <a:pt x="527" y="407"/>
                    </a:lnTo>
                    <a:lnTo>
                      <a:pt x="527" y="409"/>
                    </a:lnTo>
                    <a:lnTo>
                      <a:pt x="529" y="411"/>
                    </a:lnTo>
                    <a:lnTo>
                      <a:pt x="529" y="412"/>
                    </a:lnTo>
                    <a:lnTo>
                      <a:pt x="529" y="414"/>
                    </a:lnTo>
                    <a:lnTo>
                      <a:pt x="531" y="416"/>
                    </a:lnTo>
                    <a:lnTo>
                      <a:pt x="531" y="416"/>
                    </a:lnTo>
                    <a:lnTo>
                      <a:pt x="531" y="418"/>
                    </a:lnTo>
                    <a:lnTo>
                      <a:pt x="531" y="420"/>
                    </a:lnTo>
                    <a:lnTo>
                      <a:pt x="533" y="422"/>
                    </a:lnTo>
                    <a:lnTo>
                      <a:pt x="533" y="424"/>
                    </a:lnTo>
                    <a:lnTo>
                      <a:pt x="533" y="424"/>
                    </a:lnTo>
                    <a:lnTo>
                      <a:pt x="533" y="424"/>
                    </a:lnTo>
                    <a:lnTo>
                      <a:pt x="533" y="426"/>
                    </a:lnTo>
                    <a:lnTo>
                      <a:pt x="533" y="426"/>
                    </a:lnTo>
                    <a:lnTo>
                      <a:pt x="533" y="426"/>
                    </a:lnTo>
                    <a:lnTo>
                      <a:pt x="533" y="426"/>
                    </a:lnTo>
                    <a:lnTo>
                      <a:pt x="533" y="428"/>
                    </a:lnTo>
                    <a:lnTo>
                      <a:pt x="535" y="430"/>
                    </a:lnTo>
                    <a:lnTo>
                      <a:pt x="535" y="432"/>
                    </a:lnTo>
                    <a:lnTo>
                      <a:pt x="535" y="434"/>
                    </a:lnTo>
                    <a:lnTo>
                      <a:pt x="535" y="435"/>
                    </a:lnTo>
                    <a:lnTo>
                      <a:pt x="537" y="437"/>
                    </a:lnTo>
                    <a:lnTo>
                      <a:pt x="537" y="439"/>
                    </a:lnTo>
                    <a:lnTo>
                      <a:pt x="537" y="441"/>
                    </a:lnTo>
                    <a:lnTo>
                      <a:pt x="539" y="443"/>
                    </a:lnTo>
                    <a:lnTo>
                      <a:pt x="539" y="443"/>
                    </a:lnTo>
                    <a:lnTo>
                      <a:pt x="539" y="445"/>
                    </a:lnTo>
                    <a:lnTo>
                      <a:pt x="539" y="445"/>
                    </a:lnTo>
                    <a:lnTo>
                      <a:pt x="539" y="445"/>
                    </a:lnTo>
                    <a:lnTo>
                      <a:pt x="539" y="445"/>
                    </a:lnTo>
                    <a:lnTo>
                      <a:pt x="539" y="447"/>
                    </a:lnTo>
                    <a:lnTo>
                      <a:pt x="539" y="447"/>
                    </a:lnTo>
                    <a:lnTo>
                      <a:pt x="539" y="447"/>
                    </a:lnTo>
                    <a:lnTo>
                      <a:pt x="539" y="449"/>
                    </a:lnTo>
                    <a:lnTo>
                      <a:pt x="541" y="451"/>
                    </a:lnTo>
                    <a:lnTo>
                      <a:pt x="541" y="455"/>
                    </a:lnTo>
                    <a:lnTo>
                      <a:pt x="541" y="457"/>
                    </a:lnTo>
                    <a:lnTo>
                      <a:pt x="541" y="458"/>
                    </a:lnTo>
                    <a:lnTo>
                      <a:pt x="543" y="460"/>
                    </a:lnTo>
                    <a:lnTo>
                      <a:pt x="543" y="462"/>
                    </a:lnTo>
                    <a:lnTo>
                      <a:pt x="543" y="464"/>
                    </a:lnTo>
                    <a:lnTo>
                      <a:pt x="543" y="464"/>
                    </a:lnTo>
                    <a:lnTo>
                      <a:pt x="543" y="464"/>
                    </a:lnTo>
                    <a:lnTo>
                      <a:pt x="543" y="466"/>
                    </a:lnTo>
                    <a:lnTo>
                      <a:pt x="543" y="466"/>
                    </a:lnTo>
                    <a:lnTo>
                      <a:pt x="543" y="466"/>
                    </a:lnTo>
                    <a:lnTo>
                      <a:pt x="543" y="466"/>
                    </a:lnTo>
                    <a:lnTo>
                      <a:pt x="543" y="468"/>
                    </a:lnTo>
                    <a:lnTo>
                      <a:pt x="545" y="468"/>
                    </a:lnTo>
                    <a:lnTo>
                      <a:pt x="545" y="470"/>
                    </a:lnTo>
                    <a:lnTo>
                      <a:pt x="545" y="472"/>
                    </a:lnTo>
                    <a:lnTo>
                      <a:pt x="545" y="474"/>
                    </a:lnTo>
                    <a:lnTo>
                      <a:pt x="545" y="476"/>
                    </a:lnTo>
                    <a:lnTo>
                      <a:pt x="547" y="478"/>
                    </a:lnTo>
                    <a:lnTo>
                      <a:pt x="547" y="480"/>
                    </a:lnTo>
                    <a:lnTo>
                      <a:pt x="547" y="482"/>
                    </a:lnTo>
                    <a:lnTo>
                      <a:pt x="547" y="483"/>
                    </a:lnTo>
                    <a:lnTo>
                      <a:pt x="547" y="483"/>
                    </a:lnTo>
                    <a:lnTo>
                      <a:pt x="547" y="483"/>
                    </a:lnTo>
                    <a:lnTo>
                      <a:pt x="547" y="485"/>
                    </a:lnTo>
                    <a:lnTo>
                      <a:pt x="547" y="485"/>
                    </a:lnTo>
                    <a:lnTo>
                      <a:pt x="547" y="485"/>
                    </a:lnTo>
                    <a:lnTo>
                      <a:pt x="547" y="485"/>
                    </a:lnTo>
                    <a:lnTo>
                      <a:pt x="549" y="485"/>
                    </a:lnTo>
                    <a:lnTo>
                      <a:pt x="549" y="485"/>
                    </a:lnTo>
                    <a:lnTo>
                      <a:pt x="549" y="487"/>
                    </a:lnTo>
                    <a:lnTo>
                      <a:pt x="549" y="491"/>
                    </a:lnTo>
                    <a:lnTo>
                      <a:pt x="549" y="493"/>
                    </a:lnTo>
                    <a:lnTo>
                      <a:pt x="549" y="495"/>
                    </a:lnTo>
                    <a:lnTo>
                      <a:pt x="551" y="497"/>
                    </a:lnTo>
                    <a:lnTo>
                      <a:pt x="551" y="499"/>
                    </a:lnTo>
                    <a:lnTo>
                      <a:pt x="551" y="501"/>
                    </a:lnTo>
                    <a:lnTo>
                      <a:pt x="551" y="505"/>
                    </a:lnTo>
                    <a:lnTo>
                      <a:pt x="551" y="505"/>
                    </a:lnTo>
                    <a:lnTo>
                      <a:pt x="551" y="505"/>
                    </a:lnTo>
                    <a:lnTo>
                      <a:pt x="551" y="505"/>
                    </a:lnTo>
                    <a:lnTo>
                      <a:pt x="551" y="505"/>
                    </a:lnTo>
                    <a:lnTo>
                      <a:pt x="551" y="506"/>
                    </a:lnTo>
                    <a:lnTo>
                      <a:pt x="552" y="506"/>
                    </a:lnTo>
                    <a:lnTo>
                      <a:pt x="552" y="506"/>
                    </a:lnTo>
                    <a:lnTo>
                      <a:pt x="552" y="506"/>
                    </a:lnTo>
                    <a:lnTo>
                      <a:pt x="552" y="508"/>
                    </a:lnTo>
                    <a:lnTo>
                      <a:pt x="552" y="512"/>
                    </a:lnTo>
                    <a:lnTo>
                      <a:pt x="552" y="514"/>
                    </a:lnTo>
                    <a:lnTo>
                      <a:pt x="552" y="516"/>
                    </a:lnTo>
                    <a:lnTo>
                      <a:pt x="554" y="518"/>
                    </a:lnTo>
                    <a:lnTo>
                      <a:pt x="554" y="520"/>
                    </a:lnTo>
                    <a:lnTo>
                      <a:pt x="554" y="522"/>
                    </a:lnTo>
                    <a:lnTo>
                      <a:pt x="554" y="524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54" y="526"/>
                    </a:lnTo>
                    <a:lnTo>
                      <a:pt x="522" y="535"/>
                    </a:lnTo>
                    <a:lnTo>
                      <a:pt x="489" y="545"/>
                    </a:lnTo>
                    <a:lnTo>
                      <a:pt x="455" y="553"/>
                    </a:lnTo>
                    <a:lnTo>
                      <a:pt x="420" y="558"/>
                    </a:lnTo>
                    <a:lnTo>
                      <a:pt x="385" y="564"/>
                    </a:lnTo>
                    <a:lnTo>
                      <a:pt x="349" y="566"/>
                    </a:lnTo>
                    <a:lnTo>
                      <a:pt x="314" y="568"/>
                    </a:lnTo>
                    <a:lnTo>
                      <a:pt x="278" y="570"/>
                    </a:lnTo>
                    <a:lnTo>
                      <a:pt x="241" y="568"/>
                    </a:lnTo>
                    <a:lnTo>
                      <a:pt x="205" y="566"/>
                    </a:lnTo>
                    <a:lnTo>
                      <a:pt x="170" y="564"/>
                    </a:lnTo>
                    <a:lnTo>
                      <a:pt x="134" y="558"/>
                    </a:lnTo>
                    <a:lnTo>
                      <a:pt x="99" y="553"/>
                    </a:lnTo>
                    <a:lnTo>
                      <a:pt x="67" y="545"/>
                    </a:lnTo>
                    <a:lnTo>
                      <a:pt x="32" y="535"/>
                    </a:lnTo>
                    <a:lnTo>
                      <a:pt x="0" y="526"/>
                    </a:lnTo>
                    <a:close/>
                  </a:path>
                </a:pathLst>
              </a:custGeom>
              <a:solidFill>
                <a:schemeClr val="tx1"/>
              </a:solidFill>
              <a:ln w="6350" cmpd="sng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lIns="45720" rIns="45720" anchor="ctr" anchorCtr="1"/>
              <a:lstStyle/>
              <a:p>
                <a:endParaRPr lang="en-US" dirty="0">
                  <a:effectLst/>
                </a:endParaRPr>
              </a:p>
            </p:txBody>
          </p:sp>
          <p:sp>
            <p:nvSpPr>
              <p:cNvPr id="127" name="Rectangle 16">
                <a:extLst>
                  <a:ext uri="{FF2B5EF4-FFF2-40B4-BE49-F238E27FC236}">
                    <a16:creationId xmlns:a16="http://schemas.microsoft.com/office/drawing/2014/main" id="{9ADBBD1D-C57C-FB04-2BEB-8EF76A6AA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3094" y="3689375"/>
                <a:ext cx="409575" cy="2730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wrap="none" lIns="45720" rIns="45720" anchor="ctr" anchorCtr="1"/>
              <a:lstStyle/>
              <a:p>
                <a:pPr eaLnBrk="0" hangingPunct="0"/>
                <a:endParaRPr lang="en-US" sz="1200" dirty="0"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128" name="Rectangle 17">
                <a:extLst>
                  <a:ext uri="{FF2B5EF4-FFF2-40B4-BE49-F238E27FC236}">
                    <a16:creationId xmlns:a16="http://schemas.microsoft.com/office/drawing/2014/main" id="{2B9500FC-C560-A395-EFB7-75CE0CAAF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169" y="3689375"/>
                <a:ext cx="409575" cy="2730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wrap="none" lIns="45720" rIns="45720" anchor="ctr" anchorCtr="1"/>
              <a:lstStyle/>
              <a:p>
                <a:pPr eaLnBrk="0" hangingPunct="0"/>
                <a:endParaRPr lang="en-US" sz="1200" dirty="0"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129" name="Rectangle 18">
                <a:extLst>
                  <a:ext uri="{FF2B5EF4-FFF2-40B4-BE49-F238E27FC236}">
                    <a16:creationId xmlns:a16="http://schemas.microsoft.com/office/drawing/2014/main" id="{0CB4850D-B27E-8A1B-0F32-4A670EC92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3019" y="4154513"/>
                <a:ext cx="430213" cy="271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wrap="none" lIns="45720" rIns="45720" anchor="ctr" anchorCtr="1"/>
              <a:lstStyle/>
              <a:p>
                <a:pPr eaLnBrk="0" hangingPunct="0"/>
                <a:endParaRPr lang="en-US" sz="1200" dirty="0">
                  <a:solidFill>
                    <a:schemeClr val="dk1">
                      <a:lumMod val="100000"/>
                    </a:schemeClr>
                  </a:solidFill>
                  <a:effectLst/>
                </a:endParaRPr>
              </a:p>
            </p:txBody>
          </p:sp>
          <p:sp>
            <p:nvSpPr>
              <p:cNvPr id="130" name="Rectangle 19">
                <a:extLst>
                  <a:ext uri="{FF2B5EF4-FFF2-40B4-BE49-F238E27FC236}">
                    <a16:creationId xmlns:a16="http://schemas.microsoft.com/office/drawing/2014/main" id="{8C04F7EA-F20D-F849-46EA-A3D831359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82544" y="4878412"/>
                <a:ext cx="409575" cy="2730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sx="0" sy="0" rotWithShape="0">
                        <a:scrgbClr r="0" g="0" b="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/>
                </a:ext>
              </a:extLst>
            </p:spPr>
            <p:txBody>
              <a:bodyPr wrap="none" lIns="45720" rIns="45720" anchor="ctr" anchorCtr="1"/>
              <a:lstStyle/>
              <a:p>
                <a:pPr eaLnBrk="0" hangingPunct="0"/>
                <a:endParaRPr lang="en-US" sz="1200" dirty="0">
                  <a:solidFill>
                    <a:schemeClr val="bg1"/>
                  </a:solidFill>
                  <a:effectLst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83B9BD-9A1D-8B33-919C-454F1B4DC09E}"/>
                </a:ext>
              </a:extLst>
            </p:cNvPr>
            <p:cNvSpPr txBox="1"/>
            <p:nvPr/>
          </p:nvSpPr>
          <p:spPr>
            <a:xfrm>
              <a:off x="6253334" y="3021567"/>
              <a:ext cx="1166438" cy="51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Strategic </a:t>
              </a:r>
            </a:p>
            <a:p>
              <a:r>
                <a:rPr lang="en-US" sz="1200" b="1" dirty="0"/>
                <a:t>Alignment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DDDC38-A59C-7E25-FDFC-D1A435E9D4EE}"/>
                </a:ext>
              </a:extLst>
            </p:cNvPr>
            <p:cNvSpPr txBox="1"/>
            <p:nvPr/>
          </p:nvSpPr>
          <p:spPr>
            <a:xfrm>
              <a:off x="5464082" y="4765669"/>
              <a:ext cx="884988" cy="306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Value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9D23F06-715B-840A-F685-B7F13329213B}"/>
                </a:ext>
              </a:extLst>
            </p:cNvPr>
            <p:cNvSpPr txBox="1"/>
            <p:nvPr/>
          </p:nvSpPr>
          <p:spPr>
            <a:xfrm>
              <a:off x="7340182" y="4696025"/>
              <a:ext cx="1166438" cy="715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Ease of Implementation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4C9FAC-72D4-0248-7B42-22D07577DAAA}"/>
                </a:ext>
              </a:extLst>
            </p:cNvPr>
            <p:cNvGrpSpPr/>
            <p:nvPr>
              <p:custDataLst>
                <p:tags r:id="rId133"/>
              </p:custDataLst>
            </p:nvPr>
          </p:nvGrpSpPr>
          <p:grpSpPr>
            <a:xfrm>
              <a:off x="6072655" y="3053399"/>
              <a:ext cx="252000" cy="252000"/>
              <a:chOff x="9396107" y="2026719"/>
              <a:chExt cx="328660" cy="328660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D38646B-18ED-C56E-9B30-9F22F8FFCFF8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spcBef>
                    <a:spcPts val="456"/>
                  </a:spcBef>
                </a:pPr>
                <a:r>
                  <a:rPr lang="en-US" sz="1050" b="1" dirty="0">
                    <a:solidFill>
                      <a:schemeClr val="bg1"/>
                    </a:solidFill>
                    <a:cs typeface="Pan Display TT" panose="020B0504020101010102" pitchFamily="34" charset="0"/>
                    <a:sym typeface="Pan Display TT" panose="020B0504020101010102" pitchFamily="34" charset="0"/>
                  </a:rPr>
                  <a:t>6</a:t>
                </a:r>
              </a:p>
            </p:txBody>
          </p:sp>
          <p:sp>
            <p:nvSpPr>
              <p:cNvPr id="96" name="TextBox 95" hidden="1">
                <a:extLst>
                  <a:ext uri="{FF2B5EF4-FFF2-40B4-BE49-F238E27FC236}">
                    <a16:creationId xmlns:a16="http://schemas.microsoft.com/office/drawing/2014/main" id="{30072CEB-0F0C-A1D8-99C7-97479464A7C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</a:t>
                </a:r>
              </a:p>
            </p:txBody>
          </p:sp>
          <p:sp>
            <p:nvSpPr>
              <p:cNvPr id="97" name="TextBox 96" hidden="1">
                <a:extLst>
                  <a:ext uri="{FF2B5EF4-FFF2-40B4-BE49-F238E27FC236}">
                    <a16:creationId xmlns:a16="http://schemas.microsoft.com/office/drawing/2014/main" id="{BAA90808-7BC2-1DF5-5107-5C70A5E2FD1D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3</a:t>
                </a:r>
              </a:p>
            </p:txBody>
          </p:sp>
          <p:sp>
            <p:nvSpPr>
              <p:cNvPr id="98" name="TextBox 97" hidden="1">
                <a:extLst>
                  <a:ext uri="{FF2B5EF4-FFF2-40B4-BE49-F238E27FC236}">
                    <a16:creationId xmlns:a16="http://schemas.microsoft.com/office/drawing/2014/main" id="{46D04E0E-56AE-986D-CE34-903BCA02EC22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4</a:t>
                </a:r>
              </a:p>
            </p:txBody>
          </p:sp>
          <p:sp>
            <p:nvSpPr>
              <p:cNvPr id="99" name="TextBox 98" hidden="1">
                <a:extLst>
                  <a:ext uri="{FF2B5EF4-FFF2-40B4-BE49-F238E27FC236}">
                    <a16:creationId xmlns:a16="http://schemas.microsoft.com/office/drawing/2014/main" id="{4425799E-B1C0-BAB4-29F4-FD028CF01E1F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5</a:t>
                </a:r>
              </a:p>
            </p:txBody>
          </p:sp>
          <p:sp>
            <p:nvSpPr>
              <p:cNvPr id="100" name="TextBox 99" hidden="1">
                <a:extLst>
                  <a:ext uri="{FF2B5EF4-FFF2-40B4-BE49-F238E27FC236}">
                    <a16:creationId xmlns:a16="http://schemas.microsoft.com/office/drawing/2014/main" id="{49E4896F-9AA2-B127-A48F-652E633E5AB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6</a:t>
                </a:r>
              </a:p>
            </p:txBody>
          </p:sp>
          <p:sp>
            <p:nvSpPr>
              <p:cNvPr id="101" name="TextBox 100" hidden="1">
                <a:extLst>
                  <a:ext uri="{FF2B5EF4-FFF2-40B4-BE49-F238E27FC236}">
                    <a16:creationId xmlns:a16="http://schemas.microsoft.com/office/drawing/2014/main" id="{90C1DF0D-D40F-7EEF-59E2-96D48BEEB649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7</a:t>
                </a:r>
              </a:p>
            </p:txBody>
          </p:sp>
          <p:sp>
            <p:nvSpPr>
              <p:cNvPr id="102" name="TextBox 101" hidden="1">
                <a:extLst>
                  <a:ext uri="{FF2B5EF4-FFF2-40B4-BE49-F238E27FC236}">
                    <a16:creationId xmlns:a16="http://schemas.microsoft.com/office/drawing/2014/main" id="{996E9A35-25F6-C315-D654-0594607C1B35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8</a:t>
                </a:r>
              </a:p>
            </p:txBody>
          </p:sp>
          <p:sp>
            <p:nvSpPr>
              <p:cNvPr id="103" name="TextBox 102" hidden="1">
                <a:extLst>
                  <a:ext uri="{FF2B5EF4-FFF2-40B4-BE49-F238E27FC236}">
                    <a16:creationId xmlns:a16="http://schemas.microsoft.com/office/drawing/2014/main" id="{1192F52D-E5DD-0A6B-1629-E392FAB55BB0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9</a:t>
                </a:r>
              </a:p>
            </p:txBody>
          </p:sp>
          <p:sp>
            <p:nvSpPr>
              <p:cNvPr id="104" name="TextBox 103" hidden="1">
                <a:extLst>
                  <a:ext uri="{FF2B5EF4-FFF2-40B4-BE49-F238E27FC236}">
                    <a16:creationId xmlns:a16="http://schemas.microsoft.com/office/drawing/2014/main" id="{E20DC800-D7DF-F90E-A78A-9B08FCE4144A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10</a:t>
                </a:r>
              </a:p>
            </p:txBody>
          </p:sp>
          <p:sp>
            <p:nvSpPr>
              <p:cNvPr id="105" name="TextBox 104" hidden="1">
                <a:extLst>
                  <a:ext uri="{FF2B5EF4-FFF2-40B4-BE49-F238E27FC236}">
                    <a16:creationId xmlns:a16="http://schemas.microsoft.com/office/drawing/2014/main" id="{F27203C3-6E85-A9A0-F8C0-7BB18B41ABB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11</a:t>
                </a:r>
              </a:p>
            </p:txBody>
          </p:sp>
          <p:sp>
            <p:nvSpPr>
              <p:cNvPr id="106" name="TextBox 105" hidden="1">
                <a:extLst>
                  <a:ext uri="{FF2B5EF4-FFF2-40B4-BE49-F238E27FC236}">
                    <a16:creationId xmlns:a16="http://schemas.microsoft.com/office/drawing/2014/main" id="{C8A941C5-0024-B05C-DD83-4EC9028644B9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12</a:t>
                </a:r>
              </a:p>
            </p:txBody>
          </p:sp>
          <p:sp>
            <p:nvSpPr>
              <p:cNvPr id="107" name="TextBox 106" hidden="1">
                <a:extLst>
                  <a:ext uri="{FF2B5EF4-FFF2-40B4-BE49-F238E27FC236}">
                    <a16:creationId xmlns:a16="http://schemas.microsoft.com/office/drawing/2014/main" id="{E9D00395-822F-628F-7119-E152C8C9E0C2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13</a:t>
                </a:r>
              </a:p>
            </p:txBody>
          </p:sp>
          <p:sp>
            <p:nvSpPr>
              <p:cNvPr id="108" name="TextBox 107" hidden="1">
                <a:extLst>
                  <a:ext uri="{FF2B5EF4-FFF2-40B4-BE49-F238E27FC236}">
                    <a16:creationId xmlns:a16="http://schemas.microsoft.com/office/drawing/2014/main" id="{32ACA648-4F57-72AC-7436-42F22AD6DF5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9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14</a:t>
                </a:r>
              </a:p>
            </p:txBody>
          </p:sp>
          <p:sp>
            <p:nvSpPr>
              <p:cNvPr id="109" name="TextBox 108" hidden="1">
                <a:extLst>
                  <a:ext uri="{FF2B5EF4-FFF2-40B4-BE49-F238E27FC236}">
                    <a16:creationId xmlns:a16="http://schemas.microsoft.com/office/drawing/2014/main" id="{92768069-19E5-2F99-BEB2-E016E977EC71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15</a:t>
                </a:r>
              </a:p>
            </p:txBody>
          </p:sp>
          <p:sp>
            <p:nvSpPr>
              <p:cNvPr id="110" name="TextBox 109" hidden="1">
                <a:extLst>
                  <a:ext uri="{FF2B5EF4-FFF2-40B4-BE49-F238E27FC236}">
                    <a16:creationId xmlns:a16="http://schemas.microsoft.com/office/drawing/2014/main" id="{AA8C08F4-D1EE-2043-2AD1-1439B95BAA7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16</a:t>
                </a:r>
              </a:p>
            </p:txBody>
          </p:sp>
          <p:sp>
            <p:nvSpPr>
              <p:cNvPr id="111" name="TextBox 110" hidden="1">
                <a:extLst>
                  <a:ext uri="{FF2B5EF4-FFF2-40B4-BE49-F238E27FC236}">
                    <a16:creationId xmlns:a16="http://schemas.microsoft.com/office/drawing/2014/main" id="{FAF9FBD6-5513-8F39-4B52-6A5185314A0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17</a:t>
                </a:r>
              </a:p>
            </p:txBody>
          </p:sp>
          <p:sp>
            <p:nvSpPr>
              <p:cNvPr id="112" name="TextBox 111" hidden="1">
                <a:extLst>
                  <a:ext uri="{FF2B5EF4-FFF2-40B4-BE49-F238E27FC236}">
                    <a16:creationId xmlns:a16="http://schemas.microsoft.com/office/drawing/2014/main" id="{E7613EDF-DF88-5B1F-F220-120770CB6B1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18</a:t>
                </a:r>
              </a:p>
            </p:txBody>
          </p:sp>
          <p:sp>
            <p:nvSpPr>
              <p:cNvPr id="113" name="TextBox 112" hidden="1">
                <a:extLst>
                  <a:ext uri="{FF2B5EF4-FFF2-40B4-BE49-F238E27FC236}">
                    <a16:creationId xmlns:a16="http://schemas.microsoft.com/office/drawing/2014/main" id="{E63D107E-A10A-394F-25C7-68BE895561A8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19</a:t>
                </a:r>
              </a:p>
            </p:txBody>
          </p:sp>
          <p:sp>
            <p:nvSpPr>
              <p:cNvPr id="114" name="TextBox 113" hidden="1">
                <a:extLst>
                  <a:ext uri="{FF2B5EF4-FFF2-40B4-BE49-F238E27FC236}">
                    <a16:creationId xmlns:a16="http://schemas.microsoft.com/office/drawing/2014/main" id="{2C032AFB-D1D6-EC54-94F8-85DD06D54DA4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20</a:t>
                </a:r>
              </a:p>
            </p:txBody>
          </p:sp>
          <p:sp>
            <p:nvSpPr>
              <p:cNvPr id="115" name="TextBox 114" hidden="1">
                <a:extLst>
                  <a:ext uri="{FF2B5EF4-FFF2-40B4-BE49-F238E27FC236}">
                    <a16:creationId xmlns:a16="http://schemas.microsoft.com/office/drawing/2014/main" id="{FCC73CE0-412A-3E39-3278-5EDB094A1C2C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21</a:t>
                </a:r>
              </a:p>
            </p:txBody>
          </p:sp>
          <p:sp>
            <p:nvSpPr>
              <p:cNvPr id="116" name="TextBox 115" hidden="1">
                <a:extLst>
                  <a:ext uri="{FF2B5EF4-FFF2-40B4-BE49-F238E27FC236}">
                    <a16:creationId xmlns:a16="http://schemas.microsoft.com/office/drawing/2014/main" id="{83905DAC-D756-5B84-944B-369DBCC830F6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22</a:t>
                </a:r>
              </a:p>
            </p:txBody>
          </p:sp>
          <p:sp>
            <p:nvSpPr>
              <p:cNvPr id="117" name="TextBox 116" hidden="1">
                <a:extLst>
                  <a:ext uri="{FF2B5EF4-FFF2-40B4-BE49-F238E27FC236}">
                    <a16:creationId xmlns:a16="http://schemas.microsoft.com/office/drawing/2014/main" id="{992F0BA1-9DA6-69B3-5039-B835403F04A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23</a:t>
                </a:r>
              </a:p>
            </p:txBody>
          </p:sp>
          <p:sp>
            <p:nvSpPr>
              <p:cNvPr id="118" name="TextBox 117" hidden="1">
                <a:extLst>
                  <a:ext uri="{FF2B5EF4-FFF2-40B4-BE49-F238E27FC236}">
                    <a16:creationId xmlns:a16="http://schemas.microsoft.com/office/drawing/2014/main" id="{B113877A-8525-2CCD-154A-00D2E2E04845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0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24</a:t>
                </a:r>
              </a:p>
            </p:txBody>
          </p:sp>
          <p:sp>
            <p:nvSpPr>
              <p:cNvPr id="119" name="TextBox 118" hidden="1">
                <a:extLst>
                  <a:ext uri="{FF2B5EF4-FFF2-40B4-BE49-F238E27FC236}">
                    <a16:creationId xmlns:a16="http://schemas.microsoft.com/office/drawing/2014/main" id="{A592703B-2C19-0F88-2445-1BAB2B4FF829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21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25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4E50CEF-1845-7EC0-101B-18FFBB386FF6}"/>
                </a:ext>
              </a:extLst>
            </p:cNvPr>
            <p:cNvGrpSpPr/>
            <p:nvPr>
              <p:custDataLst>
                <p:tags r:id="rId134"/>
              </p:custDataLst>
            </p:nvPr>
          </p:nvGrpSpPr>
          <p:grpSpPr>
            <a:xfrm>
              <a:off x="5292724" y="4796486"/>
              <a:ext cx="252000" cy="252000"/>
              <a:chOff x="9396107" y="2026719"/>
              <a:chExt cx="328660" cy="328660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F1F20A6-4128-9FBA-4D25-3368101B081D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spcBef>
                    <a:spcPts val="456"/>
                  </a:spcBef>
                </a:pPr>
                <a:r>
                  <a:rPr lang="en-US" sz="1050" b="1" dirty="0">
                    <a:solidFill>
                      <a:schemeClr val="bg1"/>
                    </a:solidFill>
                    <a:cs typeface="Pan Display TT" panose="020B0504020101010102" pitchFamily="34" charset="0"/>
                    <a:sym typeface="Pan Display TT" panose="020B0504020101010102" pitchFamily="34" charset="0"/>
                  </a:rPr>
                  <a:t>7</a:t>
                </a:r>
              </a:p>
            </p:txBody>
          </p:sp>
          <p:sp>
            <p:nvSpPr>
              <p:cNvPr id="71" name="TextBox 70" hidden="1">
                <a:extLst>
                  <a:ext uri="{FF2B5EF4-FFF2-40B4-BE49-F238E27FC236}">
                    <a16:creationId xmlns:a16="http://schemas.microsoft.com/office/drawing/2014/main" id="{D8C778B1-5772-2A73-2314-39A9125D2AB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</a:t>
                </a:r>
              </a:p>
            </p:txBody>
          </p:sp>
          <p:sp>
            <p:nvSpPr>
              <p:cNvPr id="72" name="TextBox 71" hidden="1">
                <a:extLst>
                  <a:ext uri="{FF2B5EF4-FFF2-40B4-BE49-F238E27FC236}">
                    <a16:creationId xmlns:a16="http://schemas.microsoft.com/office/drawing/2014/main" id="{725EF8AE-191B-01C8-5498-FBAD059E1DBE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3</a:t>
                </a:r>
              </a:p>
            </p:txBody>
          </p:sp>
          <p:sp>
            <p:nvSpPr>
              <p:cNvPr id="73" name="TextBox 72" hidden="1">
                <a:extLst>
                  <a:ext uri="{FF2B5EF4-FFF2-40B4-BE49-F238E27FC236}">
                    <a16:creationId xmlns:a16="http://schemas.microsoft.com/office/drawing/2014/main" id="{75EB73AF-593F-4B27-7DC7-419CCA76B2AF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4</a:t>
                </a:r>
              </a:p>
            </p:txBody>
          </p:sp>
          <p:sp>
            <p:nvSpPr>
              <p:cNvPr id="74" name="TextBox 73" hidden="1">
                <a:extLst>
                  <a:ext uri="{FF2B5EF4-FFF2-40B4-BE49-F238E27FC236}">
                    <a16:creationId xmlns:a16="http://schemas.microsoft.com/office/drawing/2014/main" id="{C9375C6E-8D4E-0D03-3680-FAF8DD528A9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5</a:t>
                </a:r>
              </a:p>
            </p:txBody>
          </p:sp>
          <p:sp>
            <p:nvSpPr>
              <p:cNvPr id="75" name="TextBox 74" hidden="1">
                <a:extLst>
                  <a:ext uri="{FF2B5EF4-FFF2-40B4-BE49-F238E27FC236}">
                    <a16:creationId xmlns:a16="http://schemas.microsoft.com/office/drawing/2014/main" id="{0488BA9D-27E1-9FAB-7890-D7E92D89F5D1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pPr algn="ctr">
                  <a:spcBef>
                    <a:spcPts val="456"/>
                  </a:spcBef>
                </a:pPr>
                <a:r>
                  <a:rPr lang="en-US" sz="1050" b="1" dirty="0">
                    <a:solidFill>
                      <a:schemeClr val="bg1"/>
                    </a:solidFill>
                    <a:cs typeface="Pan Display TT" panose="020B0504020101010102" pitchFamily="34" charset="0"/>
                    <a:sym typeface="Pan Display TT" panose="020B0504020101010102" pitchFamily="34" charset="0"/>
                  </a:rPr>
                  <a:t>7</a:t>
                </a:r>
              </a:p>
            </p:txBody>
          </p:sp>
          <p:sp>
            <p:nvSpPr>
              <p:cNvPr id="76" name="TextBox 75" hidden="1">
                <a:extLst>
                  <a:ext uri="{FF2B5EF4-FFF2-40B4-BE49-F238E27FC236}">
                    <a16:creationId xmlns:a16="http://schemas.microsoft.com/office/drawing/2014/main" id="{DD86B7CC-79E9-6A7E-8A4C-05EADCD361E2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7</a:t>
                </a:r>
              </a:p>
            </p:txBody>
          </p:sp>
          <p:sp>
            <p:nvSpPr>
              <p:cNvPr id="77" name="TextBox 76" hidden="1">
                <a:extLst>
                  <a:ext uri="{FF2B5EF4-FFF2-40B4-BE49-F238E27FC236}">
                    <a16:creationId xmlns:a16="http://schemas.microsoft.com/office/drawing/2014/main" id="{E0EB1CCE-1A1D-2A1E-19B8-2681E4A47AD4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8</a:t>
                </a:r>
              </a:p>
            </p:txBody>
          </p:sp>
          <p:sp>
            <p:nvSpPr>
              <p:cNvPr id="78" name="TextBox 77" hidden="1">
                <a:extLst>
                  <a:ext uri="{FF2B5EF4-FFF2-40B4-BE49-F238E27FC236}">
                    <a16:creationId xmlns:a16="http://schemas.microsoft.com/office/drawing/2014/main" id="{AFC937B1-3CE7-082F-C20E-07F361413D12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9</a:t>
                </a:r>
              </a:p>
            </p:txBody>
          </p:sp>
          <p:sp>
            <p:nvSpPr>
              <p:cNvPr id="79" name="TextBox 78" hidden="1">
                <a:extLst>
                  <a:ext uri="{FF2B5EF4-FFF2-40B4-BE49-F238E27FC236}">
                    <a16:creationId xmlns:a16="http://schemas.microsoft.com/office/drawing/2014/main" id="{3C20BE5B-67F7-AABD-96A6-7ABD29E0B688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10</a:t>
                </a:r>
              </a:p>
            </p:txBody>
          </p:sp>
          <p:sp>
            <p:nvSpPr>
              <p:cNvPr id="80" name="TextBox 79" hidden="1">
                <a:extLst>
                  <a:ext uri="{FF2B5EF4-FFF2-40B4-BE49-F238E27FC236}">
                    <a16:creationId xmlns:a16="http://schemas.microsoft.com/office/drawing/2014/main" id="{4E9F8A85-C22A-54AC-2702-6F409BBE289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11</a:t>
                </a:r>
              </a:p>
            </p:txBody>
          </p:sp>
          <p:sp>
            <p:nvSpPr>
              <p:cNvPr id="81" name="TextBox 80" hidden="1">
                <a:extLst>
                  <a:ext uri="{FF2B5EF4-FFF2-40B4-BE49-F238E27FC236}">
                    <a16:creationId xmlns:a16="http://schemas.microsoft.com/office/drawing/2014/main" id="{2215056D-F64B-4730-D9F9-8150E3CFDB6F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12</a:t>
                </a:r>
              </a:p>
            </p:txBody>
          </p:sp>
          <p:sp>
            <p:nvSpPr>
              <p:cNvPr id="82" name="TextBox 81" hidden="1">
                <a:extLst>
                  <a:ext uri="{FF2B5EF4-FFF2-40B4-BE49-F238E27FC236}">
                    <a16:creationId xmlns:a16="http://schemas.microsoft.com/office/drawing/2014/main" id="{0E40E390-96DB-BB5B-6FA2-F93005AC4F8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13</a:t>
                </a:r>
              </a:p>
            </p:txBody>
          </p:sp>
          <p:sp>
            <p:nvSpPr>
              <p:cNvPr id="83" name="TextBox 82" hidden="1">
                <a:extLst>
                  <a:ext uri="{FF2B5EF4-FFF2-40B4-BE49-F238E27FC236}">
                    <a16:creationId xmlns:a16="http://schemas.microsoft.com/office/drawing/2014/main" id="{E623DF9F-DFD9-C988-35D1-2612499898BD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14</a:t>
                </a:r>
              </a:p>
            </p:txBody>
          </p:sp>
          <p:sp>
            <p:nvSpPr>
              <p:cNvPr id="84" name="TextBox 83" hidden="1">
                <a:extLst>
                  <a:ext uri="{FF2B5EF4-FFF2-40B4-BE49-F238E27FC236}">
                    <a16:creationId xmlns:a16="http://schemas.microsoft.com/office/drawing/2014/main" id="{31B232B8-A896-CABA-06BC-9528047662B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15</a:t>
                </a:r>
              </a:p>
            </p:txBody>
          </p:sp>
          <p:sp>
            <p:nvSpPr>
              <p:cNvPr id="85" name="TextBox 84" hidden="1">
                <a:extLst>
                  <a:ext uri="{FF2B5EF4-FFF2-40B4-BE49-F238E27FC236}">
                    <a16:creationId xmlns:a16="http://schemas.microsoft.com/office/drawing/2014/main" id="{6455C72C-7F4B-0251-5399-6888F96E71F5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16</a:t>
                </a:r>
              </a:p>
            </p:txBody>
          </p:sp>
          <p:sp>
            <p:nvSpPr>
              <p:cNvPr id="86" name="TextBox 85" hidden="1">
                <a:extLst>
                  <a:ext uri="{FF2B5EF4-FFF2-40B4-BE49-F238E27FC236}">
                    <a16:creationId xmlns:a16="http://schemas.microsoft.com/office/drawing/2014/main" id="{D75D6627-0493-B71D-2AD3-0E79421F415D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17</a:t>
                </a:r>
              </a:p>
            </p:txBody>
          </p:sp>
          <p:sp>
            <p:nvSpPr>
              <p:cNvPr id="87" name="TextBox 86" hidden="1">
                <a:extLst>
                  <a:ext uri="{FF2B5EF4-FFF2-40B4-BE49-F238E27FC236}">
                    <a16:creationId xmlns:a16="http://schemas.microsoft.com/office/drawing/2014/main" id="{ABF70789-34CE-31C6-BCF7-8B795BCECA3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18</a:t>
                </a:r>
              </a:p>
            </p:txBody>
          </p:sp>
          <p:sp>
            <p:nvSpPr>
              <p:cNvPr id="88" name="TextBox 87" hidden="1">
                <a:extLst>
                  <a:ext uri="{FF2B5EF4-FFF2-40B4-BE49-F238E27FC236}">
                    <a16:creationId xmlns:a16="http://schemas.microsoft.com/office/drawing/2014/main" id="{7537FC29-BCA1-C744-3794-704437B78C7D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7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19</a:t>
                </a:r>
              </a:p>
            </p:txBody>
          </p:sp>
          <p:sp>
            <p:nvSpPr>
              <p:cNvPr id="89" name="TextBox 88" hidden="1">
                <a:extLst>
                  <a:ext uri="{FF2B5EF4-FFF2-40B4-BE49-F238E27FC236}">
                    <a16:creationId xmlns:a16="http://schemas.microsoft.com/office/drawing/2014/main" id="{5285AA86-F46A-1EE1-4469-C7A939041FFF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20</a:t>
                </a:r>
              </a:p>
            </p:txBody>
          </p:sp>
          <p:sp>
            <p:nvSpPr>
              <p:cNvPr id="90" name="TextBox 89" hidden="1">
                <a:extLst>
                  <a:ext uri="{FF2B5EF4-FFF2-40B4-BE49-F238E27FC236}">
                    <a16:creationId xmlns:a16="http://schemas.microsoft.com/office/drawing/2014/main" id="{924A4E2B-9B46-D474-EB37-918554C771E8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21</a:t>
                </a:r>
              </a:p>
            </p:txBody>
          </p:sp>
          <p:sp>
            <p:nvSpPr>
              <p:cNvPr id="91" name="TextBox 90" hidden="1">
                <a:extLst>
                  <a:ext uri="{FF2B5EF4-FFF2-40B4-BE49-F238E27FC236}">
                    <a16:creationId xmlns:a16="http://schemas.microsoft.com/office/drawing/2014/main" id="{7A2A6092-5746-D9AE-5DAC-52160CE5E63A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22</a:t>
                </a:r>
              </a:p>
            </p:txBody>
          </p:sp>
          <p:sp>
            <p:nvSpPr>
              <p:cNvPr id="92" name="TextBox 91" hidden="1">
                <a:extLst>
                  <a:ext uri="{FF2B5EF4-FFF2-40B4-BE49-F238E27FC236}">
                    <a16:creationId xmlns:a16="http://schemas.microsoft.com/office/drawing/2014/main" id="{9EAE748E-5598-179E-D290-5746737BDE69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23</a:t>
                </a:r>
              </a:p>
            </p:txBody>
          </p:sp>
          <p:sp>
            <p:nvSpPr>
              <p:cNvPr id="93" name="TextBox 92" hidden="1">
                <a:extLst>
                  <a:ext uri="{FF2B5EF4-FFF2-40B4-BE49-F238E27FC236}">
                    <a16:creationId xmlns:a16="http://schemas.microsoft.com/office/drawing/2014/main" id="{A600015E-12F8-7782-72DC-E8BB4FD190FE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24</a:t>
                </a:r>
              </a:p>
            </p:txBody>
          </p:sp>
          <p:sp>
            <p:nvSpPr>
              <p:cNvPr id="94" name="TextBox 93" hidden="1">
                <a:extLst>
                  <a:ext uri="{FF2B5EF4-FFF2-40B4-BE49-F238E27FC236}">
                    <a16:creationId xmlns:a16="http://schemas.microsoft.com/office/drawing/2014/main" id="{09E3E64E-2B0B-E5D5-27DB-DD9000C1C47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8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25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38E5FF1-1FC2-DABA-C102-E1352D6551C4}"/>
                </a:ext>
              </a:extLst>
            </p:cNvPr>
            <p:cNvGrpSpPr/>
            <p:nvPr>
              <p:custDataLst>
                <p:tags r:id="rId135"/>
              </p:custDataLst>
            </p:nvPr>
          </p:nvGrpSpPr>
          <p:grpSpPr>
            <a:xfrm>
              <a:off x="7163208" y="4724032"/>
              <a:ext cx="252000" cy="252000"/>
              <a:chOff x="9396107" y="2026719"/>
              <a:chExt cx="328660" cy="328660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4EC08A-C747-6B51-2F03-A59C6662625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3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>
                  <a:spcBef>
                    <a:spcPts val="456"/>
                  </a:spcBef>
                </a:pPr>
                <a:r>
                  <a:rPr lang="en-US" sz="1050" b="1" dirty="0">
                    <a:solidFill>
                      <a:schemeClr val="bg1"/>
                    </a:solidFill>
                    <a:cs typeface="Pan Display TT" panose="020B0504020101010102" pitchFamily="34" charset="0"/>
                    <a:sym typeface="Pan Display TT" panose="020B0504020101010102" pitchFamily="34" charset="0"/>
                  </a:rPr>
                  <a:t>8</a:t>
                </a:r>
              </a:p>
            </p:txBody>
          </p:sp>
          <p:sp>
            <p:nvSpPr>
              <p:cNvPr id="36" name="TextBox 35" hidden="1">
                <a:extLst>
                  <a:ext uri="{FF2B5EF4-FFF2-40B4-BE49-F238E27FC236}">
                    <a16:creationId xmlns:a16="http://schemas.microsoft.com/office/drawing/2014/main" id="{3D23C64B-3363-BC42-2DFC-EED5CBF7A65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3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</a:t>
                </a:r>
              </a:p>
            </p:txBody>
          </p:sp>
          <p:sp>
            <p:nvSpPr>
              <p:cNvPr id="37" name="TextBox 36" hidden="1">
                <a:extLst>
                  <a:ext uri="{FF2B5EF4-FFF2-40B4-BE49-F238E27FC236}">
                    <a16:creationId xmlns:a16="http://schemas.microsoft.com/office/drawing/2014/main" id="{A1509B7A-572E-337B-C144-95886CFAD212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3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3</a:t>
                </a:r>
              </a:p>
            </p:txBody>
          </p:sp>
          <p:sp>
            <p:nvSpPr>
              <p:cNvPr id="38" name="TextBox 37" hidden="1">
                <a:extLst>
                  <a:ext uri="{FF2B5EF4-FFF2-40B4-BE49-F238E27FC236}">
                    <a16:creationId xmlns:a16="http://schemas.microsoft.com/office/drawing/2014/main" id="{11EDAEB9-9B9B-0C9C-7FEB-AA45AEFFC598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3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4</a:t>
                </a:r>
              </a:p>
            </p:txBody>
          </p:sp>
          <p:sp>
            <p:nvSpPr>
              <p:cNvPr id="39" name="TextBox 38" hidden="1">
                <a:extLst>
                  <a:ext uri="{FF2B5EF4-FFF2-40B4-BE49-F238E27FC236}">
                    <a16:creationId xmlns:a16="http://schemas.microsoft.com/office/drawing/2014/main" id="{5875E48C-E829-E200-723E-094282240FDA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5</a:t>
                </a:r>
              </a:p>
            </p:txBody>
          </p:sp>
          <p:sp>
            <p:nvSpPr>
              <p:cNvPr id="40" name="TextBox 39" hidden="1">
                <a:extLst>
                  <a:ext uri="{FF2B5EF4-FFF2-40B4-BE49-F238E27FC236}">
                    <a16:creationId xmlns:a16="http://schemas.microsoft.com/office/drawing/2014/main" id="{3DAA1C3F-0A42-8C96-4D02-94FD0A3B1D9C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pPr algn="ctr">
                  <a:spcBef>
                    <a:spcPts val="456"/>
                  </a:spcBef>
                </a:pPr>
                <a:r>
                  <a:rPr lang="en-US" sz="1050" b="1" dirty="0">
                    <a:solidFill>
                      <a:schemeClr val="bg1"/>
                    </a:solidFill>
                    <a:cs typeface="Pan Display TT" panose="020B0504020101010102" pitchFamily="34" charset="0"/>
                    <a:sym typeface="Pan Display TT" panose="020B0504020101010102" pitchFamily="34" charset="0"/>
                  </a:rPr>
                  <a:t>8</a:t>
                </a:r>
              </a:p>
            </p:txBody>
          </p:sp>
          <p:sp>
            <p:nvSpPr>
              <p:cNvPr id="41" name="TextBox 40" hidden="1">
                <a:extLst>
                  <a:ext uri="{FF2B5EF4-FFF2-40B4-BE49-F238E27FC236}">
                    <a16:creationId xmlns:a16="http://schemas.microsoft.com/office/drawing/2014/main" id="{0F7229E1-1FA3-EBD4-E01D-43C43E7460C0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pPr algn="ctr">
                  <a:spcBef>
                    <a:spcPts val="456"/>
                  </a:spcBef>
                </a:pPr>
                <a:r>
                  <a:rPr lang="en-US" sz="1050" b="1" dirty="0">
                    <a:solidFill>
                      <a:schemeClr val="bg1"/>
                    </a:solidFill>
                    <a:cs typeface="Pan Display TT" panose="020B0504020101010102" pitchFamily="34" charset="0"/>
                    <a:sym typeface="Pan Display TT" panose="020B0504020101010102" pitchFamily="34" charset="0"/>
                  </a:rPr>
                  <a:t>8</a:t>
                </a:r>
              </a:p>
            </p:txBody>
          </p:sp>
          <p:sp>
            <p:nvSpPr>
              <p:cNvPr id="42" name="TextBox 41" hidden="1">
                <a:extLst>
                  <a:ext uri="{FF2B5EF4-FFF2-40B4-BE49-F238E27FC236}">
                    <a16:creationId xmlns:a16="http://schemas.microsoft.com/office/drawing/2014/main" id="{E398A674-EFFC-1B7A-4B06-EF71FB3E223D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8</a:t>
                </a:r>
              </a:p>
            </p:txBody>
          </p:sp>
          <p:sp>
            <p:nvSpPr>
              <p:cNvPr id="43" name="TextBox 42" hidden="1">
                <a:extLst>
                  <a:ext uri="{FF2B5EF4-FFF2-40B4-BE49-F238E27FC236}">
                    <a16:creationId xmlns:a16="http://schemas.microsoft.com/office/drawing/2014/main" id="{9BB1E120-A71B-D459-F893-1CBB3BC75E79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9</a:t>
                </a:r>
              </a:p>
            </p:txBody>
          </p:sp>
          <p:sp>
            <p:nvSpPr>
              <p:cNvPr id="44" name="TextBox 43" hidden="1">
                <a:extLst>
                  <a:ext uri="{FF2B5EF4-FFF2-40B4-BE49-F238E27FC236}">
                    <a16:creationId xmlns:a16="http://schemas.microsoft.com/office/drawing/2014/main" id="{B1888C32-05AB-DBAC-045F-7FE653651DA8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10</a:t>
                </a:r>
              </a:p>
            </p:txBody>
          </p:sp>
          <p:sp>
            <p:nvSpPr>
              <p:cNvPr id="45" name="TextBox 44" hidden="1">
                <a:extLst>
                  <a:ext uri="{FF2B5EF4-FFF2-40B4-BE49-F238E27FC236}">
                    <a16:creationId xmlns:a16="http://schemas.microsoft.com/office/drawing/2014/main" id="{55E5BEE6-6710-D5FF-EEDD-CA1AF1C81D56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11</a:t>
                </a:r>
              </a:p>
            </p:txBody>
          </p:sp>
          <p:sp>
            <p:nvSpPr>
              <p:cNvPr id="46" name="TextBox 45" hidden="1">
                <a:extLst>
                  <a:ext uri="{FF2B5EF4-FFF2-40B4-BE49-F238E27FC236}">
                    <a16:creationId xmlns:a16="http://schemas.microsoft.com/office/drawing/2014/main" id="{3D0B863B-7A6D-EC4D-C0C6-819F16731DC0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12</a:t>
                </a:r>
              </a:p>
            </p:txBody>
          </p:sp>
          <p:sp>
            <p:nvSpPr>
              <p:cNvPr id="52" name="TextBox 51" hidden="1">
                <a:extLst>
                  <a:ext uri="{FF2B5EF4-FFF2-40B4-BE49-F238E27FC236}">
                    <a16:creationId xmlns:a16="http://schemas.microsoft.com/office/drawing/2014/main" id="{E270445B-D2C6-DA3E-5EC8-5F491C6939D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13</a:t>
                </a:r>
              </a:p>
            </p:txBody>
          </p:sp>
          <p:sp>
            <p:nvSpPr>
              <p:cNvPr id="53" name="TextBox 52" hidden="1">
                <a:extLst>
                  <a:ext uri="{FF2B5EF4-FFF2-40B4-BE49-F238E27FC236}">
                    <a16:creationId xmlns:a16="http://schemas.microsoft.com/office/drawing/2014/main" id="{058F39B3-E748-22F2-F8A5-A4B82F500E02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4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14</a:t>
                </a:r>
              </a:p>
            </p:txBody>
          </p:sp>
          <p:sp>
            <p:nvSpPr>
              <p:cNvPr id="54" name="TextBox 53" hidden="1">
                <a:extLst>
                  <a:ext uri="{FF2B5EF4-FFF2-40B4-BE49-F238E27FC236}">
                    <a16:creationId xmlns:a16="http://schemas.microsoft.com/office/drawing/2014/main" id="{7C86E0BE-DCAB-D53A-CC10-3AD4131A53A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15</a:t>
                </a:r>
              </a:p>
            </p:txBody>
          </p:sp>
          <p:sp>
            <p:nvSpPr>
              <p:cNvPr id="55" name="TextBox 54" hidden="1">
                <a:extLst>
                  <a:ext uri="{FF2B5EF4-FFF2-40B4-BE49-F238E27FC236}">
                    <a16:creationId xmlns:a16="http://schemas.microsoft.com/office/drawing/2014/main" id="{5A5D7CF7-533A-04B6-884F-7C04D08D3191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1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16</a:t>
                </a:r>
              </a:p>
            </p:txBody>
          </p:sp>
          <p:sp>
            <p:nvSpPr>
              <p:cNvPr id="59" name="TextBox 58" hidden="1">
                <a:extLst>
                  <a:ext uri="{FF2B5EF4-FFF2-40B4-BE49-F238E27FC236}">
                    <a16:creationId xmlns:a16="http://schemas.microsoft.com/office/drawing/2014/main" id="{94CA8595-517D-4D20-5117-23190936A864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2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17</a:t>
                </a:r>
              </a:p>
            </p:txBody>
          </p:sp>
          <p:sp>
            <p:nvSpPr>
              <p:cNvPr id="60" name="TextBox 59" hidden="1">
                <a:extLst>
                  <a:ext uri="{FF2B5EF4-FFF2-40B4-BE49-F238E27FC236}">
                    <a16:creationId xmlns:a16="http://schemas.microsoft.com/office/drawing/2014/main" id="{2963D8E9-45EE-4338-DE5B-95F76D12C4C5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3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18</a:t>
                </a:r>
              </a:p>
            </p:txBody>
          </p:sp>
          <p:sp>
            <p:nvSpPr>
              <p:cNvPr id="63" name="TextBox 62" hidden="1">
                <a:extLst>
                  <a:ext uri="{FF2B5EF4-FFF2-40B4-BE49-F238E27FC236}">
                    <a16:creationId xmlns:a16="http://schemas.microsoft.com/office/drawing/2014/main" id="{493AC4F4-204C-A334-033D-999AEE2335DF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4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19</a:t>
                </a:r>
              </a:p>
            </p:txBody>
          </p:sp>
          <p:sp>
            <p:nvSpPr>
              <p:cNvPr id="64" name="TextBox 63" hidden="1">
                <a:extLst>
                  <a:ext uri="{FF2B5EF4-FFF2-40B4-BE49-F238E27FC236}">
                    <a16:creationId xmlns:a16="http://schemas.microsoft.com/office/drawing/2014/main" id="{C3014E01-8C9A-4E7A-C540-DC6C6282B4D6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5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20</a:t>
                </a:r>
              </a:p>
            </p:txBody>
          </p:sp>
          <p:sp>
            <p:nvSpPr>
              <p:cNvPr id="65" name="TextBox 64" hidden="1">
                <a:extLst>
                  <a:ext uri="{FF2B5EF4-FFF2-40B4-BE49-F238E27FC236}">
                    <a16:creationId xmlns:a16="http://schemas.microsoft.com/office/drawing/2014/main" id="{F9230556-9A3A-B762-0FA4-6BE4AA1B7EEC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6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21</a:t>
                </a:r>
              </a:p>
            </p:txBody>
          </p:sp>
          <p:sp>
            <p:nvSpPr>
              <p:cNvPr id="66" name="TextBox 65" hidden="1">
                <a:extLst>
                  <a:ext uri="{FF2B5EF4-FFF2-40B4-BE49-F238E27FC236}">
                    <a16:creationId xmlns:a16="http://schemas.microsoft.com/office/drawing/2014/main" id="{12002569-A7BB-6104-A7A4-B8CF5697AA03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7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22</a:t>
                </a:r>
              </a:p>
            </p:txBody>
          </p:sp>
          <p:sp>
            <p:nvSpPr>
              <p:cNvPr id="67" name="TextBox 66" hidden="1">
                <a:extLst>
                  <a:ext uri="{FF2B5EF4-FFF2-40B4-BE49-F238E27FC236}">
                    <a16:creationId xmlns:a16="http://schemas.microsoft.com/office/drawing/2014/main" id="{0F831907-7550-C73D-4E78-10928F73154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8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23</a:t>
                </a:r>
              </a:p>
            </p:txBody>
          </p:sp>
          <p:sp>
            <p:nvSpPr>
              <p:cNvPr id="68" name="TextBox 67" hidden="1">
                <a:extLst>
                  <a:ext uri="{FF2B5EF4-FFF2-40B4-BE49-F238E27FC236}">
                    <a16:creationId xmlns:a16="http://schemas.microsoft.com/office/drawing/2014/main" id="{1C416F6A-F9BA-8267-F0F0-234CA2CAA697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59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24</a:t>
                </a:r>
              </a:p>
            </p:txBody>
          </p:sp>
          <p:sp>
            <p:nvSpPr>
              <p:cNvPr id="69" name="TextBox 68" hidden="1">
                <a:extLst>
                  <a:ext uri="{FF2B5EF4-FFF2-40B4-BE49-F238E27FC236}">
                    <a16:creationId xmlns:a16="http://schemas.microsoft.com/office/drawing/2014/main" id="{62A7973B-316A-A932-DE90-C60845A69181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160"/>
                </p:custDataLst>
              </p:nvPr>
            </p:nvSpPr>
            <p:spPr bwMode="gray">
              <a:xfrm>
                <a:off x="9396107" y="2026719"/>
                <a:ext cx="328660" cy="32866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0" tIns="0" rIns="0" bIns="0" rtlCol="0" anchor="ctr" anchorCtr="0">
                <a:noAutofit/>
              </a:bodyPr>
              <a:lstStyle>
                <a:defPPr>
                  <a:defRPr lang="da-DK"/>
                </a:defPPr>
                <a:lvl1pPr algn="ctr">
                  <a:spcBef>
                    <a:spcPts val="456"/>
                  </a:spcBef>
                  <a:defRPr sz="1100" b="1">
                    <a:solidFill>
                      <a:schemeClr val="lt1">
                        <a:lumMod val="100000"/>
                      </a:schemeClr>
                    </a:solidFill>
                    <a:cs typeface="Pan Display TT" panose="020B0504020101010102" pitchFamily="34" charset="0"/>
                  </a:defRPr>
                </a:lvl1pPr>
              </a:lstStyle>
              <a:p>
                <a:r>
                  <a:rPr lang="en-US" sz="1050" dirty="0">
                    <a:sym typeface="Pan Display TT" panose="020B0504020101010102" pitchFamily="34" charset="0"/>
                  </a:rPr>
                  <a:t>25</a:t>
                </a: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B858492-D0D4-8A54-667F-B8E6E305A00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94025" y="2457356"/>
            <a:ext cx="252000" cy="252000"/>
            <a:chOff x="9396107" y="2026719"/>
            <a:chExt cx="328660" cy="328660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F6557D4-DD9F-F4D0-3CC0-CD859EFAF1D2}"/>
                </a:ext>
              </a:extLst>
            </p:cNvPr>
            <p:cNvSpPr txBox="1">
              <a:spLocks noChangeAspect="1"/>
            </p:cNvSpPr>
            <p:nvPr>
              <p:custDataLst>
                <p:tags r:id="rId10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</a:t>
              </a:r>
            </a:p>
          </p:txBody>
        </p:sp>
        <p:sp>
          <p:nvSpPr>
            <p:cNvPr id="133" name="TextBox 132" hidden="1">
              <a:extLst>
                <a:ext uri="{FF2B5EF4-FFF2-40B4-BE49-F238E27FC236}">
                  <a16:creationId xmlns:a16="http://schemas.microsoft.com/office/drawing/2014/main" id="{A756CD59-CAEB-F9E0-8BBA-9BC1C9261EB7}"/>
                </a:ext>
              </a:extLst>
            </p:cNvPr>
            <p:cNvSpPr txBox="1">
              <a:spLocks noChangeAspect="1"/>
            </p:cNvSpPr>
            <p:nvPr>
              <p:custDataLst>
                <p:tags r:id="rId10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134" name="TextBox 133" hidden="1">
              <a:extLst>
                <a:ext uri="{FF2B5EF4-FFF2-40B4-BE49-F238E27FC236}">
                  <a16:creationId xmlns:a16="http://schemas.microsoft.com/office/drawing/2014/main" id="{48E99B0F-BC14-6A67-5C5B-348C0AC6F88F}"/>
                </a:ext>
              </a:extLst>
            </p:cNvPr>
            <p:cNvSpPr txBox="1">
              <a:spLocks noChangeAspect="1"/>
            </p:cNvSpPr>
            <p:nvPr>
              <p:custDataLst>
                <p:tags r:id="rId11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35" name="TextBox 134" hidden="1">
              <a:extLst>
                <a:ext uri="{FF2B5EF4-FFF2-40B4-BE49-F238E27FC236}">
                  <a16:creationId xmlns:a16="http://schemas.microsoft.com/office/drawing/2014/main" id="{90696406-77FB-C011-DAE5-FC368333674A}"/>
                </a:ext>
              </a:extLst>
            </p:cNvPr>
            <p:cNvSpPr txBox="1">
              <a:spLocks noChangeAspect="1"/>
            </p:cNvSpPr>
            <p:nvPr>
              <p:custDataLst>
                <p:tags r:id="rId11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136" name="TextBox 135" hidden="1">
              <a:extLst>
                <a:ext uri="{FF2B5EF4-FFF2-40B4-BE49-F238E27FC236}">
                  <a16:creationId xmlns:a16="http://schemas.microsoft.com/office/drawing/2014/main" id="{57FA2F23-D406-84D5-32F0-736CF5550CEB}"/>
                </a:ext>
              </a:extLst>
            </p:cNvPr>
            <p:cNvSpPr txBox="1">
              <a:spLocks noChangeAspect="1"/>
            </p:cNvSpPr>
            <p:nvPr>
              <p:custDataLst>
                <p:tags r:id="rId11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137" name="TextBox 136" hidden="1">
              <a:extLst>
                <a:ext uri="{FF2B5EF4-FFF2-40B4-BE49-F238E27FC236}">
                  <a16:creationId xmlns:a16="http://schemas.microsoft.com/office/drawing/2014/main" id="{B7746A2D-9583-37AA-9ACD-09DF3A43C6B6}"/>
                </a:ext>
              </a:extLst>
            </p:cNvPr>
            <p:cNvSpPr txBox="1">
              <a:spLocks noChangeAspect="1"/>
            </p:cNvSpPr>
            <p:nvPr>
              <p:custDataLst>
                <p:tags r:id="rId11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</a:t>
              </a:r>
            </a:p>
          </p:txBody>
        </p:sp>
        <p:sp>
          <p:nvSpPr>
            <p:cNvPr id="138" name="TextBox 137" hidden="1">
              <a:extLst>
                <a:ext uri="{FF2B5EF4-FFF2-40B4-BE49-F238E27FC236}">
                  <a16:creationId xmlns:a16="http://schemas.microsoft.com/office/drawing/2014/main" id="{D0E503F0-3E32-732D-F4BC-39CBCC248E5E}"/>
                </a:ext>
              </a:extLst>
            </p:cNvPr>
            <p:cNvSpPr txBox="1">
              <a:spLocks noChangeAspect="1"/>
            </p:cNvSpPr>
            <p:nvPr>
              <p:custDataLst>
                <p:tags r:id="rId11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139" name="TextBox 138" hidden="1">
              <a:extLst>
                <a:ext uri="{FF2B5EF4-FFF2-40B4-BE49-F238E27FC236}">
                  <a16:creationId xmlns:a16="http://schemas.microsoft.com/office/drawing/2014/main" id="{3FAAF774-F71B-8686-95FB-092FCCB3057A}"/>
                </a:ext>
              </a:extLst>
            </p:cNvPr>
            <p:cNvSpPr txBox="1">
              <a:spLocks noChangeAspect="1"/>
            </p:cNvSpPr>
            <p:nvPr>
              <p:custDataLst>
                <p:tags r:id="rId11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140" name="TextBox 139" hidden="1">
              <a:extLst>
                <a:ext uri="{FF2B5EF4-FFF2-40B4-BE49-F238E27FC236}">
                  <a16:creationId xmlns:a16="http://schemas.microsoft.com/office/drawing/2014/main" id="{F4D0C6EB-BD22-3DF1-97AA-D0AC29A3D318}"/>
                </a:ext>
              </a:extLst>
            </p:cNvPr>
            <p:cNvSpPr txBox="1">
              <a:spLocks noChangeAspect="1"/>
            </p:cNvSpPr>
            <p:nvPr>
              <p:custDataLst>
                <p:tags r:id="rId11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141" name="TextBox 140" hidden="1">
              <a:extLst>
                <a:ext uri="{FF2B5EF4-FFF2-40B4-BE49-F238E27FC236}">
                  <a16:creationId xmlns:a16="http://schemas.microsoft.com/office/drawing/2014/main" id="{CFFEC44D-E39F-7FA7-26CE-C71E8C89FA22}"/>
                </a:ext>
              </a:extLst>
            </p:cNvPr>
            <p:cNvSpPr txBox="1">
              <a:spLocks noChangeAspect="1"/>
            </p:cNvSpPr>
            <p:nvPr>
              <p:custDataLst>
                <p:tags r:id="rId11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142" name="TextBox 141" hidden="1">
              <a:extLst>
                <a:ext uri="{FF2B5EF4-FFF2-40B4-BE49-F238E27FC236}">
                  <a16:creationId xmlns:a16="http://schemas.microsoft.com/office/drawing/2014/main" id="{67CFF4E9-D831-66E8-E8B2-9FA8C082DC6A}"/>
                </a:ext>
              </a:extLst>
            </p:cNvPr>
            <p:cNvSpPr txBox="1">
              <a:spLocks noChangeAspect="1"/>
            </p:cNvSpPr>
            <p:nvPr>
              <p:custDataLst>
                <p:tags r:id="rId11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143" name="TextBox 142" hidden="1">
              <a:extLst>
                <a:ext uri="{FF2B5EF4-FFF2-40B4-BE49-F238E27FC236}">
                  <a16:creationId xmlns:a16="http://schemas.microsoft.com/office/drawing/2014/main" id="{3A762379-CA9E-69F6-E540-4B9775D8EFBE}"/>
                </a:ext>
              </a:extLst>
            </p:cNvPr>
            <p:cNvSpPr txBox="1">
              <a:spLocks noChangeAspect="1"/>
            </p:cNvSpPr>
            <p:nvPr>
              <p:custDataLst>
                <p:tags r:id="rId11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144" name="TextBox 143" hidden="1">
              <a:extLst>
                <a:ext uri="{FF2B5EF4-FFF2-40B4-BE49-F238E27FC236}">
                  <a16:creationId xmlns:a16="http://schemas.microsoft.com/office/drawing/2014/main" id="{06BA03B4-06B4-03A6-4195-114EAC19D63F}"/>
                </a:ext>
              </a:extLst>
            </p:cNvPr>
            <p:cNvSpPr txBox="1">
              <a:spLocks noChangeAspect="1"/>
            </p:cNvSpPr>
            <p:nvPr>
              <p:custDataLst>
                <p:tags r:id="rId12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145" name="TextBox 144" hidden="1">
              <a:extLst>
                <a:ext uri="{FF2B5EF4-FFF2-40B4-BE49-F238E27FC236}">
                  <a16:creationId xmlns:a16="http://schemas.microsoft.com/office/drawing/2014/main" id="{A351C65B-7913-FDF6-32BA-F59EA4131AE8}"/>
                </a:ext>
              </a:extLst>
            </p:cNvPr>
            <p:cNvSpPr txBox="1">
              <a:spLocks noChangeAspect="1"/>
            </p:cNvSpPr>
            <p:nvPr>
              <p:custDataLst>
                <p:tags r:id="rId12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146" name="TextBox 145" hidden="1">
              <a:extLst>
                <a:ext uri="{FF2B5EF4-FFF2-40B4-BE49-F238E27FC236}">
                  <a16:creationId xmlns:a16="http://schemas.microsoft.com/office/drawing/2014/main" id="{616CB594-DAA5-C352-EB30-1969846FB734}"/>
                </a:ext>
              </a:extLst>
            </p:cNvPr>
            <p:cNvSpPr txBox="1">
              <a:spLocks noChangeAspect="1"/>
            </p:cNvSpPr>
            <p:nvPr>
              <p:custDataLst>
                <p:tags r:id="rId12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147" name="TextBox 146" hidden="1">
              <a:extLst>
                <a:ext uri="{FF2B5EF4-FFF2-40B4-BE49-F238E27FC236}">
                  <a16:creationId xmlns:a16="http://schemas.microsoft.com/office/drawing/2014/main" id="{F8492AA2-3D57-6B9A-80B6-B590EBD3E19D}"/>
                </a:ext>
              </a:extLst>
            </p:cNvPr>
            <p:cNvSpPr txBox="1">
              <a:spLocks noChangeAspect="1"/>
            </p:cNvSpPr>
            <p:nvPr>
              <p:custDataLst>
                <p:tags r:id="rId12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148" name="TextBox 147" hidden="1">
              <a:extLst>
                <a:ext uri="{FF2B5EF4-FFF2-40B4-BE49-F238E27FC236}">
                  <a16:creationId xmlns:a16="http://schemas.microsoft.com/office/drawing/2014/main" id="{9395FE2A-161D-E54A-090D-228049533980}"/>
                </a:ext>
              </a:extLst>
            </p:cNvPr>
            <p:cNvSpPr txBox="1">
              <a:spLocks noChangeAspect="1"/>
            </p:cNvSpPr>
            <p:nvPr>
              <p:custDataLst>
                <p:tags r:id="rId12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149" name="TextBox 148" hidden="1">
              <a:extLst>
                <a:ext uri="{FF2B5EF4-FFF2-40B4-BE49-F238E27FC236}">
                  <a16:creationId xmlns:a16="http://schemas.microsoft.com/office/drawing/2014/main" id="{CE59994D-01AC-A9A8-A32E-E34374347F6A}"/>
                </a:ext>
              </a:extLst>
            </p:cNvPr>
            <p:cNvSpPr txBox="1">
              <a:spLocks noChangeAspect="1"/>
            </p:cNvSpPr>
            <p:nvPr>
              <p:custDataLst>
                <p:tags r:id="rId12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150" name="TextBox 149" hidden="1">
              <a:extLst>
                <a:ext uri="{FF2B5EF4-FFF2-40B4-BE49-F238E27FC236}">
                  <a16:creationId xmlns:a16="http://schemas.microsoft.com/office/drawing/2014/main" id="{1DEC5D47-BA95-5524-A230-1892ACC1ACAD}"/>
                </a:ext>
              </a:extLst>
            </p:cNvPr>
            <p:cNvSpPr txBox="1">
              <a:spLocks noChangeAspect="1"/>
            </p:cNvSpPr>
            <p:nvPr>
              <p:custDataLst>
                <p:tags r:id="rId12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151" name="TextBox 150" hidden="1">
              <a:extLst>
                <a:ext uri="{FF2B5EF4-FFF2-40B4-BE49-F238E27FC236}">
                  <a16:creationId xmlns:a16="http://schemas.microsoft.com/office/drawing/2014/main" id="{EA9E649C-2787-E1AD-4B4C-7E31B1094518}"/>
                </a:ext>
              </a:extLst>
            </p:cNvPr>
            <p:cNvSpPr txBox="1">
              <a:spLocks noChangeAspect="1"/>
            </p:cNvSpPr>
            <p:nvPr>
              <p:custDataLst>
                <p:tags r:id="rId12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152" name="TextBox 151" hidden="1">
              <a:extLst>
                <a:ext uri="{FF2B5EF4-FFF2-40B4-BE49-F238E27FC236}">
                  <a16:creationId xmlns:a16="http://schemas.microsoft.com/office/drawing/2014/main" id="{53A2A84B-A788-CEE2-F82A-6785101B3286}"/>
                </a:ext>
              </a:extLst>
            </p:cNvPr>
            <p:cNvSpPr txBox="1">
              <a:spLocks noChangeAspect="1"/>
            </p:cNvSpPr>
            <p:nvPr>
              <p:custDataLst>
                <p:tags r:id="rId12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153" name="TextBox 152" hidden="1">
              <a:extLst>
                <a:ext uri="{FF2B5EF4-FFF2-40B4-BE49-F238E27FC236}">
                  <a16:creationId xmlns:a16="http://schemas.microsoft.com/office/drawing/2014/main" id="{2DA175EF-8E7A-6FB3-6966-768641C21ADD}"/>
                </a:ext>
              </a:extLst>
            </p:cNvPr>
            <p:cNvSpPr txBox="1">
              <a:spLocks noChangeAspect="1"/>
            </p:cNvSpPr>
            <p:nvPr>
              <p:custDataLst>
                <p:tags r:id="rId12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154" name="TextBox 153" hidden="1">
              <a:extLst>
                <a:ext uri="{FF2B5EF4-FFF2-40B4-BE49-F238E27FC236}">
                  <a16:creationId xmlns:a16="http://schemas.microsoft.com/office/drawing/2014/main" id="{8760A6CC-2F1D-E0C7-D1AD-ADBFB458921E}"/>
                </a:ext>
              </a:extLst>
            </p:cNvPr>
            <p:cNvSpPr txBox="1">
              <a:spLocks noChangeAspect="1"/>
            </p:cNvSpPr>
            <p:nvPr>
              <p:custDataLst>
                <p:tags r:id="rId13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155" name="TextBox 154" hidden="1">
              <a:extLst>
                <a:ext uri="{FF2B5EF4-FFF2-40B4-BE49-F238E27FC236}">
                  <a16:creationId xmlns:a16="http://schemas.microsoft.com/office/drawing/2014/main" id="{5A6EF1D1-46A2-901C-412F-FF63C470DD15}"/>
                </a:ext>
              </a:extLst>
            </p:cNvPr>
            <p:cNvSpPr txBox="1">
              <a:spLocks noChangeAspect="1"/>
            </p:cNvSpPr>
            <p:nvPr>
              <p:custDataLst>
                <p:tags r:id="rId13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156" name="TextBox 155" hidden="1">
              <a:extLst>
                <a:ext uri="{FF2B5EF4-FFF2-40B4-BE49-F238E27FC236}">
                  <a16:creationId xmlns:a16="http://schemas.microsoft.com/office/drawing/2014/main" id="{027B7024-85DE-FC68-3240-0052636B8F85}"/>
                </a:ext>
              </a:extLst>
            </p:cNvPr>
            <p:cNvSpPr txBox="1">
              <a:spLocks noChangeAspect="1"/>
            </p:cNvSpPr>
            <p:nvPr>
              <p:custDataLst>
                <p:tags r:id="rId13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25</a:t>
              </a: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0A30A7C-8649-FE44-55B6-362B4AFDE874}"/>
              </a:ext>
            </a:extLst>
          </p:cNvPr>
          <p:cNvSpPr/>
          <p:nvPr/>
        </p:nvSpPr>
        <p:spPr>
          <a:xfrm>
            <a:off x="802026" y="3212089"/>
            <a:ext cx="3727444" cy="437895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1" dirty="0">
                <a:solidFill>
                  <a:schemeClr val="tx1"/>
                </a:solidFill>
              </a:rPr>
              <a:t>Objectives and Key Performance Indicators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35920FB-CD20-48F0-C537-206A934B3D8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94025" y="3131445"/>
            <a:ext cx="252000" cy="252000"/>
            <a:chOff x="9396107" y="2026719"/>
            <a:chExt cx="328660" cy="328660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139C927-ECB3-0660-9E5E-024332488532}"/>
                </a:ext>
              </a:extLst>
            </p:cNvPr>
            <p:cNvSpPr txBox="1">
              <a:spLocks noChangeAspect="1"/>
            </p:cNvSpPr>
            <p:nvPr>
              <p:custDataLst>
                <p:tags r:id="rId8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160" name="TextBox 159" hidden="1">
              <a:extLst>
                <a:ext uri="{FF2B5EF4-FFF2-40B4-BE49-F238E27FC236}">
                  <a16:creationId xmlns:a16="http://schemas.microsoft.com/office/drawing/2014/main" id="{DE5A5C12-E43D-A530-F025-4EAA895E6A38}"/>
                </a:ext>
              </a:extLst>
            </p:cNvPr>
            <p:cNvSpPr txBox="1">
              <a:spLocks noChangeAspect="1"/>
            </p:cNvSpPr>
            <p:nvPr>
              <p:custDataLst>
                <p:tags r:id="rId8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161" name="TextBox 160" hidden="1">
              <a:extLst>
                <a:ext uri="{FF2B5EF4-FFF2-40B4-BE49-F238E27FC236}">
                  <a16:creationId xmlns:a16="http://schemas.microsoft.com/office/drawing/2014/main" id="{F205C006-C4AE-ADA2-5F60-97DA6293C866}"/>
                </a:ext>
              </a:extLst>
            </p:cNvPr>
            <p:cNvSpPr txBox="1">
              <a:spLocks noChangeAspect="1"/>
            </p:cNvSpPr>
            <p:nvPr>
              <p:custDataLst>
                <p:tags r:id="rId8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62" name="TextBox 161" hidden="1">
              <a:extLst>
                <a:ext uri="{FF2B5EF4-FFF2-40B4-BE49-F238E27FC236}">
                  <a16:creationId xmlns:a16="http://schemas.microsoft.com/office/drawing/2014/main" id="{E5E62603-E8FF-05E9-CB9D-205425615001}"/>
                </a:ext>
              </a:extLst>
            </p:cNvPr>
            <p:cNvSpPr txBox="1">
              <a:spLocks noChangeAspect="1"/>
            </p:cNvSpPr>
            <p:nvPr>
              <p:custDataLst>
                <p:tags r:id="rId8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163" name="TextBox 162" hidden="1">
              <a:extLst>
                <a:ext uri="{FF2B5EF4-FFF2-40B4-BE49-F238E27FC236}">
                  <a16:creationId xmlns:a16="http://schemas.microsoft.com/office/drawing/2014/main" id="{08B91BBA-9E36-990B-0C26-8617D586F59B}"/>
                </a:ext>
              </a:extLst>
            </p:cNvPr>
            <p:cNvSpPr txBox="1">
              <a:spLocks noChangeAspect="1"/>
            </p:cNvSpPr>
            <p:nvPr>
              <p:custDataLst>
                <p:tags r:id="rId8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164" name="TextBox 163" hidden="1">
              <a:extLst>
                <a:ext uri="{FF2B5EF4-FFF2-40B4-BE49-F238E27FC236}">
                  <a16:creationId xmlns:a16="http://schemas.microsoft.com/office/drawing/2014/main" id="{25D0194B-9330-3015-3A2A-09CED8776E8C}"/>
                </a:ext>
              </a:extLst>
            </p:cNvPr>
            <p:cNvSpPr txBox="1">
              <a:spLocks noChangeAspect="1"/>
            </p:cNvSpPr>
            <p:nvPr>
              <p:custDataLst>
                <p:tags r:id="rId8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165" name="TextBox 164" hidden="1">
              <a:extLst>
                <a:ext uri="{FF2B5EF4-FFF2-40B4-BE49-F238E27FC236}">
                  <a16:creationId xmlns:a16="http://schemas.microsoft.com/office/drawing/2014/main" id="{A1647B4B-6585-7F8E-D7D7-A619A24BF84C}"/>
                </a:ext>
              </a:extLst>
            </p:cNvPr>
            <p:cNvSpPr txBox="1">
              <a:spLocks noChangeAspect="1"/>
            </p:cNvSpPr>
            <p:nvPr>
              <p:custDataLst>
                <p:tags r:id="rId8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166" name="TextBox 165" hidden="1">
              <a:extLst>
                <a:ext uri="{FF2B5EF4-FFF2-40B4-BE49-F238E27FC236}">
                  <a16:creationId xmlns:a16="http://schemas.microsoft.com/office/drawing/2014/main" id="{92A1F0BC-B182-7A8E-6EF0-80153FD45C2C}"/>
                </a:ext>
              </a:extLst>
            </p:cNvPr>
            <p:cNvSpPr txBox="1">
              <a:spLocks noChangeAspect="1"/>
            </p:cNvSpPr>
            <p:nvPr>
              <p:custDataLst>
                <p:tags r:id="rId9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167" name="TextBox 166" hidden="1">
              <a:extLst>
                <a:ext uri="{FF2B5EF4-FFF2-40B4-BE49-F238E27FC236}">
                  <a16:creationId xmlns:a16="http://schemas.microsoft.com/office/drawing/2014/main" id="{83AEBF6A-5FC6-4438-51F5-667A2CCC909B}"/>
                </a:ext>
              </a:extLst>
            </p:cNvPr>
            <p:cNvSpPr txBox="1">
              <a:spLocks noChangeAspect="1"/>
            </p:cNvSpPr>
            <p:nvPr>
              <p:custDataLst>
                <p:tags r:id="rId9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168" name="TextBox 167" hidden="1">
              <a:extLst>
                <a:ext uri="{FF2B5EF4-FFF2-40B4-BE49-F238E27FC236}">
                  <a16:creationId xmlns:a16="http://schemas.microsoft.com/office/drawing/2014/main" id="{ED3AE38F-FE65-9711-9FB9-F48D24FCB0E3}"/>
                </a:ext>
              </a:extLst>
            </p:cNvPr>
            <p:cNvSpPr txBox="1">
              <a:spLocks noChangeAspect="1"/>
            </p:cNvSpPr>
            <p:nvPr>
              <p:custDataLst>
                <p:tags r:id="rId9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169" name="TextBox 168" hidden="1">
              <a:extLst>
                <a:ext uri="{FF2B5EF4-FFF2-40B4-BE49-F238E27FC236}">
                  <a16:creationId xmlns:a16="http://schemas.microsoft.com/office/drawing/2014/main" id="{16112222-1BF5-2CDF-A5DC-E3C9D67EE1A0}"/>
                </a:ext>
              </a:extLst>
            </p:cNvPr>
            <p:cNvSpPr txBox="1">
              <a:spLocks noChangeAspect="1"/>
            </p:cNvSpPr>
            <p:nvPr>
              <p:custDataLst>
                <p:tags r:id="rId9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170" name="TextBox 169" hidden="1">
              <a:extLst>
                <a:ext uri="{FF2B5EF4-FFF2-40B4-BE49-F238E27FC236}">
                  <a16:creationId xmlns:a16="http://schemas.microsoft.com/office/drawing/2014/main" id="{E1C3898B-F3A6-D51F-1DF6-8224F99C864A}"/>
                </a:ext>
              </a:extLst>
            </p:cNvPr>
            <p:cNvSpPr txBox="1">
              <a:spLocks noChangeAspect="1"/>
            </p:cNvSpPr>
            <p:nvPr>
              <p:custDataLst>
                <p:tags r:id="rId9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171" name="TextBox 170" hidden="1">
              <a:extLst>
                <a:ext uri="{FF2B5EF4-FFF2-40B4-BE49-F238E27FC236}">
                  <a16:creationId xmlns:a16="http://schemas.microsoft.com/office/drawing/2014/main" id="{FB4A6E66-4C94-B8DC-F99F-A74A0FAC1A5E}"/>
                </a:ext>
              </a:extLst>
            </p:cNvPr>
            <p:cNvSpPr txBox="1">
              <a:spLocks noChangeAspect="1"/>
            </p:cNvSpPr>
            <p:nvPr>
              <p:custDataLst>
                <p:tags r:id="rId9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172" name="TextBox 171" hidden="1">
              <a:extLst>
                <a:ext uri="{FF2B5EF4-FFF2-40B4-BE49-F238E27FC236}">
                  <a16:creationId xmlns:a16="http://schemas.microsoft.com/office/drawing/2014/main" id="{BB168990-9697-C33F-3EE6-81B5039AAB5D}"/>
                </a:ext>
              </a:extLst>
            </p:cNvPr>
            <p:cNvSpPr txBox="1">
              <a:spLocks noChangeAspect="1"/>
            </p:cNvSpPr>
            <p:nvPr>
              <p:custDataLst>
                <p:tags r:id="rId9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173" name="TextBox 172" hidden="1">
              <a:extLst>
                <a:ext uri="{FF2B5EF4-FFF2-40B4-BE49-F238E27FC236}">
                  <a16:creationId xmlns:a16="http://schemas.microsoft.com/office/drawing/2014/main" id="{7D006910-C7BE-C5F7-D077-A288AFF978C0}"/>
                </a:ext>
              </a:extLst>
            </p:cNvPr>
            <p:cNvSpPr txBox="1">
              <a:spLocks noChangeAspect="1"/>
            </p:cNvSpPr>
            <p:nvPr>
              <p:custDataLst>
                <p:tags r:id="rId9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174" name="TextBox 173" hidden="1">
              <a:extLst>
                <a:ext uri="{FF2B5EF4-FFF2-40B4-BE49-F238E27FC236}">
                  <a16:creationId xmlns:a16="http://schemas.microsoft.com/office/drawing/2014/main" id="{25F2EFBA-05F4-B80E-DB1C-031EF0A9C5A7}"/>
                </a:ext>
              </a:extLst>
            </p:cNvPr>
            <p:cNvSpPr txBox="1">
              <a:spLocks noChangeAspect="1"/>
            </p:cNvSpPr>
            <p:nvPr>
              <p:custDataLst>
                <p:tags r:id="rId9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175" name="TextBox 174" hidden="1">
              <a:extLst>
                <a:ext uri="{FF2B5EF4-FFF2-40B4-BE49-F238E27FC236}">
                  <a16:creationId xmlns:a16="http://schemas.microsoft.com/office/drawing/2014/main" id="{D2CE930E-76CE-BFCB-4F75-47A9E80FC32A}"/>
                </a:ext>
              </a:extLst>
            </p:cNvPr>
            <p:cNvSpPr txBox="1">
              <a:spLocks noChangeAspect="1"/>
            </p:cNvSpPr>
            <p:nvPr>
              <p:custDataLst>
                <p:tags r:id="rId9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176" name="TextBox 175" hidden="1">
              <a:extLst>
                <a:ext uri="{FF2B5EF4-FFF2-40B4-BE49-F238E27FC236}">
                  <a16:creationId xmlns:a16="http://schemas.microsoft.com/office/drawing/2014/main" id="{E8B566EA-2168-B620-B055-B0A4C40892FC}"/>
                </a:ext>
              </a:extLst>
            </p:cNvPr>
            <p:cNvSpPr txBox="1">
              <a:spLocks noChangeAspect="1"/>
            </p:cNvSpPr>
            <p:nvPr>
              <p:custDataLst>
                <p:tags r:id="rId10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177" name="TextBox 176" hidden="1">
              <a:extLst>
                <a:ext uri="{FF2B5EF4-FFF2-40B4-BE49-F238E27FC236}">
                  <a16:creationId xmlns:a16="http://schemas.microsoft.com/office/drawing/2014/main" id="{7854A84A-49E7-0A04-2762-E82935794E19}"/>
                </a:ext>
              </a:extLst>
            </p:cNvPr>
            <p:cNvSpPr txBox="1">
              <a:spLocks noChangeAspect="1"/>
            </p:cNvSpPr>
            <p:nvPr>
              <p:custDataLst>
                <p:tags r:id="rId10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178" name="TextBox 177" hidden="1">
              <a:extLst>
                <a:ext uri="{FF2B5EF4-FFF2-40B4-BE49-F238E27FC236}">
                  <a16:creationId xmlns:a16="http://schemas.microsoft.com/office/drawing/2014/main" id="{6FA0762C-A009-FCA7-3507-4E986F01D22F}"/>
                </a:ext>
              </a:extLst>
            </p:cNvPr>
            <p:cNvSpPr txBox="1">
              <a:spLocks noChangeAspect="1"/>
            </p:cNvSpPr>
            <p:nvPr>
              <p:custDataLst>
                <p:tags r:id="rId10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179" name="TextBox 178" hidden="1">
              <a:extLst>
                <a:ext uri="{FF2B5EF4-FFF2-40B4-BE49-F238E27FC236}">
                  <a16:creationId xmlns:a16="http://schemas.microsoft.com/office/drawing/2014/main" id="{D420DB46-F9E2-947B-2B59-C2C46377988F}"/>
                </a:ext>
              </a:extLst>
            </p:cNvPr>
            <p:cNvSpPr txBox="1">
              <a:spLocks noChangeAspect="1"/>
            </p:cNvSpPr>
            <p:nvPr>
              <p:custDataLst>
                <p:tags r:id="rId10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180" name="TextBox 179" hidden="1">
              <a:extLst>
                <a:ext uri="{FF2B5EF4-FFF2-40B4-BE49-F238E27FC236}">
                  <a16:creationId xmlns:a16="http://schemas.microsoft.com/office/drawing/2014/main" id="{D64E8A79-4CDB-A0AE-9FFE-6126A517DC9C}"/>
                </a:ext>
              </a:extLst>
            </p:cNvPr>
            <p:cNvSpPr txBox="1">
              <a:spLocks noChangeAspect="1"/>
            </p:cNvSpPr>
            <p:nvPr>
              <p:custDataLst>
                <p:tags r:id="rId10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181" name="TextBox 180" hidden="1">
              <a:extLst>
                <a:ext uri="{FF2B5EF4-FFF2-40B4-BE49-F238E27FC236}">
                  <a16:creationId xmlns:a16="http://schemas.microsoft.com/office/drawing/2014/main" id="{A23FEDC8-B79A-6FD9-3804-8AFEE736DA39}"/>
                </a:ext>
              </a:extLst>
            </p:cNvPr>
            <p:cNvSpPr txBox="1">
              <a:spLocks noChangeAspect="1"/>
            </p:cNvSpPr>
            <p:nvPr>
              <p:custDataLst>
                <p:tags r:id="rId10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182" name="TextBox 181" hidden="1">
              <a:extLst>
                <a:ext uri="{FF2B5EF4-FFF2-40B4-BE49-F238E27FC236}">
                  <a16:creationId xmlns:a16="http://schemas.microsoft.com/office/drawing/2014/main" id="{5E55D5B0-1B3C-8EAB-DA90-5375C526E6A2}"/>
                </a:ext>
              </a:extLst>
            </p:cNvPr>
            <p:cNvSpPr txBox="1">
              <a:spLocks noChangeAspect="1"/>
            </p:cNvSpPr>
            <p:nvPr>
              <p:custDataLst>
                <p:tags r:id="rId10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183" name="TextBox 182" hidden="1">
              <a:extLst>
                <a:ext uri="{FF2B5EF4-FFF2-40B4-BE49-F238E27FC236}">
                  <a16:creationId xmlns:a16="http://schemas.microsoft.com/office/drawing/2014/main" id="{DBF65563-4275-0EEE-3075-52E3A041B90E}"/>
                </a:ext>
              </a:extLst>
            </p:cNvPr>
            <p:cNvSpPr txBox="1">
              <a:spLocks noChangeAspect="1"/>
            </p:cNvSpPr>
            <p:nvPr>
              <p:custDataLst>
                <p:tags r:id="rId10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25</a:t>
              </a:r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73566058-5ADA-520C-1CE9-313975FF9950}"/>
              </a:ext>
            </a:extLst>
          </p:cNvPr>
          <p:cNvSpPr/>
          <p:nvPr/>
        </p:nvSpPr>
        <p:spPr>
          <a:xfrm>
            <a:off x="802026" y="3895297"/>
            <a:ext cx="3727444" cy="437895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1" dirty="0">
                <a:solidFill>
                  <a:schemeClr val="tx1"/>
                </a:solidFill>
              </a:rPr>
              <a:t>Project Scope, Approach and Team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C259527-49DC-3EB7-908D-2AA278D7D8F4}"/>
              </a:ext>
            </a:extLst>
          </p:cNvPr>
          <p:cNvSpPr/>
          <p:nvPr/>
        </p:nvSpPr>
        <p:spPr>
          <a:xfrm>
            <a:off x="802026" y="4578505"/>
            <a:ext cx="3727444" cy="437895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1" dirty="0">
                <a:solidFill>
                  <a:schemeClr val="tx1"/>
                </a:solidFill>
              </a:rPr>
              <a:t>Key Activities and Deliverables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E7FDAF5-47EF-53D5-2B01-5B6C42657D5D}"/>
              </a:ext>
            </a:extLst>
          </p:cNvPr>
          <p:cNvSpPr/>
          <p:nvPr/>
        </p:nvSpPr>
        <p:spPr>
          <a:xfrm>
            <a:off x="802026" y="5261713"/>
            <a:ext cx="3727444" cy="437895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1" dirty="0">
                <a:solidFill>
                  <a:schemeClr val="tx1"/>
                </a:solidFill>
              </a:rPr>
              <a:t>Key Risks and Mitigation Strategies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0DC46DF-29F4-96C5-B712-8E1560F3C28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94025" y="3805534"/>
            <a:ext cx="252000" cy="252000"/>
            <a:chOff x="9396107" y="2026719"/>
            <a:chExt cx="328660" cy="328660"/>
          </a:xfrm>
        </p:grpSpPr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083609FB-4AA6-8E14-CDD7-4BAFB5184372}"/>
                </a:ext>
              </a:extLst>
            </p:cNvPr>
            <p:cNvSpPr txBox="1">
              <a:spLocks noChangeAspect="1"/>
            </p:cNvSpPr>
            <p:nvPr>
              <p:custDataLst>
                <p:tags r:id="rId5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89" name="TextBox 188" hidden="1">
              <a:extLst>
                <a:ext uri="{FF2B5EF4-FFF2-40B4-BE49-F238E27FC236}">
                  <a16:creationId xmlns:a16="http://schemas.microsoft.com/office/drawing/2014/main" id="{6F6CE658-1ACC-B853-06B1-1BFEEBE7BFDC}"/>
                </a:ext>
              </a:extLst>
            </p:cNvPr>
            <p:cNvSpPr txBox="1">
              <a:spLocks noChangeAspect="1"/>
            </p:cNvSpPr>
            <p:nvPr>
              <p:custDataLst>
                <p:tags r:id="rId5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190" name="TextBox 189" hidden="1">
              <a:extLst>
                <a:ext uri="{FF2B5EF4-FFF2-40B4-BE49-F238E27FC236}">
                  <a16:creationId xmlns:a16="http://schemas.microsoft.com/office/drawing/2014/main" id="{85C3E026-74BD-2901-681F-762FD579AF88}"/>
                </a:ext>
              </a:extLst>
            </p:cNvPr>
            <p:cNvSpPr txBox="1">
              <a:spLocks noChangeAspect="1"/>
            </p:cNvSpPr>
            <p:nvPr>
              <p:custDataLst>
                <p:tags r:id="rId6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91" name="TextBox 190" hidden="1">
              <a:extLst>
                <a:ext uri="{FF2B5EF4-FFF2-40B4-BE49-F238E27FC236}">
                  <a16:creationId xmlns:a16="http://schemas.microsoft.com/office/drawing/2014/main" id="{D00A8115-7DA6-BC7F-02AB-F6D2291C40D6}"/>
                </a:ext>
              </a:extLst>
            </p:cNvPr>
            <p:cNvSpPr txBox="1">
              <a:spLocks noChangeAspect="1"/>
            </p:cNvSpPr>
            <p:nvPr>
              <p:custDataLst>
                <p:tags r:id="rId6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192" name="TextBox 191" hidden="1">
              <a:extLst>
                <a:ext uri="{FF2B5EF4-FFF2-40B4-BE49-F238E27FC236}">
                  <a16:creationId xmlns:a16="http://schemas.microsoft.com/office/drawing/2014/main" id="{B3CF7676-3D80-B709-FDF4-980BEAED617D}"/>
                </a:ext>
              </a:extLst>
            </p:cNvPr>
            <p:cNvSpPr txBox="1">
              <a:spLocks noChangeAspect="1"/>
            </p:cNvSpPr>
            <p:nvPr>
              <p:custDataLst>
                <p:tags r:id="rId6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193" name="TextBox 192" hidden="1">
              <a:extLst>
                <a:ext uri="{FF2B5EF4-FFF2-40B4-BE49-F238E27FC236}">
                  <a16:creationId xmlns:a16="http://schemas.microsoft.com/office/drawing/2014/main" id="{486C7A7C-E021-5CDE-5A82-785549C4CA97}"/>
                </a:ext>
              </a:extLst>
            </p:cNvPr>
            <p:cNvSpPr txBox="1">
              <a:spLocks noChangeAspect="1"/>
            </p:cNvSpPr>
            <p:nvPr>
              <p:custDataLst>
                <p:tags r:id="rId6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94" name="TextBox 193" hidden="1">
              <a:extLst>
                <a:ext uri="{FF2B5EF4-FFF2-40B4-BE49-F238E27FC236}">
                  <a16:creationId xmlns:a16="http://schemas.microsoft.com/office/drawing/2014/main" id="{75AD775C-22AE-2C45-8148-7FA3DF6BC990}"/>
                </a:ext>
              </a:extLst>
            </p:cNvPr>
            <p:cNvSpPr txBox="1">
              <a:spLocks noChangeAspect="1"/>
            </p:cNvSpPr>
            <p:nvPr>
              <p:custDataLst>
                <p:tags r:id="rId6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195" name="TextBox 194" hidden="1">
              <a:extLst>
                <a:ext uri="{FF2B5EF4-FFF2-40B4-BE49-F238E27FC236}">
                  <a16:creationId xmlns:a16="http://schemas.microsoft.com/office/drawing/2014/main" id="{E502C2AE-E270-15B4-B7B3-69BF39845223}"/>
                </a:ext>
              </a:extLst>
            </p:cNvPr>
            <p:cNvSpPr txBox="1">
              <a:spLocks noChangeAspect="1"/>
            </p:cNvSpPr>
            <p:nvPr>
              <p:custDataLst>
                <p:tags r:id="rId6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196" name="TextBox 195" hidden="1">
              <a:extLst>
                <a:ext uri="{FF2B5EF4-FFF2-40B4-BE49-F238E27FC236}">
                  <a16:creationId xmlns:a16="http://schemas.microsoft.com/office/drawing/2014/main" id="{A87A1322-7E35-E99B-A8AB-42A48DF6EA63}"/>
                </a:ext>
              </a:extLst>
            </p:cNvPr>
            <p:cNvSpPr txBox="1">
              <a:spLocks noChangeAspect="1"/>
            </p:cNvSpPr>
            <p:nvPr>
              <p:custDataLst>
                <p:tags r:id="rId6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197" name="TextBox 196" hidden="1">
              <a:extLst>
                <a:ext uri="{FF2B5EF4-FFF2-40B4-BE49-F238E27FC236}">
                  <a16:creationId xmlns:a16="http://schemas.microsoft.com/office/drawing/2014/main" id="{587B8D13-26C0-F3F7-1453-44FECD3CB6FA}"/>
                </a:ext>
              </a:extLst>
            </p:cNvPr>
            <p:cNvSpPr txBox="1">
              <a:spLocks noChangeAspect="1"/>
            </p:cNvSpPr>
            <p:nvPr>
              <p:custDataLst>
                <p:tags r:id="rId6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198" name="TextBox 197" hidden="1">
              <a:extLst>
                <a:ext uri="{FF2B5EF4-FFF2-40B4-BE49-F238E27FC236}">
                  <a16:creationId xmlns:a16="http://schemas.microsoft.com/office/drawing/2014/main" id="{332106B0-B441-31A1-ED8E-FEEEE7622530}"/>
                </a:ext>
              </a:extLst>
            </p:cNvPr>
            <p:cNvSpPr txBox="1">
              <a:spLocks noChangeAspect="1"/>
            </p:cNvSpPr>
            <p:nvPr>
              <p:custDataLst>
                <p:tags r:id="rId6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199" name="TextBox 198" hidden="1">
              <a:extLst>
                <a:ext uri="{FF2B5EF4-FFF2-40B4-BE49-F238E27FC236}">
                  <a16:creationId xmlns:a16="http://schemas.microsoft.com/office/drawing/2014/main" id="{4E0463EB-C310-A8FD-BED9-8B8F9B0D3F01}"/>
                </a:ext>
              </a:extLst>
            </p:cNvPr>
            <p:cNvSpPr txBox="1">
              <a:spLocks noChangeAspect="1"/>
            </p:cNvSpPr>
            <p:nvPr>
              <p:custDataLst>
                <p:tags r:id="rId6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200" name="TextBox 199" hidden="1">
              <a:extLst>
                <a:ext uri="{FF2B5EF4-FFF2-40B4-BE49-F238E27FC236}">
                  <a16:creationId xmlns:a16="http://schemas.microsoft.com/office/drawing/2014/main" id="{94123E04-2B6A-50A8-F92B-9F1BA17ABD5A}"/>
                </a:ext>
              </a:extLst>
            </p:cNvPr>
            <p:cNvSpPr txBox="1">
              <a:spLocks noChangeAspect="1"/>
            </p:cNvSpPr>
            <p:nvPr>
              <p:custDataLst>
                <p:tags r:id="rId7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201" name="TextBox 200" hidden="1">
              <a:extLst>
                <a:ext uri="{FF2B5EF4-FFF2-40B4-BE49-F238E27FC236}">
                  <a16:creationId xmlns:a16="http://schemas.microsoft.com/office/drawing/2014/main" id="{D0619E21-8007-719D-9412-87A0FB45A4E0}"/>
                </a:ext>
              </a:extLst>
            </p:cNvPr>
            <p:cNvSpPr txBox="1">
              <a:spLocks noChangeAspect="1"/>
            </p:cNvSpPr>
            <p:nvPr>
              <p:custDataLst>
                <p:tags r:id="rId7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202" name="TextBox 201" hidden="1">
              <a:extLst>
                <a:ext uri="{FF2B5EF4-FFF2-40B4-BE49-F238E27FC236}">
                  <a16:creationId xmlns:a16="http://schemas.microsoft.com/office/drawing/2014/main" id="{E6B559FD-B6E9-5EE7-69EE-0BBDEB6C6CB3}"/>
                </a:ext>
              </a:extLst>
            </p:cNvPr>
            <p:cNvSpPr txBox="1">
              <a:spLocks noChangeAspect="1"/>
            </p:cNvSpPr>
            <p:nvPr>
              <p:custDataLst>
                <p:tags r:id="rId7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203" name="TextBox 202" hidden="1">
              <a:extLst>
                <a:ext uri="{FF2B5EF4-FFF2-40B4-BE49-F238E27FC236}">
                  <a16:creationId xmlns:a16="http://schemas.microsoft.com/office/drawing/2014/main" id="{7142EE63-C4B4-77CB-3508-F59189967570}"/>
                </a:ext>
              </a:extLst>
            </p:cNvPr>
            <p:cNvSpPr txBox="1">
              <a:spLocks noChangeAspect="1"/>
            </p:cNvSpPr>
            <p:nvPr>
              <p:custDataLst>
                <p:tags r:id="rId7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204" name="TextBox 203" hidden="1">
              <a:extLst>
                <a:ext uri="{FF2B5EF4-FFF2-40B4-BE49-F238E27FC236}">
                  <a16:creationId xmlns:a16="http://schemas.microsoft.com/office/drawing/2014/main" id="{FC2FD4B6-A50C-E75F-AD15-829C1D13ADFA}"/>
                </a:ext>
              </a:extLst>
            </p:cNvPr>
            <p:cNvSpPr txBox="1">
              <a:spLocks noChangeAspect="1"/>
            </p:cNvSpPr>
            <p:nvPr>
              <p:custDataLst>
                <p:tags r:id="rId7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205" name="TextBox 204" hidden="1">
              <a:extLst>
                <a:ext uri="{FF2B5EF4-FFF2-40B4-BE49-F238E27FC236}">
                  <a16:creationId xmlns:a16="http://schemas.microsoft.com/office/drawing/2014/main" id="{C66AC3F7-8BB3-BED4-7BD4-AF5F11B7BB5B}"/>
                </a:ext>
              </a:extLst>
            </p:cNvPr>
            <p:cNvSpPr txBox="1">
              <a:spLocks noChangeAspect="1"/>
            </p:cNvSpPr>
            <p:nvPr>
              <p:custDataLst>
                <p:tags r:id="rId7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206" name="TextBox 205" hidden="1">
              <a:extLst>
                <a:ext uri="{FF2B5EF4-FFF2-40B4-BE49-F238E27FC236}">
                  <a16:creationId xmlns:a16="http://schemas.microsoft.com/office/drawing/2014/main" id="{2B92047A-E9C5-CF0D-ED29-7F0206D7D4E4}"/>
                </a:ext>
              </a:extLst>
            </p:cNvPr>
            <p:cNvSpPr txBox="1">
              <a:spLocks noChangeAspect="1"/>
            </p:cNvSpPr>
            <p:nvPr>
              <p:custDataLst>
                <p:tags r:id="rId7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207" name="TextBox 206" hidden="1">
              <a:extLst>
                <a:ext uri="{FF2B5EF4-FFF2-40B4-BE49-F238E27FC236}">
                  <a16:creationId xmlns:a16="http://schemas.microsoft.com/office/drawing/2014/main" id="{1A52707A-BBE4-753A-A2F7-21234DC3969B}"/>
                </a:ext>
              </a:extLst>
            </p:cNvPr>
            <p:cNvSpPr txBox="1">
              <a:spLocks noChangeAspect="1"/>
            </p:cNvSpPr>
            <p:nvPr>
              <p:custDataLst>
                <p:tags r:id="rId7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208" name="TextBox 207" hidden="1">
              <a:extLst>
                <a:ext uri="{FF2B5EF4-FFF2-40B4-BE49-F238E27FC236}">
                  <a16:creationId xmlns:a16="http://schemas.microsoft.com/office/drawing/2014/main" id="{A51F9B1E-CD1D-31F1-EA93-2A0DB1EF6237}"/>
                </a:ext>
              </a:extLst>
            </p:cNvPr>
            <p:cNvSpPr txBox="1">
              <a:spLocks noChangeAspect="1"/>
            </p:cNvSpPr>
            <p:nvPr>
              <p:custDataLst>
                <p:tags r:id="rId7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209" name="TextBox 208" hidden="1">
              <a:extLst>
                <a:ext uri="{FF2B5EF4-FFF2-40B4-BE49-F238E27FC236}">
                  <a16:creationId xmlns:a16="http://schemas.microsoft.com/office/drawing/2014/main" id="{7031E540-D0F6-0A0B-106B-22E8ED0FFF68}"/>
                </a:ext>
              </a:extLst>
            </p:cNvPr>
            <p:cNvSpPr txBox="1">
              <a:spLocks noChangeAspect="1"/>
            </p:cNvSpPr>
            <p:nvPr>
              <p:custDataLst>
                <p:tags r:id="rId7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210" name="TextBox 209" hidden="1">
              <a:extLst>
                <a:ext uri="{FF2B5EF4-FFF2-40B4-BE49-F238E27FC236}">
                  <a16:creationId xmlns:a16="http://schemas.microsoft.com/office/drawing/2014/main" id="{5DB4E0A0-D063-8A34-D328-032B3F4E00FF}"/>
                </a:ext>
              </a:extLst>
            </p:cNvPr>
            <p:cNvSpPr txBox="1">
              <a:spLocks noChangeAspect="1"/>
            </p:cNvSpPr>
            <p:nvPr>
              <p:custDataLst>
                <p:tags r:id="rId8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211" name="TextBox 210" hidden="1">
              <a:extLst>
                <a:ext uri="{FF2B5EF4-FFF2-40B4-BE49-F238E27FC236}">
                  <a16:creationId xmlns:a16="http://schemas.microsoft.com/office/drawing/2014/main" id="{19BA2D14-E3E1-C4FC-80A9-415B1C2A57C2}"/>
                </a:ext>
              </a:extLst>
            </p:cNvPr>
            <p:cNvSpPr txBox="1">
              <a:spLocks noChangeAspect="1"/>
            </p:cNvSpPr>
            <p:nvPr>
              <p:custDataLst>
                <p:tags r:id="rId8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212" name="TextBox 211" hidden="1">
              <a:extLst>
                <a:ext uri="{FF2B5EF4-FFF2-40B4-BE49-F238E27FC236}">
                  <a16:creationId xmlns:a16="http://schemas.microsoft.com/office/drawing/2014/main" id="{542E2C93-327C-0EC6-6007-A395BAAC8383}"/>
                </a:ext>
              </a:extLst>
            </p:cNvPr>
            <p:cNvSpPr txBox="1">
              <a:spLocks noChangeAspect="1"/>
            </p:cNvSpPr>
            <p:nvPr>
              <p:custDataLst>
                <p:tags r:id="rId8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1FFE197E-56F7-76E9-94A2-EEB2B13D256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94025" y="4479623"/>
            <a:ext cx="252000" cy="252000"/>
            <a:chOff x="9396107" y="2026719"/>
            <a:chExt cx="328660" cy="328660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CF781B7-9620-130E-9FE7-0635BAA590C3}"/>
                </a:ext>
              </a:extLst>
            </p:cNvPr>
            <p:cNvSpPr txBox="1">
              <a:spLocks noChangeAspect="1"/>
            </p:cNvSpPr>
            <p:nvPr>
              <p:custDataLst>
                <p:tags r:id="rId3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215" name="TextBox 214" hidden="1">
              <a:extLst>
                <a:ext uri="{FF2B5EF4-FFF2-40B4-BE49-F238E27FC236}">
                  <a16:creationId xmlns:a16="http://schemas.microsoft.com/office/drawing/2014/main" id="{107BCC94-1C2A-44CA-C710-BA4530FCB716}"/>
                </a:ext>
              </a:extLst>
            </p:cNvPr>
            <p:cNvSpPr txBox="1">
              <a:spLocks noChangeAspect="1"/>
            </p:cNvSpPr>
            <p:nvPr>
              <p:custDataLst>
                <p:tags r:id="rId3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216" name="TextBox 215" hidden="1">
              <a:extLst>
                <a:ext uri="{FF2B5EF4-FFF2-40B4-BE49-F238E27FC236}">
                  <a16:creationId xmlns:a16="http://schemas.microsoft.com/office/drawing/2014/main" id="{7FF4F628-3A37-53BC-557C-BDF6871162BA}"/>
                </a:ext>
              </a:extLst>
            </p:cNvPr>
            <p:cNvSpPr txBox="1">
              <a:spLocks noChangeAspect="1"/>
            </p:cNvSpPr>
            <p:nvPr>
              <p:custDataLst>
                <p:tags r:id="rId3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217" name="TextBox 216" hidden="1">
              <a:extLst>
                <a:ext uri="{FF2B5EF4-FFF2-40B4-BE49-F238E27FC236}">
                  <a16:creationId xmlns:a16="http://schemas.microsoft.com/office/drawing/2014/main" id="{B44FECA4-E514-7749-AA7B-50E1DAAFD1A0}"/>
                </a:ext>
              </a:extLst>
            </p:cNvPr>
            <p:cNvSpPr txBox="1">
              <a:spLocks noChangeAspect="1"/>
            </p:cNvSpPr>
            <p:nvPr>
              <p:custDataLst>
                <p:tags r:id="rId3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218" name="TextBox 217" hidden="1">
              <a:extLst>
                <a:ext uri="{FF2B5EF4-FFF2-40B4-BE49-F238E27FC236}">
                  <a16:creationId xmlns:a16="http://schemas.microsoft.com/office/drawing/2014/main" id="{AFE7AC1D-FFE1-912F-64CD-B87827A06AE5}"/>
                </a:ext>
              </a:extLst>
            </p:cNvPr>
            <p:cNvSpPr txBox="1">
              <a:spLocks noChangeAspect="1"/>
            </p:cNvSpPr>
            <p:nvPr>
              <p:custDataLst>
                <p:tags r:id="rId3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219" name="TextBox 218" hidden="1">
              <a:extLst>
                <a:ext uri="{FF2B5EF4-FFF2-40B4-BE49-F238E27FC236}">
                  <a16:creationId xmlns:a16="http://schemas.microsoft.com/office/drawing/2014/main" id="{B057BF0A-867D-AF1E-0D7A-5BEE9197A1A0}"/>
                </a:ext>
              </a:extLst>
            </p:cNvPr>
            <p:cNvSpPr txBox="1">
              <a:spLocks noChangeAspect="1"/>
            </p:cNvSpPr>
            <p:nvPr>
              <p:custDataLst>
                <p:tags r:id="rId3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220" name="TextBox 219" hidden="1">
              <a:extLst>
                <a:ext uri="{FF2B5EF4-FFF2-40B4-BE49-F238E27FC236}">
                  <a16:creationId xmlns:a16="http://schemas.microsoft.com/office/drawing/2014/main" id="{59DDE111-A8B7-E0D4-ED81-9C527565F603}"/>
                </a:ext>
              </a:extLst>
            </p:cNvPr>
            <p:cNvSpPr txBox="1">
              <a:spLocks noChangeAspect="1"/>
            </p:cNvSpPr>
            <p:nvPr>
              <p:custDataLst>
                <p:tags r:id="rId3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221" name="TextBox 220" hidden="1">
              <a:extLst>
                <a:ext uri="{FF2B5EF4-FFF2-40B4-BE49-F238E27FC236}">
                  <a16:creationId xmlns:a16="http://schemas.microsoft.com/office/drawing/2014/main" id="{A47EF457-B4D0-C0E8-7B9D-2572A825378B}"/>
                </a:ext>
              </a:extLst>
            </p:cNvPr>
            <p:cNvSpPr txBox="1">
              <a:spLocks noChangeAspect="1"/>
            </p:cNvSpPr>
            <p:nvPr>
              <p:custDataLst>
                <p:tags r:id="rId4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222" name="TextBox 221" hidden="1">
              <a:extLst>
                <a:ext uri="{FF2B5EF4-FFF2-40B4-BE49-F238E27FC236}">
                  <a16:creationId xmlns:a16="http://schemas.microsoft.com/office/drawing/2014/main" id="{BB9FC322-C063-AE1A-2560-1D6C476CDB8F}"/>
                </a:ext>
              </a:extLst>
            </p:cNvPr>
            <p:cNvSpPr txBox="1">
              <a:spLocks noChangeAspect="1"/>
            </p:cNvSpPr>
            <p:nvPr>
              <p:custDataLst>
                <p:tags r:id="rId4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223" name="TextBox 222" hidden="1">
              <a:extLst>
                <a:ext uri="{FF2B5EF4-FFF2-40B4-BE49-F238E27FC236}">
                  <a16:creationId xmlns:a16="http://schemas.microsoft.com/office/drawing/2014/main" id="{7E93D21F-4C30-DFB7-5DA7-25806F92F3D9}"/>
                </a:ext>
              </a:extLst>
            </p:cNvPr>
            <p:cNvSpPr txBox="1">
              <a:spLocks noChangeAspect="1"/>
            </p:cNvSpPr>
            <p:nvPr>
              <p:custDataLst>
                <p:tags r:id="rId4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224" name="TextBox 223" hidden="1">
              <a:extLst>
                <a:ext uri="{FF2B5EF4-FFF2-40B4-BE49-F238E27FC236}">
                  <a16:creationId xmlns:a16="http://schemas.microsoft.com/office/drawing/2014/main" id="{98B6489A-CFE5-028A-D0CB-B4E5FBCC292E}"/>
                </a:ext>
              </a:extLst>
            </p:cNvPr>
            <p:cNvSpPr txBox="1">
              <a:spLocks noChangeAspect="1"/>
            </p:cNvSpPr>
            <p:nvPr>
              <p:custDataLst>
                <p:tags r:id="rId4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225" name="TextBox 224" hidden="1">
              <a:extLst>
                <a:ext uri="{FF2B5EF4-FFF2-40B4-BE49-F238E27FC236}">
                  <a16:creationId xmlns:a16="http://schemas.microsoft.com/office/drawing/2014/main" id="{C608DFC3-438E-D124-D3D5-1E6831EBE568}"/>
                </a:ext>
              </a:extLst>
            </p:cNvPr>
            <p:cNvSpPr txBox="1">
              <a:spLocks noChangeAspect="1"/>
            </p:cNvSpPr>
            <p:nvPr>
              <p:custDataLst>
                <p:tags r:id="rId4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226" name="TextBox 225" hidden="1">
              <a:extLst>
                <a:ext uri="{FF2B5EF4-FFF2-40B4-BE49-F238E27FC236}">
                  <a16:creationId xmlns:a16="http://schemas.microsoft.com/office/drawing/2014/main" id="{A96E911A-ED4B-6C3B-C7B4-01F7DA27793E}"/>
                </a:ext>
              </a:extLst>
            </p:cNvPr>
            <p:cNvSpPr txBox="1">
              <a:spLocks noChangeAspect="1"/>
            </p:cNvSpPr>
            <p:nvPr>
              <p:custDataLst>
                <p:tags r:id="rId4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227" name="TextBox 226" hidden="1">
              <a:extLst>
                <a:ext uri="{FF2B5EF4-FFF2-40B4-BE49-F238E27FC236}">
                  <a16:creationId xmlns:a16="http://schemas.microsoft.com/office/drawing/2014/main" id="{202FF75A-09C9-7801-2DBD-ABED6582F2EB}"/>
                </a:ext>
              </a:extLst>
            </p:cNvPr>
            <p:cNvSpPr txBox="1">
              <a:spLocks noChangeAspect="1"/>
            </p:cNvSpPr>
            <p:nvPr>
              <p:custDataLst>
                <p:tags r:id="rId4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228" name="TextBox 227" hidden="1">
              <a:extLst>
                <a:ext uri="{FF2B5EF4-FFF2-40B4-BE49-F238E27FC236}">
                  <a16:creationId xmlns:a16="http://schemas.microsoft.com/office/drawing/2014/main" id="{82A2AF75-DCB8-FB47-1921-760685A6093D}"/>
                </a:ext>
              </a:extLst>
            </p:cNvPr>
            <p:cNvSpPr txBox="1">
              <a:spLocks noChangeAspect="1"/>
            </p:cNvSpPr>
            <p:nvPr>
              <p:custDataLst>
                <p:tags r:id="rId4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229" name="TextBox 228" hidden="1">
              <a:extLst>
                <a:ext uri="{FF2B5EF4-FFF2-40B4-BE49-F238E27FC236}">
                  <a16:creationId xmlns:a16="http://schemas.microsoft.com/office/drawing/2014/main" id="{ADEBE44C-A472-EA4C-0531-F986A8249DD1}"/>
                </a:ext>
              </a:extLst>
            </p:cNvPr>
            <p:cNvSpPr txBox="1">
              <a:spLocks noChangeAspect="1"/>
            </p:cNvSpPr>
            <p:nvPr>
              <p:custDataLst>
                <p:tags r:id="rId4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230" name="TextBox 229" hidden="1">
              <a:extLst>
                <a:ext uri="{FF2B5EF4-FFF2-40B4-BE49-F238E27FC236}">
                  <a16:creationId xmlns:a16="http://schemas.microsoft.com/office/drawing/2014/main" id="{294EF055-860A-2EF5-DAAF-73A3CB595EEF}"/>
                </a:ext>
              </a:extLst>
            </p:cNvPr>
            <p:cNvSpPr txBox="1">
              <a:spLocks noChangeAspect="1"/>
            </p:cNvSpPr>
            <p:nvPr>
              <p:custDataLst>
                <p:tags r:id="rId4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231" name="TextBox 230" hidden="1">
              <a:extLst>
                <a:ext uri="{FF2B5EF4-FFF2-40B4-BE49-F238E27FC236}">
                  <a16:creationId xmlns:a16="http://schemas.microsoft.com/office/drawing/2014/main" id="{50E02BCF-E4AC-738A-A780-EA27758687A5}"/>
                </a:ext>
              </a:extLst>
            </p:cNvPr>
            <p:cNvSpPr txBox="1">
              <a:spLocks noChangeAspect="1"/>
            </p:cNvSpPr>
            <p:nvPr>
              <p:custDataLst>
                <p:tags r:id="rId5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232" name="TextBox 231" hidden="1">
              <a:extLst>
                <a:ext uri="{FF2B5EF4-FFF2-40B4-BE49-F238E27FC236}">
                  <a16:creationId xmlns:a16="http://schemas.microsoft.com/office/drawing/2014/main" id="{43546CCA-9096-DE53-119A-C10A72E60C24}"/>
                </a:ext>
              </a:extLst>
            </p:cNvPr>
            <p:cNvSpPr txBox="1">
              <a:spLocks noChangeAspect="1"/>
            </p:cNvSpPr>
            <p:nvPr>
              <p:custDataLst>
                <p:tags r:id="rId5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233" name="TextBox 232" hidden="1">
              <a:extLst>
                <a:ext uri="{FF2B5EF4-FFF2-40B4-BE49-F238E27FC236}">
                  <a16:creationId xmlns:a16="http://schemas.microsoft.com/office/drawing/2014/main" id="{1016DC89-65C7-53D8-CA68-FDD6FE7D5074}"/>
                </a:ext>
              </a:extLst>
            </p:cNvPr>
            <p:cNvSpPr txBox="1">
              <a:spLocks noChangeAspect="1"/>
            </p:cNvSpPr>
            <p:nvPr>
              <p:custDataLst>
                <p:tags r:id="rId5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234" name="TextBox 233" hidden="1">
              <a:extLst>
                <a:ext uri="{FF2B5EF4-FFF2-40B4-BE49-F238E27FC236}">
                  <a16:creationId xmlns:a16="http://schemas.microsoft.com/office/drawing/2014/main" id="{4714241E-DB87-8B99-D4A3-1A2CF58636FB}"/>
                </a:ext>
              </a:extLst>
            </p:cNvPr>
            <p:cNvSpPr txBox="1">
              <a:spLocks noChangeAspect="1"/>
            </p:cNvSpPr>
            <p:nvPr>
              <p:custDataLst>
                <p:tags r:id="rId5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235" name="TextBox 234" hidden="1">
              <a:extLst>
                <a:ext uri="{FF2B5EF4-FFF2-40B4-BE49-F238E27FC236}">
                  <a16:creationId xmlns:a16="http://schemas.microsoft.com/office/drawing/2014/main" id="{0B3B0BB3-327C-6DF5-920D-A1BEBFB1CA26}"/>
                </a:ext>
              </a:extLst>
            </p:cNvPr>
            <p:cNvSpPr txBox="1">
              <a:spLocks noChangeAspect="1"/>
            </p:cNvSpPr>
            <p:nvPr>
              <p:custDataLst>
                <p:tags r:id="rId5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236" name="TextBox 235" hidden="1">
              <a:extLst>
                <a:ext uri="{FF2B5EF4-FFF2-40B4-BE49-F238E27FC236}">
                  <a16:creationId xmlns:a16="http://schemas.microsoft.com/office/drawing/2014/main" id="{2E0960BB-5DF7-1BA2-1861-0152FAD3211B}"/>
                </a:ext>
              </a:extLst>
            </p:cNvPr>
            <p:cNvSpPr txBox="1">
              <a:spLocks noChangeAspect="1"/>
            </p:cNvSpPr>
            <p:nvPr>
              <p:custDataLst>
                <p:tags r:id="rId5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237" name="TextBox 236" hidden="1">
              <a:extLst>
                <a:ext uri="{FF2B5EF4-FFF2-40B4-BE49-F238E27FC236}">
                  <a16:creationId xmlns:a16="http://schemas.microsoft.com/office/drawing/2014/main" id="{EE48E2FB-A105-4563-F5A5-BC3E76FC7884}"/>
                </a:ext>
              </a:extLst>
            </p:cNvPr>
            <p:cNvSpPr txBox="1">
              <a:spLocks noChangeAspect="1"/>
            </p:cNvSpPr>
            <p:nvPr>
              <p:custDataLst>
                <p:tags r:id="rId5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238" name="TextBox 237" hidden="1">
              <a:extLst>
                <a:ext uri="{FF2B5EF4-FFF2-40B4-BE49-F238E27FC236}">
                  <a16:creationId xmlns:a16="http://schemas.microsoft.com/office/drawing/2014/main" id="{245A55CE-9E65-8786-98B1-CB76BADD6E60}"/>
                </a:ext>
              </a:extLst>
            </p:cNvPr>
            <p:cNvSpPr txBox="1">
              <a:spLocks noChangeAspect="1"/>
            </p:cNvSpPr>
            <p:nvPr>
              <p:custDataLst>
                <p:tags r:id="rId5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74D6076-F6DD-C1A1-891F-67CD8C62CFB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94025" y="5153712"/>
            <a:ext cx="252000" cy="252000"/>
            <a:chOff x="9396107" y="2026719"/>
            <a:chExt cx="328660" cy="328660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FEEF5FE8-457E-652D-8AB5-BF38C5D8E523}"/>
                </a:ext>
              </a:extLst>
            </p:cNvPr>
            <p:cNvSpPr txBox="1">
              <a:spLocks noChangeAspect="1"/>
            </p:cNvSpPr>
            <p:nvPr>
              <p:custDataLst>
                <p:tags r:id="rId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241" name="TextBox 240" hidden="1">
              <a:extLst>
                <a:ext uri="{FF2B5EF4-FFF2-40B4-BE49-F238E27FC236}">
                  <a16:creationId xmlns:a16="http://schemas.microsoft.com/office/drawing/2014/main" id="{27C8118C-F293-E306-9B05-D10A139F08C0}"/>
                </a:ext>
              </a:extLst>
            </p:cNvPr>
            <p:cNvSpPr txBox="1">
              <a:spLocks noChangeAspect="1"/>
            </p:cNvSpPr>
            <p:nvPr>
              <p:custDataLst>
                <p:tags r:id="rId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242" name="TextBox 241" hidden="1">
              <a:extLst>
                <a:ext uri="{FF2B5EF4-FFF2-40B4-BE49-F238E27FC236}">
                  <a16:creationId xmlns:a16="http://schemas.microsoft.com/office/drawing/2014/main" id="{C7D3CCE2-665C-6A5D-8FA7-3B934ECE89C6}"/>
                </a:ext>
              </a:extLst>
            </p:cNvPr>
            <p:cNvSpPr txBox="1">
              <a:spLocks noChangeAspect="1"/>
            </p:cNvSpPr>
            <p:nvPr>
              <p:custDataLst>
                <p:tags r:id="rId1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243" name="TextBox 242" hidden="1">
              <a:extLst>
                <a:ext uri="{FF2B5EF4-FFF2-40B4-BE49-F238E27FC236}">
                  <a16:creationId xmlns:a16="http://schemas.microsoft.com/office/drawing/2014/main" id="{1A61B971-FE52-936A-EA5B-6533323E6AF6}"/>
                </a:ext>
              </a:extLst>
            </p:cNvPr>
            <p:cNvSpPr txBox="1">
              <a:spLocks noChangeAspect="1"/>
            </p:cNvSpPr>
            <p:nvPr>
              <p:custDataLst>
                <p:tags r:id="rId1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244" name="TextBox 243" hidden="1">
              <a:extLst>
                <a:ext uri="{FF2B5EF4-FFF2-40B4-BE49-F238E27FC236}">
                  <a16:creationId xmlns:a16="http://schemas.microsoft.com/office/drawing/2014/main" id="{92364145-B4BB-3AC3-697D-4D4F3F27CA6C}"/>
                </a:ext>
              </a:extLst>
            </p:cNvPr>
            <p:cNvSpPr txBox="1">
              <a:spLocks noChangeAspect="1"/>
            </p:cNvSpPr>
            <p:nvPr>
              <p:custDataLst>
                <p:tags r:id="rId1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245" name="TextBox 244" hidden="1">
              <a:extLst>
                <a:ext uri="{FF2B5EF4-FFF2-40B4-BE49-F238E27FC236}">
                  <a16:creationId xmlns:a16="http://schemas.microsoft.com/office/drawing/2014/main" id="{E253F584-7413-3989-F8E1-F8115169D6F0}"/>
                </a:ext>
              </a:extLst>
            </p:cNvPr>
            <p:cNvSpPr txBox="1">
              <a:spLocks noChangeAspect="1"/>
            </p:cNvSpPr>
            <p:nvPr>
              <p:custDataLst>
                <p:tags r:id="rId1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pPr algn="ctr">
                <a:spcBef>
                  <a:spcPts val="456"/>
                </a:spcBef>
              </a:pPr>
              <a:r>
                <a:rPr lang="en-US" sz="1050" b="1" dirty="0">
                  <a:solidFill>
                    <a:schemeClr val="bg1"/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246" name="TextBox 245" hidden="1">
              <a:extLst>
                <a:ext uri="{FF2B5EF4-FFF2-40B4-BE49-F238E27FC236}">
                  <a16:creationId xmlns:a16="http://schemas.microsoft.com/office/drawing/2014/main" id="{15267146-3BEA-C694-678A-4CE548920AC3}"/>
                </a:ext>
              </a:extLst>
            </p:cNvPr>
            <p:cNvSpPr txBox="1">
              <a:spLocks noChangeAspect="1"/>
            </p:cNvSpPr>
            <p:nvPr>
              <p:custDataLst>
                <p:tags r:id="rId1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247" name="TextBox 246" hidden="1">
              <a:extLst>
                <a:ext uri="{FF2B5EF4-FFF2-40B4-BE49-F238E27FC236}">
                  <a16:creationId xmlns:a16="http://schemas.microsoft.com/office/drawing/2014/main" id="{77140D07-7610-6780-4B2F-C31836E03602}"/>
                </a:ext>
              </a:extLst>
            </p:cNvPr>
            <p:cNvSpPr txBox="1">
              <a:spLocks noChangeAspect="1"/>
            </p:cNvSpPr>
            <p:nvPr>
              <p:custDataLst>
                <p:tags r:id="rId1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248" name="TextBox 247" hidden="1">
              <a:extLst>
                <a:ext uri="{FF2B5EF4-FFF2-40B4-BE49-F238E27FC236}">
                  <a16:creationId xmlns:a16="http://schemas.microsoft.com/office/drawing/2014/main" id="{D7BC1BF3-238A-1AAE-841E-89602AD25D8B}"/>
                </a:ext>
              </a:extLst>
            </p:cNvPr>
            <p:cNvSpPr txBox="1">
              <a:spLocks noChangeAspect="1"/>
            </p:cNvSpPr>
            <p:nvPr>
              <p:custDataLst>
                <p:tags r:id="rId1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249" name="TextBox 248" hidden="1">
              <a:extLst>
                <a:ext uri="{FF2B5EF4-FFF2-40B4-BE49-F238E27FC236}">
                  <a16:creationId xmlns:a16="http://schemas.microsoft.com/office/drawing/2014/main" id="{2EB34BBF-1C80-0959-9396-CBEDDB9CD5FF}"/>
                </a:ext>
              </a:extLst>
            </p:cNvPr>
            <p:cNvSpPr txBox="1">
              <a:spLocks noChangeAspect="1"/>
            </p:cNvSpPr>
            <p:nvPr>
              <p:custDataLst>
                <p:tags r:id="rId1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250" name="TextBox 249" hidden="1">
              <a:extLst>
                <a:ext uri="{FF2B5EF4-FFF2-40B4-BE49-F238E27FC236}">
                  <a16:creationId xmlns:a16="http://schemas.microsoft.com/office/drawing/2014/main" id="{47772A58-5E5B-8CC8-7999-CF4788435773}"/>
                </a:ext>
              </a:extLst>
            </p:cNvPr>
            <p:cNvSpPr txBox="1">
              <a:spLocks noChangeAspect="1"/>
            </p:cNvSpPr>
            <p:nvPr>
              <p:custDataLst>
                <p:tags r:id="rId1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251" name="TextBox 250" hidden="1">
              <a:extLst>
                <a:ext uri="{FF2B5EF4-FFF2-40B4-BE49-F238E27FC236}">
                  <a16:creationId xmlns:a16="http://schemas.microsoft.com/office/drawing/2014/main" id="{5539A49A-4D64-0078-2A62-E61F37B8F86C}"/>
                </a:ext>
              </a:extLst>
            </p:cNvPr>
            <p:cNvSpPr txBox="1">
              <a:spLocks noChangeAspect="1"/>
            </p:cNvSpPr>
            <p:nvPr>
              <p:custDataLst>
                <p:tags r:id="rId1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252" name="TextBox 251" hidden="1">
              <a:extLst>
                <a:ext uri="{FF2B5EF4-FFF2-40B4-BE49-F238E27FC236}">
                  <a16:creationId xmlns:a16="http://schemas.microsoft.com/office/drawing/2014/main" id="{48EF9A61-3301-C3DA-E57E-12796C45616D}"/>
                </a:ext>
              </a:extLst>
            </p:cNvPr>
            <p:cNvSpPr txBox="1">
              <a:spLocks noChangeAspect="1"/>
            </p:cNvSpPr>
            <p:nvPr>
              <p:custDataLst>
                <p:tags r:id="rId2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253" name="TextBox 252" hidden="1">
              <a:extLst>
                <a:ext uri="{FF2B5EF4-FFF2-40B4-BE49-F238E27FC236}">
                  <a16:creationId xmlns:a16="http://schemas.microsoft.com/office/drawing/2014/main" id="{22FC1886-21AE-6FED-E116-3D200343C2C4}"/>
                </a:ext>
              </a:extLst>
            </p:cNvPr>
            <p:cNvSpPr txBox="1">
              <a:spLocks noChangeAspect="1"/>
            </p:cNvSpPr>
            <p:nvPr>
              <p:custDataLst>
                <p:tags r:id="rId2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254" name="TextBox 253" hidden="1">
              <a:extLst>
                <a:ext uri="{FF2B5EF4-FFF2-40B4-BE49-F238E27FC236}">
                  <a16:creationId xmlns:a16="http://schemas.microsoft.com/office/drawing/2014/main" id="{8147AE0E-4EBA-7C52-B625-3DE4F5D6760D}"/>
                </a:ext>
              </a:extLst>
            </p:cNvPr>
            <p:cNvSpPr txBox="1">
              <a:spLocks noChangeAspect="1"/>
            </p:cNvSpPr>
            <p:nvPr>
              <p:custDataLst>
                <p:tags r:id="rId2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255" name="TextBox 254" hidden="1">
              <a:extLst>
                <a:ext uri="{FF2B5EF4-FFF2-40B4-BE49-F238E27FC236}">
                  <a16:creationId xmlns:a16="http://schemas.microsoft.com/office/drawing/2014/main" id="{013D0B60-A214-E8B1-2881-1D3424CB1620}"/>
                </a:ext>
              </a:extLst>
            </p:cNvPr>
            <p:cNvSpPr txBox="1">
              <a:spLocks noChangeAspect="1"/>
            </p:cNvSpPr>
            <p:nvPr>
              <p:custDataLst>
                <p:tags r:id="rId23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256" name="TextBox 255" hidden="1">
              <a:extLst>
                <a:ext uri="{FF2B5EF4-FFF2-40B4-BE49-F238E27FC236}">
                  <a16:creationId xmlns:a16="http://schemas.microsoft.com/office/drawing/2014/main" id="{70F79D75-74C7-0C79-52EF-0D3A6738794A}"/>
                </a:ext>
              </a:extLst>
            </p:cNvPr>
            <p:cNvSpPr txBox="1">
              <a:spLocks noChangeAspect="1"/>
            </p:cNvSpPr>
            <p:nvPr>
              <p:custDataLst>
                <p:tags r:id="rId24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257" name="TextBox 256" hidden="1">
              <a:extLst>
                <a:ext uri="{FF2B5EF4-FFF2-40B4-BE49-F238E27FC236}">
                  <a16:creationId xmlns:a16="http://schemas.microsoft.com/office/drawing/2014/main" id="{750DD4AC-BF54-3D7A-C376-2775663E6227}"/>
                </a:ext>
              </a:extLst>
            </p:cNvPr>
            <p:cNvSpPr txBox="1">
              <a:spLocks noChangeAspect="1"/>
            </p:cNvSpPr>
            <p:nvPr>
              <p:custDataLst>
                <p:tags r:id="rId25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258" name="TextBox 257" hidden="1">
              <a:extLst>
                <a:ext uri="{FF2B5EF4-FFF2-40B4-BE49-F238E27FC236}">
                  <a16:creationId xmlns:a16="http://schemas.microsoft.com/office/drawing/2014/main" id="{EE560E67-EB2E-334E-E59A-684183559B9B}"/>
                </a:ext>
              </a:extLst>
            </p:cNvPr>
            <p:cNvSpPr txBox="1">
              <a:spLocks noChangeAspect="1"/>
            </p:cNvSpPr>
            <p:nvPr>
              <p:custDataLst>
                <p:tags r:id="rId26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259" name="TextBox 258" hidden="1">
              <a:extLst>
                <a:ext uri="{FF2B5EF4-FFF2-40B4-BE49-F238E27FC236}">
                  <a16:creationId xmlns:a16="http://schemas.microsoft.com/office/drawing/2014/main" id="{4EF19C78-F8EA-7E2F-9479-74C8E1678AA2}"/>
                </a:ext>
              </a:extLst>
            </p:cNvPr>
            <p:cNvSpPr txBox="1">
              <a:spLocks noChangeAspect="1"/>
            </p:cNvSpPr>
            <p:nvPr>
              <p:custDataLst>
                <p:tags r:id="rId27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260" name="TextBox 259" hidden="1">
              <a:extLst>
                <a:ext uri="{FF2B5EF4-FFF2-40B4-BE49-F238E27FC236}">
                  <a16:creationId xmlns:a16="http://schemas.microsoft.com/office/drawing/2014/main" id="{DFBEE581-1972-3178-1788-AC42F9CB0A60}"/>
                </a:ext>
              </a:extLst>
            </p:cNvPr>
            <p:cNvSpPr txBox="1">
              <a:spLocks noChangeAspect="1"/>
            </p:cNvSpPr>
            <p:nvPr>
              <p:custDataLst>
                <p:tags r:id="rId28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261" name="TextBox 260" hidden="1">
              <a:extLst>
                <a:ext uri="{FF2B5EF4-FFF2-40B4-BE49-F238E27FC236}">
                  <a16:creationId xmlns:a16="http://schemas.microsoft.com/office/drawing/2014/main" id="{C4A55282-0D23-0F3F-3C90-A4C84C91F7B7}"/>
                </a:ext>
              </a:extLst>
            </p:cNvPr>
            <p:cNvSpPr txBox="1">
              <a:spLocks noChangeAspect="1"/>
            </p:cNvSpPr>
            <p:nvPr>
              <p:custDataLst>
                <p:tags r:id="rId29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262" name="TextBox 261" hidden="1">
              <a:extLst>
                <a:ext uri="{FF2B5EF4-FFF2-40B4-BE49-F238E27FC236}">
                  <a16:creationId xmlns:a16="http://schemas.microsoft.com/office/drawing/2014/main" id="{42E3B45A-7053-BA26-8E9E-25B3BCCB0BC1}"/>
                </a:ext>
              </a:extLst>
            </p:cNvPr>
            <p:cNvSpPr txBox="1">
              <a:spLocks noChangeAspect="1"/>
            </p:cNvSpPr>
            <p:nvPr>
              <p:custDataLst>
                <p:tags r:id="rId30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263" name="TextBox 262" hidden="1">
              <a:extLst>
                <a:ext uri="{FF2B5EF4-FFF2-40B4-BE49-F238E27FC236}">
                  <a16:creationId xmlns:a16="http://schemas.microsoft.com/office/drawing/2014/main" id="{29F4069E-3670-085A-86C8-A66FB884BA5A}"/>
                </a:ext>
              </a:extLst>
            </p:cNvPr>
            <p:cNvSpPr txBox="1">
              <a:spLocks noChangeAspect="1"/>
            </p:cNvSpPr>
            <p:nvPr>
              <p:custDataLst>
                <p:tags r:id="rId31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264" name="TextBox 263" hidden="1">
              <a:extLst>
                <a:ext uri="{FF2B5EF4-FFF2-40B4-BE49-F238E27FC236}">
                  <a16:creationId xmlns:a16="http://schemas.microsoft.com/office/drawing/2014/main" id="{0AC577F0-3DC6-F381-33AB-9BEC11C675A9}"/>
                </a:ext>
              </a:extLst>
            </p:cNvPr>
            <p:cNvSpPr txBox="1">
              <a:spLocks noChangeAspect="1"/>
            </p:cNvSpPr>
            <p:nvPr>
              <p:custDataLst>
                <p:tags r:id="rId32"/>
              </p:custDataLst>
            </p:nvPr>
          </p:nvSpPr>
          <p:spPr bwMode="gray">
            <a:xfrm>
              <a:off x="9396107" y="2026719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da-DK"/>
              </a:defPPr>
              <a:lvl1pPr algn="ctr">
                <a:spcBef>
                  <a:spcPts val="456"/>
                </a:spcBef>
                <a:defRPr sz="1100" b="1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</a:defRPr>
              </a:lvl1pPr>
            </a:lstStyle>
            <a:p>
              <a:r>
                <a:rPr lang="en-US" sz="1050" dirty="0"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0594FF03-26A0-A372-C703-CBF9C5823284}"/>
              </a:ext>
            </a:extLst>
          </p:cNvPr>
          <p:cNvGrpSpPr/>
          <p:nvPr/>
        </p:nvGrpSpPr>
        <p:grpSpPr>
          <a:xfrm>
            <a:off x="8507020" y="3386381"/>
            <a:ext cx="2987083" cy="1341528"/>
            <a:chOff x="2140601" y="2062962"/>
            <a:chExt cx="8641768" cy="3881102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711AF2E-499B-7244-E6BA-AB12DB38D03C}"/>
                </a:ext>
              </a:extLst>
            </p:cNvPr>
            <p:cNvSpPr/>
            <p:nvPr/>
          </p:nvSpPr>
          <p:spPr bwMode="auto">
            <a:xfrm>
              <a:off x="2140601" y="2062962"/>
              <a:ext cx="2880847" cy="12972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3853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endParaRPr lang="en-US" sz="1400" kern="0" dirty="0">
                <a:cs typeface="Times New Roman" pitchFamily="18" charset="0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0AD77D98-C7DE-AB68-6EB9-A48BE29E0635}"/>
                </a:ext>
              </a:extLst>
            </p:cNvPr>
            <p:cNvSpPr/>
            <p:nvPr/>
          </p:nvSpPr>
          <p:spPr bwMode="auto">
            <a:xfrm>
              <a:off x="5012956" y="2062962"/>
              <a:ext cx="2880847" cy="12972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lIns="91428" tIns="45715" rIns="91428" bIns="45715" rtlCol="0" anchor="ctr">
              <a:noAutofit/>
            </a:bodyPr>
            <a:lstStyle/>
            <a:p>
              <a:pPr marL="0" marR="0" lvl="0" indent="0" algn="ctr" defTabSz="623853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2090ED61-33AD-29BD-B105-0AC51CE505F6}"/>
                </a:ext>
              </a:extLst>
            </p:cNvPr>
            <p:cNvSpPr/>
            <p:nvPr/>
          </p:nvSpPr>
          <p:spPr bwMode="auto">
            <a:xfrm>
              <a:off x="2140601" y="3360137"/>
              <a:ext cx="2880847" cy="12972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23853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E72ADEF-DF97-651E-5AD3-560D841D4736}"/>
                </a:ext>
              </a:extLst>
            </p:cNvPr>
            <p:cNvSpPr/>
            <p:nvPr/>
          </p:nvSpPr>
          <p:spPr bwMode="auto">
            <a:xfrm>
              <a:off x="5012956" y="3360137"/>
              <a:ext cx="2880847" cy="12972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3853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endParaRPr lang="en-US" sz="1400" b="1" kern="0" dirty="0">
                <a:cs typeface="Times New Roman" pitchFamily="18" charset="0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7AE48D72-3D46-044B-7D3F-A1319405A757}"/>
                </a:ext>
              </a:extLst>
            </p:cNvPr>
            <p:cNvSpPr/>
            <p:nvPr/>
          </p:nvSpPr>
          <p:spPr bwMode="auto">
            <a:xfrm>
              <a:off x="2140601" y="4646772"/>
              <a:ext cx="2880847" cy="12972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23853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358657D-18F3-9750-DDF2-54FB09FD14C0}"/>
                </a:ext>
              </a:extLst>
            </p:cNvPr>
            <p:cNvSpPr/>
            <p:nvPr/>
          </p:nvSpPr>
          <p:spPr bwMode="auto">
            <a:xfrm>
              <a:off x="5012956" y="4646770"/>
              <a:ext cx="2880847" cy="1297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23853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FDBAC9DB-AB47-FEDB-FA1B-065C174C4D3E}"/>
                </a:ext>
              </a:extLst>
            </p:cNvPr>
            <p:cNvSpPr/>
            <p:nvPr/>
          </p:nvSpPr>
          <p:spPr bwMode="auto">
            <a:xfrm>
              <a:off x="7901522" y="2062962"/>
              <a:ext cx="2880847" cy="12972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lIns="91428" tIns="45715" rIns="91428" bIns="45715" rtlCol="0" anchor="ctr">
              <a:noAutofit/>
            </a:bodyPr>
            <a:lstStyle/>
            <a:p>
              <a:pPr marL="0" marR="0" lvl="0" indent="0" algn="ctr" defTabSz="623853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D444221-ADED-9830-0330-7D2D80087D2E}"/>
                </a:ext>
              </a:extLst>
            </p:cNvPr>
            <p:cNvSpPr/>
            <p:nvPr/>
          </p:nvSpPr>
          <p:spPr bwMode="auto">
            <a:xfrm>
              <a:off x="7901522" y="3360137"/>
              <a:ext cx="2880847" cy="12972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lIns="91428" tIns="45715" rIns="91428" bIns="45715" rtlCol="0" anchor="ctr">
              <a:noAutofit/>
            </a:bodyPr>
            <a:lstStyle/>
            <a:p>
              <a:pPr algn="ctr" defTabSz="623853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endParaRPr lang="en-US" sz="1400" b="1" kern="0" dirty="0">
                <a:cs typeface="Times New Roman" pitchFamily="18" charset="0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37912B26-C970-FFD1-74AB-0B8E06E81E4E}"/>
                </a:ext>
              </a:extLst>
            </p:cNvPr>
            <p:cNvSpPr/>
            <p:nvPr/>
          </p:nvSpPr>
          <p:spPr bwMode="auto">
            <a:xfrm>
              <a:off x="7901522" y="4646770"/>
              <a:ext cx="2880847" cy="12972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3853" fontAlgn="base"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</a:pPr>
              <a:endParaRPr lang="en-US" sz="1400" kern="0" dirty="0">
                <a:cs typeface="Times New Roman" pitchFamily="18" charset="0"/>
              </a:endParaRPr>
            </a:p>
          </p:txBody>
        </p:sp>
      </p:grpSp>
      <p:sp>
        <p:nvSpPr>
          <p:cNvPr id="275" name="TextBox 274">
            <a:extLst>
              <a:ext uri="{FF2B5EF4-FFF2-40B4-BE49-F238E27FC236}">
                <a16:creationId xmlns:a16="http://schemas.microsoft.com/office/drawing/2014/main" id="{EDC07F6F-6372-9FB3-72D9-7FE19EFDE472}"/>
              </a:ext>
            </a:extLst>
          </p:cNvPr>
          <p:cNvSpPr txBox="1">
            <a:spLocks noChangeAspect="1"/>
          </p:cNvSpPr>
          <p:nvPr>
            <p:custDataLst>
              <p:tags r:id="rId7"/>
            </p:custDataLst>
          </p:nvPr>
        </p:nvSpPr>
        <p:spPr bwMode="gray">
          <a:xfrm>
            <a:off x="8423026" y="3230249"/>
            <a:ext cx="227699" cy="227699"/>
          </a:xfrm>
          <a:prstGeom prst="ellipse">
            <a:avLst/>
          </a:prstGeom>
          <a:solidFill>
            <a:schemeClr val="accent1">
              <a:lumMod val="100000"/>
            </a:schemeClr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ts val="456"/>
              </a:spcBef>
            </a:pPr>
            <a:r>
              <a:rPr lang="en-US" sz="1050" b="1" dirty="0">
                <a:solidFill>
                  <a:schemeClr val="bg1"/>
                </a:solidFill>
                <a:cs typeface="Pan Display TT" panose="020B0504020101010102" pitchFamily="34" charset="0"/>
                <a:sym typeface="Pan Display TT" panose="020B0504020101010102" pitchFamily="34" charset="0"/>
              </a:rPr>
              <a:t>9</a:t>
            </a: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62F9A28A-8604-F77C-B737-A92656918FBE}"/>
              </a:ext>
            </a:extLst>
          </p:cNvPr>
          <p:cNvSpPr/>
          <p:nvPr/>
        </p:nvSpPr>
        <p:spPr>
          <a:xfrm>
            <a:off x="9015026" y="3555152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59990A20-C885-99E3-B303-A2A57B84FED9}"/>
              </a:ext>
            </a:extLst>
          </p:cNvPr>
          <p:cNvSpPr/>
          <p:nvPr/>
        </p:nvSpPr>
        <p:spPr>
          <a:xfrm>
            <a:off x="9780692" y="3555152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AB179BC2-8640-A750-D70B-2FD7A0D42AFF}"/>
              </a:ext>
            </a:extLst>
          </p:cNvPr>
          <p:cNvSpPr/>
          <p:nvPr/>
        </p:nvSpPr>
        <p:spPr>
          <a:xfrm>
            <a:off x="10717657" y="3555152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3FF27AE-0516-6244-AD0E-FD51A5309ED2}"/>
              </a:ext>
            </a:extLst>
          </p:cNvPr>
          <p:cNvSpPr/>
          <p:nvPr/>
        </p:nvSpPr>
        <p:spPr>
          <a:xfrm>
            <a:off x="10717657" y="4022825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3E8D2EF4-650C-9E89-717A-6C177E414438}"/>
              </a:ext>
            </a:extLst>
          </p:cNvPr>
          <p:cNvSpPr/>
          <p:nvPr/>
        </p:nvSpPr>
        <p:spPr>
          <a:xfrm>
            <a:off x="11014540" y="4022825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2BDBD675-88ED-1C6C-A606-03336E522CF8}"/>
              </a:ext>
            </a:extLst>
          </p:cNvPr>
          <p:cNvSpPr/>
          <p:nvPr/>
        </p:nvSpPr>
        <p:spPr>
          <a:xfrm>
            <a:off x="11014540" y="4437171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A2309B7B-FAFD-E137-DFDC-AC086AF22B8D}"/>
              </a:ext>
            </a:extLst>
          </p:cNvPr>
          <p:cNvSpPr/>
          <p:nvPr/>
        </p:nvSpPr>
        <p:spPr>
          <a:xfrm>
            <a:off x="10692930" y="4437171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15CDAB0F-CF6E-2BA3-F610-E1336F01C6A4}"/>
              </a:ext>
            </a:extLst>
          </p:cNvPr>
          <p:cNvSpPr/>
          <p:nvPr/>
        </p:nvSpPr>
        <p:spPr>
          <a:xfrm>
            <a:off x="11210034" y="4437171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1B80AFE3-7481-134B-F4A3-C1C337DCCAD1}"/>
              </a:ext>
            </a:extLst>
          </p:cNvPr>
          <p:cNvSpPr/>
          <p:nvPr/>
        </p:nvSpPr>
        <p:spPr>
          <a:xfrm>
            <a:off x="8908699" y="4003962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20D434C0-A170-AB05-804C-938184B5E258}"/>
              </a:ext>
            </a:extLst>
          </p:cNvPr>
          <p:cNvSpPr/>
          <p:nvPr/>
        </p:nvSpPr>
        <p:spPr>
          <a:xfrm>
            <a:off x="9674365" y="4003962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7740B553-0FD3-10C3-A5FD-169591088A63}"/>
              </a:ext>
            </a:extLst>
          </p:cNvPr>
          <p:cNvCxnSpPr>
            <a:cxnSpLocks/>
          </p:cNvCxnSpPr>
          <p:nvPr/>
        </p:nvCxnSpPr>
        <p:spPr>
          <a:xfrm>
            <a:off x="4572002" y="2339869"/>
            <a:ext cx="0" cy="33588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4CA5870-7048-B9DE-0115-BD0D5953620C}"/>
              </a:ext>
            </a:extLst>
          </p:cNvPr>
          <p:cNvCxnSpPr>
            <a:cxnSpLocks/>
          </p:cNvCxnSpPr>
          <p:nvPr/>
        </p:nvCxnSpPr>
        <p:spPr>
          <a:xfrm>
            <a:off x="8313510" y="2339869"/>
            <a:ext cx="0" cy="33597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E005CBBD-B224-AF63-BAB1-D8864FBEB419}"/>
              </a:ext>
            </a:extLst>
          </p:cNvPr>
          <p:cNvSpPr txBox="1"/>
          <p:nvPr/>
        </p:nvSpPr>
        <p:spPr>
          <a:xfrm>
            <a:off x="639119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AB5203A-A81D-C666-4D9E-B58CB682730E}"/>
              </a:ext>
            </a:extLst>
          </p:cNvPr>
          <p:cNvSpPr txBox="1"/>
          <p:nvPr/>
        </p:nvSpPr>
        <p:spPr>
          <a:xfrm>
            <a:off x="4572002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C9AAB33-0370-8983-17EF-44951C91AA55}"/>
              </a:ext>
            </a:extLst>
          </p:cNvPr>
          <p:cNvSpPr txBox="1"/>
          <p:nvPr/>
        </p:nvSpPr>
        <p:spPr>
          <a:xfrm>
            <a:off x="8297911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705B0F-007E-5C50-7792-6225D811D8FA}"/>
              </a:ext>
            </a:extLst>
          </p:cNvPr>
          <p:cNvSpPr/>
          <p:nvPr/>
        </p:nvSpPr>
        <p:spPr>
          <a:xfrm>
            <a:off x="639119" y="5837274"/>
            <a:ext cx="10948445" cy="32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Financial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9D6299-1DF6-C200-1601-ABE3A781FCBC}"/>
              </a:ext>
            </a:extLst>
          </p:cNvPr>
          <p:cNvSpPr/>
          <p:nvPr/>
        </p:nvSpPr>
        <p:spPr>
          <a:xfrm>
            <a:off x="639119" y="6230862"/>
            <a:ext cx="10948445" cy="32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Presentation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F3714-5C82-F68C-D96E-8C6F5E0FE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05016-6CF9-949E-3EF3-C9ACA96F7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38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5887244-1866-E102-5FD5-79FA13041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9282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87244-1866-E102-5FD5-79FA13041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2009DA8-0966-101B-E219-F283F194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Phase 1 - Small preview</a:t>
            </a:r>
          </a:p>
        </p:txBody>
      </p:sp>
      <p:sp>
        <p:nvSpPr>
          <p:cNvPr id="3" name="Chevron 10">
            <a:extLst>
              <a:ext uri="{FF2B5EF4-FFF2-40B4-BE49-F238E27FC236}">
                <a16:creationId xmlns:a16="http://schemas.microsoft.com/office/drawing/2014/main" id="{473FE392-6CC6-71B4-FE63-7470DCA8773F}"/>
              </a:ext>
            </a:extLst>
          </p:cNvPr>
          <p:cNvSpPr/>
          <p:nvPr/>
        </p:nvSpPr>
        <p:spPr bwMode="auto">
          <a:xfrm>
            <a:off x="4608200" y="1880708"/>
            <a:ext cx="3745833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Assessment</a:t>
            </a:r>
          </a:p>
        </p:txBody>
      </p:sp>
      <p:sp>
        <p:nvSpPr>
          <p:cNvPr id="5" name="Chevron 12">
            <a:extLst>
              <a:ext uri="{FF2B5EF4-FFF2-40B4-BE49-F238E27FC236}">
                <a16:creationId xmlns:a16="http://schemas.microsoft.com/office/drawing/2014/main" id="{B943CC38-0DFC-A95C-0D87-9CC5DD9B04EB}"/>
              </a:ext>
            </a:extLst>
          </p:cNvPr>
          <p:cNvSpPr/>
          <p:nvPr/>
        </p:nvSpPr>
        <p:spPr bwMode="auto">
          <a:xfrm>
            <a:off x="8361111" y="1880708"/>
            <a:ext cx="3226455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Prioritization</a:t>
            </a:r>
          </a:p>
        </p:txBody>
      </p:sp>
      <p:sp>
        <p:nvSpPr>
          <p:cNvPr id="8" name="Chevron 167">
            <a:extLst>
              <a:ext uri="{FF2B5EF4-FFF2-40B4-BE49-F238E27FC236}">
                <a16:creationId xmlns:a16="http://schemas.microsoft.com/office/drawing/2014/main" id="{E691D2B8-8662-4CC8-D292-CB48E1EC7E27}"/>
              </a:ext>
            </a:extLst>
          </p:cNvPr>
          <p:cNvSpPr/>
          <p:nvPr/>
        </p:nvSpPr>
        <p:spPr bwMode="auto">
          <a:xfrm>
            <a:off x="660385" y="1880708"/>
            <a:ext cx="3940738" cy="437895"/>
          </a:xfrm>
          <a:prstGeom prst="homePlate">
            <a:avLst>
              <a:gd name="adj" fmla="val 32073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FFF62-70F0-C367-D4E1-BD180B080BE4}"/>
              </a:ext>
            </a:extLst>
          </p:cNvPr>
          <p:cNvSpPr txBox="1"/>
          <p:nvPr/>
        </p:nvSpPr>
        <p:spPr>
          <a:xfrm>
            <a:off x="639119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E0671-929A-3FB9-08BE-47ECE9961227}"/>
              </a:ext>
            </a:extLst>
          </p:cNvPr>
          <p:cNvSpPr txBox="1"/>
          <p:nvPr/>
        </p:nvSpPr>
        <p:spPr>
          <a:xfrm>
            <a:off x="4572002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A4D43-C84D-98FC-8D81-C0841B43D1EF}"/>
              </a:ext>
            </a:extLst>
          </p:cNvPr>
          <p:cNvSpPr txBox="1"/>
          <p:nvPr/>
        </p:nvSpPr>
        <p:spPr>
          <a:xfrm>
            <a:off x="8297911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3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2F351BF-8E54-3B3A-9501-2A011F0D8A96}"/>
              </a:ext>
            </a:extLst>
          </p:cNvPr>
          <p:cNvSpPr/>
          <p:nvPr/>
        </p:nvSpPr>
        <p:spPr>
          <a:xfrm>
            <a:off x="2418103" y="2476092"/>
            <a:ext cx="425302" cy="27793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3C7A0-37F9-F024-B1F6-8E581827CFE2}"/>
              </a:ext>
            </a:extLst>
          </p:cNvPr>
          <p:cNvSpPr/>
          <p:nvPr/>
        </p:nvSpPr>
        <p:spPr>
          <a:xfrm>
            <a:off x="613321" y="2911514"/>
            <a:ext cx="10960193" cy="2499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0C7BDE-B942-7116-AE51-648304767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42" y="3250308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09DB8C-7C2C-0896-C004-1B92EC419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235" y="3250308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3A065B-8872-BA44-3CBC-5B53BE6ACD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28" y="3250308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5F744E-A87C-6544-A24E-6785035EDAC6}"/>
              </a:ext>
            </a:extLst>
          </p:cNvPr>
          <p:cNvSpPr/>
          <p:nvPr/>
        </p:nvSpPr>
        <p:spPr>
          <a:xfrm>
            <a:off x="639119" y="5837274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Financial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C6E90A-713B-8517-BF2E-119A0C3135C1}"/>
              </a:ext>
            </a:extLst>
          </p:cNvPr>
          <p:cNvSpPr/>
          <p:nvPr/>
        </p:nvSpPr>
        <p:spPr>
          <a:xfrm>
            <a:off x="639119" y="6230862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Presentation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CC0E7EC-9D5E-D8B1-09BB-38C214BA9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CE6FC70-6EDA-FBCB-94D8-F99496EE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9249-20F7-1406-EBA1-A4FB6569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0737B55-47E6-751E-B407-715191FD35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6509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737B55-47E6-751E-B407-715191FD35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6D35139-07B6-817F-6187-99693A4E32F8}"/>
              </a:ext>
            </a:extLst>
          </p:cNvPr>
          <p:cNvSpPr/>
          <p:nvPr/>
        </p:nvSpPr>
        <p:spPr>
          <a:xfrm>
            <a:off x="613321" y="2911513"/>
            <a:ext cx="10960193" cy="249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78B51C0-E25B-3E0C-2334-CA13B0CAE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393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A806D7-0BBE-704A-3485-70256AA02E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186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D094D3-AB0A-576B-519A-4400A4505B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790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2283AF-98D8-389E-90E2-9B2D5B7A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Phase 2 - Small preview</a:t>
            </a:r>
          </a:p>
        </p:txBody>
      </p:sp>
      <p:sp>
        <p:nvSpPr>
          <p:cNvPr id="3" name="Chevron 10">
            <a:extLst>
              <a:ext uri="{FF2B5EF4-FFF2-40B4-BE49-F238E27FC236}">
                <a16:creationId xmlns:a16="http://schemas.microsoft.com/office/drawing/2014/main" id="{7439AA99-636C-860A-3E95-A5EDF3C36B38}"/>
              </a:ext>
            </a:extLst>
          </p:cNvPr>
          <p:cNvSpPr/>
          <p:nvPr/>
        </p:nvSpPr>
        <p:spPr bwMode="auto">
          <a:xfrm>
            <a:off x="4608200" y="1880708"/>
            <a:ext cx="3745833" cy="437895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Assessment</a:t>
            </a:r>
          </a:p>
        </p:txBody>
      </p:sp>
      <p:sp>
        <p:nvSpPr>
          <p:cNvPr id="5" name="Chevron 12">
            <a:extLst>
              <a:ext uri="{FF2B5EF4-FFF2-40B4-BE49-F238E27FC236}">
                <a16:creationId xmlns:a16="http://schemas.microsoft.com/office/drawing/2014/main" id="{7D6F420B-C54F-3E92-84EF-DCEC79C98ECA}"/>
              </a:ext>
            </a:extLst>
          </p:cNvPr>
          <p:cNvSpPr/>
          <p:nvPr/>
        </p:nvSpPr>
        <p:spPr bwMode="auto">
          <a:xfrm>
            <a:off x="8361111" y="1880708"/>
            <a:ext cx="3226455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Prioritization</a:t>
            </a:r>
          </a:p>
        </p:txBody>
      </p:sp>
      <p:sp>
        <p:nvSpPr>
          <p:cNvPr id="8" name="Chevron 167">
            <a:extLst>
              <a:ext uri="{FF2B5EF4-FFF2-40B4-BE49-F238E27FC236}">
                <a16:creationId xmlns:a16="http://schemas.microsoft.com/office/drawing/2014/main" id="{607DCE3B-4FA5-8DEE-0033-BC870C4BBDE7}"/>
              </a:ext>
            </a:extLst>
          </p:cNvPr>
          <p:cNvSpPr/>
          <p:nvPr/>
        </p:nvSpPr>
        <p:spPr bwMode="auto">
          <a:xfrm>
            <a:off x="660385" y="1880708"/>
            <a:ext cx="3940738" cy="437895"/>
          </a:xfrm>
          <a:prstGeom prst="homePlate">
            <a:avLst>
              <a:gd name="adj" fmla="val 3207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9BBA7-55E4-B576-1638-5A5D2C55F21A}"/>
              </a:ext>
            </a:extLst>
          </p:cNvPr>
          <p:cNvSpPr txBox="1"/>
          <p:nvPr/>
        </p:nvSpPr>
        <p:spPr>
          <a:xfrm>
            <a:off x="639119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356A9-DBBB-5F49-43C0-0E1ECF089722}"/>
              </a:ext>
            </a:extLst>
          </p:cNvPr>
          <p:cNvSpPr txBox="1"/>
          <p:nvPr/>
        </p:nvSpPr>
        <p:spPr>
          <a:xfrm>
            <a:off x="4572002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BD760F-785A-9901-5730-E7D567B5795D}"/>
              </a:ext>
            </a:extLst>
          </p:cNvPr>
          <p:cNvSpPr txBox="1"/>
          <p:nvPr/>
        </p:nvSpPr>
        <p:spPr>
          <a:xfrm>
            <a:off x="8297911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3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EA968DC-86A0-8829-E946-0063B25D313C}"/>
              </a:ext>
            </a:extLst>
          </p:cNvPr>
          <p:cNvSpPr/>
          <p:nvPr/>
        </p:nvSpPr>
        <p:spPr>
          <a:xfrm>
            <a:off x="6268465" y="2476092"/>
            <a:ext cx="425302" cy="27793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5104E6-5CB6-F287-6B31-9AFFDC96D4BF}"/>
              </a:ext>
            </a:extLst>
          </p:cNvPr>
          <p:cNvSpPr/>
          <p:nvPr/>
        </p:nvSpPr>
        <p:spPr>
          <a:xfrm>
            <a:off x="639119" y="5837274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Financial 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85AC6B-91BE-CE14-18B3-AD76948881A3}"/>
              </a:ext>
            </a:extLst>
          </p:cNvPr>
          <p:cNvSpPr/>
          <p:nvPr/>
        </p:nvSpPr>
        <p:spPr>
          <a:xfrm>
            <a:off x="639119" y="6230862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Presentation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43B7974-F32A-4C14-8E20-31C01ADFE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1B61121-860F-6EE5-86F9-BDA25AC1B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0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F50D-F721-0E00-8A93-0F5345A0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F36E075-DA54-7508-6200-11EEF08EE2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3896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36E075-DA54-7508-6200-11EEF08EE2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100653-9A73-C0E2-843F-EA0A80B20CD9}"/>
              </a:ext>
            </a:extLst>
          </p:cNvPr>
          <p:cNvSpPr/>
          <p:nvPr/>
        </p:nvSpPr>
        <p:spPr>
          <a:xfrm>
            <a:off x="613321" y="2911513"/>
            <a:ext cx="10960193" cy="249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17D76B-316F-3A58-F9C5-4A23748B7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9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E4E7C4-F2FE-D0BD-9A53-326866D15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3246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hlinkClick r:id="rId7"/>
            <a:extLst>
              <a:ext uri="{FF2B5EF4-FFF2-40B4-BE49-F238E27FC236}">
                <a16:creationId xmlns:a16="http://schemas.microsoft.com/office/drawing/2014/main" id="{34A168B6-0854-2DBC-13B5-86B337635E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8393" y="3249913"/>
            <a:ext cx="3252359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8EF7A1-7FB7-595B-47C5-A7B25F3C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Phase 3 - Small preview</a:t>
            </a:r>
          </a:p>
        </p:txBody>
      </p:sp>
      <p:sp>
        <p:nvSpPr>
          <p:cNvPr id="3" name="Chevron 10">
            <a:extLst>
              <a:ext uri="{FF2B5EF4-FFF2-40B4-BE49-F238E27FC236}">
                <a16:creationId xmlns:a16="http://schemas.microsoft.com/office/drawing/2014/main" id="{5203D6F7-9B79-089C-E2A2-B675DC6BC92A}"/>
              </a:ext>
            </a:extLst>
          </p:cNvPr>
          <p:cNvSpPr/>
          <p:nvPr/>
        </p:nvSpPr>
        <p:spPr bwMode="auto">
          <a:xfrm>
            <a:off x="4608200" y="1880708"/>
            <a:ext cx="3745833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Assessment</a:t>
            </a:r>
          </a:p>
        </p:txBody>
      </p:sp>
      <p:sp>
        <p:nvSpPr>
          <p:cNvPr id="5" name="Chevron 12">
            <a:extLst>
              <a:ext uri="{FF2B5EF4-FFF2-40B4-BE49-F238E27FC236}">
                <a16:creationId xmlns:a16="http://schemas.microsoft.com/office/drawing/2014/main" id="{3F908E49-418E-FBB0-240C-E9921B2BE6E1}"/>
              </a:ext>
            </a:extLst>
          </p:cNvPr>
          <p:cNvSpPr/>
          <p:nvPr/>
        </p:nvSpPr>
        <p:spPr bwMode="auto">
          <a:xfrm>
            <a:off x="8361111" y="1880708"/>
            <a:ext cx="3226455" cy="437895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Prioritization</a:t>
            </a:r>
          </a:p>
        </p:txBody>
      </p:sp>
      <p:sp>
        <p:nvSpPr>
          <p:cNvPr id="8" name="Chevron 167">
            <a:extLst>
              <a:ext uri="{FF2B5EF4-FFF2-40B4-BE49-F238E27FC236}">
                <a16:creationId xmlns:a16="http://schemas.microsoft.com/office/drawing/2014/main" id="{0D246B40-8065-73E8-8D04-47DCEDE7FD41}"/>
              </a:ext>
            </a:extLst>
          </p:cNvPr>
          <p:cNvSpPr/>
          <p:nvPr/>
        </p:nvSpPr>
        <p:spPr bwMode="auto">
          <a:xfrm>
            <a:off x="660385" y="1880708"/>
            <a:ext cx="3940738" cy="437895"/>
          </a:xfrm>
          <a:prstGeom prst="homePlate">
            <a:avLst>
              <a:gd name="adj" fmla="val 3207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67425-13F3-9D47-24A2-2B72B6D03368}"/>
              </a:ext>
            </a:extLst>
          </p:cNvPr>
          <p:cNvSpPr txBox="1"/>
          <p:nvPr/>
        </p:nvSpPr>
        <p:spPr>
          <a:xfrm>
            <a:off x="639119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B94028-9B2D-12C4-3009-65D38EDCB24D}"/>
              </a:ext>
            </a:extLst>
          </p:cNvPr>
          <p:cNvSpPr txBox="1"/>
          <p:nvPr/>
        </p:nvSpPr>
        <p:spPr>
          <a:xfrm>
            <a:off x="4572002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84D16-A86E-25E5-880E-D823B76B8161}"/>
              </a:ext>
            </a:extLst>
          </p:cNvPr>
          <p:cNvSpPr txBox="1"/>
          <p:nvPr/>
        </p:nvSpPr>
        <p:spPr>
          <a:xfrm>
            <a:off x="8297911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9F2A31-23D1-B2EB-4961-6AC2FF47E7F3}"/>
              </a:ext>
            </a:extLst>
          </p:cNvPr>
          <p:cNvSpPr/>
          <p:nvPr/>
        </p:nvSpPr>
        <p:spPr>
          <a:xfrm>
            <a:off x="639119" y="5837274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Financial Model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870517-56A0-906F-ECC9-6B039E0CF9A3}"/>
              </a:ext>
            </a:extLst>
          </p:cNvPr>
          <p:cNvSpPr/>
          <p:nvPr/>
        </p:nvSpPr>
        <p:spPr>
          <a:xfrm>
            <a:off x="639119" y="6230862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Presentation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DF02EFA-F0D2-C61E-CA4E-50D26F4B37F7}"/>
              </a:ext>
            </a:extLst>
          </p:cNvPr>
          <p:cNvSpPr/>
          <p:nvPr/>
        </p:nvSpPr>
        <p:spPr>
          <a:xfrm>
            <a:off x="9844572" y="2476092"/>
            <a:ext cx="425302" cy="27793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7790019-85D2-F396-5B9A-95F779426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58B8132-CA44-4A95-E8D7-4094C655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6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076A-1F47-7DF9-7BD9-2E94A2B0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3953FD5-E9CA-2EF8-3AD0-01E5D4261E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1476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953FD5-E9CA-2EF8-3AD0-01E5D4261E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FF4D429-D88D-1688-35D4-CBBE69B9429C}"/>
              </a:ext>
            </a:extLst>
          </p:cNvPr>
          <p:cNvSpPr/>
          <p:nvPr/>
        </p:nvSpPr>
        <p:spPr>
          <a:xfrm>
            <a:off x="613321" y="2911513"/>
            <a:ext cx="10960193" cy="249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CAEDA80-89C3-8886-0A30-EB13E75E1A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019"/>
          <a:stretch/>
        </p:blipFill>
        <p:spPr>
          <a:xfrm>
            <a:off x="772046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9C88F8-5252-10C3-0080-078C7FF4798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9357"/>
          <a:stretch/>
        </p:blipFill>
        <p:spPr>
          <a:xfrm>
            <a:off x="8218393" y="3249913"/>
            <a:ext cx="3228422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791DA-5EE9-5F94-A9E0-58AB1198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Project Financial Model - Small preview</a:t>
            </a:r>
          </a:p>
        </p:txBody>
      </p:sp>
      <p:sp>
        <p:nvSpPr>
          <p:cNvPr id="3" name="Chevron 10">
            <a:extLst>
              <a:ext uri="{FF2B5EF4-FFF2-40B4-BE49-F238E27FC236}">
                <a16:creationId xmlns:a16="http://schemas.microsoft.com/office/drawing/2014/main" id="{8EC6321E-88AC-3ACC-A575-A13999B3E54F}"/>
              </a:ext>
            </a:extLst>
          </p:cNvPr>
          <p:cNvSpPr/>
          <p:nvPr/>
        </p:nvSpPr>
        <p:spPr bwMode="auto">
          <a:xfrm>
            <a:off x="4608200" y="1880708"/>
            <a:ext cx="3745833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Assessment</a:t>
            </a:r>
          </a:p>
        </p:txBody>
      </p:sp>
      <p:sp>
        <p:nvSpPr>
          <p:cNvPr id="5" name="Chevron 12">
            <a:extLst>
              <a:ext uri="{FF2B5EF4-FFF2-40B4-BE49-F238E27FC236}">
                <a16:creationId xmlns:a16="http://schemas.microsoft.com/office/drawing/2014/main" id="{5E1E58DC-C51C-F63F-9874-9B8FD5952788}"/>
              </a:ext>
            </a:extLst>
          </p:cNvPr>
          <p:cNvSpPr/>
          <p:nvPr/>
        </p:nvSpPr>
        <p:spPr bwMode="auto">
          <a:xfrm>
            <a:off x="8361111" y="1880708"/>
            <a:ext cx="3226455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Prioritization</a:t>
            </a:r>
          </a:p>
        </p:txBody>
      </p:sp>
      <p:sp>
        <p:nvSpPr>
          <p:cNvPr id="8" name="Chevron 167">
            <a:extLst>
              <a:ext uri="{FF2B5EF4-FFF2-40B4-BE49-F238E27FC236}">
                <a16:creationId xmlns:a16="http://schemas.microsoft.com/office/drawing/2014/main" id="{3A3003BD-C50B-084C-32D3-B4DC821D7746}"/>
              </a:ext>
            </a:extLst>
          </p:cNvPr>
          <p:cNvSpPr/>
          <p:nvPr/>
        </p:nvSpPr>
        <p:spPr bwMode="auto">
          <a:xfrm>
            <a:off x="660385" y="1880708"/>
            <a:ext cx="3940738" cy="437895"/>
          </a:xfrm>
          <a:prstGeom prst="homePlate">
            <a:avLst>
              <a:gd name="adj" fmla="val 3207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70339-CB77-2838-C86F-02373F4BAFF1}"/>
              </a:ext>
            </a:extLst>
          </p:cNvPr>
          <p:cNvSpPr txBox="1"/>
          <p:nvPr/>
        </p:nvSpPr>
        <p:spPr>
          <a:xfrm>
            <a:off x="639119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63BA1-FBF4-736E-DED8-EFDE71483D68}"/>
              </a:ext>
            </a:extLst>
          </p:cNvPr>
          <p:cNvSpPr txBox="1"/>
          <p:nvPr/>
        </p:nvSpPr>
        <p:spPr>
          <a:xfrm>
            <a:off x="4572002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42A36-041E-9593-E8D9-FA6D7F63B6EC}"/>
              </a:ext>
            </a:extLst>
          </p:cNvPr>
          <p:cNvSpPr txBox="1"/>
          <p:nvPr/>
        </p:nvSpPr>
        <p:spPr>
          <a:xfrm>
            <a:off x="8297911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7102143-1145-3D05-93D7-E25FFE7E24E5}"/>
              </a:ext>
            </a:extLst>
          </p:cNvPr>
          <p:cNvSpPr/>
          <p:nvPr/>
        </p:nvSpPr>
        <p:spPr>
          <a:xfrm>
            <a:off x="639119" y="5837274"/>
            <a:ext cx="10948445" cy="324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Financial Model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070204-4B15-6886-58D4-31F9D34E48C4}"/>
              </a:ext>
            </a:extLst>
          </p:cNvPr>
          <p:cNvSpPr/>
          <p:nvPr/>
        </p:nvSpPr>
        <p:spPr>
          <a:xfrm>
            <a:off x="639119" y="6230862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Presentation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1E2B9AD-0CB3-ADAD-D40E-79189B203E70}"/>
              </a:ext>
            </a:extLst>
          </p:cNvPr>
          <p:cNvSpPr/>
          <p:nvPr/>
        </p:nvSpPr>
        <p:spPr>
          <a:xfrm rot="10800000">
            <a:off x="2063714" y="5476185"/>
            <a:ext cx="425302" cy="27793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6AE90B-603F-7A55-F32F-E05617698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1570" y="3249913"/>
            <a:ext cx="31257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F1C28FF-A61E-0F9A-C40F-5916905E5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1B1D239-BF4F-9427-FA61-E2FB859CA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77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F049E-736B-3CB1-6BA4-FC1C721A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84D69B5-F175-47E6-1F9D-3FF8159125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7408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4D69B5-F175-47E6-1F9D-3FF815912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6343F53-229D-B326-ADF2-8DEFB8A66819}"/>
              </a:ext>
            </a:extLst>
          </p:cNvPr>
          <p:cNvSpPr/>
          <p:nvPr/>
        </p:nvSpPr>
        <p:spPr>
          <a:xfrm>
            <a:off x="613321" y="2911513"/>
            <a:ext cx="10960193" cy="249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435C42-D1BF-C38F-39B7-A435A6208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9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DE80D1-5FA3-00DF-96A7-080697DAC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226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436EB6-CB4B-D243-E2CC-8163DF1A9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352" y="3249913"/>
            <a:ext cx="3238400" cy="1821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215CF-1F5A-D48B-9608-9C8DFCF0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Project Presentation - Small preview</a:t>
            </a:r>
          </a:p>
        </p:txBody>
      </p:sp>
      <p:sp>
        <p:nvSpPr>
          <p:cNvPr id="3" name="Chevron 10">
            <a:extLst>
              <a:ext uri="{FF2B5EF4-FFF2-40B4-BE49-F238E27FC236}">
                <a16:creationId xmlns:a16="http://schemas.microsoft.com/office/drawing/2014/main" id="{AADB6BAC-8E64-34ED-349A-EC23F1738D4E}"/>
              </a:ext>
            </a:extLst>
          </p:cNvPr>
          <p:cNvSpPr/>
          <p:nvPr/>
        </p:nvSpPr>
        <p:spPr bwMode="auto">
          <a:xfrm>
            <a:off x="4608200" y="1880708"/>
            <a:ext cx="3745833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Assessment</a:t>
            </a:r>
          </a:p>
        </p:txBody>
      </p:sp>
      <p:sp>
        <p:nvSpPr>
          <p:cNvPr id="5" name="Chevron 12">
            <a:extLst>
              <a:ext uri="{FF2B5EF4-FFF2-40B4-BE49-F238E27FC236}">
                <a16:creationId xmlns:a16="http://schemas.microsoft.com/office/drawing/2014/main" id="{7C250D56-391C-BDD6-EA2F-C91F54E75F57}"/>
              </a:ext>
            </a:extLst>
          </p:cNvPr>
          <p:cNvSpPr/>
          <p:nvPr/>
        </p:nvSpPr>
        <p:spPr bwMode="auto">
          <a:xfrm>
            <a:off x="8361111" y="1880708"/>
            <a:ext cx="3226455" cy="437895"/>
          </a:xfrm>
          <a:prstGeom prst="chevron">
            <a:avLst>
              <a:gd name="adj" fmla="val 3181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Prioritization</a:t>
            </a:r>
          </a:p>
        </p:txBody>
      </p:sp>
      <p:sp>
        <p:nvSpPr>
          <p:cNvPr id="8" name="Chevron 167">
            <a:extLst>
              <a:ext uri="{FF2B5EF4-FFF2-40B4-BE49-F238E27FC236}">
                <a16:creationId xmlns:a16="http://schemas.microsoft.com/office/drawing/2014/main" id="{993D738C-57EE-96F9-5AF0-ABEFA1935BD8}"/>
              </a:ext>
            </a:extLst>
          </p:cNvPr>
          <p:cNvSpPr/>
          <p:nvPr/>
        </p:nvSpPr>
        <p:spPr bwMode="auto">
          <a:xfrm>
            <a:off x="660385" y="1880708"/>
            <a:ext cx="3940738" cy="437895"/>
          </a:xfrm>
          <a:prstGeom prst="homePlate">
            <a:avLst>
              <a:gd name="adj" fmla="val 3207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48B40-37B3-0D2A-9984-65A3927A440E}"/>
              </a:ext>
            </a:extLst>
          </p:cNvPr>
          <p:cNvSpPr txBox="1"/>
          <p:nvPr/>
        </p:nvSpPr>
        <p:spPr>
          <a:xfrm>
            <a:off x="639119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A0F33-7155-E6D1-DB21-38859E287A74}"/>
              </a:ext>
            </a:extLst>
          </p:cNvPr>
          <p:cNvSpPr txBox="1"/>
          <p:nvPr/>
        </p:nvSpPr>
        <p:spPr>
          <a:xfrm>
            <a:off x="4572002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109E4-1CD6-AF8F-2236-D00222EECB0E}"/>
              </a:ext>
            </a:extLst>
          </p:cNvPr>
          <p:cNvSpPr txBox="1"/>
          <p:nvPr/>
        </p:nvSpPr>
        <p:spPr>
          <a:xfrm>
            <a:off x="8297911" y="1584253"/>
            <a:ext cx="143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B43F65-4D98-683D-6DA5-25D5FC435ED4}"/>
              </a:ext>
            </a:extLst>
          </p:cNvPr>
          <p:cNvSpPr/>
          <p:nvPr/>
        </p:nvSpPr>
        <p:spPr>
          <a:xfrm>
            <a:off x="639119" y="5837274"/>
            <a:ext cx="10948445" cy="3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Financial Model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52769B-1B5E-B6C1-14A1-85E93D30F231}"/>
              </a:ext>
            </a:extLst>
          </p:cNvPr>
          <p:cNvSpPr/>
          <p:nvPr/>
        </p:nvSpPr>
        <p:spPr>
          <a:xfrm>
            <a:off x="639119" y="6230862"/>
            <a:ext cx="10948445" cy="324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600" b="1" dirty="0">
                <a:solidFill>
                  <a:schemeClr val="bg1"/>
                </a:solidFill>
                <a:cs typeface="Times New Roman" pitchFamily="18" charset="0"/>
              </a:rPr>
              <a:t>Project Presentation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0017CE3-EDDE-124C-BF7A-0074EF1F45F7}"/>
              </a:ext>
            </a:extLst>
          </p:cNvPr>
          <p:cNvSpPr/>
          <p:nvPr/>
        </p:nvSpPr>
        <p:spPr>
          <a:xfrm rot="10800000">
            <a:off x="2063714" y="5491324"/>
            <a:ext cx="425302" cy="7200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C2A80016-A404-C949-B8D1-41EF5A7A6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6499F2D-3FC5-79AF-2BD7-C370D84E7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591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66759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dirty="0"/>
              <a:t>The Toolkit includes multiple PowerPoint slides, Excel sheets and Video training that you can download on your device immediately after purchase</a:t>
            </a:r>
            <a:endParaRPr lang="en-US" sz="2400" kern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22B2CC-25AA-263D-1020-C20A807B7EB8}"/>
              </a:ext>
            </a:extLst>
          </p:cNvPr>
          <p:cNvSpPr/>
          <p:nvPr/>
        </p:nvSpPr>
        <p:spPr>
          <a:xfrm>
            <a:off x="621153" y="4477447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572104-6430-3E61-5813-3590A3CFE972}"/>
              </a:ext>
            </a:extLst>
          </p:cNvPr>
          <p:cNvSpPr/>
          <p:nvPr/>
        </p:nvSpPr>
        <p:spPr>
          <a:xfrm>
            <a:off x="621153" y="3294513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B23995-4475-E84D-EF57-7992732496E4}"/>
              </a:ext>
            </a:extLst>
          </p:cNvPr>
          <p:cNvSpPr/>
          <p:nvPr/>
        </p:nvSpPr>
        <p:spPr>
          <a:xfrm>
            <a:off x="621153" y="2092178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D9CE97-3B89-11F5-DD37-F399ADAB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2207252"/>
            <a:ext cx="675558" cy="62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Download Microsoft Excel Logo in SVG Vector or PNG File Format - Logo.wine">
            <a:extLst>
              <a:ext uri="{FF2B5EF4-FFF2-40B4-BE49-F238E27FC236}">
                <a16:creationId xmlns:a16="http://schemas.microsoft.com/office/drawing/2014/main" id="{B71C95D7-A854-1E0E-C591-CD4E72F4E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24" y="3321742"/>
            <a:ext cx="1307215" cy="87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437ECF-467E-1AD6-2C2E-4087FF953203}"/>
              </a:ext>
            </a:extLst>
          </p:cNvPr>
          <p:cNvSpPr txBox="1"/>
          <p:nvPr/>
        </p:nvSpPr>
        <p:spPr>
          <a:xfrm>
            <a:off x="1863088" y="2366943"/>
            <a:ext cx="4400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400 editable PowerPoint slides*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7600B6-F58C-3E6A-BB6D-D47C974412BF}"/>
              </a:ext>
            </a:extLst>
          </p:cNvPr>
          <p:cNvSpPr txBox="1"/>
          <p:nvPr/>
        </p:nvSpPr>
        <p:spPr>
          <a:xfrm>
            <a:off x="1863088" y="3603591"/>
            <a:ext cx="3005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 Excel Financial Models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97C27-D46E-623C-682B-08389CD25348}"/>
              </a:ext>
            </a:extLst>
          </p:cNvPr>
          <p:cNvSpPr txBox="1"/>
          <p:nvPr/>
        </p:nvSpPr>
        <p:spPr>
          <a:xfrm>
            <a:off x="1863088" y="4748764"/>
            <a:ext cx="3450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50 minutes of Video training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B932BA-CA7A-E3C4-9CC0-B95F841B1AA1}"/>
              </a:ext>
            </a:extLst>
          </p:cNvPr>
          <p:cNvSpPr/>
          <p:nvPr/>
        </p:nvSpPr>
        <p:spPr>
          <a:xfrm>
            <a:off x="1686842" y="2184392"/>
            <a:ext cx="59203" cy="6898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FE0B1D-EED1-17BD-8FCD-7A8076B46A80}"/>
              </a:ext>
            </a:extLst>
          </p:cNvPr>
          <p:cNvSpPr/>
          <p:nvPr/>
        </p:nvSpPr>
        <p:spPr>
          <a:xfrm>
            <a:off x="1686842" y="3427963"/>
            <a:ext cx="59203" cy="6898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0FC0FE-A163-ED1A-A296-D87A1C3FBA71}"/>
              </a:ext>
            </a:extLst>
          </p:cNvPr>
          <p:cNvSpPr/>
          <p:nvPr/>
        </p:nvSpPr>
        <p:spPr>
          <a:xfrm>
            <a:off x="1686842" y="4562323"/>
            <a:ext cx="59203" cy="6898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E2770C-6D4F-9F15-A358-CC0DFDE1D3D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344" t="22611" r="63111" b="28117"/>
          <a:stretch/>
        </p:blipFill>
        <p:spPr>
          <a:xfrm>
            <a:off x="794400" y="4541047"/>
            <a:ext cx="823861" cy="6898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AA9348D-3B76-CAB3-5A04-7493B1BF62D0}"/>
              </a:ext>
            </a:extLst>
          </p:cNvPr>
          <p:cNvSpPr txBox="1"/>
          <p:nvPr/>
        </p:nvSpPr>
        <p:spPr>
          <a:xfrm>
            <a:off x="621153" y="6023610"/>
            <a:ext cx="11073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*Please note that the number of Powerpoint slides listed is the number of unique slides. For example, a Powerpoint slide that has been duplicated to facilitate our clients’ understanding only counts for one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9A238-D946-252D-C29B-5A82A2822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FD602-0EC5-7F8B-C1CD-DD28C2302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9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F394E08-585B-4505-9747-167D67881D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8416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F394E08-585B-4505-9747-167D67881D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751010D-829D-4277-97AB-08D381FF1A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2400" kern="0" dirty="0"/>
              <a:t>Our Management Consulting Toolkits include 9 key benefits</a:t>
            </a:r>
            <a:endParaRPr lang="en-US" sz="2400" b="0" kern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995E6E-91BA-B0E7-4827-A68EC447770B}"/>
              </a:ext>
            </a:extLst>
          </p:cNvPr>
          <p:cNvSpPr/>
          <p:nvPr/>
        </p:nvSpPr>
        <p:spPr>
          <a:xfrm>
            <a:off x="623454" y="1769876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0E3F4-FD20-38EA-1420-4623364ED51E}"/>
              </a:ext>
            </a:extLst>
          </p:cNvPr>
          <p:cNvSpPr/>
          <p:nvPr/>
        </p:nvSpPr>
        <p:spPr>
          <a:xfrm>
            <a:off x="4358343" y="1769876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454E6-A047-784E-7613-20D7CCDFF33E}"/>
              </a:ext>
            </a:extLst>
          </p:cNvPr>
          <p:cNvSpPr/>
          <p:nvPr/>
        </p:nvSpPr>
        <p:spPr>
          <a:xfrm>
            <a:off x="8093234" y="1769876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011522-144C-50E9-7C59-75376D78C1B7}"/>
              </a:ext>
            </a:extLst>
          </p:cNvPr>
          <p:cNvSpPr/>
          <p:nvPr/>
        </p:nvSpPr>
        <p:spPr>
          <a:xfrm>
            <a:off x="623454" y="3326712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3AC3B5-B093-8FC2-5B92-E7096884A7EF}"/>
              </a:ext>
            </a:extLst>
          </p:cNvPr>
          <p:cNvSpPr/>
          <p:nvPr/>
        </p:nvSpPr>
        <p:spPr>
          <a:xfrm>
            <a:off x="4358343" y="3326712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07AFA-900A-08C9-C601-047F9B971411}"/>
              </a:ext>
            </a:extLst>
          </p:cNvPr>
          <p:cNvSpPr/>
          <p:nvPr/>
        </p:nvSpPr>
        <p:spPr>
          <a:xfrm>
            <a:off x="8093234" y="3326712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5CC02-D203-B520-C5B5-7DC6DED93266}"/>
              </a:ext>
            </a:extLst>
          </p:cNvPr>
          <p:cNvSpPr/>
          <p:nvPr/>
        </p:nvSpPr>
        <p:spPr>
          <a:xfrm>
            <a:off x="623454" y="4883548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38A4F5-5450-BF24-707B-85666AD593E9}"/>
              </a:ext>
            </a:extLst>
          </p:cNvPr>
          <p:cNvSpPr/>
          <p:nvPr/>
        </p:nvSpPr>
        <p:spPr>
          <a:xfrm>
            <a:off x="4358343" y="4883548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FADB5E-4C81-33E2-D634-A1839CEA8691}"/>
              </a:ext>
            </a:extLst>
          </p:cNvPr>
          <p:cNvSpPr/>
          <p:nvPr/>
        </p:nvSpPr>
        <p:spPr>
          <a:xfrm>
            <a:off x="8093234" y="4883548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A7CD485-9B9C-7FFF-019C-F215989F53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218" y="2201757"/>
            <a:ext cx="509624" cy="509624"/>
          </a:xfrm>
          <a:prstGeom prst="rect">
            <a:avLst/>
          </a:prstGeom>
        </p:spPr>
      </p:pic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F664C8EF-D253-2803-0178-09A2F1F96CDD}"/>
              </a:ext>
            </a:extLst>
          </p:cNvPr>
          <p:cNvSpPr/>
          <p:nvPr/>
        </p:nvSpPr>
        <p:spPr bwMode="auto">
          <a:xfrm>
            <a:off x="1470606" y="1994903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Improve the growth &amp; efficiency of your organization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by leveraging Management Consulting Toolkits created by ex-McKinsey, Deloitte &amp; BCG Consultants.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B1D380C4-C6FD-13A7-39CE-E277C9BF1645}"/>
              </a:ext>
            </a:extLst>
          </p:cNvPr>
          <p:cNvSpPr/>
          <p:nvPr/>
        </p:nvSpPr>
        <p:spPr bwMode="auto">
          <a:xfrm>
            <a:off x="5206138" y="1994903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Make a great investment for your career &amp; organization.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It cost us US$8M+ over the past 10 years to create all our Toolkits. Get them for a fraction of this cost.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28E73549-6EA8-6C56-AB0D-394D25DB4EFE}"/>
              </a:ext>
            </a:extLst>
          </p:cNvPr>
          <p:cNvSpPr/>
          <p:nvPr/>
        </p:nvSpPr>
        <p:spPr bwMode="auto">
          <a:xfrm>
            <a:off x="8941670" y="1994903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Get a competitive advantage.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It’s like hiring Management Consultants to create all the practical Frameworks, Tools &amp; Templates you need.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812424AD-450E-927F-1233-1544347BC47F}"/>
              </a:ext>
            </a:extLst>
          </p:cNvPr>
          <p:cNvSpPr/>
          <p:nvPr/>
        </p:nvSpPr>
        <p:spPr bwMode="auto">
          <a:xfrm>
            <a:off x="1470606" y="3551740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Get the job done quicker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and never start from scratch again with our ready-made and fully editable Frameworks, Tools &amp; Templates in Powerpoint &amp; Excel.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A2EC5241-F3A8-F265-3E22-EB43ABE1A1C6}"/>
              </a:ext>
            </a:extLst>
          </p:cNvPr>
          <p:cNvSpPr/>
          <p:nvPr/>
        </p:nvSpPr>
        <p:spPr bwMode="auto">
          <a:xfrm>
            <a:off x="8941670" y="3644073"/>
            <a:ext cx="2467550" cy="738664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Improve the capabilities of your organization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by learning how the Fortune 100 and Global Consulting Firms do it.</a:t>
            </a:r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9D88DB97-7C34-0A0C-2DED-7A5380022445}"/>
              </a:ext>
            </a:extLst>
          </p:cNvPr>
          <p:cNvSpPr/>
          <p:nvPr/>
        </p:nvSpPr>
        <p:spPr bwMode="auto">
          <a:xfrm>
            <a:off x="1470606" y="5293242"/>
            <a:ext cx="2467550" cy="553998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Get free support and advice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from our ex-McKinsey, Deloitte &amp; BCG Management Consultants.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9DBF249-EEFB-86E5-1410-2D72D5445CAB}"/>
              </a:ext>
            </a:extLst>
          </p:cNvPr>
          <p:cNvSpPr/>
          <p:nvPr/>
        </p:nvSpPr>
        <p:spPr bwMode="auto">
          <a:xfrm>
            <a:off x="5206138" y="5016243"/>
            <a:ext cx="2467550" cy="1107996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endParaRPr lang="en-US" sz="1200" b="1" i="0" dirty="0">
              <a:solidFill>
                <a:srgbClr val="053881"/>
              </a:solidFill>
              <a:effectLst/>
              <a:latin typeface="Helvetica" panose="020B0604020202020204" pitchFamily="34" charset="0"/>
            </a:endParaRPr>
          </a:p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Decrease your costs.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Hiring tier-1 Consultants for a project would cost you $300k+. Way more expensive than our Toolkits, which will last you a lifetime!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C074EF3D-1813-7902-A555-08D7A6C23019}"/>
              </a:ext>
            </a:extLst>
          </p:cNvPr>
          <p:cNvSpPr/>
          <p:nvPr/>
        </p:nvSpPr>
        <p:spPr bwMode="auto">
          <a:xfrm>
            <a:off x="8941670" y="5108576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Become your organization’s subject matter expert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and impress your stakeholders with world-class approaches to resolve common business problems.</a:t>
            </a:r>
            <a:endParaRPr lang="en-US" sz="1200" dirty="0">
              <a:ea typeface="ＭＳ Ｐゴシック" pitchFamily="50" charset="-128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912F6A8-7755-96B0-1BF1-CA38F6CC8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2182" y="2168438"/>
            <a:ext cx="576263" cy="57626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E4974F3-ECF8-466E-0BC1-97429FC20B9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73737" y="2212854"/>
            <a:ext cx="487430" cy="48743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A4AE859-771D-EA7A-DE78-A7FAC68B21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16558" y="3746630"/>
            <a:ext cx="533551" cy="53355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D0E1CAC-441C-9262-8EDC-3890CD2E5B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68090" y="5255693"/>
            <a:ext cx="629096" cy="62909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041940F-C223-8CDD-F031-D40DD7E4E4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23806" y="5276595"/>
            <a:ext cx="587292" cy="58729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817D6250-7BD1-07BD-54C9-FF55282E8AB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0882" y="5343654"/>
            <a:ext cx="453174" cy="453174"/>
          </a:xfrm>
          <a:prstGeom prst="rect">
            <a:avLst/>
          </a:prstGeom>
        </p:spPr>
      </p:pic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35773859-1551-24FA-766B-DEBA9384247B}"/>
              </a:ext>
            </a:extLst>
          </p:cNvPr>
          <p:cNvSpPr/>
          <p:nvPr/>
        </p:nvSpPr>
        <p:spPr bwMode="auto">
          <a:xfrm>
            <a:off x="5206138" y="3551740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Don't reinvent the wheel.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We have already worked 30,000+ hours over the past 10 years to create all the Management Consulting Toolkits you need.</a:t>
            </a:r>
            <a:endParaRPr lang="en-US" sz="1200" dirty="0">
              <a:ea typeface="ＭＳ Ｐゴシック" pitchFamily="50" charset="-128"/>
            </a:endParaRPr>
          </a:p>
        </p:txBody>
      </p:sp>
      <p:pic>
        <p:nvPicPr>
          <p:cNvPr id="44" name="Graphic 43" descr="Stopwatch 66% outline">
            <a:extLst>
              <a:ext uri="{FF2B5EF4-FFF2-40B4-BE49-F238E27FC236}">
                <a16:creationId xmlns:a16="http://schemas.microsoft.com/office/drawing/2014/main" id="{558EA078-3275-6A21-DCC5-4B366E8DC30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1239" y="3575144"/>
            <a:ext cx="739367" cy="739367"/>
          </a:xfrm>
          <a:prstGeom prst="rect">
            <a:avLst/>
          </a:prstGeom>
        </p:spPr>
      </p:pic>
      <p:pic>
        <p:nvPicPr>
          <p:cNvPr id="51" name="Graphic 50" descr="Steering Wheel outline">
            <a:extLst>
              <a:ext uri="{FF2B5EF4-FFF2-40B4-BE49-F238E27FC236}">
                <a16:creationId xmlns:a16="http://schemas.microsoft.com/office/drawing/2014/main" id="{C6EC77E8-A539-C100-7C53-F2165FD1421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65460" y="3644073"/>
            <a:ext cx="728441" cy="72844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B8A71-095D-898D-F0C7-AB08CABDF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5537454-7295-9BB1-2BE3-73B0A14A8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37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CB5ED6B-8FA4-B70C-ED66-9357630FC2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732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B5ED6B-8FA4-B70C-ED66-9357630FC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D58A1A0-06A2-4FAC-A5EA-99253435D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620" y="1968982"/>
            <a:ext cx="9458036" cy="370188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E2F89-2C68-4882-ACAA-4D3583EC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What our clients say about our Toolkits</a:t>
            </a:r>
            <a:endParaRPr lang="en-US" b="0" dirty="0"/>
          </a:p>
        </p:txBody>
      </p:sp>
      <p:sp>
        <p:nvSpPr>
          <p:cNvPr id="7" name="Rectangle: Rounded Corners 6">
            <a:hlinkClick r:id="rId6"/>
            <a:extLst>
              <a:ext uri="{FF2B5EF4-FFF2-40B4-BE49-F238E27FC236}">
                <a16:creationId xmlns:a16="http://schemas.microsoft.com/office/drawing/2014/main" id="{34408D4B-2DBA-45D0-9E35-C8280CE479B1}"/>
              </a:ext>
            </a:extLst>
          </p:cNvPr>
          <p:cNvSpPr/>
          <p:nvPr/>
        </p:nvSpPr>
        <p:spPr bwMode="auto">
          <a:xfrm>
            <a:off x="5303240" y="5271355"/>
            <a:ext cx="1585519" cy="346348"/>
          </a:xfrm>
          <a:prstGeom prst="roundRect">
            <a:avLst>
              <a:gd name="adj" fmla="val 10721"/>
            </a:avLst>
          </a:prstGeom>
          <a:solidFill>
            <a:srgbClr val="3EA9F5"/>
          </a:solidFill>
          <a:ln>
            <a:noFill/>
          </a:ln>
          <a:effectLst/>
        </p:spPr>
        <p:txBody>
          <a:bodyPr wrap="square" lIns="91428" tIns="100800" rIns="91428" bIns="91440" rtlCol="0" anchor="ctr">
            <a:noAutofit/>
          </a:bodyPr>
          <a:lstStyle/>
          <a:p>
            <a:pPr algn="ctr" defTabSz="623853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Click here to see more reviews &gt;</a:t>
            </a:r>
          </a:p>
        </p:txBody>
      </p:sp>
      <p:sp>
        <p:nvSpPr>
          <p:cNvPr id="3" name="Oval 2">
            <a:hlinkClick r:id="rId7"/>
            <a:extLst>
              <a:ext uri="{FF2B5EF4-FFF2-40B4-BE49-F238E27FC236}">
                <a16:creationId xmlns:a16="http://schemas.microsoft.com/office/drawing/2014/main" id="{E7801C33-1882-44AC-8209-E2ACFFBF177C}"/>
              </a:ext>
            </a:extLst>
          </p:cNvPr>
          <p:cNvSpPr/>
          <p:nvPr/>
        </p:nvSpPr>
        <p:spPr>
          <a:xfrm>
            <a:off x="10419046" y="3957144"/>
            <a:ext cx="280099" cy="2936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hlinkClick r:id="rId7"/>
            <a:extLst>
              <a:ext uri="{FF2B5EF4-FFF2-40B4-BE49-F238E27FC236}">
                <a16:creationId xmlns:a16="http://schemas.microsoft.com/office/drawing/2014/main" id="{F65F7B22-3F2E-42E7-BE12-BCF3C4BCBF84}"/>
              </a:ext>
            </a:extLst>
          </p:cNvPr>
          <p:cNvSpPr/>
          <p:nvPr/>
        </p:nvSpPr>
        <p:spPr>
          <a:xfrm>
            <a:off x="1327557" y="3892492"/>
            <a:ext cx="280099" cy="2936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B32539-2028-8783-9B6D-1AE0BCBC4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973B5C-FE88-E318-173A-BB5D83E53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19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834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" name="Title 1">
            <a:extLst>
              <a:ext uri="{FF2B5EF4-FFF2-40B4-BE49-F238E27FC236}">
                <a16:creationId xmlns:a16="http://schemas.microsoft.com/office/drawing/2014/main" id="{E1807DFC-6E0A-41E9-BAC7-1EE85BC2B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dirty="0"/>
              <a:t>Join 200,000+ Executives, Consultants &amp; Entrepreneurs leveraging our Toolkits to improve the performance of their organization</a:t>
            </a:r>
            <a:endParaRPr lang="en-US" sz="2400" b="0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62B74C-75B9-94DD-8E27-57692538BA17}"/>
              </a:ext>
            </a:extLst>
          </p:cNvPr>
          <p:cNvSpPr/>
          <p:nvPr/>
        </p:nvSpPr>
        <p:spPr>
          <a:xfrm>
            <a:off x="616285" y="1648544"/>
            <a:ext cx="7416000" cy="9530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F4256-F406-5ABB-5F23-D915115DCCDB}"/>
              </a:ext>
            </a:extLst>
          </p:cNvPr>
          <p:cNvSpPr/>
          <p:nvPr/>
        </p:nvSpPr>
        <p:spPr>
          <a:xfrm>
            <a:off x="8087873" y="1648544"/>
            <a:ext cx="3508381" cy="9530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B0DF4-A6EA-4926-BCB2-370EDE306BD5}"/>
              </a:ext>
            </a:extLst>
          </p:cNvPr>
          <p:cNvSpPr txBox="1"/>
          <p:nvPr/>
        </p:nvSpPr>
        <p:spPr>
          <a:xfrm>
            <a:off x="634084" y="1648544"/>
            <a:ext cx="742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Trusted by small and large organizations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42A59-F39E-3014-C636-92960AC5C071}"/>
              </a:ext>
            </a:extLst>
          </p:cNvPr>
          <p:cNvSpPr txBox="1"/>
          <p:nvPr/>
        </p:nvSpPr>
        <p:spPr>
          <a:xfrm>
            <a:off x="8064688" y="1648544"/>
            <a:ext cx="3623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satisfaction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D568C-1DE4-6515-9B2E-6BA2D546AD92}"/>
              </a:ext>
            </a:extLst>
          </p:cNvPr>
          <p:cNvSpPr/>
          <p:nvPr/>
        </p:nvSpPr>
        <p:spPr>
          <a:xfrm>
            <a:off x="616285" y="2675070"/>
            <a:ext cx="7416000" cy="373326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732DF-EB8D-BB18-A809-B81EB32FED81}"/>
              </a:ext>
            </a:extLst>
          </p:cNvPr>
          <p:cNvSpPr txBox="1"/>
          <p:nvPr/>
        </p:nvSpPr>
        <p:spPr>
          <a:xfrm>
            <a:off x="634086" y="2709886"/>
            <a:ext cx="73276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countries leveraging our Toolkits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160+ 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E55B0-8DF3-F891-70F7-EBD939067D53}"/>
              </a:ext>
            </a:extLst>
          </p:cNvPr>
          <p:cNvSpPr/>
          <p:nvPr/>
        </p:nvSpPr>
        <p:spPr>
          <a:xfrm>
            <a:off x="8087873" y="2670574"/>
            <a:ext cx="3508381" cy="15883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C5B92-C47E-9941-ACE2-8C1EBA9995C7}"/>
              </a:ext>
            </a:extLst>
          </p:cNvPr>
          <p:cNvSpPr txBox="1"/>
          <p:nvPr/>
        </p:nvSpPr>
        <p:spPr>
          <a:xfrm>
            <a:off x="8064688" y="2669659"/>
            <a:ext cx="36024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professionals leveraging our Toolkits</a:t>
            </a:r>
          </a:p>
          <a:p>
            <a:endParaRPr lang="en-US" dirty="0"/>
          </a:p>
          <a:p>
            <a:r>
              <a:rPr lang="en-US" sz="2800" b="1" dirty="0">
                <a:solidFill>
                  <a:schemeClr val="accent2"/>
                </a:solidFill>
              </a:rPr>
              <a:t>200,000+</a:t>
            </a:r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732D0F89-CF30-4FD0-1C26-882D37E55FA9}"/>
              </a:ext>
            </a:extLst>
          </p:cNvPr>
          <p:cNvGrpSpPr>
            <a:grpSpLocks/>
          </p:cNvGrpSpPr>
          <p:nvPr/>
        </p:nvGrpSpPr>
        <p:grpSpPr bwMode="auto">
          <a:xfrm>
            <a:off x="5622228" y="5262108"/>
            <a:ext cx="297844" cy="94643"/>
            <a:chOff x="4449" y="3335"/>
            <a:chExt cx="260" cy="83"/>
          </a:xfrm>
          <a:solidFill>
            <a:schemeClr val="accent2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F9E5B90-1AEC-73F5-0602-14CA9A383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3340"/>
              <a:ext cx="52" cy="69"/>
            </a:xfrm>
            <a:custGeom>
              <a:avLst/>
              <a:gdLst>
                <a:gd name="T0" fmla="*/ 0 w 52"/>
                <a:gd name="T1" fmla="*/ 0 h 69"/>
                <a:gd name="T2" fmla="*/ 0 w 52"/>
                <a:gd name="T3" fmla="*/ 0 h 69"/>
                <a:gd name="T4" fmla="*/ 10 w 52"/>
                <a:gd name="T5" fmla="*/ 0 h 69"/>
                <a:gd name="T6" fmla="*/ 13 w 52"/>
                <a:gd name="T7" fmla="*/ 13 h 69"/>
                <a:gd name="T8" fmla="*/ 26 w 52"/>
                <a:gd name="T9" fmla="*/ 5 h 69"/>
                <a:gd name="T10" fmla="*/ 43 w 52"/>
                <a:gd name="T11" fmla="*/ 21 h 69"/>
                <a:gd name="T12" fmla="*/ 51 w 52"/>
                <a:gd name="T13" fmla="*/ 68 h 69"/>
                <a:gd name="T14" fmla="*/ 50 w 52"/>
                <a:gd name="T15" fmla="*/ 68 h 69"/>
                <a:gd name="T16" fmla="*/ 16 w 52"/>
                <a:gd name="T17" fmla="*/ 48 h 69"/>
                <a:gd name="T18" fmla="*/ 0 w 52"/>
                <a:gd name="T19" fmla="*/ 0 h 69"/>
                <a:gd name="T20" fmla="*/ 0 w 52"/>
                <a:gd name="T21" fmla="*/ 0 h 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2"/>
                <a:gd name="T34" fmla="*/ 0 h 69"/>
                <a:gd name="T35" fmla="*/ 52 w 52"/>
                <a:gd name="T36" fmla="*/ 69 h 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2" h="69">
                  <a:moveTo>
                    <a:pt x="0" y="0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3" y="13"/>
                  </a:lnTo>
                  <a:lnTo>
                    <a:pt x="26" y="5"/>
                  </a:lnTo>
                  <a:lnTo>
                    <a:pt x="43" y="21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16" y="48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73103DF3-7B38-60DD-76F5-926F56E87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3335"/>
              <a:ext cx="132" cy="83"/>
            </a:xfrm>
            <a:custGeom>
              <a:avLst/>
              <a:gdLst>
                <a:gd name="T0" fmla="*/ 0 w 132"/>
                <a:gd name="T1" fmla="*/ 72 h 83"/>
                <a:gd name="T2" fmla="*/ 0 w 132"/>
                <a:gd name="T3" fmla="*/ 72 h 83"/>
                <a:gd name="T4" fmla="*/ 12 w 132"/>
                <a:gd name="T5" fmla="*/ 82 h 83"/>
                <a:gd name="T6" fmla="*/ 53 w 132"/>
                <a:gd name="T7" fmla="*/ 79 h 83"/>
                <a:gd name="T8" fmla="*/ 66 w 132"/>
                <a:gd name="T9" fmla="*/ 73 h 83"/>
                <a:gd name="T10" fmla="*/ 84 w 132"/>
                <a:gd name="T11" fmla="*/ 36 h 83"/>
                <a:gd name="T12" fmla="*/ 108 w 132"/>
                <a:gd name="T13" fmla="*/ 37 h 83"/>
                <a:gd name="T14" fmla="*/ 131 w 132"/>
                <a:gd name="T15" fmla="*/ 25 h 83"/>
                <a:gd name="T16" fmla="*/ 109 w 132"/>
                <a:gd name="T17" fmla="*/ 14 h 83"/>
                <a:gd name="T18" fmla="*/ 102 w 132"/>
                <a:gd name="T19" fmla="*/ 0 h 83"/>
                <a:gd name="T20" fmla="*/ 75 w 132"/>
                <a:gd name="T21" fmla="*/ 26 h 83"/>
                <a:gd name="T22" fmla="*/ 67 w 132"/>
                <a:gd name="T23" fmla="*/ 40 h 83"/>
                <a:gd name="T24" fmla="*/ 59 w 132"/>
                <a:gd name="T25" fmla="*/ 32 h 83"/>
                <a:gd name="T26" fmla="*/ 43 w 132"/>
                <a:gd name="T27" fmla="*/ 52 h 83"/>
                <a:gd name="T28" fmla="*/ 26 w 132"/>
                <a:gd name="T29" fmla="*/ 55 h 83"/>
                <a:gd name="T30" fmla="*/ 20 w 132"/>
                <a:gd name="T31" fmla="*/ 73 h 83"/>
                <a:gd name="T32" fmla="*/ 0 w 132"/>
                <a:gd name="T33" fmla="*/ 72 h 83"/>
                <a:gd name="T34" fmla="*/ 0 w 132"/>
                <a:gd name="T35" fmla="*/ 72 h 8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2"/>
                <a:gd name="T55" fmla="*/ 0 h 83"/>
                <a:gd name="T56" fmla="*/ 132 w 132"/>
                <a:gd name="T57" fmla="*/ 83 h 8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2" h="83">
                  <a:moveTo>
                    <a:pt x="0" y="72"/>
                  </a:moveTo>
                  <a:lnTo>
                    <a:pt x="0" y="72"/>
                  </a:lnTo>
                  <a:lnTo>
                    <a:pt x="12" y="82"/>
                  </a:lnTo>
                  <a:lnTo>
                    <a:pt x="53" y="79"/>
                  </a:lnTo>
                  <a:lnTo>
                    <a:pt x="66" y="73"/>
                  </a:lnTo>
                  <a:lnTo>
                    <a:pt x="84" y="36"/>
                  </a:lnTo>
                  <a:lnTo>
                    <a:pt x="108" y="37"/>
                  </a:lnTo>
                  <a:lnTo>
                    <a:pt x="131" y="25"/>
                  </a:lnTo>
                  <a:lnTo>
                    <a:pt x="109" y="14"/>
                  </a:lnTo>
                  <a:lnTo>
                    <a:pt x="102" y="0"/>
                  </a:lnTo>
                  <a:lnTo>
                    <a:pt x="75" y="26"/>
                  </a:lnTo>
                  <a:lnTo>
                    <a:pt x="67" y="40"/>
                  </a:lnTo>
                  <a:lnTo>
                    <a:pt x="59" y="32"/>
                  </a:lnTo>
                  <a:lnTo>
                    <a:pt x="43" y="52"/>
                  </a:lnTo>
                  <a:lnTo>
                    <a:pt x="26" y="55"/>
                  </a:lnTo>
                  <a:lnTo>
                    <a:pt x="20" y="73"/>
                  </a:lnTo>
                  <a:lnTo>
                    <a:pt x="0" y="7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2F3936FA-DE12-3B0E-D82E-7D19FCFE9E8A}"/>
              </a:ext>
            </a:extLst>
          </p:cNvPr>
          <p:cNvGrpSpPr>
            <a:grpSpLocks/>
          </p:cNvGrpSpPr>
          <p:nvPr/>
        </p:nvGrpSpPr>
        <p:grpSpPr bwMode="auto">
          <a:xfrm>
            <a:off x="5543338" y="5285069"/>
            <a:ext cx="719784" cy="239313"/>
            <a:chOff x="4380" y="3353"/>
            <a:chExt cx="629" cy="218"/>
          </a:xfrm>
          <a:solidFill>
            <a:schemeClr val="accent2"/>
          </a:solidFill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58BE8C5-B8A3-AB1E-4287-9FFF497B1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3353"/>
              <a:ext cx="149" cy="156"/>
            </a:xfrm>
            <a:custGeom>
              <a:avLst/>
              <a:gdLst>
                <a:gd name="T0" fmla="*/ 0 w 149"/>
                <a:gd name="T1" fmla="*/ 0 h 156"/>
                <a:gd name="T2" fmla="*/ 0 w 149"/>
                <a:gd name="T3" fmla="*/ 0 h 156"/>
                <a:gd name="T4" fmla="*/ 33 w 149"/>
                <a:gd name="T5" fmla="*/ 7 h 156"/>
                <a:gd name="T6" fmla="*/ 74 w 149"/>
                <a:gd name="T7" fmla="*/ 47 h 156"/>
                <a:gd name="T8" fmla="*/ 108 w 149"/>
                <a:gd name="T9" fmla="*/ 62 h 156"/>
                <a:gd name="T10" fmla="*/ 104 w 149"/>
                <a:gd name="T11" fmla="*/ 73 h 156"/>
                <a:gd name="T12" fmla="*/ 115 w 149"/>
                <a:gd name="T13" fmla="*/ 72 h 156"/>
                <a:gd name="T14" fmla="*/ 114 w 149"/>
                <a:gd name="T15" fmla="*/ 87 h 156"/>
                <a:gd name="T16" fmla="*/ 148 w 149"/>
                <a:gd name="T17" fmla="*/ 116 h 156"/>
                <a:gd name="T18" fmla="*/ 144 w 149"/>
                <a:gd name="T19" fmla="*/ 154 h 156"/>
                <a:gd name="T20" fmla="*/ 129 w 149"/>
                <a:gd name="T21" fmla="*/ 155 h 156"/>
                <a:gd name="T22" fmla="*/ 99 w 149"/>
                <a:gd name="T23" fmla="*/ 133 h 156"/>
                <a:gd name="T24" fmla="*/ 50 w 149"/>
                <a:gd name="T25" fmla="*/ 54 h 156"/>
                <a:gd name="T26" fmla="*/ 0 w 149"/>
                <a:gd name="T27" fmla="*/ 0 h 156"/>
                <a:gd name="T28" fmla="*/ 0 w 149"/>
                <a:gd name="T29" fmla="*/ 0 h 1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9"/>
                <a:gd name="T46" fmla="*/ 0 h 156"/>
                <a:gd name="T47" fmla="*/ 149 w 149"/>
                <a:gd name="T48" fmla="*/ 156 h 1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9" h="156">
                  <a:moveTo>
                    <a:pt x="0" y="0"/>
                  </a:moveTo>
                  <a:lnTo>
                    <a:pt x="0" y="0"/>
                  </a:lnTo>
                  <a:lnTo>
                    <a:pt x="33" y="7"/>
                  </a:lnTo>
                  <a:lnTo>
                    <a:pt x="74" y="47"/>
                  </a:lnTo>
                  <a:lnTo>
                    <a:pt x="108" y="62"/>
                  </a:lnTo>
                  <a:lnTo>
                    <a:pt x="104" y="73"/>
                  </a:lnTo>
                  <a:lnTo>
                    <a:pt x="115" y="72"/>
                  </a:lnTo>
                  <a:lnTo>
                    <a:pt x="114" y="87"/>
                  </a:lnTo>
                  <a:lnTo>
                    <a:pt x="148" y="116"/>
                  </a:lnTo>
                  <a:lnTo>
                    <a:pt x="144" y="154"/>
                  </a:lnTo>
                  <a:lnTo>
                    <a:pt x="129" y="155"/>
                  </a:lnTo>
                  <a:lnTo>
                    <a:pt x="99" y="133"/>
                  </a:lnTo>
                  <a:lnTo>
                    <a:pt x="50" y="54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2BDAD4D1-E7E8-0B23-8E5F-1C50C7318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510"/>
              <a:ext cx="125" cy="40"/>
            </a:xfrm>
            <a:custGeom>
              <a:avLst/>
              <a:gdLst>
                <a:gd name="T0" fmla="*/ 0 w 125"/>
                <a:gd name="T1" fmla="*/ 11 h 40"/>
                <a:gd name="T2" fmla="*/ 0 w 125"/>
                <a:gd name="T3" fmla="*/ 11 h 40"/>
                <a:gd name="T4" fmla="*/ 8 w 125"/>
                <a:gd name="T5" fmla="*/ 0 h 40"/>
                <a:gd name="T6" fmla="*/ 95 w 125"/>
                <a:gd name="T7" fmla="*/ 12 h 40"/>
                <a:gd name="T8" fmla="*/ 104 w 125"/>
                <a:gd name="T9" fmla="*/ 22 h 40"/>
                <a:gd name="T10" fmla="*/ 122 w 125"/>
                <a:gd name="T11" fmla="*/ 26 h 40"/>
                <a:gd name="T12" fmla="*/ 124 w 125"/>
                <a:gd name="T13" fmla="*/ 39 h 40"/>
                <a:gd name="T14" fmla="*/ 22 w 125"/>
                <a:gd name="T15" fmla="*/ 21 h 40"/>
                <a:gd name="T16" fmla="*/ 0 w 125"/>
                <a:gd name="T17" fmla="*/ 11 h 40"/>
                <a:gd name="T18" fmla="*/ 0 w 125"/>
                <a:gd name="T19" fmla="*/ 11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5"/>
                <a:gd name="T31" fmla="*/ 0 h 40"/>
                <a:gd name="T32" fmla="*/ 125 w 125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5" h="40">
                  <a:moveTo>
                    <a:pt x="0" y="11"/>
                  </a:moveTo>
                  <a:lnTo>
                    <a:pt x="0" y="11"/>
                  </a:lnTo>
                  <a:lnTo>
                    <a:pt x="8" y="0"/>
                  </a:lnTo>
                  <a:lnTo>
                    <a:pt x="95" y="12"/>
                  </a:lnTo>
                  <a:lnTo>
                    <a:pt x="104" y="22"/>
                  </a:lnTo>
                  <a:lnTo>
                    <a:pt x="122" y="26"/>
                  </a:lnTo>
                  <a:lnTo>
                    <a:pt x="124" y="39"/>
                  </a:lnTo>
                  <a:lnTo>
                    <a:pt x="22" y="21"/>
                  </a:lnTo>
                  <a:lnTo>
                    <a:pt x="0" y="1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CD667DE6-4851-1AE8-0E2E-92465F9C5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3371"/>
              <a:ext cx="136" cy="116"/>
            </a:xfrm>
            <a:custGeom>
              <a:avLst/>
              <a:gdLst>
                <a:gd name="T0" fmla="*/ 0 w 136"/>
                <a:gd name="T1" fmla="*/ 52 h 116"/>
                <a:gd name="T2" fmla="*/ 0 w 136"/>
                <a:gd name="T3" fmla="*/ 52 h 116"/>
                <a:gd name="T4" fmla="*/ 9 w 136"/>
                <a:gd name="T5" fmla="*/ 36 h 116"/>
                <a:gd name="T6" fmla="*/ 21 w 136"/>
                <a:gd name="T7" fmla="*/ 46 h 116"/>
                <a:gd name="T8" fmla="*/ 62 w 136"/>
                <a:gd name="T9" fmla="*/ 43 h 116"/>
                <a:gd name="T10" fmla="*/ 75 w 136"/>
                <a:gd name="T11" fmla="*/ 37 h 116"/>
                <a:gd name="T12" fmla="*/ 93 w 136"/>
                <a:gd name="T13" fmla="*/ 0 h 116"/>
                <a:gd name="T14" fmla="*/ 117 w 136"/>
                <a:gd name="T15" fmla="*/ 1 h 116"/>
                <a:gd name="T16" fmla="*/ 112 w 136"/>
                <a:gd name="T17" fmla="*/ 11 h 116"/>
                <a:gd name="T18" fmla="*/ 135 w 136"/>
                <a:gd name="T19" fmla="*/ 46 h 116"/>
                <a:gd name="T20" fmla="*/ 122 w 136"/>
                <a:gd name="T21" fmla="*/ 43 h 116"/>
                <a:gd name="T22" fmla="*/ 99 w 136"/>
                <a:gd name="T23" fmla="*/ 82 h 116"/>
                <a:gd name="T24" fmla="*/ 95 w 136"/>
                <a:gd name="T25" fmla="*/ 107 h 116"/>
                <a:gd name="T26" fmla="*/ 81 w 136"/>
                <a:gd name="T27" fmla="*/ 115 h 116"/>
                <a:gd name="T28" fmla="*/ 55 w 136"/>
                <a:gd name="T29" fmla="*/ 100 h 116"/>
                <a:gd name="T30" fmla="*/ 40 w 136"/>
                <a:gd name="T31" fmla="*/ 107 h 116"/>
                <a:gd name="T32" fmla="*/ 37 w 136"/>
                <a:gd name="T33" fmla="*/ 95 h 116"/>
                <a:gd name="T34" fmla="*/ 17 w 136"/>
                <a:gd name="T35" fmla="*/ 97 h 116"/>
                <a:gd name="T36" fmla="*/ 0 w 136"/>
                <a:gd name="T37" fmla="*/ 52 h 116"/>
                <a:gd name="T38" fmla="*/ 0 w 136"/>
                <a:gd name="T39" fmla="*/ 52 h 1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6"/>
                <a:gd name="T61" fmla="*/ 0 h 116"/>
                <a:gd name="T62" fmla="*/ 136 w 136"/>
                <a:gd name="T63" fmla="*/ 116 h 11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6" h="116">
                  <a:moveTo>
                    <a:pt x="0" y="52"/>
                  </a:moveTo>
                  <a:lnTo>
                    <a:pt x="0" y="52"/>
                  </a:lnTo>
                  <a:lnTo>
                    <a:pt x="9" y="36"/>
                  </a:lnTo>
                  <a:lnTo>
                    <a:pt x="21" y="46"/>
                  </a:lnTo>
                  <a:lnTo>
                    <a:pt x="62" y="43"/>
                  </a:lnTo>
                  <a:lnTo>
                    <a:pt x="75" y="37"/>
                  </a:lnTo>
                  <a:lnTo>
                    <a:pt x="93" y="0"/>
                  </a:lnTo>
                  <a:lnTo>
                    <a:pt x="117" y="1"/>
                  </a:lnTo>
                  <a:lnTo>
                    <a:pt x="112" y="11"/>
                  </a:lnTo>
                  <a:lnTo>
                    <a:pt x="135" y="46"/>
                  </a:lnTo>
                  <a:lnTo>
                    <a:pt x="122" y="43"/>
                  </a:lnTo>
                  <a:lnTo>
                    <a:pt x="99" y="82"/>
                  </a:lnTo>
                  <a:lnTo>
                    <a:pt x="95" y="107"/>
                  </a:lnTo>
                  <a:lnTo>
                    <a:pt x="81" y="115"/>
                  </a:lnTo>
                  <a:lnTo>
                    <a:pt x="55" y="100"/>
                  </a:lnTo>
                  <a:lnTo>
                    <a:pt x="40" y="107"/>
                  </a:lnTo>
                  <a:lnTo>
                    <a:pt x="37" y="95"/>
                  </a:lnTo>
                  <a:lnTo>
                    <a:pt x="17" y="97"/>
                  </a:lnTo>
                  <a:lnTo>
                    <a:pt x="0" y="5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6307464E-CE62-1D8E-704B-131B9F25B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3544"/>
              <a:ext cx="34" cy="9"/>
            </a:xfrm>
            <a:custGeom>
              <a:avLst/>
              <a:gdLst>
                <a:gd name="T0" fmla="*/ 0 w 34"/>
                <a:gd name="T1" fmla="*/ 2 h 9"/>
                <a:gd name="T2" fmla="*/ 0 w 34"/>
                <a:gd name="T3" fmla="*/ 2 h 9"/>
                <a:gd name="T4" fmla="*/ 4 w 34"/>
                <a:gd name="T5" fmla="*/ 8 h 9"/>
                <a:gd name="T6" fmla="*/ 33 w 34"/>
                <a:gd name="T7" fmla="*/ 3 h 9"/>
                <a:gd name="T8" fmla="*/ 11 w 34"/>
                <a:gd name="T9" fmla="*/ 0 h 9"/>
                <a:gd name="T10" fmla="*/ 0 w 34"/>
                <a:gd name="T11" fmla="*/ 2 h 9"/>
                <a:gd name="T12" fmla="*/ 0 w 34"/>
                <a:gd name="T13" fmla="*/ 2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"/>
                <a:gd name="T22" fmla="*/ 0 h 9"/>
                <a:gd name="T23" fmla="*/ 34 w 34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" h="9">
                  <a:moveTo>
                    <a:pt x="0" y="2"/>
                  </a:moveTo>
                  <a:lnTo>
                    <a:pt x="0" y="2"/>
                  </a:lnTo>
                  <a:lnTo>
                    <a:pt x="4" y="8"/>
                  </a:lnTo>
                  <a:lnTo>
                    <a:pt x="33" y="3"/>
                  </a:lnTo>
                  <a:lnTo>
                    <a:pt x="11" y="0"/>
                  </a:lnTo>
                  <a:lnTo>
                    <a:pt x="0" y="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4895B4D-21B8-D961-A13C-C39635DF4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" y="3405"/>
              <a:ext cx="85" cy="101"/>
            </a:xfrm>
            <a:custGeom>
              <a:avLst/>
              <a:gdLst>
                <a:gd name="T0" fmla="*/ 0 w 85"/>
                <a:gd name="T1" fmla="*/ 60 h 101"/>
                <a:gd name="T2" fmla="*/ 0 w 85"/>
                <a:gd name="T3" fmla="*/ 60 h 101"/>
                <a:gd name="T4" fmla="*/ 10 w 85"/>
                <a:gd name="T5" fmla="*/ 78 h 101"/>
                <a:gd name="T6" fmla="*/ 7 w 85"/>
                <a:gd name="T7" fmla="*/ 96 h 101"/>
                <a:gd name="T8" fmla="*/ 21 w 85"/>
                <a:gd name="T9" fmla="*/ 100 h 101"/>
                <a:gd name="T10" fmla="*/ 19 w 85"/>
                <a:gd name="T11" fmla="*/ 63 h 101"/>
                <a:gd name="T12" fmla="*/ 28 w 85"/>
                <a:gd name="T13" fmla="*/ 60 h 101"/>
                <a:gd name="T14" fmla="*/ 30 w 85"/>
                <a:gd name="T15" fmla="*/ 74 h 101"/>
                <a:gd name="T16" fmla="*/ 37 w 85"/>
                <a:gd name="T17" fmla="*/ 90 h 101"/>
                <a:gd name="T18" fmla="*/ 53 w 85"/>
                <a:gd name="T19" fmla="*/ 83 h 101"/>
                <a:gd name="T20" fmla="*/ 34 w 85"/>
                <a:gd name="T21" fmla="*/ 48 h 101"/>
                <a:gd name="T22" fmla="*/ 62 w 85"/>
                <a:gd name="T23" fmla="*/ 33 h 101"/>
                <a:gd name="T24" fmla="*/ 25 w 85"/>
                <a:gd name="T25" fmla="*/ 43 h 101"/>
                <a:gd name="T26" fmla="*/ 19 w 85"/>
                <a:gd name="T27" fmla="*/ 21 h 101"/>
                <a:gd name="T28" fmla="*/ 74 w 85"/>
                <a:gd name="T29" fmla="*/ 19 h 101"/>
                <a:gd name="T30" fmla="*/ 84 w 85"/>
                <a:gd name="T31" fmla="*/ 0 h 101"/>
                <a:gd name="T32" fmla="*/ 68 w 85"/>
                <a:gd name="T33" fmla="*/ 12 h 101"/>
                <a:gd name="T34" fmla="*/ 28 w 85"/>
                <a:gd name="T35" fmla="*/ 6 h 101"/>
                <a:gd name="T36" fmla="*/ 15 w 85"/>
                <a:gd name="T37" fmla="*/ 14 h 101"/>
                <a:gd name="T38" fmla="*/ 0 w 85"/>
                <a:gd name="T39" fmla="*/ 60 h 101"/>
                <a:gd name="T40" fmla="*/ 0 w 85"/>
                <a:gd name="T41" fmla="*/ 60 h 10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"/>
                <a:gd name="T64" fmla="*/ 0 h 101"/>
                <a:gd name="T65" fmla="*/ 85 w 85"/>
                <a:gd name="T66" fmla="*/ 101 h 10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" h="101">
                  <a:moveTo>
                    <a:pt x="0" y="60"/>
                  </a:moveTo>
                  <a:lnTo>
                    <a:pt x="0" y="60"/>
                  </a:lnTo>
                  <a:lnTo>
                    <a:pt x="10" y="78"/>
                  </a:lnTo>
                  <a:lnTo>
                    <a:pt x="7" y="96"/>
                  </a:lnTo>
                  <a:lnTo>
                    <a:pt x="21" y="100"/>
                  </a:lnTo>
                  <a:lnTo>
                    <a:pt x="19" y="63"/>
                  </a:lnTo>
                  <a:lnTo>
                    <a:pt x="28" y="60"/>
                  </a:lnTo>
                  <a:lnTo>
                    <a:pt x="30" y="74"/>
                  </a:lnTo>
                  <a:lnTo>
                    <a:pt x="37" y="90"/>
                  </a:lnTo>
                  <a:lnTo>
                    <a:pt x="53" y="83"/>
                  </a:lnTo>
                  <a:lnTo>
                    <a:pt x="34" y="48"/>
                  </a:lnTo>
                  <a:lnTo>
                    <a:pt x="62" y="33"/>
                  </a:lnTo>
                  <a:lnTo>
                    <a:pt x="25" y="43"/>
                  </a:lnTo>
                  <a:lnTo>
                    <a:pt x="19" y="21"/>
                  </a:lnTo>
                  <a:lnTo>
                    <a:pt x="74" y="19"/>
                  </a:lnTo>
                  <a:lnTo>
                    <a:pt x="84" y="0"/>
                  </a:lnTo>
                  <a:lnTo>
                    <a:pt x="68" y="12"/>
                  </a:lnTo>
                  <a:lnTo>
                    <a:pt x="28" y="6"/>
                  </a:lnTo>
                  <a:lnTo>
                    <a:pt x="15" y="14"/>
                  </a:lnTo>
                  <a:lnTo>
                    <a:pt x="0" y="6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60E507A3-7124-0167-0EF6-BB88A096A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9" y="3545"/>
              <a:ext cx="48" cy="26"/>
            </a:xfrm>
            <a:custGeom>
              <a:avLst/>
              <a:gdLst>
                <a:gd name="T0" fmla="*/ 0 w 48"/>
                <a:gd name="T1" fmla="*/ 15 h 26"/>
                <a:gd name="T2" fmla="*/ 0 w 48"/>
                <a:gd name="T3" fmla="*/ 15 h 26"/>
                <a:gd name="T4" fmla="*/ 2 w 48"/>
                <a:gd name="T5" fmla="*/ 25 h 26"/>
                <a:gd name="T6" fmla="*/ 47 w 48"/>
                <a:gd name="T7" fmla="*/ 0 h 26"/>
                <a:gd name="T8" fmla="*/ 14 w 48"/>
                <a:gd name="T9" fmla="*/ 7 h 26"/>
                <a:gd name="T10" fmla="*/ 0 w 48"/>
                <a:gd name="T11" fmla="*/ 15 h 26"/>
                <a:gd name="T12" fmla="*/ 0 w 48"/>
                <a:gd name="T13" fmla="*/ 1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26"/>
                <a:gd name="T23" fmla="*/ 48 w 48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26">
                  <a:moveTo>
                    <a:pt x="0" y="15"/>
                  </a:moveTo>
                  <a:lnTo>
                    <a:pt x="0" y="15"/>
                  </a:lnTo>
                  <a:lnTo>
                    <a:pt x="2" y="25"/>
                  </a:lnTo>
                  <a:lnTo>
                    <a:pt x="47" y="0"/>
                  </a:lnTo>
                  <a:lnTo>
                    <a:pt x="14" y="7"/>
                  </a:lnTo>
                  <a:lnTo>
                    <a:pt x="0" y="1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3E276F9-5C72-68BF-985B-279FE01D4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9" y="3400"/>
              <a:ext cx="17" cy="42"/>
            </a:xfrm>
            <a:custGeom>
              <a:avLst/>
              <a:gdLst>
                <a:gd name="T0" fmla="*/ 0 w 17"/>
                <a:gd name="T1" fmla="*/ 14 h 42"/>
                <a:gd name="T2" fmla="*/ 0 w 17"/>
                <a:gd name="T3" fmla="*/ 14 h 42"/>
                <a:gd name="T4" fmla="*/ 3 w 17"/>
                <a:gd name="T5" fmla="*/ 33 h 42"/>
                <a:gd name="T6" fmla="*/ 13 w 17"/>
                <a:gd name="T7" fmla="*/ 41 h 42"/>
                <a:gd name="T8" fmla="*/ 7 w 17"/>
                <a:gd name="T9" fmla="*/ 24 h 42"/>
                <a:gd name="T10" fmla="*/ 16 w 17"/>
                <a:gd name="T11" fmla="*/ 21 h 42"/>
                <a:gd name="T12" fmla="*/ 15 w 17"/>
                <a:gd name="T13" fmla="*/ 8 h 42"/>
                <a:gd name="T14" fmla="*/ 3 w 17"/>
                <a:gd name="T15" fmla="*/ 17 h 42"/>
                <a:gd name="T16" fmla="*/ 8 w 17"/>
                <a:gd name="T17" fmla="*/ 0 h 42"/>
                <a:gd name="T18" fmla="*/ 0 w 17"/>
                <a:gd name="T19" fmla="*/ 14 h 42"/>
                <a:gd name="T20" fmla="*/ 0 w 17"/>
                <a:gd name="T21" fmla="*/ 14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42"/>
                <a:gd name="T35" fmla="*/ 17 w 17"/>
                <a:gd name="T36" fmla="*/ 42 h 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42">
                  <a:moveTo>
                    <a:pt x="0" y="14"/>
                  </a:moveTo>
                  <a:lnTo>
                    <a:pt x="0" y="14"/>
                  </a:lnTo>
                  <a:lnTo>
                    <a:pt x="3" y="33"/>
                  </a:lnTo>
                  <a:lnTo>
                    <a:pt x="13" y="41"/>
                  </a:lnTo>
                  <a:lnTo>
                    <a:pt x="7" y="24"/>
                  </a:lnTo>
                  <a:lnTo>
                    <a:pt x="16" y="21"/>
                  </a:lnTo>
                  <a:lnTo>
                    <a:pt x="15" y="8"/>
                  </a:lnTo>
                  <a:lnTo>
                    <a:pt x="3" y="17"/>
                  </a:lnTo>
                  <a:lnTo>
                    <a:pt x="8" y="0"/>
                  </a:lnTo>
                  <a:lnTo>
                    <a:pt x="0" y="1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7AF4AF4D-28D4-C6F2-28BA-FD6955954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3466"/>
              <a:ext cx="40" cy="14"/>
            </a:xfrm>
            <a:custGeom>
              <a:avLst/>
              <a:gdLst>
                <a:gd name="T0" fmla="*/ 0 w 40"/>
                <a:gd name="T1" fmla="*/ 5 h 14"/>
                <a:gd name="T2" fmla="*/ 0 w 40"/>
                <a:gd name="T3" fmla="*/ 5 h 14"/>
                <a:gd name="T4" fmla="*/ 22 w 40"/>
                <a:gd name="T5" fmla="*/ 0 h 14"/>
                <a:gd name="T6" fmla="*/ 39 w 40"/>
                <a:gd name="T7" fmla="*/ 13 h 14"/>
                <a:gd name="T8" fmla="*/ 0 w 40"/>
                <a:gd name="T9" fmla="*/ 5 h 14"/>
                <a:gd name="T10" fmla="*/ 0 w 40"/>
                <a:gd name="T11" fmla="*/ 5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14"/>
                <a:gd name="T20" fmla="*/ 40 w 4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14">
                  <a:moveTo>
                    <a:pt x="0" y="5"/>
                  </a:moveTo>
                  <a:lnTo>
                    <a:pt x="0" y="5"/>
                  </a:lnTo>
                  <a:lnTo>
                    <a:pt x="22" y="0"/>
                  </a:lnTo>
                  <a:lnTo>
                    <a:pt x="39" y="13"/>
                  </a:lnTo>
                  <a:lnTo>
                    <a:pt x="0" y="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0DBF46BE-42A0-333D-1481-12BF1D138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" y="3434"/>
              <a:ext cx="144" cy="119"/>
            </a:xfrm>
            <a:custGeom>
              <a:avLst/>
              <a:gdLst>
                <a:gd name="T0" fmla="*/ 0 w 144"/>
                <a:gd name="T1" fmla="*/ 15 h 119"/>
                <a:gd name="T2" fmla="*/ 0 w 144"/>
                <a:gd name="T3" fmla="*/ 15 h 119"/>
                <a:gd name="T4" fmla="*/ 21 w 144"/>
                <a:gd name="T5" fmla="*/ 26 h 119"/>
                <a:gd name="T6" fmla="*/ 42 w 144"/>
                <a:gd name="T7" fmla="*/ 23 h 119"/>
                <a:gd name="T8" fmla="*/ 16 w 144"/>
                <a:gd name="T9" fmla="*/ 32 h 119"/>
                <a:gd name="T10" fmla="*/ 28 w 144"/>
                <a:gd name="T11" fmla="*/ 51 h 119"/>
                <a:gd name="T12" fmla="*/ 41 w 144"/>
                <a:gd name="T13" fmla="*/ 35 h 119"/>
                <a:gd name="T14" fmla="*/ 49 w 144"/>
                <a:gd name="T15" fmla="*/ 51 h 119"/>
                <a:gd name="T16" fmla="*/ 100 w 144"/>
                <a:gd name="T17" fmla="*/ 69 h 119"/>
                <a:gd name="T18" fmla="*/ 113 w 144"/>
                <a:gd name="T19" fmla="*/ 98 h 119"/>
                <a:gd name="T20" fmla="*/ 103 w 144"/>
                <a:gd name="T21" fmla="*/ 97 h 119"/>
                <a:gd name="T22" fmla="*/ 95 w 144"/>
                <a:gd name="T23" fmla="*/ 110 h 119"/>
                <a:gd name="T24" fmla="*/ 126 w 144"/>
                <a:gd name="T25" fmla="*/ 104 h 119"/>
                <a:gd name="T26" fmla="*/ 143 w 144"/>
                <a:gd name="T27" fmla="*/ 118 h 119"/>
                <a:gd name="T28" fmla="*/ 141 w 144"/>
                <a:gd name="T29" fmla="*/ 30 h 119"/>
                <a:gd name="T30" fmla="*/ 97 w 144"/>
                <a:gd name="T31" fmla="*/ 15 h 119"/>
                <a:gd name="T32" fmla="*/ 61 w 144"/>
                <a:gd name="T33" fmla="*/ 41 h 119"/>
                <a:gd name="T34" fmla="*/ 47 w 144"/>
                <a:gd name="T35" fmla="*/ 27 h 119"/>
                <a:gd name="T36" fmla="*/ 43 w 144"/>
                <a:gd name="T37" fmla="*/ 6 h 119"/>
                <a:gd name="T38" fmla="*/ 21 w 144"/>
                <a:gd name="T39" fmla="*/ 0 h 119"/>
                <a:gd name="T40" fmla="*/ 0 w 144"/>
                <a:gd name="T41" fmla="*/ 15 h 119"/>
                <a:gd name="T42" fmla="*/ 0 w 144"/>
                <a:gd name="T43" fmla="*/ 15 h 11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19"/>
                <a:gd name="T68" fmla="*/ 144 w 144"/>
                <a:gd name="T69" fmla="*/ 119 h 11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19">
                  <a:moveTo>
                    <a:pt x="0" y="15"/>
                  </a:moveTo>
                  <a:lnTo>
                    <a:pt x="0" y="15"/>
                  </a:lnTo>
                  <a:lnTo>
                    <a:pt x="21" y="26"/>
                  </a:lnTo>
                  <a:lnTo>
                    <a:pt x="42" y="23"/>
                  </a:lnTo>
                  <a:lnTo>
                    <a:pt x="16" y="32"/>
                  </a:lnTo>
                  <a:lnTo>
                    <a:pt x="28" y="51"/>
                  </a:lnTo>
                  <a:lnTo>
                    <a:pt x="41" y="35"/>
                  </a:lnTo>
                  <a:lnTo>
                    <a:pt x="49" y="51"/>
                  </a:lnTo>
                  <a:lnTo>
                    <a:pt x="100" y="69"/>
                  </a:lnTo>
                  <a:lnTo>
                    <a:pt x="113" y="98"/>
                  </a:lnTo>
                  <a:lnTo>
                    <a:pt x="103" y="97"/>
                  </a:lnTo>
                  <a:lnTo>
                    <a:pt x="95" y="110"/>
                  </a:lnTo>
                  <a:lnTo>
                    <a:pt x="126" y="104"/>
                  </a:lnTo>
                  <a:lnTo>
                    <a:pt x="143" y="118"/>
                  </a:lnTo>
                  <a:lnTo>
                    <a:pt x="141" y="30"/>
                  </a:lnTo>
                  <a:lnTo>
                    <a:pt x="97" y="15"/>
                  </a:lnTo>
                  <a:lnTo>
                    <a:pt x="61" y="41"/>
                  </a:lnTo>
                  <a:lnTo>
                    <a:pt x="47" y="27"/>
                  </a:lnTo>
                  <a:lnTo>
                    <a:pt x="43" y="6"/>
                  </a:lnTo>
                  <a:lnTo>
                    <a:pt x="21" y="0"/>
                  </a:lnTo>
                  <a:lnTo>
                    <a:pt x="0" y="1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68379DB9-1D23-4A7E-956A-035E9E33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3526"/>
              <a:ext cx="7" cy="11"/>
            </a:xfrm>
            <a:custGeom>
              <a:avLst/>
              <a:gdLst>
                <a:gd name="T0" fmla="*/ 0 w 7"/>
                <a:gd name="T1" fmla="*/ 10 h 11"/>
                <a:gd name="T2" fmla="*/ 0 w 7"/>
                <a:gd name="T3" fmla="*/ 10 h 11"/>
                <a:gd name="T4" fmla="*/ 3 w 7"/>
                <a:gd name="T5" fmla="*/ 0 h 11"/>
                <a:gd name="T6" fmla="*/ 6 w 7"/>
                <a:gd name="T7" fmla="*/ 6 h 11"/>
                <a:gd name="T8" fmla="*/ 0 w 7"/>
                <a:gd name="T9" fmla="*/ 10 h 11"/>
                <a:gd name="T10" fmla="*/ 0 w 7"/>
                <a:gd name="T11" fmla="*/ 1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"/>
                <a:gd name="T19" fmla="*/ 0 h 11"/>
                <a:gd name="T20" fmla="*/ 7 w 7"/>
                <a:gd name="T21" fmla="*/ 11 h 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" h="11">
                  <a:moveTo>
                    <a:pt x="0" y="10"/>
                  </a:moveTo>
                  <a:lnTo>
                    <a:pt x="0" y="10"/>
                  </a:lnTo>
                  <a:lnTo>
                    <a:pt x="3" y="0"/>
                  </a:lnTo>
                  <a:lnTo>
                    <a:pt x="6" y="6"/>
                  </a:lnTo>
                  <a:lnTo>
                    <a:pt x="0" y="1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Freeform 599">
            <a:extLst>
              <a:ext uri="{FF2B5EF4-FFF2-40B4-BE49-F238E27FC236}">
                <a16:creationId xmlns:a16="http://schemas.microsoft.com/office/drawing/2014/main" id="{359FAC09-0983-8858-7A99-06E260F3D9C0}"/>
              </a:ext>
            </a:extLst>
          </p:cNvPr>
          <p:cNvSpPr>
            <a:spLocks/>
          </p:cNvSpPr>
          <p:nvPr/>
        </p:nvSpPr>
        <p:spPr bwMode="auto">
          <a:xfrm>
            <a:off x="4998772" y="4759147"/>
            <a:ext cx="223381" cy="154135"/>
          </a:xfrm>
          <a:custGeom>
            <a:avLst/>
            <a:gdLst>
              <a:gd name="T0" fmla="*/ 0 w 194"/>
              <a:gd name="T1" fmla="*/ 111880299 h 139"/>
              <a:gd name="T2" fmla="*/ 0 w 194"/>
              <a:gd name="T3" fmla="*/ 111880299 h 139"/>
              <a:gd name="T4" fmla="*/ 3134995 w 194"/>
              <a:gd name="T5" fmla="*/ 172905343 h 139"/>
              <a:gd name="T6" fmla="*/ 25079963 w 194"/>
              <a:gd name="T7" fmla="*/ 191552270 h 139"/>
              <a:gd name="T8" fmla="*/ 6269991 w 194"/>
              <a:gd name="T9" fmla="*/ 222064121 h 139"/>
              <a:gd name="T10" fmla="*/ 40754933 w 194"/>
              <a:gd name="T11" fmla="*/ 233930347 h 139"/>
              <a:gd name="T12" fmla="*/ 119129815 w 194"/>
              <a:gd name="T13" fmla="*/ 222064121 h 139"/>
              <a:gd name="T14" fmla="*/ 133237289 w 194"/>
              <a:gd name="T15" fmla="*/ 188161920 h 139"/>
              <a:gd name="T16" fmla="*/ 186530976 w 194"/>
              <a:gd name="T17" fmla="*/ 169514952 h 139"/>
              <a:gd name="T18" fmla="*/ 191233467 w 194"/>
              <a:gd name="T19" fmla="*/ 140696975 h 139"/>
              <a:gd name="T20" fmla="*/ 210043431 w 194"/>
              <a:gd name="T21" fmla="*/ 133916274 h 139"/>
              <a:gd name="T22" fmla="*/ 202205946 w 194"/>
              <a:gd name="T23" fmla="*/ 118659698 h 139"/>
              <a:gd name="T24" fmla="*/ 221015911 w 194"/>
              <a:gd name="T25" fmla="*/ 116965824 h 139"/>
              <a:gd name="T26" fmla="*/ 235123384 w 194"/>
              <a:gd name="T27" fmla="*/ 88147847 h 139"/>
              <a:gd name="T28" fmla="*/ 228853396 w 194"/>
              <a:gd name="T29" fmla="*/ 59329849 h 139"/>
              <a:gd name="T30" fmla="*/ 300958260 w 194"/>
              <a:gd name="T31" fmla="*/ 38989039 h 139"/>
              <a:gd name="T32" fmla="*/ 302525758 w 194"/>
              <a:gd name="T33" fmla="*/ 32208338 h 139"/>
              <a:gd name="T34" fmla="*/ 275878308 w 194"/>
              <a:gd name="T35" fmla="*/ 27122813 h 139"/>
              <a:gd name="T36" fmla="*/ 238258378 w 194"/>
              <a:gd name="T37" fmla="*/ 47463623 h 139"/>
              <a:gd name="T38" fmla="*/ 219448414 w 194"/>
              <a:gd name="T39" fmla="*/ 0 h 139"/>
              <a:gd name="T40" fmla="*/ 188098473 w 194"/>
              <a:gd name="T41" fmla="*/ 35598688 h 139"/>
              <a:gd name="T42" fmla="*/ 94049862 w 194"/>
              <a:gd name="T43" fmla="*/ 32208338 h 139"/>
              <a:gd name="T44" fmla="*/ 47024931 w 194"/>
              <a:gd name="T45" fmla="*/ 86452672 h 139"/>
              <a:gd name="T46" fmla="*/ 14107478 w 194"/>
              <a:gd name="T47" fmla="*/ 69500900 h 139"/>
              <a:gd name="T48" fmla="*/ 0 w 194"/>
              <a:gd name="T49" fmla="*/ 111880299 h 139"/>
              <a:gd name="T50" fmla="*/ 0 w 194"/>
              <a:gd name="T51" fmla="*/ 111880299 h 13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94"/>
              <a:gd name="T79" fmla="*/ 0 h 139"/>
              <a:gd name="T80" fmla="*/ 194 w 194"/>
              <a:gd name="T81" fmla="*/ 139 h 139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94" h="139">
                <a:moveTo>
                  <a:pt x="0" y="66"/>
                </a:moveTo>
                <a:lnTo>
                  <a:pt x="0" y="66"/>
                </a:lnTo>
                <a:lnTo>
                  <a:pt x="2" y="102"/>
                </a:lnTo>
                <a:lnTo>
                  <a:pt x="16" y="113"/>
                </a:lnTo>
                <a:lnTo>
                  <a:pt x="4" y="131"/>
                </a:lnTo>
                <a:lnTo>
                  <a:pt x="26" y="138"/>
                </a:lnTo>
                <a:lnTo>
                  <a:pt x="76" y="131"/>
                </a:lnTo>
                <a:lnTo>
                  <a:pt x="85" y="111"/>
                </a:lnTo>
                <a:lnTo>
                  <a:pt x="119" y="100"/>
                </a:lnTo>
                <a:lnTo>
                  <a:pt x="122" y="83"/>
                </a:lnTo>
                <a:lnTo>
                  <a:pt x="134" y="79"/>
                </a:lnTo>
                <a:lnTo>
                  <a:pt x="129" y="70"/>
                </a:lnTo>
                <a:lnTo>
                  <a:pt x="141" y="69"/>
                </a:lnTo>
                <a:lnTo>
                  <a:pt x="150" y="52"/>
                </a:lnTo>
                <a:lnTo>
                  <a:pt x="146" y="35"/>
                </a:lnTo>
                <a:lnTo>
                  <a:pt x="192" y="23"/>
                </a:lnTo>
                <a:lnTo>
                  <a:pt x="193" y="19"/>
                </a:lnTo>
                <a:lnTo>
                  <a:pt x="176" y="16"/>
                </a:lnTo>
                <a:lnTo>
                  <a:pt x="152" y="28"/>
                </a:lnTo>
                <a:lnTo>
                  <a:pt x="140" y="0"/>
                </a:lnTo>
                <a:lnTo>
                  <a:pt x="120" y="21"/>
                </a:lnTo>
                <a:lnTo>
                  <a:pt x="60" y="19"/>
                </a:lnTo>
                <a:lnTo>
                  <a:pt x="30" y="51"/>
                </a:lnTo>
                <a:lnTo>
                  <a:pt x="9" y="41"/>
                </a:lnTo>
                <a:lnTo>
                  <a:pt x="0" y="6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B98620B0-3B82-51D5-7559-BED04A04E0FE}"/>
              </a:ext>
            </a:extLst>
          </p:cNvPr>
          <p:cNvGrpSpPr>
            <a:grpSpLocks/>
          </p:cNvGrpSpPr>
          <p:nvPr/>
        </p:nvGrpSpPr>
        <p:grpSpPr bwMode="auto">
          <a:xfrm>
            <a:off x="5820759" y="5531160"/>
            <a:ext cx="635106" cy="539470"/>
            <a:chOff x="4623" y="3575"/>
            <a:chExt cx="552" cy="485"/>
          </a:xfrm>
          <a:solidFill>
            <a:schemeClr val="accent2"/>
          </a:solidFill>
        </p:grpSpPr>
        <p:sp>
          <p:nvSpPr>
            <p:cNvPr id="33" name="Freeform 610">
              <a:extLst>
                <a:ext uri="{FF2B5EF4-FFF2-40B4-BE49-F238E27FC236}">
                  <a16:creationId xmlns:a16="http://schemas.microsoft.com/office/drawing/2014/main" id="{CBBD30F7-F39E-2932-B271-73926A8D4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" y="3575"/>
              <a:ext cx="552" cy="414"/>
            </a:xfrm>
            <a:custGeom>
              <a:avLst/>
              <a:gdLst>
                <a:gd name="T0" fmla="*/ 0 w 552"/>
                <a:gd name="T1" fmla="*/ 218 h 414"/>
                <a:gd name="T2" fmla="*/ 4 w 552"/>
                <a:gd name="T3" fmla="*/ 209 h 414"/>
                <a:gd name="T4" fmla="*/ 3 w 552"/>
                <a:gd name="T5" fmla="*/ 192 h 414"/>
                <a:gd name="T6" fmla="*/ 14 w 552"/>
                <a:gd name="T7" fmla="*/ 165 h 414"/>
                <a:gd name="T8" fmla="*/ 106 w 552"/>
                <a:gd name="T9" fmla="*/ 123 h 414"/>
                <a:gd name="T10" fmla="*/ 125 w 552"/>
                <a:gd name="T11" fmla="*/ 88 h 414"/>
                <a:gd name="T12" fmla="*/ 141 w 552"/>
                <a:gd name="T13" fmla="*/ 94 h 414"/>
                <a:gd name="T14" fmla="*/ 154 w 552"/>
                <a:gd name="T15" fmla="*/ 80 h 414"/>
                <a:gd name="T16" fmla="*/ 175 w 552"/>
                <a:gd name="T17" fmla="*/ 46 h 414"/>
                <a:gd name="T18" fmla="*/ 202 w 552"/>
                <a:gd name="T19" fmla="*/ 68 h 414"/>
                <a:gd name="T20" fmla="*/ 226 w 552"/>
                <a:gd name="T21" fmla="*/ 63 h 414"/>
                <a:gd name="T22" fmla="*/ 233 w 552"/>
                <a:gd name="T23" fmla="*/ 28 h 414"/>
                <a:gd name="T24" fmla="*/ 257 w 552"/>
                <a:gd name="T25" fmla="*/ 6 h 414"/>
                <a:gd name="T26" fmla="*/ 306 w 552"/>
                <a:gd name="T27" fmla="*/ 59 h 414"/>
                <a:gd name="T28" fmla="*/ 384 w 552"/>
                <a:gd name="T29" fmla="*/ 82 h 414"/>
                <a:gd name="T30" fmla="*/ 405 w 552"/>
                <a:gd name="T31" fmla="*/ 0 h 414"/>
                <a:gd name="T32" fmla="*/ 440 w 552"/>
                <a:gd name="T33" fmla="*/ 59 h 414"/>
                <a:gd name="T34" fmla="*/ 488 w 552"/>
                <a:gd name="T35" fmla="*/ 133 h 414"/>
                <a:gd name="T36" fmla="*/ 512 w 552"/>
                <a:gd name="T37" fmla="*/ 163 h 414"/>
                <a:gd name="T38" fmla="*/ 543 w 552"/>
                <a:gd name="T39" fmla="*/ 204 h 414"/>
                <a:gd name="T40" fmla="*/ 545 w 552"/>
                <a:gd name="T41" fmla="*/ 290 h 414"/>
                <a:gd name="T42" fmla="*/ 503 w 552"/>
                <a:gd name="T43" fmla="*/ 388 h 414"/>
                <a:gd name="T44" fmla="*/ 453 w 552"/>
                <a:gd name="T45" fmla="*/ 406 h 414"/>
                <a:gd name="T46" fmla="*/ 435 w 552"/>
                <a:gd name="T47" fmla="*/ 392 h 414"/>
                <a:gd name="T48" fmla="*/ 387 w 552"/>
                <a:gd name="T49" fmla="*/ 401 h 414"/>
                <a:gd name="T50" fmla="*/ 357 w 552"/>
                <a:gd name="T51" fmla="*/ 354 h 414"/>
                <a:gd name="T52" fmla="*/ 341 w 552"/>
                <a:gd name="T53" fmla="*/ 337 h 414"/>
                <a:gd name="T54" fmla="*/ 324 w 552"/>
                <a:gd name="T55" fmla="*/ 352 h 414"/>
                <a:gd name="T56" fmla="*/ 312 w 552"/>
                <a:gd name="T57" fmla="*/ 349 h 414"/>
                <a:gd name="T58" fmla="*/ 288 w 552"/>
                <a:gd name="T59" fmla="*/ 312 h 414"/>
                <a:gd name="T60" fmla="*/ 175 w 552"/>
                <a:gd name="T61" fmla="*/ 308 h 414"/>
                <a:gd name="T62" fmla="*/ 94 w 552"/>
                <a:gd name="T63" fmla="*/ 331 h 414"/>
                <a:gd name="T64" fmla="*/ 27 w 552"/>
                <a:gd name="T65" fmla="*/ 337 h 414"/>
                <a:gd name="T66" fmla="*/ 0 w 552"/>
                <a:gd name="T67" fmla="*/ 218 h 41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2"/>
                <a:gd name="T103" fmla="*/ 0 h 414"/>
                <a:gd name="T104" fmla="*/ 552 w 552"/>
                <a:gd name="T105" fmla="*/ 414 h 41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2" h="414">
                  <a:moveTo>
                    <a:pt x="0" y="218"/>
                  </a:moveTo>
                  <a:lnTo>
                    <a:pt x="0" y="218"/>
                  </a:lnTo>
                  <a:lnTo>
                    <a:pt x="9" y="221"/>
                  </a:lnTo>
                  <a:lnTo>
                    <a:pt x="4" y="209"/>
                  </a:lnTo>
                  <a:lnTo>
                    <a:pt x="15" y="215"/>
                  </a:lnTo>
                  <a:lnTo>
                    <a:pt x="3" y="192"/>
                  </a:lnTo>
                  <a:lnTo>
                    <a:pt x="11" y="155"/>
                  </a:lnTo>
                  <a:lnTo>
                    <a:pt x="14" y="165"/>
                  </a:lnTo>
                  <a:lnTo>
                    <a:pt x="48" y="136"/>
                  </a:lnTo>
                  <a:lnTo>
                    <a:pt x="106" y="123"/>
                  </a:lnTo>
                  <a:lnTo>
                    <a:pt x="125" y="101"/>
                  </a:lnTo>
                  <a:lnTo>
                    <a:pt x="125" y="88"/>
                  </a:lnTo>
                  <a:lnTo>
                    <a:pt x="133" y="78"/>
                  </a:lnTo>
                  <a:lnTo>
                    <a:pt x="141" y="94"/>
                  </a:lnTo>
                  <a:lnTo>
                    <a:pt x="141" y="76"/>
                  </a:lnTo>
                  <a:lnTo>
                    <a:pt x="154" y="80"/>
                  </a:lnTo>
                  <a:lnTo>
                    <a:pt x="155" y="67"/>
                  </a:lnTo>
                  <a:lnTo>
                    <a:pt x="175" y="46"/>
                  </a:lnTo>
                  <a:lnTo>
                    <a:pt x="197" y="48"/>
                  </a:lnTo>
                  <a:lnTo>
                    <a:pt x="202" y="68"/>
                  </a:lnTo>
                  <a:lnTo>
                    <a:pt x="210" y="56"/>
                  </a:lnTo>
                  <a:lnTo>
                    <a:pt x="226" y="63"/>
                  </a:lnTo>
                  <a:lnTo>
                    <a:pt x="220" y="49"/>
                  </a:lnTo>
                  <a:lnTo>
                    <a:pt x="233" y="28"/>
                  </a:lnTo>
                  <a:lnTo>
                    <a:pt x="265" y="20"/>
                  </a:lnTo>
                  <a:lnTo>
                    <a:pt x="257" y="6"/>
                  </a:lnTo>
                  <a:lnTo>
                    <a:pt x="319" y="23"/>
                  </a:lnTo>
                  <a:lnTo>
                    <a:pt x="306" y="59"/>
                  </a:lnTo>
                  <a:lnTo>
                    <a:pt x="368" y="97"/>
                  </a:lnTo>
                  <a:lnTo>
                    <a:pt x="384" y="82"/>
                  </a:lnTo>
                  <a:lnTo>
                    <a:pt x="390" y="19"/>
                  </a:lnTo>
                  <a:lnTo>
                    <a:pt x="405" y="0"/>
                  </a:lnTo>
                  <a:lnTo>
                    <a:pt x="418" y="49"/>
                  </a:lnTo>
                  <a:lnTo>
                    <a:pt x="440" y="59"/>
                  </a:lnTo>
                  <a:lnTo>
                    <a:pt x="454" y="115"/>
                  </a:lnTo>
                  <a:lnTo>
                    <a:pt x="488" y="133"/>
                  </a:lnTo>
                  <a:lnTo>
                    <a:pt x="499" y="165"/>
                  </a:lnTo>
                  <a:lnTo>
                    <a:pt x="512" y="163"/>
                  </a:lnTo>
                  <a:lnTo>
                    <a:pt x="515" y="179"/>
                  </a:lnTo>
                  <a:lnTo>
                    <a:pt x="543" y="204"/>
                  </a:lnTo>
                  <a:lnTo>
                    <a:pt x="551" y="247"/>
                  </a:lnTo>
                  <a:lnTo>
                    <a:pt x="545" y="290"/>
                  </a:lnTo>
                  <a:lnTo>
                    <a:pt x="521" y="326"/>
                  </a:lnTo>
                  <a:lnTo>
                    <a:pt x="503" y="388"/>
                  </a:lnTo>
                  <a:lnTo>
                    <a:pt x="472" y="395"/>
                  </a:lnTo>
                  <a:lnTo>
                    <a:pt x="453" y="406"/>
                  </a:lnTo>
                  <a:lnTo>
                    <a:pt x="454" y="413"/>
                  </a:lnTo>
                  <a:lnTo>
                    <a:pt x="435" y="392"/>
                  </a:lnTo>
                  <a:lnTo>
                    <a:pt x="413" y="408"/>
                  </a:lnTo>
                  <a:lnTo>
                    <a:pt x="387" y="401"/>
                  </a:lnTo>
                  <a:lnTo>
                    <a:pt x="367" y="386"/>
                  </a:lnTo>
                  <a:lnTo>
                    <a:pt x="357" y="354"/>
                  </a:lnTo>
                  <a:lnTo>
                    <a:pt x="341" y="358"/>
                  </a:lnTo>
                  <a:lnTo>
                    <a:pt x="341" y="337"/>
                  </a:lnTo>
                  <a:lnTo>
                    <a:pt x="336" y="351"/>
                  </a:lnTo>
                  <a:lnTo>
                    <a:pt x="324" y="352"/>
                  </a:lnTo>
                  <a:lnTo>
                    <a:pt x="336" y="311"/>
                  </a:lnTo>
                  <a:lnTo>
                    <a:pt x="312" y="349"/>
                  </a:lnTo>
                  <a:lnTo>
                    <a:pt x="301" y="341"/>
                  </a:lnTo>
                  <a:lnTo>
                    <a:pt x="288" y="312"/>
                  </a:lnTo>
                  <a:lnTo>
                    <a:pt x="248" y="295"/>
                  </a:lnTo>
                  <a:lnTo>
                    <a:pt x="175" y="308"/>
                  </a:lnTo>
                  <a:lnTo>
                    <a:pt x="144" y="330"/>
                  </a:lnTo>
                  <a:lnTo>
                    <a:pt x="94" y="331"/>
                  </a:lnTo>
                  <a:lnTo>
                    <a:pt x="65" y="350"/>
                  </a:lnTo>
                  <a:lnTo>
                    <a:pt x="27" y="337"/>
                  </a:lnTo>
                  <a:lnTo>
                    <a:pt x="35" y="297"/>
                  </a:lnTo>
                  <a:lnTo>
                    <a:pt x="0" y="21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 611">
              <a:extLst>
                <a:ext uri="{FF2B5EF4-FFF2-40B4-BE49-F238E27FC236}">
                  <a16:creationId xmlns:a16="http://schemas.microsoft.com/office/drawing/2014/main" id="{311FFAFE-C125-8FF0-8812-96B3C0225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5" y="4012"/>
              <a:ext cx="49" cy="48"/>
            </a:xfrm>
            <a:custGeom>
              <a:avLst/>
              <a:gdLst>
                <a:gd name="T0" fmla="*/ 0 w 49"/>
                <a:gd name="T1" fmla="*/ 8 h 48"/>
                <a:gd name="T2" fmla="*/ 0 w 49"/>
                <a:gd name="T3" fmla="*/ 8 h 48"/>
                <a:gd name="T4" fmla="*/ 1 w 49"/>
                <a:gd name="T5" fmla="*/ 0 h 48"/>
                <a:gd name="T6" fmla="*/ 25 w 49"/>
                <a:gd name="T7" fmla="*/ 7 h 48"/>
                <a:gd name="T8" fmla="*/ 44 w 49"/>
                <a:gd name="T9" fmla="*/ 1 h 48"/>
                <a:gd name="T10" fmla="*/ 48 w 49"/>
                <a:gd name="T11" fmla="*/ 13 h 48"/>
                <a:gd name="T12" fmla="*/ 48 w 49"/>
                <a:gd name="T13" fmla="*/ 27 h 48"/>
                <a:gd name="T14" fmla="*/ 30 w 49"/>
                <a:gd name="T15" fmla="*/ 47 h 48"/>
                <a:gd name="T16" fmla="*/ 18 w 49"/>
                <a:gd name="T17" fmla="*/ 46 h 48"/>
                <a:gd name="T18" fmla="*/ 0 w 49"/>
                <a:gd name="T19" fmla="*/ 8 h 48"/>
                <a:gd name="T20" fmla="*/ 0 w 49"/>
                <a:gd name="T21" fmla="*/ 8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9"/>
                <a:gd name="T34" fmla="*/ 0 h 48"/>
                <a:gd name="T35" fmla="*/ 49 w 49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9" h="48">
                  <a:moveTo>
                    <a:pt x="0" y="8"/>
                  </a:moveTo>
                  <a:lnTo>
                    <a:pt x="0" y="8"/>
                  </a:lnTo>
                  <a:lnTo>
                    <a:pt x="1" y="0"/>
                  </a:lnTo>
                  <a:lnTo>
                    <a:pt x="25" y="7"/>
                  </a:lnTo>
                  <a:lnTo>
                    <a:pt x="44" y="1"/>
                  </a:lnTo>
                  <a:lnTo>
                    <a:pt x="48" y="13"/>
                  </a:lnTo>
                  <a:lnTo>
                    <a:pt x="48" y="27"/>
                  </a:lnTo>
                  <a:lnTo>
                    <a:pt x="30" y="47"/>
                  </a:lnTo>
                  <a:lnTo>
                    <a:pt x="18" y="46"/>
                  </a:lnTo>
                  <a:lnTo>
                    <a:pt x="0" y="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Freeform 612">
            <a:extLst>
              <a:ext uri="{FF2B5EF4-FFF2-40B4-BE49-F238E27FC236}">
                <a16:creationId xmlns:a16="http://schemas.microsoft.com/office/drawing/2014/main" id="{15329A0D-6D78-86BA-FB85-F6E3191B32E8}"/>
              </a:ext>
            </a:extLst>
          </p:cNvPr>
          <p:cNvSpPr>
            <a:spLocks/>
          </p:cNvSpPr>
          <p:nvPr/>
        </p:nvSpPr>
        <p:spPr bwMode="auto">
          <a:xfrm>
            <a:off x="5426555" y="4959251"/>
            <a:ext cx="75921" cy="91940"/>
          </a:xfrm>
          <a:custGeom>
            <a:avLst/>
            <a:gdLst>
              <a:gd name="T0" fmla="*/ 0 w 66"/>
              <a:gd name="T1" fmla="*/ 43327448 h 82"/>
              <a:gd name="T2" fmla="*/ 0 w 66"/>
              <a:gd name="T3" fmla="*/ 43327448 h 82"/>
              <a:gd name="T4" fmla="*/ 14079776 w 66"/>
              <a:gd name="T5" fmla="*/ 57191119 h 82"/>
              <a:gd name="T6" fmla="*/ 21902016 w 66"/>
              <a:gd name="T7" fmla="*/ 123048514 h 82"/>
              <a:gd name="T8" fmla="*/ 46932174 w 66"/>
              <a:gd name="T9" fmla="*/ 117849802 h 82"/>
              <a:gd name="T10" fmla="*/ 62575392 w 66"/>
              <a:gd name="T11" fmla="*/ 90119827 h 82"/>
              <a:gd name="T12" fmla="*/ 79784558 w 66"/>
              <a:gd name="T13" fmla="*/ 97052321 h 82"/>
              <a:gd name="T14" fmla="*/ 92299652 w 66"/>
              <a:gd name="T15" fmla="*/ 140379749 h 82"/>
              <a:gd name="T16" fmla="*/ 101685332 w 66"/>
              <a:gd name="T17" fmla="*/ 116116020 h 82"/>
              <a:gd name="T18" fmla="*/ 90734955 w 66"/>
              <a:gd name="T19" fmla="*/ 69323642 h 82"/>
              <a:gd name="T20" fmla="*/ 79784558 w 66"/>
              <a:gd name="T21" fmla="*/ 86653580 h 82"/>
              <a:gd name="T22" fmla="*/ 67269483 w 66"/>
              <a:gd name="T23" fmla="*/ 65857395 h 82"/>
              <a:gd name="T24" fmla="*/ 92299652 w 66"/>
              <a:gd name="T25" fmla="*/ 36394944 h 82"/>
              <a:gd name="T26" fmla="*/ 43802780 w 66"/>
              <a:gd name="T27" fmla="*/ 32928697 h 82"/>
              <a:gd name="T28" fmla="*/ 12515079 w 66"/>
              <a:gd name="T29" fmla="*/ 0 h 82"/>
              <a:gd name="T30" fmla="*/ 3129395 w 66"/>
              <a:gd name="T31" fmla="*/ 19063705 h 82"/>
              <a:gd name="T32" fmla="*/ 14079776 w 66"/>
              <a:gd name="T33" fmla="*/ 32928697 h 82"/>
              <a:gd name="T34" fmla="*/ 0 w 66"/>
              <a:gd name="T35" fmla="*/ 43327448 h 82"/>
              <a:gd name="T36" fmla="*/ 0 w 66"/>
              <a:gd name="T37" fmla="*/ 43327448 h 8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6"/>
              <a:gd name="T58" fmla="*/ 0 h 82"/>
              <a:gd name="T59" fmla="*/ 66 w 66"/>
              <a:gd name="T60" fmla="*/ 82 h 8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6" h="82">
                <a:moveTo>
                  <a:pt x="0" y="25"/>
                </a:moveTo>
                <a:lnTo>
                  <a:pt x="0" y="25"/>
                </a:lnTo>
                <a:lnTo>
                  <a:pt x="9" y="33"/>
                </a:lnTo>
                <a:lnTo>
                  <a:pt x="14" y="71"/>
                </a:lnTo>
                <a:lnTo>
                  <a:pt x="30" y="68"/>
                </a:lnTo>
                <a:lnTo>
                  <a:pt x="40" y="52"/>
                </a:lnTo>
                <a:lnTo>
                  <a:pt x="51" y="56"/>
                </a:lnTo>
                <a:lnTo>
                  <a:pt x="59" y="81"/>
                </a:lnTo>
                <a:lnTo>
                  <a:pt x="65" y="67"/>
                </a:lnTo>
                <a:lnTo>
                  <a:pt x="58" y="40"/>
                </a:lnTo>
                <a:lnTo>
                  <a:pt x="51" y="50"/>
                </a:lnTo>
                <a:lnTo>
                  <a:pt x="43" y="38"/>
                </a:lnTo>
                <a:lnTo>
                  <a:pt x="59" y="21"/>
                </a:lnTo>
                <a:lnTo>
                  <a:pt x="28" y="19"/>
                </a:lnTo>
                <a:lnTo>
                  <a:pt x="8" y="0"/>
                </a:lnTo>
                <a:lnTo>
                  <a:pt x="2" y="11"/>
                </a:lnTo>
                <a:lnTo>
                  <a:pt x="9" y="19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Freeform 613">
            <a:extLst>
              <a:ext uri="{FF2B5EF4-FFF2-40B4-BE49-F238E27FC236}">
                <a16:creationId xmlns:a16="http://schemas.microsoft.com/office/drawing/2014/main" id="{F3C48CAE-0093-459D-1922-4740B796099A}"/>
              </a:ext>
            </a:extLst>
          </p:cNvPr>
          <p:cNvSpPr>
            <a:spLocks/>
          </p:cNvSpPr>
          <p:nvPr/>
        </p:nvSpPr>
        <p:spPr bwMode="auto">
          <a:xfrm>
            <a:off x="5442616" y="4930858"/>
            <a:ext cx="46720" cy="28393"/>
          </a:xfrm>
          <a:custGeom>
            <a:avLst/>
            <a:gdLst>
              <a:gd name="T0" fmla="*/ 0 w 42"/>
              <a:gd name="T1" fmla="*/ 27013506 h 24"/>
              <a:gd name="T2" fmla="*/ 0 w 42"/>
              <a:gd name="T3" fmla="*/ 27013506 h 24"/>
              <a:gd name="T4" fmla="*/ 7315200 w 42"/>
              <a:gd name="T5" fmla="*/ 44379820 h 24"/>
              <a:gd name="T6" fmla="*/ 59980283 w 42"/>
              <a:gd name="T7" fmla="*/ 36662076 h 24"/>
              <a:gd name="T8" fmla="*/ 57054446 w 42"/>
              <a:gd name="T9" fmla="*/ 13507447 h 24"/>
              <a:gd name="T10" fmla="*/ 19018550 w 42"/>
              <a:gd name="T11" fmla="*/ 0 h 24"/>
              <a:gd name="T12" fmla="*/ 0 w 42"/>
              <a:gd name="T13" fmla="*/ 27013506 h 24"/>
              <a:gd name="T14" fmla="*/ 0 w 42"/>
              <a:gd name="T15" fmla="*/ 27013506 h 2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2"/>
              <a:gd name="T25" fmla="*/ 0 h 24"/>
              <a:gd name="T26" fmla="*/ 42 w 42"/>
              <a:gd name="T27" fmla="*/ 24 h 2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2" h="24">
                <a:moveTo>
                  <a:pt x="0" y="14"/>
                </a:moveTo>
                <a:lnTo>
                  <a:pt x="0" y="14"/>
                </a:lnTo>
                <a:lnTo>
                  <a:pt x="5" y="23"/>
                </a:lnTo>
                <a:lnTo>
                  <a:pt x="41" y="19"/>
                </a:lnTo>
                <a:lnTo>
                  <a:pt x="39" y="7"/>
                </a:lnTo>
                <a:lnTo>
                  <a:pt x="13" y="0"/>
                </a:lnTo>
                <a:lnTo>
                  <a:pt x="0" y="1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" name="Freeform 614">
            <a:extLst>
              <a:ext uri="{FF2B5EF4-FFF2-40B4-BE49-F238E27FC236}">
                <a16:creationId xmlns:a16="http://schemas.microsoft.com/office/drawing/2014/main" id="{CC0039AC-EF25-6413-AA1C-A2F93C443482}"/>
              </a:ext>
            </a:extLst>
          </p:cNvPr>
          <p:cNvSpPr>
            <a:spLocks/>
          </p:cNvSpPr>
          <p:nvPr/>
        </p:nvSpPr>
        <p:spPr bwMode="auto">
          <a:xfrm>
            <a:off x="5835359" y="5293208"/>
            <a:ext cx="20440" cy="16225"/>
          </a:xfrm>
          <a:custGeom>
            <a:avLst/>
            <a:gdLst>
              <a:gd name="T0" fmla="*/ 0 w 17"/>
              <a:gd name="T1" fmla="*/ 9677400 h 15"/>
              <a:gd name="T2" fmla="*/ 0 w 17"/>
              <a:gd name="T3" fmla="*/ 9677400 h 15"/>
              <a:gd name="T4" fmla="*/ 13673603 w 17"/>
              <a:gd name="T5" fmla="*/ 22580604 h 15"/>
              <a:gd name="T6" fmla="*/ 27347207 w 17"/>
              <a:gd name="T7" fmla="*/ 0 h 15"/>
              <a:gd name="T8" fmla="*/ 0 w 17"/>
              <a:gd name="T9" fmla="*/ 9677400 h 15"/>
              <a:gd name="T10" fmla="*/ 0 w 17"/>
              <a:gd name="T11" fmla="*/ 9677400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"/>
              <a:gd name="T19" fmla="*/ 0 h 15"/>
              <a:gd name="T20" fmla="*/ 17 w 17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" h="15">
                <a:moveTo>
                  <a:pt x="0" y="6"/>
                </a:moveTo>
                <a:lnTo>
                  <a:pt x="0" y="6"/>
                </a:lnTo>
                <a:lnTo>
                  <a:pt x="8" y="14"/>
                </a:lnTo>
                <a:lnTo>
                  <a:pt x="16" y="0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Freeform 615">
            <a:extLst>
              <a:ext uri="{FF2B5EF4-FFF2-40B4-BE49-F238E27FC236}">
                <a16:creationId xmlns:a16="http://schemas.microsoft.com/office/drawing/2014/main" id="{C405742B-9EF3-4940-EE97-A2CC07EFB0E2}"/>
              </a:ext>
            </a:extLst>
          </p:cNvPr>
          <p:cNvSpPr>
            <a:spLocks/>
          </p:cNvSpPr>
          <p:nvPr/>
        </p:nvSpPr>
        <p:spPr bwMode="auto">
          <a:xfrm>
            <a:off x="5493715" y="4932210"/>
            <a:ext cx="141621" cy="285283"/>
          </a:xfrm>
          <a:custGeom>
            <a:avLst/>
            <a:gdLst>
              <a:gd name="T0" fmla="*/ 0 w 124"/>
              <a:gd name="T1" fmla="*/ 180866331 h 254"/>
              <a:gd name="T2" fmla="*/ 0 w 124"/>
              <a:gd name="T3" fmla="*/ 180866331 h 254"/>
              <a:gd name="T4" fmla="*/ 9252940 w 124"/>
              <a:gd name="T5" fmla="*/ 156518251 h 254"/>
              <a:gd name="T6" fmla="*/ 63228222 w 124"/>
              <a:gd name="T7" fmla="*/ 41738375 h 254"/>
              <a:gd name="T8" fmla="*/ 101782356 w 124"/>
              <a:gd name="T9" fmla="*/ 26086159 h 254"/>
              <a:gd name="T10" fmla="*/ 109494173 w 124"/>
              <a:gd name="T11" fmla="*/ 0 h 254"/>
              <a:gd name="T12" fmla="*/ 135710623 w 124"/>
              <a:gd name="T13" fmla="*/ 15652222 h 254"/>
              <a:gd name="T14" fmla="*/ 137252987 w 124"/>
              <a:gd name="T15" fmla="*/ 38259519 h 254"/>
              <a:gd name="T16" fmla="*/ 114120021 w 124"/>
              <a:gd name="T17" fmla="*/ 107823492 h 254"/>
              <a:gd name="T18" fmla="*/ 138794108 w 124"/>
              <a:gd name="T19" fmla="*/ 102606526 h 254"/>
              <a:gd name="T20" fmla="*/ 151131773 w 124"/>
              <a:gd name="T21" fmla="*/ 149561857 h 254"/>
              <a:gd name="T22" fmla="*/ 189685926 w 124"/>
              <a:gd name="T23" fmla="*/ 163474645 h 254"/>
              <a:gd name="T24" fmla="*/ 169637687 w 124"/>
              <a:gd name="T25" fmla="*/ 186083297 h 254"/>
              <a:gd name="T26" fmla="*/ 124915322 w 124"/>
              <a:gd name="T27" fmla="*/ 215648302 h 254"/>
              <a:gd name="T28" fmla="*/ 114120021 w 124"/>
              <a:gd name="T29" fmla="*/ 243473879 h 254"/>
              <a:gd name="T30" fmla="*/ 138794108 w 124"/>
              <a:gd name="T31" fmla="*/ 297385605 h 254"/>
              <a:gd name="T32" fmla="*/ 129541170 w 124"/>
              <a:gd name="T33" fmla="*/ 328688719 h 254"/>
              <a:gd name="T34" fmla="*/ 158842347 w 124"/>
              <a:gd name="T35" fmla="*/ 398252743 h 254"/>
              <a:gd name="T36" fmla="*/ 137252987 w 124"/>
              <a:gd name="T37" fmla="*/ 439991109 h 254"/>
              <a:gd name="T38" fmla="*/ 115662384 w 124"/>
              <a:gd name="T39" fmla="*/ 290429210 h 254"/>
              <a:gd name="T40" fmla="*/ 97156508 w 124"/>
              <a:gd name="T41" fmla="*/ 266081171 h 254"/>
              <a:gd name="T42" fmla="*/ 66312948 w 124"/>
              <a:gd name="T43" fmla="*/ 306081427 h 254"/>
              <a:gd name="T44" fmla="*/ 43179983 w 124"/>
              <a:gd name="T45" fmla="*/ 299125033 h 254"/>
              <a:gd name="T46" fmla="*/ 47807072 w 124"/>
              <a:gd name="T47" fmla="*/ 243473879 h 254"/>
              <a:gd name="T48" fmla="*/ 0 w 124"/>
              <a:gd name="T49" fmla="*/ 180866331 h 254"/>
              <a:gd name="T50" fmla="*/ 0 w 124"/>
              <a:gd name="T51" fmla="*/ 180866331 h 25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24"/>
              <a:gd name="T79" fmla="*/ 0 h 254"/>
              <a:gd name="T80" fmla="*/ 124 w 124"/>
              <a:gd name="T81" fmla="*/ 254 h 25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24" h="254">
                <a:moveTo>
                  <a:pt x="0" y="104"/>
                </a:moveTo>
                <a:lnTo>
                  <a:pt x="0" y="104"/>
                </a:lnTo>
                <a:lnTo>
                  <a:pt x="6" y="90"/>
                </a:lnTo>
                <a:lnTo>
                  <a:pt x="41" y="24"/>
                </a:lnTo>
                <a:lnTo>
                  <a:pt x="66" y="15"/>
                </a:lnTo>
                <a:lnTo>
                  <a:pt x="71" y="0"/>
                </a:lnTo>
                <a:lnTo>
                  <a:pt x="88" y="9"/>
                </a:lnTo>
                <a:lnTo>
                  <a:pt x="89" y="22"/>
                </a:lnTo>
                <a:lnTo>
                  <a:pt x="74" y="62"/>
                </a:lnTo>
                <a:lnTo>
                  <a:pt x="90" y="59"/>
                </a:lnTo>
                <a:lnTo>
                  <a:pt x="98" y="86"/>
                </a:lnTo>
                <a:lnTo>
                  <a:pt x="123" y="94"/>
                </a:lnTo>
                <a:lnTo>
                  <a:pt x="110" y="107"/>
                </a:lnTo>
                <a:lnTo>
                  <a:pt x="81" y="124"/>
                </a:lnTo>
                <a:lnTo>
                  <a:pt x="74" y="140"/>
                </a:lnTo>
                <a:lnTo>
                  <a:pt x="90" y="171"/>
                </a:lnTo>
                <a:lnTo>
                  <a:pt x="84" y="189"/>
                </a:lnTo>
                <a:lnTo>
                  <a:pt x="103" y="229"/>
                </a:lnTo>
                <a:lnTo>
                  <a:pt x="89" y="253"/>
                </a:lnTo>
                <a:lnTo>
                  <a:pt x="75" y="167"/>
                </a:lnTo>
                <a:lnTo>
                  <a:pt x="63" y="153"/>
                </a:lnTo>
                <a:lnTo>
                  <a:pt x="43" y="176"/>
                </a:lnTo>
                <a:lnTo>
                  <a:pt x="28" y="172"/>
                </a:lnTo>
                <a:lnTo>
                  <a:pt x="31" y="140"/>
                </a:lnTo>
                <a:lnTo>
                  <a:pt x="0" y="10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Freeform 616">
            <a:extLst>
              <a:ext uri="{FF2B5EF4-FFF2-40B4-BE49-F238E27FC236}">
                <a16:creationId xmlns:a16="http://schemas.microsoft.com/office/drawing/2014/main" id="{6C314E65-BA29-7EDE-4D6E-CEE36A919EDB}"/>
              </a:ext>
            </a:extLst>
          </p:cNvPr>
          <p:cNvSpPr>
            <a:spLocks/>
          </p:cNvSpPr>
          <p:nvPr/>
        </p:nvSpPr>
        <p:spPr bwMode="auto">
          <a:xfrm>
            <a:off x="5654317" y="5148539"/>
            <a:ext cx="80301" cy="62194"/>
          </a:xfrm>
          <a:custGeom>
            <a:avLst/>
            <a:gdLst>
              <a:gd name="T0" fmla="*/ 0 w 70"/>
              <a:gd name="T1" fmla="*/ 18383734 h 59"/>
              <a:gd name="T2" fmla="*/ 0 w 70"/>
              <a:gd name="T3" fmla="*/ 18383734 h 59"/>
              <a:gd name="T4" fmla="*/ 7779587 w 70"/>
              <a:gd name="T5" fmla="*/ 62808929 h 59"/>
              <a:gd name="T6" fmla="*/ 21782099 w 70"/>
              <a:gd name="T7" fmla="*/ 85788301 h 59"/>
              <a:gd name="T8" fmla="*/ 43562951 w 70"/>
              <a:gd name="T9" fmla="*/ 88851637 h 59"/>
              <a:gd name="T10" fmla="*/ 107352573 w 70"/>
              <a:gd name="T11" fmla="*/ 47489774 h 59"/>
              <a:gd name="T12" fmla="*/ 104240490 w 70"/>
              <a:gd name="T13" fmla="*/ 0 h 59"/>
              <a:gd name="T14" fmla="*/ 56010037 w 70"/>
              <a:gd name="T15" fmla="*/ 7660199 h 59"/>
              <a:gd name="T16" fmla="*/ 15557927 w 70"/>
              <a:gd name="T17" fmla="*/ 6127912 h 59"/>
              <a:gd name="T18" fmla="*/ 0 w 70"/>
              <a:gd name="T19" fmla="*/ 18383734 h 59"/>
              <a:gd name="T20" fmla="*/ 0 w 70"/>
              <a:gd name="T21" fmla="*/ 18383734 h 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0"/>
              <a:gd name="T34" fmla="*/ 0 h 59"/>
              <a:gd name="T35" fmla="*/ 70 w 70"/>
              <a:gd name="T36" fmla="*/ 59 h 5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0" h="59">
                <a:moveTo>
                  <a:pt x="0" y="12"/>
                </a:moveTo>
                <a:lnTo>
                  <a:pt x="0" y="12"/>
                </a:lnTo>
                <a:lnTo>
                  <a:pt x="5" y="41"/>
                </a:lnTo>
                <a:lnTo>
                  <a:pt x="14" y="56"/>
                </a:lnTo>
                <a:lnTo>
                  <a:pt x="28" y="58"/>
                </a:lnTo>
                <a:lnTo>
                  <a:pt x="69" y="31"/>
                </a:lnTo>
                <a:lnTo>
                  <a:pt x="67" y="0"/>
                </a:lnTo>
                <a:lnTo>
                  <a:pt x="36" y="5"/>
                </a:lnTo>
                <a:lnTo>
                  <a:pt x="10" y="4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Freeform 617">
            <a:extLst>
              <a:ext uri="{FF2B5EF4-FFF2-40B4-BE49-F238E27FC236}">
                <a16:creationId xmlns:a16="http://schemas.microsoft.com/office/drawing/2014/main" id="{E9CF28EA-1655-E9F3-F5E7-A2631BCC29B5}"/>
              </a:ext>
            </a:extLst>
          </p:cNvPr>
          <p:cNvSpPr>
            <a:spLocks/>
          </p:cNvSpPr>
          <p:nvPr/>
        </p:nvSpPr>
        <p:spPr bwMode="auto">
          <a:xfrm>
            <a:off x="5300994" y="5221549"/>
            <a:ext cx="29201" cy="55434"/>
          </a:xfrm>
          <a:custGeom>
            <a:avLst/>
            <a:gdLst>
              <a:gd name="T0" fmla="*/ 0 w 26"/>
              <a:gd name="T1" fmla="*/ 0 h 51"/>
              <a:gd name="T2" fmla="*/ 0 w 26"/>
              <a:gd name="T3" fmla="*/ 0 h 51"/>
              <a:gd name="T4" fmla="*/ 7456366 w 26"/>
              <a:gd name="T5" fmla="*/ 81436595 h 51"/>
              <a:gd name="T6" fmla="*/ 37280604 w 26"/>
              <a:gd name="T7" fmla="*/ 66777986 h 51"/>
              <a:gd name="T8" fmla="*/ 22367878 w 26"/>
              <a:gd name="T9" fmla="*/ 19545242 h 51"/>
              <a:gd name="T10" fmla="*/ 0 w 26"/>
              <a:gd name="T11" fmla="*/ 0 h 51"/>
              <a:gd name="T12" fmla="*/ 0 w 26"/>
              <a:gd name="T13" fmla="*/ 0 h 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51"/>
              <a:gd name="T23" fmla="*/ 26 w 26"/>
              <a:gd name="T24" fmla="*/ 51 h 5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51">
                <a:moveTo>
                  <a:pt x="0" y="0"/>
                </a:moveTo>
                <a:lnTo>
                  <a:pt x="0" y="0"/>
                </a:lnTo>
                <a:lnTo>
                  <a:pt x="5" y="50"/>
                </a:lnTo>
                <a:lnTo>
                  <a:pt x="25" y="41"/>
                </a:lnTo>
                <a:lnTo>
                  <a:pt x="15" y="1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" name="Group 29">
            <a:extLst>
              <a:ext uri="{FF2B5EF4-FFF2-40B4-BE49-F238E27FC236}">
                <a16:creationId xmlns:a16="http://schemas.microsoft.com/office/drawing/2014/main" id="{23906095-DBD1-0C8F-578A-9081EA447830}"/>
              </a:ext>
            </a:extLst>
          </p:cNvPr>
          <p:cNvGrpSpPr>
            <a:grpSpLocks/>
          </p:cNvGrpSpPr>
          <p:nvPr/>
        </p:nvGrpSpPr>
        <p:grpSpPr bwMode="auto">
          <a:xfrm>
            <a:off x="5204634" y="4473871"/>
            <a:ext cx="957768" cy="619243"/>
            <a:chOff x="4086" y="2626"/>
            <a:chExt cx="835" cy="555"/>
          </a:xfrm>
          <a:solidFill>
            <a:schemeClr val="accent2"/>
          </a:solidFill>
        </p:grpSpPr>
        <p:sp>
          <p:nvSpPr>
            <p:cNvPr id="319" name="Freeform 30">
              <a:extLst>
                <a:ext uri="{FF2B5EF4-FFF2-40B4-BE49-F238E27FC236}">
                  <a16:creationId xmlns:a16="http://schemas.microsoft.com/office/drawing/2014/main" id="{12304BDE-1C1F-5047-F801-E03D894B2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626"/>
              <a:ext cx="835" cy="526"/>
            </a:xfrm>
            <a:custGeom>
              <a:avLst/>
              <a:gdLst>
                <a:gd name="T0" fmla="*/ 0 w 835"/>
                <a:gd name="T1" fmla="*/ 250 h 526"/>
                <a:gd name="T2" fmla="*/ 35 w 835"/>
                <a:gd name="T3" fmla="*/ 226 h 526"/>
                <a:gd name="T4" fmla="*/ 95 w 835"/>
                <a:gd name="T5" fmla="*/ 177 h 526"/>
                <a:gd name="T6" fmla="*/ 118 w 835"/>
                <a:gd name="T7" fmla="*/ 145 h 526"/>
                <a:gd name="T8" fmla="*/ 162 w 835"/>
                <a:gd name="T9" fmla="*/ 114 h 526"/>
                <a:gd name="T10" fmla="*/ 192 w 835"/>
                <a:gd name="T11" fmla="*/ 81 h 526"/>
                <a:gd name="T12" fmla="*/ 225 w 835"/>
                <a:gd name="T13" fmla="*/ 106 h 526"/>
                <a:gd name="T14" fmla="*/ 293 w 835"/>
                <a:gd name="T15" fmla="*/ 160 h 526"/>
                <a:gd name="T16" fmla="*/ 368 w 835"/>
                <a:gd name="T17" fmla="*/ 185 h 526"/>
                <a:gd name="T18" fmla="*/ 499 w 835"/>
                <a:gd name="T19" fmla="*/ 187 h 526"/>
                <a:gd name="T20" fmla="*/ 522 w 835"/>
                <a:gd name="T21" fmla="*/ 151 h 526"/>
                <a:gd name="T22" fmla="*/ 588 w 835"/>
                <a:gd name="T23" fmla="*/ 123 h 526"/>
                <a:gd name="T24" fmla="*/ 607 w 835"/>
                <a:gd name="T25" fmla="*/ 98 h 526"/>
                <a:gd name="T26" fmla="*/ 572 w 835"/>
                <a:gd name="T27" fmla="*/ 78 h 526"/>
                <a:gd name="T28" fmla="*/ 602 w 835"/>
                <a:gd name="T29" fmla="*/ 72 h 526"/>
                <a:gd name="T30" fmla="*/ 642 w 835"/>
                <a:gd name="T31" fmla="*/ 28 h 526"/>
                <a:gd name="T32" fmla="*/ 681 w 835"/>
                <a:gd name="T33" fmla="*/ 0 h 526"/>
                <a:gd name="T34" fmla="*/ 734 w 835"/>
                <a:gd name="T35" fmla="*/ 69 h 526"/>
                <a:gd name="T36" fmla="*/ 783 w 835"/>
                <a:gd name="T37" fmla="*/ 104 h 526"/>
                <a:gd name="T38" fmla="*/ 811 w 835"/>
                <a:gd name="T39" fmla="*/ 147 h 526"/>
                <a:gd name="T40" fmla="*/ 785 w 835"/>
                <a:gd name="T41" fmla="*/ 177 h 526"/>
                <a:gd name="T42" fmla="*/ 770 w 835"/>
                <a:gd name="T43" fmla="*/ 185 h 526"/>
                <a:gd name="T44" fmla="*/ 744 w 835"/>
                <a:gd name="T45" fmla="*/ 210 h 526"/>
                <a:gd name="T46" fmla="*/ 691 w 835"/>
                <a:gd name="T47" fmla="*/ 232 h 526"/>
                <a:gd name="T48" fmla="*/ 663 w 835"/>
                <a:gd name="T49" fmla="*/ 226 h 526"/>
                <a:gd name="T50" fmla="*/ 602 w 835"/>
                <a:gd name="T51" fmla="*/ 247 h 526"/>
                <a:gd name="T52" fmla="*/ 618 w 835"/>
                <a:gd name="T53" fmla="*/ 276 h 526"/>
                <a:gd name="T54" fmla="*/ 668 w 835"/>
                <a:gd name="T55" fmla="*/ 274 h 526"/>
                <a:gd name="T56" fmla="*/ 622 w 835"/>
                <a:gd name="T57" fmla="*/ 312 h 526"/>
                <a:gd name="T58" fmla="*/ 633 w 835"/>
                <a:gd name="T59" fmla="*/ 355 h 526"/>
                <a:gd name="T60" fmla="*/ 634 w 835"/>
                <a:gd name="T61" fmla="*/ 382 h 526"/>
                <a:gd name="T62" fmla="*/ 613 w 835"/>
                <a:gd name="T63" fmla="*/ 463 h 526"/>
                <a:gd name="T64" fmla="*/ 552 w 835"/>
                <a:gd name="T65" fmla="*/ 493 h 526"/>
                <a:gd name="T66" fmla="*/ 543 w 835"/>
                <a:gd name="T67" fmla="*/ 489 h 526"/>
                <a:gd name="T68" fmla="*/ 499 w 835"/>
                <a:gd name="T69" fmla="*/ 510 h 526"/>
                <a:gd name="T70" fmla="*/ 490 w 835"/>
                <a:gd name="T71" fmla="*/ 506 h 526"/>
                <a:gd name="T72" fmla="*/ 429 w 835"/>
                <a:gd name="T73" fmla="*/ 484 h 526"/>
                <a:gd name="T74" fmla="*/ 380 w 835"/>
                <a:gd name="T75" fmla="*/ 494 h 526"/>
                <a:gd name="T76" fmla="*/ 375 w 835"/>
                <a:gd name="T77" fmla="*/ 506 h 526"/>
                <a:gd name="T78" fmla="*/ 342 w 835"/>
                <a:gd name="T79" fmla="*/ 471 h 526"/>
                <a:gd name="T80" fmla="*/ 341 w 835"/>
                <a:gd name="T81" fmla="*/ 434 h 526"/>
                <a:gd name="T82" fmla="*/ 323 w 835"/>
                <a:gd name="T83" fmla="*/ 412 h 526"/>
                <a:gd name="T84" fmla="*/ 305 w 835"/>
                <a:gd name="T85" fmla="*/ 392 h 526"/>
                <a:gd name="T86" fmla="*/ 220 w 835"/>
                <a:gd name="T87" fmla="*/ 410 h 526"/>
                <a:gd name="T88" fmla="*/ 205 w 835"/>
                <a:gd name="T89" fmla="*/ 414 h 526"/>
                <a:gd name="T90" fmla="*/ 166 w 835"/>
                <a:gd name="T91" fmla="*/ 416 h 526"/>
                <a:gd name="T92" fmla="*/ 100 w 835"/>
                <a:gd name="T93" fmla="*/ 381 h 526"/>
                <a:gd name="T94" fmla="*/ 65 w 835"/>
                <a:gd name="T95" fmla="*/ 347 h 526"/>
                <a:gd name="T96" fmla="*/ 71 w 835"/>
                <a:gd name="T97" fmla="*/ 325 h 526"/>
                <a:gd name="T98" fmla="*/ 75 w 835"/>
                <a:gd name="T99" fmla="*/ 295 h 526"/>
                <a:gd name="T100" fmla="*/ 13 w 835"/>
                <a:gd name="T101" fmla="*/ 278 h 526"/>
                <a:gd name="T102" fmla="*/ 14 w 835"/>
                <a:gd name="T103" fmla="*/ 256 h 526"/>
                <a:gd name="T104" fmla="*/ 0 w 835"/>
                <a:gd name="T105" fmla="*/ 250 h 5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835"/>
                <a:gd name="T160" fmla="*/ 0 h 526"/>
                <a:gd name="T161" fmla="*/ 835 w 835"/>
                <a:gd name="T162" fmla="*/ 526 h 52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835" h="526">
                  <a:moveTo>
                    <a:pt x="0" y="250"/>
                  </a:moveTo>
                  <a:lnTo>
                    <a:pt x="0" y="250"/>
                  </a:lnTo>
                  <a:lnTo>
                    <a:pt x="5" y="230"/>
                  </a:lnTo>
                  <a:lnTo>
                    <a:pt x="35" y="226"/>
                  </a:lnTo>
                  <a:lnTo>
                    <a:pt x="88" y="198"/>
                  </a:lnTo>
                  <a:lnTo>
                    <a:pt x="95" y="177"/>
                  </a:lnTo>
                  <a:lnTo>
                    <a:pt x="85" y="152"/>
                  </a:lnTo>
                  <a:lnTo>
                    <a:pt x="118" y="145"/>
                  </a:lnTo>
                  <a:lnTo>
                    <a:pt x="127" y="112"/>
                  </a:lnTo>
                  <a:lnTo>
                    <a:pt x="162" y="114"/>
                  </a:lnTo>
                  <a:lnTo>
                    <a:pt x="166" y="92"/>
                  </a:lnTo>
                  <a:lnTo>
                    <a:pt x="192" y="81"/>
                  </a:lnTo>
                  <a:lnTo>
                    <a:pt x="206" y="100"/>
                  </a:lnTo>
                  <a:lnTo>
                    <a:pt x="225" y="106"/>
                  </a:lnTo>
                  <a:lnTo>
                    <a:pt x="233" y="145"/>
                  </a:lnTo>
                  <a:lnTo>
                    <a:pt x="293" y="160"/>
                  </a:lnTo>
                  <a:lnTo>
                    <a:pt x="319" y="187"/>
                  </a:lnTo>
                  <a:lnTo>
                    <a:pt x="368" y="185"/>
                  </a:lnTo>
                  <a:lnTo>
                    <a:pt x="424" y="206"/>
                  </a:lnTo>
                  <a:lnTo>
                    <a:pt x="499" y="187"/>
                  </a:lnTo>
                  <a:lnTo>
                    <a:pt x="522" y="172"/>
                  </a:lnTo>
                  <a:lnTo>
                    <a:pt x="522" y="151"/>
                  </a:lnTo>
                  <a:lnTo>
                    <a:pt x="543" y="153"/>
                  </a:lnTo>
                  <a:lnTo>
                    <a:pt x="588" y="123"/>
                  </a:lnTo>
                  <a:lnTo>
                    <a:pt x="625" y="121"/>
                  </a:lnTo>
                  <a:lnTo>
                    <a:pt x="607" y="98"/>
                  </a:lnTo>
                  <a:lnTo>
                    <a:pt x="572" y="104"/>
                  </a:lnTo>
                  <a:lnTo>
                    <a:pt x="572" y="78"/>
                  </a:lnTo>
                  <a:lnTo>
                    <a:pt x="581" y="64"/>
                  </a:lnTo>
                  <a:lnTo>
                    <a:pt x="602" y="72"/>
                  </a:lnTo>
                  <a:lnTo>
                    <a:pt x="621" y="63"/>
                  </a:lnTo>
                  <a:lnTo>
                    <a:pt x="642" y="28"/>
                  </a:lnTo>
                  <a:lnTo>
                    <a:pt x="632" y="16"/>
                  </a:lnTo>
                  <a:lnTo>
                    <a:pt x="681" y="0"/>
                  </a:lnTo>
                  <a:lnTo>
                    <a:pt x="709" y="11"/>
                  </a:lnTo>
                  <a:lnTo>
                    <a:pt x="734" y="69"/>
                  </a:lnTo>
                  <a:lnTo>
                    <a:pt x="776" y="82"/>
                  </a:lnTo>
                  <a:lnTo>
                    <a:pt x="783" y="104"/>
                  </a:lnTo>
                  <a:lnTo>
                    <a:pt x="834" y="90"/>
                  </a:lnTo>
                  <a:lnTo>
                    <a:pt x="811" y="147"/>
                  </a:lnTo>
                  <a:lnTo>
                    <a:pt x="781" y="155"/>
                  </a:lnTo>
                  <a:lnTo>
                    <a:pt x="785" y="177"/>
                  </a:lnTo>
                  <a:lnTo>
                    <a:pt x="776" y="190"/>
                  </a:lnTo>
                  <a:lnTo>
                    <a:pt x="770" y="185"/>
                  </a:lnTo>
                  <a:lnTo>
                    <a:pt x="744" y="201"/>
                  </a:lnTo>
                  <a:lnTo>
                    <a:pt x="744" y="210"/>
                  </a:lnTo>
                  <a:lnTo>
                    <a:pt x="726" y="207"/>
                  </a:lnTo>
                  <a:lnTo>
                    <a:pt x="691" y="232"/>
                  </a:lnTo>
                  <a:lnTo>
                    <a:pt x="651" y="253"/>
                  </a:lnTo>
                  <a:lnTo>
                    <a:pt x="663" y="226"/>
                  </a:lnTo>
                  <a:lnTo>
                    <a:pt x="657" y="216"/>
                  </a:lnTo>
                  <a:lnTo>
                    <a:pt x="602" y="247"/>
                  </a:lnTo>
                  <a:lnTo>
                    <a:pt x="600" y="255"/>
                  </a:lnTo>
                  <a:lnTo>
                    <a:pt x="618" y="276"/>
                  </a:lnTo>
                  <a:lnTo>
                    <a:pt x="643" y="267"/>
                  </a:lnTo>
                  <a:lnTo>
                    <a:pt x="668" y="274"/>
                  </a:lnTo>
                  <a:lnTo>
                    <a:pt x="634" y="290"/>
                  </a:lnTo>
                  <a:lnTo>
                    <a:pt x="622" y="312"/>
                  </a:lnTo>
                  <a:lnTo>
                    <a:pt x="658" y="360"/>
                  </a:lnTo>
                  <a:lnTo>
                    <a:pt x="633" y="355"/>
                  </a:lnTo>
                  <a:lnTo>
                    <a:pt x="658" y="371"/>
                  </a:lnTo>
                  <a:lnTo>
                    <a:pt x="634" y="382"/>
                  </a:lnTo>
                  <a:lnTo>
                    <a:pt x="659" y="386"/>
                  </a:lnTo>
                  <a:lnTo>
                    <a:pt x="613" y="463"/>
                  </a:lnTo>
                  <a:lnTo>
                    <a:pt x="582" y="485"/>
                  </a:lnTo>
                  <a:lnTo>
                    <a:pt x="552" y="493"/>
                  </a:lnTo>
                  <a:lnTo>
                    <a:pt x="550" y="493"/>
                  </a:lnTo>
                  <a:lnTo>
                    <a:pt x="543" y="489"/>
                  </a:lnTo>
                  <a:lnTo>
                    <a:pt x="535" y="502"/>
                  </a:lnTo>
                  <a:lnTo>
                    <a:pt x="499" y="510"/>
                  </a:lnTo>
                  <a:lnTo>
                    <a:pt x="496" y="525"/>
                  </a:lnTo>
                  <a:lnTo>
                    <a:pt x="490" y="506"/>
                  </a:lnTo>
                  <a:lnTo>
                    <a:pt x="466" y="507"/>
                  </a:lnTo>
                  <a:lnTo>
                    <a:pt x="429" y="484"/>
                  </a:lnTo>
                  <a:lnTo>
                    <a:pt x="389" y="494"/>
                  </a:lnTo>
                  <a:lnTo>
                    <a:pt x="380" y="494"/>
                  </a:lnTo>
                  <a:lnTo>
                    <a:pt x="381" y="510"/>
                  </a:lnTo>
                  <a:lnTo>
                    <a:pt x="375" y="506"/>
                  </a:lnTo>
                  <a:lnTo>
                    <a:pt x="350" y="498"/>
                  </a:lnTo>
                  <a:lnTo>
                    <a:pt x="342" y="471"/>
                  </a:lnTo>
                  <a:lnTo>
                    <a:pt x="326" y="474"/>
                  </a:lnTo>
                  <a:lnTo>
                    <a:pt x="341" y="434"/>
                  </a:lnTo>
                  <a:lnTo>
                    <a:pt x="340" y="421"/>
                  </a:lnTo>
                  <a:lnTo>
                    <a:pt x="323" y="412"/>
                  </a:lnTo>
                  <a:lnTo>
                    <a:pt x="309" y="407"/>
                  </a:lnTo>
                  <a:lnTo>
                    <a:pt x="305" y="392"/>
                  </a:lnTo>
                  <a:lnTo>
                    <a:pt x="246" y="417"/>
                  </a:lnTo>
                  <a:lnTo>
                    <a:pt x="220" y="410"/>
                  </a:lnTo>
                  <a:lnTo>
                    <a:pt x="207" y="424"/>
                  </a:lnTo>
                  <a:lnTo>
                    <a:pt x="205" y="414"/>
                  </a:lnTo>
                  <a:lnTo>
                    <a:pt x="196" y="416"/>
                  </a:lnTo>
                  <a:lnTo>
                    <a:pt x="166" y="416"/>
                  </a:lnTo>
                  <a:lnTo>
                    <a:pt x="143" y="395"/>
                  </a:lnTo>
                  <a:lnTo>
                    <a:pt x="100" y="381"/>
                  </a:lnTo>
                  <a:lnTo>
                    <a:pt x="72" y="371"/>
                  </a:lnTo>
                  <a:lnTo>
                    <a:pt x="65" y="347"/>
                  </a:lnTo>
                  <a:lnTo>
                    <a:pt x="80" y="344"/>
                  </a:lnTo>
                  <a:lnTo>
                    <a:pt x="71" y="325"/>
                  </a:lnTo>
                  <a:lnTo>
                    <a:pt x="90" y="302"/>
                  </a:lnTo>
                  <a:lnTo>
                    <a:pt x="75" y="295"/>
                  </a:lnTo>
                  <a:lnTo>
                    <a:pt x="54" y="303"/>
                  </a:lnTo>
                  <a:lnTo>
                    <a:pt x="13" y="278"/>
                  </a:lnTo>
                  <a:lnTo>
                    <a:pt x="14" y="274"/>
                  </a:lnTo>
                  <a:lnTo>
                    <a:pt x="14" y="256"/>
                  </a:lnTo>
                  <a:lnTo>
                    <a:pt x="0" y="25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3" name="Freeform 31">
              <a:extLst>
                <a:ext uri="{FF2B5EF4-FFF2-40B4-BE49-F238E27FC236}">
                  <a16:creationId xmlns:a16="http://schemas.microsoft.com/office/drawing/2014/main" id="{7CA2276E-DF12-4728-DC63-40A3E66A3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3155"/>
              <a:ext cx="31" cy="26"/>
            </a:xfrm>
            <a:custGeom>
              <a:avLst/>
              <a:gdLst>
                <a:gd name="T0" fmla="*/ 0 w 31"/>
                <a:gd name="T1" fmla="*/ 19 h 26"/>
                <a:gd name="T2" fmla="*/ 0 w 31"/>
                <a:gd name="T3" fmla="*/ 19 h 26"/>
                <a:gd name="T4" fmla="*/ 9 w 31"/>
                <a:gd name="T5" fmla="*/ 0 h 26"/>
                <a:gd name="T6" fmla="*/ 30 w 31"/>
                <a:gd name="T7" fmla="*/ 4 h 26"/>
                <a:gd name="T8" fmla="*/ 13 w 31"/>
                <a:gd name="T9" fmla="*/ 25 h 26"/>
                <a:gd name="T10" fmla="*/ 0 w 31"/>
                <a:gd name="T11" fmla="*/ 19 h 26"/>
                <a:gd name="T12" fmla="*/ 0 w 31"/>
                <a:gd name="T13" fmla="*/ 1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"/>
                <a:gd name="T22" fmla="*/ 0 h 26"/>
                <a:gd name="T23" fmla="*/ 31 w 31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" h="26">
                  <a:moveTo>
                    <a:pt x="0" y="19"/>
                  </a:moveTo>
                  <a:lnTo>
                    <a:pt x="0" y="19"/>
                  </a:lnTo>
                  <a:lnTo>
                    <a:pt x="9" y="0"/>
                  </a:lnTo>
                  <a:lnTo>
                    <a:pt x="30" y="4"/>
                  </a:lnTo>
                  <a:lnTo>
                    <a:pt x="13" y="25"/>
                  </a:lnTo>
                  <a:lnTo>
                    <a:pt x="0" y="1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24" name="Freeform 621">
            <a:extLst>
              <a:ext uri="{FF2B5EF4-FFF2-40B4-BE49-F238E27FC236}">
                <a16:creationId xmlns:a16="http://schemas.microsoft.com/office/drawing/2014/main" id="{74B2BA83-4FE7-4CB2-54AD-9C65087E2F85}"/>
              </a:ext>
            </a:extLst>
          </p:cNvPr>
          <p:cNvSpPr>
            <a:spLocks/>
          </p:cNvSpPr>
          <p:nvPr/>
        </p:nvSpPr>
        <p:spPr bwMode="auto">
          <a:xfrm>
            <a:off x="5930260" y="4984939"/>
            <a:ext cx="30660" cy="50027"/>
          </a:xfrm>
          <a:custGeom>
            <a:avLst/>
            <a:gdLst>
              <a:gd name="T0" fmla="*/ 0 w 25"/>
              <a:gd name="T1" fmla="*/ 29348570 h 46"/>
              <a:gd name="T2" fmla="*/ 0 w 25"/>
              <a:gd name="T3" fmla="*/ 29348570 h 46"/>
              <a:gd name="T4" fmla="*/ 16003094 w 25"/>
              <a:gd name="T5" fmla="*/ 73372696 h 46"/>
              <a:gd name="T6" fmla="*/ 42676691 w 25"/>
              <a:gd name="T7" fmla="*/ 0 h 46"/>
              <a:gd name="T8" fmla="*/ 19559484 w 25"/>
              <a:gd name="T9" fmla="*/ 1630618 h 46"/>
              <a:gd name="T10" fmla="*/ 0 w 25"/>
              <a:gd name="T11" fmla="*/ 29348570 h 46"/>
              <a:gd name="T12" fmla="*/ 0 w 25"/>
              <a:gd name="T13" fmla="*/ 29348570 h 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"/>
              <a:gd name="T22" fmla="*/ 0 h 46"/>
              <a:gd name="T23" fmla="*/ 25 w 25"/>
              <a:gd name="T24" fmla="*/ 46 h 4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" h="46">
                <a:moveTo>
                  <a:pt x="0" y="18"/>
                </a:moveTo>
                <a:lnTo>
                  <a:pt x="0" y="18"/>
                </a:lnTo>
                <a:lnTo>
                  <a:pt x="9" y="45"/>
                </a:lnTo>
                <a:lnTo>
                  <a:pt x="24" y="0"/>
                </a:lnTo>
                <a:lnTo>
                  <a:pt x="11" y="1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5" name="Freeform 622">
            <a:extLst>
              <a:ext uri="{FF2B5EF4-FFF2-40B4-BE49-F238E27FC236}">
                <a16:creationId xmlns:a16="http://schemas.microsoft.com/office/drawing/2014/main" id="{EEFAD170-A471-0C7D-1DFA-56DCD3307AF1}"/>
              </a:ext>
            </a:extLst>
          </p:cNvPr>
          <p:cNvSpPr>
            <a:spLocks/>
          </p:cNvSpPr>
          <p:nvPr/>
        </p:nvSpPr>
        <p:spPr bwMode="auto">
          <a:xfrm>
            <a:off x="5117032" y="4802412"/>
            <a:ext cx="458443" cy="444826"/>
          </a:xfrm>
          <a:custGeom>
            <a:avLst/>
            <a:gdLst>
              <a:gd name="T0" fmla="*/ 0 w 401"/>
              <a:gd name="T1" fmla="*/ 310135055 h 399"/>
              <a:gd name="T2" fmla="*/ 64899953 w 401"/>
              <a:gd name="T3" fmla="*/ 294713849 h 399"/>
              <a:gd name="T4" fmla="*/ 50993623 w 401"/>
              <a:gd name="T5" fmla="*/ 203901388 h 399"/>
              <a:gd name="T6" fmla="*/ 140617183 w 401"/>
              <a:gd name="T7" fmla="*/ 128508783 h 399"/>
              <a:gd name="T8" fmla="*/ 152979608 w 401"/>
              <a:gd name="T9" fmla="*/ 94239436 h 399"/>
              <a:gd name="T10" fmla="*/ 125164463 w 401"/>
              <a:gd name="T11" fmla="*/ 32555890 h 399"/>
              <a:gd name="T12" fmla="*/ 202426860 w 401"/>
              <a:gd name="T13" fmla="*/ 13707744 h 399"/>
              <a:gd name="T14" fmla="*/ 258055907 w 401"/>
              <a:gd name="T15" fmla="*/ 11994277 h 399"/>
              <a:gd name="T16" fmla="*/ 242604430 w 401"/>
              <a:gd name="T17" fmla="*/ 83959921 h 399"/>
              <a:gd name="T18" fmla="*/ 230242005 w 401"/>
              <a:gd name="T19" fmla="*/ 130222251 h 399"/>
              <a:gd name="T20" fmla="*/ 251875316 w 401"/>
              <a:gd name="T21" fmla="*/ 185053247 h 399"/>
              <a:gd name="T22" fmla="*/ 418762536 w 401"/>
              <a:gd name="T23" fmla="*/ 243311137 h 399"/>
              <a:gd name="T24" fmla="*/ 435760404 w 401"/>
              <a:gd name="T25" fmla="*/ 203901388 h 399"/>
              <a:gd name="T26" fmla="*/ 446576438 w 401"/>
              <a:gd name="T27" fmla="*/ 236457268 h 399"/>
              <a:gd name="T28" fmla="*/ 499115190 w 401"/>
              <a:gd name="T29" fmla="*/ 209041790 h 399"/>
              <a:gd name="T30" fmla="*/ 596465711 w 401"/>
              <a:gd name="T31" fmla="*/ 191907116 h 399"/>
              <a:gd name="T32" fmla="*/ 610373284 w 401"/>
              <a:gd name="T33" fmla="*/ 226176463 h 399"/>
              <a:gd name="T34" fmla="*/ 517658205 w 401"/>
              <a:gd name="T35" fmla="*/ 354685288 h 399"/>
              <a:gd name="T36" fmla="*/ 496024894 w 401"/>
              <a:gd name="T37" fmla="*/ 325556261 h 399"/>
              <a:gd name="T38" fmla="*/ 508386076 w 401"/>
              <a:gd name="T39" fmla="*/ 275865708 h 399"/>
              <a:gd name="T40" fmla="*/ 429578570 w 401"/>
              <a:gd name="T41" fmla="*/ 239884202 h 399"/>
              <a:gd name="T42" fmla="*/ 431123717 w 401"/>
              <a:gd name="T43" fmla="*/ 272438773 h 399"/>
              <a:gd name="T44" fmla="*/ 431123717 w 401"/>
              <a:gd name="T45" fmla="*/ 296427316 h 399"/>
              <a:gd name="T46" fmla="*/ 420307683 w 401"/>
              <a:gd name="T47" fmla="*/ 351258353 h 399"/>
              <a:gd name="T48" fmla="*/ 256510760 w 401"/>
              <a:gd name="T49" fmla="*/ 505469106 h 399"/>
              <a:gd name="T50" fmla="*/ 194701121 w 401"/>
              <a:gd name="T51" fmla="*/ 681954934 h 399"/>
              <a:gd name="T52" fmla="*/ 128256001 w 401"/>
              <a:gd name="T53" fmla="*/ 507182573 h 399"/>
              <a:gd name="T54" fmla="*/ 97350561 w 401"/>
              <a:gd name="T55" fmla="*/ 346117951 h 399"/>
              <a:gd name="T56" fmla="*/ 78807526 w 401"/>
              <a:gd name="T57" fmla="*/ 371819961 h 399"/>
              <a:gd name="T58" fmla="*/ 18543021 w 401"/>
              <a:gd name="T59" fmla="*/ 344404484 h 399"/>
              <a:gd name="T60" fmla="*/ 18543021 w 401"/>
              <a:gd name="T61" fmla="*/ 330696663 h 399"/>
              <a:gd name="T62" fmla="*/ 0 w 401"/>
              <a:gd name="T63" fmla="*/ 310135055 h 399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401"/>
              <a:gd name="T97" fmla="*/ 0 h 399"/>
              <a:gd name="T98" fmla="*/ 401 w 401"/>
              <a:gd name="T99" fmla="*/ 399 h 399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401" h="399">
                <a:moveTo>
                  <a:pt x="0" y="181"/>
                </a:moveTo>
                <a:lnTo>
                  <a:pt x="0" y="181"/>
                </a:lnTo>
                <a:lnTo>
                  <a:pt x="11" y="172"/>
                </a:lnTo>
                <a:lnTo>
                  <a:pt x="42" y="172"/>
                </a:lnTo>
                <a:lnTo>
                  <a:pt x="20" y="130"/>
                </a:lnTo>
                <a:lnTo>
                  <a:pt x="33" y="119"/>
                </a:lnTo>
                <a:lnTo>
                  <a:pt x="51" y="120"/>
                </a:lnTo>
                <a:lnTo>
                  <a:pt x="91" y="75"/>
                </a:lnTo>
                <a:lnTo>
                  <a:pt x="88" y="62"/>
                </a:lnTo>
                <a:lnTo>
                  <a:pt x="99" y="55"/>
                </a:lnTo>
                <a:lnTo>
                  <a:pt x="81" y="41"/>
                </a:lnTo>
                <a:lnTo>
                  <a:pt x="81" y="19"/>
                </a:lnTo>
                <a:lnTo>
                  <a:pt x="120" y="19"/>
                </a:lnTo>
                <a:lnTo>
                  <a:pt x="131" y="8"/>
                </a:lnTo>
                <a:lnTo>
                  <a:pt x="152" y="0"/>
                </a:lnTo>
                <a:lnTo>
                  <a:pt x="167" y="7"/>
                </a:lnTo>
                <a:lnTo>
                  <a:pt x="148" y="30"/>
                </a:lnTo>
                <a:lnTo>
                  <a:pt x="157" y="49"/>
                </a:lnTo>
                <a:lnTo>
                  <a:pt x="142" y="52"/>
                </a:lnTo>
                <a:lnTo>
                  <a:pt x="149" y="76"/>
                </a:lnTo>
                <a:lnTo>
                  <a:pt x="177" y="86"/>
                </a:lnTo>
                <a:lnTo>
                  <a:pt x="163" y="108"/>
                </a:lnTo>
                <a:lnTo>
                  <a:pt x="200" y="129"/>
                </a:lnTo>
                <a:lnTo>
                  <a:pt x="271" y="142"/>
                </a:lnTo>
                <a:lnTo>
                  <a:pt x="273" y="121"/>
                </a:lnTo>
                <a:lnTo>
                  <a:pt x="282" y="119"/>
                </a:lnTo>
                <a:lnTo>
                  <a:pt x="284" y="129"/>
                </a:lnTo>
                <a:lnTo>
                  <a:pt x="289" y="138"/>
                </a:lnTo>
                <a:lnTo>
                  <a:pt x="325" y="134"/>
                </a:lnTo>
                <a:lnTo>
                  <a:pt x="323" y="122"/>
                </a:lnTo>
                <a:lnTo>
                  <a:pt x="382" y="97"/>
                </a:lnTo>
                <a:lnTo>
                  <a:pt x="386" y="112"/>
                </a:lnTo>
                <a:lnTo>
                  <a:pt x="400" y="117"/>
                </a:lnTo>
                <a:lnTo>
                  <a:pt x="395" y="132"/>
                </a:lnTo>
                <a:lnTo>
                  <a:pt x="370" y="141"/>
                </a:lnTo>
                <a:lnTo>
                  <a:pt x="335" y="207"/>
                </a:lnTo>
                <a:lnTo>
                  <a:pt x="328" y="180"/>
                </a:lnTo>
                <a:lnTo>
                  <a:pt x="321" y="190"/>
                </a:lnTo>
                <a:lnTo>
                  <a:pt x="313" y="178"/>
                </a:lnTo>
                <a:lnTo>
                  <a:pt x="329" y="161"/>
                </a:lnTo>
                <a:lnTo>
                  <a:pt x="298" y="159"/>
                </a:lnTo>
                <a:lnTo>
                  <a:pt x="278" y="140"/>
                </a:lnTo>
                <a:lnTo>
                  <a:pt x="272" y="151"/>
                </a:lnTo>
                <a:lnTo>
                  <a:pt x="279" y="159"/>
                </a:lnTo>
                <a:lnTo>
                  <a:pt x="270" y="165"/>
                </a:lnTo>
                <a:lnTo>
                  <a:pt x="279" y="173"/>
                </a:lnTo>
                <a:lnTo>
                  <a:pt x="284" y="211"/>
                </a:lnTo>
                <a:lnTo>
                  <a:pt x="272" y="205"/>
                </a:lnTo>
                <a:lnTo>
                  <a:pt x="249" y="234"/>
                </a:lnTo>
                <a:lnTo>
                  <a:pt x="166" y="295"/>
                </a:lnTo>
                <a:lnTo>
                  <a:pt x="160" y="369"/>
                </a:lnTo>
                <a:lnTo>
                  <a:pt x="126" y="398"/>
                </a:lnTo>
                <a:lnTo>
                  <a:pt x="95" y="341"/>
                </a:lnTo>
                <a:lnTo>
                  <a:pt x="83" y="296"/>
                </a:lnTo>
                <a:lnTo>
                  <a:pt x="72" y="285"/>
                </a:lnTo>
                <a:lnTo>
                  <a:pt x="63" y="202"/>
                </a:lnTo>
                <a:lnTo>
                  <a:pt x="56" y="199"/>
                </a:lnTo>
                <a:lnTo>
                  <a:pt x="51" y="217"/>
                </a:lnTo>
                <a:lnTo>
                  <a:pt x="32" y="223"/>
                </a:lnTo>
                <a:lnTo>
                  <a:pt x="12" y="201"/>
                </a:lnTo>
                <a:lnTo>
                  <a:pt x="31" y="189"/>
                </a:lnTo>
                <a:lnTo>
                  <a:pt x="12" y="193"/>
                </a:lnTo>
                <a:lnTo>
                  <a:pt x="0" y="18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6" name="Freeform 623">
            <a:extLst>
              <a:ext uri="{FF2B5EF4-FFF2-40B4-BE49-F238E27FC236}">
                <a16:creationId xmlns:a16="http://schemas.microsoft.com/office/drawing/2014/main" id="{95EE2FCF-A428-8F5C-6528-E191F4E7B89F}"/>
              </a:ext>
            </a:extLst>
          </p:cNvPr>
          <p:cNvSpPr>
            <a:spLocks/>
          </p:cNvSpPr>
          <p:nvPr/>
        </p:nvSpPr>
        <p:spPr bwMode="auto">
          <a:xfrm>
            <a:off x="4741810" y="4733457"/>
            <a:ext cx="300763" cy="251482"/>
          </a:xfrm>
          <a:custGeom>
            <a:avLst/>
            <a:gdLst>
              <a:gd name="T0" fmla="*/ 0 w 262"/>
              <a:gd name="T1" fmla="*/ 12162959 h 224"/>
              <a:gd name="T2" fmla="*/ 0 w 262"/>
              <a:gd name="T3" fmla="*/ 12162959 h 224"/>
              <a:gd name="T4" fmla="*/ 10905410 w 262"/>
              <a:gd name="T5" fmla="*/ 0 h 224"/>
              <a:gd name="T6" fmla="*/ 42065151 w 262"/>
              <a:gd name="T7" fmla="*/ 29539366 h 224"/>
              <a:gd name="T8" fmla="*/ 81014809 w 262"/>
              <a:gd name="T9" fmla="*/ 5213449 h 224"/>
              <a:gd name="T10" fmla="*/ 84130302 w 262"/>
              <a:gd name="T11" fmla="*/ 27801989 h 224"/>
              <a:gd name="T12" fmla="*/ 102825638 w 262"/>
              <a:gd name="T13" fmla="*/ 36490190 h 224"/>
              <a:gd name="T14" fmla="*/ 105942360 w 262"/>
              <a:gd name="T15" fmla="*/ 60817427 h 224"/>
              <a:gd name="T16" fmla="*/ 162028369 w 262"/>
              <a:gd name="T17" fmla="*/ 88619426 h 224"/>
              <a:gd name="T18" fmla="*/ 213442456 w 262"/>
              <a:gd name="T19" fmla="*/ 79931205 h 224"/>
              <a:gd name="T20" fmla="*/ 208767998 w 262"/>
              <a:gd name="T21" fmla="*/ 66029556 h 224"/>
              <a:gd name="T22" fmla="*/ 275760660 w 262"/>
              <a:gd name="T23" fmla="*/ 41703638 h 224"/>
              <a:gd name="T24" fmla="*/ 363007722 w 262"/>
              <a:gd name="T25" fmla="*/ 85143335 h 224"/>
              <a:gd name="T26" fmla="*/ 364565459 w 262"/>
              <a:gd name="T27" fmla="*/ 109470581 h 224"/>
              <a:gd name="T28" fmla="*/ 350543333 w 262"/>
              <a:gd name="T29" fmla="*/ 152911586 h 224"/>
              <a:gd name="T30" fmla="*/ 353658806 w 262"/>
              <a:gd name="T31" fmla="*/ 215466409 h 224"/>
              <a:gd name="T32" fmla="*/ 375470864 w 262"/>
              <a:gd name="T33" fmla="*/ 234580188 h 224"/>
              <a:gd name="T34" fmla="*/ 356775527 w 262"/>
              <a:gd name="T35" fmla="*/ 265856920 h 224"/>
              <a:gd name="T36" fmla="*/ 406630590 w 262"/>
              <a:gd name="T37" fmla="*/ 337099903 h 224"/>
              <a:gd name="T38" fmla="*/ 373913127 w 262"/>
              <a:gd name="T39" fmla="*/ 387491814 h 224"/>
              <a:gd name="T40" fmla="*/ 283550592 w 262"/>
              <a:gd name="T41" fmla="*/ 370115413 h 224"/>
              <a:gd name="T42" fmla="*/ 263297519 w 262"/>
              <a:gd name="T43" fmla="*/ 338837280 h 224"/>
              <a:gd name="T44" fmla="*/ 200978066 w 262"/>
              <a:gd name="T45" fmla="*/ 349264258 h 224"/>
              <a:gd name="T46" fmla="*/ 155797422 w 262"/>
              <a:gd name="T47" fmla="*/ 317986125 h 224"/>
              <a:gd name="T48" fmla="*/ 124637696 w 262"/>
              <a:gd name="T49" fmla="*/ 258907414 h 224"/>
              <a:gd name="T50" fmla="*/ 101267901 w 262"/>
              <a:gd name="T51" fmla="*/ 248480518 h 224"/>
              <a:gd name="T52" fmla="*/ 95035706 w 262"/>
              <a:gd name="T53" fmla="*/ 262382167 h 224"/>
              <a:gd name="T54" fmla="*/ 66992682 w 262"/>
              <a:gd name="T55" fmla="*/ 201564761 h 224"/>
              <a:gd name="T56" fmla="*/ 28043015 w 262"/>
              <a:gd name="T57" fmla="*/ 165074540 h 224"/>
              <a:gd name="T58" fmla="*/ 46739609 w 262"/>
              <a:gd name="T59" fmla="*/ 109470581 h 224"/>
              <a:gd name="T60" fmla="*/ 29601999 w 262"/>
              <a:gd name="T61" fmla="*/ 102519757 h 224"/>
              <a:gd name="T62" fmla="*/ 14022131 w 262"/>
              <a:gd name="T63" fmla="*/ 71243004 h 224"/>
              <a:gd name="T64" fmla="*/ 0 w 262"/>
              <a:gd name="T65" fmla="*/ 12162959 h 224"/>
              <a:gd name="T66" fmla="*/ 0 w 262"/>
              <a:gd name="T67" fmla="*/ 12162959 h 22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262"/>
              <a:gd name="T103" fmla="*/ 0 h 224"/>
              <a:gd name="T104" fmla="*/ 262 w 262"/>
              <a:gd name="T105" fmla="*/ 224 h 22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262" h="224">
                <a:moveTo>
                  <a:pt x="0" y="7"/>
                </a:moveTo>
                <a:lnTo>
                  <a:pt x="0" y="7"/>
                </a:lnTo>
                <a:lnTo>
                  <a:pt x="7" y="0"/>
                </a:lnTo>
                <a:lnTo>
                  <a:pt x="27" y="17"/>
                </a:lnTo>
                <a:lnTo>
                  <a:pt x="52" y="3"/>
                </a:lnTo>
                <a:lnTo>
                  <a:pt x="54" y="16"/>
                </a:lnTo>
                <a:lnTo>
                  <a:pt x="66" y="21"/>
                </a:lnTo>
                <a:lnTo>
                  <a:pt x="68" y="35"/>
                </a:lnTo>
                <a:lnTo>
                  <a:pt x="104" y="51"/>
                </a:lnTo>
                <a:lnTo>
                  <a:pt x="137" y="46"/>
                </a:lnTo>
                <a:lnTo>
                  <a:pt x="134" y="38"/>
                </a:lnTo>
                <a:lnTo>
                  <a:pt x="177" y="24"/>
                </a:lnTo>
                <a:lnTo>
                  <a:pt x="233" y="49"/>
                </a:lnTo>
                <a:lnTo>
                  <a:pt x="234" y="63"/>
                </a:lnTo>
                <a:lnTo>
                  <a:pt x="225" y="88"/>
                </a:lnTo>
                <a:lnTo>
                  <a:pt x="227" y="124"/>
                </a:lnTo>
                <a:lnTo>
                  <a:pt x="241" y="135"/>
                </a:lnTo>
                <a:lnTo>
                  <a:pt x="229" y="153"/>
                </a:lnTo>
                <a:lnTo>
                  <a:pt x="261" y="194"/>
                </a:lnTo>
                <a:lnTo>
                  <a:pt x="240" y="223"/>
                </a:lnTo>
                <a:lnTo>
                  <a:pt x="182" y="213"/>
                </a:lnTo>
                <a:lnTo>
                  <a:pt x="169" y="195"/>
                </a:lnTo>
                <a:lnTo>
                  <a:pt x="129" y="201"/>
                </a:lnTo>
                <a:lnTo>
                  <a:pt x="100" y="183"/>
                </a:lnTo>
                <a:lnTo>
                  <a:pt x="80" y="149"/>
                </a:lnTo>
                <a:lnTo>
                  <a:pt x="65" y="143"/>
                </a:lnTo>
                <a:lnTo>
                  <a:pt x="61" y="151"/>
                </a:lnTo>
                <a:lnTo>
                  <a:pt x="43" y="116"/>
                </a:lnTo>
                <a:lnTo>
                  <a:pt x="18" y="95"/>
                </a:lnTo>
                <a:lnTo>
                  <a:pt x="30" y="63"/>
                </a:lnTo>
                <a:lnTo>
                  <a:pt x="19" y="59"/>
                </a:lnTo>
                <a:lnTo>
                  <a:pt x="9" y="41"/>
                </a:lnTo>
                <a:lnTo>
                  <a:pt x="0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27" name="Group 35">
            <a:extLst>
              <a:ext uri="{FF2B5EF4-FFF2-40B4-BE49-F238E27FC236}">
                <a16:creationId xmlns:a16="http://schemas.microsoft.com/office/drawing/2014/main" id="{640A791E-361B-F7F4-1FC2-A21FFD5F8C52}"/>
              </a:ext>
            </a:extLst>
          </p:cNvPr>
          <p:cNvGrpSpPr>
            <a:grpSpLocks/>
          </p:cNvGrpSpPr>
          <p:nvPr/>
        </p:nvGrpSpPr>
        <p:grpSpPr bwMode="auto">
          <a:xfrm>
            <a:off x="6080641" y="4633371"/>
            <a:ext cx="254042" cy="248776"/>
            <a:chOff x="4850" y="2769"/>
            <a:chExt cx="221" cy="223"/>
          </a:xfrm>
          <a:solidFill>
            <a:schemeClr val="accent2"/>
          </a:solidFill>
        </p:grpSpPr>
        <p:sp>
          <p:nvSpPr>
            <p:cNvPr id="328" name="Freeform 625">
              <a:extLst>
                <a:ext uri="{FF2B5EF4-FFF2-40B4-BE49-F238E27FC236}">
                  <a16:creationId xmlns:a16="http://schemas.microsoft.com/office/drawing/2014/main" id="{6CD50AAB-3522-B742-9EB9-C1947F86C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954"/>
              <a:ext cx="33" cy="38"/>
            </a:xfrm>
            <a:custGeom>
              <a:avLst/>
              <a:gdLst>
                <a:gd name="T0" fmla="*/ 0 w 33"/>
                <a:gd name="T1" fmla="*/ 10 h 38"/>
                <a:gd name="T2" fmla="*/ 0 w 33"/>
                <a:gd name="T3" fmla="*/ 10 h 38"/>
                <a:gd name="T4" fmla="*/ 1 w 33"/>
                <a:gd name="T5" fmla="*/ 19 h 38"/>
                <a:gd name="T6" fmla="*/ 8 w 33"/>
                <a:gd name="T7" fmla="*/ 10 h 38"/>
                <a:gd name="T8" fmla="*/ 12 w 33"/>
                <a:gd name="T9" fmla="*/ 15 h 38"/>
                <a:gd name="T10" fmla="*/ 8 w 33"/>
                <a:gd name="T11" fmla="*/ 37 h 38"/>
                <a:gd name="T12" fmla="*/ 23 w 33"/>
                <a:gd name="T13" fmla="*/ 37 h 38"/>
                <a:gd name="T14" fmla="*/ 32 w 33"/>
                <a:gd name="T15" fmla="*/ 14 h 38"/>
                <a:gd name="T16" fmla="*/ 27 w 33"/>
                <a:gd name="T17" fmla="*/ 1 h 38"/>
                <a:gd name="T18" fmla="*/ 12 w 33"/>
                <a:gd name="T19" fmla="*/ 0 h 38"/>
                <a:gd name="T20" fmla="*/ 0 w 33"/>
                <a:gd name="T21" fmla="*/ 10 h 38"/>
                <a:gd name="T22" fmla="*/ 0 w 33"/>
                <a:gd name="T23" fmla="*/ 10 h 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38"/>
                <a:gd name="T38" fmla="*/ 33 w 33"/>
                <a:gd name="T39" fmla="*/ 38 h 3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38">
                  <a:moveTo>
                    <a:pt x="0" y="10"/>
                  </a:moveTo>
                  <a:lnTo>
                    <a:pt x="0" y="10"/>
                  </a:lnTo>
                  <a:lnTo>
                    <a:pt x="1" y="19"/>
                  </a:lnTo>
                  <a:lnTo>
                    <a:pt x="8" y="10"/>
                  </a:lnTo>
                  <a:lnTo>
                    <a:pt x="12" y="15"/>
                  </a:lnTo>
                  <a:lnTo>
                    <a:pt x="8" y="37"/>
                  </a:lnTo>
                  <a:lnTo>
                    <a:pt x="23" y="37"/>
                  </a:lnTo>
                  <a:lnTo>
                    <a:pt x="32" y="14"/>
                  </a:lnTo>
                  <a:lnTo>
                    <a:pt x="27" y="1"/>
                  </a:lnTo>
                  <a:lnTo>
                    <a:pt x="12" y="0"/>
                  </a:lnTo>
                  <a:lnTo>
                    <a:pt x="0" y="1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9" name="Freeform 626">
              <a:extLst>
                <a:ext uri="{FF2B5EF4-FFF2-40B4-BE49-F238E27FC236}">
                  <a16:creationId xmlns:a16="http://schemas.microsoft.com/office/drawing/2014/main" id="{86FD29E3-3417-A3EB-AB1A-DF9586567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2835"/>
              <a:ext cx="155" cy="125"/>
            </a:xfrm>
            <a:custGeom>
              <a:avLst/>
              <a:gdLst>
                <a:gd name="T0" fmla="*/ 0 w 155"/>
                <a:gd name="T1" fmla="*/ 116 h 125"/>
                <a:gd name="T2" fmla="*/ 0 w 155"/>
                <a:gd name="T3" fmla="*/ 116 h 125"/>
                <a:gd name="T4" fmla="*/ 27 w 155"/>
                <a:gd name="T5" fmla="*/ 93 h 125"/>
                <a:gd name="T6" fmla="*/ 66 w 155"/>
                <a:gd name="T7" fmla="*/ 93 h 125"/>
                <a:gd name="T8" fmla="*/ 82 w 155"/>
                <a:gd name="T9" fmla="*/ 65 h 125"/>
                <a:gd name="T10" fmla="*/ 89 w 155"/>
                <a:gd name="T11" fmla="*/ 63 h 125"/>
                <a:gd name="T12" fmla="*/ 89 w 155"/>
                <a:gd name="T13" fmla="*/ 74 h 125"/>
                <a:gd name="T14" fmla="*/ 107 w 155"/>
                <a:gd name="T15" fmla="*/ 63 h 125"/>
                <a:gd name="T16" fmla="*/ 122 w 155"/>
                <a:gd name="T17" fmla="*/ 42 h 125"/>
                <a:gd name="T18" fmla="*/ 129 w 155"/>
                <a:gd name="T19" fmla="*/ 6 h 125"/>
                <a:gd name="T20" fmla="*/ 141 w 155"/>
                <a:gd name="T21" fmla="*/ 8 h 125"/>
                <a:gd name="T22" fmla="*/ 137 w 155"/>
                <a:gd name="T23" fmla="*/ 0 h 125"/>
                <a:gd name="T24" fmla="*/ 144 w 155"/>
                <a:gd name="T25" fmla="*/ 1 h 125"/>
                <a:gd name="T26" fmla="*/ 154 w 155"/>
                <a:gd name="T27" fmla="*/ 30 h 125"/>
                <a:gd name="T28" fmla="*/ 141 w 155"/>
                <a:gd name="T29" fmla="*/ 51 h 125"/>
                <a:gd name="T30" fmla="*/ 141 w 155"/>
                <a:gd name="T31" fmla="*/ 70 h 125"/>
                <a:gd name="T32" fmla="*/ 131 w 155"/>
                <a:gd name="T33" fmla="*/ 98 h 125"/>
                <a:gd name="T34" fmla="*/ 124 w 155"/>
                <a:gd name="T35" fmla="*/ 102 h 125"/>
                <a:gd name="T36" fmla="*/ 124 w 155"/>
                <a:gd name="T37" fmla="*/ 91 h 125"/>
                <a:gd name="T38" fmla="*/ 101 w 155"/>
                <a:gd name="T39" fmla="*/ 107 h 125"/>
                <a:gd name="T40" fmla="*/ 82 w 155"/>
                <a:gd name="T41" fmla="*/ 100 h 125"/>
                <a:gd name="T42" fmla="*/ 83 w 155"/>
                <a:gd name="T43" fmla="*/ 113 h 125"/>
                <a:gd name="T44" fmla="*/ 67 w 155"/>
                <a:gd name="T45" fmla="*/ 124 h 125"/>
                <a:gd name="T46" fmla="*/ 62 w 155"/>
                <a:gd name="T47" fmla="*/ 106 h 125"/>
                <a:gd name="T48" fmla="*/ 0 w 155"/>
                <a:gd name="T49" fmla="*/ 116 h 125"/>
                <a:gd name="T50" fmla="*/ 0 w 155"/>
                <a:gd name="T51" fmla="*/ 116 h 12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5"/>
                <a:gd name="T79" fmla="*/ 0 h 125"/>
                <a:gd name="T80" fmla="*/ 155 w 155"/>
                <a:gd name="T81" fmla="*/ 125 h 12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5" h="125">
                  <a:moveTo>
                    <a:pt x="0" y="116"/>
                  </a:moveTo>
                  <a:lnTo>
                    <a:pt x="0" y="116"/>
                  </a:lnTo>
                  <a:lnTo>
                    <a:pt x="27" y="93"/>
                  </a:lnTo>
                  <a:lnTo>
                    <a:pt x="66" y="93"/>
                  </a:lnTo>
                  <a:lnTo>
                    <a:pt x="82" y="65"/>
                  </a:lnTo>
                  <a:lnTo>
                    <a:pt x="89" y="63"/>
                  </a:lnTo>
                  <a:lnTo>
                    <a:pt x="89" y="74"/>
                  </a:lnTo>
                  <a:lnTo>
                    <a:pt x="107" y="63"/>
                  </a:lnTo>
                  <a:lnTo>
                    <a:pt x="122" y="42"/>
                  </a:lnTo>
                  <a:lnTo>
                    <a:pt x="129" y="6"/>
                  </a:lnTo>
                  <a:lnTo>
                    <a:pt x="141" y="8"/>
                  </a:lnTo>
                  <a:lnTo>
                    <a:pt x="137" y="0"/>
                  </a:lnTo>
                  <a:lnTo>
                    <a:pt x="144" y="1"/>
                  </a:lnTo>
                  <a:lnTo>
                    <a:pt x="154" y="30"/>
                  </a:lnTo>
                  <a:lnTo>
                    <a:pt x="141" y="51"/>
                  </a:lnTo>
                  <a:lnTo>
                    <a:pt x="141" y="70"/>
                  </a:lnTo>
                  <a:lnTo>
                    <a:pt x="131" y="98"/>
                  </a:lnTo>
                  <a:lnTo>
                    <a:pt x="124" y="102"/>
                  </a:lnTo>
                  <a:lnTo>
                    <a:pt x="124" y="91"/>
                  </a:lnTo>
                  <a:lnTo>
                    <a:pt x="101" y="107"/>
                  </a:lnTo>
                  <a:lnTo>
                    <a:pt x="82" y="100"/>
                  </a:lnTo>
                  <a:lnTo>
                    <a:pt x="83" y="113"/>
                  </a:lnTo>
                  <a:lnTo>
                    <a:pt x="67" y="124"/>
                  </a:lnTo>
                  <a:lnTo>
                    <a:pt x="62" y="106"/>
                  </a:lnTo>
                  <a:lnTo>
                    <a:pt x="0" y="11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0" name="Freeform 627">
              <a:extLst>
                <a:ext uri="{FF2B5EF4-FFF2-40B4-BE49-F238E27FC236}">
                  <a16:creationId xmlns:a16="http://schemas.microsoft.com/office/drawing/2014/main" id="{4EEBA8B6-67CC-A10F-82DF-D257B0CE9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948"/>
              <a:ext cx="32" cy="23"/>
            </a:xfrm>
            <a:custGeom>
              <a:avLst/>
              <a:gdLst>
                <a:gd name="T0" fmla="*/ 0 w 32"/>
                <a:gd name="T1" fmla="*/ 12 h 23"/>
                <a:gd name="T2" fmla="*/ 0 w 32"/>
                <a:gd name="T3" fmla="*/ 12 h 23"/>
                <a:gd name="T4" fmla="*/ 10 w 32"/>
                <a:gd name="T5" fmla="*/ 22 h 23"/>
                <a:gd name="T6" fmla="*/ 28 w 32"/>
                <a:gd name="T7" fmla="*/ 14 h 23"/>
                <a:gd name="T8" fmla="*/ 31 w 32"/>
                <a:gd name="T9" fmla="*/ 0 h 23"/>
                <a:gd name="T10" fmla="*/ 0 w 32"/>
                <a:gd name="T11" fmla="*/ 12 h 23"/>
                <a:gd name="T12" fmla="*/ 0 w 32"/>
                <a:gd name="T13" fmla="*/ 1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3"/>
                <a:gd name="T23" fmla="*/ 32 w 32"/>
                <a:gd name="T24" fmla="*/ 23 h 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3">
                  <a:moveTo>
                    <a:pt x="0" y="12"/>
                  </a:moveTo>
                  <a:lnTo>
                    <a:pt x="0" y="12"/>
                  </a:lnTo>
                  <a:lnTo>
                    <a:pt x="10" y="22"/>
                  </a:lnTo>
                  <a:lnTo>
                    <a:pt x="28" y="14"/>
                  </a:lnTo>
                  <a:lnTo>
                    <a:pt x="31" y="0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1" name="Freeform 628">
              <a:extLst>
                <a:ext uri="{FF2B5EF4-FFF2-40B4-BE49-F238E27FC236}">
                  <a16:creationId xmlns:a16="http://schemas.microsoft.com/office/drawing/2014/main" id="{C01C48CD-0566-734C-7791-46E267C33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" y="2769"/>
              <a:ext cx="81" cy="67"/>
            </a:xfrm>
            <a:custGeom>
              <a:avLst/>
              <a:gdLst>
                <a:gd name="T0" fmla="*/ 0 w 81"/>
                <a:gd name="T1" fmla="*/ 47 h 67"/>
                <a:gd name="T2" fmla="*/ 0 w 81"/>
                <a:gd name="T3" fmla="*/ 47 h 67"/>
                <a:gd name="T4" fmla="*/ 3 w 81"/>
                <a:gd name="T5" fmla="*/ 66 h 67"/>
                <a:gd name="T6" fmla="*/ 17 w 81"/>
                <a:gd name="T7" fmla="*/ 59 h 67"/>
                <a:gd name="T8" fmla="*/ 8 w 81"/>
                <a:gd name="T9" fmla="*/ 48 h 67"/>
                <a:gd name="T10" fmla="*/ 46 w 81"/>
                <a:gd name="T11" fmla="*/ 58 h 67"/>
                <a:gd name="T12" fmla="*/ 55 w 81"/>
                <a:gd name="T13" fmla="*/ 42 h 67"/>
                <a:gd name="T14" fmla="*/ 80 w 81"/>
                <a:gd name="T15" fmla="*/ 37 h 67"/>
                <a:gd name="T16" fmla="*/ 71 w 81"/>
                <a:gd name="T17" fmla="*/ 27 h 67"/>
                <a:gd name="T18" fmla="*/ 74 w 81"/>
                <a:gd name="T19" fmla="*/ 18 h 67"/>
                <a:gd name="T20" fmla="*/ 53 w 81"/>
                <a:gd name="T21" fmla="*/ 20 h 67"/>
                <a:gd name="T22" fmla="*/ 27 w 81"/>
                <a:gd name="T23" fmla="*/ 0 h 67"/>
                <a:gd name="T24" fmla="*/ 18 w 81"/>
                <a:gd name="T25" fmla="*/ 38 h 67"/>
                <a:gd name="T26" fmla="*/ 7 w 81"/>
                <a:gd name="T27" fmla="*/ 35 h 67"/>
                <a:gd name="T28" fmla="*/ 0 w 81"/>
                <a:gd name="T29" fmla="*/ 47 h 67"/>
                <a:gd name="T30" fmla="*/ 0 w 81"/>
                <a:gd name="T31" fmla="*/ 4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1"/>
                <a:gd name="T49" fmla="*/ 0 h 67"/>
                <a:gd name="T50" fmla="*/ 81 w 81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1" h="67">
                  <a:moveTo>
                    <a:pt x="0" y="47"/>
                  </a:moveTo>
                  <a:lnTo>
                    <a:pt x="0" y="47"/>
                  </a:lnTo>
                  <a:lnTo>
                    <a:pt x="3" y="66"/>
                  </a:lnTo>
                  <a:lnTo>
                    <a:pt x="17" y="59"/>
                  </a:lnTo>
                  <a:lnTo>
                    <a:pt x="8" y="48"/>
                  </a:lnTo>
                  <a:lnTo>
                    <a:pt x="46" y="58"/>
                  </a:lnTo>
                  <a:lnTo>
                    <a:pt x="55" y="42"/>
                  </a:lnTo>
                  <a:lnTo>
                    <a:pt x="80" y="37"/>
                  </a:lnTo>
                  <a:lnTo>
                    <a:pt x="71" y="27"/>
                  </a:lnTo>
                  <a:lnTo>
                    <a:pt x="74" y="18"/>
                  </a:lnTo>
                  <a:lnTo>
                    <a:pt x="53" y="20"/>
                  </a:lnTo>
                  <a:lnTo>
                    <a:pt x="27" y="0"/>
                  </a:lnTo>
                  <a:lnTo>
                    <a:pt x="18" y="38"/>
                  </a:lnTo>
                  <a:lnTo>
                    <a:pt x="7" y="35"/>
                  </a:lnTo>
                  <a:lnTo>
                    <a:pt x="0" y="4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2" name="Freeform 629">
            <a:extLst>
              <a:ext uri="{FF2B5EF4-FFF2-40B4-BE49-F238E27FC236}">
                <a16:creationId xmlns:a16="http://schemas.microsoft.com/office/drawing/2014/main" id="{99C26B28-B718-1116-10E0-533C6EE464B2}"/>
              </a:ext>
            </a:extLst>
          </p:cNvPr>
          <p:cNvSpPr>
            <a:spLocks/>
          </p:cNvSpPr>
          <p:nvPr/>
        </p:nvSpPr>
        <p:spPr bwMode="auto">
          <a:xfrm>
            <a:off x="5997420" y="4680727"/>
            <a:ext cx="100740" cy="94643"/>
          </a:xfrm>
          <a:custGeom>
            <a:avLst/>
            <a:gdLst>
              <a:gd name="T0" fmla="*/ 0 w 87"/>
              <a:gd name="T1" fmla="*/ 82254980 h 84"/>
              <a:gd name="T2" fmla="*/ 0 w 87"/>
              <a:gd name="T3" fmla="*/ 82254980 h 84"/>
              <a:gd name="T4" fmla="*/ 25363482 w 87"/>
              <a:gd name="T5" fmla="*/ 94505205 h 84"/>
              <a:gd name="T6" fmla="*/ 9510832 w 87"/>
              <a:gd name="T7" fmla="*/ 136509117 h 84"/>
              <a:gd name="T8" fmla="*/ 47555429 w 87"/>
              <a:gd name="T9" fmla="*/ 145258884 h 84"/>
              <a:gd name="T10" fmla="*/ 87186425 w 87"/>
              <a:gd name="T11" fmla="*/ 120757154 h 84"/>
              <a:gd name="T12" fmla="*/ 69748624 w 87"/>
              <a:gd name="T13" fmla="*/ 87505655 h 84"/>
              <a:gd name="T14" fmla="*/ 115718915 w 87"/>
              <a:gd name="T15" fmla="*/ 56003032 h 84"/>
              <a:gd name="T16" fmla="*/ 136326972 w 87"/>
              <a:gd name="T17" fmla="*/ 14000427 h 84"/>
              <a:gd name="T18" fmla="*/ 134741833 w 87"/>
              <a:gd name="T19" fmla="*/ 8751093 h 84"/>
              <a:gd name="T20" fmla="*/ 125231004 w 87"/>
              <a:gd name="T21" fmla="*/ 0 h 84"/>
              <a:gd name="T22" fmla="*/ 84014889 w 87"/>
              <a:gd name="T23" fmla="*/ 28002177 h 84"/>
              <a:gd name="T24" fmla="*/ 84014889 w 87"/>
              <a:gd name="T25" fmla="*/ 43752828 h 84"/>
              <a:gd name="T26" fmla="*/ 55482379 w 87"/>
              <a:gd name="T27" fmla="*/ 38502163 h 84"/>
              <a:gd name="T28" fmla="*/ 0 w 87"/>
              <a:gd name="T29" fmla="*/ 82254980 h 84"/>
              <a:gd name="T30" fmla="*/ 0 w 87"/>
              <a:gd name="T31" fmla="*/ 82254980 h 8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7"/>
              <a:gd name="T49" fmla="*/ 0 h 84"/>
              <a:gd name="T50" fmla="*/ 87 w 87"/>
              <a:gd name="T51" fmla="*/ 84 h 8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7" h="84">
                <a:moveTo>
                  <a:pt x="0" y="47"/>
                </a:moveTo>
                <a:lnTo>
                  <a:pt x="0" y="47"/>
                </a:lnTo>
                <a:lnTo>
                  <a:pt x="16" y="54"/>
                </a:lnTo>
                <a:lnTo>
                  <a:pt x="6" y="78"/>
                </a:lnTo>
                <a:lnTo>
                  <a:pt x="30" y="83"/>
                </a:lnTo>
                <a:lnTo>
                  <a:pt x="55" y="69"/>
                </a:lnTo>
                <a:lnTo>
                  <a:pt x="44" y="50"/>
                </a:lnTo>
                <a:lnTo>
                  <a:pt x="73" y="32"/>
                </a:lnTo>
                <a:lnTo>
                  <a:pt x="86" y="8"/>
                </a:lnTo>
                <a:lnTo>
                  <a:pt x="85" y="5"/>
                </a:lnTo>
                <a:lnTo>
                  <a:pt x="79" y="0"/>
                </a:lnTo>
                <a:lnTo>
                  <a:pt x="53" y="16"/>
                </a:lnTo>
                <a:lnTo>
                  <a:pt x="53" y="25"/>
                </a:lnTo>
                <a:lnTo>
                  <a:pt x="35" y="22"/>
                </a:lnTo>
                <a:lnTo>
                  <a:pt x="0" y="4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3" name="Freeform 630">
            <a:extLst>
              <a:ext uri="{FF2B5EF4-FFF2-40B4-BE49-F238E27FC236}">
                <a16:creationId xmlns:a16="http://schemas.microsoft.com/office/drawing/2014/main" id="{7CA4B497-B9D5-1505-7FE8-1D43071EA46B}"/>
              </a:ext>
            </a:extLst>
          </p:cNvPr>
          <p:cNvSpPr>
            <a:spLocks/>
          </p:cNvSpPr>
          <p:nvPr/>
        </p:nvSpPr>
        <p:spPr bwMode="auto">
          <a:xfrm>
            <a:off x="6028080" y="4759147"/>
            <a:ext cx="52561" cy="73011"/>
          </a:xfrm>
          <a:custGeom>
            <a:avLst/>
            <a:gdLst>
              <a:gd name="T0" fmla="*/ 0 w 48"/>
              <a:gd name="T1" fmla="*/ 109657851 h 66"/>
              <a:gd name="T2" fmla="*/ 0 w 48"/>
              <a:gd name="T3" fmla="*/ 109657851 h 66"/>
              <a:gd name="T4" fmla="*/ 7087791 w 48"/>
              <a:gd name="T5" fmla="*/ 23618536 h 66"/>
              <a:gd name="T6" fmla="*/ 42527939 w 48"/>
              <a:gd name="T7" fmla="*/ 0 h 66"/>
              <a:gd name="T8" fmla="*/ 66626182 w 48"/>
              <a:gd name="T9" fmla="*/ 67482449 h 66"/>
              <a:gd name="T10" fmla="*/ 42527939 w 48"/>
              <a:gd name="T11" fmla="*/ 99535812 h 66"/>
              <a:gd name="T12" fmla="*/ 0 w 48"/>
              <a:gd name="T13" fmla="*/ 109657851 h 66"/>
              <a:gd name="T14" fmla="*/ 0 w 48"/>
              <a:gd name="T15" fmla="*/ 109657851 h 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8"/>
              <a:gd name="T25" fmla="*/ 0 h 66"/>
              <a:gd name="T26" fmla="*/ 48 w 48"/>
              <a:gd name="T27" fmla="*/ 66 h 6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8" h="66">
                <a:moveTo>
                  <a:pt x="0" y="65"/>
                </a:moveTo>
                <a:lnTo>
                  <a:pt x="0" y="65"/>
                </a:lnTo>
                <a:lnTo>
                  <a:pt x="5" y="14"/>
                </a:lnTo>
                <a:lnTo>
                  <a:pt x="30" y="0"/>
                </a:lnTo>
                <a:lnTo>
                  <a:pt x="47" y="40"/>
                </a:lnTo>
                <a:lnTo>
                  <a:pt x="30" y="59"/>
                </a:lnTo>
                <a:lnTo>
                  <a:pt x="0" y="6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4" name="Freeform 631">
            <a:extLst>
              <a:ext uri="{FF2B5EF4-FFF2-40B4-BE49-F238E27FC236}">
                <a16:creationId xmlns:a16="http://schemas.microsoft.com/office/drawing/2014/main" id="{6978D2E0-1AD4-9D1F-4B8C-113DA4F867F0}"/>
              </a:ext>
            </a:extLst>
          </p:cNvPr>
          <p:cNvSpPr>
            <a:spLocks/>
          </p:cNvSpPr>
          <p:nvPr/>
        </p:nvSpPr>
        <p:spPr bwMode="auto">
          <a:xfrm>
            <a:off x="5620738" y="5025501"/>
            <a:ext cx="112420" cy="127093"/>
          </a:xfrm>
          <a:custGeom>
            <a:avLst/>
            <a:gdLst>
              <a:gd name="T0" fmla="*/ 0 w 99"/>
              <a:gd name="T1" fmla="*/ 42094425 h 115"/>
              <a:gd name="T2" fmla="*/ 0 w 99"/>
              <a:gd name="T3" fmla="*/ 42094425 h 115"/>
              <a:gd name="T4" fmla="*/ 19818444 w 99"/>
              <a:gd name="T5" fmla="*/ 69035380 h 115"/>
              <a:gd name="T6" fmla="*/ 13720178 w 99"/>
              <a:gd name="T7" fmla="*/ 116181404 h 115"/>
              <a:gd name="T8" fmla="*/ 67079713 w 99"/>
              <a:gd name="T9" fmla="*/ 95976345 h 115"/>
              <a:gd name="T10" fmla="*/ 89946687 w 99"/>
              <a:gd name="T11" fmla="*/ 116181404 h 115"/>
              <a:gd name="T12" fmla="*/ 109766361 w 99"/>
              <a:gd name="T13" fmla="*/ 163327409 h 115"/>
              <a:gd name="T14" fmla="*/ 102143220 w 99"/>
              <a:gd name="T15" fmla="*/ 191951392 h 115"/>
              <a:gd name="T16" fmla="*/ 149403240 w 99"/>
              <a:gd name="T17" fmla="*/ 183532509 h 115"/>
              <a:gd name="T18" fmla="*/ 126536285 w 99"/>
              <a:gd name="T19" fmla="*/ 121232994 h 115"/>
              <a:gd name="T20" fmla="*/ 76226495 w 99"/>
              <a:gd name="T21" fmla="*/ 75769967 h 115"/>
              <a:gd name="T22" fmla="*/ 89946687 w 99"/>
              <a:gd name="T23" fmla="*/ 50513318 h 115"/>
              <a:gd name="T24" fmla="*/ 62505087 w 99"/>
              <a:gd name="T25" fmla="*/ 35359838 h 115"/>
              <a:gd name="T26" fmla="*/ 41161773 w 99"/>
              <a:gd name="T27" fmla="*/ 0 h 115"/>
              <a:gd name="T28" fmla="*/ 27441590 w 99"/>
              <a:gd name="T29" fmla="*/ 0 h 115"/>
              <a:gd name="T30" fmla="*/ 28966466 w 99"/>
              <a:gd name="T31" fmla="*/ 26940955 h 115"/>
              <a:gd name="T32" fmla="*/ 19818444 w 99"/>
              <a:gd name="T33" fmla="*/ 20205065 h 115"/>
              <a:gd name="T34" fmla="*/ 0 w 99"/>
              <a:gd name="T35" fmla="*/ 42094425 h 115"/>
              <a:gd name="T36" fmla="*/ 0 w 99"/>
              <a:gd name="T37" fmla="*/ 42094425 h 11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9"/>
              <a:gd name="T58" fmla="*/ 0 h 115"/>
              <a:gd name="T59" fmla="*/ 99 w 99"/>
              <a:gd name="T60" fmla="*/ 115 h 11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9" h="115">
                <a:moveTo>
                  <a:pt x="0" y="25"/>
                </a:moveTo>
                <a:lnTo>
                  <a:pt x="0" y="25"/>
                </a:lnTo>
                <a:lnTo>
                  <a:pt x="13" y="41"/>
                </a:lnTo>
                <a:lnTo>
                  <a:pt x="9" y="69"/>
                </a:lnTo>
                <a:lnTo>
                  <a:pt x="44" y="57"/>
                </a:lnTo>
                <a:lnTo>
                  <a:pt x="59" y="69"/>
                </a:lnTo>
                <a:lnTo>
                  <a:pt x="72" y="97"/>
                </a:lnTo>
                <a:lnTo>
                  <a:pt x="67" y="114"/>
                </a:lnTo>
                <a:lnTo>
                  <a:pt x="98" y="109"/>
                </a:lnTo>
                <a:lnTo>
                  <a:pt x="83" y="72"/>
                </a:lnTo>
                <a:lnTo>
                  <a:pt x="50" y="45"/>
                </a:lnTo>
                <a:lnTo>
                  <a:pt x="59" y="30"/>
                </a:lnTo>
                <a:lnTo>
                  <a:pt x="41" y="21"/>
                </a:lnTo>
                <a:lnTo>
                  <a:pt x="27" y="0"/>
                </a:lnTo>
                <a:lnTo>
                  <a:pt x="18" y="0"/>
                </a:lnTo>
                <a:lnTo>
                  <a:pt x="19" y="16"/>
                </a:lnTo>
                <a:lnTo>
                  <a:pt x="13" y="12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35" name="Group 43">
            <a:extLst>
              <a:ext uri="{FF2B5EF4-FFF2-40B4-BE49-F238E27FC236}">
                <a16:creationId xmlns:a16="http://schemas.microsoft.com/office/drawing/2014/main" id="{91F25DDA-B566-91C7-FB46-B5C2DB41C902}"/>
              </a:ext>
            </a:extLst>
          </p:cNvPr>
          <p:cNvGrpSpPr>
            <a:grpSpLocks/>
          </p:cNvGrpSpPr>
          <p:nvPr/>
        </p:nvGrpSpPr>
        <p:grpSpPr bwMode="auto">
          <a:xfrm>
            <a:off x="1845143" y="3676147"/>
            <a:ext cx="1384088" cy="1023508"/>
            <a:chOff x="1156" y="1908"/>
            <a:chExt cx="1207" cy="919"/>
          </a:xfrm>
          <a:solidFill>
            <a:schemeClr val="accent2"/>
          </a:solidFill>
        </p:grpSpPr>
        <p:sp>
          <p:nvSpPr>
            <p:cNvPr id="336" name="Freeform 633">
              <a:extLst>
                <a:ext uri="{FF2B5EF4-FFF2-40B4-BE49-F238E27FC236}">
                  <a16:creationId xmlns:a16="http://schemas.microsoft.com/office/drawing/2014/main" id="{9B38B644-6514-E793-A95A-4C97DA23F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232"/>
              <a:ext cx="1166" cy="595"/>
            </a:xfrm>
            <a:custGeom>
              <a:avLst/>
              <a:gdLst>
                <a:gd name="T0" fmla="*/ 93 w 1166"/>
                <a:gd name="T1" fmla="*/ 82 h 595"/>
                <a:gd name="T2" fmla="*/ 110 w 1166"/>
                <a:gd name="T3" fmla="*/ 69 h 595"/>
                <a:gd name="T4" fmla="*/ 177 w 1166"/>
                <a:gd name="T5" fmla="*/ 35 h 595"/>
                <a:gd name="T6" fmla="*/ 250 w 1166"/>
                <a:gd name="T7" fmla="*/ 52 h 595"/>
                <a:gd name="T8" fmla="*/ 347 w 1166"/>
                <a:gd name="T9" fmla="*/ 95 h 595"/>
                <a:gd name="T10" fmla="*/ 453 w 1166"/>
                <a:gd name="T11" fmla="*/ 123 h 595"/>
                <a:gd name="T12" fmla="*/ 450 w 1166"/>
                <a:gd name="T13" fmla="*/ 93 h 595"/>
                <a:gd name="T14" fmla="*/ 515 w 1166"/>
                <a:gd name="T15" fmla="*/ 93 h 595"/>
                <a:gd name="T16" fmla="*/ 595 w 1166"/>
                <a:gd name="T17" fmla="*/ 105 h 595"/>
                <a:gd name="T18" fmla="*/ 597 w 1166"/>
                <a:gd name="T19" fmla="*/ 85 h 595"/>
                <a:gd name="T20" fmla="*/ 624 w 1166"/>
                <a:gd name="T21" fmla="*/ 114 h 595"/>
                <a:gd name="T22" fmla="*/ 632 w 1166"/>
                <a:gd name="T23" fmla="*/ 78 h 595"/>
                <a:gd name="T24" fmla="*/ 620 w 1166"/>
                <a:gd name="T25" fmla="*/ 18 h 595"/>
                <a:gd name="T26" fmla="*/ 676 w 1166"/>
                <a:gd name="T27" fmla="*/ 44 h 595"/>
                <a:gd name="T28" fmla="*/ 685 w 1166"/>
                <a:gd name="T29" fmla="*/ 61 h 595"/>
                <a:gd name="T30" fmla="*/ 721 w 1166"/>
                <a:gd name="T31" fmla="*/ 76 h 595"/>
                <a:gd name="T32" fmla="*/ 743 w 1166"/>
                <a:gd name="T33" fmla="*/ 109 h 595"/>
                <a:gd name="T34" fmla="*/ 797 w 1166"/>
                <a:gd name="T35" fmla="*/ 55 h 595"/>
                <a:gd name="T36" fmla="*/ 798 w 1166"/>
                <a:gd name="T37" fmla="*/ 85 h 595"/>
                <a:gd name="T38" fmla="*/ 783 w 1166"/>
                <a:gd name="T39" fmla="*/ 137 h 595"/>
                <a:gd name="T40" fmla="*/ 695 w 1166"/>
                <a:gd name="T41" fmla="*/ 143 h 595"/>
                <a:gd name="T42" fmla="*/ 698 w 1166"/>
                <a:gd name="T43" fmla="*/ 183 h 595"/>
                <a:gd name="T44" fmla="*/ 689 w 1166"/>
                <a:gd name="T45" fmla="*/ 208 h 595"/>
                <a:gd name="T46" fmla="*/ 661 w 1166"/>
                <a:gd name="T47" fmla="*/ 226 h 595"/>
                <a:gd name="T48" fmla="*/ 653 w 1166"/>
                <a:gd name="T49" fmla="*/ 293 h 595"/>
                <a:gd name="T50" fmla="*/ 759 w 1166"/>
                <a:gd name="T51" fmla="*/ 359 h 595"/>
                <a:gd name="T52" fmla="*/ 800 w 1166"/>
                <a:gd name="T53" fmla="*/ 404 h 595"/>
                <a:gd name="T54" fmla="*/ 817 w 1166"/>
                <a:gd name="T55" fmla="*/ 440 h 595"/>
                <a:gd name="T56" fmla="*/ 836 w 1166"/>
                <a:gd name="T57" fmla="*/ 375 h 595"/>
                <a:gd name="T58" fmla="*/ 849 w 1166"/>
                <a:gd name="T59" fmla="*/ 293 h 595"/>
                <a:gd name="T60" fmla="*/ 858 w 1166"/>
                <a:gd name="T61" fmla="*/ 252 h 595"/>
                <a:gd name="T62" fmla="*/ 900 w 1166"/>
                <a:gd name="T63" fmla="*/ 225 h 595"/>
                <a:gd name="T64" fmla="*/ 974 w 1166"/>
                <a:gd name="T65" fmla="*/ 248 h 595"/>
                <a:gd name="T66" fmla="*/ 980 w 1166"/>
                <a:gd name="T67" fmla="*/ 283 h 595"/>
                <a:gd name="T68" fmla="*/ 978 w 1166"/>
                <a:gd name="T69" fmla="*/ 312 h 595"/>
                <a:gd name="T70" fmla="*/ 1022 w 1166"/>
                <a:gd name="T71" fmla="*/ 300 h 595"/>
                <a:gd name="T72" fmla="*/ 1061 w 1166"/>
                <a:gd name="T73" fmla="*/ 285 h 595"/>
                <a:gd name="T74" fmla="*/ 1058 w 1166"/>
                <a:gd name="T75" fmla="*/ 300 h 595"/>
                <a:gd name="T76" fmla="*/ 1079 w 1166"/>
                <a:gd name="T77" fmla="*/ 316 h 595"/>
                <a:gd name="T78" fmla="*/ 1082 w 1166"/>
                <a:gd name="T79" fmla="*/ 336 h 595"/>
                <a:gd name="T80" fmla="*/ 1118 w 1166"/>
                <a:gd name="T81" fmla="*/ 362 h 595"/>
                <a:gd name="T82" fmla="*/ 1144 w 1166"/>
                <a:gd name="T83" fmla="*/ 381 h 595"/>
                <a:gd name="T84" fmla="*/ 1156 w 1166"/>
                <a:gd name="T85" fmla="*/ 400 h 595"/>
                <a:gd name="T86" fmla="*/ 985 w 1166"/>
                <a:gd name="T87" fmla="*/ 477 h 595"/>
                <a:gd name="T88" fmla="*/ 1047 w 1166"/>
                <a:gd name="T89" fmla="*/ 482 h 595"/>
                <a:gd name="T90" fmla="*/ 1053 w 1166"/>
                <a:gd name="T91" fmla="*/ 527 h 595"/>
                <a:gd name="T92" fmla="*/ 1108 w 1166"/>
                <a:gd name="T93" fmla="*/ 523 h 595"/>
                <a:gd name="T94" fmla="*/ 1022 w 1166"/>
                <a:gd name="T95" fmla="*/ 552 h 595"/>
                <a:gd name="T96" fmla="*/ 1010 w 1166"/>
                <a:gd name="T97" fmla="*/ 540 h 595"/>
                <a:gd name="T98" fmla="*/ 960 w 1166"/>
                <a:gd name="T99" fmla="*/ 539 h 595"/>
                <a:gd name="T100" fmla="*/ 846 w 1166"/>
                <a:gd name="T101" fmla="*/ 574 h 595"/>
                <a:gd name="T102" fmla="*/ 798 w 1166"/>
                <a:gd name="T103" fmla="*/ 582 h 595"/>
                <a:gd name="T104" fmla="*/ 820 w 1166"/>
                <a:gd name="T105" fmla="*/ 550 h 595"/>
                <a:gd name="T106" fmla="*/ 770 w 1166"/>
                <a:gd name="T107" fmla="*/ 518 h 595"/>
                <a:gd name="T108" fmla="*/ 735 w 1166"/>
                <a:gd name="T109" fmla="*/ 479 h 595"/>
                <a:gd name="T110" fmla="*/ 634 w 1166"/>
                <a:gd name="T111" fmla="*/ 480 h 595"/>
                <a:gd name="T112" fmla="*/ 244 w 1166"/>
                <a:gd name="T113" fmla="*/ 462 h 595"/>
                <a:gd name="T114" fmla="*/ 188 w 1166"/>
                <a:gd name="T115" fmla="*/ 431 h 595"/>
                <a:gd name="T116" fmla="*/ 149 w 1166"/>
                <a:gd name="T117" fmla="*/ 366 h 595"/>
                <a:gd name="T118" fmla="*/ 48 w 1166"/>
                <a:gd name="T119" fmla="*/ 291 h 595"/>
                <a:gd name="T120" fmla="*/ 0 w 1166"/>
                <a:gd name="T121" fmla="*/ 264 h 59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166"/>
                <a:gd name="T184" fmla="*/ 0 h 595"/>
                <a:gd name="T185" fmla="*/ 1166 w 1166"/>
                <a:gd name="T186" fmla="*/ 595 h 595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166" h="595">
                  <a:moveTo>
                    <a:pt x="0" y="264"/>
                  </a:moveTo>
                  <a:lnTo>
                    <a:pt x="0" y="264"/>
                  </a:lnTo>
                  <a:lnTo>
                    <a:pt x="0" y="55"/>
                  </a:lnTo>
                  <a:lnTo>
                    <a:pt x="93" y="82"/>
                  </a:lnTo>
                  <a:lnTo>
                    <a:pt x="88" y="71"/>
                  </a:lnTo>
                  <a:lnTo>
                    <a:pt x="98" y="64"/>
                  </a:lnTo>
                  <a:lnTo>
                    <a:pt x="154" y="42"/>
                  </a:lnTo>
                  <a:lnTo>
                    <a:pt x="110" y="69"/>
                  </a:lnTo>
                  <a:lnTo>
                    <a:pt x="136" y="62"/>
                  </a:lnTo>
                  <a:lnTo>
                    <a:pt x="136" y="67"/>
                  </a:lnTo>
                  <a:lnTo>
                    <a:pt x="183" y="43"/>
                  </a:lnTo>
                  <a:lnTo>
                    <a:pt x="177" y="35"/>
                  </a:lnTo>
                  <a:lnTo>
                    <a:pt x="207" y="64"/>
                  </a:lnTo>
                  <a:lnTo>
                    <a:pt x="227" y="47"/>
                  </a:lnTo>
                  <a:lnTo>
                    <a:pt x="225" y="64"/>
                  </a:lnTo>
                  <a:lnTo>
                    <a:pt x="250" y="52"/>
                  </a:lnTo>
                  <a:lnTo>
                    <a:pt x="319" y="73"/>
                  </a:lnTo>
                  <a:lnTo>
                    <a:pt x="351" y="72"/>
                  </a:lnTo>
                  <a:lnTo>
                    <a:pt x="369" y="85"/>
                  </a:lnTo>
                  <a:lnTo>
                    <a:pt x="347" y="95"/>
                  </a:lnTo>
                  <a:lnTo>
                    <a:pt x="360" y="100"/>
                  </a:lnTo>
                  <a:lnTo>
                    <a:pt x="422" y="94"/>
                  </a:lnTo>
                  <a:lnTo>
                    <a:pt x="450" y="112"/>
                  </a:lnTo>
                  <a:lnTo>
                    <a:pt x="453" y="123"/>
                  </a:lnTo>
                  <a:lnTo>
                    <a:pt x="460" y="116"/>
                  </a:lnTo>
                  <a:lnTo>
                    <a:pt x="450" y="100"/>
                  </a:lnTo>
                  <a:lnTo>
                    <a:pt x="479" y="80"/>
                  </a:lnTo>
                  <a:lnTo>
                    <a:pt x="450" y="93"/>
                  </a:lnTo>
                  <a:lnTo>
                    <a:pt x="440" y="87"/>
                  </a:lnTo>
                  <a:lnTo>
                    <a:pt x="475" y="72"/>
                  </a:lnTo>
                  <a:lnTo>
                    <a:pt x="494" y="93"/>
                  </a:lnTo>
                  <a:lnTo>
                    <a:pt x="515" y="93"/>
                  </a:lnTo>
                  <a:lnTo>
                    <a:pt x="528" y="102"/>
                  </a:lnTo>
                  <a:lnTo>
                    <a:pt x="582" y="100"/>
                  </a:lnTo>
                  <a:lnTo>
                    <a:pt x="580" y="93"/>
                  </a:lnTo>
                  <a:lnTo>
                    <a:pt x="595" y="105"/>
                  </a:lnTo>
                  <a:lnTo>
                    <a:pt x="598" y="95"/>
                  </a:lnTo>
                  <a:lnTo>
                    <a:pt x="586" y="99"/>
                  </a:lnTo>
                  <a:lnTo>
                    <a:pt x="577" y="86"/>
                  </a:lnTo>
                  <a:lnTo>
                    <a:pt x="597" y="85"/>
                  </a:lnTo>
                  <a:lnTo>
                    <a:pt x="605" y="94"/>
                  </a:lnTo>
                  <a:lnTo>
                    <a:pt x="613" y="91"/>
                  </a:lnTo>
                  <a:lnTo>
                    <a:pt x="609" y="106"/>
                  </a:lnTo>
                  <a:lnTo>
                    <a:pt x="624" y="114"/>
                  </a:lnTo>
                  <a:lnTo>
                    <a:pt x="620" y="93"/>
                  </a:lnTo>
                  <a:lnTo>
                    <a:pt x="648" y="81"/>
                  </a:lnTo>
                  <a:lnTo>
                    <a:pt x="640" y="71"/>
                  </a:lnTo>
                  <a:lnTo>
                    <a:pt x="632" y="78"/>
                  </a:lnTo>
                  <a:lnTo>
                    <a:pt x="646" y="61"/>
                  </a:lnTo>
                  <a:lnTo>
                    <a:pt x="607" y="48"/>
                  </a:lnTo>
                  <a:lnTo>
                    <a:pt x="611" y="17"/>
                  </a:lnTo>
                  <a:lnTo>
                    <a:pt x="620" y="18"/>
                  </a:lnTo>
                  <a:lnTo>
                    <a:pt x="625" y="0"/>
                  </a:lnTo>
                  <a:lnTo>
                    <a:pt x="655" y="17"/>
                  </a:lnTo>
                  <a:lnTo>
                    <a:pt x="656" y="29"/>
                  </a:lnTo>
                  <a:lnTo>
                    <a:pt x="676" y="44"/>
                  </a:lnTo>
                  <a:lnTo>
                    <a:pt x="663" y="44"/>
                  </a:lnTo>
                  <a:lnTo>
                    <a:pt x="668" y="49"/>
                  </a:lnTo>
                  <a:lnTo>
                    <a:pt x="661" y="56"/>
                  </a:lnTo>
                  <a:lnTo>
                    <a:pt x="685" y="61"/>
                  </a:lnTo>
                  <a:lnTo>
                    <a:pt x="677" y="64"/>
                  </a:lnTo>
                  <a:lnTo>
                    <a:pt x="692" y="90"/>
                  </a:lnTo>
                  <a:lnTo>
                    <a:pt x="704" y="67"/>
                  </a:lnTo>
                  <a:lnTo>
                    <a:pt x="721" y="76"/>
                  </a:lnTo>
                  <a:lnTo>
                    <a:pt x="726" y="91"/>
                  </a:lnTo>
                  <a:lnTo>
                    <a:pt x="717" y="95"/>
                  </a:lnTo>
                  <a:lnTo>
                    <a:pt x="733" y="114"/>
                  </a:lnTo>
                  <a:lnTo>
                    <a:pt x="743" y="109"/>
                  </a:lnTo>
                  <a:lnTo>
                    <a:pt x="755" y="81"/>
                  </a:lnTo>
                  <a:lnTo>
                    <a:pt x="769" y="78"/>
                  </a:lnTo>
                  <a:lnTo>
                    <a:pt x="758" y="53"/>
                  </a:lnTo>
                  <a:lnTo>
                    <a:pt x="797" y="55"/>
                  </a:lnTo>
                  <a:lnTo>
                    <a:pt x="814" y="69"/>
                  </a:lnTo>
                  <a:lnTo>
                    <a:pt x="807" y="77"/>
                  </a:lnTo>
                  <a:lnTo>
                    <a:pt x="815" y="81"/>
                  </a:lnTo>
                  <a:lnTo>
                    <a:pt x="798" y="85"/>
                  </a:lnTo>
                  <a:lnTo>
                    <a:pt x="813" y="117"/>
                  </a:lnTo>
                  <a:lnTo>
                    <a:pt x="788" y="134"/>
                  </a:lnTo>
                  <a:lnTo>
                    <a:pt x="779" y="126"/>
                  </a:lnTo>
                  <a:lnTo>
                    <a:pt x="783" y="137"/>
                  </a:lnTo>
                  <a:lnTo>
                    <a:pt x="743" y="129"/>
                  </a:lnTo>
                  <a:lnTo>
                    <a:pt x="751" y="140"/>
                  </a:lnTo>
                  <a:lnTo>
                    <a:pt x="735" y="156"/>
                  </a:lnTo>
                  <a:lnTo>
                    <a:pt x="695" y="143"/>
                  </a:lnTo>
                  <a:lnTo>
                    <a:pt x="710" y="156"/>
                  </a:lnTo>
                  <a:lnTo>
                    <a:pt x="739" y="159"/>
                  </a:lnTo>
                  <a:lnTo>
                    <a:pt x="719" y="185"/>
                  </a:lnTo>
                  <a:lnTo>
                    <a:pt x="698" y="183"/>
                  </a:lnTo>
                  <a:lnTo>
                    <a:pt x="688" y="197"/>
                  </a:lnTo>
                  <a:lnTo>
                    <a:pt x="650" y="185"/>
                  </a:lnTo>
                  <a:lnTo>
                    <a:pt x="685" y="197"/>
                  </a:lnTo>
                  <a:lnTo>
                    <a:pt x="689" y="208"/>
                  </a:lnTo>
                  <a:lnTo>
                    <a:pt x="663" y="212"/>
                  </a:lnTo>
                  <a:lnTo>
                    <a:pt x="668" y="215"/>
                  </a:lnTo>
                  <a:lnTo>
                    <a:pt x="661" y="216"/>
                  </a:lnTo>
                  <a:lnTo>
                    <a:pt x="661" y="226"/>
                  </a:lnTo>
                  <a:lnTo>
                    <a:pt x="633" y="241"/>
                  </a:lnTo>
                  <a:lnTo>
                    <a:pt x="627" y="289"/>
                  </a:lnTo>
                  <a:lnTo>
                    <a:pt x="638" y="300"/>
                  </a:lnTo>
                  <a:lnTo>
                    <a:pt x="653" y="293"/>
                  </a:lnTo>
                  <a:lnTo>
                    <a:pt x="659" y="330"/>
                  </a:lnTo>
                  <a:lnTo>
                    <a:pt x="681" y="322"/>
                  </a:lnTo>
                  <a:lnTo>
                    <a:pt x="707" y="333"/>
                  </a:lnTo>
                  <a:lnTo>
                    <a:pt x="759" y="359"/>
                  </a:lnTo>
                  <a:lnTo>
                    <a:pt x="755" y="370"/>
                  </a:lnTo>
                  <a:lnTo>
                    <a:pt x="761" y="362"/>
                  </a:lnTo>
                  <a:lnTo>
                    <a:pt x="800" y="364"/>
                  </a:lnTo>
                  <a:lnTo>
                    <a:pt x="800" y="404"/>
                  </a:lnTo>
                  <a:lnTo>
                    <a:pt x="812" y="417"/>
                  </a:lnTo>
                  <a:lnTo>
                    <a:pt x="803" y="420"/>
                  </a:lnTo>
                  <a:lnTo>
                    <a:pt x="823" y="427"/>
                  </a:lnTo>
                  <a:lnTo>
                    <a:pt x="817" y="440"/>
                  </a:lnTo>
                  <a:lnTo>
                    <a:pt x="836" y="439"/>
                  </a:lnTo>
                  <a:lnTo>
                    <a:pt x="862" y="418"/>
                  </a:lnTo>
                  <a:lnTo>
                    <a:pt x="851" y="413"/>
                  </a:lnTo>
                  <a:lnTo>
                    <a:pt x="836" y="375"/>
                  </a:lnTo>
                  <a:lnTo>
                    <a:pt x="885" y="342"/>
                  </a:lnTo>
                  <a:lnTo>
                    <a:pt x="877" y="342"/>
                  </a:lnTo>
                  <a:lnTo>
                    <a:pt x="867" y="303"/>
                  </a:lnTo>
                  <a:lnTo>
                    <a:pt x="849" y="293"/>
                  </a:lnTo>
                  <a:lnTo>
                    <a:pt x="872" y="277"/>
                  </a:lnTo>
                  <a:lnTo>
                    <a:pt x="864" y="269"/>
                  </a:lnTo>
                  <a:lnTo>
                    <a:pt x="868" y="255"/>
                  </a:lnTo>
                  <a:lnTo>
                    <a:pt x="858" y="252"/>
                  </a:lnTo>
                  <a:lnTo>
                    <a:pt x="868" y="238"/>
                  </a:lnTo>
                  <a:lnTo>
                    <a:pt x="857" y="229"/>
                  </a:lnTo>
                  <a:lnTo>
                    <a:pt x="863" y="216"/>
                  </a:lnTo>
                  <a:lnTo>
                    <a:pt x="900" y="225"/>
                  </a:lnTo>
                  <a:lnTo>
                    <a:pt x="916" y="218"/>
                  </a:lnTo>
                  <a:lnTo>
                    <a:pt x="947" y="238"/>
                  </a:lnTo>
                  <a:lnTo>
                    <a:pt x="947" y="246"/>
                  </a:lnTo>
                  <a:lnTo>
                    <a:pt x="974" y="248"/>
                  </a:lnTo>
                  <a:lnTo>
                    <a:pt x="977" y="267"/>
                  </a:lnTo>
                  <a:lnTo>
                    <a:pt x="953" y="268"/>
                  </a:lnTo>
                  <a:lnTo>
                    <a:pt x="973" y="271"/>
                  </a:lnTo>
                  <a:lnTo>
                    <a:pt x="980" y="283"/>
                  </a:lnTo>
                  <a:lnTo>
                    <a:pt x="958" y="300"/>
                  </a:lnTo>
                  <a:lnTo>
                    <a:pt x="990" y="292"/>
                  </a:lnTo>
                  <a:lnTo>
                    <a:pt x="992" y="306"/>
                  </a:lnTo>
                  <a:lnTo>
                    <a:pt x="978" y="312"/>
                  </a:lnTo>
                  <a:lnTo>
                    <a:pt x="998" y="297"/>
                  </a:lnTo>
                  <a:lnTo>
                    <a:pt x="1000" y="307"/>
                  </a:lnTo>
                  <a:lnTo>
                    <a:pt x="1018" y="292"/>
                  </a:lnTo>
                  <a:lnTo>
                    <a:pt x="1022" y="300"/>
                  </a:lnTo>
                  <a:lnTo>
                    <a:pt x="1035" y="279"/>
                  </a:lnTo>
                  <a:lnTo>
                    <a:pt x="1030" y="275"/>
                  </a:lnTo>
                  <a:lnTo>
                    <a:pt x="1045" y="264"/>
                  </a:lnTo>
                  <a:lnTo>
                    <a:pt x="1061" y="285"/>
                  </a:lnTo>
                  <a:lnTo>
                    <a:pt x="1047" y="291"/>
                  </a:lnTo>
                  <a:lnTo>
                    <a:pt x="1062" y="288"/>
                  </a:lnTo>
                  <a:lnTo>
                    <a:pt x="1068" y="297"/>
                  </a:lnTo>
                  <a:lnTo>
                    <a:pt x="1058" y="300"/>
                  </a:lnTo>
                  <a:lnTo>
                    <a:pt x="1071" y="301"/>
                  </a:lnTo>
                  <a:lnTo>
                    <a:pt x="1062" y="308"/>
                  </a:lnTo>
                  <a:lnTo>
                    <a:pt x="1072" y="306"/>
                  </a:lnTo>
                  <a:lnTo>
                    <a:pt x="1079" y="316"/>
                  </a:lnTo>
                  <a:lnTo>
                    <a:pt x="1074" y="320"/>
                  </a:lnTo>
                  <a:lnTo>
                    <a:pt x="1088" y="328"/>
                  </a:lnTo>
                  <a:lnTo>
                    <a:pt x="1066" y="336"/>
                  </a:lnTo>
                  <a:lnTo>
                    <a:pt x="1082" y="336"/>
                  </a:lnTo>
                  <a:lnTo>
                    <a:pt x="1079" y="344"/>
                  </a:lnTo>
                  <a:lnTo>
                    <a:pt x="1102" y="351"/>
                  </a:lnTo>
                  <a:lnTo>
                    <a:pt x="1110" y="369"/>
                  </a:lnTo>
                  <a:lnTo>
                    <a:pt x="1118" y="362"/>
                  </a:lnTo>
                  <a:lnTo>
                    <a:pt x="1142" y="375"/>
                  </a:lnTo>
                  <a:lnTo>
                    <a:pt x="1091" y="390"/>
                  </a:lnTo>
                  <a:lnTo>
                    <a:pt x="1102" y="399"/>
                  </a:lnTo>
                  <a:lnTo>
                    <a:pt x="1144" y="381"/>
                  </a:lnTo>
                  <a:lnTo>
                    <a:pt x="1144" y="396"/>
                  </a:lnTo>
                  <a:lnTo>
                    <a:pt x="1163" y="393"/>
                  </a:lnTo>
                  <a:lnTo>
                    <a:pt x="1165" y="400"/>
                  </a:lnTo>
                  <a:lnTo>
                    <a:pt x="1156" y="400"/>
                  </a:lnTo>
                  <a:lnTo>
                    <a:pt x="1165" y="418"/>
                  </a:lnTo>
                  <a:lnTo>
                    <a:pt x="1106" y="453"/>
                  </a:lnTo>
                  <a:lnTo>
                    <a:pt x="1021" y="453"/>
                  </a:lnTo>
                  <a:lnTo>
                    <a:pt x="985" y="477"/>
                  </a:lnTo>
                  <a:lnTo>
                    <a:pt x="955" y="513"/>
                  </a:lnTo>
                  <a:lnTo>
                    <a:pt x="985" y="486"/>
                  </a:lnTo>
                  <a:lnTo>
                    <a:pt x="1031" y="470"/>
                  </a:lnTo>
                  <a:lnTo>
                    <a:pt x="1047" y="482"/>
                  </a:lnTo>
                  <a:lnTo>
                    <a:pt x="1017" y="492"/>
                  </a:lnTo>
                  <a:lnTo>
                    <a:pt x="1041" y="497"/>
                  </a:lnTo>
                  <a:lnTo>
                    <a:pt x="1035" y="508"/>
                  </a:lnTo>
                  <a:lnTo>
                    <a:pt x="1053" y="527"/>
                  </a:lnTo>
                  <a:lnTo>
                    <a:pt x="1089" y="535"/>
                  </a:lnTo>
                  <a:lnTo>
                    <a:pt x="1098" y="510"/>
                  </a:lnTo>
                  <a:lnTo>
                    <a:pt x="1098" y="525"/>
                  </a:lnTo>
                  <a:lnTo>
                    <a:pt x="1108" y="523"/>
                  </a:lnTo>
                  <a:lnTo>
                    <a:pt x="1091" y="539"/>
                  </a:lnTo>
                  <a:lnTo>
                    <a:pt x="1049" y="550"/>
                  </a:lnTo>
                  <a:lnTo>
                    <a:pt x="1034" y="568"/>
                  </a:lnTo>
                  <a:lnTo>
                    <a:pt x="1022" y="552"/>
                  </a:lnTo>
                  <a:lnTo>
                    <a:pt x="1062" y="537"/>
                  </a:lnTo>
                  <a:lnTo>
                    <a:pt x="1041" y="538"/>
                  </a:lnTo>
                  <a:lnTo>
                    <a:pt x="1045" y="527"/>
                  </a:lnTo>
                  <a:lnTo>
                    <a:pt x="1010" y="540"/>
                  </a:lnTo>
                  <a:lnTo>
                    <a:pt x="1000" y="532"/>
                  </a:lnTo>
                  <a:lnTo>
                    <a:pt x="1000" y="510"/>
                  </a:lnTo>
                  <a:lnTo>
                    <a:pt x="977" y="503"/>
                  </a:lnTo>
                  <a:lnTo>
                    <a:pt x="960" y="539"/>
                  </a:lnTo>
                  <a:lnTo>
                    <a:pt x="891" y="552"/>
                  </a:lnTo>
                  <a:lnTo>
                    <a:pt x="843" y="566"/>
                  </a:lnTo>
                  <a:lnTo>
                    <a:pt x="835" y="572"/>
                  </a:lnTo>
                  <a:lnTo>
                    <a:pt x="846" y="574"/>
                  </a:lnTo>
                  <a:lnTo>
                    <a:pt x="849" y="579"/>
                  </a:lnTo>
                  <a:lnTo>
                    <a:pt x="791" y="594"/>
                  </a:lnTo>
                  <a:lnTo>
                    <a:pt x="794" y="587"/>
                  </a:lnTo>
                  <a:lnTo>
                    <a:pt x="798" y="582"/>
                  </a:lnTo>
                  <a:lnTo>
                    <a:pt x="800" y="576"/>
                  </a:lnTo>
                  <a:lnTo>
                    <a:pt x="809" y="571"/>
                  </a:lnTo>
                  <a:lnTo>
                    <a:pt x="810" y="539"/>
                  </a:lnTo>
                  <a:lnTo>
                    <a:pt x="820" y="550"/>
                  </a:lnTo>
                  <a:lnTo>
                    <a:pt x="837" y="546"/>
                  </a:lnTo>
                  <a:lnTo>
                    <a:pt x="823" y="527"/>
                  </a:lnTo>
                  <a:lnTo>
                    <a:pt x="773" y="518"/>
                  </a:lnTo>
                  <a:lnTo>
                    <a:pt x="770" y="518"/>
                  </a:lnTo>
                  <a:lnTo>
                    <a:pt x="765" y="493"/>
                  </a:lnTo>
                  <a:lnTo>
                    <a:pt x="755" y="495"/>
                  </a:lnTo>
                  <a:lnTo>
                    <a:pt x="746" y="480"/>
                  </a:lnTo>
                  <a:lnTo>
                    <a:pt x="735" y="479"/>
                  </a:lnTo>
                  <a:lnTo>
                    <a:pt x="735" y="488"/>
                  </a:lnTo>
                  <a:lnTo>
                    <a:pt x="722" y="475"/>
                  </a:lnTo>
                  <a:lnTo>
                    <a:pt x="699" y="493"/>
                  </a:lnTo>
                  <a:lnTo>
                    <a:pt x="634" y="480"/>
                  </a:lnTo>
                  <a:lnTo>
                    <a:pt x="626" y="468"/>
                  </a:lnTo>
                  <a:lnTo>
                    <a:pt x="625" y="476"/>
                  </a:lnTo>
                  <a:lnTo>
                    <a:pt x="249" y="476"/>
                  </a:lnTo>
                  <a:lnTo>
                    <a:pt x="244" y="462"/>
                  </a:lnTo>
                  <a:lnTo>
                    <a:pt x="224" y="458"/>
                  </a:lnTo>
                  <a:lnTo>
                    <a:pt x="225" y="449"/>
                  </a:lnTo>
                  <a:lnTo>
                    <a:pt x="183" y="437"/>
                  </a:lnTo>
                  <a:lnTo>
                    <a:pt x="188" y="431"/>
                  </a:lnTo>
                  <a:lnTo>
                    <a:pt x="178" y="414"/>
                  </a:lnTo>
                  <a:lnTo>
                    <a:pt x="168" y="413"/>
                  </a:lnTo>
                  <a:lnTo>
                    <a:pt x="145" y="377"/>
                  </a:lnTo>
                  <a:lnTo>
                    <a:pt x="149" y="366"/>
                  </a:lnTo>
                  <a:lnTo>
                    <a:pt x="150" y="347"/>
                  </a:lnTo>
                  <a:lnTo>
                    <a:pt x="124" y="336"/>
                  </a:lnTo>
                  <a:lnTo>
                    <a:pt x="76" y="273"/>
                  </a:lnTo>
                  <a:lnTo>
                    <a:pt x="48" y="291"/>
                  </a:lnTo>
                  <a:lnTo>
                    <a:pt x="41" y="283"/>
                  </a:lnTo>
                  <a:lnTo>
                    <a:pt x="39" y="281"/>
                  </a:lnTo>
                  <a:lnTo>
                    <a:pt x="26" y="264"/>
                  </a:lnTo>
                  <a:lnTo>
                    <a:pt x="0" y="26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7" name="Freeform 45">
              <a:extLst>
                <a:ext uri="{FF2B5EF4-FFF2-40B4-BE49-F238E27FC236}">
                  <a16:creationId xmlns:a16="http://schemas.microsoft.com/office/drawing/2014/main" id="{F1A276CA-E4AB-38FC-B4D8-113E279C3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676"/>
              <a:ext cx="69" cy="40"/>
            </a:xfrm>
            <a:custGeom>
              <a:avLst/>
              <a:gdLst>
                <a:gd name="T0" fmla="*/ 0 w 69"/>
                <a:gd name="T1" fmla="*/ 0 h 40"/>
                <a:gd name="T2" fmla="*/ 0 w 69"/>
                <a:gd name="T3" fmla="*/ 0 h 40"/>
                <a:gd name="T4" fmla="*/ 37 w 69"/>
                <a:gd name="T5" fmla="*/ 8 h 40"/>
                <a:gd name="T6" fmla="*/ 68 w 69"/>
                <a:gd name="T7" fmla="*/ 39 h 40"/>
                <a:gd name="T8" fmla="*/ 50 w 69"/>
                <a:gd name="T9" fmla="*/ 33 h 40"/>
                <a:gd name="T10" fmla="*/ 0 w 69"/>
                <a:gd name="T11" fmla="*/ 0 h 40"/>
                <a:gd name="T12" fmla="*/ 0 w 69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"/>
                <a:gd name="T22" fmla="*/ 0 h 40"/>
                <a:gd name="T23" fmla="*/ 69 w 69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" h="40">
                  <a:moveTo>
                    <a:pt x="0" y="0"/>
                  </a:moveTo>
                  <a:lnTo>
                    <a:pt x="0" y="0"/>
                  </a:lnTo>
                  <a:lnTo>
                    <a:pt x="37" y="8"/>
                  </a:lnTo>
                  <a:lnTo>
                    <a:pt x="68" y="39"/>
                  </a:lnTo>
                  <a:lnTo>
                    <a:pt x="50" y="33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8" name="Freeform 635">
              <a:extLst>
                <a:ext uri="{FF2B5EF4-FFF2-40B4-BE49-F238E27FC236}">
                  <a16:creationId xmlns:a16="http://schemas.microsoft.com/office/drawing/2014/main" id="{26D1DB65-5803-E919-4A23-4CEC338C6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165"/>
              <a:ext cx="144" cy="89"/>
            </a:xfrm>
            <a:custGeom>
              <a:avLst/>
              <a:gdLst>
                <a:gd name="T0" fmla="*/ 0 w 144"/>
                <a:gd name="T1" fmla="*/ 66 h 89"/>
                <a:gd name="T2" fmla="*/ 0 w 144"/>
                <a:gd name="T3" fmla="*/ 66 h 89"/>
                <a:gd name="T4" fmla="*/ 6 w 144"/>
                <a:gd name="T5" fmla="*/ 55 h 89"/>
                <a:gd name="T6" fmla="*/ 27 w 144"/>
                <a:gd name="T7" fmla="*/ 18 h 89"/>
                <a:gd name="T8" fmla="*/ 17 w 144"/>
                <a:gd name="T9" fmla="*/ 3 h 89"/>
                <a:gd name="T10" fmla="*/ 61 w 144"/>
                <a:gd name="T11" fmla="*/ 0 h 89"/>
                <a:gd name="T12" fmla="*/ 92 w 144"/>
                <a:gd name="T13" fmla="*/ 14 h 89"/>
                <a:gd name="T14" fmla="*/ 112 w 144"/>
                <a:gd name="T15" fmla="*/ 6 h 89"/>
                <a:gd name="T16" fmla="*/ 143 w 144"/>
                <a:gd name="T17" fmla="*/ 27 h 89"/>
                <a:gd name="T18" fmla="*/ 77 w 144"/>
                <a:gd name="T19" fmla="*/ 59 h 89"/>
                <a:gd name="T20" fmla="*/ 72 w 144"/>
                <a:gd name="T21" fmla="*/ 79 h 89"/>
                <a:gd name="T22" fmla="*/ 39 w 144"/>
                <a:gd name="T23" fmla="*/ 88 h 89"/>
                <a:gd name="T24" fmla="*/ 25 w 144"/>
                <a:gd name="T25" fmla="*/ 73 h 89"/>
                <a:gd name="T26" fmla="*/ 0 w 144"/>
                <a:gd name="T27" fmla="*/ 66 h 89"/>
                <a:gd name="T28" fmla="*/ 0 w 144"/>
                <a:gd name="T29" fmla="*/ 66 h 8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4"/>
                <a:gd name="T46" fmla="*/ 0 h 89"/>
                <a:gd name="T47" fmla="*/ 144 w 144"/>
                <a:gd name="T48" fmla="*/ 89 h 8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4" h="89">
                  <a:moveTo>
                    <a:pt x="0" y="66"/>
                  </a:moveTo>
                  <a:lnTo>
                    <a:pt x="0" y="66"/>
                  </a:lnTo>
                  <a:lnTo>
                    <a:pt x="6" y="55"/>
                  </a:lnTo>
                  <a:lnTo>
                    <a:pt x="27" y="18"/>
                  </a:lnTo>
                  <a:lnTo>
                    <a:pt x="17" y="3"/>
                  </a:lnTo>
                  <a:lnTo>
                    <a:pt x="61" y="0"/>
                  </a:lnTo>
                  <a:lnTo>
                    <a:pt x="92" y="14"/>
                  </a:lnTo>
                  <a:lnTo>
                    <a:pt x="112" y="6"/>
                  </a:lnTo>
                  <a:lnTo>
                    <a:pt x="143" y="27"/>
                  </a:lnTo>
                  <a:lnTo>
                    <a:pt x="77" y="59"/>
                  </a:lnTo>
                  <a:lnTo>
                    <a:pt x="72" y="79"/>
                  </a:lnTo>
                  <a:lnTo>
                    <a:pt x="39" y="88"/>
                  </a:lnTo>
                  <a:lnTo>
                    <a:pt x="25" y="73"/>
                  </a:lnTo>
                  <a:lnTo>
                    <a:pt x="0" y="6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9" name="Freeform 636">
              <a:extLst>
                <a:ext uri="{FF2B5EF4-FFF2-40B4-BE49-F238E27FC236}">
                  <a16:creationId xmlns:a16="http://schemas.microsoft.com/office/drawing/2014/main" id="{4DC9DFB4-FB75-3C8F-0C03-C66A1716B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082"/>
              <a:ext cx="101" cy="51"/>
            </a:xfrm>
            <a:custGeom>
              <a:avLst/>
              <a:gdLst>
                <a:gd name="T0" fmla="*/ 0 w 101"/>
                <a:gd name="T1" fmla="*/ 38 h 51"/>
                <a:gd name="T2" fmla="*/ 0 w 101"/>
                <a:gd name="T3" fmla="*/ 38 h 51"/>
                <a:gd name="T4" fmla="*/ 23 w 101"/>
                <a:gd name="T5" fmla="*/ 45 h 51"/>
                <a:gd name="T6" fmla="*/ 29 w 101"/>
                <a:gd name="T7" fmla="*/ 37 h 51"/>
                <a:gd name="T8" fmla="*/ 34 w 101"/>
                <a:gd name="T9" fmla="*/ 50 h 51"/>
                <a:gd name="T10" fmla="*/ 45 w 101"/>
                <a:gd name="T11" fmla="*/ 45 h 51"/>
                <a:gd name="T12" fmla="*/ 43 w 101"/>
                <a:gd name="T13" fmla="*/ 33 h 51"/>
                <a:gd name="T14" fmla="*/ 54 w 101"/>
                <a:gd name="T15" fmla="*/ 39 h 51"/>
                <a:gd name="T16" fmla="*/ 60 w 101"/>
                <a:gd name="T17" fmla="*/ 21 h 51"/>
                <a:gd name="T18" fmla="*/ 69 w 101"/>
                <a:gd name="T19" fmla="*/ 20 h 51"/>
                <a:gd name="T20" fmla="*/ 72 w 101"/>
                <a:gd name="T21" fmla="*/ 37 h 51"/>
                <a:gd name="T22" fmla="*/ 94 w 101"/>
                <a:gd name="T23" fmla="*/ 24 h 51"/>
                <a:gd name="T24" fmla="*/ 87 w 101"/>
                <a:gd name="T25" fmla="*/ 10 h 51"/>
                <a:gd name="T26" fmla="*/ 100 w 101"/>
                <a:gd name="T27" fmla="*/ 7 h 51"/>
                <a:gd name="T28" fmla="*/ 86 w 101"/>
                <a:gd name="T29" fmla="*/ 0 h 51"/>
                <a:gd name="T30" fmla="*/ 50 w 101"/>
                <a:gd name="T31" fmla="*/ 7 h 51"/>
                <a:gd name="T32" fmla="*/ 0 w 101"/>
                <a:gd name="T33" fmla="*/ 38 h 51"/>
                <a:gd name="T34" fmla="*/ 0 w 101"/>
                <a:gd name="T35" fmla="*/ 38 h 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1"/>
                <a:gd name="T55" fmla="*/ 0 h 51"/>
                <a:gd name="T56" fmla="*/ 101 w 101"/>
                <a:gd name="T57" fmla="*/ 51 h 5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1" h="51">
                  <a:moveTo>
                    <a:pt x="0" y="38"/>
                  </a:moveTo>
                  <a:lnTo>
                    <a:pt x="0" y="38"/>
                  </a:lnTo>
                  <a:lnTo>
                    <a:pt x="23" y="45"/>
                  </a:lnTo>
                  <a:lnTo>
                    <a:pt x="29" y="37"/>
                  </a:lnTo>
                  <a:lnTo>
                    <a:pt x="34" y="50"/>
                  </a:lnTo>
                  <a:lnTo>
                    <a:pt x="45" y="45"/>
                  </a:lnTo>
                  <a:lnTo>
                    <a:pt x="43" y="33"/>
                  </a:lnTo>
                  <a:lnTo>
                    <a:pt x="54" y="39"/>
                  </a:lnTo>
                  <a:lnTo>
                    <a:pt x="60" y="21"/>
                  </a:lnTo>
                  <a:lnTo>
                    <a:pt x="69" y="20"/>
                  </a:lnTo>
                  <a:lnTo>
                    <a:pt x="72" y="37"/>
                  </a:lnTo>
                  <a:lnTo>
                    <a:pt x="94" y="24"/>
                  </a:lnTo>
                  <a:lnTo>
                    <a:pt x="87" y="10"/>
                  </a:lnTo>
                  <a:lnTo>
                    <a:pt x="100" y="7"/>
                  </a:lnTo>
                  <a:lnTo>
                    <a:pt x="86" y="0"/>
                  </a:lnTo>
                  <a:lnTo>
                    <a:pt x="50" y="7"/>
                  </a:lnTo>
                  <a:lnTo>
                    <a:pt x="0" y="3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0" name="Freeform 637">
              <a:extLst>
                <a:ext uri="{FF2B5EF4-FFF2-40B4-BE49-F238E27FC236}">
                  <a16:creationId xmlns:a16="http://schemas.microsoft.com/office/drawing/2014/main" id="{F85059D6-093B-5796-092E-CBFD1F6A4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2196"/>
              <a:ext cx="247" cy="122"/>
            </a:xfrm>
            <a:custGeom>
              <a:avLst/>
              <a:gdLst>
                <a:gd name="T0" fmla="*/ 0 w 247"/>
                <a:gd name="T1" fmla="*/ 39 h 122"/>
                <a:gd name="T2" fmla="*/ 0 w 247"/>
                <a:gd name="T3" fmla="*/ 39 h 122"/>
                <a:gd name="T4" fmla="*/ 12 w 247"/>
                <a:gd name="T5" fmla="*/ 29 h 122"/>
                <a:gd name="T6" fmla="*/ 6 w 247"/>
                <a:gd name="T7" fmla="*/ 24 h 122"/>
                <a:gd name="T8" fmla="*/ 35 w 247"/>
                <a:gd name="T9" fmla="*/ 7 h 122"/>
                <a:gd name="T10" fmla="*/ 59 w 247"/>
                <a:gd name="T11" fmla="*/ 0 h 122"/>
                <a:gd name="T12" fmla="*/ 67 w 247"/>
                <a:gd name="T13" fmla="*/ 13 h 122"/>
                <a:gd name="T14" fmla="*/ 59 w 247"/>
                <a:gd name="T15" fmla="*/ 20 h 122"/>
                <a:gd name="T16" fmla="*/ 81 w 247"/>
                <a:gd name="T17" fmla="*/ 10 h 122"/>
                <a:gd name="T18" fmla="*/ 105 w 247"/>
                <a:gd name="T19" fmla="*/ 18 h 122"/>
                <a:gd name="T20" fmla="*/ 96 w 247"/>
                <a:gd name="T21" fmla="*/ 27 h 122"/>
                <a:gd name="T22" fmla="*/ 124 w 247"/>
                <a:gd name="T23" fmla="*/ 21 h 122"/>
                <a:gd name="T24" fmla="*/ 116 w 247"/>
                <a:gd name="T25" fmla="*/ 11 h 122"/>
                <a:gd name="T26" fmla="*/ 127 w 247"/>
                <a:gd name="T27" fmla="*/ 12 h 122"/>
                <a:gd name="T28" fmla="*/ 149 w 247"/>
                <a:gd name="T29" fmla="*/ 44 h 122"/>
                <a:gd name="T30" fmla="*/ 157 w 247"/>
                <a:gd name="T31" fmla="*/ 37 h 122"/>
                <a:gd name="T32" fmla="*/ 148 w 247"/>
                <a:gd name="T33" fmla="*/ 1 h 122"/>
                <a:gd name="T34" fmla="*/ 166 w 247"/>
                <a:gd name="T35" fmla="*/ 2 h 122"/>
                <a:gd name="T36" fmla="*/ 186 w 247"/>
                <a:gd name="T37" fmla="*/ 14 h 122"/>
                <a:gd name="T38" fmla="*/ 197 w 247"/>
                <a:gd name="T39" fmla="*/ 58 h 122"/>
                <a:gd name="T40" fmla="*/ 246 w 247"/>
                <a:gd name="T41" fmla="*/ 80 h 122"/>
                <a:gd name="T42" fmla="*/ 245 w 247"/>
                <a:gd name="T43" fmla="*/ 91 h 122"/>
                <a:gd name="T44" fmla="*/ 232 w 247"/>
                <a:gd name="T45" fmla="*/ 86 h 122"/>
                <a:gd name="T46" fmla="*/ 217 w 247"/>
                <a:gd name="T47" fmla="*/ 94 h 122"/>
                <a:gd name="T48" fmla="*/ 238 w 247"/>
                <a:gd name="T49" fmla="*/ 104 h 122"/>
                <a:gd name="T50" fmla="*/ 219 w 247"/>
                <a:gd name="T51" fmla="*/ 114 h 122"/>
                <a:gd name="T52" fmla="*/ 187 w 247"/>
                <a:gd name="T53" fmla="*/ 109 h 122"/>
                <a:gd name="T54" fmla="*/ 169 w 247"/>
                <a:gd name="T55" fmla="*/ 97 h 122"/>
                <a:gd name="T56" fmla="*/ 128 w 247"/>
                <a:gd name="T57" fmla="*/ 117 h 122"/>
                <a:gd name="T58" fmla="*/ 78 w 247"/>
                <a:gd name="T59" fmla="*/ 121 h 122"/>
                <a:gd name="T60" fmla="*/ 68 w 247"/>
                <a:gd name="T61" fmla="*/ 102 h 122"/>
                <a:gd name="T62" fmla="*/ 40 w 247"/>
                <a:gd name="T63" fmla="*/ 100 h 122"/>
                <a:gd name="T64" fmla="*/ 22 w 247"/>
                <a:gd name="T65" fmla="*/ 84 h 122"/>
                <a:gd name="T66" fmla="*/ 93 w 247"/>
                <a:gd name="T67" fmla="*/ 74 h 122"/>
                <a:gd name="T68" fmla="*/ 19 w 247"/>
                <a:gd name="T69" fmla="*/ 69 h 122"/>
                <a:gd name="T70" fmla="*/ 9 w 247"/>
                <a:gd name="T71" fmla="*/ 59 h 122"/>
                <a:gd name="T72" fmla="*/ 47 w 247"/>
                <a:gd name="T73" fmla="*/ 48 h 122"/>
                <a:gd name="T74" fmla="*/ 12 w 247"/>
                <a:gd name="T75" fmla="*/ 49 h 122"/>
                <a:gd name="T76" fmla="*/ 15 w 247"/>
                <a:gd name="T77" fmla="*/ 44 h 122"/>
                <a:gd name="T78" fmla="*/ 0 w 247"/>
                <a:gd name="T79" fmla="*/ 39 h 122"/>
                <a:gd name="T80" fmla="*/ 0 w 247"/>
                <a:gd name="T81" fmla="*/ 39 h 1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47"/>
                <a:gd name="T124" fmla="*/ 0 h 122"/>
                <a:gd name="T125" fmla="*/ 247 w 247"/>
                <a:gd name="T126" fmla="*/ 122 h 1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47" h="122">
                  <a:moveTo>
                    <a:pt x="0" y="39"/>
                  </a:moveTo>
                  <a:lnTo>
                    <a:pt x="0" y="39"/>
                  </a:lnTo>
                  <a:lnTo>
                    <a:pt x="12" y="29"/>
                  </a:lnTo>
                  <a:lnTo>
                    <a:pt x="6" y="24"/>
                  </a:lnTo>
                  <a:lnTo>
                    <a:pt x="35" y="7"/>
                  </a:lnTo>
                  <a:lnTo>
                    <a:pt x="59" y="0"/>
                  </a:lnTo>
                  <a:lnTo>
                    <a:pt x="67" y="13"/>
                  </a:lnTo>
                  <a:lnTo>
                    <a:pt x="59" y="20"/>
                  </a:lnTo>
                  <a:lnTo>
                    <a:pt x="81" y="10"/>
                  </a:lnTo>
                  <a:lnTo>
                    <a:pt x="105" y="18"/>
                  </a:lnTo>
                  <a:lnTo>
                    <a:pt x="96" y="27"/>
                  </a:lnTo>
                  <a:lnTo>
                    <a:pt x="124" y="21"/>
                  </a:lnTo>
                  <a:lnTo>
                    <a:pt x="116" y="11"/>
                  </a:lnTo>
                  <a:lnTo>
                    <a:pt x="127" y="12"/>
                  </a:lnTo>
                  <a:lnTo>
                    <a:pt x="149" y="44"/>
                  </a:lnTo>
                  <a:lnTo>
                    <a:pt x="157" y="37"/>
                  </a:lnTo>
                  <a:lnTo>
                    <a:pt x="148" y="1"/>
                  </a:lnTo>
                  <a:lnTo>
                    <a:pt x="166" y="2"/>
                  </a:lnTo>
                  <a:lnTo>
                    <a:pt x="186" y="14"/>
                  </a:lnTo>
                  <a:lnTo>
                    <a:pt x="197" y="58"/>
                  </a:lnTo>
                  <a:lnTo>
                    <a:pt x="246" y="80"/>
                  </a:lnTo>
                  <a:lnTo>
                    <a:pt x="245" y="91"/>
                  </a:lnTo>
                  <a:lnTo>
                    <a:pt x="232" y="86"/>
                  </a:lnTo>
                  <a:lnTo>
                    <a:pt x="217" y="94"/>
                  </a:lnTo>
                  <a:lnTo>
                    <a:pt x="238" y="104"/>
                  </a:lnTo>
                  <a:lnTo>
                    <a:pt x="219" y="114"/>
                  </a:lnTo>
                  <a:lnTo>
                    <a:pt x="187" y="109"/>
                  </a:lnTo>
                  <a:lnTo>
                    <a:pt x="169" y="97"/>
                  </a:lnTo>
                  <a:lnTo>
                    <a:pt x="128" y="117"/>
                  </a:lnTo>
                  <a:lnTo>
                    <a:pt x="78" y="121"/>
                  </a:lnTo>
                  <a:lnTo>
                    <a:pt x="68" y="102"/>
                  </a:lnTo>
                  <a:lnTo>
                    <a:pt x="40" y="100"/>
                  </a:lnTo>
                  <a:lnTo>
                    <a:pt x="22" y="84"/>
                  </a:lnTo>
                  <a:lnTo>
                    <a:pt x="93" y="74"/>
                  </a:lnTo>
                  <a:lnTo>
                    <a:pt x="19" y="69"/>
                  </a:lnTo>
                  <a:lnTo>
                    <a:pt x="9" y="59"/>
                  </a:lnTo>
                  <a:lnTo>
                    <a:pt x="47" y="48"/>
                  </a:lnTo>
                  <a:lnTo>
                    <a:pt x="12" y="49"/>
                  </a:lnTo>
                  <a:lnTo>
                    <a:pt x="15" y="44"/>
                  </a:lnTo>
                  <a:lnTo>
                    <a:pt x="0" y="3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1" name="Freeform 638">
              <a:extLst>
                <a:ext uri="{FF2B5EF4-FFF2-40B4-BE49-F238E27FC236}">
                  <a16:creationId xmlns:a16="http://schemas.microsoft.com/office/drawing/2014/main" id="{61D7F557-28F9-BBF8-9391-7ACFE485B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2101"/>
              <a:ext cx="168" cy="68"/>
            </a:xfrm>
            <a:custGeom>
              <a:avLst/>
              <a:gdLst>
                <a:gd name="T0" fmla="*/ 0 w 168"/>
                <a:gd name="T1" fmla="*/ 44 h 68"/>
                <a:gd name="T2" fmla="*/ 0 w 168"/>
                <a:gd name="T3" fmla="*/ 44 h 68"/>
                <a:gd name="T4" fmla="*/ 6 w 168"/>
                <a:gd name="T5" fmla="*/ 38 h 68"/>
                <a:gd name="T6" fmla="*/ 34 w 168"/>
                <a:gd name="T7" fmla="*/ 32 h 68"/>
                <a:gd name="T8" fmla="*/ 6 w 168"/>
                <a:gd name="T9" fmla="*/ 33 h 68"/>
                <a:gd name="T10" fmla="*/ 39 w 168"/>
                <a:gd name="T11" fmla="*/ 27 h 68"/>
                <a:gd name="T12" fmla="*/ 12 w 168"/>
                <a:gd name="T13" fmla="*/ 27 h 68"/>
                <a:gd name="T14" fmla="*/ 14 w 168"/>
                <a:gd name="T15" fmla="*/ 19 h 68"/>
                <a:gd name="T16" fmla="*/ 40 w 168"/>
                <a:gd name="T17" fmla="*/ 19 h 68"/>
                <a:gd name="T18" fmla="*/ 22 w 168"/>
                <a:gd name="T19" fmla="*/ 17 h 68"/>
                <a:gd name="T20" fmla="*/ 36 w 168"/>
                <a:gd name="T21" fmla="*/ 10 h 68"/>
                <a:gd name="T22" fmla="*/ 70 w 168"/>
                <a:gd name="T23" fmla="*/ 19 h 68"/>
                <a:gd name="T24" fmla="*/ 87 w 168"/>
                <a:gd name="T25" fmla="*/ 36 h 68"/>
                <a:gd name="T26" fmla="*/ 118 w 168"/>
                <a:gd name="T27" fmla="*/ 37 h 68"/>
                <a:gd name="T28" fmla="*/ 106 w 168"/>
                <a:gd name="T29" fmla="*/ 27 h 68"/>
                <a:gd name="T30" fmla="*/ 113 w 168"/>
                <a:gd name="T31" fmla="*/ 20 h 68"/>
                <a:gd name="T32" fmla="*/ 99 w 168"/>
                <a:gd name="T33" fmla="*/ 12 h 68"/>
                <a:gd name="T34" fmla="*/ 121 w 168"/>
                <a:gd name="T35" fmla="*/ 0 h 68"/>
                <a:gd name="T36" fmla="*/ 131 w 168"/>
                <a:gd name="T37" fmla="*/ 14 h 68"/>
                <a:gd name="T38" fmla="*/ 124 w 168"/>
                <a:gd name="T39" fmla="*/ 21 h 68"/>
                <a:gd name="T40" fmla="*/ 136 w 168"/>
                <a:gd name="T41" fmla="*/ 23 h 68"/>
                <a:gd name="T42" fmla="*/ 132 w 168"/>
                <a:gd name="T43" fmla="*/ 31 h 68"/>
                <a:gd name="T44" fmla="*/ 147 w 168"/>
                <a:gd name="T45" fmla="*/ 33 h 68"/>
                <a:gd name="T46" fmla="*/ 156 w 168"/>
                <a:gd name="T47" fmla="*/ 23 h 68"/>
                <a:gd name="T48" fmla="*/ 167 w 168"/>
                <a:gd name="T49" fmla="*/ 35 h 68"/>
                <a:gd name="T50" fmla="*/ 158 w 168"/>
                <a:gd name="T51" fmla="*/ 50 h 68"/>
                <a:gd name="T52" fmla="*/ 122 w 168"/>
                <a:gd name="T53" fmla="*/ 49 h 68"/>
                <a:gd name="T54" fmla="*/ 67 w 168"/>
                <a:gd name="T55" fmla="*/ 67 h 68"/>
                <a:gd name="T56" fmla="*/ 45 w 168"/>
                <a:gd name="T57" fmla="*/ 57 h 68"/>
                <a:gd name="T58" fmla="*/ 91 w 168"/>
                <a:gd name="T59" fmla="*/ 42 h 68"/>
                <a:gd name="T60" fmla="*/ 51 w 168"/>
                <a:gd name="T61" fmla="*/ 51 h 68"/>
                <a:gd name="T62" fmla="*/ 58 w 168"/>
                <a:gd name="T63" fmla="*/ 39 h 68"/>
                <a:gd name="T64" fmla="*/ 38 w 168"/>
                <a:gd name="T65" fmla="*/ 52 h 68"/>
                <a:gd name="T66" fmla="*/ 14 w 168"/>
                <a:gd name="T67" fmla="*/ 49 h 68"/>
                <a:gd name="T68" fmla="*/ 0 w 168"/>
                <a:gd name="T69" fmla="*/ 44 h 68"/>
                <a:gd name="T70" fmla="*/ 0 w 168"/>
                <a:gd name="T71" fmla="*/ 44 h 6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68"/>
                <a:gd name="T109" fmla="*/ 0 h 68"/>
                <a:gd name="T110" fmla="*/ 168 w 168"/>
                <a:gd name="T111" fmla="*/ 68 h 6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68" h="68">
                  <a:moveTo>
                    <a:pt x="0" y="44"/>
                  </a:moveTo>
                  <a:lnTo>
                    <a:pt x="0" y="44"/>
                  </a:lnTo>
                  <a:lnTo>
                    <a:pt x="6" y="38"/>
                  </a:lnTo>
                  <a:lnTo>
                    <a:pt x="34" y="32"/>
                  </a:lnTo>
                  <a:lnTo>
                    <a:pt x="6" y="33"/>
                  </a:lnTo>
                  <a:lnTo>
                    <a:pt x="39" y="27"/>
                  </a:lnTo>
                  <a:lnTo>
                    <a:pt x="12" y="27"/>
                  </a:lnTo>
                  <a:lnTo>
                    <a:pt x="14" y="19"/>
                  </a:lnTo>
                  <a:lnTo>
                    <a:pt x="40" y="19"/>
                  </a:lnTo>
                  <a:lnTo>
                    <a:pt x="22" y="17"/>
                  </a:lnTo>
                  <a:lnTo>
                    <a:pt x="36" y="10"/>
                  </a:lnTo>
                  <a:lnTo>
                    <a:pt x="70" y="19"/>
                  </a:lnTo>
                  <a:lnTo>
                    <a:pt x="87" y="36"/>
                  </a:lnTo>
                  <a:lnTo>
                    <a:pt x="118" y="37"/>
                  </a:lnTo>
                  <a:lnTo>
                    <a:pt x="106" y="27"/>
                  </a:lnTo>
                  <a:lnTo>
                    <a:pt x="113" y="20"/>
                  </a:lnTo>
                  <a:lnTo>
                    <a:pt x="99" y="12"/>
                  </a:lnTo>
                  <a:lnTo>
                    <a:pt x="121" y="0"/>
                  </a:lnTo>
                  <a:lnTo>
                    <a:pt x="131" y="14"/>
                  </a:lnTo>
                  <a:lnTo>
                    <a:pt x="124" y="21"/>
                  </a:lnTo>
                  <a:lnTo>
                    <a:pt x="136" y="23"/>
                  </a:lnTo>
                  <a:lnTo>
                    <a:pt x="132" y="31"/>
                  </a:lnTo>
                  <a:lnTo>
                    <a:pt x="147" y="33"/>
                  </a:lnTo>
                  <a:lnTo>
                    <a:pt x="156" y="23"/>
                  </a:lnTo>
                  <a:lnTo>
                    <a:pt x="167" y="35"/>
                  </a:lnTo>
                  <a:lnTo>
                    <a:pt x="158" y="50"/>
                  </a:lnTo>
                  <a:lnTo>
                    <a:pt x="122" y="49"/>
                  </a:lnTo>
                  <a:lnTo>
                    <a:pt x="67" y="67"/>
                  </a:lnTo>
                  <a:lnTo>
                    <a:pt x="45" y="57"/>
                  </a:lnTo>
                  <a:lnTo>
                    <a:pt x="91" y="42"/>
                  </a:lnTo>
                  <a:lnTo>
                    <a:pt x="51" y="51"/>
                  </a:lnTo>
                  <a:lnTo>
                    <a:pt x="58" y="39"/>
                  </a:lnTo>
                  <a:lnTo>
                    <a:pt x="38" y="52"/>
                  </a:lnTo>
                  <a:lnTo>
                    <a:pt x="14" y="49"/>
                  </a:lnTo>
                  <a:lnTo>
                    <a:pt x="0" y="4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2" name="Freeform 639">
              <a:extLst>
                <a:ext uri="{FF2B5EF4-FFF2-40B4-BE49-F238E27FC236}">
                  <a16:creationId xmlns:a16="http://schemas.microsoft.com/office/drawing/2014/main" id="{DFD42EB3-EAE6-E363-D909-4141E868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2031"/>
              <a:ext cx="87" cy="43"/>
            </a:xfrm>
            <a:custGeom>
              <a:avLst/>
              <a:gdLst>
                <a:gd name="T0" fmla="*/ 0 w 87"/>
                <a:gd name="T1" fmla="*/ 0 h 43"/>
                <a:gd name="T2" fmla="*/ 0 w 87"/>
                <a:gd name="T3" fmla="*/ 0 h 43"/>
                <a:gd name="T4" fmla="*/ 7 w 87"/>
                <a:gd name="T5" fmla="*/ 15 h 43"/>
                <a:gd name="T6" fmla="*/ 28 w 87"/>
                <a:gd name="T7" fmla="*/ 15 h 43"/>
                <a:gd name="T8" fmla="*/ 21 w 87"/>
                <a:gd name="T9" fmla="*/ 18 h 43"/>
                <a:gd name="T10" fmla="*/ 26 w 87"/>
                <a:gd name="T11" fmla="*/ 23 h 43"/>
                <a:gd name="T12" fmla="*/ 8 w 87"/>
                <a:gd name="T13" fmla="*/ 25 h 43"/>
                <a:gd name="T14" fmla="*/ 38 w 87"/>
                <a:gd name="T15" fmla="*/ 31 h 43"/>
                <a:gd name="T16" fmla="*/ 86 w 87"/>
                <a:gd name="T17" fmla="*/ 42 h 43"/>
                <a:gd name="T18" fmla="*/ 79 w 87"/>
                <a:gd name="T19" fmla="*/ 17 h 43"/>
                <a:gd name="T20" fmla="*/ 44 w 87"/>
                <a:gd name="T21" fmla="*/ 3 h 43"/>
                <a:gd name="T22" fmla="*/ 33 w 87"/>
                <a:gd name="T23" fmla="*/ 9 h 43"/>
                <a:gd name="T24" fmla="*/ 30 w 87"/>
                <a:gd name="T25" fmla="*/ 0 h 43"/>
                <a:gd name="T26" fmla="*/ 0 w 87"/>
                <a:gd name="T27" fmla="*/ 0 h 43"/>
                <a:gd name="T28" fmla="*/ 0 w 87"/>
                <a:gd name="T29" fmla="*/ 0 h 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7"/>
                <a:gd name="T46" fmla="*/ 0 h 43"/>
                <a:gd name="T47" fmla="*/ 87 w 87"/>
                <a:gd name="T48" fmla="*/ 43 h 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7" h="43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28" y="15"/>
                  </a:lnTo>
                  <a:lnTo>
                    <a:pt x="21" y="18"/>
                  </a:lnTo>
                  <a:lnTo>
                    <a:pt x="26" y="23"/>
                  </a:lnTo>
                  <a:lnTo>
                    <a:pt x="8" y="25"/>
                  </a:lnTo>
                  <a:lnTo>
                    <a:pt x="38" y="31"/>
                  </a:lnTo>
                  <a:lnTo>
                    <a:pt x="86" y="42"/>
                  </a:lnTo>
                  <a:lnTo>
                    <a:pt x="79" y="17"/>
                  </a:lnTo>
                  <a:lnTo>
                    <a:pt x="44" y="3"/>
                  </a:lnTo>
                  <a:lnTo>
                    <a:pt x="33" y="9"/>
                  </a:lnTo>
                  <a:lnTo>
                    <a:pt x="30" y="0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3" name="Freeform 640">
              <a:extLst>
                <a:ext uri="{FF2B5EF4-FFF2-40B4-BE49-F238E27FC236}">
                  <a16:creationId xmlns:a16="http://schemas.microsoft.com/office/drawing/2014/main" id="{20CD1F3E-E90A-B2AC-6439-1979BE840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2110"/>
              <a:ext cx="70" cy="43"/>
            </a:xfrm>
            <a:custGeom>
              <a:avLst/>
              <a:gdLst>
                <a:gd name="T0" fmla="*/ 0 w 70"/>
                <a:gd name="T1" fmla="*/ 28 h 43"/>
                <a:gd name="T2" fmla="*/ 0 w 70"/>
                <a:gd name="T3" fmla="*/ 28 h 43"/>
                <a:gd name="T4" fmla="*/ 8 w 70"/>
                <a:gd name="T5" fmla="*/ 18 h 43"/>
                <a:gd name="T6" fmla="*/ 21 w 70"/>
                <a:gd name="T7" fmla="*/ 19 h 43"/>
                <a:gd name="T8" fmla="*/ 4 w 70"/>
                <a:gd name="T9" fmla="*/ 9 h 43"/>
                <a:gd name="T10" fmla="*/ 8 w 70"/>
                <a:gd name="T11" fmla="*/ 3 h 43"/>
                <a:gd name="T12" fmla="*/ 36 w 70"/>
                <a:gd name="T13" fmla="*/ 17 h 43"/>
                <a:gd name="T14" fmla="*/ 20 w 70"/>
                <a:gd name="T15" fmla="*/ 2 h 43"/>
                <a:gd name="T16" fmla="*/ 62 w 70"/>
                <a:gd name="T17" fmla="*/ 0 h 43"/>
                <a:gd name="T18" fmla="*/ 69 w 70"/>
                <a:gd name="T19" fmla="*/ 31 h 43"/>
                <a:gd name="T20" fmla="*/ 61 w 70"/>
                <a:gd name="T21" fmla="*/ 26 h 43"/>
                <a:gd name="T22" fmla="*/ 60 w 70"/>
                <a:gd name="T23" fmla="*/ 42 h 43"/>
                <a:gd name="T24" fmla="*/ 27 w 70"/>
                <a:gd name="T25" fmla="*/ 41 h 43"/>
                <a:gd name="T26" fmla="*/ 33 w 70"/>
                <a:gd name="T27" fmla="*/ 36 h 43"/>
                <a:gd name="T28" fmla="*/ 24 w 70"/>
                <a:gd name="T29" fmla="*/ 30 h 43"/>
                <a:gd name="T30" fmla="*/ 48 w 70"/>
                <a:gd name="T31" fmla="*/ 22 h 43"/>
                <a:gd name="T32" fmla="*/ 0 w 70"/>
                <a:gd name="T33" fmla="*/ 28 h 43"/>
                <a:gd name="T34" fmla="*/ 0 w 70"/>
                <a:gd name="T35" fmla="*/ 28 h 4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70"/>
                <a:gd name="T55" fmla="*/ 0 h 43"/>
                <a:gd name="T56" fmla="*/ 70 w 70"/>
                <a:gd name="T57" fmla="*/ 43 h 4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70" h="43">
                  <a:moveTo>
                    <a:pt x="0" y="28"/>
                  </a:moveTo>
                  <a:lnTo>
                    <a:pt x="0" y="28"/>
                  </a:lnTo>
                  <a:lnTo>
                    <a:pt x="8" y="18"/>
                  </a:lnTo>
                  <a:lnTo>
                    <a:pt x="21" y="19"/>
                  </a:lnTo>
                  <a:lnTo>
                    <a:pt x="4" y="9"/>
                  </a:lnTo>
                  <a:lnTo>
                    <a:pt x="8" y="3"/>
                  </a:lnTo>
                  <a:lnTo>
                    <a:pt x="36" y="17"/>
                  </a:lnTo>
                  <a:lnTo>
                    <a:pt x="20" y="2"/>
                  </a:lnTo>
                  <a:lnTo>
                    <a:pt x="62" y="0"/>
                  </a:lnTo>
                  <a:lnTo>
                    <a:pt x="69" y="31"/>
                  </a:lnTo>
                  <a:lnTo>
                    <a:pt x="61" y="26"/>
                  </a:lnTo>
                  <a:lnTo>
                    <a:pt x="60" y="42"/>
                  </a:lnTo>
                  <a:lnTo>
                    <a:pt x="27" y="41"/>
                  </a:lnTo>
                  <a:lnTo>
                    <a:pt x="33" y="36"/>
                  </a:lnTo>
                  <a:lnTo>
                    <a:pt x="24" y="30"/>
                  </a:lnTo>
                  <a:lnTo>
                    <a:pt x="48" y="22"/>
                  </a:lnTo>
                  <a:lnTo>
                    <a:pt x="0" y="2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4" name="Freeform 641">
              <a:extLst>
                <a:ext uri="{FF2B5EF4-FFF2-40B4-BE49-F238E27FC236}">
                  <a16:creationId xmlns:a16="http://schemas.microsoft.com/office/drawing/2014/main" id="{C768CAF1-D873-E4BA-1AC4-23EDAEFAC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2183"/>
              <a:ext cx="82" cy="67"/>
            </a:xfrm>
            <a:custGeom>
              <a:avLst/>
              <a:gdLst>
                <a:gd name="T0" fmla="*/ 0 w 82"/>
                <a:gd name="T1" fmla="*/ 33 h 67"/>
                <a:gd name="T2" fmla="*/ 0 w 82"/>
                <a:gd name="T3" fmla="*/ 33 h 67"/>
                <a:gd name="T4" fmla="*/ 4 w 82"/>
                <a:gd name="T5" fmla="*/ 24 h 67"/>
                <a:gd name="T6" fmla="*/ 31 w 82"/>
                <a:gd name="T7" fmla="*/ 29 h 67"/>
                <a:gd name="T8" fmla="*/ 27 w 82"/>
                <a:gd name="T9" fmla="*/ 19 h 67"/>
                <a:gd name="T10" fmla="*/ 34 w 82"/>
                <a:gd name="T11" fmla="*/ 19 h 67"/>
                <a:gd name="T12" fmla="*/ 16 w 82"/>
                <a:gd name="T13" fmla="*/ 14 h 67"/>
                <a:gd name="T14" fmla="*/ 25 w 82"/>
                <a:gd name="T15" fmla="*/ 11 h 67"/>
                <a:gd name="T16" fmla="*/ 17 w 82"/>
                <a:gd name="T17" fmla="*/ 5 h 67"/>
                <a:gd name="T18" fmla="*/ 68 w 82"/>
                <a:gd name="T19" fmla="*/ 0 h 67"/>
                <a:gd name="T20" fmla="*/ 70 w 82"/>
                <a:gd name="T21" fmla="*/ 14 h 67"/>
                <a:gd name="T22" fmla="*/ 54 w 82"/>
                <a:gd name="T23" fmla="*/ 26 h 67"/>
                <a:gd name="T24" fmla="*/ 78 w 82"/>
                <a:gd name="T25" fmla="*/ 29 h 67"/>
                <a:gd name="T26" fmla="*/ 81 w 82"/>
                <a:gd name="T27" fmla="*/ 53 h 67"/>
                <a:gd name="T28" fmla="*/ 46 w 82"/>
                <a:gd name="T29" fmla="*/ 66 h 67"/>
                <a:gd name="T30" fmla="*/ 31 w 82"/>
                <a:gd name="T31" fmla="*/ 47 h 67"/>
                <a:gd name="T32" fmla="*/ 0 w 82"/>
                <a:gd name="T33" fmla="*/ 33 h 67"/>
                <a:gd name="T34" fmla="*/ 0 w 82"/>
                <a:gd name="T35" fmla="*/ 33 h 6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2"/>
                <a:gd name="T55" fmla="*/ 0 h 67"/>
                <a:gd name="T56" fmla="*/ 82 w 82"/>
                <a:gd name="T57" fmla="*/ 67 h 6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2" h="67">
                  <a:moveTo>
                    <a:pt x="0" y="33"/>
                  </a:moveTo>
                  <a:lnTo>
                    <a:pt x="0" y="33"/>
                  </a:lnTo>
                  <a:lnTo>
                    <a:pt x="4" y="24"/>
                  </a:lnTo>
                  <a:lnTo>
                    <a:pt x="31" y="29"/>
                  </a:lnTo>
                  <a:lnTo>
                    <a:pt x="27" y="19"/>
                  </a:lnTo>
                  <a:lnTo>
                    <a:pt x="34" y="19"/>
                  </a:lnTo>
                  <a:lnTo>
                    <a:pt x="16" y="14"/>
                  </a:lnTo>
                  <a:lnTo>
                    <a:pt x="25" y="11"/>
                  </a:lnTo>
                  <a:lnTo>
                    <a:pt x="17" y="5"/>
                  </a:lnTo>
                  <a:lnTo>
                    <a:pt x="68" y="0"/>
                  </a:lnTo>
                  <a:lnTo>
                    <a:pt x="70" y="14"/>
                  </a:lnTo>
                  <a:lnTo>
                    <a:pt x="54" y="26"/>
                  </a:lnTo>
                  <a:lnTo>
                    <a:pt x="78" y="29"/>
                  </a:lnTo>
                  <a:lnTo>
                    <a:pt x="81" y="53"/>
                  </a:lnTo>
                  <a:lnTo>
                    <a:pt x="46" y="66"/>
                  </a:lnTo>
                  <a:lnTo>
                    <a:pt x="31" y="47"/>
                  </a:lnTo>
                  <a:lnTo>
                    <a:pt x="0" y="33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5" name="Freeform 642">
              <a:extLst>
                <a:ext uri="{FF2B5EF4-FFF2-40B4-BE49-F238E27FC236}">
                  <a16:creationId xmlns:a16="http://schemas.microsoft.com/office/drawing/2014/main" id="{5DC733A9-CD76-55FC-3C61-6B3C3929E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42"/>
              <a:ext cx="49" cy="34"/>
            </a:xfrm>
            <a:custGeom>
              <a:avLst/>
              <a:gdLst>
                <a:gd name="T0" fmla="*/ 0 w 49"/>
                <a:gd name="T1" fmla="*/ 0 h 34"/>
                <a:gd name="T2" fmla="*/ 0 w 49"/>
                <a:gd name="T3" fmla="*/ 0 h 34"/>
                <a:gd name="T4" fmla="*/ 5 w 49"/>
                <a:gd name="T5" fmla="*/ 20 h 34"/>
                <a:gd name="T6" fmla="*/ 20 w 49"/>
                <a:gd name="T7" fmla="*/ 21 h 34"/>
                <a:gd name="T8" fmla="*/ 7 w 49"/>
                <a:gd name="T9" fmla="*/ 24 h 34"/>
                <a:gd name="T10" fmla="*/ 14 w 49"/>
                <a:gd name="T11" fmla="*/ 33 h 34"/>
                <a:gd name="T12" fmla="*/ 44 w 49"/>
                <a:gd name="T13" fmla="*/ 28 h 34"/>
                <a:gd name="T14" fmla="*/ 48 w 49"/>
                <a:gd name="T15" fmla="*/ 16 h 34"/>
                <a:gd name="T16" fmla="*/ 0 w 49"/>
                <a:gd name="T17" fmla="*/ 0 h 34"/>
                <a:gd name="T18" fmla="*/ 0 w 49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9"/>
                <a:gd name="T31" fmla="*/ 0 h 34"/>
                <a:gd name="T32" fmla="*/ 49 w 49"/>
                <a:gd name="T33" fmla="*/ 34 h 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9" h="34">
                  <a:moveTo>
                    <a:pt x="0" y="0"/>
                  </a:moveTo>
                  <a:lnTo>
                    <a:pt x="0" y="0"/>
                  </a:lnTo>
                  <a:lnTo>
                    <a:pt x="5" y="20"/>
                  </a:lnTo>
                  <a:lnTo>
                    <a:pt x="20" y="21"/>
                  </a:lnTo>
                  <a:lnTo>
                    <a:pt x="7" y="24"/>
                  </a:lnTo>
                  <a:lnTo>
                    <a:pt x="14" y="33"/>
                  </a:lnTo>
                  <a:lnTo>
                    <a:pt x="44" y="28"/>
                  </a:lnTo>
                  <a:lnTo>
                    <a:pt x="48" y="16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6" name="Freeform 643">
              <a:extLst>
                <a:ext uri="{FF2B5EF4-FFF2-40B4-BE49-F238E27FC236}">
                  <a16:creationId xmlns:a16="http://schemas.microsoft.com/office/drawing/2014/main" id="{0D84BCA1-6108-F823-1188-A4EF26CC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2093"/>
              <a:ext cx="236" cy="76"/>
            </a:xfrm>
            <a:custGeom>
              <a:avLst/>
              <a:gdLst>
                <a:gd name="T0" fmla="*/ 0 w 236"/>
                <a:gd name="T1" fmla="*/ 12 h 76"/>
                <a:gd name="T2" fmla="*/ 0 w 236"/>
                <a:gd name="T3" fmla="*/ 12 h 76"/>
                <a:gd name="T4" fmla="*/ 15 w 236"/>
                <a:gd name="T5" fmla="*/ 0 h 76"/>
                <a:gd name="T6" fmla="*/ 35 w 236"/>
                <a:gd name="T7" fmla="*/ 7 h 76"/>
                <a:gd name="T8" fmla="*/ 49 w 236"/>
                <a:gd name="T9" fmla="*/ 12 h 76"/>
                <a:gd name="T10" fmla="*/ 45 w 236"/>
                <a:gd name="T11" fmla="*/ 21 h 76"/>
                <a:gd name="T12" fmla="*/ 72 w 236"/>
                <a:gd name="T13" fmla="*/ 13 h 76"/>
                <a:gd name="T14" fmla="*/ 89 w 236"/>
                <a:gd name="T15" fmla="*/ 21 h 76"/>
                <a:gd name="T16" fmla="*/ 75 w 236"/>
                <a:gd name="T17" fmla="*/ 21 h 76"/>
                <a:gd name="T18" fmla="*/ 105 w 236"/>
                <a:gd name="T19" fmla="*/ 26 h 76"/>
                <a:gd name="T20" fmla="*/ 72 w 236"/>
                <a:gd name="T21" fmla="*/ 28 h 76"/>
                <a:gd name="T22" fmla="*/ 89 w 236"/>
                <a:gd name="T23" fmla="*/ 34 h 76"/>
                <a:gd name="T24" fmla="*/ 76 w 236"/>
                <a:gd name="T25" fmla="*/ 40 h 76"/>
                <a:gd name="T26" fmla="*/ 93 w 236"/>
                <a:gd name="T27" fmla="*/ 35 h 76"/>
                <a:gd name="T28" fmla="*/ 107 w 236"/>
                <a:gd name="T29" fmla="*/ 49 h 76"/>
                <a:gd name="T30" fmla="*/ 111 w 236"/>
                <a:gd name="T31" fmla="*/ 43 h 76"/>
                <a:gd name="T32" fmla="*/ 154 w 236"/>
                <a:gd name="T33" fmla="*/ 49 h 76"/>
                <a:gd name="T34" fmla="*/ 199 w 236"/>
                <a:gd name="T35" fmla="*/ 35 h 76"/>
                <a:gd name="T36" fmla="*/ 235 w 236"/>
                <a:gd name="T37" fmla="*/ 52 h 76"/>
                <a:gd name="T38" fmla="*/ 224 w 236"/>
                <a:gd name="T39" fmla="*/ 59 h 76"/>
                <a:gd name="T40" fmla="*/ 228 w 236"/>
                <a:gd name="T41" fmla="*/ 72 h 76"/>
                <a:gd name="T42" fmla="*/ 206 w 236"/>
                <a:gd name="T43" fmla="*/ 75 h 76"/>
                <a:gd name="T44" fmla="*/ 182 w 236"/>
                <a:gd name="T45" fmla="*/ 63 h 76"/>
                <a:gd name="T46" fmla="*/ 182 w 236"/>
                <a:gd name="T47" fmla="*/ 72 h 76"/>
                <a:gd name="T48" fmla="*/ 169 w 236"/>
                <a:gd name="T49" fmla="*/ 73 h 76"/>
                <a:gd name="T50" fmla="*/ 116 w 236"/>
                <a:gd name="T51" fmla="*/ 75 h 76"/>
                <a:gd name="T52" fmla="*/ 111 w 236"/>
                <a:gd name="T53" fmla="*/ 64 h 76"/>
                <a:gd name="T54" fmla="*/ 98 w 236"/>
                <a:gd name="T55" fmla="*/ 73 h 76"/>
                <a:gd name="T56" fmla="*/ 82 w 236"/>
                <a:gd name="T57" fmla="*/ 64 h 76"/>
                <a:gd name="T58" fmla="*/ 71 w 236"/>
                <a:gd name="T59" fmla="*/ 71 h 76"/>
                <a:gd name="T60" fmla="*/ 51 w 236"/>
                <a:gd name="T61" fmla="*/ 22 h 76"/>
                <a:gd name="T62" fmla="*/ 26 w 236"/>
                <a:gd name="T63" fmla="*/ 27 h 76"/>
                <a:gd name="T64" fmla="*/ 0 w 236"/>
                <a:gd name="T65" fmla="*/ 12 h 76"/>
                <a:gd name="T66" fmla="*/ 0 w 236"/>
                <a:gd name="T67" fmla="*/ 12 h 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36"/>
                <a:gd name="T103" fmla="*/ 0 h 76"/>
                <a:gd name="T104" fmla="*/ 236 w 236"/>
                <a:gd name="T105" fmla="*/ 76 h 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36" h="76">
                  <a:moveTo>
                    <a:pt x="0" y="12"/>
                  </a:moveTo>
                  <a:lnTo>
                    <a:pt x="0" y="12"/>
                  </a:lnTo>
                  <a:lnTo>
                    <a:pt x="15" y="0"/>
                  </a:lnTo>
                  <a:lnTo>
                    <a:pt x="35" y="7"/>
                  </a:lnTo>
                  <a:lnTo>
                    <a:pt x="49" y="12"/>
                  </a:lnTo>
                  <a:lnTo>
                    <a:pt x="45" y="21"/>
                  </a:lnTo>
                  <a:lnTo>
                    <a:pt x="72" y="13"/>
                  </a:lnTo>
                  <a:lnTo>
                    <a:pt x="89" y="21"/>
                  </a:lnTo>
                  <a:lnTo>
                    <a:pt x="75" y="21"/>
                  </a:lnTo>
                  <a:lnTo>
                    <a:pt x="105" y="26"/>
                  </a:lnTo>
                  <a:lnTo>
                    <a:pt x="72" y="28"/>
                  </a:lnTo>
                  <a:lnTo>
                    <a:pt x="89" y="34"/>
                  </a:lnTo>
                  <a:lnTo>
                    <a:pt x="76" y="40"/>
                  </a:lnTo>
                  <a:lnTo>
                    <a:pt x="93" y="35"/>
                  </a:lnTo>
                  <a:lnTo>
                    <a:pt x="107" y="49"/>
                  </a:lnTo>
                  <a:lnTo>
                    <a:pt x="111" y="43"/>
                  </a:lnTo>
                  <a:lnTo>
                    <a:pt x="154" y="49"/>
                  </a:lnTo>
                  <a:lnTo>
                    <a:pt x="199" y="35"/>
                  </a:lnTo>
                  <a:lnTo>
                    <a:pt x="235" y="52"/>
                  </a:lnTo>
                  <a:lnTo>
                    <a:pt x="224" y="59"/>
                  </a:lnTo>
                  <a:lnTo>
                    <a:pt x="228" y="72"/>
                  </a:lnTo>
                  <a:lnTo>
                    <a:pt x="206" y="75"/>
                  </a:lnTo>
                  <a:lnTo>
                    <a:pt x="182" y="63"/>
                  </a:lnTo>
                  <a:lnTo>
                    <a:pt x="182" y="72"/>
                  </a:lnTo>
                  <a:lnTo>
                    <a:pt x="169" y="73"/>
                  </a:lnTo>
                  <a:lnTo>
                    <a:pt x="116" y="75"/>
                  </a:lnTo>
                  <a:lnTo>
                    <a:pt x="111" y="64"/>
                  </a:lnTo>
                  <a:lnTo>
                    <a:pt x="98" y="73"/>
                  </a:lnTo>
                  <a:lnTo>
                    <a:pt x="82" y="64"/>
                  </a:lnTo>
                  <a:lnTo>
                    <a:pt x="71" y="71"/>
                  </a:lnTo>
                  <a:lnTo>
                    <a:pt x="51" y="22"/>
                  </a:lnTo>
                  <a:lnTo>
                    <a:pt x="26" y="27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7" name="Freeform 644">
              <a:extLst>
                <a:ext uri="{FF2B5EF4-FFF2-40B4-BE49-F238E27FC236}">
                  <a16:creationId xmlns:a16="http://schemas.microsoft.com/office/drawing/2014/main" id="{77116ADB-AD88-DAE9-0DFC-8A0E6684C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66"/>
              <a:ext cx="154" cy="100"/>
            </a:xfrm>
            <a:custGeom>
              <a:avLst/>
              <a:gdLst>
                <a:gd name="T0" fmla="*/ 0 w 154"/>
                <a:gd name="T1" fmla="*/ 31 h 100"/>
                <a:gd name="T2" fmla="*/ 0 w 154"/>
                <a:gd name="T3" fmla="*/ 31 h 100"/>
                <a:gd name="T4" fmla="*/ 37 w 154"/>
                <a:gd name="T5" fmla="*/ 26 h 100"/>
                <a:gd name="T6" fmla="*/ 17 w 154"/>
                <a:gd name="T7" fmla="*/ 12 h 100"/>
                <a:gd name="T8" fmla="*/ 50 w 154"/>
                <a:gd name="T9" fmla="*/ 6 h 100"/>
                <a:gd name="T10" fmla="*/ 24 w 154"/>
                <a:gd name="T11" fmla="*/ 0 h 100"/>
                <a:gd name="T12" fmla="*/ 65 w 154"/>
                <a:gd name="T13" fmla="*/ 8 h 100"/>
                <a:gd name="T14" fmla="*/ 77 w 154"/>
                <a:gd name="T15" fmla="*/ 26 h 100"/>
                <a:gd name="T16" fmla="*/ 98 w 154"/>
                <a:gd name="T17" fmla="*/ 27 h 100"/>
                <a:gd name="T18" fmla="*/ 106 w 154"/>
                <a:gd name="T19" fmla="*/ 40 h 100"/>
                <a:gd name="T20" fmla="*/ 108 w 154"/>
                <a:gd name="T21" fmla="*/ 31 h 100"/>
                <a:gd name="T22" fmla="*/ 118 w 154"/>
                <a:gd name="T23" fmla="*/ 31 h 100"/>
                <a:gd name="T24" fmla="*/ 114 w 154"/>
                <a:gd name="T25" fmla="*/ 40 h 100"/>
                <a:gd name="T26" fmla="*/ 126 w 154"/>
                <a:gd name="T27" fmla="*/ 46 h 100"/>
                <a:gd name="T28" fmla="*/ 118 w 154"/>
                <a:gd name="T29" fmla="*/ 55 h 100"/>
                <a:gd name="T30" fmla="*/ 142 w 154"/>
                <a:gd name="T31" fmla="*/ 54 h 100"/>
                <a:gd name="T32" fmla="*/ 153 w 154"/>
                <a:gd name="T33" fmla="*/ 67 h 100"/>
                <a:gd name="T34" fmla="*/ 124 w 154"/>
                <a:gd name="T35" fmla="*/ 71 h 100"/>
                <a:gd name="T36" fmla="*/ 116 w 154"/>
                <a:gd name="T37" fmla="*/ 83 h 100"/>
                <a:gd name="T38" fmla="*/ 110 w 154"/>
                <a:gd name="T39" fmla="*/ 71 h 100"/>
                <a:gd name="T40" fmla="*/ 102 w 154"/>
                <a:gd name="T41" fmla="*/ 99 h 100"/>
                <a:gd name="T42" fmla="*/ 84 w 154"/>
                <a:gd name="T43" fmla="*/ 84 h 100"/>
                <a:gd name="T44" fmla="*/ 93 w 154"/>
                <a:gd name="T45" fmla="*/ 99 h 100"/>
                <a:gd name="T46" fmla="*/ 57 w 154"/>
                <a:gd name="T47" fmla="*/ 97 h 100"/>
                <a:gd name="T48" fmla="*/ 46 w 154"/>
                <a:gd name="T49" fmla="*/ 89 h 100"/>
                <a:gd name="T50" fmla="*/ 63 w 154"/>
                <a:gd name="T51" fmla="*/ 88 h 100"/>
                <a:gd name="T52" fmla="*/ 45 w 154"/>
                <a:gd name="T53" fmla="*/ 85 h 100"/>
                <a:gd name="T54" fmla="*/ 40 w 154"/>
                <a:gd name="T55" fmla="*/ 81 h 100"/>
                <a:gd name="T56" fmla="*/ 50 w 154"/>
                <a:gd name="T57" fmla="*/ 80 h 100"/>
                <a:gd name="T58" fmla="*/ 34 w 154"/>
                <a:gd name="T59" fmla="*/ 74 h 100"/>
                <a:gd name="T60" fmla="*/ 83 w 154"/>
                <a:gd name="T61" fmla="*/ 65 h 100"/>
                <a:gd name="T62" fmla="*/ 24 w 154"/>
                <a:gd name="T63" fmla="*/ 67 h 100"/>
                <a:gd name="T64" fmla="*/ 13 w 154"/>
                <a:gd name="T65" fmla="*/ 57 h 100"/>
                <a:gd name="T66" fmla="*/ 34 w 154"/>
                <a:gd name="T67" fmla="*/ 53 h 100"/>
                <a:gd name="T68" fmla="*/ 2 w 154"/>
                <a:gd name="T69" fmla="*/ 46 h 100"/>
                <a:gd name="T70" fmla="*/ 9 w 154"/>
                <a:gd name="T71" fmla="*/ 45 h 100"/>
                <a:gd name="T72" fmla="*/ 0 w 154"/>
                <a:gd name="T73" fmla="*/ 38 h 100"/>
                <a:gd name="T74" fmla="*/ 37 w 154"/>
                <a:gd name="T75" fmla="*/ 38 h 100"/>
                <a:gd name="T76" fmla="*/ 0 w 154"/>
                <a:gd name="T77" fmla="*/ 31 h 100"/>
                <a:gd name="T78" fmla="*/ 0 w 154"/>
                <a:gd name="T79" fmla="*/ 31 h 10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54"/>
                <a:gd name="T121" fmla="*/ 0 h 100"/>
                <a:gd name="T122" fmla="*/ 154 w 154"/>
                <a:gd name="T123" fmla="*/ 100 h 10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54" h="100">
                  <a:moveTo>
                    <a:pt x="0" y="31"/>
                  </a:moveTo>
                  <a:lnTo>
                    <a:pt x="0" y="31"/>
                  </a:lnTo>
                  <a:lnTo>
                    <a:pt x="37" y="26"/>
                  </a:lnTo>
                  <a:lnTo>
                    <a:pt x="17" y="12"/>
                  </a:lnTo>
                  <a:lnTo>
                    <a:pt x="50" y="6"/>
                  </a:lnTo>
                  <a:lnTo>
                    <a:pt x="24" y="0"/>
                  </a:lnTo>
                  <a:lnTo>
                    <a:pt x="65" y="8"/>
                  </a:lnTo>
                  <a:lnTo>
                    <a:pt x="77" y="26"/>
                  </a:lnTo>
                  <a:lnTo>
                    <a:pt x="98" y="27"/>
                  </a:lnTo>
                  <a:lnTo>
                    <a:pt x="106" y="40"/>
                  </a:lnTo>
                  <a:lnTo>
                    <a:pt x="108" y="31"/>
                  </a:lnTo>
                  <a:lnTo>
                    <a:pt x="118" y="31"/>
                  </a:lnTo>
                  <a:lnTo>
                    <a:pt x="114" y="40"/>
                  </a:lnTo>
                  <a:lnTo>
                    <a:pt x="126" y="46"/>
                  </a:lnTo>
                  <a:lnTo>
                    <a:pt x="118" y="55"/>
                  </a:lnTo>
                  <a:lnTo>
                    <a:pt x="142" y="54"/>
                  </a:lnTo>
                  <a:lnTo>
                    <a:pt x="153" y="67"/>
                  </a:lnTo>
                  <a:lnTo>
                    <a:pt x="124" y="71"/>
                  </a:lnTo>
                  <a:lnTo>
                    <a:pt x="116" y="83"/>
                  </a:lnTo>
                  <a:lnTo>
                    <a:pt x="110" y="71"/>
                  </a:lnTo>
                  <a:lnTo>
                    <a:pt x="102" y="99"/>
                  </a:lnTo>
                  <a:lnTo>
                    <a:pt x="84" y="84"/>
                  </a:lnTo>
                  <a:lnTo>
                    <a:pt x="93" y="99"/>
                  </a:lnTo>
                  <a:lnTo>
                    <a:pt x="57" y="97"/>
                  </a:lnTo>
                  <a:lnTo>
                    <a:pt x="46" y="89"/>
                  </a:lnTo>
                  <a:lnTo>
                    <a:pt x="63" y="88"/>
                  </a:lnTo>
                  <a:lnTo>
                    <a:pt x="45" y="85"/>
                  </a:lnTo>
                  <a:lnTo>
                    <a:pt x="40" y="81"/>
                  </a:lnTo>
                  <a:lnTo>
                    <a:pt x="50" y="80"/>
                  </a:lnTo>
                  <a:lnTo>
                    <a:pt x="34" y="74"/>
                  </a:lnTo>
                  <a:lnTo>
                    <a:pt x="83" y="65"/>
                  </a:lnTo>
                  <a:lnTo>
                    <a:pt x="24" y="67"/>
                  </a:lnTo>
                  <a:lnTo>
                    <a:pt x="13" y="57"/>
                  </a:lnTo>
                  <a:lnTo>
                    <a:pt x="34" y="53"/>
                  </a:lnTo>
                  <a:lnTo>
                    <a:pt x="2" y="46"/>
                  </a:lnTo>
                  <a:lnTo>
                    <a:pt x="9" y="45"/>
                  </a:lnTo>
                  <a:lnTo>
                    <a:pt x="0" y="38"/>
                  </a:lnTo>
                  <a:lnTo>
                    <a:pt x="37" y="38"/>
                  </a:lnTo>
                  <a:lnTo>
                    <a:pt x="0" y="3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8" name="Freeform 645">
              <a:extLst>
                <a:ext uri="{FF2B5EF4-FFF2-40B4-BE49-F238E27FC236}">
                  <a16:creationId xmlns:a16="http://schemas.microsoft.com/office/drawing/2014/main" id="{45F94FA2-0E47-1E6B-714F-524317E4E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137"/>
              <a:ext cx="38" cy="26"/>
            </a:xfrm>
            <a:custGeom>
              <a:avLst/>
              <a:gdLst>
                <a:gd name="T0" fmla="*/ 0 w 38"/>
                <a:gd name="T1" fmla="*/ 17 h 26"/>
                <a:gd name="T2" fmla="*/ 0 w 38"/>
                <a:gd name="T3" fmla="*/ 17 h 26"/>
                <a:gd name="T4" fmla="*/ 6 w 38"/>
                <a:gd name="T5" fmla="*/ 0 h 26"/>
                <a:gd name="T6" fmla="*/ 30 w 38"/>
                <a:gd name="T7" fmla="*/ 5 h 26"/>
                <a:gd name="T8" fmla="*/ 37 w 38"/>
                <a:gd name="T9" fmla="*/ 25 h 26"/>
                <a:gd name="T10" fmla="*/ 0 w 38"/>
                <a:gd name="T11" fmla="*/ 17 h 26"/>
                <a:gd name="T12" fmla="*/ 0 w 38"/>
                <a:gd name="T13" fmla="*/ 17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"/>
                <a:gd name="T22" fmla="*/ 0 h 26"/>
                <a:gd name="T23" fmla="*/ 38 w 38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" h="26">
                  <a:moveTo>
                    <a:pt x="0" y="17"/>
                  </a:moveTo>
                  <a:lnTo>
                    <a:pt x="0" y="17"/>
                  </a:lnTo>
                  <a:lnTo>
                    <a:pt x="6" y="0"/>
                  </a:lnTo>
                  <a:lnTo>
                    <a:pt x="30" y="5"/>
                  </a:lnTo>
                  <a:lnTo>
                    <a:pt x="37" y="25"/>
                  </a:lnTo>
                  <a:lnTo>
                    <a:pt x="0" y="1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9" name="Freeform 646">
              <a:extLst>
                <a:ext uri="{FF2B5EF4-FFF2-40B4-BE49-F238E27FC236}">
                  <a16:creationId xmlns:a16="http://schemas.microsoft.com/office/drawing/2014/main" id="{DEB9E08E-ABCE-4D07-6D62-179238959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075"/>
              <a:ext cx="43" cy="10"/>
            </a:xfrm>
            <a:custGeom>
              <a:avLst/>
              <a:gdLst>
                <a:gd name="T0" fmla="*/ 0 w 43"/>
                <a:gd name="T1" fmla="*/ 4 h 10"/>
                <a:gd name="T2" fmla="*/ 0 w 43"/>
                <a:gd name="T3" fmla="*/ 4 h 10"/>
                <a:gd name="T4" fmla="*/ 10 w 43"/>
                <a:gd name="T5" fmla="*/ 9 h 10"/>
                <a:gd name="T6" fmla="*/ 42 w 43"/>
                <a:gd name="T7" fmla="*/ 4 h 10"/>
                <a:gd name="T8" fmla="*/ 11 w 43"/>
                <a:gd name="T9" fmla="*/ 0 h 10"/>
                <a:gd name="T10" fmla="*/ 0 w 43"/>
                <a:gd name="T11" fmla="*/ 4 h 10"/>
                <a:gd name="T12" fmla="*/ 0 w 43"/>
                <a:gd name="T13" fmla="*/ 4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3"/>
                <a:gd name="T22" fmla="*/ 0 h 10"/>
                <a:gd name="T23" fmla="*/ 43 w 43"/>
                <a:gd name="T24" fmla="*/ 10 h 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3" h="10">
                  <a:moveTo>
                    <a:pt x="0" y="4"/>
                  </a:moveTo>
                  <a:lnTo>
                    <a:pt x="0" y="4"/>
                  </a:lnTo>
                  <a:lnTo>
                    <a:pt x="10" y="9"/>
                  </a:lnTo>
                  <a:lnTo>
                    <a:pt x="42" y="4"/>
                  </a:lnTo>
                  <a:lnTo>
                    <a:pt x="11" y="0"/>
                  </a:lnTo>
                  <a:lnTo>
                    <a:pt x="0" y="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0" name="Freeform 647">
              <a:extLst>
                <a:ext uri="{FF2B5EF4-FFF2-40B4-BE49-F238E27FC236}">
                  <a16:creationId xmlns:a16="http://schemas.microsoft.com/office/drawing/2014/main" id="{0D26E982-8C93-FA43-B5CF-6A51A53E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179"/>
              <a:ext cx="75" cy="53"/>
            </a:xfrm>
            <a:custGeom>
              <a:avLst/>
              <a:gdLst>
                <a:gd name="T0" fmla="*/ 0 w 75"/>
                <a:gd name="T1" fmla="*/ 9 h 53"/>
                <a:gd name="T2" fmla="*/ 0 w 75"/>
                <a:gd name="T3" fmla="*/ 9 h 53"/>
                <a:gd name="T4" fmla="*/ 2 w 75"/>
                <a:gd name="T5" fmla="*/ 33 h 53"/>
                <a:gd name="T6" fmla="*/ 10 w 75"/>
                <a:gd name="T7" fmla="*/ 38 h 53"/>
                <a:gd name="T8" fmla="*/ 7 w 75"/>
                <a:gd name="T9" fmla="*/ 52 h 53"/>
                <a:gd name="T10" fmla="*/ 18 w 75"/>
                <a:gd name="T11" fmla="*/ 52 h 53"/>
                <a:gd name="T12" fmla="*/ 30 w 75"/>
                <a:gd name="T13" fmla="*/ 41 h 53"/>
                <a:gd name="T14" fmla="*/ 18 w 75"/>
                <a:gd name="T15" fmla="*/ 33 h 53"/>
                <a:gd name="T16" fmla="*/ 48 w 75"/>
                <a:gd name="T17" fmla="*/ 33 h 53"/>
                <a:gd name="T18" fmla="*/ 74 w 75"/>
                <a:gd name="T19" fmla="*/ 4 h 53"/>
                <a:gd name="T20" fmla="*/ 6 w 75"/>
                <a:gd name="T21" fmla="*/ 0 h 53"/>
                <a:gd name="T22" fmla="*/ 15 w 75"/>
                <a:gd name="T23" fmla="*/ 10 h 53"/>
                <a:gd name="T24" fmla="*/ 0 w 75"/>
                <a:gd name="T25" fmla="*/ 9 h 53"/>
                <a:gd name="T26" fmla="*/ 0 w 75"/>
                <a:gd name="T27" fmla="*/ 9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5"/>
                <a:gd name="T43" fmla="*/ 0 h 53"/>
                <a:gd name="T44" fmla="*/ 75 w 75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5" h="53">
                  <a:moveTo>
                    <a:pt x="0" y="9"/>
                  </a:moveTo>
                  <a:lnTo>
                    <a:pt x="0" y="9"/>
                  </a:lnTo>
                  <a:lnTo>
                    <a:pt x="2" y="33"/>
                  </a:lnTo>
                  <a:lnTo>
                    <a:pt x="10" y="38"/>
                  </a:lnTo>
                  <a:lnTo>
                    <a:pt x="7" y="52"/>
                  </a:lnTo>
                  <a:lnTo>
                    <a:pt x="18" y="52"/>
                  </a:lnTo>
                  <a:lnTo>
                    <a:pt x="30" y="41"/>
                  </a:lnTo>
                  <a:lnTo>
                    <a:pt x="18" y="33"/>
                  </a:lnTo>
                  <a:lnTo>
                    <a:pt x="48" y="33"/>
                  </a:lnTo>
                  <a:lnTo>
                    <a:pt x="74" y="4"/>
                  </a:lnTo>
                  <a:lnTo>
                    <a:pt x="6" y="0"/>
                  </a:lnTo>
                  <a:lnTo>
                    <a:pt x="15" y="10"/>
                  </a:lnTo>
                  <a:lnTo>
                    <a:pt x="0" y="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1" name="Freeform 59">
              <a:extLst>
                <a:ext uri="{FF2B5EF4-FFF2-40B4-BE49-F238E27FC236}">
                  <a16:creationId xmlns:a16="http://schemas.microsoft.com/office/drawing/2014/main" id="{094868C4-CE2A-9414-ECCF-860A1CC4D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908"/>
              <a:ext cx="421" cy="214"/>
            </a:xfrm>
            <a:custGeom>
              <a:avLst/>
              <a:gdLst>
                <a:gd name="T0" fmla="*/ 37 w 421"/>
                <a:gd name="T1" fmla="*/ 50 h 214"/>
                <a:gd name="T2" fmla="*/ 31 w 421"/>
                <a:gd name="T3" fmla="*/ 58 h 214"/>
                <a:gd name="T4" fmla="*/ 36 w 421"/>
                <a:gd name="T5" fmla="*/ 68 h 214"/>
                <a:gd name="T6" fmla="*/ 66 w 421"/>
                <a:gd name="T7" fmla="*/ 83 h 214"/>
                <a:gd name="T8" fmla="*/ 89 w 421"/>
                <a:gd name="T9" fmla="*/ 71 h 214"/>
                <a:gd name="T10" fmla="*/ 135 w 421"/>
                <a:gd name="T11" fmla="*/ 72 h 214"/>
                <a:gd name="T12" fmla="*/ 166 w 421"/>
                <a:gd name="T13" fmla="*/ 75 h 214"/>
                <a:gd name="T14" fmla="*/ 172 w 421"/>
                <a:gd name="T15" fmla="*/ 74 h 214"/>
                <a:gd name="T16" fmla="*/ 142 w 421"/>
                <a:gd name="T17" fmla="*/ 111 h 214"/>
                <a:gd name="T18" fmla="*/ 111 w 421"/>
                <a:gd name="T19" fmla="*/ 93 h 214"/>
                <a:gd name="T20" fmla="*/ 90 w 421"/>
                <a:gd name="T21" fmla="*/ 103 h 214"/>
                <a:gd name="T22" fmla="*/ 100 w 421"/>
                <a:gd name="T23" fmla="*/ 131 h 214"/>
                <a:gd name="T24" fmla="*/ 132 w 421"/>
                <a:gd name="T25" fmla="*/ 145 h 214"/>
                <a:gd name="T26" fmla="*/ 62 w 421"/>
                <a:gd name="T27" fmla="*/ 157 h 214"/>
                <a:gd name="T28" fmla="*/ 88 w 421"/>
                <a:gd name="T29" fmla="*/ 158 h 214"/>
                <a:gd name="T30" fmla="*/ 109 w 421"/>
                <a:gd name="T31" fmla="*/ 157 h 214"/>
                <a:gd name="T32" fmla="*/ 88 w 421"/>
                <a:gd name="T33" fmla="*/ 167 h 214"/>
                <a:gd name="T34" fmla="*/ 132 w 421"/>
                <a:gd name="T35" fmla="*/ 159 h 214"/>
                <a:gd name="T36" fmla="*/ 51 w 421"/>
                <a:gd name="T37" fmla="*/ 168 h 214"/>
                <a:gd name="T38" fmla="*/ 39 w 421"/>
                <a:gd name="T39" fmla="*/ 207 h 214"/>
                <a:gd name="T40" fmla="*/ 72 w 421"/>
                <a:gd name="T41" fmla="*/ 202 h 214"/>
                <a:gd name="T42" fmla="*/ 93 w 421"/>
                <a:gd name="T43" fmla="*/ 203 h 214"/>
                <a:gd name="T44" fmla="*/ 126 w 421"/>
                <a:gd name="T45" fmla="*/ 207 h 214"/>
                <a:gd name="T46" fmla="*/ 149 w 421"/>
                <a:gd name="T47" fmla="*/ 205 h 214"/>
                <a:gd name="T48" fmla="*/ 191 w 421"/>
                <a:gd name="T49" fmla="*/ 193 h 214"/>
                <a:gd name="T50" fmla="*/ 135 w 421"/>
                <a:gd name="T51" fmla="*/ 184 h 214"/>
                <a:gd name="T52" fmla="*/ 188 w 421"/>
                <a:gd name="T53" fmla="*/ 162 h 214"/>
                <a:gd name="T54" fmla="*/ 204 w 421"/>
                <a:gd name="T55" fmla="*/ 155 h 214"/>
                <a:gd name="T56" fmla="*/ 235 w 421"/>
                <a:gd name="T57" fmla="*/ 142 h 214"/>
                <a:gd name="T58" fmla="*/ 217 w 421"/>
                <a:gd name="T59" fmla="*/ 129 h 214"/>
                <a:gd name="T60" fmla="*/ 237 w 421"/>
                <a:gd name="T61" fmla="*/ 125 h 214"/>
                <a:gd name="T62" fmla="*/ 235 w 421"/>
                <a:gd name="T63" fmla="*/ 108 h 214"/>
                <a:gd name="T64" fmla="*/ 268 w 421"/>
                <a:gd name="T65" fmla="*/ 98 h 214"/>
                <a:gd name="T66" fmla="*/ 305 w 421"/>
                <a:gd name="T67" fmla="*/ 90 h 214"/>
                <a:gd name="T68" fmla="*/ 341 w 421"/>
                <a:gd name="T69" fmla="*/ 53 h 214"/>
                <a:gd name="T70" fmla="*/ 357 w 421"/>
                <a:gd name="T71" fmla="*/ 50 h 214"/>
                <a:gd name="T72" fmla="*/ 393 w 421"/>
                <a:gd name="T73" fmla="*/ 23 h 214"/>
                <a:gd name="T74" fmla="*/ 345 w 421"/>
                <a:gd name="T75" fmla="*/ 6 h 214"/>
                <a:gd name="T76" fmla="*/ 249 w 421"/>
                <a:gd name="T77" fmla="*/ 11 h 214"/>
                <a:gd name="T78" fmla="*/ 219 w 421"/>
                <a:gd name="T79" fmla="*/ 19 h 214"/>
                <a:gd name="T80" fmla="*/ 154 w 421"/>
                <a:gd name="T81" fmla="*/ 7 h 214"/>
                <a:gd name="T82" fmla="*/ 147 w 421"/>
                <a:gd name="T83" fmla="*/ 21 h 214"/>
                <a:gd name="T84" fmla="*/ 117 w 421"/>
                <a:gd name="T85" fmla="*/ 23 h 214"/>
                <a:gd name="T86" fmla="*/ 65 w 421"/>
                <a:gd name="T87" fmla="*/ 33 h 214"/>
                <a:gd name="T88" fmla="*/ 0 w 421"/>
                <a:gd name="T89" fmla="*/ 50 h 21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21"/>
                <a:gd name="T136" fmla="*/ 0 h 214"/>
                <a:gd name="T137" fmla="*/ 421 w 421"/>
                <a:gd name="T138" fmla="*/ 214 h 21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21" h="214">
                  <a:moveTo>
                    <a:pt x="0" y="50"/>
                  </a:moveTo>
                  <a:lnTo>
                    <a:pt x="0" y="50"/>
                  </a:lnTo>
                  <a:lnTo>
                    <a:pt x="37" y="50"/>
                  </a:lnTo>
                  <a:lnTo>
                    <a:pt x="24" y="58"/>
                  </a:lnTo>
                  <a:lnTo>
                    <a:pt x="76" y="53"/>
                  </a:lnTo>
                  <a:lnTo>
                    <a:pt x="31" y="58"/>
                  </a:lnTo>
                  <a:lnTo>
                    <a:pt x="45" y="62"/>
                  </a:lnTo>
                  <a:lnTo>
                    <a:pt x="30" y="63"/>
                  </a:lnTo>
                  <a:lnTo>
                    <a:pt x="36" y="68"/>
                  </a:lnTo>
                  <a:lnTo>
                    <a:pt x="103" y="60"/>
                  </a:lnTo>
                  <a:lnTo>
                    <a:pt x="37" y="73"/>
                  </a:lnTo>
                  <a:lnTo>
                    <a:pt x="66" y="83"/>
                  </a:lnTo>
                  <a:lnTo>
                    <a:pt x="92" y="68"/>
                  </a:lnTo>
                  <a:lnTo>
                    <a:pt x="135" y="66"/>
                  </a:lnTo>
                  <a:lnTo>
                    <a:pt x="89" y="71"/>
                  </a:lnTo>
                  <a:lnTo>
                    <a:pt x="78" y="83"/>
                  </a:lnTo>
                  <a:lnTo>
                    <a:pt x="106" y="85"/>
                  </a:lnTo>
                  <a:lnTo>
                    <a:pt x="135" y="72"/>
                  </a:lnTo>
                  <a:lnTo>
                    <a:pt x="115" y="84"/>
                  </a:lnTo>
                  <a:lnTo>
                    <a:pt x="135" y="84"/>
                  </a:lnTo>
                  <a:lnTo>
                    <a:pt x="166" y="75"/>
                  </a:lnTo>
                  <a:lnTo>
                    <a:pt x="162" y="63"/>
                  </a:lnTo>
                  <a:lnTo>
                    <a:pt x="197" y="54"/>
                  </a:lnTo>
                  <a:lnTo>
                    <a:pt x="172" y="74"/>
                  </a:lnTo>
                  <a:lnTo>
                    <a:pt x="225" y="70"/>
                  </a:lnTo>
                  <a:lnTo>
                    <a:pt x="117" y="90"/>
                  </a:lnTo>
                  <a:lnTo>
                    <a:pt x="142" y="111"/>
                  </a:lnTo>
                  <a:lnTo>
                    <a:pt x="163" y="111"/>
                  </a:lnTo>
                  <a:lnTo>
                    <a:pt x="152" y="115"/>
                  </a:lnTo>
                  <a:lnTo>
                    <a:pt x="111" y="93"/>
                  </a:lnTo>
                  <a:lnTo>
                    <a:pt x="75" y="90"/>
                  </a:lnTo>
                  <a:lnTo>
                    <a:pt x="74" y="99"/>
                  </a:lnTo>
                  <a:lnTo>
                    <a:pt x="90" y="103"/>
                  </a:lnTo>
                  <a:lnTo>
                    <a:pt x="75" y="107"/>
                  </a:lnTo>
                  <a:lnTo>
                    <a:pt x="117" y="130"/>
                  </a:lnTo>
                  <a:lnTo>
                    <a:pt x="100" y="131"/>
                  </a:lnTo>
                  <a:lnTo>
                    <a:pt x="143" y="132"/>
                  </a:lnTo>
                  <a:lnTo>
                    <a:pt x="119" y="138"/>
                  </a:lnTo>
                  <a:lnTo>
                    <a:pt x="132" y="145"/>
                  </a:lnTo>
                  <a:lnTo>
                    <a:pt x="93" y="133"/>
                  </a:lnTo>
                  <a:lnTo>
                    <a:pt x="71" y="138"/>
                  </a:lnTo>
                  <a:lnTo>
                    <a:pt x="62" y="157"/>
                  </a:lnTo>
                  <a:lnTo>
                    <a:pt x="84" y="151"/>
                  </a:lnTo>
                  <a:lnTo>
                    <a:pt x="80" y="158"/>
                  </a:lnTo>
                  <a:lnTo>
                    <a:pt x="88" y="158"/>
                  </a:lnTo>
                  <a:lnTo>
                    <a:pt x="101" y="143"/>
                  </a:lnTo>
                  <a:lnTo>
                    <a:pt x="97" y="155"/>
                  </a:lnTo>
                  <a:lnTo>
                    <a:pt x="109" y="157"/>
                  </a:lnTo>
                  <a:lnTo>
                    <a:pt x="85" y="162"/>
                  </a:lnTo>
                  <a:lnTo>
                    <a:pt x="100" y="163"/>
                  </a:lnTo>
                  <a:lnTo>
                    <a:pt x="88" y="167"/>
                  </a:lnTo>
                  <a:lnTo>
                    <a:pt x="98" y="175"/>
                  </a:lnTo>
                  <a:lnTo>
                    <a:pt x="115" y="175"/>
                  </a:lnTo>
                  <a:lnTo>
                    <a:pt x="132" y="159"/>
                  </a:lnTo>
                  <a:lnTo>
                    <a:pt x="103" y="181"/>
                  </a:lnTo>
                  <a:lnTo>
                    <a:pt x="75" y="165"/>
                  </a:lnTo>
                  <a:lnTo>
                    <a:pt x="51" y="168"/>
                  </a:lnTo>
                  <a:lnTo>
                    <a:pt x="71" y="185"/>
                  </a:lnTo>
                  <a:lnTo>
                    <a:pt x="36" y="194"/>
                  </a:lnTo>
                  <a:lnTo>
                    <a:pt x="39" y="207"/>
                  </a:lnTo>
                  <a:lnTo>
                    <a:pt x="46" y="195"/>
                  </a:lnTo>
                  <a:lnTo>
                    <a:pt x="47" y="207"/>
                  </a:lnTo>
                  <a:lnTo>
                    <a:pt x="72" y="202"/>
                  </a:lnTo>
                  <a:lnTo>
                    <a:pt x="89" y="212"/>
                  </a:lnTo>
                  <a:lnTo>
                    <a:pt x="102" y="211"/>
                  </a:lnTo>
                  <a:lnTo>
                    <a:pt x="93" y="203"/>
                  </a:lnTo>
                  <a:lnTo>
                    <a:pt x="117" y="206"/>
                  </a:lnTo>
                  <a:lnTo>
                    <a:pt x="115" y="198"/>
                  </a:lnTo>
                  <a:lnTo>
                    <a:pt x="126" y="207"/>
                  </a:lnTo>
                  <a:lnTo>
                    <a:pt x="133" y="205"/>
                  </a:lnTo>
                  <a:lnTo>
                    <a:pt x="129" y="199"/>
                  </a:lnTo>
                  <a:lnTo>
                    <a:pt x="149" y="205"/>
                  </a:lnTo>
                  <a:lnTo>
                    <a:pt x="149" y="213"/>
                  </a:lnTo>
                  <a:lnTo>
                    <a:pt x="185" y="205"/>
                  </a:lnTo>
                  <a:lnTo>
                    <a:pt x="191" y="193"/>
                  </a:lnTo>
                  <a:lnTo>
                    <a:pt x="175" y="195"/>
                  </a:lnTo>
                  <a:lnTo>
                    <a:pt x="175" y="184"/>
                  </a:lnTo>
                  <a:lnTo>
                    <a:pt x="135" y="184"/>
                  </a:lnTo>
                  <a:lnTo>
                    <a:pt x="188" y="181"/>
                  </a:lnTo>
                  <a:lnTo>
                    <a:pt x="196" y="172"/>
                  </a:lnTo>
                  <a:lnTo>
                    <a:pt x="188" y="162"/>
                  </a:lnTo>
                  <a:lnTo>
                    <a:pt x="218" y="162"/>
                  </a:lnTo>
                  <a:lnTo>
                    <a:pt x="225" y="158"/>
                  </a:lnTo>
                  <a:lnTo>
                    <a:pt x="204" y="155"/>
                  </a:lnTo>
                  <a:lnTo>
                    <a:pt x="231" y="154"/>
                  </a:lnTo>
                  <a:lnTo>
                    <a:pt x="213" y="147"/>
                  </a:lnTo>
                  <a:lnTo>
                    <a:pt x="235" y="142"/>
                  </a:lnTo>
                  <a:lnTo>
                    <a:pt x="234" y="136"/>
                  </a:lnTo>
                  <a:lnTo>
                    <a:pt x="194" y="133"/>
                  </a:lnTo>
                  <a:lnTo>
                    <a:pt x="217" y="129"/>
                  </a:lnTo>
                  <a:lnTo>
                    <a:pt x="193" y="127"/>
                  </a:lnTo>
                  <a:lnTo>
                    <a:pt x="235" y="131"/>
                  </a:lnTo>
                  <a:lnTo>
                    <a:pt x="237" y="125"/>
                  </a:lnTo>
                  <a:lnTo>
                    <a:pt x="193" y="123"/>
                  </a:lnTo>
                  <a:lnTo>
                    <a:pt x="250" y="115"/>
                  </a:lnTo>
                  <a:lnTo>
                    <a:pt x="235" y="108"/>
                  </a:lnTo>
                  <a:lnTo>
                    <a:pt x="276" y="111"/>
                  </a:lnTo>
                  <a:lnTo>
                    <a:pt x="289" y="99"/>
                  </a:lnTo>
                  <a:lnTo>
                    <a:pt x="268" y="98"/>
                  </a:lnTo>
                  <a:lnTo>
                    <a:pt x="295" y="96"/>
                  </a:lnTo>
                  <a:lnTo>
                    <a:pt x="292" y="88"/>
                  </a:lnTo>
                  <a:lnTo>
                    <a:pt x="305" y="90"/>
                  </a:lnTo>
                  <a:lnTo>
                    <a:pt x="375" y="55"/>
                  </a:lnTo>
                  <a:lnTo>
                    <a:pt x="297" y="67"/>
                  </a:lnTo>
                  <a:lnTo>
                    <a:pt x="341" y="53"/>
                  </a:lnTo>
                  <a:lnTo>
                    <a:pt x="314" y="54"/>
                  </a:lnTo>
                  <a:lnTo>
                    <a:pt x="308" y="47"/>
                  </a:lnTo>
                  <a:lnTo>
                    <a:pt x="357" y="50"/>
                  </a:lnTo>
                  <a:lnTo>
                    <a:pt x="420" y="32"/>
                  </a:lnTo>
                  <a:lnTo>
                    <a:pt x="419" y="23"/>
                  </a:lnTo>
                  <a:lnTo>
                    <a:pt x="393" y="23"/>
                  </a:lnTo>
                  <a:lnTo>
                    <a:pt x="386" y="9"/>
                  </a:lnTo>
                  <a:lnTo>
                    <a:pt x="314" y="16"/>
                  </a:lnTo>
                  <a:lnTo>
                    <a:pt x="345" y="6"/>
                  </a:lnTo>
                  <a:lnTo>
                    <a:pt x="250" y="0"/>
                  </a:lnTo>
                  <a:lnTo>
                    <a:pt x="242" y="7"/>
                  </a:lnTo>
                  <a:lnTo>
                    <a:pt x="249" y="11"/>
                  </a:lnTo>
                  <a:lnTo>
                    <a:pt x="231" y="4"/>
                  </a:lnTo>
                  <a:lnTo>
                    <a:pt x="189" y="4"/>
                  </a:lnTo>
                  <a:lnTo>
                    <a:pt x="219" y="19"/>
                  </a:lnTo>
                  <a:lnTo>
                    <a:pt x="208" y="23"/>
                  </a:lnTo>
                  <a:lnTo>
                    <a:pt x="193" y="8"/>
                  </a:lnTo>
                  <a:lnTo>
                    <a:pt x="154" y="7"/>
                  </a:lnTo>
                  <a:lnTo>
                    <a:pt x="162" y="13"/>
                  </a:lnTo>
                  <a:lnTo>
                    <a:pt x="132" y="11"/>
                  </a:lnTo>
                  <a:lnTo>
                    <a:pt x="147" y="21"/>
                  </a:lnTo>
                  <a:lnTo>
                    <a:pt x="124" y="15"/>
                  </a:lnTo>
                  <a:lnTo>
                    <a:pt x="131" y="21"/>
                  </a:lnTo>
                  <a:lnTo>
                    <a:pt x="117" y="23"/>
                  </a:lnTo>
                  <a:lnTo>
                    <a:pt x="147" y="37"/>
                  </a:lnTo>
                  <a:lnTo>
                    <a:pt x="81" y="22"/>
                  </a:lnTo>
                  <a:lnTo>
                    <a:pt x="65" y="33"/>
                  </a:lnTo>
                  <a:lnTo>
                    <a:pt x="91" y="38"/>
                  </a:lnTo>
                  <a:lnTo>
                    <a:pt x="47" y="34"/>
                  </a:lnTo>
                  <a:lnTo>
                    <a:pt x="0" y="5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2" name="Freeform 649">
              <a:extLst>
                <a:ext uri="{FF2B5EF4-FFF2-40B4-BE49-F238E27FC236}">
                  <a16:creationId xmlns:a16="http://schemas.microsoft.com/office/drawing/2014/main" id="{D87B3134-54C2-9FBE-B558-CF1C13359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2184"/>
              <a:ext cx="392" cy="278"/>
            </a:xfrm>
            <a:custGeom>
              <a:avLst/>
              <a:gdLst>
                <a:gd name="T0" fmla="*/ 0 w 392"/>
                <a:gd name="T1" fmla="*/ 61 h 278"/>
                <a:gd name="T2" fmla="*/ 19 w 392"/>
                <a:gd name="T3" fmla="*/ 10 h 278"/>
                <a:gd name="T4" fmla="*/ 69 w 392"/>
                <a:gd name="T5" fmla="*/ 4 h 278"/>
                <a:gd name="T6" fmla="*/ 51 w 392"/>
                <a:gd name="T7" fmla="*/ 49 h 278"/>
                <a:gd name="T8" fmla="*/ 47 w 392"/>
                <a:gd name="T9" fmla="*/ 72 h 278"/>
                <a:gd name="T10" fmla="*/ 73 w 392"/>
                <a:gd name="T11" fmla="*/ 56 h 278"/>
                <a:gd name="T12" fmla="*/ 70 w 392"/>
                <a:gd name="T13" fmla="*/ 38 h 278"/>
                <a:gd name="T14" fmla="*/ 82 w 392"/>
                <a:gd name="T15" fmla="*/ 28 h 278"/>
                <a:gd name="T16" fmla="*/ 85 w 392"/>
                <a:gd name="T17" fmla="*/ 23 h 278"/>
                <a:gd name="T18" fmla="*/ 88 w 392"/>
                <a:gd name="T19" fmla="*/ 14 h 278"/>
                <a:gd name="T20" fmla="*/ 116 w 392"/>
                <a:gd name="T21" fmla="*/ 3 h 278"/>
                <a:gd name="T22" fmla="*/ 128 w 392"/>
                <a:gd name="T23" fmla="*/ 21 h 278"/>
                <a:gd name="T24" fmla="*/ 139 w 392"/>
                <a:gd name="T25" fmla="*/ 36 h 278"/>
                <a:gd name="T26" fmla="*/ 170 w 392"/>
                <a:gd name="T27" fmla="*/ 28 h 278"/>
                <a:gd name="T28" fmla="*/ 215 w 392"/>
                <a:gd name="T29" fmla="*/ 49 h 278"/>
                <a:gd name="T30" fmla="*/ 225 w 392"/>
                <a:gd name="T31" fmla="*/ 53 h 278"/>
                <a:gd name="T32" fmla="*/ 231 w 392"/>
                <a:gd name="T33" fmla="*/ 65 h 278"/>
                <a:gd name="T34" fmla="*/ 254 w 392"/>
                <a:gd name="T35" fmla="*/ 60 h 278"/>
                <a:gd name="T36" fmla="*/ 246 w 392"/>
                <a:gd name="T37" fmla="*/ 71 h 278"/>
                <a:gd name="T38" fmla="*/ 262 w 392"/>
                <a:gd name="T39" fmla="*/ 82 h 278"/>
                <a:gd name="T40" fmla="*/ 267 w 392"/>
                <a:gd name="T41" fmla="*/ 85 h 278"/>
                <a:gd name="T42" fmla="*/ 279 w 392"/>
                <a:gd name="T43" fmla="*/ 92 h 278"/>
                <a:gd name="T44" fmla="*/ 287 w 392"/>
                <a:gd name="T45" fmla="*/ 98 h 278"/>
                <a:gd name="T46" fmla="*/ 312 w 392"/>
                <a:gd name="T47" fmla="*/ 99 h 278"/>
                <a:gd name="T48" fmla="*/ 322 w 392"/>
                <a:gd name="T49" fmla="*/ 114 h 278"/>
                <a:gd name="T50" fmla="*/ 305 w 392"/>
                <a:gd name="T51" fmla="*/ 120 h 278"/>
                <a:gd name="T52" fmla="*/ 329 w 392"/>
                <a:gd name="T53" fmla="*/ 146 h 278"/>
                <a:gd name="T54" fmla="*/ 353 w 392"/>
                <a:gd name="T55" fmla="*/ 162 h 278"/>
                <a:gd name="T56" fmla="*/ 367 w 392"/>
                <a:gd name="T57" fmla="*/ 169 h 278"/>
                <a:gd name="T58" fmla="*/ 388 w 392"/>
                <a:gd name="T59" fmla="*/ 184 h 278"/>
                <a:gd name="T60" fmla="*/ 381 w 392"/>
                <a:gd name="T61" fmla="*/ 189 h 278"/>
                <a:gd name="T62" fmla="*/ 364 w 392"/>
                <a:gd name="T63" fmla="*/ 195 h 278"/>
                <a:gd name="T64" fmla="*/ 317 w 392"/>
                <a:gd name="T65" fmla="*/ 178 h 278"/>
                <a:gd name="T66" fmla="*/ 312 w 392"/>
                <a:gd name="T67" fmla="*/ 190 h 278"/>
                <a:gd name="T68" fmla="*/ 310 w 392"/>
                <a:gd name="T69" fmla="*/ 198 h 278"/>
                <a:gd name="T70" fmla="*/ 341 w 392"/>
                <a:gd name="T71" fmla="*/ 220 h 278"/>
                <a:gd name="T72" fmla="*/ 351 w 392"/>
                <a:gd name="T73" fmla="*/ 240 h 278"/>
                <a:gd name="T74" fmla="*/ 290 w 392"/>
                <a:gd name="T75" fmla="*/ 239 h 278"/>
                <a:gd name="T76" fmla="*/ 256 w 392"/>
                <a:gd name="T77" fmla="*/ 256 h 278"/>
                <a:gd name="T78" fmla="*/ 256 w 392"/>
                <a:gd name="T79" fmla="*/ 242 h 278"/>
                <a:gd name="T80" fmla="*/ 227 w 392"/>
                <a:gd name="T81" fmla="*/ 219 h 278"/>
                <a:gd name="T82" fmla="*/ 208 w 392"/>
                <a:gd name="T83" fmla="*/ 224 h 278"/>
                <a:gd name="T84" fmla="*/ 182 w 392"/>
                <a:gd name="T85" fmla="*/ 229 h 278"/>
                <a:gd name="T86" fmla="*/ 173 w 392"/>
                <a:gd name="T87" fmla="*/ 202 h 278"/>
                <a:gd name="T88" fmla="*/ 213 w 392"/>
                <a:gd name="T89" fmla="*/ 186 h 278"/>
                <a:gd name="T90" fmla="*/ 221 w 392"/>
                <a:gd name="T91" fmla="*/ 128 h 278"/>
                <a:gd name="T92" fmla="*/ 215 w 392"/>
                <a:gd name="T93" fmla="*/ 120 h 278"/>
                <a:gd name="T94" fmla="*/ 182 w 392"/>
                <a:gd name="T95" fmla="*/ 119 h 278"/>
                <a:gd name="T96" fmla="*/ 170 w 392"/>
                <a:gd name="T97" fmla="*/ 101 h 278"/>
                <a:gd name="T98" fmla="*/ 148 w 392"/>
                <a:gd name="T99" fmla="*/ 86 h 278"/>
                <a:gd name="T100" fmla="*/ 115 w 392"/>
                <a:gd name="T101" fmla="*/ 95 h 278"/>
                <a:gd name="T102" fmla="*/ 26 w 392"/>
                <a:gd name="T103" fmla="*/ 89 h 278"/>
                <a:gd name="T104" fmla="*/ 39 w 392"/>
                <a:gd name="T105" fmla="*/ 72 h 278"/>
                <a:gd name="T106" fmla="*/ 0 w 392"/>
                <a:gd name="T107" fmla="*/ 61 h 2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392"/>
                <a:gd name="T163" fmla="*/ 0 h 278"/>
                <a:gd name="T164" fmla="*/ 392 w 392"/>
                <a:gd name="T165" fmla="*/ 278 h 27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392" h="278">
                  <a:moveTo>
                    <a:pt x="0" y="61"/>
                  </a:moveTo>
                  <a:lnTo>
                    <a:pt x="0" y="61"/>
                  </a:lnTo>
                  <a:lnTo>
                    <a:pt x="3" y="32"/>
                  </a:lnTo>
                  <a:lnTo>
                    <a:pt x="19" y="10"/>
                  </a:lnTo>
                  <a:lnTo>
                    <a:pt x="47" y="0"/>
                  </a:lnTo>
                  <a:lnTo>
                    <a:pt x="69" y="4"/>
                  </a:lnTo>
                  <a:lnTo>
                    <a:pt x="45" y="32"/>
                  </a:lnTo>
                  <a:lnTo>
                    <a:pt x="51" y="49"/>
                  </a:lnTo>
                  <a:lnTo>
                    <a:pt x="69" y="65"/>
                  </a:lnTo>
                  <a:lnTo>
                    <a:pt x="47" y="72"/>
                  </a:lnTo>
                  <a:lnTo>
                    <a:pt x="70" y="71"/>
                  </a:lnTo>
                  <a:lnTo>
                    <a:pt x="73" y="56"/>
                  </a:lnTo>
                  <a:lnTo>
                    <a:pt x="56" y="47"/>
                  </a:lnTo>
                  <a:lnTo>
                    <a:pt x="70" y="38"/>
                  </a:lnTo>
                  <a:lnTo>
                    <a:pt x="59" y="25"/>
                  </a:lnTo>
                  <a:lnTo>
                    <a:pt x="82" y="28"/>
                  </a:lnTo>
                  <a:lnTo>
                    <a:pt x="61" y="21"/>
                  </a:lnTo>
                  <a:lnTo>
                    <a:pt x="85" y="23"/>
                  </a:lnTo>
                  <a:lnTo>
                    <a:pt x="69" y="13"/>
                  </a:lnTo>
                  <a:lnTo>
                    <a:pt x="88" y="14"/>
                  </a:lnTo>
                  <a:lnTo>
                    <a:pt x="100" y="4"/>
                  </a:lnTo>
                  <a:lnTo>
                    <a:pt x="116" y="3"/>
                  </a:lnTo>
                  <a:lnTo>
                    <a:pt x="117" y="16"/>
                  </a:lnTo>
                  <a:lnTo>
                    <a:pt x="128" y="21"/>
                  </a:lnTo>
                  <a:lnTo>
                    <a:pt x="124" y="49"/>
                  </a:lnTo>
                  <a:lnTo>
                    <a:pt x="139" y="36"/>
                  </a:lnTo>
                  <a:lnTo>
                    <a:pt x="148" y="41"/>
                  </a:lnTo>
                  <a:lnTo>
                    <a:pt x="170" y="28"/>
                  </a:lnTo>
                  <a:lnTo>
                    <a:pt x="202" y="36"/>
                  </a:lnTo>
                  <a:lnTo>
                    <a:pt x="215" y="49"/>
                  </a:lnTo>
                  <a:lnTo>
                    <a:pt x="206" y="56"/>
                  </a:lnTo>
                  <a:lnTo>
                    <a:pt x="225" y="53"/>
                  </a:lnTo>
                  <a:lnTo>
                    <a:pt x="219" y="61"/>
                  </a:lnTo>
                  <a:lnTo>
                    <a:pt x="231" y="65"/>
                  </a:lnTo>
                  <a:lnTo>
                    <a:pt x="240" y="55"/>
                  </a:lnTo>
                  <a:lnTo>
                    <a:pt x="254" y="60"/>
                  </a:lnTo>
                  <a:lnTo>
                    <a:pt x="258" y="69"/>
                  </a:lnTo>
                  <a:lnTo>
                    <a:pt x="246" y="71"/>
                  </a:lnTo>
                  <a:lnTo>
                    <a:pt x="265" y="71"/>
                  </a:lnTo>
                  <a:lnTo>
                    <a:pt x="262" y="82"/>
                  </a:lnTo>
                  <a:lnTo>
                    <a:pt x="276" y="76"/>
                  </a:lnTo>
                  <a:lnTo>
                    <a:pt x="267" y="85"/>
                  </a:lnTo>
                  <a:lnTo>
                    <a:pt x="295" y="83"/>
                  </a:lnTo>
                  <a:lnTo>
                    <a:pt x="279" y="92"/>
                  </a:lnTo>
                  <a:lnTo>
                    <a:pt x="292" y="92"/>
                  </a:lnTo>
                  <a:lnTo>
                    <a:pt x="287" y="98"/>
                  </a:lnTo>
                  <a:lnTo>
                    <a:pt x="300" y="89"/>
                  </a:lnTo>
                  <a:lnTo>
                    <a:pt x="312" y="99"/>
                  </a:lnTo>
                  <a:lnTo>
                    <a:pt x="290" y="107"/>
                  </a:lnTo>
                  <a:lnTo>
                    <a:pt x="322" y="114"/>
                  </a:lnTo>
                  <a:lnTo>
                    <a:pt x="294" y="116"/>
                  </a:lnTo>
                  <a:lnTo>
                    <a:pt x="305" y="120"/>
                  </a:lnTo>
                  <a:lnTo>
                    <a:pt x="296" y="129"/>
                  </a:lnTo>
                  <a:lnTo>
                    <a:pt x="329" y="146"/>
                  </a:lnTo>
                  <a:lnTo>
                    <a:pt x="345" y="143"/>
                  </a:lnTo>
                  <a:lnTo>
                    <a:pt x="353" y="162"/>
                  </a:lnTo>
                  <a:lnTo>
                    <a:pt x="369" y="161"/>
                  </a:lnTo>
                  <a:lnTo>
                    <a:pt x="367" y="169"/>
                  </a:lnTo>
                  <a:lnTo>
                    <a:pt x="391" y="174"/>
                  </a:lnTo>
                  <a:lnTo>
                    <a:pt x="388" y="184"/>
                  </a:lnTo>
                  <a:lnTo>
                    <a:pt x="376" y="183"/>
                  </a:lnTo>
                  <a:lnTo>
                    <a:pt x="381" y="189"/>
                  </a:lnTo>
                  <a:lnTo>
                    <a:pt x="375" y="199"/>
                  </a:lnTo>
                  <a:lnTo>
                    <a:pt x="364" y="195"/>
                  </a:lnTo>
                  <a:lnTo>
                    <a:pt x="362" y="214"/>
                  </a:lnTo>
                  <a:lnTo>
                    <a:pt x="317" y="178"/>
                  </a:lnTo>
                  <a:lnTo>
                    <a:pt x="300" y="182"/>
                  </a:lnTo>
                  <a:lnTo>
                    <a:pt x="312" y="190"/>
                  </a:lnTo>
                  <a:lnTo>
                    <a:pt x="303" y="199"/>
                  </a:lnTo>
                  <a:lnTo>
                    <a:pt x="310" y="198"/>
                  </a:lnTo>
                  <a:lnTo>
                    <a:pt x="320" y="216"/>
                  </a:lnTo>
                  <a:lnTo>
                    <a:pt x="341" y="220"/>
                  </a:lnTo>
                  <a:lnTo>
                    <a:pt x="340" y="231"/>
                  </a:lnTo>
                  <a:lnTo>
                    <a:pt x="351" y="240"/>
                  </a:lnTo>
                  <a:lnTo>
                    <a:pt x="345" y="264"/>
                  </a:lnTo>
                  <a:lnTo>
                    <a:pt x="290" y="239"/>
                  </a:lnTo>
                  <a:lnTo>
                    <a:pt x="327" y="277"/>
                  </a:lnTo>
                  <a:lnTo>
                    <a:pt x="256" y="256"/>
                  </a:lnTo>
                  <a:lnTo>
                    <a:pt x="246" y="243"/>
                  </a:lnTo>
                  <a:lnTo>
                    <a:pt x="256" y="242"/>
                  </a:lnTo>
                  <a:lnTo>
                    <a:pt x="233" y="234"/>
                  </a:lnTo>
                  <a:lnTo>
                    <a:pt x="227" y="219"/>
                  </a:lnTo>
                  <a:lnTo>
                    <a:pt x="209" y="214"/>
                  </a:lnTo>
                  <a:lnTo>
                    <a:pt x="208" y="224"/>
                  </a:lnTo>
                  <a:lnTo>
                    <a:pt x="198" y="219"/>
                  </a:lnTo>
                  <a:lnTo>
                    <a:pt x="182" y="229"/>
                  </a:lnTo>
                  <a:lnTo>
                    <a:pt x="163" y="219"/>
                  </a:lnTo>
                  <a:lnTo>
                    <a:pt x="173" y="202"/>
                  </a:lnTo>
                  <a:lnTo>
                    <a:pt x="225" y="202"/>
                  </a:lnTo>
                  <a:lnTo>
                    <a:pt x="213" y="186"/>
                  </a:lnTo>
                  <a:lnTo>
                    <a:pt x="242" y="161"/>
                  </a:lnTo>
                  <a:lnTo>
                    <a:pt x="221" y="128"/>
                  </a:lnTo>
                  <a:lnTo>
                    <a:pt x="207" y="125"/>
                  </a:lnTo>
                  <a:lnTo>
                    <a:pt x="215" y="120"/>
                  </a:lnTo>
                  <a:lnTo>
                    <a:pt x="183" y="129"/>
                  </a:lnTo>
                  <a:lnTo>
                    <a:pt x="182" y="119"/>
                  </a:lnTo>
                  <a:lnTo>
                    <a:pt x="194" y="114"/>
                  </a:lnTo>
                  <a:lnTo>
                    <a:pt x="170" y="101"/>
                  </a:lnTo>
                  <a:lnTo>
                    <a:pt x="170" y="91"/>
                  </a:lnTo>
                  <a:lnTo>
                    <a:pt x="148" y="86"/>
                  </a:lnTo>
                  <a:lnTo>
                    <a:pt x="153" y="100"/>
                  </a:lnTo>
                  <a:lnTo>
                    <a:pt x="115" y="95"/>
                  </a:lnTo>
                  <a:lnTo>
                    <a:pt x="125" y="102"/>
                  </a:lnTo>
                  <a:lnTo>
                    <a:pt x="26" y="89"/>
                  </a:lnTo>
                  <a:lnTo>
                    <a:pt x="8" y="71"/>
                  </a:lnTo>
                  <a:lnTo>
                    <a:pt x="39" y="72"/>
                  </a:lnTo>
                  <a:lnTo>
                    <a:pt x="0" y="6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3" name="Freeform 650">
              <a:extLst>
                <a:ext uri="{FF2B5EF4-FFF2-40B4-BE49-F238E27FC236}">
                  <a16:creationId xmlns:a16="http://schemas.microsoft.com/office/drawing/2014/main" id="{6049D67C-EF5D-F2E1-EBA4-D105F620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375"/>
              <a:ext cx="92" cy="62"/>
            </a:xfrm>
            <a:custGeom>
              <a:avLst/>
              <a:gdLst>
                <a:gd name="T0" fmla="*/ 0 w 92"/>
                <a:gd name="T1" fmla="*/ 50 h 62"/>
                <a:gd name="T2" fmla="*/ 0 w 92"/>
                <a:gd name="T3" fmla="*/ 50 h 62"/>
                <a:gd name="T4" fmla="*/ 14 w 92"/>
                <a:gd name="T5" fmla="*/ 38 h 62"/>
                <a:gd name="T6" fmla="*/ 22 w 92"/>
                <a:gd name="T7" fmla="*/ 0 h 62"/>
                <a:gd name="T8" fmla="*/ 30 w 92"/>
                <a:gd name="T9" fmla="*/ 14 h 62"/>
                <a:gd name="T10" fmla="*/ 51 w 92"/>
                <a:gd name="T11" fmla="*/ 17 h 62"/>
                <a:gd name="T12" fmla="*/ 91 w 92"/>
                <a:gd name="T13" fmla="*/ 45 h 62"/>
                <a:gd name="T14" fmla="*/ 86 w 92"/>
                <a:gd name="T15" fmla="*/ 54 h 62"/>
                <a:gd name="T16" fmla="*/ 49 w 92"/>
                <a:gd name="T17" fmla="*/ 41 h 62"/>
                <a:gd name="T18" fmla="*/ 27 w 92"/>
                <a:gd name="T19" fmla="*/ 61 h 62"/>
                <a:gd name="T20" fmla="*/ 21 w 92"/>
                <a:gd name="T21" fmla="*/ 45 h 62"/>
                <a:gd name="T22" fmla="*/ 0 w 92"/>
                <a:gd name="T23" fmla="*/ 50 h 62"/>
                <a:gd name="T24" fmla="*/ 0 w 92"/>
                <a:gd name="T25" fmla="*/ 50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2"/>
                <a:gd name="T40" fmla="*/ 0 h 62"/>
                <a:gd name="T41" fmla="*/ 92 w 9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2" h="62">
                  <a:moveTo>
                    <a:pt x="0" y="50"/>
                  </a:moveTo>
                  <a:lnTo>
                    <a:pt x="0" y="50"/>
                  </a:lnTo>
                  <a:lnTo>
                    <a:pt x="14" y="38"/>
                  </a:lnTo>
                  <a:lnTo>
                    <a:pt x="22" y="0"/>
                  </a:lnTo>
                  <a:lnTo>
                    <a:pt x="30" y="14"/>
                  </a:lnTo>
                  <a:lnTo>
                    <a:pt x="51" y="17"/>
                  </a:lnTo>
                  <a:lnTo>
                    <a:pt x="91" y="45"/>
                  </a:lnTo>
                  <a:lnTo>
                    <a:pt x="86" y="54"/>
                  </a:lnTo>
                  <a:lnTo>
                    <a:pt x="49" y="41"/>
                  </a:lnTo>
                  <a:lnTo>
                    <a:pt x="27" y="61"/>
                  </a:lnTo>
                  <a:lnTo>
                    <a:pt x="21" y="45"/>
                  </a:lnTo>
                  <a:lnTo>
                    <a:pt x="0" y="5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4" name="Freeform 651">
              <a:extLst>
                <a:ext uri="{FF2B5EF4-FFF2-40B4-BE49-F238E27FC236}">
                  <a16:creationId xmlns:a16="http://schemas.microsoft.com/office/drawing/2014/main" id="{B5C8B6D0-C645-B8D7-6BC5-6A9E5F4A8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661"/>
              <a:ext cx="92" cy="89"/>
            </a:xfrm>
            <a:custGeom>
              <a:avLst/>
              <a:gdLst>
                <a:gd name="T0" fmla="*/ 0 w 92"/>
                <a:gd name="T1" fmla="*/ 69 h 89"/>
                <a:gd name="T2" fmla="*/ 0 w 92"/>
                <a:gd name="T3" fmla="*/ 69 h 89"/>
                <a:gd name="T4" fmla="*/ 37 w 92"/>
                <a:gd name="T5" fmla="*/ 4 h 89"/>
                <a:gd name="T6" fmla="*/ 52 w 92"/>
                <a:gd name="T7" fmla="*/ 0 h 89"/>
                <a:gd name="T8" fmla="*/ 34 w 92"/>
                <a:gd name="T9" fmla="*/ 34 h 89"/>
                <a:gd name="T10" fmla="*/ 46 w 92"/>
                <a:gd name="T11" fmla="*/ 26 h 89"/>
                <a:gd name="T12" fmla="*/ 54 w 92"/>
                <a:gd name="T13" fmla="*/ 41 h 89"/>
                <a:gd name="T14" fmla="*/ 78 w 92"/>
                <a:gd name="T15" fmla="*/ 41 h 89"/>
                <a:gd name="T16" fmla="*/ 73 w 92"/>
                <a:gd name="T17" fmla="*/ 54 h 89"/>
                <a:gd name="T18" fmla="*/ 85 w 92"/>
                <a:gd name="T19" fmla="*/ 53 h 89"/>
                <a:gd name="T20" fmla="*/ 77 w 92"/>
                <a:gd name="T21" fmla="*/ 67 h 89"/>
                <a:gd name="T22" fmla="*/ 88 w 92"/>
                <a:gd name="T23" fmla="*/ 60 h 89"/>
                <a:gd name="T24" fmla="*/ 91 w 92"/>
                <a:gd name="T25" fmla="*/ 73 h 89"/>
                <a:gd name="T26" fmla="*/ 79 w 92"/>
                <a:gd name="T27" fmla="*/ 88 h 89"/>
                <a:gd name="T28" fmla="*/ 78 w 92"/>
                <a:gd name="T29" fmla="*/ 77 h 89"/>
                <a:gd name="T30" fmla="*/ 73 w 92"/>
                <a:gd name="T31" fmla="*/ 83 h 89"/>
                <a:gd name="T32" fmla="*/ 73 w 92"/>
                <a:gd name="T33" fmla="*/ 66 h 89"/>
                <a:gd name="T34" fmla="*/ 50 w 92"/>
                <a:gd name="T35" fmla="*/ 83 h 89"/>
                <a:gd name="T36" fmla="*/ 63 w 92"/>
                <a:gd name="T37" fmla="*/ 71 h 89"/>
                <a:gd name="T38" fmla="*/ 45 w 92"/>
                <a:gd name="T39" fmla="*/ 73 h 89"/>
                <a:gd name="T40" fmla="*/ 49 w 92"/>
                <a:gd name="T41" fmla="*/ 66 h 89"/>
                <a:gd name="T42" fmla="*/ 0 w 92"/>
                <a:gd name="T43" fmla="*/ 69 h 89"/>
                <a:gd name="T44" fmla="*/ 0 w 92"/>
                <a:gd name="T45" fmla="*/ 69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2"/>
                <a:gd name="T70" fmla="*/ 0 h 89"/>
                <a:gd name="T71" fmla="*/ 92 w 92"/>
                <a:gd name="T72" fmla="*/ 89 h 8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2" h="89">
                  <a:moveTo>
                    <a:pt x="0" y="69"/>
                  </a:moveTo>
                  <a:lnTo>
                    <a:pt x="0" y="69"/>
                  </a:lnTo>
                  <a:lnTo>
                    <a:pt x="37" y="4"/>
                  </a:lnTo>
                  <a:lnTo>
                    <a:pt x="52" y="0"/>
                  </a:lnTo>
                  <a:lnTo>
                    <a:pt x="34" y="34"/>
                  </a:lnTo>
                  <a:lnTo>
                    <a:pt x="46" y="26"/>
                  </a:lnTo>
                  <a:lnTo>
                    <a:pt x="54" y="41"/>
                  </a:lnTo>
                  <a:lnTo>
                    <a:pt x="78" y="41"/>
                  </a:lnTo>
                  <a:lnTo>
                    <a:pt x="73" y="54"/>
                  </a:lnTo>
                  <a:lnTo>
                    <a:pt x="85" y="53"/>
                  </a:lnTo>
                  <a:lnTo>
                    <a:pt x="77" y="67"/>
                  </a:lnTo>
                  <a:lnTo>
                    <a:pt x="88" y="60"/>
                  </a:lnTo>
                  <a:lnTo>
                    <a:pt x="91" y="73"/>
                  </a:lnTo>
                  <a:lnTo>
                    <a:pt x="79" y="88"/>
                  </a:lnTo>
                  <a:lnTo>
                    <a:pt x="78" y="77"/>
                  </a:lnTo>
                  <a:lnTo>
                    <a:pt x="73" y="83"/>
                  </a:lnTo>
                  <a:lnTo>
                    <a:pt x="73" y="66"/>
                  </a:lnTo>
                  <a:lnTo>
                    <a:pt x="50" y="83"/>
                  </a:lnTo>
                  <a:lnTo>
                    <a:pt x="63" y="71"/>
                  </a:lnTo>
                  <a:lnTo>
                    <a:pt x="45" y="73"/>
                  </a:lnTo>
                  <a:lnTo>
                    <a:pt x="49" y="66"/>
                  </a:lnTo>
                  <a:lnTo>
                    <a:pt x="0" y="6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55" name="Freeform 652">
            <a:extLst>
              <a:ext uri="{FF2B5EF4-FFF2-40B4-BE49-F238E27FC236}">
                <a16:creationId xmlns:a16="http://schemas.microsoft.com/office/drawing/2014/main" id="{749F7193-E88E-48CA-015A-4D27A9367E17}"/>
              </a:ext>
            </a:extLst>
          </p:cNvPr>
          <p:cNvSpPr>
            <a:spLocks/>
          </p:cNvSpPr>
          <p:nvPr/>
        </p:nvSpPr>
        <p:spPr bwMode="auto">
          <a:xfrm>
            <a:off x="2909494" y="3659924"/>
            <a:ext cx="950468" cy="673324"/>
          </a:xfrm>
          <a:custGeom>
            <a:avLst/>
            <a:gdLst>
              <a:gd name="T0" fmla="*/ 91471449 w 830"/>
              <a:gd name="T1" fmla="*/ 245076928 h 606"/>
              <a:gd name="T2" fmla="*/ 182942897 w 830"/>
              <a:gd name="T3" fmla="*/ 205933045 h 606"/>
              <a:gd name="T4" fmla="*/ 148834854 w 830"/>
              <a:gd name="T5" fmla="*/ 199125753 h 606"/>
              <a:gd name="T6" fmla="*/ 243406691 w 830"/>
              <a:gd name="T7" fmla="*/ 132750054 h 606"/>
              <a:gd name="T8" fmla="*/ 275964501 w 830"/>
              <a:gd name="T9" fmla="*/ 88500049 h 606"/>
              <a:gd name="T10" fmla="*/ 410846402 w 830"/>
              <a:gd name="T11" fmla="*/ 86798879 h 606"/>
              <a:gd name="T12" fmla="*/ 455807010 w 830"/>
              <a:gd name="T13" fmla="*/ 76586617 h 606"/>
              <a:gd name="T14" fmla="*/ 576735842 w 830"/>
              <a:gd name="T15" fmla="*/ 86798879 h 606"/>
              <a:gd name="T16" fmla="*/ 561231411 w 830"/>
              <a:gd name="T17" fmla="*/ 44250025 h 606"/>
              <a:gd name="T18" fmla="*/ 607742213 w 830"/>
              <a:gd name="T19" fmla="*/ 39143894 h 606"/>
              <a:gd name="T20" fmla="*/ 617044622 w 830"/>
              <a:gd name="T21" fmla="*/ 15317063 h 606"/>
              <a:gd name="T22" fmla="*/ 702315412 w 830"/>
              <a:gd name="T23" fmla="*/ 20423184 h 606"/>
              <a:gd name="T24" fmla="*/ 976729641 w 830"/>
              <a:gd name="T25" fmla="*/ 15317063 h 606"/>
              <a:gd name="T26" fmla="*/ 767429787 w 830"/>
              <a:gd name="T27" fmla="*/ 39143894 h 606"/>
              <a:gd name="T28" fmla="*/ 1021690249 w 830"/>
              <a:gd name="T29" fmla="*/ 39143894 h 606"/>
              <a:gd name="T30" fmla="*/ 883708037 w 830"/>
              <a:gd name="T31" fmla="*/ 85096383 h 606"/>
              <a:gd name="T32" fmla="*/ 992232826 w 830"/>
              <a:gd name="T33" fmla="*/ 97009816 h 606"/>
              <a:gd name="T34" fmla="*/ 1017038421 w 830"/>
              <a:gd name="T35" fmla="*/ 171893978 h 606"/>
              <a:gd name="T36" fmla="*/ 1172075258 w 830"/>
              <a:gd name="T37" fmla="*/ 97009816 h 606"/>
              <a:gd name="T38" fmla="*/ 1227888469 w 830"/>
              <a:gd name="T39" fmla="*/ 151472062 h 606"/>
              <a:gd name="T40" fmla="*/ 1114711852 w 830"/>
              <a:gd name="T41" fmla="*/ 209336691 h 606"/>
              <a:gd name="T42" fmla="*/ 1141067641 w 830"/>
              <a:gd name="T43" fmla="*/ 234865991 h 606"/>
              <a:gd name="T44" fmla="*/ 1137967253 w 830"/>
              <a:gd name="T45" fmla="*/ 311452587 h 606"/>
              <a:gd name="T46" fmla="*/ 1158122266 w 830"/>
              <a:gd name="T47" fmla="*/ 354000198 h 606"/>
              <a:gd name="T48" fmla="*/ 1085254430 w 830"/>
              <a:gd name="T49" fmla="*/ 384635619 h 606"/>
              <a:gd name="T50" fmla="*/ 1128664844 w 830"/>
              <a:gd name="T51" fmla="*/ 437395390 h 606"/>
              <a:gd name="T52" fmla="*/ 1105409443 w 830"/>
              <a:gd name="T53" fmla="*/ 442501511 h 606"/>
              <a:gd name="T54" fmla="*/ 1066650856 w 830"/>
              <a:gd name="T55" fmla="*/ 473135628 h 606"/>
              <a:gd name="T56" fmla="*/ 1030992658 w 830"/>
              <a:gd name="T57" fmla="*/ 496962453 h 606"/>
              <a:gd name="T58" fmla="*/ 1018589860 w 830"/>
              <a:gd name="T59" fmla="*/ 546318578 h 606"/>
              <a:gd name="T60" fmla="*/ 1052696620 w 830"/>
              <a:gd name="T61" fmla="*/ 595674703 h 606"/>
              <a:gd name="T62" fmla="*/ 1086804624 w 830"/>
              <a:gd name="T63" fmla="*/ 641625878 h 606"/>
              <a:gd name="T64" fmla="*/ 1021690249 w 830"/>
              <a:gd name="T65" fmla="*/ 604184470 h 606"/>
              <a:gd name="T66" fmla="*/ 930218839 w 830"/>
              <a:gd name="T67" fmla="*/ 641625878 h 606"/>
              <a:gd name="T68" fmla="*/ 1071301438 w 830"/>
              <a:gd name="T69" fmla="*/ 662049057 h 606"/>
              <a:gd name="T70" fmla="*/ 855800809 w 830"/>
              <a:gd name="T71" fmla="*/ 714808992 h 606"/>
              <a:gd name="T72" fmla="*/ 786034606 w 830"/>
              <a:gd name="T73" fmla="*/ 805011475 h 606"/>
              <a:gd name="T74" fmla="*/ 759678817 w 830"/>
              <a:gd name="T75" fmla="*/ 806712646 h 606"/>
              <a:gd name="T76" fmla="*/ 696113390 w 830"/>
              <a:gd name="T77" fmla="*/ 857771246 h 606"/>
              <a:gd name="T78" fmla="*/ 686810981 w 830"/>
              <a:gd name="T79" fmla="*/ 900318776 h 606"/>
              <a:gd name="T80" fmla="*/ 654253171 w 830"/>
              <a:gd name="T81" fmla="*/ 924146905 h 606"/>
              <a:gd name="T82" fmla="*/ 638749829 w 830"/>
              <a:gd name="T83" fmla="*/ 1014348084 h 606"/>
              <a:gd name="T84" fmla="*/ 586037006 w 830"/>
              <a:gd name="T85" fmla="*/ 1002434672 h 606"/>
              <a:gd name="T86" fmla="*/ 524023019 w 830"/>
              <a:gd name="T87" fmla="*/ 982011493 h 606"/>
              <a:gd name="T88" fmla="*/ 455807010 w 830"/>
              <a:gd name="T89" fmla="*/ 905424897 h 606"/>
              <a:gd name="T90" fmla="*/ 443404213 w 830"/>
              <a:gd name="T91" fmla="*/ 885001717 h 606"/>
              <a:gd name="T92" fmla="*/ 406195820 w 830"/>
              <a:gd name="T93" fmla="*/ 769271238 h 606"/>
              <a:gd name="T94" fmla="*/ 462009031 w 830"/>
              <a:gd name="T95" fmla="*/ 723318758 h 606"/>
              <a:gd name="T96" fmla="*/ 479062411 w 830"/>
              <a:gd name="T97" fmla="*/ 658645412 h 606"/>
              <a:gd name="T98" fmla="*/ 458907398 w 830"/>
              <a:gd name="T99" fmla="*/ 636521062 h 606"/>
              <a:gd name="T100" fmla="*/ 434101803 w 830"/>
              <a:gd name="T101" fmla="*/ 610991761 h 606"/>
              <a:gd name="T102" fmla="*/ 410846402 w 830"/>
              <a:gd name="T103" fmla="*/ 575251524 h 606"/>
              <a:gd name="T104" fmla="*/ 386040807 w 830"/>
              <a:gd name="T105" fmla="*/ 575251524 h 606"/>
              <a:gd name="T106" fmla="*/ 378288592 w 830"/>
              <a:gd name="T107" fmla="*/ 513981986 h 606"/>
              <a:gd name="T108" fmla="*/ 306972117 w 830"/>
              <a:gd name="T109" fmla="*/ 410164919 h 606"/>
              <a:gd name="T110" fmla="*/ 128679841 w 830"/>
              <a:gd name="T111" fmla="*/ 384635619 h 606"/>
              <a:gd name="T112" fmla="*/ 103874246 w 830"/>
              <a:gd name="T113" fmla="*/ 364212440 h 606"/>
              <a:gd name="T114" fmla="*/ 155036875 w 830"/>
              <a:gd name="T115" fmla="*/ 335279412 h 606"/>
              <a:gd name="T116" fmla="*/ 0 w 830"/>
              <a:gd name="T117" fmla="*/ 289326933 h 60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830"/>
              <a:gd name="T178" fmla="*/ 0 h 606"/>
              <a:gd name="T179" fmla="*/ 830 w 830"/>
              <a:gd name="T180" fmla="*/ 606 h 60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830" h="606">
                <a:moveTo>
                  <a:pt x="0" y="170"/>
                </a:moveTo>
                <a:lnTo>
                  <a:pt x="0" y="170"/>
                </a:lnTo>
                <a:lnTo>
                  <a:pt x="5" y="161"/>
                </a:lnTo>
                <a:lnTo>
                  <a:pt x="59" y="144"/>
                </a:lnTo>
                <a:lnTo>
                  <a:pt x="93" y="144"/>
                </a:lnTo>
                <a:lnTo>
                  <a:pt x="112" y="130"/>
                </a:lnTo>
                <a:lnTo>
                  <a:pt x="107" y="126"/>
                </a:lnTo>
                <a:lnTo>
                  <a:pt x="118" y="121"/>
                </a:lnTo>
                <a:lnTo>
                  <a:pt x="108" y="118"/>
                </a:lnTo>
                <a:lnTo>
                  <a:pt x="127" y="112"/>
                </a:lnTo>
                <a:lnTo>
                  <a:pt x="120" y="108"/>
                </a:lnTo>
                <a:lnTo>
                  <a:pt x="96" y="117"/>
                </a:lnTo>
                <a:lnTo>
                  <a:pt x="72" y="105"/>
                </a:lnTo>
                <a:lnTo>
                  <a:pt x="103" y="98"/>
                </a:lnTo>
                <a:lnTo>
                  <a:pt x="120" y="79"/>
                </a:lnTo>
                <a:lnTo>
                  <a:pt x="157" y="78"/>
                </a:lnTo>
                <a:lnTo>
                  <a:pt x="155" y="57"/>
                </a:lnTo>
                <a:lnTo>
                  <a:pt x="183" y="57"/>
                </a:lnTo>
                <a:lnTo>
                  <a:pt x="211" y="72"/>
                </a:lnTo>
                <a:lnTo>
                  <a:pt x="178" y="52"/>
                </a:lnTo>
                <a:lnTo>
                  <a:pt x="240" y="40"/>
                </a:lnTo>
                <a:lnTo>
                  <a:pt x="255" y="49"/>
                </a:lnTo>
                <a:lnTo>
                  <a:pt x="257" y="67"/>
                </a:lnTo>
                <a:lnTo>
                  <a:pt x="265" y="51"/>
                </a:lnTo>
                <a:lnTo>
                  <a:pt x="305" y="63"/>
                </a:lnTo>
                <a:lnTo>
                  <a:pt x="291" y="54"/>
                </a:lnTo>
                <a:lnTo>
                  <a:pt x="311" y="55"/>
                </a:lnTo>
                <a:lnTo>
                  <a:pt x="294" y="45"/>
                </a:lnTo>
                <a:lnTo>
                  <a:pt x="289" y="36"/>
                </a:lnTo>
                <a:lnTo>
                  <a:pt x="298" y="35"/>
                </a:lnTo>
                <a:lnTo>
                  <a:pt x="378" y="60"/>
                </a:lnTo>
                <a:lnTo>
                  <a:pt x="372" y="51"/>
                </a:lnTo>
                <a:lnTo>
                  <a:pt x="389" y="50"/>
                </a:lnTo>
                <a:lnTo>
                  <a:pt x="378" y="43"/>
                </a:lnTo>
                <a:lnTo>
                  <a:pt x="405" y="45"/>
                </a:lnTo>
                <a:lnTo>
                  <a:pt x="362" y="26"/>
                </a:lnTo>
                <a:lnTo>
                  <a:pt x="440" y="36"/>
                </a:lnTo>
                <a:lnTo>
                  <a:pt x="422" y="26"/>
                </a:lnTo>
                <a:lnTo>
                  <a:pt x="377" y="24"/>
                </a:lnTo>
                <a:lnTo>
                  <a:pt x="392" y="23"/>
                </a:lnTo>
                <a:lnTo>
                  <a:pt x="364" y="14"/>
                </a:lnTo>
                <a:lnTo>
                  <a:pt x="397" y="16"/>
                </a:lnTo>
                <a:lnTo>
                  <a:pt x="383" y="12"/>
                </a:lnTo>
                <a:lnTo>
                  <a:pt x="398" y="9"/>
                </a:lnTo>
                <a:lnTo>
                  <a:pt x="455" y="26"/>
                </a:lnTo>
                <a:lnTo>
                  <a:pt x="449" y="20"/>
                </a:lnTo>
                <a:lnTo>
                  <a:pt x="474" y="14"/>
                </a:lnTo>
                <a:lnTo>
                  <a:pt x="453" y="12"/>
                </a:lnTo>
                <a:lnTo>
                  <a:pt x="452" y="4"/>
                </a:lnTo>
                <a:lnTo>
                  <a:pt x="466" y="0"/>
                </a:lnTo>
                <a:lnTo>
                  <a:pt x="619" y="4"/>
                </a:lnTo>
                <a:lnTo>
                  <a:pt x="630" y="9"/>
                </a:lnTo>
                <a:lnTo>
                  <a:pt x="626" y="12"/>
                </a:lnTo>
                <a:lnTo>
                  <a:pt x="523" y="13"/>
                </a:lnTo>
                <a:lnTo>
                  <a:pt x="535" y="18"/>
                </a:lnTo>
                <a:lnTo>
                  <a:pt x="495" y="23"/>
                </a:lnTo>
                <a:lnTo>
                  <a:pt x="640" y="14"/>
                </a:lnTo>
                <a:lnTo>
                  <a:pt x="645" y="22"/>
                </a:lnTo>
                <a:lnTo>
                  <a:pt x="626" y="27"/>
                </a:lnTo>
                <a:lnTo>
                  <a:pt x="659" y="23"/>
                </a:lnTo>
                <a:lnTo>
                  <a:pt x="697" y="33"/>
                </a:lnTo>
                <a:lnTo>
                  <a:pt x="640" y="49"/>
                </a:lnTo>
                <a:lnTo>
                  <a:pt x="548" y="47"/>
                </a:lnTo>
                <a:lnTo>
                  <a:pt x="570" y="50"/>
                </a:lnTo>
                <a:lnTo>
                  <a:pt x="531" y="57"/>
                </a:lnTo>
                <a:lnTo>
                  <a:pt x="531" y="65"/>
                </a:lnTo>
                <a:lnTo>
                  <a:pt x="632" y="52"/>
                </a:lnTo>
                <a:lnTo>
                  <a:pt x="640" y="57"/>
                </a:lnTo>
                <a:lnTo>
                  <a:pt x="619" y="70"/>
                </a:lnTo>
                <a:lnTo>
                  <a:pt x="684" y="50"/>
                </a:lnTo>
                <a:lnTo>
                  <a:pt x="688" y="69"/>
                </a:lnTo>
                <a:lnTo>
                  <a:pt x="656" y="101"/>
                </a:lnTo>
                <a:lnTo>
                  <a:pt x="718" y="64"/>
                </a:lnTo>
                <a:lnTo>
                  <a:pt x="718" y="70"/>
                </a:lnTo>
                <a:lnTo>
                  <a:pt x="747" y="69"/>
                </a:lnTo>
                <a:lnTo>
                  <a:pt x="756" y="57"/>
                </a:lnTo>
                <a:lnTo>
                  <a:pt x="789" y="55"/>
                </a:lnTo>
                <a:lnTo>
                  <a:pt x="829" y="66"/>
                </a:lnTo>
                <a:lnTo>
                  <a:pt x="790" y="82"/>
                </a:lnTo>
                <a:lnTo>
                  <a:pt x="792" y="89"/>
                </a:lnTo>
                <a:lnTo>
                  <a:pt x="702" y="98"/>
                </a:lnTo>
                <a:lnTo>
                  <a:pt x="774" y="99"/>
                </a:lnTo>
                <a:lnTo>
                  <a:pt x="715" y="113"/>
                </a:lnTo>
                <a:lnTo>
                  <a:pt x="719" y="123"/>
                </a:lnTo>
                <a:lnTo>
                  <a:pt x="759" y="113"/>
                </a:lnTo>
                <a:lnTo>
                  <a:pt x="730" y="126"/>
                </a:lnTo>
                <a:lnTo>
                  <a:pt x="726" y="142"/>
                </a:lnTo>
                <a:lnTo>
                  <a:pt x="736" y="138"/>
                </a:lnTo>
                <a:lnTo>
                  <a:pt x="708" y="153"/>
                </a:lnTo>
                <a:lnTo>
                  <a:pt x="698" y="183"/>
                </a:lnTo>
                <a:lnTo>
                  <a:pt x="713" y="177"/>
                </a:lnTo>
                <a:lnTo>
                  <a:pt x="734" y="183"/>
                </a:lnTo>
                <a:lnTo>
                  <a:pt x="715" y="183"/>
                </a:lnTo>
                <a:lnTo>
                  <a:pt x="715" y="192"/>
                </a:lnTo>
                <a:lnTo>
                  <a:pt x="746" y="196"/>
                </a:lnTo>
                <a:lnTo>
                  <a:pt x="747" y="208"/>
                </a:lnTo>
                <a:lnTo>
                  <a:pt x="700" y="205"/>
                </a:lnTo>
                <a:lnTo>
                  <a:pt x="713" y="210"/>
                </a:lnTo>
                <a:lnTo>
                  <a:pt x="687" y="214"/>
                </a:lnTo>
                <a:lnTo>
                  <a:pt x="700" y="226"/>
                </a:lnTo>
                <a:lnTo>
                  <a:pt x="724" y="227"/>
                </a:lnTo>
                <a:lnTo>
                  <a:pt x="710" y="234"/>
                </a:lnTo>
                <a:lnTo>
                  <a:pt x="729" y="241"/>
                </a:lnTo>
                <a:lnTo>
                  <a:pt x="728" y="257"/>
                </a:lnTo>
                <a:lnTo>
                  <a:pt x="693" y="247"/>
                </a:lnTo>
                <a:lnTo>
                  <a:pt x="714" y="255"/>
                </a:lnTo>
                <a:lnTo>
                  <a:pt x="701" y="261"/>
                </a:lnTo>
                <a:lnTo>
                  <a:pt x="713" y="260"/>
                </a:lnTo>
                <a:lnTo>
                  <a:pt x="710" y="270"/>
                </a:lnTo>
                <a:lnTo>
                  <a:pt x="735" y="275"/>
                </a:lnTo>
                <a:lnTo>
                  <a:pt x="695" y="272"/>
                </a:lnTo>
                <a:lnTo>
                  <a:pt x="688" y="278"/>
                </a:lnTo>
                <a:lnTo>
                  <a:pt x="718" y="290"/>
                </a:lnTo>
                <a:lnTo>
                  <a:pt x="714" y="301"/>
                </a:lnTo>
                <a:lnTo>
                  <a:pt x="689" y="307"/>
                </a:lnTo>
                <a:lnTo>
                  <a:pt x="665" y="292"/>
                </a:lnTo>
                <a:lnTo>
                  <a:pt x="629" y="305"/>
                </a:lnTo>
                <a:lnTo>
                  <a:pt x="655" y="313"/>
                </a:lnTo>
                <a:lnTo>
                  <a:pt x="630" y="320"/>
                </a:lnTo>
                <a:lnTo>
                  <a:pt x="657" y="321"/>
                </a:lnTo>
                <a:lnTo>
                  <a:pt x="648" y="336"/>
                </a:lnTo>
                <a:lnTo>
                  <a:pt x="659" y="327"/>
                </a:lnTo>
                <a:lnTo>
                  <a:pt x="688" y="340"/>
                </a:lnTo>
                <a:lnTo>
                  <a:pt x="679" y="350"/>
                </a:lnTo>
                <a:lnTo>
                  <a:pt x="695" y="346"/>
                </a:lnTo>
                <a:lnTo>
                  <a:pt x="688" y="356"/>
                </a:lnTo>
                <a:lnTo>
                  <a:pt x="699" y="351"/>
                </a:lnTo>
                <a:lnTo>
                  <a:pt x="701" y="377"/>
                </a:lnTo>
                <a:lnTo>
                  <a:pt x="688" y="368"/>
                </a:lnTo>
                <a:lnTo>
                  <a:pt x="688" y="377"/>
                </a:lnTo>
                <a:lnTo>
                  <a:pt x="675" y="377"/>
                </a:lnTo>
                <a:lnTo>
                  <a:pt x="659" y="355"/>
                </a:lnTo>
                <a:lnTo>
                  <a:pt x="619" y="344"/>
                </a:lnTo>
                <a:lnTo>
                  <a:pt x="647" y="358"/>
                </a:lnTo>
                <a:lnTo>
                  <a:pt x="611" y="365"/>
                </a:lnTo>
                <a:lnTo>
                  <a:pt x="600" y="377"/>
                </a:lnTo>
                <a:lnTo>
                  <a:pt x="634" y="380"/>
                </a:lnTo>
                <a:lnTo>
                  <a:pt x="605" y="387"/>
                </a:lnTo>
                <a:lnTo>
                  <a:pt x="649" y="378"/>
                </a:lnTo>
                <a:lnTo>
                  <a:pt x="691" y="389"/>
                </a:lnTo>
                <a:lnTo>
                  <a:pt x="636" y="419"/>
                </a:lnTo>
                <a:lnTo>
                  <a:pt x="584" y="432"/>
                </a:lnTo>
                <a:lnTo>
                  <a:pt x="565" y="433"/>
                </a:lnTo>
                <a:lnTo>
                  <a:pt x="552" y="420"/>
                </a:lnTo>
                <a:lnTo>
                  <a:pt x="558" y="433"/>
                </a:lnTo>
                <a:lnTo>
                  <a:pt x="543" y="441"/>
                </a:lnTo>
                <a:lnTo>
                  <a:pt x="523" y="473"/>
                </a:lnTo>
                <a:lnTo>
                  <a:pt x="507" y="473"/>
                </a:lnTo>
                <a:lnTo>
                  <a:pt x="503" y="482"/>
                </a:lnTo>
                <a:lnTo>
                  <a:pt x="487" y="484"/>
                </a:lnTo>
                <a:lnTo>
                  <a:pt x="480" y="480"/>
                </a:lnTo>
                <a:lnTo>
                  <a:pt x="490" y="474"/>
                </a:lnTo>
                <a:lnTo>
                  <a:pt x="479" y="473"/>
                </a:lnTo>
                <a:lnTo>
                  <a:pt x="473" y="489"/>
                </a:lnTo>
                <a:lnTo>
                  <a:pt x="448" y="491"/>
                </a:lnTo>
                <a:lnTo>
                  <a:pt x="449" y="504"/>
                </a:lnTo>
                <a:lnTo>
                  <a:pt x="433" y="505"/>
                </a:lnTo>
                <a:lnTo>
                  <a:pt x="447" y="515"/>
                </a:lnTo>
                <a:lnTo>
                  <a:pt x="429" y="518"/>
                </a:lnTo>
                <a:lnTo>
                  <a:pt x="443" y="529"/>
                </a:lnTo>
                <a:lnTo>
                  <a:pt x="431" y="529"/>
                </a:lnTo>
                <a:lnTo>
                  <a:pt x="440" y="532"/>
                </a:lnTo>
                <a:lnTo>
                  <a:pt x="431" y="545"/>
                </a:lnTo>
                <a:lnTo>
                  <a:pt x="422" y="543"/>
                </a:lnTo>
                <a:lnTo>
                  <a:pt x="429" y="549"/>
                </a:lnTo>
                <a:lnTo>
                  <a:pt x="412" y="554"/>
                </a:lnTo>
                <a:lnTo>
                  <a:pt x="422" y="572"/>
                </a:lnTo>
                <a:lnTo>
                  <a:pt x="412" y="596"/>
                </a:lnTo>
                <a:lnTo>
                  <a:pt x="400" y="597"/>
                </a:lnTo>
                <a:lnTo>
                  <a:pt x="409" y="605"/>
                </a:lnTo>
                <a:lnTo>
                  <a:pt x="381" y="605"/>
                </a:lnTo>
                <a:lnTo>
                  <a:pt x="378" y="589"/>
                </a:lnTo>
                <a:lnTo>
                  <a:pt x="339" y="591"/>
                </a:lnTo>
                <a:lnTo>
                  <a:pt x="348" y="587"/>
                </a:lnTo>
                <a:lnTo>
                  <a:pt x="328" y="580"/>
                </a:lnTo>
                <a:lnTo>
                  <a:pt x="338" y="577"/>
                </a:lnTo>
                <a:lnTo>
                  <a:pt x="323" y="577"/>
                </a:lnTo>
                <a:lnTo>
                  <a:pt x="328" y="564"/>
                </a:lnTo>
                <a:lnTo>
                  <a:pt x="320" y="567"/>
                </a:lnTo>
                <a:lnTo>
                  <a:pt x="294" y="532"/>
                </a:lnTo>
                <a:lnTo>
                  <a:pt x="294" y="522"/>
                </a:lnTo>
                <a:lnTo>
                  <a:pt x="313" y="510"/>
                </a:lnTo>
                <a:lnTo>
                  <a:pt x="305" y="507"/>
                </a:lnTo>
                <a:lnTo>
                  <a:pt x="286" y="520"/>
                </a:lnTo>
                <a:lnTo>
                  <a:pt x="286" y="494"/>
                </a:lnTo>
                <a:lnTo>
                  <a:pt x="268" y="480"/>
                </a:lnTo>
                <a:lnTo>
                  <a:pt x="273" y="460"/>
                </a:lnTo>
                <a:lnTo>
                  <a:pt x="262" y="452"/>
                </a:lnTo>
                <a:lnTo>
                  <a:pt x="277" y="434"/>
                </a:lnTo>
                <a:lnTo>
                  <a:pt x="268" y="432"/>
                </a:lnTo>
                <a:lnTo>
                  <a:pt x="301" y="432"/>
                </a:lnTo>
                <a:lnTo>
                  <a:pt x="298" y="425"/>
                </a:lnTo>
                <a:lnTo>
                  <a:pt x="275" y="426"/>
                </a:lnTo>
                <a:lnTo>
                  <a:pt x="309" y="410"/>
                </a:lnTo>
                <a:lnTo>
                  <a:pt x="301" y="405"/>
                </a:lnTo>
                <a:lnTo>
                  <a:pt x="309" y="387"/>
                </a:lnTo>
                <a:lnTo>
                  <a:pt x="281" y="387"/>
                </a:lnTo>
                <a:lnTo>
                  <a:pt x="251" y="372"/>
                </a:lnTo>
                <a:lnTo>
                  <a:pt x="305" y="380"/>
                </a:lnTo>
                <a:lnTo>
                  <a:pt x="296" y="374"/>
                </a:lnTo>
                <a:lnTo>
                  <a:pt x="305" y="371"/>
                </a:lnTo>
                <a:lnTo>
                  <a:pt x="284" y="360"/>
                </a:lnTo>
                <a:lnTo>
                  <a:pt x="291" y="355"/>
                </a:lnTo>
                <a:lnTo>
                  <a:pt x="280" y="359"/>
                </a:lnTo>
                <a:lnTo>
                  <a:pt x="288" y="352"/>
                </a:lnTo>
                <a:lnTo>
                  <a:pt x="274" y="352"/>
                </a:lnTo>
                <a:lnTo>
                  <a:pt x="289" y="347"/>
                </a:lnTo>
                <a:lnTo>
                  <a:pt x="265" y="338"/>
                </a:lnTo>
                <a:lnTo>
                  <a:pt x="260" y="352"/>
                </a:lnTo>
                <a:lnTo>
                  <a:pt x="240" y="352"/>
                </a:lnTo>
                <a:lnTo>
                  <a:pt x="236" y="347"/>
                </a:lnTo>
                <a:lnTo>
                  <a:pt x="249" y="338"/>
                </a:lnTo>
                <a:lnTo>
                  <a:pt x="239" y="338"/>
                </a:lnTo>
                <a:lnTo>
                  <a:pt x="251" y="316"/>
                </a:lnTo>
                <a:lnTo>
                  <a:pt x="237" y="312"/>
                </a:lnTo>
                <a:lnTo>
                  <a:pt x="244" y="302"/>
                </a:lnTo>
                <a:lnTo>
                  <a:pt x="221" y="275"/>
                </a:lnTo>
                <a:lnTo>
                  <a:pt x="229" y="274"/>
                </a:lnTo>
                <a:lnTo>
                  <a:pt x="198" y="250"/>
                </a:lnTo>
                <a:lnTo>
                  <a:pt x="198" y="241"/>
                </a:lnTo>
                <a:lnTo>
                  <a:pt x="165" y="229"/>
                </a:lnTo>
                <a:lnTo>
                  <a:pt x="134" y="222"/>
                </a:lnTo>
                <a:lnTo>
                  <a:pt x="106" y="234"/>
                </a:lnTo>
                <a:lnTo>
                  <a:pt x="83" y="226"/>
                </a:lnTo>
                <a:lnTo>
                  <a:pt x="91" y="235"/>
                </a:lnTo>
                <a:lnTo>
                  <a:pt x="67" y="231"/>
                </a:lnTo>
                <a:lnTo>
                  <a:pt x="46" y="222"/>
                </a:lnTo>
                <a:lnTo>
                  <a:pt x="67" y="214"/>
                </a:lnTo>
                <a:lnTo>
                  <a:pt x="21" y="205"/>
                </a:lnTo>
                <a:lnTo>
                  <a:pt x="38" y="198"/>
                </a:lnTo>
                <a:lnTo>
                  <a:pt x="93" y="200"/>
                </a:lnTo>
                <a:lnTo>
                  <a:pt x="100" y="197"/>
                </a:lnTo>
                <a:lnTo>
                  <a:pt x="90" y="192"/>
                </a:lnTo>
                <a:lnTo>
                  <a:pt x="99" y="187"/>
                </a:lnTo>
                <a:lnTo>
                  <a:pt x="50" y="191"/>
                </a:lnTo>
                <a:lnTo>
                  <a:pt x="0" y="17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6" name="Freeform 653">
            <a:extLst>
              <a:ext uri="{FF2B5EF4-FFF2-40B4-BE49-F238E27FC236}">
                <a16:creationId xmlns:a16="http://schemas.microsoft.com/office/drawing/2014/main" id="{9106CE49-5810-E4AF-67F9-E830E2528AA7}"/>
              </a:ext>
            </a:extLst>
          </p:cNvPr>
          <p:cNvSpPr>
            <a:spLocks/>
          </p:cNvSpPr>
          <p:nvPr/>
        </p:nvSpPr>
        <p:spPr bwMode="auto">
          <a:xfrm>
            <a:off x="3668701" y="4181819"/>
            <a:ext cx="173742" cy="77068"/>
          </a:xfrm>
          <a:custGeom>
            <a:avLst/>
            <a:gdLst>
              <a:gd name="T0" fmla="*/ 0 w 151"/>
              <a:gd name="T1" fmla="*/ 40104274 h 70"/>
              <a:gd name="T2" fmla="*/ 0 w 151"/>
              <a:gd name="T3" fmla="*/ 40104274 h 70"/>
              <a:gd name="T4" fmla="*/ 15652254 w 151"/>
              <a:gd name="T5" fmla="*/ 35091241 h 70"/>
              <a:gd name="T6" fmla="*/ 6260402 w 151"/>
              <a:gd name="T7" fmla="*/ 25065175 h 70"/>
              <a:gd name="T8" fmla="*/ 26607957 w 151"/>
              <a:gd name="T9" fmla="*/ 31749650 h 70"/>
              <a:gd name="T10" fmla="*/ 17217354 w 151"/>
              <a:gd name="T11" fmla="*/ 13367662 h 70"/>
              <a:gd name="T12" fmla="*/ 40695106 w 151"/>
              <a:gd name="T13" fmla="*/ 23395026 h 70"/>
              <a:gd name="T14" fmla="*/ 29739408 w 151"/>
              <a:gd name="T15" fmla="*/ 1671443 h 70"/>
              <a:gd name="T16" fmla="*/ 65737964 w 151"/>
              <a:gd name="T17" fmla="*/ 18381988 h 70"/>
              <a:gd name="T18" fmla="*/ 68868163 w 151"/>
              <a:gd name="T19" fmla="*/ 48460201 h 70"/>
              <a:gd name="T20" fmla="*/ 87650631 w 151"/>
              <a:gd name="T21" fmla="*/ 15039104 h 70"/>
              <a:gd name="T22" fmla="*/ 106433080 w 151"/>
              <a:gd name="T23" fmla="*/ 28408059 h 70"/>
              <a:gd name="T24" fmla="*/ 122085329 w 151"/>
              <a:gd name="T25" fmla="*/ 11697513 h 70"/>
              <a:gd name="T26" fmla="*/ 134607378 w 151"/>
              <a:gd name="T27" fmla="*/ 31749650 h 70"/>
              <a:gd name="T28" fmla="*/ 131477179 w 151"/>
              <a:gd name="T29" fmla="*/ 13367662 h 70"/>
              <a:gd name="T30" fmla="*/ 170607214 w 151"/>
              <a:gd name="T31" fmla="*/ 13367662 h 70"/>
              <a:gd name="T32" fmla="*/ 175302514 w 151"/>
              <a:gd name="T33" fmla="*/ 0 h 70"/>
              <a:gd name="T34" fmla="*/ 192519862 w 151"/>
              <a:gd name="T35" fmla="*/ 11697513 h 70"/>
              <a:gd name="T36" fmla="*/ 214432511 w 151"/>
              <a:gd name="T37" fmla="*/ 6684477 h 70"/>
              <a:gd name="T38" fmla="*/ 198780262 w 151"/>
              <a:gd name="T39" fmla="*/ 15039104 h 70"/>
              <a:gd name="T40" fmla="*/ 234780059 w 151"/>
              <a:gd name="T41" fmla="*/ 51801792 h 70"/>
              <a:gd name="T42" fmla="*/ 203475561 w 151"/>
              <a:gd name="T43" fmla="*/ 83551432 h 70"/>
              <a:gd name="T44" fmla="*/ 117390029 w 151"/>
              <a:gd name="T45" fmla="*/ 115301092 h 70"/>
              <a:gd name="T46" fmla="*/ 39130007 w 151"/>
              <a:gd name="T47" fmla="*/ 100261993 h 70"/>
              <a:gd name="T48" fmla="*/ 57912465 w 151"/>
              <a:gd name="T49" fmla="*/ 70183775 h 70"/>
              <a:gd name="T50" fmla="*/ 12522054 w 151"/>
              <a:gd name="T51" fmla="*/ 60157709 h 70"/>
              <a:gd name="T52" fmla="*/ 56347365 w 151"/>
              <a:gd name="T53" fmla="*/ 58486267 h 70"/>
              <a:gd name="T54" fmla="*/ 40695106 w 151"/>
              <a:gd name="T55" fmla="*/ 48460201 h 70"/>
              <a:gd name="T56" fmla="*/ 56347365 w 151"/>
              <a:gd name="T57" fmla="*/ 40104274 h 70"/>
              <a:gd name="T58" fmla="*/ 0 w 151"/>
              <a:gd name="T59" fmla="*/ 40104274 h 70"/>
              <a:gd name="T60" fmla="*/ 0 w 151"/>
              <a:gd name="T61" fmla="*/ 40104274 h 7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151"/>
              <a:gd name="T94" fmla="*/ 0 h 70"/>
              <a:gd name="T95" fmla="*/ 151 w 151"/>
              <a:gd name="T96" fmla="*/ 70 h 7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151" h="70">
                <a:moveTo>
                  <a:pt x="0" y="24"/>
                </a:moveTo>
                <a:lnTo>
                  <a:pt x="0" y="24"/>
                </a:lnTo>
                <a:lnTo>
                  <a:pt x="10" y="21"/>
                </a:lnTo>
                <a:lnTo>
                  <a:pt x="4" y="15"/>
                </a:lnTo>
                <a:lnTo>
                  <a:pt x="17" y="19"/>
                </a:lnTo>
                <a:lnTo>
                  <a:pt x="11" y="8"/>
                </a:lnTo>
                <a:lnTo>
                  <a:pt x="26" y="14"/>
                </a:lnTo>
                <a:lnTo>
                  <a:pt x="19" y="1"/>
                </a:lnTo>
                <a:lnTo>
                  <a:pt x="42" y="11"/>
                </a:lnTo>
                <a:lnTo>
                  <a:pt x="44" y="29"/>
                </a:lnTo>
                <a:lnTo>
                  <a:pt x="56" y="9"/>
                </a:lnTo>
                <a:lnTo>
                  <a:pt x="68" y="17"/>
                </a:lnTo>
                <a:lnTo>
                  <a:pt x="78" y="7"/>
                </a:lnTo>
                <a:lnTo>
                  <a:pt x="86" y="19"/>
                </a:lnTo>
                <a:lnTo>
                  <a:pt x="84" y="8"/>
                </a:lnTo>
                <a:lnTo>
                  <a:pt x="109" y="8"/>
                </a:lnTo>
                <a:lnTo>
                  <a:pt x="112" y="0"/>
                </a:lnTo>
                <a:lnTo>
                  <a:pt x="123" y="7"/>
                </a:lnTo>
                <a:lnTo>
                  <a:pt x="137" y="4"/>
                </a:lnTo>
                <a:lnTo>
                  <a:pt x="127" y="9"/>
                </a:lnTo>
                <a:lnTo>
                  <a:pt x="150" y="31"/>
                </a:lnTo>
                <a:lnTo>
                  <a:pt x="130" y="50"/>
                </a:lnTo>
                <a:lnTo>
                  <a:pt x="75" y="69"/>
                </a:lnTo>
                <a:lnTo>
                  <a:pt x="25" y="60"/>
                </a:lnTo>
                <a:lnTo>
                  <a:pt x="37" y="42"/>
                </a:lnTo>
                <a:lnTo>
                  <a:pt x="8" y="36"/>
                </a:lnTo>
                <a:lnTo>
                  <a:pt x="36" y="35"/>
                </a:lnTo>
                <a:lnTo>
                  <a:pt x="26" y="29"/>
                </a:lnTo>
                <a:lnTo>
                  <a:pt x="36" y="24"/>
                </a:lnTo>
                <a:lnTo>
                  <a:pt x="0" y="24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7" name="Freeform 654">
            <a:extLst>
              <a:ext uri="{FF2B5EF4-FFF2-40B4-BE49-F238E27FC236}">
                <a16:creationId xmlns:a16="http://schemas.microsoft.com/office/drawing/2014/main" id="{51F03474-3B98-CC21-BBF7-4B6A7092F78C}"/>
              </a:ext>
            </a:extLst>
          </p:cNvPr>
          <p:cNvSpPr>
            <a:spLocks/>
          </p:cNvSpPr>
          <p:nvPr/>
        </p:nvSpPr>
        <p:spPr bwMode="auto">
          <a:xfrm>
            <a:off x="2218909" y="4859199"/>
            <a:ext cx="474503" cy="289340"/>
          </a:xfrm>
          <a:custGeom>
            <a:avLst/>
            <a:gdLst>
              <a:gd name="T0" fmla="*/ 0 w 412"/>
              <a:gd name="T1" fmla="*/ 5082858 h 261"/>
              <a:gd name="T2" fmla="*/ 0 w 412"/>
              <a:gd name="T3" fmla="*/ 5082858 h 261"/>
              <a:gd name="T4" fmla="*/ 29795363 w 412"/>
              <a:gd name="T5" fmla="*/ 72852125 h 261"/>
              <a:gd name="T6" fmla="*/ 65864618 w 412"/>
              <a:gd name="T7" fmla="*/ 105042701 h 261"/>
              <a:gd name="T8" fmla="*/ 64295518 w 412"/>
              <a:gd name="T9" fmla="*/ 123679407 h 261"/>
              <a:gd name="T10" fmla="*/ 45477599 w 412"/>
              <a:gd name="T11" fmla="*/ 127067544 h 261"/>
              <a:gd name="T12" fmla="*/ 86250404 w 412"/>
              <a:gd name="T13" fmla="*/ 142316113 h 261"/>
              <a:gd name="T14" fmla="*/ 108205270 w 412"/>
              <a:gd name="T15" fmla="*/ 174506710 h 261"/>
              <a:gd name="T16" fmla="*/ 106637423 w 412"/>
              <a:gd name="T17" fmla="*/ 199919690 h 261"/>
              <a:gd name="T18" fmla="*/ 152115002 w 412"/>
              <a:gd name="T19" fmla="*/ 242275958 h 261"/>
              <a:gd name="T20" fmla="*/ 163092435 w 412"/>
              <a:gd name="T21" fmla="*/ 228722108 h 261"/>
              <a:gd name="T22" fmla="*/ 53318085 w 412"/>
              <a:gd name="T23" fmla="*/ 62686412 h 261"/>
              <a:gd name="T24" fmla="*/ 47045445 w 412"/>
              <a:gd name="T25" fmla="*/ 18636711 h 261"/>
              <a:gd name="T26" fmla="*/ 70568158 w 412"/>
              <a:gd name="T27" fmla="*/ 28802429 h 261"/>
              <a:gd name="T28" fmla="*/ 111340964 w 412"/>
              <a:gd name="T29" fmla="*/ 101654564 h 261"/>
              <a:gd name="T30" fmla="*/ 169365114 w 412"/>
              <a:gd name="T31" fmla="*/ 155869963 h 261"/>
              <a:gd name="T32" fmla="*/ 166228168 w 412"/>
              <a:gd name="T33" fmla="*/ 176200127 h 261"/>
              <a:gd name="T34" fmla="*/ 246205893 w 412"/>
              <a:gd name="T35" fmla="*/ 250746952 h 261"/>
              <a:gd name="T36" fmla="*/ 255615479 w 412"/>
              <a:gd name="T37" fmla="*/ 282937507 h 261"/>
              <a:gd name="T38" fmla="*/ 246205893 w 412"/>
              <a:gd name="T39" fmla="*/ 303267631 h 261"/>
              <a:gd name="T40" fmla="*/ 265023813 w 412"/>
              <a:gd name="T41" fmla="*/ 332070050 h 261"/>
              <a:gd name="T42" fmla="*/ 417138854 w 412"/>
              <a:gd name="T43" fmla="*/ 410005092 h 261"/>
              <a:gd name="T44" fmla="*/ 484571299 w 412"/>
              <a:gd name="T45" fmla="*/ 403227517 h 261"/>
              <a:gd name="T46" fmla="*/ 528479779 w 412"/>
              <a:gd name="T47" fmla="*/ 440500929 h 261"/>
              <a:gd name="T48" fmla="*/ 545729852 w 412"/>
              <a:gd name="T49" fmla="*/ 404922236 h 261"/>
              <a:gd name="T50" fmla="*/ 567684718 w 412"/>
              <a:gd name="T51" fmla="*/ 403227517 h 261"/>
              <a:gd name="T52" fmla="*/ 545729852 w 412"/>
              <a:gd name="T53" fmla="*/ 372731680 h 261"/>
              <a:gd name="T54" fmla="*/ 594344377 w 412"/>
              <a:gd name="T55" fmla="*/ 360872550 h 261"/>
              <a:gd name="T56" fmla="*/ 613162297 w 412"/>
              <a:gd name="T57" fmla="*/ 347318700 h 261"/>
              <a:gd name="T58" fmla="*/ 617867090 w 412"/>
              <a:gd name="T59" fmla="*/ 340541043 h 261"/>
              <a:gd name="T60" fmla="*/ 624139730 w 412"/>
              <a:gd name="T61" fmla="*/ 357484413 h 261"/>
              <a:gd name="T62" fmla="*/ 644526749 w 412"/>
              <a:gd name="T63" fmla="*/ 282937507 h 261"/>
              <a:gd name="T64" fmla="*/ 617867090 w 412"/>
              <a:gd name="T65" fmla="*/ 272771795 h 261"/>
              <a:gd name="T66" fmla="*/ 569253817 w 412"/>
              <a:gd name="T67" fmla="*/ 282937507 h 261"/>
              <a:gd name="T68" fmla="*/ 544162005 w 412"/>
              <a:gd name="T69" fmla="*/ 347318700 h 261"/>
              <a:gd name="T70" fmla="*/ 481434353 w 412"/>
              <a:gd name="T71" fmla="*/ 354094974 h 261"/>
              <a:gd name="T72" fmla="*/ 454775946 w 412"/>
              <a:gd name="T73" fmla="*/ 338847625 h 261"/>
              <a:gd name="T74" fmla="*/ 414001908 w 412"/>
              <a:gd name="T75" fmla="*/ 259217945 h 261"/>
              <a:gd name="T76" fmla="*/ 412434061 w 412"/>
              <a:gd name="T77" fmla="*/ 199919690 h 261"/>
              <a:gd name="T78" fmla="*/ 426548440 w 412"/>
              <a:gd name="T79" fmla="*/ 171117271 h 261"/>
              <a:gd name="T80" fmla="*/ 384206555 w 412"/>
              <a:gd name="T81" fmla="*/ 155869963 h 261"/>
              <a:gd name="T82" fmla="*/ 330888489 w 412"/>
              <a:gd name="T83" fmla="*/ 72852125 h 261"/>
              <a:gd name="T84" fmla="*/ 285410832 w 412"/>
              <a:gd name="T85" fmla="*/ 89794132 h 261"/>
              <a:gd name="T86" fmla="*/ 227387973 w 412"/>
              <a:gd name="T87" fmla="*/ 22024853 h 261"/>
              <a:gd name="T88" fmla="*/ 130160136 w 412"/>
              <a:gd name="T89" fmla="*/ 35578703 h 261"/>
              <a:gd name="T90" fmla="*/ 48614545 w 412"/>
              <a:gd name="T91" fmla="*/ 0 h 261"/>
              <a:gd name="T92" fmla="*/ 0 w 412"/>
              <a:gd name="T93" fmla="*/ 5082858 h 261"/>
              <a:gd name="T94" fmla="*/ 0 w 412"/>
              <a:gd name="T95" fmla="*/ 5082858 h 261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12"/>
              <a:gd name="T145" fmla="*/ 0 h 261"/>
              <a:gd name="T146" fmla="*/ 412 w 412"/>
              <a:gd name="T147" fmla="*/ 261 h 261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12" h="261">
                <a:moveTo>
                  <a:pt x="0" y="3"/>
                </a:moveTo>
                <a:lnTo>
                  <a:pt x="0" y="3"/>
                </a:lnTo>
                <a:lnTo>
                  <a:pt x="19" y="43"/>
                </a:lnTo>
                <a:lnTo>
                  <a:pt x="42" y="62"/>
                </a:lnTo>
                <a:lnTo>
                  <a:pt x="41" y="73"/>
                </a:lnTo>
                <a:lnTo>
                  <a:pt x="29" y="75"/>
                </a:lnTo>
                <a:lnTo>
                  <a:pt x="55" y="84"/>
                </a:lnTo>
                <a:lnTo>
                  <a:pt x="69" y="103"/>
                </a:lnTo>
                <a:lnTo>
                  <a:pt x="68" y="118"/>
                </a:lnTo>
                <a:lnTo>
                  <a:pt x="97" y="143"/>
                </a:lnTo>
                <a:lnTo>
                  <a:pt x="104" y="135"/>
                </a:lnTo>
                <a:lnTo>
                  <a:pt x="34" y="37"/>
                </a:lnTo>
                <a:lnTo>
                  <a:pt x="30" y="11"/>
                </a:lnTo>
                <a:lnTo>
                  <a:pt x="45" y="17"/>
                </a:lnTo>
                <a:lnTo>
                  <a:pt x="71" y="60"/>
                </a:lnTo>
                <a:lnTo>
                  <a:pt x="108" y="92"/>
                </a:lnTo>
                <a:lnTo>
                  <a:pt x="106" y="104"/>
                </a:lnTo>
                <a:lnTo>
                  <a:pt x="157" y="148"/>
                </a:lnTo>
                <a:lnTo>
                  <a:pt x="163" y="167"/>
                </a:lnTo>
                <a:lnTo>
                  <a:pt x="157" y="179"/>
                </a:lnTo>
                <a:lnTo>
                  <a:pt x="169" y="196"/>
                </a:lnTo>
                <a:lnTo>
                  <a:pt x="266" y="242"/>
                </a:lnTo>
                <a:lnTo>
                  <a:pt x="309" y="238"/>
                </a:lnTo>
                <a:lnTo>
                  <a:pt x="337" y="260"/>
                </a:lnTo>
                <a:lnTo>
                  <a:pt x="348" y="239"/>
                </a:lnTo>
                <a:lnTo>
                  <a:pt x="362" y="238"/>
                </a:lnTo>
                <a:lnTo>
                  <a:pt x="348" y="220"/>
                </a:lnTo>
                <a:lnTo>
                  <a:pt x="379" y="213"/>
                </a:lnTo>
                <a:lnTo>
                  <a:pt x="391" y="205"/>
                </a:lnTo>
                <a:lnTo>
                  <a:pt x="394" y="201"/>
                </a:lnTo>
                <a:lnTo>
                  <a:pt x="398" y="211"/>
                </a:lnTo>
                <a:lnTo>
                  <a:pt x="411" y="167"/>
                </a:lnTo>
                <a:lnTo>
                  <a:pt x="394" y="161"/>
                </a:lnTo>
                <a:lnTo>
                  <a:pt x="363" y="167"/>
                </a:lnTo>
                <a:lnTo>
                  <a:pt x="347" y="205"/>
                </a:lnTo>
                <a:lnTo>
                  <a:pt x="307" y="209"/>
                </a:lnTo>
                <a:lnTo>
                  <a:pt x="290" y="200"/>
                </a:lnTo>
                <a:lnTo>
                  <a:pt x="264" y="153"/>
                </a:lnTo>
                <a:lnTo>
                  <a:pt x="263" y="118"/>
                </a:lnTo>
                <a:lnTo>
                  <a:pt x="272" y="101"/>
                </a:lnTo>
                <a:lnTo>
                  <a:pt x="245" y="92"/>
                </a:lnTo>
                <a:lnTo>
                  <a:pt x="211" y="43"/>
                </a:lnTo>
                <a:lnTo>
                  <a:pt x="182" y="53"/>
                </a:lnTo>
                <a:lnTo>
                  <a:pt x="145" y="13"/>
                </a:lnTo>
                <a:lnTo>
                  <a:pt x="83" y="21"/>
                </a:lnTo>
                <a:lnTo>
                  <a:pt x="31" y="0"/>
                </a:lnTo>
                <a:lnTo>
                  <a:pt x="0" y="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8" name="Freeform 655">
            <a:extLst>
              <a:ext uri="{FF2B5EF4-FFF2-40B4-BE49-F238E27FC236}">
                <a16:creationId xmlns:a16="http://schemas.microsoft.com/office/drawing/2014/main" id="{5E0B3D84-322E-851F-8949-0F7097461CF4}"/>
              </a:ext>
            </a:extLst>
          </p:cNvPr>
          <p:cNvSpPr>
            <a:spLocks/>
          </p:cNvSpPr>
          <p:nvPr/>
        </p:nvSpPr>
        <p:spPr bwMode="auto">
          <a:xfrm>
            <a:off x="5425096" y="4464485"/>
            <a:ext cx="497864" cy="276999"/>
          </a:xfrm>
          <a:custGeom>
            <a:avLst/>
            <a:gdLst>
              <a:gd name="T0" fmla="*/ 0 w 434"/>
              <a:gd name="T1" fmla="*/ 97804222 h 183"/>
              <a:gd name="T2" fmla="*/ 0 w 434"/>
              <a:gd name="T3" fmla="*/ 97804222 h 183"/>
              <a:gd name="T4" fmla="*/ 21780710 w 434"/>
              <a:gd name="T5" fmla="*/ 130405179 h 183"/>
              <a:gd name="T6" fmla="*/ 51342202 w 434"/>
              <a:gd name="T7" fmla="*/ 140699736 h 183"/>
              <a:gd name="T8" fmla="*/ 63787960 w 434"/>
              <a:gd name="T9" fmla="*/ 207618979 h 183"/>
              <a:gd name="T10" fmla="*/ 157136156 w 434"/>
              <a:gd name="T11" fmla="*/ 233356025 h 183"/>
              <a:gd name="T12" fmla="*/ 197588027 w 434"/>
              <a:gd name="T13" fmla="*/ 279684804 h 183"/>
              <a:gd name="T14" fmla="*/ 273821727 w 434"/>
              <a:gd name="T15" fmla="*/ 276252848 h 183"/>
              <a:gd name="T16" fmla="*/ 360947101 w 434"/>
              <a:gd name="T17" fmla="*/ 312285761 h 183"/>
              <a:gd name="T18" fmla="*/ 477632633 w 434"/>
              <a:gd name="T19" fmla="*/ 279684804 h 183"/>
              <a:gd name="T20" fmla="*/ 513416994 w 434"/>
              <a:gd name="T21" fmla="*/ 253946448 h 183"/>
              <a:gd name="T22" fmla="*/ 513416994 w 434"/>
              <a:gd name="T23" fmla="*/ 217913535 h 183"/>
              <a:gd name="T24" fmla="*/ 546088045 w 434"/>
              <a:gd name="T25" fmla="*/ 221345491 h 183"/>
              <a:gd name="T26" fmla="*/ 616100113 w 434"/>
              <a:gd name="T27" fmla="*/ 169870047 h 183"/>
              <a:gd name="T28" fmla="*/ 673665330 w 434"/>
              <a:gd name="T29" fmla="*/ 166438092 h 183"/>
              <a:gd name="T30" fmla="*/ 645660348 w 434"/>
              <a:gd name="T31" fmla="*/ 126973224 h 183"/>
              <a:gd name="T32" fmla="*/ 591207349 w 434"/>
              <a:gd name="T33" fmla="*/ 137269090 h 183"/>
              <a:gd name="T34" fmla="*/ 591207349 w 434"/>
              <a:gd name="T35" fmla="*/ 92656289 h 183"/>
              <a:gd name="T36" fmla="*/ 605209762 w 434"/>
              <a:gd name="T37" fmla="*/ 68633890 h 183"/>
              <a:gd name="T38" fmla="*/ 566314585 w 434"/>
              <a:gd name="T39" fmla="*/ 61771289 h 183"/>
              <a:gd name="T40" fmla="*/ 465186875 w 434"/>
              <a:gd name="T41" fmla="*/ 89224334 h 183"/>
              <a:gd name="T42" fmla="*/ 378061578 w 434"/>
              <a:gd name="T43" fmla="*/ 49759445 h 183"/>
              <a:gd name="T44" fmla="*/ 320496438 w 434"/>
              <a:gd name="T45" fmla="*/ 54907378 h 183"/>
              <a:gd name="T46" fmla="*/ 300271146 w 434"/>
              <a:gd name="T47" fmla="*/ 22306411 h 183"/>
              <a:gd name="T48" fmla="*/ 244261492 w 434"/>
              <a:gd name="T49" fmla="*/ 0 h 183"/>
              <a:gd name="T50" fmla="*/ 214701257 w 434"/>
              <a:gd name="T51" fmla="*/ 24022389 h 183"/>
              <a:gd name="T52" fmla="*/ 213145849 w 434"/>
              <a:gd name="T53" fmla="*/ 68633890 h 183"/>
              <a:gd name="T54" fmla="*/ 85569928 w 434"/>
              <a:gd name="T55" fmla="*/ 48043467 h 183"/>
              <a:gd name="T56" fmla="*/ 0 w 434"/>
              <a:gd name="T57" fmla="*/ 97804222 h 183"/>
              <a:gd name="T58" fmla="*/ 0 w 434"/>
              <a:gd name="T59" fmla="*/ 97804222 h 183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434"/>
              <a:gd name="T91" fmla="*/ 0 h 183"/>
              <a:gd name="T92" fmla="*/ 434 w 434"/>
              <a:gd name="T93" fmla="*/ 183 h 183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434" h="183">
                <a:moveTo>
                  <a:pt x="0" y="57"/>
                </a:moveTo>
                <a:lnTo>
                  <a:pt x="0" y="57"/>
                </a:lnTo>
                <a:lnTo>
                  <a:pt x="14" y="76"/>
                </a:lnTo>
                <a:lnTo>
                  <a:pt x="33" y="82"/>
                </a:lnTo>
                <a:lnTo>
                  <a:pt x="41" y="121"/>
                </a:lnTo>
                <a:lnTo>
                  <a:pt x="101" y="136"/>
                </a:lnTo>
                <a:lnTo>
                  <a:pt x="127" y="163"/>
                </a:lnTo>
                <a:lnTo>
                  <a:pt x="176" y="161"/>
                </a:lnTo>
                <a:lnTo>
                  <a:pt x="232" y="182"/>
                </a:lnTo>
                <a:lnTo>
                  <a:pt x="307" y="163"/>
                </a:lnTo>
                <a:lnTo>
                  <a:pt x="330" y="148"/>
                </a:lnTo>
                <a:lnTo>
                  <a:pt x="330" y="127"/>
                </a:lnTo>
                <a:lnTo>
                  <a:pt x="351" y="129"/>
                </a:lnTo>
                <a:lnTo>
                  <a:pt x="396" y="99"/>
                </a:lnTo>
                <a:lnTo>
                  <a:pt x="433" y="97"/>
                </a:lnTo>
                <a:lnTo>
                  <a:pt x="415" y="74"/>
                </a:lnTo>
                <a:lnTo>
                  <a:pt x="380" y="80"/>
                </a:lnTo>
                <a:lnTo>
                  <a:pt x="380" y="54"/>
                </a:lnTo>
                <a:lnTo>
                  <a:pt x="389" y="40"/>
                </a:lnTo>
                <a:lnTo>
                  <a:pt x="364" y="36"/>
                </a:lnTo>
                <a:lnTo>
                  <a:pt x="299" y="52"/>
                </a:lnTo>
                <a:lnTo>
                  <a:pt x="243" y="29"/>
                </a:lnTo>
                <a:lnTo>
                  <a:pt x="206" y="32"/>
                </a:lnTo>
                <a:lnTo>
                  <a:pt x="193" y="13"/>
                </a:lnTo>
                <a:lnTo>
                  <a:pt x="157" y="0"/>
                </a:lnTo>
                <a:lnTo>
                  <a:pt x="138" y="14"/>
                </a:lnTo>
                <a:lnTo>
                  <a:pt x="137" y="40"/>
                </a:lnTo>
                <a:lnTo>
                  <a:pt x="55" y="28"/>
                </a:lnTo>
                <a:lnTo>
                  <a:pt x="0" y="5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359" name="Freeform 656">
            <a:extLst>
              <a:ext uri="{FF2B5EF4-FFF2-40B4-BE49-F238E27FC236}">
                <a16:creationId xmlns:a16="http://schemas.microsoft.com/office/drawing/2014/main" id="{84B0808E-1EAA-7546-6786-E4597B89A775}"/>
              </a:ext>
            </a:extLst>
          </p:cNvPr>
          <p:cNvSpPr>
            <a:spLocks/>
          </p:cNvSpPr>
          <p:nvPr/>
        </p:nvSpPr>
        <p:spPr bwMode="auto">
          <a:xfrm>
            <a:off x="4865911" y="4986293"/>
            <a:ext cx="116801" cy="132501"/>
          </a:xfrm>
          <a:custGeom>
            <a:avLst/>
            <a:gdLst>
              <a:gd name="T0" fmla="*/ 0 w 105"/>
              <a:gd name="T1" fmla="*/ 143570889 h 119"/>
              <a:gd name="T2" fmla="*/ 0 w 105"/>
              <a:gd name="T3" fmla="*/ 143570889 h 119"/>
              <a:gd name="T4" fmla="*/ 20480870 w 105"/>
              <a:gd name="T5" fmla="*/ 201682754 h 119"/>
              <a:gd name="T6" fmla="*/ 57054450 w 105"/>
              <a:gd name="T7" fmla="*/ 193136590 h 119"/>
              <a:gd name="T8" fmla="*/ 114110109 w 105"/>
              <a:gd name="T9" fmla="*/ 141860872 h 119"/>
              <a:gd name="T10" fmla="*/ 112646586 w 105"/>
              <a:gd name="T11" fmla="*/ 117932397 h 119"/>
              <a:gd name="T12" fmla="*/ 150683680 w 105"/>
              <a:gd name="T13" fmla="*/ 73494155 h 119"/>
              <a:gd name="T14" fmla="*/ 152145994 w 105"/>
              <a:gd name="T15" fmla="*/ 59820554 h 119"/>
              <a:gd name="T16" fmla="*/ 131665133 w 105"/>
              <a:gd name="T17" fmla="*/ 34183359 h 119"/>
              <a:gd name="T18" fmla="*/ 84850527 w 105"/>
              <a:gd name="T19" fmla="*/ 0 h 119"/>
              <a:gd name="T20" fmla="*/ 73147160 w 105"/>
              <a:gd name="T21" fmla="*/ 1708710 h 119"/>
              <a:gd name="T22" fmla="*/ 78998834 w 105"/>
              <a:gd name="T23" fmla="*/ 18801043 h 119"/>
              <a:gd name="T24" fmla="*/ 62907334 w 105"/>
              <a:gd name="T25" fmla="*/ 54693117 h 119"/>
              <a:gd name="T26" fmla="*/ 73147160 w 105"/>
              <a:gd name="T27" fmla="*/ 71785445 h 119"/>
              <a:gd name="T28" fmla="*/ 58517973 w 105"/>
              <a:gd name="T29" fmla="*/ 119642415 h 119"/>
              <a:gd name="T30" fmla="*/ 0 w 105"/>
              <a:gd name="T31" fmla="*/ 143570889 h 119"/>
              <a:gd name="T32" fmla="*/ 0 w 105"/>
              <a:gd name="T33" fmla="*/ 143570889 h 11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05"/>
              <a:gd name="T52" fmla="*/ 0 h 119"/>
              <a:gd name="T53" fmla="*/ 105 w 105"/>
              <a:gd name="T54" fmla="*/ 119 h 11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05" h="119">
                <a:moveTo>
                  <a:pt x="0" y="84"/>
                </a:moveTo>
                <a:lnTo>
                  <a:pt x="0" y="84"/>
                </a:lnTo>
                <a:lnTo>
                  <a:pt x="14" y="118"/>
                </a:lnTo>
                <a:lnTo>
                  <a:pt x="39" y="113"/>
                </a:lnTo>
                <a:lnTo>
                  <a:pt x="78" y="83"/>
                </a:lnTo>
                <a:lnTo>
                  <a:pt x="77" y="69"/>
                </a:lnTo>
                <a:lnTo>
                  <a:pt x="103" y="43"/>
                </a:lnTo>
                <a:lnTo>
                  <a:pt x="104" y="35"/>
                </a:lnTo>
                <a:lnTo>
                  <a:pt x="90" y="20"/>
                </a:lnTo>
                <a:lnTo>
                  <a:pt x="58" y="0"/>
                </a:lnTo>
                <a:lnTo>
                  <a:pt x="50" y="1"/>
                </a:lnTo>
                <a:lnTo>
                  <a:pt x="54" y="11"/>
                </a:lnTo>
                <a:lnTo>
                  <a:pt x="43" y="32"/>
                </a:lnTo>
                <a:lnTo>
                  <a:pt x="50" y="42"/>
                </a:lnTo>
                <a:lnTo>
                  <a:pt x="40" y="70"/>
                </a:lnTo>
                <a:lnTo>
                  <a:pt x="0" y="8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60" name="Freeform 657">
            <a:extLst>
              <a:ext uri="{FF2B5EF4-FFF2-40B4-BE49-F238E27FC236}">
                <a16:creationId xmlns:a16="http://schemas.microsoft.com/office/drawing/2014/main" id="{6AAA1E86-4A61-D45F-BF6C-405BF17B0C50}"/>
              </a:ext>
            </a:extLst>
          </p:cNvPr>
          <p:cNvSpPr>
            <a:spLocks/>
          </p:cNvSpPr>
          <p:nvPr/>
        </p:nvSpPr>
        <p:spPr bwMode="auto">
          <a:xfrm>
            <a:off x="5303914" y="4898408"/>
            <a:ext cx="127022" cy="64899"/>
          </a:xfrm>
          <a:custGeom>
            <a:avLst/>
            <a:gdLst>
              <a:gd name="T0" fmla="*/ 0 w 111"/>
              <a:gd name="T1" fmla="*/ 39317863 h 57"/>
              <a:gd name="T2" fmla="*/ 0 w 111"/>
              <a:gd name="T3" fmla="*/ 39317863 h 57"/>
              <a:gd name="T4" fmla="*/ 21675035 w 111"/>
              <a:gd name="T5" fmla="*/ 0 h 57"/>
              <a:gd name="T6" fmla="*/ 88246756 w 111"/>
              <a:gd name="T7" fmla="*/ 25020341 h 57"/>
              <a:gd name="T8" fmla="*/ 123855015 w 111"/>
              <a:gd name="T9" fmla="*/ 62549509 h 57"/>
              <a:gd name="T10" fmla="*/ 170300826 w 111"/>
              <a:gd name="T11" fmla="*/ 62549509 h 57"/>
              <a:gd name="T12" fmla="*/ 167203860 w 111"/>
              <a:gd name="T13" fmla="*/ 100080026 h 57"/>
              <a:gd name="T14" fmla="*/ 57283304 w 111"/>
              <a:gd name="T15" fmla="*/ 76847032 h 57"/>
              <a:gd name="T16" fmla="*/ 0 w 111"/>
              <a:gd name="T17" fmla="*/ 39317863 h 57"/>
              <a:gd name="T18" fmla="*/ 0 w 111"/>
              <a:gd name="T19" fmla="*/ 39317863 h 5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1"/>
              <a:gd name="T31" fmla="*/ 0 h 57"/>
              <a:gd name="T32" fmla="*/ 111 w 111"/>
              <a:gd name="T33" fmla="*/ 57 h 5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1" h="57">
                <a:moveTo>
                  <a:pt x="0" y="22"/>
                </a:moveTo>
                <a:lnTo>
                  <a:pt x="0" y="22"/>
                </a:lnTo>
                <a:lnTo>
                  <a:pt x="14" y="0"/>
                </a:lnTo>
                <a:lnTo>
                  <a:pt x="57" y="14"/>
                </a:lnTo>
                <a:lnTo>
                  <a:pt x="80" y="35"/>
                </a:lnTo>
                <a:lnTo>
                  <a:pt x="110" y="35"/>
                </a:lnTo>
                <a:lnTo>
                  <a:pt x="108" y="56"/>
                </a:lnTo>
                <a:lnTo>
                  <a:pt x="37" y="43"/>
                </a:lnTo>
                <a:lnTo>
                  <a:pt x="0" y="2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61" name="Group 69">
            <a:extLst>
              <a:ext uri="{FF2B5EF4-FFF2-40B4-BE49-F238E27FC236}">
                <a16:creationId xmlns:a16="http://schemas.microsoft.com/office/drawing/2014/main" id="{D7DDE97D-3C71-7366-905B-BFA4526C5EBA}"/>
              </a:ext>
            </a:extLst>
          </p:cNvPr>
          <p:cNvGrpSpPr>
            <a:grpSpLocks/>
          </p:cNvGrpSpPr>
          <p:nvPr/>
        </p:nvGrpSpPr>
        <p:grpSpPr bwMode="auto">
          <a:xfrm>
            <a:off x="6655824" y="5909760"/>
            <a:ext cx="186879" cy="219035"/>
            <a:chOff x="5352" y="3915"/>
            <a:chExt cx="163" cy="197"/>
          </a:xfrm>
          <a:solidFill>
            <a:schemeClr val="accent2"/>
          </a:solidFill>
        </p:grpSpPr>
        <p:sp>
          <p:nvSpPr>
            <p:cNvPr id="362" name="Freeform 659">
              <a:extLst>
                <a:ext uri="{FF2B5EF4-FFF2-40B4-BE49-F238E27FC236}">
                  <a16:creationId xmlns:a16="http://schemas.microsoft.com/office/drawing/2014/main" id="{34B0A0EC-05BC-E2B4-CD8C-7C99DFD90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2" y="4012"/>
              <a:ext cx="106" cy="100"/>
            </a:xfrm>
            <a:custGeom>
              <a:avLst/>
              <a:gdLst>
                <a:gd name="T0" fmla="*/ 0 w 106"/>
                <a:gd name="T1" fmla="*/ 87 h 100"/>
                <a:gd name="T2" fmla="*/ 0 w 106"/>
                <a:gd name="T3" fmla="*/ 87 h 100"/>
                <a:gd name="T4" fmla="*/ 22 w 106"/>
                <a:gd name="T5" fmla="*/ 56 h 100"/>
                <a:gd name="T6" fmla="*/ 60 w 106"/>
                <a:gd name="T7" fmla="*/ 34 h 100"/>
                <a:gd name="T8" fmla="*/ 79 w 106"/>
                <a:gd name="T9" fmla="*/ 0 h 100"/>
                <a:gd name="T10" fmla="*/ 91 w 106"/>
                <a:gd name="T11" fmla="*/ 10 h 100"/>
                <a:gd name="T12" fmla="*/ 104 w 106"/>
                <a:gd name="T13" fmla="*/ 6 h 100"/>
                <a:gd name="T14" fmla="*/ 105 w 106"/>
                <a:gd name="T15" fmla="*/ 18 h 100"/>
                <a:gd name="T16" fmla="*/ 85 w 106"/>
                <a:gd name="T17" fmla="*/ 41 h 100"/>
                <a:gd name="T18" fmla="*/ 90 w 106"/>
                <a:gd name="T19" fmla="*/ 52 h 100"/>
                <a:gd name="T20" fmla="*/ 67 w 106"/>
                <a:gd name="T21" fmla="*/ 56 h 100"/>
                <a:gd name="T22" fmla="*/ 57 w 106"/>
                <a:gd name="T23" fmla="*/ 89 h 100"/>
                <a:gd name="T24" fmla="*/ 34 w 106"/>
                <a:gd name="T25" fmla="*/ 99 h 100"/>
                <a:gd name="T26" fmla="*/ 0 w 106"/>
                <a:gd name="T27" fmla="*/ 87 h 100"/>
                <a:gd name="T28" fmla="*/ 0 w 106"/>
                <a:gd name="T29" fmla="*/ 87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100"/>
                <a:gd name="T47" fmla="*/ 106 w 106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100">
                  <a:moveTo>
                    <a:pt x="0" y="87"/>
                  </a:moveTo>
                  <a:lnTo>
                    <a:pt x="0" y="87"/>
                  </a:lnTo>
                  <a:lnTo>
                    <a:pt x="22" y="56"/>
                  </a:lnTo>
                  <a:lnTo>
                    <a:pt x="60" y="34"/>
                  </a:lnTo>
                  <a:lnTo>
                    <a:pt x="79" y="0"/>
                  </a:lnTo>
                  <a:lnTo>
                    <a:pt x="91" y="10"/>
                  </a:lnTo>
                  <a:lnTo>
                    <a:pt x="104" y="6"/>
                  </a:lnTo>
                  <a:lnTo>
                    <a:pt x="105" y="18"/>
                  </a:lnTo>
                  <a:lnTo>
                    <a:pt x="85" y="41"/>
                  </a:lnTo>
                  <a:lnTo>
                    <a:pt x="90" y="52"/>
                  </a:lnTo>
                  <a:lnTo>
                    <a:pt x="67" y="56"/>
                  </a:lnTo>
                  <a:lnTo>
                    <a:pt x="57" y="89"/>
                  </a:lnTo>
                  <a:lnTo>
                    <a:pt x="34" y="99"/>
                  </a:lnTo>
                  <a:lnTo>
                    <a:pt x="0" y="8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3" name="Freeform 660">
              <a:extLst>
                <a:ext uri="{FF2B5EF4-FFF2-40B4-BE49-F238E27FC236}">
                  <a16:creationId xmlns:a16="http://schemas.microsoft.com/office/drawing/2014/main" id="{98608D9F-23D2-10EE-EE23-0125C905A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5" y="3915"/>
              <a:ext cx="80" cy="110"/>
            </a:xfrm>
            <a:custGeom>
              <a:avLst/>
              <a:gdLst>
                <a:gd name="T0" fmla="*/ 0 w 80"/>
                <a:gd name="T1" fmla="*/ 0 h 110"/>
                <a:gd name="T2" fmla="*/ 0 w 80"/>
                <a:gd name="T3" fmla="*/ 0 h 110"/>
                <a:gd name="T4" fmla="*/ 22 w 80"/>
                <a:gd name="T5" fmla="*/ 13 h 110"/>
                <a:gd name="T6" fmla="*/ 28 w 80"/>
                <a:gd name="T7" fmla="*/ 37 h 110"/>
                <a:gd name="T8" fmla="*/ 37 w 80"/>
                <a:gd name="T9" fmla="*/ 43 h 110"/>
                <a:gd name="T10" fmla="*/ 43 w 80"/>
                <a:gd name="T11" fmla="*/ 33 h 110"/>
                <a:gd name="T12" fmla="*/ 47 w 80"/>
                <a:gd name="T13" fmla="*/ 50 h 110"/>
                <a:gd name="T14" fmla="*/ 79 w 80"/>
                <a:gd name="T15" fmla="*/ 50 h 110"/>
                <a:gd name="T16" fmla="*/ 73 w 80"/>
                <a:gd name="T17" fmla="*/ 74 h 110"/>
                <a:gd name="T18" fmla="*/ 57 w 80"/>
                <a:gd name="T19" fmla="*/ 77 h 110"/>
                <a:gd name="T20" fmla="*/ 43 w 80"/>
                <a:gd name="T21" fmla="*/ 108 h 110"/>
                <a:gd name="T22" fmla="*/ 28 w 80"/>
                <a:gd name="T23" fmla="*/ 109 h 110"/>
                <a:gd name="T24" fmla="*/ 35 w 80"/>
                <a:gd name="T25" fmla="*/ 98 h 110"/>
                <a:gd name="T26" fmla="*/ 15 w 80"/>
                <a:gd name="T27" fmla="*/ 75 h 110"/>
                <a:gd name="T28" fmla="*/ 31 w 80"/>
                <a:gd name="T29" fmla="*/ 56 h 110"/>
                <a:gd name="T30" fmla="*/ 28 w 80"/>
                <a:gd name="T31" fmla="*/ 40 h 110"/>
                <a:gd name="T32" fmla="*/ 0 w 80"/>
                <a:gd name="T33" fmla="*/ 0 h 110"/>
                <a:gd name="T34" fmla="*/ 0 w 80"/>
                <a:gd name="T35" fmla="*/ 0 h 11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0"/>
                <a:gd name="T55" fmla="*/ 0 h 110"/>
                <a:gd name="T56" fmla="*/ 80 w 80"/>
                <a:gd name="T57" fmla="*/ 110 h 11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0" h="110">
                  <a:moveTo>
                    <a:pt x="0" y="0"/>
                  </a:moveTo>
                  <a:lnTo>
                    <a:pt x="0" y="0"/>
                  </a:lnTo>
                  <a:lnTo>
                    <a:pt x="22" y="13"/>
                  </a:lnTo>
                  <a:lnTo>
                    <a:pt x="28" y="37"/>
                  </a:lnTo>
                  <a:lnTo>
                    <a:pt x="37" y="43"/>
                  </a:lnTo>
                  <a:lnTo>
                    <a:pt x="43" y="33"/>
                  </a:lnTo>
                  <a:lnTo>
                    <a:pt x="47" y="50"/>
                  </a:lnTo>
                  <a:lnTo>
                    <a:pt x="79" y="50"/>
                  </a:lnTo>
                  <a:lnTo>
                    <a:pt x="73" y="74"/>
                  </a:lnTo>
                  <a:lnTo>
                    <a:pt x="57" y="77"/>
                  </a:lnTo>
                  <a:lnTo>
                    <a:pt x="43" y="108"/>
                  </a:lnTo>
                  <a:lnTo>
                    <a:pt x="28" y="109"/>
                  </a:lnTo>
                  <a:lnTo>
                    <a:pt x="35" y="98"/>
                  </a:lnTo>
                  <a:lnTo>
                    <a:pt x="15" y="75"/>
                  </a:lnTo>
                  <a:lnTo>
                    <a:pt x="31" y="56"/>
                  </a:lnTo>
                  <a:lnTo>
                    <a:pt x="28" y="40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4" name="Freeform 661">
            <a:extLst>
              <a:ext uri="{FF2B5EF4-FFF2-40B4-BE49-F238E27FC236}">
                <a16:creationId xmlns:a16="http://schemas.microsoft.com/office/drawing/2014/main" id="{B9ABFF19-3188-685C-5F7B-F0C742EE4517}"/>
              </a:ext>
            </a:extLst>
          </p:cNvPr>
          <p:cNvSpPr>
            <a:spLocks/>
          </p:cNvSpPr>
          <p:nvPr/>
        </p:nvSpPr>
        <p:spPr bwMode="auto">
          <a:xfrm>
            <a:off x="5003151" y="4783484"/>
            <a:ext cx="264263" cy="221737"/>
          </a:xfrm>
          <a:custGeom>
            <a:avLst/>
            <a:gdLst>
              <a:gd name="T0" fmla="*/ 0 w 230"/>
              <a:gd name="T1" fmla="*/ 184855067 h 199"/>
              <a:gd name="T2" fmla="*/ 0 w 230"/>
              <a:gd name="T3" fmla="*/ 184855067 h 199"/>
              <a:gd name="T4" fmla="*/ 34336892 w 230"/>
              <a:gd name="T5" fmla="*/ 196837704 h 199"/>
              <a:gd name="T6" fmla="*/ 112372904 w 230"/>
              <a:gd name="T7" fmla="*/ 184855067 h 199"/>
              <a:gd name="T8" fmla="*/ 126419980 w 230"/>
              <a:gd name="T9" fmla="*/ 150623590 h 199"/>
              <a:gd name="T10" fmla="*/ 179485088 w 230"/>
              <a:gd name="T11" fmla="*/ 131794665 h 199"/>
              <a:gd name="T12" fmla="*/ 184167446 w 230"/>
              <a:gd name="T13" fmla="*/ 102696964 h 199"/>
              <a:gd name="T14" fmla="*/ 202895633 w 230"/>
              <a:gd name="T15" fmla="*/ 95850677 h 199"/>
              <a:gd name="T16" fmla="*/ 195092534 w 230"/>
              <a:gd name="T17" fmla="*/ 80446837 h 199"/>
              <a:gd name="T18" fmla="*/ 213821969 w 230"/>
              <a:gd name="T19" fmla="*/ 78734284 h 199"/>
              <a:gd name="T20" fmla="*/ 227867797 w 230"/>
              <a:gd name="T21" fmla="*/ 49636583 h 199"/>
              <a:gd name="T22" fmla="*/ 221625068 w 230"/>
              <a:gd name="T23" fmla="*/ 20538866 h 199"/>
              <a:gd name="T24" fmla="*/ 293419571 w 230"/>
              <a:gd name="T25" fmla="*/ 0 h 199"/>
              <a:gd name="T26" fmla="*/ 357409805 w 230"/>
              <a:gd name="T27" fmla="*/ 42790286 h 199"/>
              <a:gd name="T28" fmla="*/ 340240740 w 230"/>
              <a:gd name="T29" fmla="*/ 61617913 h 199"/>
              <a:gd name="T30" fmla="*/ 279372495 w 230"/>
              <a:gd name="T31" fmla="*/ 61617913 h 199"/>
              <a:gd name="T32" fmla="*/ 279372495 w 230"/>
              <a:gd name="T33" fmla="*/ 99274475 h 199"/>
              <a:gd name="T34" fmla="*/ 307465399 w 230"/>
              <a:gd name="T35" fmla="*/ 123237133 h 199"/>
              <a:gd name="T36" fmla="*/ 290297582 w 230"/>
              <a:gd name="T37" fmla="*/ 135218463 h 199"/>
              <a:gd name="T38" fmla="*/ 294979941 w 230"/>
              <a:gd name="T39" fmla="*/ 157469877 h 199"/>
              <a:gd name="T40" fmla="*/ 232550156 w 230"/>
              <a:gd name="T41" fmla="*/ 234492937 h 199"/>
              <a:gd name="T42" fmla="*/ 204457252 w 230"/>
              <a:gd name="T43" fmla="*/ 232781693 h 199"/>
              <a:gd name="T44" fmla="*/ 184167446 w 230"/>
              <a:gd name="T45" fmla="*/ 251609309 h 199"/>
              <a:gd name="T46" fmla="*/ 218503079 w 230"/>
              <a:gd name="T47" fmla="*/ 323497286 h 199"/>
              <a:gd name="T48" fmla="*/ 170120370 w 230"/>
              <a:gd name="T49" fmla="*/ 323497286 h 199"/>
              <a:gd name="T50" fmla="*/ 152952514 w 230"/>
              <a:gd name="T51" fmla="*/ 338902414 h 199"/>
              <a:gd name="T52" fmla="*/ 117055263 w 230"/>
              <a:gd name="T53" fmla="*/ 296110830 h 199"/>
              <a:gd name="T54" fmla="*/ 17167821 w 230"/>
              <a:gd name="T55" fmla="*/ 304669670 h 199"/>
              <a:gd name="T56" fmla="*/ 49943099 w 230"/>
              <a:gd name="T57" fmla="*/ 255031799 h 199"/>
              <a:gd name="T58" fmla="*/ 0 w 230"/>
              <a:gd name="T59" fmla="*/ 184855067 h 199"/>
              <a:gd name="T60" fmla="*/ 0 w 230"/>
              <a:gd name="T61" fmla="*/ 184855067 h 199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30"/>
              <a:gd name="T94" fmla="*/ 0 h 199"/>
              <a:gd name="T95" fmla="*/ 230 w 230"/>
              <a:gd name="T96" fmla="*/ 199 h 199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30" h="199">
                <a:moveTo>
                  <a:pt x="0" y="108"/>
                </a:moveTo>
                <a:lnTo>
                  <a:pt x="0" y="108"/>
                </a:lnTo>
                <a:lnTo>
                  <a:pt x="22" y="115"/>
                </a:lnTo>
                <a:lnTo>
                  <a:pt x="72" y="108"/>
                </a:lnTo>
                <a:lnTo>
                  <a:pt x="81" y="88"/>
                </a:lnTo>
                <a:lnTo>
                  <a:pt x="115" y="77"/>
                </a:lnTo>
                <a:lnTo>
                  <a:pt x="118" y="60"/>
                </a:lnTo>
                <a:lnTo>
                  <a:pt x="130" y="56"/>
                </a:lnTo>
                <a:lnTo>
                  <a:pt x="125" y="47"/>
                </a:lnTo>
                <a:lnTo>
                  <a:pt x="137" y="46"/>
                </a:lnTo>
                <a:lnTo>
                  <a:pt x="146" y="29"/>
                </a:lnTo>
                <a:lnTo>
                  <a:pt x="142" y="12"/>
                </a:lnTo>
                <a:lnTo>
                  <a:pt x="188" y="0"/>
                </a:lnTo>
                <a:lnTo>
                  <a:pt x="229" y="25"/>
                </a:lnTo>
                <a:lnTo>
                  <a:pt x="218" y="36"/>
                </a:lnTo>
                <a:lnTo>
                  <a:pt x="179" y="36"/>
                </a:lnTo>
                <a:lnTo>
                  <a:pt x="179" y="58"/>
                </a:lnTo>
                <a:lnTo>
                  <a:pt x="197" y="72"/>
                </a:lnTo>
                <a:lnTo>
                  <a:pt x="186" y="79"/>
                </a:lnTo>
                <a:lnTo>
                  <a:pt x="189" y="92"/>
                </a:lnTo>
                <a:lnTo>
                  <a:pt x="149" y="137"/>
                </a:lnTo>
                <a:lnTo>
                  <a:pt x="131" y="136"/>
                </a:lnTo>
                <a:lnTo>
                  <a:pt x="118" y="147"/>
                </a:lnTo>
                <a:lnTo>
                  <a:pt x="140" y="189"/>
                </a:lnTo>
                <a:lnTo>
                  <a:pt x="109" y="189"/>
                </a:lnTo>
                <a:lnTo>
                  <a:pt x="98" y="198"/>
                </a:lnTo>
                <a:lnTo>
                  <a:pt x="75" y="173"/>
                </a:lnTo>
                <a:lnTo>
                  <a:pt x="11" y="178"/>
                </a:lnTo>
                <a:lnTo>
                  <a:pt x="32" y="149"/>
                </a:lnTo>
                <a:lnTo>
                  <a:pt x="0" y="10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505DAE09-D070-FFAC-FB5C-9008E5600B5C}"/>
              </a:ext>
            </a:extLst>
          </p:cNvPr>
          <p:cNvGrpSpPr>
            <a:grpSpLocks/>
          </p:cNvGrpSpPr>
          <p:nvPr/>
        </p:nvGrpSpPr>
        <p:grpSpPr bwMode="auto">
          <a:xfrm>
            <a:off x="6260165" y="5408138"/>
            <a:ext cx="186880" cy="116277"/>
            <a:chOff x="5006" y="3464"/>
            <a:chExt cx="164" cy="107"/>
          </a:xfrm>
          <a:solidFill>
            <a:schemeClr val="accent2"/>
          </a:solidFill>
        </p:grpSpPr>
        <p:sp>
          <p:nvSpPr>
            <p:cNvPr id="366" name="Freeform 663">
              <a:extLst>
                <a:ext uri="{FF2B5EF4-FFF2-40B4-BE49-F238E27FC236}">
                  <a16:creationId xmlns:a16="http://schemas.microsoft.com/office/drawing/2014/main" id="{D63965DF-C31B-B97A-1911-4E5615AEC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" y="3464"/>
              <a:ext cx="136" cy="107"/>
            </a:xfrm>
            <a:custGeom>
              <a:avLst/>
              <a:gdLst>
                <a:gd name="T0" fmla="*/ 0 w 136"/>
                <a:gd name="T1" fmla="*/ 0 h 107"/>
                <a:gd name="T2" fmla="*/ 0 w 136"/>
                <a:gd name="T3" fmla="*/ 0 h 107"/>
                <a:gd name="T4" fmla="*/ 2 w 136"/>
                <a:gd name="T5" fmla="*/ 88 h 107"/>
                <a:gd name="T6" fmla="*/ 24 w 136"/>
                <a:gd name="T7" fmla="*/ 91 h 107"/>
                <a:gd name="T8" fmla="*/ 46 w 136"/>
                <a:gd name="T9" fmla="*/ 67 h 107"/>
                <a:gd name="T10" fmla="*/ 70 w 136"/>
                <a:gd name="T11" fmla="*/ 78 h 107"/>
                <a:gd name="T12" fmla="*/ 93 w 136"/>
                <a:gd name="T13" fmla="*/ 101 h 107"/>
                <a:gd name="T14" fmla="*/ 135 w 136"/>
                <a:gd name="T15" fmla="*/ 106 h 107"/>
                <a:gd name="T16" fmla="*/ 87 w 136"/>
                <a:gd name="T17" fmla="*/ 67 h 107"/>
                <a:gd name="T18" fmla="*/ 90 w 136"/>
                <a:gd name="T19" fmla="*/ 47 h 107"/>
                <a:gd name="T20" fmla="*/ 67 w 136"/>
                <a:gd name="T21" fmla="*/ 41 h 107"/>
                <a:gd name="T22" fmla="*/ 46 w 136"/>
                <a:gd name="T23" fmla="*/ 16 h 107"/>
                <a:gd name="T24" fmla="*/ 0 w 136"/>
                <a:gd name="T25" fmla="*/ 0 h 107"/>
                <a:gd name="T26" fmla="*/ 0 w 136"/>
                <a:gd name="T27" fmla="*/ 0 h 1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107"/>
                <a:gd name="T44" fmla="*/ 136 w 136"/>
                <a:gd name="T45" fmla="*/ 107 h 10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107">
                  <a:moveTo>
                    <a:pt x="0" y="0"/>
                  </a:moveTo>
                  <a:lnTo>
                    <a:pt x="0" y="0"/>
                  </a:lnTo>
                  <a:lnTo>
                    <a:pt x="2" y="88"/>
                  </a:lnTo>
                  <a:lnTo>
                    <a:pt x="24" y="91"/>
                  </a:lnTo>
                  <a:lnTo>
                    <a:pt x="46" y="67"/>
                  </a:lnTo>
                  <a:lnTo>
                    <a:pt x="70" y="78"/>
                  </a:lnTo>
                  <a:lnTo>
                    <a:pt x="93" y="101"/>
                  </a:lnTo>
                  <a:lnTo>
                    <a:pt x="135" y="106"/>
                  </a:lnTo>
                  <a:lnTo>
                    <a:pt x="87" y="67"/>
                  </a:lnTo>
                  <a:lnTo>
                    <a:pt x="90" y="47"/>
                  </a:lnTo>
                  <a:lnTo>
                    <a:pt x="67" y="41"/>
                  </a:lnTo>
                  <a:lnTo>
                    <a:pt x="46" y="16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7" name="Freeform 75">
              <a:extLst>
                <a:ext uri="{FF2B5EF4-FFF2-40B4-BE49-F238E27FC236}">
                  <a16:creationId xmlns:a16="http://schemas.microsoft.com/office/drawing/2014/main" id="{B3CF7CF2-278F-B6F7-05BB-EEE5C906F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" y="3487"/>
              <a:ext cx="57" cy="28"/>
            </a:xfrm>
            <a:custGeom>
              <a:avLst/>
              <a:gdLst>
                <a:gd name="T0" fmla="*/ 0 w 57"/>
                <a:gd name="T1" fmla="*/ 18 h 28"/>
                <a:gd name="T2" fmla="*/ 0 w 57"/>
                <a:gd name="T3" fmla="*/ 18 h 28"/>
                <a:gd name="T4" fmla="*/ 33 w 57"/>
                <a:gd name="T5" fmla="*/ 27 h 28"/>
                <a:gd name="T6" fmla="*/ 56 w 57"/>
                <a:gd name="T7" fmla="*/ 8 h 28"/>
                <a:gd name="T8" fmla="*/ 47 w 57"/>
                <a:gd name="T9" fmla="*/ 0 h 28"/>
                <a:gd name="T10" fmla="*/ 40 w 57"/>
                <a:gd name="T11" fmla="*/ 10 h 28"/>
                <a:gd name="T12" fmla="*/ 0 w 57"/>
                <a:gd name="T13" fmla="*/ 18 h 28"/>
                <a:gd name="T14" fmla="*/ 0 w 57"/>
                <a:gd name="T15" fmla="*/ 18 h 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"/>
                <a:gd name="T25" fmla="*/ 0 h 28"/>
                <a:gd name="T26" fmla="*/ 57 w 57"/>
                <a:gd name="T27" fmla="*/ 28 h 2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" h="28">
                  <a:moveTo>
                    <a:pt x="0" y="18"/>
                  </a:moveTo>
                  <a:lnTo>
                    <a:pt x="0" y="18"/>
                  </a:lnTo>
                  <a:lnTo>
                    <a:pt x="33" y="27"/>
                  </a:lnTo>
                  <a:lnTo>
                    <a:pt x="56" y="8"/>
                  </a:lnTo>
                  <a:lnTo>
                    <a:pt x="47" y="0"/>
                  </a:lnTo>
                  <a:lnTo>
                    <a:pt x="40" y="10"/>
                  </a:lnTo>
                  <a:lnTo>
                    <a:pt x="0" y="1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8" name="Freeform 665">
              <a:extLst>
                <a:ext uri="{FF2B5EF4-FFF2-40B4-BE49-F238E27FC236}">
                  <a16:creationId xmlns:a16="http://schemas.microsoft.com/office/drawing/2014/main" id="{1DE425B8-7352-07B5-9AF9-615B39A0E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9" y="3466"/>
              <a:ext cx="31" cy="28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0 h 28"/>
                <a:gd name="T4" fmla="*/ 23 w 31"/>
                <a:gd name="T5" fmla="*/ 12 h 28"/>
                <a:gd name="T6" fmla="*/ 30 w 31"/>
                <a:gd name="T7" fmla="*/ 27 h 28"/>
                <a:gd name="T8" fmla="*/ 29 w 31"/>
                <a:gd name="T9" fmla="*/ 16 h 28"/>
                <a:gd name="T10" fmla="*/ 0 w 31"/>
                <a:gd name="T11" fmla="*/ 0 h 28"/>
                <a:gd name="T12" fmla="*/ 0 w 31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"/>
                <a:gd name="T22" fmla="*/ 0 h 28"/>
                <a:gd name="T23" fmla="*/ 31 w 31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" h="28">
                  <a:moveTo>
                    <a:pt x="0" y="0"/>
                  </a:moveTo>
                  <a:lnTo>
                    <a:pt x="0" y="0"/>
                  </a:lnTo>
                  <a:lnTo>
                    <a:pt x="23" y="12"/>
                  </a:lnTo>
                  <a:lnTo>
                    <a:pt x="30" y="27"/>
                  </a:lnTo>
                  <a:lnTo>
                    <a:pt x="29" y="16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69" name="Group 77">
            <a:extLst>
              <a:ext uri="{FF2B5EF4-FFF2-40B4-BE49-F238E27FC236}">
                <a16:creationId xmlns:a16="http://schemas.microsoft.com/office/drawing/2014/main" id="{568F9563-647E-E0F3-CDD2-F06BD9CF5BBB}"/>
              </a:ext>
            </a:extLst>
          </p:cNvPr>
          <p:cNvGrpSpPr>
            <a:grpSpLocks/>
          </p:cNvGrpSpPr>
          <p:nvPr/>
        </p:nvGrpSpPr>
        <p:grpSpPr bwMode="auto">
          <a:xfrm>
            <a:off x="5886531" y="5086354"/>
            <a:ext cx="141623" cy="200104"/>
            <a:chOff x="4680" y="3175"/>
            <a:chExt cx="125" cy="179"/>
          </a:xfrm>
          <a:solidFill>
            <a:schemeClr val="accent2"/>
          </a:solidFill>
        </p:grpSpPr>
        <p:sp>
          <p:nvSpPr>
            <p:cNvPr id="370" name="Freeform 667">
              <a:extLst>
                <a:ext uri="{FF2B5EF4-FFF2-40B4-BE49-F238E27FC236}">
                  <a16:creationId xmlns:a16="http://schemas.microsoft.com/office/drawing/2014/main" id="{29DA953F-4543-BFD0-19FF-3046513B4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3275"/>
              <a:ext cx="32" cy="40"/>
            </a:xfrm>
            <a:custGeom>
              <a:avLst/>
              <a:gdLst>
                <a:gd name="T0" fmla="*/ 0 w 32"/>
                <a:gd name="T1" fmla="*/ 39 h 40"/>
                <a:gd name="T2" fmla="*/ 0 w 32"/>
                <a:gd name="T3" fmla="*/ 39 h 40"/>
                <a:gd name="T4" fmla="*/ 22 w 32"/>
                <a:gd name="T5" fmla="*/ 21 h 40"/>
                <a:gd name="T6" fmla="*/ 31 w 32"/>
                <a:gd name="T7" fmla="*/ 0 h 40"/>
                <a:gd name="T8" fmla="*/ 0 w 32"/>
                <a:gd name="T9" fmla="*/ 39 h 40"/>
                <a:gd name="T10" fmla="*/ 0 w 32"/>
                <a:gd name="T11" fmla="*/ 39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40"/>
                <a:gd name="T20" fmla="*/ 32 w 32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40">
                  <a:moveTo>
                    <a:pt x="0" y="39"/>
                  </a:moveTo>
                  <a:lnTo>
                    <a:pt x="0" y="39"/>
                  </a:lnTo>
                  <a:lnTo>
                    <a:pt x="22" y="21"/>
                  </a:lnTo>
                  <a:lnTo>
                    <a:pt x="31" y="0"/>
                  </a:lnTo>
                  <a:lnTo>
                    <a:pt x="0" y="3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1" name="Freeform 79">
              <a:extLst>
                <a:ext uri="{FF2B5EF4-FFF2-40B4-BE49-F238E27FC236}">
                  <a16:creationId xmlns:a16="http://schemas.microsoft.com/office/drawing/2014/main" id="{5705D01C-E5C8-EF11-86F5-82519EF0C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3175"/>
              <a:ext cx="57" cy="84"/>
            </a:xfrm>
            <a:custGeom>
              <a:avLst/>
              <a:gdLst>
                <a:gd name="T0" fmla="*/ 0 w 57"/>
                <a:gd name="T1" fmla="*/ 33 h 84"/>
                <a:gd name="T2" fmla="*/ 0 w 57"/>
                <a:gd name="T3" fmla="*/ 33 h 84"/>
                <a:gd name="T4" fmla="*/ 11 w 57"/>
                <a:gd name="T5" fmla="*/ 0 h 84"/>
                <a:gd name="T6" fmla="*/ 30 w 57"/>
                <a:gd name="T7" fmla="*/ 1 h 84"/>
                <a:gd name="T8" fmla="*/ 35 w 57"/>
                <a:gd name="T9" fmla="*/ 23 h 84"/>
                <a:gd name="T10" fmla="*/ 20 w 57"/>
                <a:gd name="T11" fmla="*/ 45 h 84"/>
                <a:gd name="T12" fmla="*/ 23 w 57"/>
                <a:gd name="T13" fmla="*/ 58 h 84"/>
                <a:gd name="T14" fmla="*/ 53 w 57"/>
                <a:gd name="T15" fmla="*/ 66 h 84"/>
                <a:gd name="T16" fmla="*/ 56 w 57"/>
                <a:gd name="T17" fmla="*/ 83 h 84"/>
                <a:gd name="T18" fmla="*/ 38 w 57"/>
                <a:gd name="T19" fmla="*/ 66 h 84"/>
                <a:gd name="T20" fmla="*/ 38 w 57"/>
                <a:gd name="T21" fmla="*/ 74 h 84"/>
                <a:gd name="T22" fmla="*/ 11 w 57"/>
                <a:gd name="T23" fmla="*/ 66 h 84"/>
                <a:gd name="T24" fmla="*/ 0 w 57"/>
                <a:gd name="T25" fmla="*/ 33 h 84"/>
                <a:gd name="T26" fmla="*/ 0 w 57"/>
                <a:gd name="T27" fmla="*/ 33 h 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7"/>
                <a:gd name="T43" fmla="*/ 0 h 84"/>
                <a:gd name="T44" fmla="*/ 57 w 57"/>
                <a:gd name="T45" fmla="*/ 84 h 8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7" h="84">
                  <a:moveTo>
                    <a:pt x="0" y="33"/>
                  </a:moveTo>
                  <a:lnTo>
                    <a:pt x="0" y="33"/>
                  </a:lnTo>
                  <a:lnTo>
                    <a:pt x="11" y="0"/>
                  </a:lnTo>
                  <a:lnTo>
                    <a:pt x="30" y="1"/>
                  </a:lnTo>
                  <a:lnTo>
                    <a:pt x="35" y="23"/>
                  </a:lnTo>
                  <a:lnTo>
                    <a:pt x="20" y="45"/>
                  </a:lnTo>
                  <a:lnTo>
                    <a:pt x="23" y="58"/>
                  </a:lnTo>
                  <a:lnTo>
                    <a:pt x="53" y="66"/>
                  </a:lnTo>
                  <a:lnTo>
                    <a:pt x="56" y="83"/>
                  </a:lnTo>
                  <a:lnTo>
                    <a:pt x="38" y="66"/>
                  </a:lnTo>
                  <a:lnTo>
                    <a:pt x="38" y="74"/>
                  </a:lnTo>
                  <a:lnTo>
                    <a:pt x="11" y="66"/>
                  </a:lnTo>
                  <a:lnTo>
                    <a:pt x="0" y="33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2" name="Freeform 669">
              <a:extLst>
                <a:ext uri="{FF2B5EF4-FFF2-40B4-BE49-F238E27FC236}">
                  <a16:creationId xmlns:a16="http://schemas.microsoft.com/office/drawing/2014/main" id="{824C98A8-1A09-EF8F-DC1B-26C703F5F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3246"/>
              <a:ext cx="17" cy="18"/>
            </a:xfrm>
            <a:custGeom>
              <a:avLst/>
              <a:gdLst>
                <a:gd name="T0" fmla="*/ 0 w 17"/>
                <a:gd name="T1" fmla="*/ 0 h 18"/>
                <a:gd name="T2" fmla="*/ 0 w 17"/>
                <a:gd name="T3" fmla="*/ 0 h 18"/>
                <a:gd name="T4" fmla="*/ 8 w 17"/>
                <a:gd name="T5" fmla="*/ 0 h 18"/>
                <a:gd name="T6" fmla="*/ 16 w 17"/>
                <a:gd name="T7" fmla="*/ 3 h 18"/>
                <a:gd name="T8" fmla="*/ 12 w 17"/>
                <a:gd name="T9" fmla="*/ 17 h 18"/>
                <a:gd name="T10" fmla="*/ 0 w 17"/>
                <a:gd name="T11" fmla="*/ 0 h 18"/>
                <a:gd name="T12" fmla="*/ 0 w 17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8"/>
                <a:gd name="T23" fmla="*/ 17 w 1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8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3"/>
                  </a:lnTo>
                  <a:lnTo>
                    <a:pt x="12" y="17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3" name="Freeform 81">
              <a:extLst>
                <a:ext uri="{FF2B5EF4-FFF2-40B4-BE49-F238E27FC236}">
                  <a16:creationId xmlns:a16="http://schemas.microsoft.com/office/drawing/2014/main" id="{46853E58-38AB-1ADD-9138-B9D50D0F8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267"/>
              <a:ext cx="15" cy="22"/>
            </a:xfrm>
            <a:custGeom>
              <a:avLst/>
              <a:gdLst>
                <a:gd name="T0" fmla="*/ 0 w 15"/>
                <a:gd name="T1" fmla="*/ 0 h 22"/>
                <a:gd name="T2" fmla="*/ 0 w 15"/>
                <a:gd name="T3" fmla="*/ 0 h 22"/>
                <a:gd name="T4" fmla="*/ 1 w 15"/>
                <a:gd name="T5" fmla="*/ 21 h 22"/>
                <a:gd name="T6" fmla="*/ 14 w 15"/>
                <a:gd name="T7" fmla="*/ 12 h 22"/>
                <a:gd name="T8" fmla="*/ 0 w 15"/>
                <a:gd name="T9" fmla="*/ 0 h 22"/>
                <a:gd name="T10" fmla="*/ 0 w 15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22"/>
                <a:gd name="T20" fmla="*/ 15 w 15"/>
                <a:gd name="T21" fmla="*/ 22 h 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22">
                  <a:moveTo>
                    <a:pt x="0" y="0"/>
                  </a:moveTo>
                  <a:lnTo>
                    <a:pt x="0" y="0"/>
                  </a:lnTo>
                  <a:lnTo>
                    <a:pt x="1" y="21"/>
                  </a:lnTo>
                  <a:lnTo>
                    <a:pt x="14" y="12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4" name="Freeform 671">
              <a:extLst>
                <a:ext uri="{FF2B5EF4-FFF2-40B4-BE49-F238E27FC236}">
                  <a16:creationId xmlns:a16="http://schemas.microsoft.com/office/drawing/2014/main" id="{4D145DED-F40E-B26B-3526-CA8B46B56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3297"/>
              <a:ext cx="60" cy="57"/>
            </a:xfrm>
            <a:custGeom>
              <a:avLst/>
              <a:gdLst>
                <a:gd name="T0" fmla="*/ 0 w 60"/>
                <a:gd name="T1" fmla="*/ 38 h 57"/>
                <a:gd name="T2" fmla="*/ 0 w 60"/>
                <a:gd name="T3" fmla="*/ 38 h 57"/>
                <a:gd name="T4" fmla="*/ 13 w 60"/>
                <a:gd name="T5" fmla="*/ 18 h 57"/>
                <a:gd name="T6" fmla="*/ 28 w 60"/>
                <a:gd name="T7" fmla="*/ 22 h 57"/>
                <a:gd name="T8" fmla="*/ 49 w 60"/>
                <a:gd name="T9" fmla="*/ 0 h 57"/>
                <a:gd name="T10" fmla="*/ 59 w 60"/>
                <a:gd name="T11" fmla="*/ 13 h 57"/>
                <a:gd name="T12" fmla="*/ 58 w 60"/>
                <a:gd name="T13" fmla="*/ 46 h 57"/>
                <a:gd name="T14" fmla="*/ 53 w 60"/>
                <a:gd name="T15" fmla="*/ 32 h 57"/>
                <a:gd name="T16" fmla="*/ 47 w 60"/>
                <a:gd name="T17" fmla="*/ 56 h 57"/>
                <a:gd name="T18" fmla="*/ 32 w 60"/>
                <a:gd name="T19" fmla="*/ 50 h 57"/>
                <a:gd name="T20" fmla="*/ 23 w 60"/>
                <a:gd name="T21" fmla="*/ 25 h 57"/>
                <a:gd name="T22" fmla="*/ 0 w 60"/>
                <a:gd name="T23" fmla="*/ 38 h 57"/>
                <a:gd name="T24" fmla="*/ 0 w 60"/>
                <a:gd name="T25" fmla="*/ 38 h 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0"/>
                <a:gd name="T40" fmla="*/ 0 h 57"/>
                <a:gd name="T41" fmla="*/ 60 w 60"/>
                <a:gd name="T42" fmla="*/ 57 h 5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0" h="57">
                  <a:moveTo>
                    <a:pt x="0" y="38"/>
                  </a:moveTo>
                  <a:lnTo>
                    <a:pt x="0" y="38"/>
                  </a:lnTo>
                  <a:lnTo>
                    <a:pt x="13" y="18"/>
                  </a:lnTo>
                  <a:lnTo>
                    <a:pt x="28" y="22"/>
                  </a:lnTo>
                  <a:lnTo>
                    <a:pt x="49" y="0"/>
                  </a:lnTo>
                  <a:lnTo>
                    <a:pt x="59" y="13"/>
                  </a:lnTo>
                  <a:lnTo>
                    <a:pt x="58" y="46"/>
                  </a:lnTo>
                  <a:lnTo>
                    <a:pt x="53" y="32"/>
                  </a:lnTo>
                  <a:lnTo>
                    <a:pt x="47" y="56"/>
                  </a:lnTo>
                  <a:lnTo>
                    <a:pt x="32" y="50"/>
                  </a:lnTo>
                  <a:lnTo>
                    <a:pt x="23" y="25"/>
                  </a:lnTo>
                  <a:lnTo>
                    <a:pt x="0" y="3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5" name="Freeform 672">
              <a:extLst>
                <a:ext uri="{FF2B5EF4-FFF2-40B4-BE49-F238E27FC236}">
                  <a16:creationId xmlns:a16="http://schemas.microsoft.com/office/drawing/2014/main" id="{A42B3C86-8054-CB00-69E8-20468D52D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3283"/>
              <a:ext cx="14" cy="24"/>
            </a:xfrm>
            <a:custGeom>
              <a:avLst/>
              <a:gdLst>
                <a:gd name="T0" fmla="*/ 0 w 14"/>
                <a:gd name="T1" fmla="*/ 14 h 24"/>
                <a:gd name="T2" fmla="*/ 0 w 14"/>
                <a:gd name="T3" fmla="*/ 14 h 24"/>
                <a:gd name="T4" fmla="*/ 3 w 14"/>
                <a:gd name="T5" fmla="*/ 10 h 24"/>
                <a:gd name="T6" fmla="*/ 13 w 14"/>
                <a:gd name="T7" fmla="*/ 0 h 24"/>
                <a:gd name="T8" fmla="*/ 9 w 14"/>
                <a:gd name="T9" fmla="*/ 23 h 24"/>
                <a:gd name="T10" fmla="*/ 0 w 14"/>
                <a:gd name="T11" fmla="*/ 14 h 24"/>
                <a:gd name="T12" fmla="*/ 0 w 14"/>
                <a:gd name="T13" fmla="*/ 1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"/>
                <a:gd name="T22" fmla="*/ 0 h 24"/>
                <a:gd name="T23" fmla="*/ 14 w 1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" h="24">
                  <a:moveTo>
                    <a:pt x="0" y="14"/>
                  </a:moveTo>
                  <a:lnTo>
                    <a:pt x="0" y="14"/>
                  </a:lnTo>
                  <a:lnTo>
                    <a:pt x="3" y="10"/>
                  </a:lnTo>
                  <a:lnTo>
                    <a:pt x="13" y="0"/>
                  </a:lnTo>
                  <a:lnTo>
                    <a:pt x="9" y="23"/>
                  </a:lnTo>
                  <a:lnTo>
                    <a:pt x="0" y="1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6" name="Freeform 673">
            <a:extLst>
              <a:ext uri="{FF2B5EF4-FFF2-40B4-BE49-F238E27FC236}">
                <a16:creationId xmlns:a16="http://schemas.microsoft.com/office/drawing/2014/main" id="{1568C558-D446-1671-8751-17418BD6CBD1}"/>
              </a:ext>
            </a:extLst>
          </p:cNvPr>
          <p:cNvSpPr>
            <a:spLocks/>
          </p:cNvSpPr>
          <p:nvPr/>
        </p:nvSpPr>
        <p:spPr bwMode="auto">
          <a:xfrm>
            <a:off x="4470248" y="3865437"/>
            <a:ext cx="2559400" cy="831516"/>
          </a:xfrm>
          <a:custGeom>
            <a:avLst/>
            <a:gdLst>
              <a:gd name="T0" fmla="*/ 37309631 w 2232"/>
              <a:gd name="T1" fmla="*/ 710412683 h 748"/>
              <a:gd name="T2" fmla="*/ 66845385 w 2232"/>
              <a:gd name="T3" fmla="*/ 442943307 h 748"/>
              <a:gd name="T4" fmla="*/ 129026444 w 2232"/>
              <a:gd name="T5" fmla="*/ 374798509 h 748"/>
              <a:gd name="T6" fmla="*/ 167890879 w 2232"/>
              <a:gd name="T7" fmla="*/ 560493703 h 748"/>
              <a:gd name="T8" fmla="*/ 300026834 w 2232"/>
              <a:gd name="T9" fmla="*/ 560493703 h 748"/>
              <a:gd name="T10" fmla="*/ 421280687 w 2232"/>
              <a:gd name="T11" fmla="*/ 431017413 h 748"/>
              <a:gd name="T12" fmla="*/ 592281039 w 2232"/>
              <a:gd name="T13" fmla="*/ 420796150 h 748"/>
              <a:gd name="T14" fmla="*/ 879870995 w 2232"/>
              <a:gd name="T15" fmla="*/ 419092823 h 748"/>
              <a:gd name="T16" fmla="*/ 881425770 w 2232"/>
              <a:gd name="T17" fmla="*/ 270877252 h 748"/>
              <a:gd name="T18" fmla="*/ 990243836 w 2232"/>
              <a:gd name="T19" fmla="*/ 408870255 h 748"/>
              <a:gd name="T20" fmla="*/ 1008898646 w 2232"/>
              <a:gd name="T21" fmla="*/ 398648993 h 748"/>
              <a:gd name="T22" fmla="*/ 1089734496 w 2232"/>
              <a:gd name="T23" fmla="*/ 417389497 h 748"/>
              <a:gd name="T24" fmla="*/ 1035326087 w 2232"/>
              <a:gd name="T25" fmla="*/ 238507527 h 748"/>
              <a:gd name="T26" fmla="*/ 1094397576 w 2232"/>
              <a:gd name="T27" fmla="*/ 247026768 h 748"/>
              <a:gd name="T28" fmla="*/ 1139479826 w 2232"/>
              <a:gd name="T29" fmla="*/ 195917844 h 748"/>
              <a:gd name="T30" fmla="*/ 1400642498 w 2232"/>
              <a:gd name="T31" fmla="*/ 78367386 h 748"/>
              <a:gd name="T32" fmla="*/ 1576305929 w 2232"/>
              <a:gd name="T33" fmla="*/ 56220229 h 748"/>
              <a:gd name="T34" fmla="*/ 1786169430 w 2232"/>
              <a:gd name="T35" fmla="*/ 47700987 h 748"/>
              <a:gd name="T36" fmla="*/ 1699115726 w 2232"/>
              <a:gd name="T37" fmla="*/ 223174980 h 748"/>
              <a:gd name="T38" fmla="*/ 1835914761 w 2232"/>
              <a:gd name="T39" fmla="*/ 209545759 h 748"/>
              <a:gd name="T40" fmla="*/ 2044223487 w 2232"/>
              <a:gd name="T41" fmla="*/ 218065001 h 748"/>
              <a:gd name="T42" fmla="*/ 2147483647 w 2232"/>
              <a:gd name="T43" fmla="*/ 284506472 h 748"/>
              <a:gd name="T44" fmla="*/ 2147483647 w 2232"/>
              <a:gd name="T45" fmla="*/ 267469294 h 748"/>
              <a:gd name="T46" fmla="*/ 2147483647 w 2232"/>
              <a:gd name="T47" fmla="*/ 371390551 h 748"/>
              <a:gd name="T48" fmla="*/ 2147483647 w 2232"/>
              <a:gd name="T49" fmla="*/ 361169288 h 748"/>
              <a:gd name="T50" fmla="*/ 2147483647 w 2232"/>
              <a:gd name="T51" fmla="*/ 459979180 h 748"/>
              <a:gd name="T52" fmla="*/ 2147483647 w 2232"/>
              <a:gd name="T53" fmla="*/ 562197029 h 748"/>
              <a:gd name="T54" fmla="*/ 2147483647 w 2232"/>
              <a:gd name="T55" fmla="*/ 492348905 h 748"/>
              <a:gd name="T56" fmla="*/ 2147483647 w 2232"/>
              <a:gd name="T57" fmla="*/ 613305954 h 748"/>
              <a:gd name="T58" fmla="*/ 2147483647 w 2232"/>
              <a:gd name="T59" fmla="*/ 725746535 h 748"/>
              <a:gd name="T60" fmla="*/ 2147483647 w 2232"/>
              <a:gd name="T61" fmla="*/ 850110236 h 748"/>
              <a:gd name="T62" fmla="*/ 2147483647 w 2232"/>
              <a:gd name="T63" fmla="*/ 982994484 h 748"/>
              <a:gd name="T64" fmla="*/ 2147483647 w 2232"/>
              <a:gd name="T65" fmla="*/ 689970157 h 748"/>
              <a:gd name="T66" fmla="*/ 2147483647 w 2232"/>
              <a:gd name="T67" fmla="*/ 662711553 h 748"/>
              <a:gd name="T68" fmla="*/ 2147483647 w 2232"/>
              <a:gd name="T69" fmla="*/ 747893692 h 748"/>
              <a:gd name="T70" fmla="*/ 2147483647 w 2232"/>
              <a:gd name="T71" fmla="*/ 919959665 h 748"/>
              <a:gd name="T72" fmla="*/ 2147483647 w 2232"/>
              <a:gd name="T73" fmla="*/ 974475243 h 748"/>
              <a:gd name="T74" fmla="*/ 2147483647 w 2232"/>
              <a:gd name="T75" fmla="*/ 1257278307 h 748"/>
              <a:gd name="T76" fmla="*/ 2135941517 w 2232"/>
              <a:gd name="T77" fmla="*/ 1051139282 h 748"/>
              <a:gd name="T78" fmla="*/ 1898097047 w 2232"/>
              <a:gd name="T79" fmla="*/ 1042621346 h 748"/>
              <a:gd name="T80" fmla="*/ 1507907035 w 2232"/>
              <a:gd name="T81" fmla="*/ 998327031 h 748"/>
              <a:gd name="T82" fmla="*/ 1147252456 w 2232"/>
              <a:gd name="T83" fmla="*/ 1042621346 h 748"/>
              <a:gd name="T84" fmla="*/ 1016671276 w 2232"/>
              <a:gd name="T85" fmla="*/ 1001733684 h 748"/>
              <a:gd name="T86" fmla="*/ 778825559 w 2232"/>
              <a:gd name="T87" fmla="*/ 877368677 h 748"/>
              <a:gd name="T88" fmla="*/ 620262008 w 2232"/>
              <a:gd name="T89" fmla="*/ 916553013 h 748"/>
              <a:gd name="T90" fmla="*/ 645134673 w 2232"/>
              <a:gd name="T91" fmla="*/ 1001733684 h 748"/>
              <a:gd name="T92" fmla="*/ 553416642 w 2232"/>
              <a:gd name="T93" fmla="*/ 993215747 h 748"/>
              <a:gd name="T94" fmla="*/ 415062832 w 2232"/>
              <a:gd name="T95" fmla="*/ 1013659578 h 748"/>
              <a:gd name="T96" fmla="*/ 401072348 w 2232"/>
              <a:gd name="T97" fmla="*/ 1097136923 h 748"/>
              <a:gd name="T98" fmla="*/ 452372453 w 2232"/>
              <a:gd name="T99" fmla="*/ 1161875068 h 748"/>
              <a:gd name="T100" fmla="*/ 411953282 w 2232"/>
              <a:gd name="T101" fmla="*/ 1253870349 h 748"/>
              <a:gd name="T102" fmla="*/ 290699429 w 2232"/>
              <a:gd name="T103" fmla="*/ 1206169383 h 748"/>
              <a:gd name="T104" fmla="*/ 272044619 w 2232"/>
              <a:gd name="T105" fmla="*/ 1092025639 h 748"/>
              <a:gd name="T106" fmla="*/ 138353849 w 2232"/>
              <a:gd name="T107" fmla="*/ 1000030358 h 748"/>
              <a:gd name="T108" fmla="*/ 93272845 w 2232"/>
              <a:gd name="T109" fmla="*/ 954032717 h 748"/>
              <a:gd name="T110" fmla="*/ 6217857 w 2232"/>
              <a:gd name="T111" fmla="*/ 880776635 h 7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2232"/>
              <a:gd name="T169" fmla="*/ 0 h 748"/>
              <a:gd name="T170" fmla="*/ 2232 w 2232"/>
              <a:gd name="T171" fmla="*/ 748 h 74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2232" h="748">
                <a:moveTo>
                  <a:pt x="8" y="492"/>
                </a:moveTo>
                <a:lnTo>
                  <a:pt x="13" y="474"/>
                </a:lnTo>
                <a:lnTo>
                  <a:pt x="22" y="458"/>
                </a:lnTo>
                <a:lnTo>
                  <a:pt x="15" y="439"/>
                </a:lnTo>
                <a:lnTo>
                  <a:pt x="15" y="428"/>
                </a:lnTo>
                <a:lnTo>
                  <a:pt x="46" y="423"/>
                </a:lnTo>
                <a:lnTo>
                  <a:pt x="24" y="417"/>
                </a:lnTo>
                <a:lnTo>
                  <a:pt x="25" y="409"/>
                </a:lnTo>
                <a:lnTo>
                  <a:pt x="11" y="411"/>
                </a:lnTo>
                <a:lnTo>
                  <a:pt x="63" y="367"/>
                </a:lnTo>
                <a:lnTo>
                  <a:pt x="40" y="321"/>
                </a:lnTo>
                <a:lnTo>
                  <a:pt x="46" y="299"/>
                </a:lnTo>
                <a:lnTo>
                  <a:pt x="32" y="274"/>
                </a:lnTo>
                <a:lnTo>
                  <a:pt x="43" y="260"/>
                </a:lnTo>
                <a:lnTo>
                  <a:pt x="24" y="241"/>
                </a:lnTo>
                <a:lnTo>
                  <a:pt x="29" y="225"/>
                </a:lnTo>
                <a:lnTo>
                  <a:pt x="55" y="207"/>
                </a:lnTo>
                <a:lnTo>
                  <a:pt x="69" y="205"/>
                </a:lnTo>
                <a:lnTo>
                  <a:pt x="86" y="209"/>
                </a:lnTo>
                <a:lnTo>
                  <a:pt x="71" y="213"/>
                </a:lnTo>
                <a:lnTo>
                  <a:pt x="83" y="220"/>
                </a:lnTo>
                <a:lnTo>
                  <a:pt x="123" y="222"/>
                </a:lnTo>
                <a:lnTo>
                  <a:pt x="195" y="259"/>
                </a:lnTo>
                <a:lnTo>
                  <a:pt x="196" y="277"/>
                </a:lnTo>
                <a:lnTo>
                  <a:pt x="166" y="294"/>
                </a:lnTo>
                <a:lnTo>
                  <a:pt x="69" y="271"/>
                </a:lnTo>
                <a:lnTo>
                  <a:pt x="109" y="298"/>
                </a:lnTo>
                <a:lnTo>
                  <a:pt x="108" y="329"/>
                </a:lnTo>
                <a:lnTo>
                  <a:pt x="146" y="344"/>
                </a:lnTo>
                <a:lnTo>
                  <a:pt x="157" y="342"/>
                </a:lnTo>
                <a:lnTo>
                  <a:pt x="151" y="329"/>
                </a:lnTo>
                <a:lnTo>
                  <a:pt x="133" y="324"/>
                </a:lnTo>
                <a:lnTo>
                  <a:pt x="138" y="313"/>
                </a:lnTo>
                <a:lnTo>
                  <a:pt x="155" y="325"/>
                </a:lnTo>
                <a:lnTo>
                  <a:pt x="193" y="329"/>
                </a:lnTo>
                <a:lnTo>
                  <a:pt x="177" y="304"/>
                </a:lnTo>
                <a:lnTo>
                  <a:pt x="212" y="284"/>
                </a:lnTo>
                <a:lnTo>
                  <a:pt x="237" y="298"/>
                </a:lnTo>
                <a:lnTo>
                  <a:pt x="236" y="243"/>
                </a:lnTo>
                <a:lnTo>
                  <a:pt x="226" y="234"/>
                </a:lnTo>
                <a:lnTo>
                  <a:pt x="268" y="247"/>
                </a:lnTo>
                <a:lnTo>
                  <a:pt x="271" y="253"/>
                </a:lnTo>
                <a:lnTo>
                  <a:pt x="248" y="263"/>
                </a:lnTo>
                <a:lnTo>
                  <a:pt x="271" y="281"/>
                </a:lnTo>
                <a:lnTo>
                  <a:pt x="290" y="260"/>
                </a:lnTo>
                <a:lnTo>
                  <a:pt x="368" y="227"/>
                </a:lnTo>
                <a:lnTo>
                  <a:pt x="380" y="226"/>
                </a:lnTo>
                <a:lnTo>
                  <a:pt x="368" y="231"/>
                </a:lnTo>
                <a:lnTo>
                  <a:pt x="381" y="247"/>
                </a:lnTo>
                <a:lnTo>
                  <a:pt x="438" y="226"/>
                </a:lnTo>
                <a:lnTo>
                  <a:pt x="451" y="241"/>
                </a:lnTo>
                <a:lnTo>
                  <a:pt x="464" y="230"/>
                </a:lnTo>
                <a:lnTo>
                  <a:pt x="457" y="212"/>
                </a:lnTo>
                <a:lnTo>
                  <a:pt x="465" y="206"/>
                </a:lnTo>
                <a:lnTo>
                  <a:pt x="509" y="215"/>
                </a:lnTo>
                <a:lnTo>
                  <a:pt x="566" y="246"/>
                </a:lnTo>
                <a:lnTo>
                  <a:pt x="577" y="231"/>
                </a:lnTo>
                <a:lnTo>
                  <a:pt x="565" y="215"/>
                </a:lnTo>
                <a:lnTo>
                  <a:pt x="547" y="211"/>
                </a:lnTo>
                <a:lnTo>
                  <a:pt x="554" y="186"/>
                </a:lnTo>
                <a:lnTo>
                  <a:pt x="542" y="183"/>
                </a:lnTo>
                <a:lnTo>
                  <a:pt x="546" y="171"/>
                </a:lnTo>
                <a:lnTo>
                  <a:pt x="567" y="159"/>
                </a:lnTo>
                <a:lnTo>
                  <a:pt x="581" y="129"/>
                </a:lnTo>
                <a:lnTo>
                  <a:pt x="610" y="130"/>
                </a:lnTo>
                <a:lnTo>
                  <a:pt x="625" y="134"/>
                </a:lnTo>
                <a:lnTo>
                  <a:pt x="614" y="166"/>
                </a:lnTo>
                <a:lnTo>
                  <a:pt x="626" y="181"/>
                </a:lnTo>
                <a:lnTo>
                  <a:pt x="622" y="225"/>
                </a:lnTo>
                <a:lnTo>
                  <a:pt x="637" y="240"/>
                </a:lnTo>
                <a:lnTo>
                  <a:pt x="631" y="256"/>
                </a:lnTo>
                <a:lnTo>
                  <a:pt x="609" y="268"/>
                </a:lnTo>
                <a:lnTo>
                  <a:pt x="616" y="274"/>
                </a:lnTo>
                <a:lnTo>
                  <a:pt x="586" y="280"/>
                </a:lnTo>
                <a:lnTo>
                  <a:pt x="618" y="291"/>
                </a:lnTo>
                <a:lnTo>
                  <a:pt x="653" y="256"/>
                </a:lnTo>
                <a:lnTo>
                  <a:pt x="649" y="234"/>
                </a:lnTo>
                <a:lnTo>
                  <a:pt x="661" y="231"/>
                </a:lnTo>
                <a:lnTo>
                  <a:pt x="680" y="227"/>
                </a:lnTo>
                <a:lnTo>
                  <a:pt x="689" y="239"/>
                </a:lnTo>
                <a:lnTo>
                  <a:pt x="688" y="256"/>
                </a:lnTo>
                <a:lnTo>
                  <a:pt x="711" y="261"/>
                </a:lnTo>
                <a:lnTo>
                  <a:pt x="693" y="255"/>
                </a:lnTo>
                <a:lnTo>
                  <a:pt x="701" y="245"/>
                </a:lnTo>
                <a:lnTo>
                  <a:pt x="694" y="231"/>
                </a:lnTo>
                <a:lnTo>
                  <a:pt x="641" y="221"/>
                </a:lnTo>
                <a:lnTo>
                  <a:pt x="649" y="187"/>
                </a:lnTo>
                <a:lnTo>
                  <a:pt x="631" y="166"/>
                </a:lnTo>
                <a:lnTo>
                  <a:pt x="657" y="146"/>
                </a:lnTo>
                <a:lnTo>
                  <a:pt x="654" y="132"/>
                </a:lnTo>
                <a:lnTo>
                  <a:pt x="666" y="140"/>
                </a:lnTo>
                <a:lnTo>
                  <a:pt x="660" y="167"/>
                </a:lnTo>
                <a:lnTo>
                  <a:pt x="668" y="171"/>
                </a:lnTo>
                <a:lnTo>
                  <a:pt x="704" y="180"/>
                </a:lnTo>
                <a:lnTo>
                  <a:pt x="672" y="157"/>
                </a:lnTo>
                <a:lnTo>
                  <a:pt x="696" y="158"/>
                </a:lnTo>
                <a:lnTo>
                  <a:pt x="691" y="149"/>
                </a:lnTo>
                <a:lnTo>
                  <a:pt x="704" y="145"/>
                </a:lnTo>
                <a:lnTo>
                  <a:pt x="770" y="162"/>
                </a:lnTo>
                <a:lnTo>
                  <a:pt x="757" y="174"/>
                </a:lnTo>
                <a:lnTo>
                  <a:pt x="756" y="192"/>
                </a:lnTo>
                <a:lnTo>
                  <a:pt x="769" y="202"/>
                </a:lnTo>
                <a:lnTo>
                  <a:pt x="776" y="162"/>
                </a:lnTo>
                <a:lnTo>
                  <a:pt x="740" y="142"/>
                </a:lnTo>
                <a:lnTo>
                  <a:pt x="733" y="115"/>
                </a:lnTo>
                <a:lnTo>
                  <a:pt x="816" y="105"/>
                </a:lnTo>
                <a:lnTo>
                  <a:pt x="806" y="79"/>
                </a:lnTo>
                <a:lnTo>
                  <a:pt x="816" y="85"/>
                </a:lnTo>
                <a:lnTo>
                  <a:pt x="830" y="75"/>
                </a:lnTo>
                <a:lnTo>
                  <a:pt x="820" y="72"/>
                </a:lnTo>
                <a:lnTo>
                  <a:pt x="908" y="51"/>
                </a:lnTo>
                <a:lnTo>
                  <a:pt x="901" y="46"/>
                </a:lnTo>
                <a:lnTo>
                  <a:pt x="941" y="43"/>
                </a:lnTo>
                <a:lnTo>
                  <a:pt x="941" y="50"/>
                </a:lnTo>
                <a:lnTo>
                  <a:pt x="951" y="50"/>
                </a:lnTo>
                <a:lnTo>
                  <a:pt x="980" y="41"/>
                </a:lnTo>
                <a:lnTo>
                  <a:pt x="994" y="46"/>
                </a:lnTo>
                <a:lnTo>
                  <a:pt x="981" y="35"/>
                </a:lnTo>
                <a:lnTo>
                  <a:pt x="1014" y="33"/>
                </a:lnTo>
                <a:lnTo>
                  <a:pt x="1015" y="19"/>
                </a:lnTo>
                <a:lnTo>
                  <a:pt x="1054" y="0"/>
                </a:lnTo>
                <a:lnTo>
                  <a:pt x="1081" y="11"/>
                </a:lnTo>
                <a:lnTo>
                  <a:pt x="1058" y="21"/>
                </a:lnTo>
                <a:lnTo>
                  <a:pt x="1098" y="20"/>
                </a:lnTo>
                <a:lnTo>
                  <a:pt x="1082" y="35"/>
                </a:lnTo>
                <a:lnTo>
                  <a:pt x="1149" y="28"/>
                </a:lnTo>
                <a:lnTo>
                  <a:pt x="1186" y="50"/>
                </a:lnTo>
                <a:lnTo>
                  <a:pt x="1181" y="59"/>
                </a:lnTo>
                <a:lnTo>
                  <a:pt x="1168" y="54"/>
                </a:lnTo>
                <a:lnTo>
                  <a:pt x="1185" y="61"/>
                </a:lnTo>
                <a:lnTo>
                  <a:pt x="1177" y="74"/>
                </a:lnTo>
                <a:lnTo>
                  <a:pt x="1054" y="139"/>
                </a:lnTo>
                <a:lnTo>
                  <a:pt x="1093" y="131"/>
                </a:lnTo>
                <a:lnTo>
                  <a:pt x="1085" y="123"/>
                </a:lnTo>
                <a:lnTo>
                  <a:pt x="1147" y="110"/>
                </a:lnTo>
                <a:lnTo>
                  <a:pt x="1130" y="113"/>
                </a:lnTo>
                <a:lnTo>
                  <a:pt x="1134" y="101"/>
                </a:lnTo>
                <a:lnTo>
                  <a:pt x="1168" y="110"/>
                </a:lnTo>
                <a:lnTo>
                  <a:pt x="1174" y="101"/>
                </a:lnTo>
                <a:lnTo>
                  <a:pt x="1181" y="123"/>
                </a:lnTo>
                <a:lnTo>
                  <a:pt x="1198" y="124"/>
                </a:lnTo>
                <a:lnTo>
                  <a:pt x="1183" y="115"/>
                </a:lnTo>
                <a:lnTo>
                  <a:pt x="1215" y="110"/>
                </a:lnTo>
                <a:lnTo>
                  <a:pt x="1255" y="115"/>
                </a:lnTo>
                <a:lnTo>
                  <a:pt x="1251" y="123"/>
                </a:lnTo>
                <a:lnTo>
                  <a:pt x="1285" y="129"/>
                </a:lnTo>
                <a:lnTo>
                  <a:pt x="1315" y="128"/>
                </a:lnTo>
                <a:lnTo>
                  <a:pt x="1316" y="108"/>
                </a:lnTo>
                <a:lnTo>
                  <a:pt x="1325" y="105"/>
                </a:lnTo>
                <a:lnTo>
                  <a:pt x="1401" y="128"/>
                </a:lnTo>
                <a:lnTo>
                  <a:pt x="1390" y="162"/>
                </a:lnTo>
                <a:lnTo>
                  <a:pt x="1426" y="186"/>
                </a:lnTo>
                <a:lnTo>
                  <a:pt x="1445" y="153"/>
                </a:lnTo>
                <a:lnTo>
                  <a:pt x="1458" y="167"/>
                </a:lnTo>
                <a:lnTo>
                  <a:pt x="1483" y="162"/>
                </a:lnTo>
                <a:lnTo>
                  <a:pt x="1517" y="174"/>
                </a:lnTo>
                <a:lnTo>
                  <a:pt x="1544" y="167"/>
                </a:lnTo>
                <a:lnTo>
                  <a:pt x="1541" y="153"/>
                </a:lnTo>
                <a:lnTo>
                  <a:pt x="1560" y="132"/>
                </a:lnTo>
                <a:lnTo>
                  <a:pt x="1674" y="147"/>
                </a:lnTo>
                <a:lnTo>
                  <a:pt x="1681" y="157"/>
                </a:lnTo>
                <a:lnTo>
                  <a:pt x="1667" y="162"/>
                </a:lnTo>
                <a:lnTo>
                  <a:pt x="1703" y="167"/>
                </a:lnTo>
                <a:lnTo>
                  <a:pt x="1717" y="183"/>
                </a:lnTo>
                <a:lnTo>
                  <a:pt x="1802" y="180"/>
                </a:lnTo>
                <a:lnTo>
                  <a:pt x="1818" y="192"/>
                </a:lnTo>
                <a:lnTo>
                  <a:pt x="1812" y="207"/>
                </a:lnTo>
                <a:lnTo>
                  <a:pt x="1837" y="218"/>
                </a:lnTo>
                <a:lnTo>
                  <a:pt x="1850" y="209"/>
                </a:lnTo>
                <a:lnTo>
                  <a:pt x="1910" y="216"/>
                </a:lnTo>
                <a:lnTo>
                  <a:pt x="1923" y="207"/>
                </a:lnTo>
                <a:lnTo>
                  <a:pt x="1930" y="221"/>
                </a:lnTo>
                <a:lnTo>
                  <a:pt x="1955" y="232"/>
                </a:lnTo>
                <a:lnTo>
                  <a:pt x="1967" y="224"/>
                </a:lnTo>
                <a:lnTo>
                  <a:pt x="1955" y="212"/>
                </a:lnTo>
                <a:lnTo>
                  <a:pt x="1962" y="202"/>
                </a:lnTo>
                <a:lnTo>
                  <a:pt x="2068" y="217"/>
                </a:lnTo>
                <a:lnTo>
                  <a:pt x="2138" y="257"/>
                </a:lnTo>
                <a:lnTo>
                  <a:pt x="2153" y="257"/>
                </a:lnTo>
                <a:lnTo>
                  <a:pt x="2171" y="289"/>
                </a:lnTo>
                <a:lnTo>
                  <a:pt x="2164" y="271"/>
                </a:lnTo>
                <a:lnTo>
                  <a:pt x="2175" y="270"/>
                </a:lnTo>
                <a:lnTo>
                  <a:pt x="2182" y="276"/>
                </a:lnTo>
                <a:lnTo>
                  <a:pt x="2202" y="274"/>
                </a:lnTo>
                <a:lnTo>
                  <a:pt x="2231" y="293"/>
                </a:lnTo>
                <a:lnTo>
                  <a:pt x="2190" y="313"/>
                </a:lnTo>
                <a:lnTo>
                  <a:pt x="2198" y="319"/>
                </a:lnTo>
                <a:lnTo>
                  <a:pt x="2184" y="322"/>
                </a:lnTo>
                <a:lnTo>
                  <a:pt x="2196" y="330"/>
                </a:lnTo>
                <a:lnTo>
                  <a:pt x="2171" y="330"/>
                </a:lnTo>
                <a:lnTo>
                  <a:pt x="2163" y="319"/>
                </a:lnTo>
                <a:lnTo>
                  <a:pt x="2153" y="323"/>
                </a:lnTo>
                <a:lnTo>
                  <a:pt x="2138" y="304"/>
                </a:lnTo>
                <a:lnTo>
                  <a:pt x="2110" y="305"/>
                </a:lnTo>
                <a:lnTo>
                  <a:pt x="2103" y="294"/>
                </a:lnTo>
                <a:lnTo>
                  <a:pt x="2110" y="289"/>
                </a:lnTo>
                <a:lnTo>
                  <a:pt x="2099" y="289"/>
                </a:lnTo>
                <a:lnTo>
                  <a:pt x="2090" y="293"/>
                </a:lnTo>
                <a:lnTo>
                  <a:pt x="2100" y="306"/>
                </a:lnTo>
                <a:lnTo>
                  <a:pt x="2094" y="313"/>
                </a:lnTo>
                <a:lnTo>
                  <a:pt x="2071" y="326"/>
                </a:lnTo>
                <a:lnTo>
                  <a:pt x="2055" y="324"/>
                </a:lnTo>
                <a:lnTo>
                  <a:pt x="2081" y="360"/>
                </a:lnTo>
                <a:lnTo>
                  <a:pt x="2077" y="374"/>
                </a:lnTo>
                <a:lnTo>
                  <a:pt x="2050" y="364"/>
                </a:lnTo>
                <a:lnTo>
                  <a:pt x="2051" y="370"/>
                </a:lnTo>
                <a:lnTo>
                  <a:pt x="2002" y="388"/>
                </a:lnTo>
                <a:lnTo>
                  <a:pt x="1958" y="425"/>
                </a:lnTo>
                <a:lnTo>
                  <a:pt x="1928" y="411"/>
                </a:lnTo>
                <a:lnTo>
                  <a:pt x="1900" y="426"/>
                </a:lnTo>
                <a:lnTo>
                  <a:pt x="1900" y="412"/>
                </a:lnTo>
                <a:lnTo>
                  <a:pt x="1885" y="427"/>
                </a:lnTo>
                <a:lnTo>
                  <a:pt x="1865" y="425"/>
                </a:lnTo>
                <a:lnTo>
                  <a:pt x="1845" y="461"/>
                </a:lnTo>
                <a:lnTo>
                  <a:pt x="1861" y="469"/>
                </a:lnTo>
                <a:lnTo>
                  <a:pt x="1854" y="480"/>
                </a:lnTo>
                <a:lnTo>
                  <a:pt x="1862" y="499"/>
                </a:lnTo>
                <a:lnTo>
                  <a:pt x="1848" y="496"/>
                </a:lnTo>
                <a:lnTo>
                  <a:pt x="1840" y="512"/>
                </a:lnTo>
                <a:lnTo>
                  <a:pt x="1845" y="526"/>
                </a:lnTo>
                <a:lnTo>
                  <a:pt x="1815" y="539"/>
                </a:lnTo>
                <a:lnTo>
                  <a:pt x="1818" y="555"/>
                </a:lnTo>
                <a:lnTo>
                  <a:pt x="1798" y="559"/>
                </a:lnTo>
                <a:lnTo>
                  <a:pt x="1792" y="577"/>
                </a:lnTo>
                <a:lnTo>
                  <a:pt x="1774" y="596"/>
                </a:lnTo>
                <a:lnTo>
                  <a:pt x="1759" y="526"/>
                </a:lnTo>
                <a:lnTo>
                  <a:pt x="1761" y="489"/>
                </a:lnTo>
                <a:lnTo>
                  <a:pt x="1774" y="466"/>
                </a:lnTo>
                <a:lnTo>
                  <a:pt x="1795" y="462"/>
                </a:lnTo>
                <a:lnTo>
                  <a:pt x="1843" y="415"/>
                </a:lnTo>
                <a:lnTo>
                  <a:pt x="1867" y="405"/>
                </a:lnTo>
                <a:lnTo>
                  <a:pt x="1874" y="378"/>
                </a:lnTo>
                <a:lnTo>
                  <a:pt x="1885" y="370"/>
                </a:lnTo>
                <a:lnTo>
                  <a:pt x="1866" y="370"/>
                </a:lnTo>
                <a:lnTo>
                  <a:pt x="1860" y="392"/>
                </a:lnTo>
                <a:lnTo>
                  <a:pt x="1819" y="411"/>
                </a:lnTo>
                <a:lnTo>
                  <a:pt x="1823" y="383"/>
                </a:lnTo>
                <a:lnTo>
                  <a:pt x="1779" y="389"/>
                </a:lnTo>
                <a:lnTo>
                  <a:pt x="1738" y="426"/>
                </a:lnTo>
                <a:lnTo>
                  <a:pt x="1746" y="441"/>
                </a:lnTo>
                <a:lnTo>
                  <a:pt x="1702" y="446"/>
                </a:lnTo>
                <a:lnTo>
                  <a:pt x="1696" y="442"/>
                </a:lnTo>
                <a:lnTo>
                  <a:pt x="1711" y="439"/>
                </a:lnTo>
                <a:lnTo>
                  <a:pt x="1674" y="430"/>
                </a:lnTo>
                <a:lnTo>
                  <a:pt x="1664" y="439"/>
                </a:lnTo>
                <a:lnTo>
                  <a:pt x="1580" y="440"/>
                </a:lnTo>
                <a:lnTo>
                  <a:pt x="1480" y="525"/>
                </a:lnTo>
                <a:lnTo>
                  <a:pt x="1500" y="529"/>
                </a:lnTo>
                <a:lnTo>
                  <a:pt x="1500" y="544"/>
                </a:lnTo>
                <a:lnTo>
                  <a:pt x="1512" y="534"/>
                </a:lnTo>
                <a:lnTo>
                  <a:pt x="1509" y="547"/>
                </a:lnTo>
                <a:lnTo>
                  <a:pt x="1524" y="540"/>
                </a:lnTo>
                <a:lnTo>
                  <a:pt x="1522" y="548"/>
                </a:lnTo>
                <a:lnTo>
                  <a:pt x="1527" y="534"/>
                </a:lnTo>
                <a:lnTo>
                  <a:pt x="1541" y="535"/>
                </a:lnTo>
                <a:lnTo>
                  <a:pt x="1563" y="553"/>
                </a:lnTo>
                <a:lnTo>
                  <a:pt x="1544" y="554"/>
                </a:lnTo>
                <a:lnTo>
                  <a:pt x="1561" y="560"/>
                </a:lnTo>
                <a:lnTo>
                  <a:pt x="1564" y="572"/>
                </a:lnTo>
                <a:lnTo>
                  <a:pt x="1551" y="599"/>
                </a:lnTo>
                <a:lnTo>
                  <a:pt x="1548" y="640"/>
                </a:lnTo>
                <a:lnTo>
                  <a:pt x="1478" y="725"/>
                </a:lnTo>
                <a:lnTo>
                  <a:pt x="1453" y="736"/>
                </a:lnTo>
                <a:lnTo>
                  <a:pt x="1434" y="725"/>
                </a:lnTo>
                <a:lnTo>
                  <a:pt x="1417" y="741"/>
                </a:lnTo>
                <a:lnTo>
                  <a:pt x="1416" y="738"/>
                </a:lnTo>
                <a:lnTo>
                  <a:pt x="1425" y="725"/>
                </a:lnTo>
                <a:lnTo>
                  <a:pt x="1421" y="703"/>
                </a:lnTo>
                <a:lnTo>
                  <a:pt x="1451" y="695"/>
                </a:lnTo>
                <a:lnTo>
                  <a:pt x="1474" y="638"/>
                </a:lnTo>
                <a:lnTo>
                  <a:pt x="1423" y="652"/>
                </a:lnTo>
                <a:lnTo>
                  <a:pt x="1416" y="630"/>
                </a:lnTo>
                <a:lnTo>
                  <a:pt x="1374" y="617"/>
                </a:lnTo>
                <a:lnTo>
                  <a:pt x="1349" y="559"/>
                </a:lnTo>
                <a:lnTo>
                  <a:pt x="1321" y="548"/>
                </a:lnTo>
                <a:lnTo>
                  <a:pt x="1272" y="564"/>
                </a:lnTo>
                <a:lnTo>
                  <a:pt x="1282" y="576"/>
                </a:lnTo>
                <a:lnTo>
                  <a:pt x="1261" y="611"/>
                </a:lnTo>
                <a:lnTo>
                  <a:pt x="1242" y="620"/>
                </a:lnTo>
                <a:lnTo>
                  <a:pt x="1221" y="612"/>
                </a:lnTo>
                <a:lnTo>
                  <a:pt x="1196" y="608"/>
                </a:lnTo>
                <a:lnTo>
                  <a:pt x="1131" y="624"/>
                </a:lnTo>
                <a:lnTo>
                  <a:pt x="1075" y="601"/>
                </a:lnTo>
                <a:lnTo>
                  <a:pt x="1038" y="604"/>
                </a:lnTo>
                <a:lnTo>
                  <a:pt x="1025" y="585"/>
                </a:lnTo>
                <a:lnTo>
                  <a:pt x="989" y="572"/>
                </a:lnTo>
                <a:lnTo>
                  <a:pt x="970" y="586"/>
                </a:lnTo>
                <a:lnTo>
                  <a:pt x="969" y="612"/>
                </a:lnTo>
                <a:lnTo>
                  <a:pt x="887" y="600"/>
                </a:lnTo>
                <a:lnTo>
                  <a:pt x="843" y="624"/>
                </a:lnTo>
                <a:lnTo>
                  <a:pt x="820" y="634"/>
                </a:lnTo>
                <a:lnTo>
                  <a:pt x="791" y="615"/>
                </a:lnTo>
                <a:lnTo>
                  <a:pt x="772" y="625"/>
                </a:lnTo>
                <a:lnTo>
                  <a:pt x="738" y="612"/>
                </a:lnTo>
                <a:lnTo>
                  <a:pt x="725" y="611"/>
                </a:lnTo>
                <a:lnTo>
                  <a:pt x="715" y="591"/>
                </a:lnTo>
                <a:lnTo>
                  <a:pt x="696" y="591"/>
                </a:lnTo>
                <a:lnTo>
                  <a:pt x="688" y="594"/>
                </a:lnTo>
                <a:lnTo>
                  <a:pt x="674" y="579"/>
                </a:lnTo>
                <a:lnTo>
                  <a:pt x="664" y="583"/>
                </a:lnTo>
                <a:lnTo>
                  <a:pt x="654" y="588"/>
                </a:lnTo>
                <a:lnTo>
                  <a:pt x="616" y="556"/>
                </a:lnTo>
                <a:lnTo>
                  <a:pt x="605" y="553"/>
                </a:lnTo>
                <a:lnTo>
                  <a:pt x="579" y="529"/>
                </a:lnTo>
                <a:lnTo>
                  <a:pt x="555" y="544"/>
                </a:lnTo>
                <a:lnTo>
                  <a:pt x="550" y="534"/>
                </a:lnTo>
                <a:lnTo>
                  <a:pt x="514" y="532"/>
                </a:lnTo>
                <a:lnTo>
                  <a:pt x="501" y="515"/>
                </a:lnTo>
                <a:lnTo>
                  <a:pt x="482" y="516"/>
                </a:lnTo>
                <a:lnTo>
                  <a:pt x="475" y="524"/>
                </a:lnTo>
                <a:lnTo>
                  <a:pt x="451" y="528"/>
                </a:lnTo>
                <a:lnTo>
                  <a:pt x="444" y="524"/>
                </a:lnTo>
                <a:lnTo>
                  <a:pt x="435" y="537"/>
                </a:lnTo>
                <a:lnTo>
                  <a:pt x="428" y="534"/>
                </a:lnTo>
                <a:lnTo>
                  <a:pt x="399" y="538"/>
                </a:lnTo>
                <a:lnTo>
                  <a:pt x="389" y="534"/>
                </a:lnTo>
                <a:lnTo>
                  <a:pt x="386" y="538"/>
                </a:lnTo>
                <a:lnTo>
                  <a:pt x="401" y="553"/>
                </a:lnTo>
                <a:lnTo>
                  <a:pt x="391" y="562"/>
                </a:lnTo>
                <a:lnTo>
                  <a:pt x="392" y="575"/>
                </a:lnTo>
                <a:lnTo>
                  <a:pt x="408" y="576"/>
                </a:lnTo>
                <a:lnTo>
                  <a:pt x="415" y="588"/>
                </a:lnTo>
                <a:lnTo>
                  <a:pt x="411" y="597"/>
                </a:lnTo>
                <a:lnTo>
                  <a:pt x="399" y="591"/>
                </a:lnTo>
                <a:lnTo>
                  <a:pt x="389" y="596"/>
                </a:lnTo>
                <a:lnTo>
                  <a:pt x="380" y="591"/>
                </a:lnTo>
                <a:lnTo>
                  <a:pt x="376" y="583"/>
                </a:lnTo>
                <a:lnTo>
                  <a:pt x="365" y="588"/>
                </a:lnTo>
                <a:lnTo>
                  <a:pt x="356" y="583"/>
                </a:lnTo>
                <a:lnTo>
                  <a:pt x="347" y="591"/>
                </a:lnTo>
                <a:lnTo>
                  <a:pt x="335" y="592"/>
                </a:lnTo>
                <a:lnTo>
                  <a:pt x="327" y="583"/>
                </a:lnTo>
                <a:lnTo>
                  <a:pt x="283" y="580"/>
                </a:lnTo>
                <a:lnTo>
                  <a:pt x="278" y="585"/>
                </a:lnTo>
                <a:lnTo>
                  <a:pt x="274" y="585"/>
                </a:lnTo>
                <a:lnTo>
                  <a:pt x="267" y="595"/>
                </a:lnTo>
                <a:lnTo>
                  <a:pt x="268" y="605"/>
                </a:lnTo>
                <a:lnTo>
                  <a:pt x="263" y="605"/>
                </a:lnTo>
                <a:lnTo>
                  <a:pt x="259" y="597"/>
                </a:lnTo>
                <a:lnTo>
                  <a:pt x="253" y="598"/>
                </a:lnTo>
                <a:lnTo>
                  <a:pt x="251" y="627"/>
                </a:lnTo>
                <a:lnTo>
                  <a:pt x="258" y="636"/>
                </a:lnTo>
                <a:lnTo>
                  <a:pt x="258" y="644"/>
                </a:lnTo>
                <a:lnTo>
                  <a:pt x="265" y="643"/>
                </a:lnTo>
                <a:lnTo>
                  <a:pt x="274" y="639"/>
                </a:lnTo>
                <a:lnTo>
                  <a:pt x="282" y="652"/>
                </a:lnTo>
                <a:lnTo>
                  <a:pt x="288" y="660"/>
                </a:lnTo>
                <a:lnTo>
                  <a:pt x="294" y="671"/>
                </a:lnTo>
                <a:lnTo>
                  <a:pt x="304" y="673"/>
                </a:lnTo>
                <a:lnTo>
                  <a:pt x="291" y="682"/>
                </a:lnTo>
                <a:lnTo>
                  <a:pt x="282" y="674"/>
                </a:lnTo>
                <a:lnTo>
                  <a:pt x="273" y="707"/>
                </a:lnTo>
                <a:lnTo>
                  <a:pt x="284" y="715"/>
                </a:lnTo>
                <a:lnTo>
                  <a:pt x="294" y="747"/>
                </a:lnTo>
                <a:lnTo>
                  <a:pt x="285" y="741"/>
                </a:lnTo>
                <a:lnTo>
                  <a:pt x="276" y="738"/>
                </a:lnTo>
                <a:lnTo>
                  <a:pt x="265" y="736"/>
                </a:lnTo>
                <a:lnTo>
                  <a:pt x="258" y="733"/>
                </a:lnTo>
                <a:lnTo>
                  <a:pt x="250" y="731"/>
                </a:lnTo>
                <a:lnTo>
                  <a:pt x="244" y="720"/>
                </a:lnTo>
                <a:lnTo>
                  <a:pt x="230" y="727"/>
                </a:lnTo>
                <a:lnTo>
                  <a:pt x="217" y="726"/>
                </a:lnTo>
                <a:lnTo>
                  <a:pt x="209" y="717"/>
                </a:lnTo>
                <a:lnTo>
                  <a:pt x="187" y="708"/>
                </a:lnTo>
                <a:lnTo>
                  <a:pt x="165" y="709"/>
                </a:lnTo>
                <a:lnTo>
                  <a:pt x="142" y="694"/>
                </a:lnTo>
                <a:lnTo>
                  <a:pt x="160" y="679"/>
                </a:lnTo>
                <a:lnTo>
                  <a:pt x="162" y="667"/>
                </a:lnTo>
                <a:lnTo>
                  <a:pt x="162" y="654"/>
                </a:lnTo>
                <a:lnTo>
                  <a:pt x="163" y="645"/>
                </a:lnTo>
                <a:lnTo>
                  <a:pt x="175" y="641"/>
                </a:lnTo>
                <a:lnTo>
                  <a:pt x="169" y="622"/>
                </a:lnTo>
                <a:lnTo>
                  <a:pt x="155" y="617"/>
                </a:lnTo>
                <a:lnTo>
                  <a:pt x="148" y="614"/>
                </a:lnTo>
                <a:lnTo>
                  <a:pt x="139" y="617"/>
                </a:lnTo>
                <a:lnTo>
                  <a:pt x="118" y="612"/>
                </a:lnTo>
                <a:lnTo>
                  <a:pt x="102" y="593"/>
                </a:lnTo>
                <a:lnTo>
                  <a:pt x="89" y="587"/>
                </a:lnTo>
                <a:lnTo>
                  <a:pt x="83" y="570"/>
                </a:lnTo>
                <a:lnTo>
                  <a:pt x="71" y="568"/>
                </a:lnTo>
                <a:lnTo>
                  <a:pt x="60" y="574"/>
                </a:lnTo>
                <a:lnTo>
                  <a:pt x="53" y="577"/>
                </a:lnTo>
                <a:lnTo>
                  <a:pt x="50" y="569"/>
                </a:lnTo>
                <a:lnTo>
                  <a:pt x="44" y="562"/>
                </a:lnTo>
                <a:lnTo>
                  <a:pt x="60" y="560"/>
                </a:lnTo>
                <a:lnTo>
                  <a:pt x="59" y="555"/>
                </a:lnTo>
                <a:lnTo>
                  <a:pt x="55" y="552"/>
                </a:lnTo>
                <a:lnTo>
                  <a:pt x="50" y="548"/>
                </a:lnTo>
                <a:lnTo>
                  <a:pt x="41" y="528"/>
                </a:lnTo>
                <a:lnTo>
                  <a:pt x="29" y="517"/>
                </a:lnTo>
                <a:lnTo>
                  <a:pt x="17" y="517"/>
                </a:lnTo>
                <a:lnTo>
                  <a:pt x="4" y="517"/>
                </a:lnTo>
                <a:lnTo>
                  <a:pt x="0" y="502"/>
                </a:lnTo>
                <a:lnTo>
                  <a:pt x="8" y="49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7" name="Freeform 674">
            <a:extLst>
              <a:ext uri="{FF2B5EF4-FFF2-40B4-BE49-F238E27FC236}">
                <a16:creationId xmlns:a16="http://schemas.microsoft.com/office/drawing/2014/main" id="{0ED6DCD3-AD1D-7325-E550-53A8F55726EC}"/>
              </a:ext>
            </a:extLst>
          </p:cNvPr>
          <p:cNvSpPr>
            <a:spLocks/>
          </p:cNvSpPr>
          <p:nvPr/>
        </p:nvSpPr>
        <p:spPr bwMode="auto">
          <a:xfrm>
            <a:off x="4781229" y="3755921"/>
            <a:ext cx="78840" cy="35154"/>
          </a:xfrm>
          <a:custGeom>
            <a:avLst/>
            <a:gdLst>
              <a:gd name="T0" fmla="*/ 0 w 69"/>
              <a:gd name="T1" fmla="*/ 37227388 h 31"/>
              <a:gd name="T2" fmla="*/ 0 w 69"/>
              <a:gd name="T3" fmla="*/ 37227388 h 31"/>
              <a:gd name="T4" fmla="*/ 21608912 w 69"/>
              <a:gd name="T5" fmla="*/ 24818262 h 31"/>
              <a:gd name="T6" fmla="*/ 6174684 w 69"/>
              <a:gd name="T7" fmla="*/ 15954786 h 31"/>
              <a:gd name="T8" fmla="*/ 80263432 w 69"/>
              <a:gd name="T9" fmla="*/ 0 h 31"/>
              <a:gd name="T10" fmla="*/ 94155865 w 69"/>
              <a:gd name="T11" fmla="*/ 1772162 h 31"/>
              <a:gd name="T12" fmla="*/ 78720382 w 69"/>
              <a:gd name="T13" fmla="*/ 14182624 h 31"/>
              <a:gd name="T14" fmla="*/ 104960937 w 69"/>
              <a:gd name="T15" fmla="*/ 14182624 h 31"/>
              <a:gd name="T16" fmla="*/ 37044375 w 69"/>
              <a:gd name="T17" fmla="*/ 42546536 h 31"/>
              <a:gd name="T18" fmla="*/ 21608912 w 69"/>
              <a:gd name="T19" fmla="*/ 53183511 h 31"/>
              <a:gd name="T20" fmla="*/ 24696253 w 69"/>
              <a:gd name="T21" fmla="*/ 39000881 h 31"/>
              <a:gd name="T22" fmla="*/ 0 w 69"/>
              <a:gd name="T23" fmla="*/ 37227388 h 31"/>
              <a:gd name="T24" fmla="*/ 0 w 69"/>
              <a:gd name="T25" fmla="*/ 37227388 h 3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9"/>
              <a:gd name="T40" fmla="*/ 0 h 31"/>
              <a:gd name="T41" fmla="*/ 69 w 69"/>
              <a:gd name="T42" fmla="*/ 31 h 3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9" h="31">
                <a:moveTo>
                  <a:pt x="0" y="21"/>
                </a:moveTo>
                <a:lnTo>
                  <a:pt x="0" y="21"/>
                </a:lnTo>
                <a:lnTo>
                  <a:pt x="14" y="14"/>
                </a:lnTo>
                <a:lnTo>
                  <a:pt x="4" y="9"/>
                </a:lnTo>
                <a:lnTo>
                  <a:pt x="52" y="0"/>
                </a:lnTo>
                <a:lnTo>
                  <a:pt x="61" y="1"/>
                </a:lnTo>
                <a:lnTo>
                  <a:pt x="51" y="8"/>
                </a:lnTo>
                <a:lnTo>
                  <a:pt x="68" y="8"/>
                </a:lnTo>
                <a:lnTo>
                  <a:pt x="24" y="24"/>
                </a:lnTo>
                <a:lnTo>
                  <a:pt x="14" y="30"/>
                </a:lnTo>
                <a:lnTo>
                  <a:pt x="16" y="22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8" name="Freeform 675">
            <a:extLst>
              <a:ext uri="{FF2B5EF4-FFF2-40B4-BE49-F238E27FC236}">
                <a16:creationId xmlns:a16="http://schemas.microsoft.com/office/drawing/2014/main" id="{EE29555A-FC19-50A4-82DD-375B0424EE44}"/>
              </a:ext>
            </a:extLst>
          </p:cNvPr>
          <p:cNvSpPr>
            <a:spLocks/>
          </p:cNvSpPr>
          <p:nvPr/>
        </p:nvSpPr>
        <p:spPr bwMode="auto">
          <a:xfrm>
            <a:off x="4804590" y="4106103"/>
            <a:ext cx="32120" cy="17577"/>
          </a:xfrm>
          <a:custGeom>
            <a:avLst/>
            <a:gdLst>
              <a:gd name="T0" fmla="*/ 0 w 28"/>
              <a:gd name="T1" fmla="*/ 24956500 h 16"/>
              <a:gd name="T2" fmla="*/ 0 w 28"/>
              <a:gd name="T3" fmla="*/ 24956500 h 16"/>
              <a:gd name="T4" fmla="*/ 12447022 w 28"/>
              <a:gd name="T5" fmla="*/ 0 h 16"/>
              <a:gd name="T6" fmla="*/ 42007299 w 28"/>
              <a:gd name="T7" fmla="*/ 13310219 h 16"/>
              <a:gd name="T8" fmla="*/ 0 w 28"/>
              <a:gd name="T9" fmla="*/ 24956500 h 16"/>
              <a:gd name="T10" fmla="*/ 0 w 28"/>
              <a:gd name="T11" fmla="*/ 24956500 h 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"/>
              <a:gd name="T19" fmla="*/ 0 h 16"/>
              <a:gd name="T20" fmla="*/ 28 w 28"/>
              <a:gd name="T21" fmla="*/ 16 h 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" h="16">
                <a:moveTo>
                  <a:pt x="0" y="15"/>
                </a:moveTo>
                <a:lnTo>
                  <a:pt x="0" y="15"/>
                </a:lnTo>
                <a:lnTo>
                  <a:pt x="8" y="0"/>
                </a:lnTo>
                <a:lnTo>
                  <a:pt x="27" y="8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9" name="Freeform 676">
            <a:extLst>
              <a:ext uri="{FF2B5EF4-FFF2-40B4-BE49-F238E27FC236}">
                <a16:creationId xmlns:a16="http://schemas.microsoft.com/office/drawing/2014/main" id="{00CCAA9A-3A7A-A39E-5388-49BCB9D67498}"/>
              </a:ext>
            </a:extLst>
          </p:cNvPr>
          <p:cNvSpPr>
            <a:spLocks/>
          </p:cNvSpPr>
          <p:nvPr/>
        </p:nvSpPr>
        <p:spPr bwMode="auto">
          <a:xfrm>
            <a:off x="4855691" y="4004699"/>
            <a:ext cx="97821" cy="67603"/>
          </a:xfrm>
          <a:custGeom>
            <a:avLst/>
            <a:gdLst>
              <a:gd name="T0" fmla="*/ 0 w 84"/>
              <a:gd name="T1" fmla="*/ 47622488 h 63"/>
              <a:gd name="T2" fmla="*/ 0 w 84"/>
              <a:gd name="T3" fmla="*/ 47622488 h 63"/>
              <a:gd name="T4" fmla="*/ 11222458 w 84"/>
              <a:gd name="T5" fmla="*/ 69846223 h 63"/>
              <a:gd name="T6" fmla="*/ 25652236 w 84"/>
              <a:gd name="T7" fmla="*/ 61908725 h 63"/>
              <a:gd name="T8" fmla="*/ 41686311 w 84"/>
              <a:gd name="T9" fmla="*/ 76194962 h 63"/>
              <a:gd name="T10" fmla="*/ 54511791 w 84"/>
              <a:gd name="T11" fmla="*/ 69846223 h 63"/>
              <a:gd name="T12" fmla="*/ 49702711 w 84"/>
              <a:gd name="T13" fmla="*/ 95243717 h 63"/>
              <a:gd name="T14" fmla="*/ 133074048 w 84"/>
              <a:gd name="T15" fmla="*/ 98418716 h 63"/>
              <a:gd name="T16" fmla="*/ 101007183 w 84"/>
              <a:gd name="T17" fmla="*/ 80957460 h 63"/>
              <a:gd name="T18" fmla="*/ 84974383 w 84"/>
              <a:gd name="T19" fmla="*/ 50796228 h 63"/>
              <a:gd name="T20" fmla="*/ 86578676 w 84"/>
              <a:gd name="T21" fmla="*/ 17461241 h 63"/>
              <a:gd name="T22" fmla="*/ 107420556 w 84"/>
              <a:gd name="T23" fmla="*/ 0 h 63"/>
              <a:gd name="T24" fmla="*/ 35272928 w 84"/>
              <a:gd name="T25" fmla="*/ 6350001 h 63"/>
              <a:gd name="T26" fmla="*/ 17635831 w 84"/>
              <a:gd name="T27" fmla="*/ 47622488 h 63"/>
              <a:gd name="T28" fmla="*/ 0 w 84"/>
              <a:gd name="T29" fmla="*/ 47622488 h 63"/>
              <a:gd name="T30" fmla="*/ 0 w 84"/>
              <a:gd name="T31" fmla="*/ 47622488 h 6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4"/>
              <a:gd name="T49" fmla="*/ 0 h 63"/>
              <a:gd name="T50" fmla="*/ 84 w 84"/>
              <a:gd name="T51" fmla="*/ 63 h 6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4" h="63">
                <a:moveTo>
                  <a:pt x="0" y="30"/>
                </a:moveTo>
                <a:lnTo>
                  <a:pt x="0" y="30"/>
                </a:lnTo>
                <a:lnTo>
                  <a:pt x="7" y="44"/>
                </a:lnTo>
                <a:lnTo>
                  <a:pt x="16" y="39"/>
                </a:lnTo>
                <a:lnTo>
                  <a:pt x="26" y="48"/>
                </a:lnTo>
                <a:lnTo>
                  <a:pt x="34" y="44"/>
                </a:lnTo>
                <a:lnTo>
                  <a:pt x="31" y="60"/>
                </a:lnTo>
                <a:lnTo>
                  <a:pt x="83" y="62"/>
                </a:lnTo>
                <a:lnTo>
                  <a:pt x="63" y="51"/>
                </a:lnTo>
                <a:lnTo>
                  <a:pt x="53" y="32"/>
                </a:lnTo>
                <a:lnTo>
                  <a:pt x="54" y="11"/>
                </a:lnTo>
                <a:lnTo>
                  <a:pt x="67" y="0"/>
                </a:lnTo>
                <a:lnTo>
                  <a:pt x="22" y="4"/>
                </a:lnTo>
                <a:lnTo>
                  <a:pt x="11" y="30"/>
                </a:lnTo>
                <a:lnTo>
                  <a:pt x="0" y="3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0" name="Freeform 677">
            <a:extLst>
              <a:ext uri="{FF2B5EF4-FFF2-40B4-BE49-F238E27FC236}">
                <a16:creationId xmlns:a16="http://schemas.microsoft.com/office/drawing/2014/main" id="{AFC1E5B6-3DC0-97A4-39CF-DBEC5A1A58D8}"/>
              </a:ext>
            </a:extLst>
          </p:cNvPr>
          <p:cNvSpPr>
            <a:spLocks/>
          </p:cNvSpPr>
          <p:nvPr/>
        </p:nvSpPr>
        <p:spPr bwMode="auto">
          <a:xfrm>
            <a:off x="4890731" y="3888423"/>
            <a:ext cx="240902" cy="116277"/>
          </a:xfrm>
          <a:custGeom>
            <a:avLst/>
            <a:gdLst>
              <a:gd name="T0" fmla="*/ 0 w 211"/>
              <a:gd name="T1" fmla="*/ 154608593 h 103"/>
              <a:gd name="T2" fmla="*/ 0 w 211"/>
              <a:gd name="T3" fmla="*/ 154608593 h 103"/>
              <a:gd name="T4" fmla="*/ 30821668 w 211"/>
              <a:gd name="T5" fmla="*/ 158122454 h 103"/>
              <a:gd name="T6" fmla="*/ 10787834 w 211"/>
              <a:gd name="T7" fmla="*/ 173934207 h 103"/>
              <a:gd name="T8" fmla="*/ 64725751 w 211"/>
              <a:gd name="T9" fmla="*/ 179205661 h 103"/>
              <a:gd name="T10" fmla="*/ 66267578 w 211"/>
              <a:gd name="T11" fmla="*/ 158122454 h 103"/>
              <a:gd name="T12" fmla="*/ 81678427 w 211"/>
              <a:gd name="T13" fmla="*/ 163392583 h 103"/>
              <a:gd name="T14" fmla="*/ 66267578 w 211"/>
              <a:gd name="T15" fmla="*/ 151094733 h 103"/>
              <a:gd name="T16" fmla="*/ 87842014 w 211"/>
              <a:gd name="T17" fmla="*/ 154608593 h 103"/>
              <a:gd name="T18" fmla="*/ 81678427 w 211"/>
              <a:gd name="T19" fmla="*/ 131767835 h 103"/>
              <a:gd name="T20" fmla="*/ 94006842 w 211"/>
              <a:gd name="T21" fmla="*/ 145823279 h 103"/>
              <a:gd name="T22" fmla="*/ 107877085 w 211"/>
              <a:gd name="T23" fmla="*/ 133525428 h 103"/>
              <a:gd name="T24" fmla="*/ 98629843 w 211"/>
              <a:gd name="T25" fmla="*/ 117713717 h 103"/>
              <a:gd name="T26" fmla="*/ 130993329 w 211"/>
              <a:gd name="T27" fmla="*/ 119469985 h 103"/>
              <a:gd name="T28" fmla="*/ 123287914 w 211"/>
              <a:gd name="T29" fmla="*/ 110685996 h 103"/>
              <a:gd name="T30" fmla="*/ 137156916 w 211"/>
              <a:gd name="T31" fmla="*/ 114199856 h 103"/>
              <a:gd name="T32" fmla="*/ 146404158 w 211"/>
              <a:gd name="T33" fmla="*/ 94872959 h 103"/>
              <a:gd name="T34" fmla="*/ 306677318 w 211"/>
              <a:gd name="T35" fmla="*/ 38652480 h 103"/>
              <a:gd name="T36" fmla="*/ 323629975 w 211"/>
              <a:gd name="T37" fmla="*/ 15811716 h 103"/>
              <a:gd name="T38" fmla="*/ 292807075 w 211"/>
              <a:gd name="T39" fmla="*/ 0 h 103"/>
              <a:gd name="T40" fmla="*/ 225000171 w 211"/>
              <a:gd name="T41" fmla="*/ 36894887 h 103"/>
              <a:gd name="T42" fmla="*/ 154109573 w 211"/>
              <a:gd name="T43" fmla="*/ 36894887 h 103"/>
              <a:gd name="T44" fmla="*/ 80136580 w 211"/>
              <a:gd name="T45" fmla="*/ 84331356 h 103"/>
              <a:gd name="T46" fmla="*/ 40068911 w 211"/>
              <a:gd name="T47" fmla="*/ 91359098 h 103"/>
              <a:gd name="T48" fmla="*/ 41609507 w 211"/>
              <a:gd name="T49" fmla="*/ 110685996 h 103"/>
              <a:gd name="T50" fmla="*/ 63185164 w 211"/>
              <a:gd name="T51" fmla="*/ 114199856 h 103"/>
              <a:gd name="T52" fmla="*/ 38527083 w 211"/>
              <a:gd name="T53" fmla="*/ 114199856 h 103"/>
              <a:gd name="T54" fmla="*/ 49314921 w 211"/>
              <a:gd name="T55" fmla="*/ 122983846 h 103"/>
              <a:gd name="T56" fmla="*/ 30821668 w 211"/>
              <a:gd name="T57" fmla="*/ 133525428 h 103"/>
              <a:gd name="T58" fmla="*/ 52397336 w 211"/>
              <a:gd name="T59" fmla="*/ 142309418 h 103"/>
              <a:gd name="T60" fmla="*/ 0 w 211"/>
              <a:gd name="T61" fmla="*/ 154608593 h 103"/>
              <a:gd name="T62" fmla="*/ 0 w 211"/>
              <a:gd name="T63" fmla="*/ 154608593 h 103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1"/>
              <a:gd name="T97" fmla="*/ 0 h 103"/>
              <a:gd name="T98" fmla="*/ 211 w 211"/>
              <a:gd name="T99" fmla="*/ 103 h 103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1" h="103">
                <a:moveTo>
                  <a:pt x="0" y="88"/>
                </a:moveTo>
                <a:lnTo>
                  <a:pt x="0" y="88"/>
                </a:lnTo>
                <a:lnTo>
                  <a:pt x="20" y="90"/>
                </a:lnTo>
                <a:lnTo>
                  <a:pt x="7" y="99"/>
                </a:lnTo>
                <a:lnTo>
                  <a:pt x="42" y="102"/>
                </a:lnTo>
                <a:lnTo>
                  <a:pt x="43" y="90"/>
                </a:lnTo>
                <a:lnTo>
                  <a:pt x="53" y="93"/>
                </a:lnTo>
                <a:lnTo>
                  <a:pt x="43" y="86"/>
                </a:lnTo>
                <a:lnTo>
                  <a:pt x="57" y="88"/>
                </a:lnTo>
                <a:lnTo>
                  <a:pt x="53" y="75"/>
                </a:lnTo>
                <a:lnTo>
                  <a:pt x="61" y="83"/>
                </a:lnTo>
                <a:lnTo>
                  <a:pt x="70" y="76"/>
                </a:lnTo>
                <a:lnTo>
                  <a:pt x="64" y="67"/>
                </a:lnTo>
                <a:lnTo>
                  <a:pt x="85" y="68"/>
                </a:lnTo>
                <a:lnTo>
                  <a:pt x="80" y="63"/>
                </a:lnTo>
                <a:lnTo>
                  <a:pt x="89" y="65"/>
                </a:lnTo>
                <a:lnTo>
                  <a:pt x="95" y="54"/>
                </a:lnTo>
                <a:lnTo>
                  <a:pt x="199" y="22"/>
                </a:lnTo>
                <a:lnTo>
                  <a:pt x="210" y="9"/>
                </a:lnTo>
                <a:lnTo>
                  <a:pt x="190" y="0"/>
                </a:lnTo>
                <a:lnTo>
                  <a:pt x="146" y="21"/>
                </a:lnTo>
                <a:lnTo>
                  <a:pt x="100" y="21"/>
                </a:lnTo>
                <a:lnTo>
                  <a:pt x="52" y="48"/>
                </a:lnTo>
                <a:lnTo>
                  <a:pt x="26" y="52"/>
                </a:lnTo>
                <a:lnTo>
                  <a:pt x="27" y="63"/>
                </a:lnTo>
                <a:lnTo>
                  <a:pt x="41" y="65"/>
                </a:lnTo>
                <a:lnTo>
                  <a:pt x="25" y="65"/>
                </a:lnTo>
                <a:lnTo>
                  <a:pt x="32" y="70"/>
                </a:lnTo>
                <a:lnTo>
                  <a:pt x="20" y="76"/>
                </a:lnTo>
                <a:lnTo>
                  <a:pt x="34" y="81"/>
                </a:lnTo>
                <a:lnTo>
                  <a:pt x="0" y="8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1" name="Freeform 678">
            <a:extLst>
              <a:ext uri="{FF2B5EF4-FFF2-40B4-BE49-F238E27FC236}">
                <a16:creationId xmlns:a16="http://schemas.microsoft.com/office/drawing/2014/main" id="{3934AB26-1A84-9BAA-2603-2655D5DA0DE8}"/>
              </a:ext>
            </a:extLst>
          </p:cNvPr>
          <p:cNvSpPr>
            <a:spLocks/>
          </p:cNvSpPr>
          <p:nvPr/>
        </p:nvSpPr>
        <p:spPr bwMode="auto">
          <a:xfrm>
            <a:off x="5029432" y="3741049"/>
            <a:ext cx="46720" cy="21633"/>
          </a:xfrm>
          <a:custGeom>
            <a:avLst/>
            <a:gdLst>
              <a:gd name="T0" fmla="*/ 0 w 41"/>
              <a:gd name="T1" fmla="*/ 20480869 h 21"/>
              <a:gd name="T2" fmla="*/ 0 w 41"/>
              <a:gd name="T3" fmla="*/ 20480869 h 21"/>
              <a:gd name="T4" fmla="*/ 18421813 w 41"/>
              <a:gd name="T5" fmla="*/ 29258380 h 21"/>
              <a:gd name="T6" fmla="*/ 61407284 w 41"/>
              <a:gd name="T7" fmla="*/ 19018550 h 21"/>
              <a:gd name="T8" fmla="*/ 35309714 w 41"/>
              <a:gd name="T9" fmla="*/ 0 h 21"/>
              <a:gd name="T10" fmla="*/ 0 w 41"/>
              <a:gd name="T11" fmla="*/ 20480869 h 21"/>
              <a:gd name="T12" fmla="*/ 0 w 41"/>
              <a:gd name="T13" fmla="*/ 20480869 h 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"/>
              <a:gd name="T22" fmla="*/ 0 h 21"/>
              <a:gd name="T23" fmla="*/ 41 w 41"/>
              <a:gd name="T24" fmla="*/ 21 h 2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" h="21">
                <a:moveTo>
                  <a:pt x="0" y="14"/>
                </a:moveTo>
                <a:lnTo>
                  <a:pt x="0" y="14"/>
                </a:lnTo>
                <a:lnTo>
                  <a:pt x="12" y="20"/>
                </a:lnTo>
                <a:lnTo>
                  <a:pt x="40" y="13"/>
                </a:lnTo>
                <a:lnTo>
                  <a:pt x="23" y="0"/>
                </a:lnTo>
                <a:lnTo>
                  <a:pt x="0" y="1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2" name="Freeform 679">
            <a:extLst>
              <a:ext uri="{FF2B5EF4-FFF2-40B4-BE49-F238E27FC236}">
                <a16:creationId xmlns:a16="http://schemas.microsoft.com/office/drawing/2014/main" id="{867CC169-715D-C2DD-34A0-75DDCC9CFDF0}"/>
              </a:ext>
            </a:extLst>
          </p:cNvPr>
          <p:cNvSpPr>
            <a:spLocks/>
          </p:cNvSpPr>
          <p:nvPr/>
        </p:nvSpPr>
        <p:spPr bwMode="auto">
          <a:xfrm>
            <a:off x="5474736" y="3785666"/>
            <a:ext cx="43801" cy="14872"/>
          </a:xfrm>
          <a:custGeom>
            <a:avLst/>
            <a:gdLst>
              <a:gd name="T0" fmla="*/ 0 w 38"/>
              <a:gd name="T1" fmla="*/ 0 h 14"/>
              <a:gd name="T2" fmla="*/ 0 w 38"/>
              <a:gd name="T3" fmla="*/ 0 h 14"/>
              <a:gd name="T4" fmla="*/ 25132214 w 38"/>
              <a:gd name="T5" fmla="*/ 15557395 h 14"/>
              <a:gd name="T6" fmla="*/ 17277847 w 38"/>
              <a:gd name="T7" fmla="*/ 20224737 h 14"/>
              <a:gd name="T8" fmla="*/ 39268060 w 38"/>
              <a:gd name="T9" fmla="*/ 20224737 h 14"/>
              <a:gd name="T10" fmla="*/ 58117536 w 38"/>
              <a:gd name="T11" fmla="*/ 9334686 h 14"/>
              <a:gd name="T12" fmla="*/ 0 w 38"/>
              <a:gd name="T13" fmla="*/ 0 h 14"/>
              <a:gd name="T14" fmla="*/ 0 w 38"/>
              <a:gd name="T15" fmla="*/ 0 h 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"/>
              <a:gd name="T25" fmla="*/ 0 h 14"/>
              <a:gd name="T26" fmla="*/ 38 w 38"/>
              <a:gd name="T27" fmla="*/ 14 h 1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" h="14">
                <a:moveTo>
                  <a:pt x="0" y="0"/>
                </a:moveTo>
                <a:lnTo>
                  <a:pt x="0" y="0"/>
                </a:lnTo>
                <a:lnTo>
                  <a:pt x="16" y="10"/>
                </a:lnTo>
                <a:lnTo>
                  <a:pt x="11" y="13"/>
                </a:lnTo>
                <a:lnTo>
                  <a:pt x="25" y="13"/>
                </a:lnTo>
                <a:lnTo>
                  <a:pt x="37" y="6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3" name="Freeform 680">
            <a:extLst>
              <a:ext uri="{FF2B5EF4-FFF2-40B4-BE49-F238E27FC236}">
                <a16:creationId xmlns:a16="http://schemas.microsoft.com/office/drawing/2014/main" id="{79E7DA41-B9E6-A76A-6D81-4ACA5F00DC29}"/>
              </a:ext>
            </a:extLst>
          </p:cNvPr>
          <p:cNvSpPr>
            <a:spLocks/>
          </p:cNvSpPr>
          <p:nvPr/>
        </p:nvSpPr>
        <p:spPr bwMode="auto">
          <a:xfrm>
            <a:off x="5483497" y="3745104"/>
            <a:ext cx="100740" cy="41913"/>
          </a:xfrm>
          <a:custGeom>
            <a:avLst/>
            <a:gdLst>
              <a:gd name="T0" fmla="*/ 0 w 88"/>
              <a:gd name="T1" fmla="*/ 51992477 h 38"/>
              <a:gd name="T2" fmla="*/ 0 w 88"/>
              <a:gd name="T3" fmla="*/ 51992477 h 38"/>
              <a:gd name="T4" fmla="*/ 35635620 w 88"/>
              <a:gd name="T5" fmla="*/ 16772225 h 38"/>
              <a:gd name="T6" fmla="*/ 86764515 w 88"/>
              <a:gd name="T7" fmla="*/ 0 h 38"/>
              <a:gd name="T8" fmla="*/ 134795229 w 88"/>
              <a:gd name="T9" fmla="*/ 30188970 h 38"/>
              <a:gd name="T10" fmla="*/ 119301972 w 88"/>
              <a:gd name="T11" fmla="*/ 35220247 h 38"/>
              <a:gd name="T12" fmla="*/ 122400126 w 88"/>
              <a:gd name="T13" fmla="*/ 48638292 h 38"/>
              <a:gd name="T14" fmla="*/ 52678585 w 88"/>
              <a:gd name="T15" fmla="*/ 62055032 h 38"/>
              <a:gd name="T16" fmla="*/ 0 w 88"/>
              <a:gd name="T17" fmla="*/ 51992477 h 38"/>
              <a:gd name="T18" fmla="*/ 0 w 88"/>
              <a:gd name="T19" fmla="*/ 51992477 h 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88"/>
              <a:gd name="T31" fmla="*/ 0 h 38"/>
              <a:gd name="T32" fmla="*/ 88 w 88"/>
              <a:gd name="T33" fmla="*/ 38 h 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88" h="38">
                <a:moveTo>
                  <a:pt x="0" y="31"/>
                </a:moveTo>
                <a:lnTo>
                  <a:pt x="0" y="31"/>
                </a:lnTo>
                <a:lnTo>
                  <a:pt x="23" y="10"/>
                </a:lnTo>
                <a:lnTo>
                  <a:pt x="56" y="0"/>
                </a:lnTo>
                <a:lnTo>
                  <a:pt x="87" y="18"/>
                </a:lnTo>
                <a:lnTo>
                  <a:pt x="77" y="21"/>
                </a:lnTo>
                <a:lnTo>
                  <a:pt x="79" y="29"/>
                </a:lnTo>
                <a:lnTo>
                  <a:pt x="34" y="37"/>
                </a:lnTo>
                <a:lnTo>
                  <a:pt x="0" y="3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4" name="Freeform 681">
            <a:extLst>
              <a:ext uri="{FF2B5EF4-FFF2-40B4-BE49-F238E27FC236}">
                <a16:creationId xmlns:a16="http://schemas.microsoft.com/office/drawing/2014/main" id="{46B54B0C-826F-7A83-DB9E-A013756213A0}"/>
              </a:ext>
            </a:extLst>
          </p:cNvPr>
          <p:cNvSpPr>
            <a:spLocks/>
          </p:cNvSpPr>
          <p:nvPr/>
        </p:nvSpPr>
        <p:spPr bwMode="auto">
          <a:xfrm>
            <a:off x="5503936" y="3781609"/>
            <a:ext cx="110961" cy="50027"/>
          </a:xfrm>
          <a:custGeom>
            <a:avLst/>
            <a:gdLst>
              <a:gd name="T0" fmla="*/ 0 w 98"/>
              <a:gd name="T1" fmla="*/ 32371164 h 45"/>
              <a:gd name="T2" fmla="*/ 0 w 98"/>
              <a:gd name="T3" fmla="*/ 32371164 h 45"/>
              <a:gd name="T4" fmla="*/ 27281675 w 98"/>
              <a:gd name="T5" fmla="*/ 37482673 h 45"/>
              <a:gd name="T6" fmla="*/ 45470282 w 98"/>
              <a:gd name="T7" fmla="*/ 63040231 h 45"/>
              <a:gd name="T8" fmla="*/ 60626625 w 98"/>
              <a:gd name="T9" fmla="*/ 54520614 h 45"/>
              <a:gd name="T10" fmla="*/ 121253251 w 98"/>
              <a:gd name="T11" fmla="*/ 74966652 h 45"/>
              <a:gd name="T12" fmla="*/ 142472871 w 98"/>
              <a:gd name="T13" fmla="*/ 66447034 h 45"/>
              <a:gd name="T14" fmla="*/ 125799785 w 98"/>
              <a:gd name="T15" fmla="*/ 47705703 h 45"/>
              <a:gd name="T16" fmla="*/ 137925106 w 98"/>
              <a:gd name="T17" fmla="*/ 52817212 h 45"/>
              <a:gd name="T18" fmla="*/ 147019404 w 98"/>
              <a:gd name="T19" fmla="*/ 22149450 h 45"/>
              <a:gd name="T20" fmla="*/ 115189975 w 98"/>
              <a:gd name="T21" fmla="*/ 6814914 h 45"/>
              <a:gd name="T22" fmla="*/ 83361776 w 98"/>
              <a:gd name="T23" fmla="*/ 28964361 h 45"/>
              <a:gd name="T24" fmla="*/ 109127929 w 98"/>
              <a:gd name="T25" fmla="*/ 17037935 h 45"/>
              <a:gd name="T26" fmla="*/ 93971586 w 98"/>
              <a:gd name="T27" fmla="*/ 0 h 45"/>
              <a:gd name="T28" fmla="*/ 42438028 w 98"/>
              <a:gd name="T29" fmla="*/ 6814914 h 45"/>
              <a:gd name="T30" fmla="*/ 0 w 98"/>
              <a:gd name="T31" fmla="*/ 32371164 h 45"/>
              <a:gd name="T32" fmla="*/ 0 w 98"/>
              <a:gd name="T33" fmla="*/ 32371164 h 4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8"/>
              <a:gd name="T52" fmla="*/ 0 h 45"/>
              <a:gd name="T53" fmla="*/ 98 w 98"/>
              <a:gd name="T54" fmla="*/ 45 h 4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8" h="45">
                <a:moveTo>
                  <a:pt x="0" y="19"/>
                </a:moveTo>
                <a:lnTo>
                  <a:pt x="0" y="19"/>
                </a:lnTo>
                <a:lnTo>
                  <a:pt x="18" y="22"/>
                </a:lnTo>
                <a:lnTo>
                  <a:pt x="30" y="37"/>
                </a:lnTo>
                <a:lnTo>
                  <a:pt x="40" y="32"/>
                </a:lnTo>
                <a:lnTo>
                  <a:pt x="80" y="44"/>
                </a:lnTo>
                <a:lnTo>
                  <a:pt x="94" y="39"/>
                </a:lnTo>
                <a:lnTo>
                  <a:pt x="83" y="28"/>
                </a:lnTo>
                <a:lnTo>
                  <a:pt x="91" y="31"/>
                </a:lnTo>
                <a:lnTo>
                  <a:pt x="97" y="13"/>
                </a:lnTo>
                <a:lnTo>
                  <a:pt x="76" y="4"/>
                </a:lnTo>
                <a:lnTo>
                  <a:pt x="55" y="17"/>
                </a:lnTo>
                <a:lnTo>
                  <a:pt x="72" y="10"/>
                </a:lnTo>
                <a:lnTo>
                  <a:pt x="62" y="0"/>
                </a:lnTo>
                <a:lnTo>
                  <a:pt x="28" y="4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5" name="Freeform 682">
            <a:extLst>
              <a:ext uri="{FF2B5EF4-FFF2-40B4-BE49-F238E27FC236}">
                <a16:creationId xmlns:a16="http://schemas.microsoft.com/office/drawing/2014/main" id="{D38E5C9C-659A-C404-D244-4823345AE590}"/>
              </a:ext>
            </a:extLst>
          </p:cNvPr>
          <p:cNvSpPr>
            <a:spLocks/>
          </p:cNvSpPr>
          <p:nvPr/>
        </p:nvSpPr>
        <p:spPr bwMode="auto">
          <a:xfrm>
            <a:off x="5609056" y="3807299"/>
            <a:ext cx="93441" cy="50027"/>
          </a:xfrm>
          <a:custGeom>
            <a:avLst/>
            <a:gdLst>
              <a:gd name="T0" fmla="*/ 0 w 82"/>
              <a:gd name="T1" fmla="*/ 61957319 h 46"/>
              <a:gd name="T2" fmla="*/ 0 w 82"/>
              <a:gd name="T3" fmla="*/ 61957319 h 46"/>
              <a:gd name="T4" fmla="*/ 9210906 w 82"/>
              <a:gd name="T5" fmla="*/ 73370170 h 46"/>
              <a:gd name="T6" fmla="*/ 113603665 w 82"/>
              <a:gd name="T7" fmla="*/ 58696140 h 46"/>
              <a:gd name="T8" fmla="*/ 124349719 w 82"/>
              <a:gd name="T9" fmla="*/ 34239839 h 46"/>
              <a:gd name="T10" fmla="*/ 95181857 w 82"/>
              <a:gd name="T11" fmla="*/ 14674035 h 46"/>
              <a:gd name="T12" fmla="*/ 70618188 w 82"/>
              <a:gd name="T13" fmla="*/ 22825711 h 46"/>
              <a:gd name="T14" fmla="*/ 73688489 w 82"/>
              <a:gd name="T15" fmla="*/ 6522361 h 46"/>
              <a:gd name="T16" fmla="*/ 59872134 w 82"/>
              <a:gd name="T17" fmla="*/ 0 h 46"/>
              <a:gd name="T18" fmla="*/ 12281210 w 82"/>
              <a:gd name="T19" fmla="*/ 53804371 h 46"/>
              <a:gd name="T20" fmla="*/ 0 w 82"/>
              <a:gd name="T21" fmla="*/ 61957319 h 46"/>
              <a:gd name="T22" fmla="*/ 0 w 82"/>
              <a:gd name="T23" fmla="*/ 61957319 h 4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"/>
              <a:gd name="T37" fmla="*/ 0 h 46"/>
              <a:gd name="T38" fmla="*/ 82 w 82"/>
              <a:gd name="T39" fmla="*/ 46 h 4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" h="46">
                <a:moveTo>
                  <a:pt x="0" y="38"/>
                </a:moveTo>
                <a:lnTo>
                  <a:pt x="0" y="38"/>
                </a:lnTo>
                <a:lnTo>
                  <a:pt x="6" y="45"/>
                </a:lnTo>
                <a:lnTo>
                  <a:pt x="74" y="36"/>
                </a:lnTo>
                <a:lnTo>
                  <a:pt x="81" y="21"/>
                </a:lnTo>
                <a:lnTo>
                  <a:pt x="62" y="9"/>
                </a:lnTo>
                <a:lnTo>
                  <a:pt x="46" y="14"/>
                </a:lnTo>
                <a:lnTo>
                  <a:pt x="48" y="4"/>
                </a:lnTo>
                <a:lnTo>
                  <a:pt x="39" y="0"/>
                </a:lnTo>
                <a:lnTo>
                  <a:pt x="8" y="33"/>
                </a:lnTo>
                <a:lnTo>
                  <a:pt x="0" y="3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6" name="Freeform 683">
            <a:extLst>
              <a:ext uri="{FF2B5EF4-FFF2-40B4-BE49-F238E27FC236}">
                <a16:creationId xmlns:a16="http://schemas.microsoft.com/office/drawing/2014/main" id="{7B883237-366F-F5E2-0E68-4A24C28582C2}"/>
              </a:ext>
            </a:extLst>
          </p:cNvPr>
          <p:cNvSpPr>
            <a:spLocks/>
          </p:cNvSpPr>
          <p:nvPr/>
        </p:nvSpPr>
        <p:spPr bwMode="auto">
          <a:xfrm>
            <a:off x="6190142" y="3911407"/>
            <a:ext cx="105121" cy="48674"/>
          </a:xfrm>
          <a:custGeom>
            <a:avLst/>
            <a:gdLst>
              <a:gd name="T0" fmla="*/ 0 w 92"/>
              <a:gd name="T1" fmla="*/ 40628330 h 43"/>
              <a:gd name="T2" fmla="*/ 0 w 92"/>
              <a:gd name="T3" fmla="*/ 40628330 h 43"/>
              <a:gd name="T4" fmla="*/ 27783597 w 92"/>
              <a:gd name="T5" fmla="*/ 1766334 h 43"/>
              <a:gd name="T6" fmla="*/ 47849462 w 92"/>
              <a:gd name="T7" fmla="*/ 0 h 43"/>
              <a:gd name="T8" fmla="*/ 80263441 w 92"/>
              <a:gd name="T9" fmla="*/ 28262669 h 43"/>
              <a:gd name="T10" fmla="*/ 84895093 w 92"/>
              <a:gd name="T11" fmla="*/ 7065335 h 43"/>
              <a:gd name="T12" fmla="*/ 120396413 w 92"/>
              <a:gd name="T13" fmla="*/ 24730003 h 43"/>
              <a:gd name="T14" fmla="*/ 117309072 w 92"/>
              <a:gd name="T15" fmla="*/ 51226339 h 43"/>
              <a:gd name="T16" fmla="*/ 140462268 w 92"/>
              <a:gd name="T17" fmla="*/ 61824337 h 43"/>
              <a:gd name="T18" fmla="*/ 66372268 w 92"/>
              <a:gd name="T19" fmla="*/ 65358332 h 43"/>
              <a:gd name="T20" fmla="*/ 61741877 w 92"/>
              <a:gd name="T21" fmla="*/ 54759005 h 43"/>
              <a:gd name="T22" fmla="*/ 49393754 w 92"/>
              <a:gd name="T23" fmla="*/ 74189998 h 43"/>
              <a:gd name="T24" fmla="*/ 0 w 92"/>
              <a:gd name="T25" fmla="*/ 40628330 h 43"/>
              <a:gd name="T26" fmla="*/ 0 w 92"/>
              <a:gd name="T27" fmla="*/ 40628330 h 4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2"/>
              <a:gd name="T43" fmla="*/ 0 h 43"/>
              <a:gd name="T44" fmla="*/ 92 w 92"/>
              <a:gd name="T45" fmla="*/ 43 h 4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2" h="43">
                <a:moveTo>
                  <a:pt x="0" y="23"/>
                </a:moveTo>
                <a:lnTo>
                  <a:pt x="0" y="23"/>
                </a:lnTo>
                <a:lnTo>
                  <a:pt x="18" y="1"/>
                </a:lnTo>
                <a:lnTo>
                  <a:pt x="31" y="0"/>
                </a:lnTo>
                <a:lnTo>
                  <a:pt x="52" y="16"/>
                </a:lnTo>
                <a:lnTo>
                  <a:pt x="55" y="4"/>
                </a:lnTo>
                <a:lnTo>
                  <a:pt x="78" y="14"/>
                </a:lnTo>
                <a:lnTo>
                  <a:pt x="76" y="29"/>
                </a:lnTo>
                <a:lnTo>
                  <a:pt x="91" y="35"/>
                </a:lnTo>
                <a:lnTo>
                  <a:pt x="43" y="37"/>
                </a:lnTo>
                <a:lnTo>
                  <a:pt x="40" y="31"/>
                </a:lnTo>
                <a:lnTo>
                  <a:pt x="32" y="42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7" name="Freeform 684">
            <a:extLst>
              <a:ext uri="{FF2B5EF4-FFF2-40B4-BE49-F238E27FC236}">
                <a16:creationId xmlns:a16="http://schemas.microsoft.com/office/drawing/2014/main" id="{592EE26A-4674-D13F-EB37-F58D4407D371}"/>
              </a:ext>
            </a:extLst>
          </p:cNvPr>
          <p:cNvSpPr>
            <a:spLocks/>
          </p:cNvSpPr>
          <p:nvPr/>
        </p:nvSpPr>
        <p:spPr bwMode="auto">
          <a:xfrm>
            <a:off x="6263142" y="3912760"/>
            <a:ext cx="64240" cy="35154"/>
          </a:xfrm>
          <a:custGeom>
            <a:avLst/>
            <a:gdLst>
              <a:gd name="T0" fmla="*/ 0 w 57"/>
              <a:gd name="T1" fmla="*/ 0 h 30"/>
              <a:gd name="T2" fmla="*/ 0 w 57"/>
              <a:gd name="T3" fmla="*/ 0 h 30"/>
              <a:gd name="T4" fmla="*/ 28531889 w 57"/>
              <a:gd name="T5" fmla="*/ 20821862 h 30"/>
              <a:gd name="T6" fmla="*/ 21023629 w 57"/>
              <a:gd name="T7" fmla="*/ 39751953 h 30"/>
              <a:gd name="T8" fmla="*/ 34538987 w 57"/>
              <a:gd name="T9" fmla="*/ 54894382 h 30"/>
              <a:gd name="T10" fmla="*/ 60068552 w 57"/>
              <a:gd name="T11" fmla="*/ 54894382 h 30"/>
              <a:gd name="T12" fmla="*/ 84095739 w 57"/>
              <a:gd name="T13" fmla="*/ 34072515 h 30"/>
              <a:gd name="T14" fmla="*/ 0 w 57"/>
              <a:gd name="T15" fmla="*/ 0 h 30"/>
              <a:gd name="T16" fmla="*/ 0 w 57"/>
              <a:gd name="T17" fmla="*/ 0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"/>
              <a:gd name="T28" fmla="*/ 0 h 30"/>
              <a:gd name="T29" fmla="*/ 57 w 57"/>
              <a:gd name="T30" fmla="*/ 30 h 3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" h="30">
                <a:moveTo>
                  <a:pt x="0" y="0"/>
                </a:moveTo>
                <a:lnTo>
                  <a:pt x="0" y="0"/>
                </a:lnTo>
                <a:lnTo>
                  <a:pt x="19" y="11"/>
                </a:lnTo>
                <a:lnTo>
                  <a:pt x="14" y="21"/>
                </a:lnTo>
                <a:lnTo>
                  <a:pt x="23" y="29"/>
                </a:lnTo>
                <a:lnTo>
                  <a:pt x="40" y="29"/>
                </a:lnTo>
                <a:lnTo>
                  <a:pt x="56" y="18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8" name="Freeform 685">
            <a:extLst>
              <a:ext uri="{FF2B5EF4-FFF2-40B4-BE49-F238E27FC236}">
                <a16:creationId xmlns:a16="http://schemas.microsoft.com/office/drawing/2014/main" id="{DF78AB6F-0E9E-CFB6-5B08-4F52BC0282D0}"/>
              </a:ext>
            </a:extLst>
          </p:cNvPr>
          <p:cNvSpPr>
            <a:spLocks/>
          </p:cNvSpPr>
          <p:nvPr/>
        </p:nvSpPr>
        <p:spPr bwMode="auto">
          <a:xfrm>
            <a:off x="6268983" y="4458991"/>
            <a:ext cx="48180" cy="166302"/>
          </a:xfrm>
          <a:custGeom>
            <a:avLst/>
            <a:gdLst>
              <a:gd name="T0" fmla="*/ 0 w 43"/>
              <a:gd name="T1" fmla="*/ 65259437 h 149"/>
              <a:gd name="T2" fmla="*/ 0 w 43"/>
              <a:gd name="T3" fmla="*/ 65259437 h 149"/>
              <a:gd name="T4" fmla="*/ 10389683 w 43"/>
              <a:gd name="T5" fmla="*/ 96172434 h 149"/>
              <a:gd name="T6" fmla="*/ 10389683 w 43"/>
              <a:gd name="T7" fmla="*/ 254170820 h 149"/>
              <a:gd name="T8" fmla="*/ 20779367 w 43"/>
              <a:gd name="T9" fmla="*/ 235278901 h 149"/>
              <a:gd name="T10" fmla="*/ 37107049 w 43"/>
              <a:gd name="T11" fmla="*/ 247301269 h 149"/>
              <a:gd name="T12" fmla="*/ 19295470 w 43"/>
              <a:gd name="T13" fmla="*/ 204365925 h 149"/>
              <a:gd name="T14" fmla="*/ 29685153 w 43"/>
              <a:gd name="T15" fmla="*/ 159715118 h 149"/>
              <a:gd name="T16" fmla="*/ 62339309 w 43"/>
              <a:gd name="T17" fmla="*/ 173454260 h 149"/>
              <a:gd name="T18" fmla="*/ 31169045 w 43"/>
              <a:gd name="T19" fmla="*/ 89302883 h 149"/>
              <a:gd name="T20" fmla="*/ 20779367 w 43"/>
              <a:gd name="T21" fmla="*/ 0 h 149"/>
              <a:gd name="T22" fmla="*/ 0 w 43"/>
              <a:gd name="T23" fmla="*/ 65259437 h 149"/>
              <a:gd name="T24" fmla="*/ 0 w 43"/>
              <a:gd name="T25" fmla="*/ 65259437 h 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3"/>
              <a:gd name="T40" fmla="*/ 0 h 149"/>
              <a:gd name="T41" fmla="*/ 43 w 43"/>
              <a:gd name="T42" fmla="*/ 149 h 14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3" h="149">
                <a:moveTo>
                  <a:pt x="0" y="38"/>
                </a:moveTo>
                <a:lnTo>
                  <a:pt x="0" y="38"/>
                </a:lnTo>
                <a:lnTo>
                  <a:pt x="7" y="56"/>
                </a:lnTo>
                <a:lnTo>
                  <a:pt x="7" y="148"/>
                </a:lnTo>
                <a:lnTo>
                  <a:pt x="14" y="137"/>
                </a:lnTo>
                <a:lnTo>
                  <a:pt x="25" y="144"/>
                </a:lnTo>
                <a:lnTo>
                  <a:pt x="13" y="119"/>
                </a:lnTo>
                <a:lnTo>
                  <a:pt x="20" y="93"/>
                </a:lnTo>
                <a:lnTo>
                  <a:pt x="42" y="101"/>
                </a:lnTo>
                <a:lnTo>
                  <a:pt x="21" y="52"/>
                </a:lnTo>
                <a:lnTo>
                  <a:pt x="14" y="0"/>
                </a:lnTo>
                <a:lnTo>
                  <a:pt x="0" y="3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9" name="Freeform 686">
            <a:extLst>
              <a:ext uri="{FF2B5EF4-FFF2-40B4-BE49-F238E27FC236}">
                <a16:creationId xmlns:a16="http://schemas.microsoft.com/office/drawing/2014/main" id="{F8ACBEDE-D148-FC3A-D54E-EBB443402B79}"/>
              </a:ext>
            </a:extLst>
          </p:cNvPr>
          <p:cNvSpPr>
            <a:spLocks/>
          </p:cNvSpPr>
          <p:nvPr/>
        </p:nvSpPr>
        <p:spPr bwMode="auto">
          <a:xfrm>
            <a:off x="6340522" y="3933039"/>
            <a:ext cx="73000" cy="24337"/>
          </a:xfrm>
          <a:custGeom>
            <a:avLst/>
            <a:gdLst>
              <a:gd name="T0" fmla="*/ 0 w 64"/>
              <a:gd name="T1" fmla="*/ 0 h 22"/>
              <a:gd name="T2" fmla="*/ 0 w 64"/>
              <a:gd name="T3" fmla="*/ 0 h 22"/>
              <a:gd name="T4" fmla="*/ 16920514 w 64"/>
              <a:gd name="T5" fmla="*/ 23618538 h 22"/>
              <a:gd name="T6" fmla="*/ 61526777 w 64"/>
              <a:gd name="T7" fmla="*/ 35427802 h 22"/>
              <a:gd name="T8" fmla="*/ 96905705 w 64"/>
              <a:gd name="T9" fmla="*/ 28680208 h 22"/>
              <a:gd name="T10" fmla="*/ 0 w 64"/>
              <a:gd name="T11" fmla="*/ 0 h 22"/>
              <a:gd name="T12" fmla="*/ 0 w 64"/>
              <a:gd name="T13" fmla="*/ 0 h 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22"/>
              <a:gd name="T23" fmla="*/ 64 w 64"/>
              <a:gd name="T24" fmla="*/ 22 h 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22">
                <a:moveTo>
                  <a:pt x="0" y="0"/>
                </a:moveTo>
                <a:lnTo>
                  <a:pt x="0" y="0"/>
                </a:lnTo>
                <a:lnTo>
                  <a:pt x="11" y="14"/>
                </a:lnTo>
                <a:lnTo>
                  <a:pt x="40" y="21"/>
                </a:lnTo>
                <a:lnTo>
                  <a:pt x="63" y="17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90" name="Group 98">
            <a:extLst>
              <a:ext uri="{FF2B5EF4-FFF2-40B4-BE49-F238E27FC236}">
                <a16:creationId xmlns:a16="http://schemas.microsoft.com/office/drawing/2014/main" id="{F0C12FF1-0495-462A-16D2-B3E6D623D6AE}"/>
              </a:ext>
            </a:extLst>
          </p:cNvPr>
          <p:cNvGrpSpPr>
            <a:grpSpLocks/>
          </p:cNvGrpSpPr>
          <p:nvPr/>
        </p:nvGrpSpPr>
        <p:grpSpPr bwMode="auto">
          <a:xfrm>
            <a:off x="4220584" y="3769452"/>
            <a:ext cx="258423" cy="131150"/>
            <a:chOff x="3227" y="1992"/>
            <a:chExt cx="225" cy="118"/>
          </a:xfrm>
          <a:solidFill>
            <a:schemeClr val="accent2"/>
          </a:solidFill>
        </p:grpSpPr>
        <p:sp>
          <p:nvSpPr>
            <p:cNvPr id="391" name="Freeform 688">
              <a:extLst>
                <a:ext uri="{FF2B5EF4-FFF2-40B4-BE49-F238E27FC236}">
                  <a16:creationId xmlns:a16="http://schemas.microsoft.com/office/drawing/2014/main" id="{582F724E-BA9B-CE0F-2B9C-CA29E9A12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006"/>
              <a:ext cx="146" cy="104"/>
            </a:xfrm>
            <a:custGeom>
              <a:avLst/>
              <a:gdLst>
                <a:gd name="T0" fmla="*/ 0 w 146"/>
                <a:gd name="T1" fmla="*/ 13 h 104"/>
                <a:gd name="T2" fmla="*/ 0 w 146"/>
                <a:gd name="T3" fmla="*/ 13 h 104"/>
                <a:gd name="T4" fmla="*/ 1 w 146"/>
                <a:gd name="T5" fmla="*/ 25 h 104"/>
                <a:gd name="T6" fmla="*/ 16 w 146"/>
                <a:gd name="T7" fmla="*/ 25 h 104"/>
                <a:gd name="T8" fmla="*/ 12 w 146"/>
                <a:gd name="T9" fmla="*/ 31 h 104"/>
                <a:gd name="T10" fmla="*/ 22 w 146"/>
                <a:gd name="T11" fmla="*/ 35 h 104"/>
                <a:gd name="T12" fmla="*/ 8 w 146"/>
                <a:gd name="T13" fmla="*/ 34 h 104"/>
                <a:gd name="T14" fmla="*/ 34 w 146"/>
                <a:gd name="T15" fmla="*/ 45 h 104"/>
                <a:gd name="T16" fmla="*/ 23 w 146"/>
                <a:gd name="T17" fmla="*/ 49 h 104"/>
                <a:gd name="T18" fmla="*/ 31 w 146"/>
                <a:gd name="T19" fmla="*/ 57 h 104"/>
                <a:gd name="T20" fmla="*/ 53 w 146"/>
                <a:gd name="T21" fmla="*/ 52 h 104"/>
                <a:gd name="T22" fmla="*/ 53 w 146"/>
                <a:gd name="T23" fmla="*/ 42 h 104"/>
                <a:gd name="T24" fmla="*/ 64 w 146"/>
                <a:gd name="T25" fmla="*/ 38 h 104"/>
                <a:gd name="T26" fmla="*/ 66 w 146"/>
                <a:gd name="T27" fmla="*/ 50 h 104"/>
                <a:gd name="T28" fmla="*/ 80 w 146"/>
                <a:gd name="T29" fmla="*/ 42 h 104"/>
                <a:gd name="T30" fmla="*/ 77 w 146"/>
                <a:gd name="T31" fmla="*/ 50 h 104"/>
                <a:gd name="T32" fmla="*/ 90 w 146"/>
                <a:gd name="T33" fmla="*/ 50 h 104"/>
                <a:gd name="T34" fmla="*/ 40 w 146"/>
                <a:gd name="T35" fmla="*/ 62 h 104"/>
                <a:gd name="T36" fmla="*/ 43 w 146"/>
                <a:gd name="T37" fmla="*/ 71 h 104"/>
                <a:gd name="T38" fmla="*/ 84 w 146"/>
                <a:gd name="T39" fmla="*/ 64 h 104"/>
                <a:gd name="T40" fmla="*/ 55 w 146"/>
                <a:gd name="T41" fmla="*/ 73 h 104"/>
                <a:gd name="T42" fmla="*/ 72 w 146"/>
                <a:gd name="T43" fmla="*/ 78 h 104"/>
                <a:gd name="T44" fmla="*/ 44 w 146"/>
                <a:gd name="T45" fmla="*/ 82 h 104"/>
                <a:gd name="T46" fmla="*/ 86 w 146"/>
                <a:gd name="T47" fmla="*/ 103 h 104"/>
                <a:gd name="T48" fmla="*/ 113 w 146"/>
                <a:gd name="T49" fmla="*/ 50 h 104"/>
                <a:gd name="T50" fmla="*/ 145 w 146"/>
                <a:gd name="T51" fmla="*/ 37 h 104"/>
                <a:gd name="T52" fmla="*/ 109 w 146"/>
                <a:gd name="T53" fmla="*/ 28 h 104"/>
                <a:gd name="T54" fmla="*/ 104 w 146"/>
                <a:gd name="T55" fmla="*/ 15 h 104"/>
                <a:gd name="T56" fmla="*/ 94 w 146"/>
                <a:gd name="T57" fmla="*/ 23 h 104"/>
                <a:gd name="T58" fmla="*/ 99 w 146"/>
                <a:gd name="T59" fmla="*/ 10 h 104"/>
                <a:gd name="T60" fmla="*/ 75 w 146"/>
                <a:gd name="T61" fmla="*/ 0 h 104"/>
                <a:gd name="T62" fmla="*/ 67 w 146"/>
                <a:gd name="T63" fmla="*/ 10 h 104"/>
                <a:gd name="T64" fmla="*/ 78 w 146"/>
                <a:gd name="T65" fmla="*/ 35 h 104"/>
                <a:gd name="T66" fmla="*/ 51 w 146"/>
                <a:gd name="T67" fmla="*/ 10 h 104"/>
                <a:gd name="T68" fmla="*/ 43 w 146"/>
                <a:gd name="T69" fmla="*/ 15 h 104"/>
                <a:gd name="T70" fmla="*/ 48 w 146"/>
                <a:gd name="T71" fmla="*/ 28 h 104"/>
                <a:gd name="T72" fmla="*/ 22 w 146"/>
                <a:gd name="T73" fmla="*/ 16 h 104"/>
                <a:gd name="T74" fmla="*/ 40 w 146"/>
                <a:gd name="T75" fmla="*/ 9 h 104"/>
                <a:gd name="T76" fmla="*/ 0 w 146"/>
                <a:gd name="T77" fmla="*/ 13 h 104"/>
                <a:gd name="T78" fmla="*/ 0 w 146"/>
                <a:gd name="T79" fmla="*/ 13 h 10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46"/>
                <a:gd name="T121" fmla="*/ 0 h 104"/>
                <a:gd name="T122" fmla="*/ 146 w 146"/>
                <a:gd name="T123" fmla="*/ 104 h 10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46" h="104">
                  <a:moveTo>
                    <a:pt x="0" y="13"/>
                  </a:moveTo>
                  <a:lnTo>
                    <a:pt x="0" y="13"/>
                  </a:lnTo>
                  <a:lnTo>
                    <a:pt x="1" y="25"/>
                  </a:lnTo>
                  <a:lnTo>
                    <a:pt x="16" y="25"/>
                  </a:lnTo>
                  <a:lnTo>
                    <a:pt x="12" y="31"/>
                  </a:lnTo>
                  <a:lnTo>
                    <a:pt x="22" y="35"/>
                  </a:lnTo>
                  <a:lnTo>
                    <a:pt x="8" y="34"/>
                  </a:lnTo>
                  <a:lnTo>
                    <a:pt x="34" y="45"/>
                  </a:lnTo>
                  <a:lnTo>
                    <a:pt x="23" y="49"/>
                  </a:lnTo>
                  <a:lnTo>
                    <a:pt x="31" y="57"/>
                  </a:lnTo>
                  <a:lnTo>
                    <a:pt x="53" y="52"/>
                  </a:lnTo>
                  <a:lnTo>
                    <a:pt x="53" y="42"/>
                  </a:lnTo>
                  <a:lnTo>
                    <a:pt x="64" y="38"/>
                  </a:lnTo>
                  <a:lnTo>
                    <a:pt x="66" y="50"/>
                  </a:lnTo>
                  <a:lnTo>
                    <a:pt x="80" y="42"/>
                  </a:lnTo>
                  <a:lnTo>
                    <a:pt x="77" y="50"/>
                  </a:lnTo>
                  <a:lnTo>
                    <a:pt x="90" y="50"/>
                  </a:lnTo>
                  <a:lnTo>
                    <a:pt x="40" y="62"/>
                  </a:lnTo>
                  <a:lnTo>
                    <a:pt x="43" y="71"/>
                  </a:lnTo>
                  <a:lnTo>
                    <a:pt x="84" y="64"/>
                  </a:lnTo>
                  <a:lnTo>
                    <a:pt x="55" y="73"/>
                  </a:lnTo>
                  <a:lnTo>
                    <a:pt x="72" y="78"/>
                  </a:lnTo>
                  <a:lnTo>
                    <a:pt x="44" y="82"/>
                  </a:lnTo>
                  <a:lnTo>
                    <a:pt x="86" y="103"/>
                  </a:lnTo>
                  <a:lnTo>
                    <a:pt x="113" y="50"/>
                  </a:lnTo>
                  <a:lnTo>
                    <a:pt x="145" y="37"/>
                  </a:lnTo>
                  <a:lnTo>
                    <a:pt x="109" y="28"/>
                  </a:lnTo>
                  <a:lnTo>
                    <a:pt x="104" y="15"/>
                  </a:lnTo>
                  <a:lnTo>
                    <a:pt x="94" y="23"/>
                  </a:lnTo>
                  <a:lnTo>
                    <a:pt x="99" y="10"/>
                  </a:lnTo>
                  <a:lnTo>
                    <a:pt x="75" y="0"/>
                  </a:lnTo>
                  <a:lnTo>
                    <a:pt x="67" y="10"/>
                  </a:lnTo>
                  <a:lnTo>
                    <a:pt x="78" y="35"/>
                  </a:lnTo>
                  <a:lnTo>
                    <a:pt x="51" y="10"/>
                  </a:lnTo>
                  <a:lnTo>
                    <a:pt x="43" y="15"/>
                  </a:lnTo>
                  <a:lnTo>
                    <a:pt x="48" y="28"/>
                  </a:lnTo>
                  <a:lnTo>
                    <a:pt x="22" y="16"/>
                  </a:lnTo>
                  <a:lnTo>
                    <a:pt x="40" y="9"/>
                  </a:lnTo>
                  <a:lnTo>
                    <a:pt x="0" y="13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2" name="Freeform 689">
              <a:extLst>
                <a:ext uri="{FF2B5EF4-FFF2-40B4-BE49-F238E27FC236}">
                  <a16:creationId xmlns:a16="http://schemas.microsoft.com/office/drawing/2014/main" id="{EC21D29F-59D6-5240-05B0-3B55F3A03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1992"/>
              <a:ext cx="132" cy="44"/>
            </a:xfrm>
            <a:custGeom>
              <a:avLst/>
              <a:gdLst>
                <a:gd name="T0" fmla="*/ 0 w 132"/>
                <a:gd name="T1" fmla="*/ 11 h 44"/>
                <a:gd name="T2" fmla="*/ 0 w 132"/>
                <a:gd name="T3" fmla="*/ 11 h 44"/>
                <a:gd name="T4" fmla="*/ 19 w 132"/>
                <a:gd name="T5" fmla="*/ 15 h 44"/>
                <a:gd name="T6" fmla="*/ 7 w 132"/>
                <a:gd name="T7" fmla="*/ 20 h 44"/>
                <a:gd name="T8" fmla="*/ 12 w 132"/>
                <a:gd name="T9" fmla="*/ 24 h 44"/>
                <a:gd name="T10" fmla="*/ 60 w 132"/>
                <a:gd name="T11" fmla="*/ 23 h 44"/>
                <a:gd name="T12" fmla="*/ 30 w 132"/>
                <a:gd name="T13" fmla="*/ 29 h 44"/>
                <a:gd name="T14" fmla="*/ 78 w 132"/>
                <a:gd name="T15" fmla="*/ 43 h 44"/>
                <a:gd name="T16" fmla="*/ 110 w 132"/>
                <a:gd name="T17" fmla="*/ 35 h 44"/>
                <a:gd name="T18" fmla="*/ 131 w 132"/>
                <a:gd name="T19" fmla="*/ 20 h 44"/>
                <a:gd name="T20" fmla="*/ 125 w 132"/>
                <a:gd name="T21" fmla="*/ 12 h 44"/>
                <a:gd name="T22" fmla="*/ 94 w 132"/>
                <a:gd name="T23" fmla="*/ 13 h 44"/>
                <a:gd name="T24" fmla="*/ 99 w 132"/>
                <a:gd name="T25" fmla="*/ 5 h 44"/>
                <a:gd name="T26" fmla="*/ 74 w 132"/>
                <a:gd name="T27" fmla="*/ 13 h 44"/>
                <a:gd name="T28" fmla="*/ 71 w 132"/>
                <a:gd name="T29" fmla="*/ 0 h 44"/>
                <a:gd name="T30" fmla="*/ 65 w 132"/>
                <a:gd name="T31" fmla="*/ 17 h 44"/>
                <a:gd name="T32" fmla="*/ 30 w 132"/>
                <a:gd name="T33" fmla="*/ 0 h 44"/>
                <a:gd name="T34" fmla="*/ 31 w 132"/>
                <a:gd name="T35" fmla="*/ 10 h 44"/>
                <a:gd name="T36" fmla="*/ 20 w 132"/>
                <a:gd name="T37" fmla="*/ 5 h 44"/>
                <a:gd name="T38" fmla="*/ 25 w 132"/>
                <a:gd name="T39" fmla="*/ 15 h 44"/>
                <a:gd name="T40" fmla="*/ 0 w 132"/>
                <a:gd name="T41" fmla="*/ 11 h 44"/>
                <a:gd name="T42" fmla="*/ 0 w 132"/>
                <a:gd name="T43" fmla="*/ 11 h 4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2"/>
                <a:gd name="T67" fmla="*/ 0 h 44"/>
                <a:gd name="T68" fmla="*/ 132 w 132"/>
                <a:gd name="T69" fmla="*/ 44 h 4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2" h="44">
                  <a:moveTo>
                    <a:pt x="0" y="11"/>
                  </a:moveTo>
                  <a:lnTo>
                    <a:pt x="0" y="11"/>
                  </a:lnTo>
                  <a:lnTo>
                    <a:pt x="19" y="15"/>
                  </a:lnTo>
                  <a:lnTo>
                    <a:pt x="7" y="20"/>
                  </a:lnTo>
                  <a:lnTo>
                    <a:pt x="12" y="24"/>
                  </a:lnTo>
                  <a:lnTo>
                    <a:pt x="60" y="23"/>
                  </a:lnTo>
                  <a:lnTo>
                    <a:pt x="30" y="29"/>
                  </a:lnTo>
                  <a:lnTo>
                    <a:pt x="78" y="43"/>
                  </a:lnTo>
                  <a:lnTo>
                    <a:pt x="110" y="35"/>
                  </a:lnTo>
                  <a:lnTo>
                    <a:pt x="131" y="20"/>
                  </a:lnTo>
                  <a:lnTo>
                    <a:pt x="125" y="12"/>
                  </a:lnTo>
                  <a:lnTo>
                    <a:pt x="94" y="13"/>
                  </a:lnTo>
                  <a:lnTo>
                    <a:pt x="99" y="5"/>
                  </a:lnTo>
                  <a:lnTo>
                    <a:pt x="74" y="13"/>
                  </a:lnTo>
                  <a:lnTo>
                    <a:pt x="71" y="0"/>
                  </a:lnTo>
                  <a:lnTo>
                    <a:pt x="65" y="17"/>
                  </a:lnTo>
                  <a:lnTo>
                    <a:pt x="30" y="0"/>
                  </a:lnTo>
                  <a:lnTo>
                    <a:pt x="31" y="10"/>
                  </a:lnTo>
                  <a:lnTo>
                    <a:pt x="20" y="5"/>
                  </a:lnTo>
                  <a:lnTo>
                    <a:pt x="25" y="15"/>
                  </a:lnTo>
                  <a:lnTo>
                    <a:pt x="0" y="1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3" name="Freeform 690">
              <a:extLst>
                <a:ext uri="{FF2B5EF4-FFF2-40B4-BE49-F238E27FC236}">
                  <a16:creationId xmlns:a16="http://schemas.microsoft.com/office/drawing/2014/main" id="{4AFB650E-25F3-534F-6DFD-FF580D221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2062"/>
              <a:ext cx="57" cy="29"/>
            </a:xfrm>
            <a:custGeom>
              <a:avLst/>
              <a:gdLst>
                <a:gd name="T0" fmla="*/ 0 w 57"/>
                <a:gd name="T1" fmla="*/ 22 h 29"/>
                <a:gd name="T2" fmla="*/ 0 w 57"/>
                <a:gd name="T3" fmla="*/ 22 h 29"/>
                <a:gd name="T4" fmla="*/ 5 w 57"/>
                <a:gd name="T5" fmla="*/ 8 h 29"/>
                <a:gd name="T6" fmla="*/ 28 w 57"/>
                <a:gd name="T7" fmla="*/ 0 h 29"/>
                <a:gd name="T8" fmla="*/ 32 w 57"/>
                <a:gd name="T9" fmla="*/ 8 h 29"/>
                <a:gd name="T10" fmla="*/ 56 w 57"/>
                <a:gd name="T11" fmla="*/ 14 h 29"/>
                <a:gd name="T12" fmla="*/ 22 w 57"/>
                <a:gd name="T13" fmla="*/ 28 h 29"/>
                <a:gd name="T14" fmla="*/ 28 w 57"/>
                <a:gd name="T15" fmla="*/ 21 h 29"/>
                <a:gd name="T16" fmla="*/ 0 w 57"/>
                <a:gd name="T17" fmla="*/ 22 h 29"/>
                <a:gd name="T18" fmla="*/ 0 w 57"/>
                <a:gd name="T19" fmla="*/ 22 h 2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7"/>
                <a:gd name="T31" fmla="*/ 0 h 29"/>
                <a:gd name="T32" fmla="*/ 57 w 57"/>
                <a:gd name="T33" fmla="*/ 29 h 2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7" h="29">
                  <a:moveTo>
                    <a:pt x="0" y="22"/>
                  </a:moveTo>
                  <a:lnTo>
                    <a:pt x="0" y="22"/>
                  </a:lnTo>
                  <a:lnTo>
                    <a:pt x="5" y="8"/>
                  </a:lnTo>
                  <a:lnTo>
                    <a:pt x="28" y="0"/>
                  </a:lnTo>
                  <a:lnTo>
                    <a:pt x="32" y="8"/>
                  </a:lnTo>
                  <a:lnTo>
                    <a:pt x="56" y="14"/>
                  </a:lnTo>
                  <a:lnTo>
                    <a:pt x="22" y="28"/>
                  </a:lnTo>
                  <a:lnTo>
                    <a:pt x="28" y="21"/>
                  </a:lnTo>
                  <a:lnTo>
                    <a:pt x="0" y="2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4" name="Freeform 691">
            <a:extLst>
              <a:ext uri="{FF2B5EF4-FFF2-40B4-BE49-F238E27FC236}">
                <a16:creationId xmlns:a16="http://schemas.microsoft.com/office/drawing/2014/main" id="{E6429D68-7B03-FC29-9F8A-8BBCBABB97C2}"/>
              </a:ext>
            </a:extLst>
          </p:cNvPr>
          <p:cNvSpPr>
            <a:spLocks/>
          </p:cNvSpPr>
          <p:nvPr/>
        </p:nvSpPr>
        <p:spPr bwMode="auto">
          <a:xfrm>
            <a:off x="5579857" y="5052543"/>
            <a:ext cx="125561" cy="233907"/>
          </a:xfrm>
          <a:custGeom>
            <a:avLst/>
            <a:gdLst>
              <a:gd name="T0" fmla="*/ 0 w 109"/>
              <a:gd name="T1" fmla="*/ 56982790 h 209"/>
              <a:gd name="T2" fmla="*/ 0 w 109"/>
              <a:gd name="T3" fmla="*/ 56982790 h 209"/>
              <a:gd name="T4" fmla="*/ 10982123 w 109"/>
              <a:gd name="T5" fmla="*/ 29354730 h 209"/>
              <a:gd name="T6" fmla="*/ 56477515 w 109"/>
              <a:gd name="T7" fmla="*/ 0 h 209"/>
              <a:gd name="T8" fmla="*/ 76872341 w 109"/>
              <a:gd name="T9" fmla="*/ 27628059 h 209"/>
              <a:gd name="T10" fmla="*/ 70597203 w 109"/>
              <a:gd name="T11" fmla="*/ 75977484 h 209"/>
              <a:gd name="T12" fmla="*/ 125505307 w 109"/>
              <a:gd name="T13" fmla="*/ 55256119 h 209"/>
              <a:gd name="T14" fmla="*/ 149037702 w 109"/>
              <a:gd name="T15" fmla="*/ 75977484 h 209"/>
              <a:gd name="T16" fmla="*/ 169431313 w 109"/>
              <a:gd name="T17" fmla="*/ 124325605 h 209"/>
              <a:gd name="T18" fmla="*/ 161587978 w 109"/>
              <a:gd name="T19" fmla="*/ 153680325 h 209"/>
              <a:gd name="T20" fmla="*/ 120798327 w 109"/>
              <a:gd name="T21" fmla="*/ 151953654 h 209"/>
              <a:gd name="T22" fmla="*/ 105110482 w 109"/>
              <a:gd name="T23" fmla="*/ 165768336 h 209"/>
              <a:gd name="T24" fmla="*/ 112955031 w 109"/>
              <a:gd name="T25" fmla="*/ 215843148 h 209"/>
              <a:gd name="T26" fmla="*/ 58045674 w 109"/>
              <a:gd name="T27" fmla="*/ 172675061 h 209"/>
              <a:gd name="T28" fmla="*/ 34514522 w 109"/>
              <a:gd name="T29" fmla="*/ 250377881 h 209"/>
              <a:gd name="T30" fmla="*/ 61183243 w 109"/>
              <a:gd name="T31" fmla="*/ 319448661 h 209"/>
              <a:gd name="T32" fmla="*/ 98835344 w 109"/>
              <a:gd name="T33" fmla="*/ 345348807 h 209"/>
              <a:gd name="T34" fmla="*/ 78440499 w 109"/>
              <a:gd name="T35" fmla="*/ 359163489 h 209"/>
              <a:gd name="T36" fmla="*/ 73734772 w 109"/>
              <a:gd name="T37" fmla="*/ 336715370 h 209"/>
              <a:gd name="T38" fmla="*/ 58045674 w 109"/>
              <a:gd name="T39" fmla="*/ 336715370 h 209"/>
              <a:gd name="T40" fmla="*/ 15687850 w 109"/>
              <a:gd name="T41" fmla="*/ 298727295 h 209"/>
              <a:gd name="T42" fmla="*/ 23532404 w 109"/>
              <a:gd name="T43" fmla="*/ 252104552 h 209"/>
              <a:gd name="T44" fmla="*/ 45495397 w 109"/>
              <a:gd name="T45" fmla="*/ 210663135 h 209"/>
              <a:gd name="T46" fmla="*/ 15687850 w 109"/>
              <a:gd name="T47" fmla="*/ 141593628 h 209"/>
              <a:gd name="T48" fmla="*/ 25100562 w 109"/>
              <a:gd name="T49" fmla="*/ 110512237 h 209"/>
              <a:gd name="T50" fmla="*/ 0 w 109"/>
              <a:gd name="T51" fmla="*/ 56982790 h 209"/>
              <a:gd name="T52" fmla="*/ 0 w 109"/>
              <a:gd name="T53" fmla="*/ 56982790 h 20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09"/>
              <a:gd name="T82" fmla="*/ 0 h 209"/>
              <a:gd name="T83" fmla="*/ 109 w 109"/>
              <a:gd name="T84" fmla="*/ 209 h 20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09" h="209">
                <a:moveTo>
                  <a:pt x="0" y="33"/>
                </a:moveTo>
                <a:lnTo>
                  <a:pt x="0" y="33"/>
                </a:lnTo>
                <a:lnTo>
                  <a:pt x="7" y="17"/>
                </a:lnTo>
                <a:lnTo>
                  <a:pt x="36" y="0"/>
                </a:lnTo>
                <a:lnTo>
                  <a:pt x="49" y="16"/>
                </a:lnTo>
                <a:lnTo>
                  <a:pt x="45" y="44"/>
                </a:lnTo>
                <a:lnTo>
                  <a:pt x="80" y="32"/>
                </a:lnTo>
                <a:lnTo>
                  <a:pt x="95" y="44"/>
                </a:lnTo>
                <a:lnTo>
                  <a:pt x="108" y="72"/>
                </a:lnTo>
                <a:lnTo>
                  <a:pt x="103" y="89"/>
                </a:lnTo>
                <a:lnTo>
                  <a:pt x="77" y="88"/>
                </a:lnTo>
                <a:lnTo>
                  <a:pt x="67" y="96"/>
                </a:lnTo>
                <a:lnTo>
                  <a:pt x="72" y="125"/>
                </a:lnTo>
                <a:lnTo>
                  <a:pt x="37" y="100"/>
                </a:lnTo>
                <a:lnTo>
                  <a:pt x="22" y="145"/>
                </a:lnTo>
                <a:lnTo>
                  <a:pt x="39" y="185"/>
                </a:lnTo>
                <a:lnTo>
                  <a:pt x="63" y="200"/>
                </a:lnTo>
                <a:lnTo>
                  <a:pt x="50" y="208"/>
                </a:lnTo>
                <a:lnTo>
                  <a:pt x="47" y="195"/>
                </a:lnTo>
                <a:lnTo>
                  <a:pt x="37" y="195"/>
                </a:lnTo>
                <a:lnTo>
                  <a:pt x="10" y="173"/>
                </a:lnTo>
                <a:lnTo>
                  <a:pt x="15" y="146"/>
                </a:lnTo>
                <a:lnTo>
                  <a:pt x="29" y="122"/>
                </a:lnTo>
                <a:lnTo>
                  <a:pt x="10" y="82"/>
                </a:lnTo>
                <a:lnTo>
                  <a:pt x="16" y="64"/>
                </a:lnTo>
                <a:lnTo>
                  <a:pt x="0" y="3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5" name="Freeform 692">
            <a:extLst>
              <a:ext uri="{FF2B5EF4-FFF2-40B4-BE49-F238E27FC236}">
                <a16:creationId xmlns:a16="http://schemas.microsoft.com/office/drawing/2014/main" id="{CE787DFE-3EE1-4046-CBB6-CAA27D29BE00}"/>
              </a:ext>
            </a:extLst>
          </p:cNvPr>
          <p:cNvSpPr>
            <a:spLocks/>
          </p:cNvSpPr>
          <p:nvPr/>
        </p:nvSpPr>
        <p:spPr bwMode="auto">
          <a:xfrm>
            <a:off x="4462947" y="4694249"/>
            <a:ext cx="290543" cy="109515"/>
          </a:xfrm>
          <a:custGeom>
            <a:avLst/>
            <a:gdLst>
              <a:gd name="T0" fmla="*/ 0 w 252"/>
              <a:gd name="T1" fmla="*/ 55671680 h 99"/>
              <a:gd name="T2" fmla="*/ 0 w 252"/>
              <a:gd name="T3" fmla="*/ 55671680 h 99"/>
              <a:gd name="T4" fmla="*/ 17287462 w 252"/>
              <a:gd name="T5" fmla="*/ 97848223 h 99"/>
              <a:gd name="T6" fmla="*/ 1572043 w 252"/>
              <a:gd name="T7" fmla="*/ 102908575 h 99"/>
              <a:gd name="T8" fmla="*/ 17287462 w 252"/>
              <a:gd name="T9" fmla="*/ 109657442 h 99"/>
              <a:gd name="T10" fmla="*/ 23573131 w 252"/>
              <a:gd name="T11" fmla="*/ 136650313 h 99"/>
              <a:gd name="T12" fmla="*/ 45575473 w 252"/>
              <a:gd name="T13" fmla="*/ 133275879 h 99"/>
              <a:gd name="T14" fmla="*/ 23573131 w 252"/>
              <a:gd name="T15" fmla="*/ 145085098 h 99"/>
              <a:gd name="T16" fmla="*/ 48718305 w 252"/>
              <a:gd name="T17" fmla="*/ 140023447 h 99"/>
              <a:gd name="T18" fmla="*/ 75435513 w 252"/>
              <a:gd name="T19" fmla="*/ 156894316 h 99"/>
              <a:gd name="T20" fmla="*/ 100580697 w 252"/>
              <a:gd name="T21" fmla="*/ 138336230 h 99"/>
              <a:gd name="T22" fmla="*/ 139869232 w 252"/>
              <a:gd name="T23" fmla="*/ 161954668 h 99"/>
              <a:gd name="T24" fmla="*/ 207447058 w 252"/>
              <a:gd name="T25" fmla="*/ 138336230 h 99"/>
              <a:gd name="T26" fmla="*/ 205876268 w 252"/>
              <a:gd name="T27" fmla="*/ 165329101 h 99"/>
              <a:gd name="T28" fmla="*/ 218448850 w 252"/>
              <a:gd name="T29" fmla="*/ 138336230 h 99"/>
              <a:gd name="T30" fmla="*/ 347317583 w 252"/>
              <a:gd name="T31" fmla="*/ 133275879 h 99"/>
              <a:gd name="T32" fmla="*/ 394463826 w 252"/>
              <a:gd name="T33" fmla="*/ 129901445 h 99"/>
              <a:gd name="T34" fmla="*/ 380320454 w 252"/>
              <a:gd name="T35" fmla="*/ 72542549 h 99"/>
              <a:gd name="T36" fmla="*/ 391320994 w 252"/>
              <a:gd name="T37" fmla="*/ 60733330 h 99"/>
              <a:gd name="T38" fmla="*/ 350460415 w 252"/>
              <a:gd name="T39" fmla="*/ 11809224 h 99"/>
              <a:gd name="T40" fmla="*/ 323743129 w 252"/>
              <a:gd name="T41" fmla="*/ 11809224 h 99"/>
              <a:gd name="T42" fmla="*/ 253022511 w 252"/>
              <a:gd name="T43" fmla="*/ 32053232 h 99"/>
              <a:gd name="T44" fmla="*/ 190159600 w 252"/>
              <a:gd name="T45" fmla="*/ 0 h 99"/>
              <a:gd name="T46" fmla="*/ 150871025 w 252"/>
              <a:gd name="T47" fmla="*/ 1687217 h 99"/>
              <a:gd name="T48" fmla="*/ 102152740 w 252"/>
              <a:gd name="T49" fmla="*/ 30366016 h 99"/>
              <a:gd name="T50" fmla="*/ 61290888 w 252"/>
              <a:gd name="T51" fmla="*/ 21931231 h 99"/>
              <a:gd name="T52" fmla="*/ 73863470 w 252"/>
              <a:gd name="T53" fmla="*/ 37114883 h 99"/>
              <a:gd name="T54" fmla="*/ 0 w 252"/>
              <a:gd name="T55" fmla="*/ 55671680 h 99"/>
              <a:gd name="T56" fmla="*/ 0 w 252"/>
              <a:gd name="T57" fmla="*/ 55671680 h 99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252"/>
              <a:gd name="T88" fmla="*/ 0 h 99"/>
              <a:gd name="T89" fmla="*/ 252 w 252"/>
              <a:gd name="T90" fmla="*/ 99 h 99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252" h="99">
                <a:moveTo>
                  <a:pt x="0" y="33"/>
                </a:moveTo>
                <a:lnTo>
                  <a:pt x="0" y="33"/>
                </a:lnTo>
                <a:lnTo>
                  <a:pt x="11" y="58"/>
                </a:lnTo>
                <a:lnTo>
                  <a:pt x="1" y="61"/>
                </a:lnTo>
                <a:lnTo>
                  <a:pt x="11" y="65"/>
                </a:lnTo>
                <a:lnTo>
                  <a:pt x="15" y="81"/>
                </a:lnTo>
                <a:lnTo>
                  <a:pt x="29" y="79"/>
                </a:lnTo>
                <a:lnTo>
                  <a:pt x="15" y="86"/>
                </a:lnTo>
                <a:lnTo>
                  <a:pt x="31" y="83"/>
                </a:lnTo>
                <a:lnTo>
                  <a:pt x="48" y="93"/>
                </a:lnTo>
                <a:lnTo>
                  <a:pt x="64" y="82"/>
                </a:lnTo>
                <a:lnTo>
                  <a:pt x="89" y="96"/>
                </a:lnTo>
                <a:lnTo>
                  <a:pt x="132" y="82"/>
                </a:lnTo>
                <a:lnTo>
                  <a:pt x="131" y="98"/>
                </a:lnTo>
                <a:lnTo>
                  <a:pt x="139" y="82"/>
                </a:lnTo>
                <a:lnTo>
                  <a:pt x="221" y="79"/>
                </a:lnTo>
                <a:lnTo>
                  <a:pt x="251" y="77"/>
                </a:lnTo>
                <a:lnTo>
                  <a:pt x="242" y="43"/>
                </a:lnTo>
                <a:lnTo>
                  <a:pt x="249" y="36"/>
                </a:lnTo>
                <a:lnTo>
                  <a:pt x="223" y="7"/>
                </a:lnTo>
                <a:lnTo>
                  <a:pt x="206" y="7"/>
                </a:lnTo>
                <a:lnTo>
                  <a:pt x="161" y="19"/>
                </a:lnTo>
                <a:lnTo>
                  <a:pt x="121" y="0"/>
                </a:lnTo>
                <a:lnTo>
                  <a:pt x="96" y="1"/>
                </a:lnTo>
                <a:lnTo>
                  <a:pt x="65" y="18"/>
                </a:lnTo>
                <a:lnTo>
                  <a:pt x="39" y="13"/>
                </a:lnTo>
                <a:lnTo>
                  <a:pt x="47" y="22"/>
                </a:lnTo>
                <a:lnTo>
                  <a:pt x="0" y="3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6" name="Freeform 693">
            <a:extLst>
              <a:ext uri="{FF2B5EF4-FFF2-40B4-BE49-F238E27FC236}">
                <a16:creationId xmlns:a16="http://schemas.microsoft.com/office/drawing/2014/main" id="{55DB1638-DAB2-DBA5-B6F2-E08F02F2A2E8}"/>
              </a:ext>
            </a:extLst>
          </p:cNvPr>
          <p:cNvSpPr>
            <a:spLocks/>
          </p:cNvSpPr>
          <p:nvPr/>
        </p:nvSpPr>
        <p:spPr bwMode="auto">
          <a:xfrm>
            <a:off x="1423202" y="4054726"/>
            <a:ext cx="465745" cy="393448"/>
          </a:xfrm>
          <a:custGeom>
            <a:avLst/>
            <a:gdLst>
              <a:gd name="T0" fmla="*/ 0 w 408"/>
              <a:gd name="T1" fmla="*/ 228607924 h 355"/>
              <a:gd name="T2" fmla="*/ 24649159 w 408"/>
              <a:gd name="T3" fmla="*/ 243848794 h 355"/>
              <a:gd name="T4" fmla="*/ 103220134 w 408"/>
              <a:gd name="T5" fmla="*/ 264168652 h 355"/>
              <a:gd name="T6" fmla="*/ 152519673 w 408"/>
              <a:gd name="T7" fmla="*/ 260782660 h 355"/>
              <a:gd name="T8" fmla="*/ 146357076 w 408"/>
              <a:gd name="T9" fmla="*/ 304810972 h 355"/>
              <a:gd name="T10" fmla="*/ 38514693 w 408"/>
              <a:gd name="T11" fmla="*/ 379319803 h 355"/>
              <a:gd name="T12" fmla="*/ 43136961 w 408"/>
              <a:gd name="T13" fmla="*/ 382707097 h 355"/>
              <a:gd name="T14" fmla="*/ 90894939 w 408"/>
              <a:gd name="T15" fmla="*/ 401333959 h 355"/>
              <a:gd name="T16" fmla="*/ 87814261 w 408"/>
              <a:gd name="T17" fmla="*/ 440281982 h 355"/>
              <a:gd name="T18" fmla="*/ 137113800 w 408"/>
              <a:gd name="T19" fmla="*/ 401333959 h 355"/>
              <a:gd name="T20" fmla="*/ 134031881 w 408"/>
              <a:gd name="T21" fmla="*/ 460603141 h 355"/>
              <a:gd name="T22" fmla="*/ 164843666 w 408"/>
              <a:gd name="T23" fmla="*/ 453829855 h 355"/>
              <a:gd name="T24" fmla="*/ 198737332 w 408"/>
              <a:gd name="T25" fmla="*/ 465683431 h 355"/>
              <a:gd name="T26" fmla="*/ 237252015 w 408"/>
              <a:gd name="T27" fmla="*/ 462296138 h 355"/>
              <a:gd name="T28" fmla="*/ 164843666 w 408"/>
              <a:gd name="T29" fmla="*/ 552045758 h 355"/>
              <a:gd name="T30" fmla="*/ 124788605 w 408"/>
              <a:gd name="T31" fmla="*/ 568979624 h 355"/>
              <a:gd name="T32" fmla="*/ 134031881 w 408"/>
              <a:gd name="T33" fmla="*/ 577447208 h 355"/>
              <a:gd name="T34" fmla="*/ 197196993 w 408"/>
              <a:gd name="T35" fmla="*/ 558819044 h 355"/>
              <a:gd name="T36" fmla="*/ 212602866 w 408"/>
              <a:gd name="T37" fmla="*/ 546965468 h 355"/>
              <a:gd name="T38" fmla="*/ 306578444 w 408"/>
              <a:gd name="T39" fmla="*/ 469069424 h 355"/>
              <a:gd name="T40" fmla="*/ 360500319 w 408"/>
              <a:gd name="T41" fmla="*/ 384400093 h 355"/>
              <a:gd name="T42" fmla="*/ 363580997 w 408"/>
              <a:gd name="T43" fmla="*/ 384400093 h 355"/>
              <a:gd name="T44" fmla="*/ 375906192 w 408"/>
              <a:gd name="T45" fmla="*/ 392867677 h 355"/>
              <a:gd name="T46" fmla="*/ 348175124 w 408"/>
              <a:gd name="T47" fmla="*/ 404721253 h 355"/>
              <a:gd name="T48" fmla="*/ 357418400 w 408"/>
              <a:gd name="T49" fmla="*/ 436895989 h 355"/>
              <a:gd name="T50" fmla="*/ 406717939 w 408"/>
              <a:gd name="T51" fmla="*/ 430121402 h 355"/>
              <a:gd name="T52" fmla="*/ 406717939 w 408"/>
              <a:gd name="T53" fmla="*/ 403026956 h 355"/>
              <a:gd name="T54" fmla="*/ 419043134 w 408"/>
              <a:gd name="T55" fmla="*/ 399640963 h 355"/>
              <a:gd name="T56" fmla="*/ 445232622 w 408"/>
              <a:gd name="T57" fmla="*/ 406414249 h 355"/>
              <a:gd name="T58" fmla="*/ 582346383 w 408"/>
              <a:gd name="T59" fmla="*/ 440281982 h 355"/>
              <a:gd name="T60" fmla="*/ 606995532 w 408"/>
              <a:gd name="T61" fmla="*/ 433508695 h 355"/>
              <a:gd name="T62" fmla="*/ 616238808 w 408"/>
              <a:gd name="T63" fmla="*/ 460603141 h 355"/>
              <a:gd name="T64" fmla="*/ 606995532 w 408"/>
              <a:gd name="T65" fmla="*/ 421655119 h 355"/>
              <a:gd name="T66" fmla="*/ 566940510 w 408"/>
              <a:gd name="T67" fmla="*/ 67735485 h 355"/>
              <a:gd name="T68" fmla="*/ 332769251 w 408"/>
              <a:gd name="T69" fmla="*/ 22014166 h 355"/>
              <a:gd name="T70" fmla="*/ 264983083 w 408"/>
              <a:gd name="T71" fmla="*/ 25401460 h 355"/>
              <a:gd name="T72" fmla="*/ 263442744 w 408"/>
              <a:gd name="T73" fmla="*/ 8467586 h 355"/>
              <a:gd name="T74" fmla="*/ 212602866 w 408"/>
              <a:gd name="T75" fmla="*/ 22014166 h 355"/>
              <a:gd name="T76" fmla="*/ 171006263 w 408"/>
              <a:gd name="T77" fmla="*/ 45721329 h 355"/>
              <a:gd name="T78" fmla="*/ 127869283 w 408"/>
              <a:gd name="T79" fmla="*/ 44028332 h 355"/>
              <a:gd name="T80" fmla="*/ 117085668 w 408"/>
              <a:gd name="T81" fmla="*/ 55881908 h 355"/>
              <a:gd name="T82" fmla="*/ 38514693 w 408"/>
              <a:gd name="T83" fmla="*/ 103297535 h 355"/>
              <a:gd name="T84" fmla="*/ 24649159 w 408"/>
              <a:gd name="T85" fmla="*/ 121924397 h 355"/>
              <a:gd name="T86" fmla="*/ 180249539 w 408"/>
              <a:gd name="T87" fmla="*/ 194740192 h 355"/>
              <a:gd name="T88" fmla="*/ 127869283 w 408"/>
              <a:gd name="T89" fmla="*/ 203206474 h 355"/>
              <a:gd name="T90" fmla="*/ 130951202 w 408"/>
              <a:gd name="T91" fmla="*/ 213367054 h 355"/>
              <a:gd name="T92" fmla="*/ 90894939 w 408"/>
              <a:gd name="T93" fmla="*/ 189659902 h 355"/>
              <a:gd name="T94" fmla="*/ 0 w 408"/>
              <a:gd name="T95" fmla="*/ 228607924 h 355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08"/>
              <a:gd name="T145" fmla="*/ 0 h 355"/>
              <a:gd name="T146" fmla="*/ 408 w 408"/>
              <a:gd name="T147" fmla="*/ 355 h 355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08" h="355">
                <a:moveTo>
                  <a:pt x="0" y="135"/>
                </a:moveTo>
                <a:lnTo>
                  <a:pt x="0" y="135"/>
                </a:lnTo>
                <a:lnTo>
                  <a:pt x="26" y="142"/>
                </a:lnTo>
                <a:lnTo>
                  <a:pt x="16" y="144"/>
                </a:lnTo>
                <a:lnTo>
                  <a:pt x="27" y="157"/>
                </a:lnTo>
                <a:lnTo>
                  <a:pt x="67" y="156"/>
                </a:lnTo>
                <a:lnTo>
                  <a:pt x="73" y="165"/>
                </a:lnTo>
                <a:lnTo>
                  <a:pt x="99" y="154"/>
                </a:lnTo>
                <a:lnTo>
                  <a:pt x="90" y="159"/>
                </a:lnTo>
                <a:lnTo>
                  <a:pt x="95" y="180"/>
                </a:lnTo>
                <a:lnTo>
                  <a:pt x="40" y="201"/>
                </a:lnTo>
                <a:lnTo>
                  <a:pt x="25" y="224"/>
                </a:lnTo>
                <a:lnTo>
                  <a:pt x="38" y="220"/>
                </a:lnTo>
                <a:lnTo>
                  <a:pt x="28" y="226"/>
                </a:lnTo>
                <a:lnTo>
                  <a:pt x="38" y="234"/>
                </a:lnTo>
                <a:lnTo>
                  <a:pt x="59" y="237"/>
                </a:lnTo>
                <a:lnTo>
                  <a:pt x="47" y="249"/>
                </a:lnTo>
                <a:lnTo>
                  <a:pt x="57" y="260"/>
                </a:lnTo>
                <a:lnTo>
                  <a:pt x="67" y="261"/>
                </a:lnTo>
                <a:lnTo>
                  <a:pt x="89" y="237"/>
                </a:lnTo>
                <a:lnTo>
                  <a:pt x="76" y="249"/>
                </a:lnTo>
                <a:lnTo>
                  <a:pt x="87" y="272"/>
                </a:lnTo>
                <a:lnTo>
                  <a:pt x="81" y="282"/>
                </a:lnTo>
                <a:lnTo>
                  <a:pt x="107" y="268"/>
                </a:lnTo>
                <a:lnTo>
                  <a:pt x="124" y="285"/>
                </a:lnTo>
                <a:lnTo>
                  <a:pt x="129" y="275"/>
                </a:lnTo>
                <a:lnTo>
                  <a:pt x="135" y="282"/>
                </a:lnTo>
                <a:lnTo>
                  <a:pt x="154" y="273"/>
                </a:lnTo>
                <a:lnTo>
                  <a:pt x="127" y="317"/>
                </a:lnTo>
                <a:lnTo>
                  <a:pt x="107" y="326"/>
                </a:lnTo>
                <a:lnTo>
                  <a:pt x="107" y="335"/>
                </a:lnTo>
                <a:lnTo>
                  <a:pt x="81" y="336"/>
                </a:lnTo>
                <a:lnTo>
                  <a:pt x="63" y="354"/>
                </a:lnTo>
                <a:lnTo>
                  <a:pt x="87" y="341"/>
                </a:lnTo>
                <a:lnTo>
                  <a:pt x="113" y="341"/>
                </a:lnTo>
                <a:lnTo>
                  <a:pt x="128" y="330"/>
                </a:lnTo>
                <a:lnTo>
                  <a:pt x="121" y="321"/>
                </a:lnTo>
                <a:lnTo>
                  <a:pt x="138" y="323"/>
                </a:lnTo>
                <a:lnTo>
                  <a:pt x="189" y="290"/>
                </a:lnTo>
                <a:lnTo>
                  <a:pt x="199" y="277"/>
                </a:lnTo>
                <a:lnTo>
                  <a:pt x="190" y="268"/>
                </a:lnTo>
                <a:lnTo>
                  <a:pt x="234" y="227"/>
                </a:lnTo>
                <a:lnTo>
                  <a:pt x="241" y="207"/>
                </a:lnTo>
                <a:lnTo>
                  <a:pt x="236" y="227"/>
                </a:lnTo>
                <a:lnTo>
                  <a:pt x="254" y="223"/>
                </a:lnTo>
                <a:lnTo>
                  <a:pt x="244" y="232"/>
                </a:lnTo>
                <a:lnTo>
                  <a:pt x="259" y="236"/>
                </a:lnTo>
                <a:lnTo>
                  <a:pt x="226" y="239"/>
                </a:lnTo>
                <a:lnTo>
                  <a:pt x="220" y="258"/>
                </a:lnTo>
                <a:lnTo>
                  <a:pt x="232" y="258"/>
                </a:lnTo>
                <a:lnTo>
                  <a:pt x="221" y="271"/>
                </a:lnTo>
                <a:lnTo>
                  <a:pt x="264" y="254"/>
                </a:lnTo>
                <a:lnTo>
                  <a:pt x="270" y="243"/>
                </a:lnTo>
                <a:lnTo>
                  <a:pt x="264" y="238"/>
                </a:lnTo>
                <a:lnTo>
                  <a:pt x="274" y="228"/>
                </a:lnTo>
                <a:lnTo>
                  <a:pt x="272" y="236"/>
                </a:lnTo>
                <a:lnTo>
                  <a:pt x="294" y="231"/>
                </a:lnTo>
                <a:lnTo>
                  <a:pt x="289" y="240"/>
                </a:lnTo>
                <a:lnTo>
                  <a:pt x="325" y="254"/>
                </a:lnTo>
                <a:lnTo>
                  <a:pt x="378" y="260"/>
                </a:lnTo>
                <a:lnTo>
                  <a:pt x="387" y="252"/>
                </a:lnTo>
                <a:lnTo>
                  <a:pt x="394" y="256"/>
                </a:lnTo>
                <a:lnTo>
                  <a:pt x="385" y="264"/>
                </a:lnTo>
                <a:lnTo>
                  <a:pt x="400" y="272"/>
                </a:lnTo>
                <a:lnTo>
                  <a:pt x="407" y="266"/>
                </a:lnTo>
                <a:lnTo>
                  <a:pt x="394" y="249"/>
                </a:lnTo>
                <a:lnTo>
                  <a:pt x="368" y="249"/>
                </a:lnTo>
                <a:lnTo>
                  <a:pt x="368" y="40"/>
                </a:lnTo>
                <a:lnTo>
                  <a:pt x="222" y="23"/>
                </a:lnTo>
                <a:lnTo>
                  <a:pt x="216" y="13"/>
                </a:lnTo>
                <a:lnTo>
                  <a:pt x="176" y="6"/>
                </a:lnTo>
                <a:lnTo>
                  <a:pt x="172" y="15"/>
                </a:lnTo>
                <a:lnTo>
                  <a:pt x="160" y="12"/>
                </a:lnTo>
                <a:lnTo>
                  <a:pt x="171" y="5"/>
                </a:lnTo>
                <a:lnTo>
                  <a:pt x="154" y="0"/>
                </a:lnTo>
                <a:lnTo>
                  <a:pt x="138" y="13"/>
                </a:lnTo>
                <a:lnTo>
                  <a:pt x="112" y="15"/>
                </a:lnTo>
                <a:lnTo>
                  <a:pt x="111" y="27"/>
                </a:lnTo>
                <a:lnTo>
                  <a:pt x="108" y="20"/>
                </a:lnTo>
                <a:lnTo>
                  <a:pt x="83" y="26"/>
                </a:lnTo>
                <a:lnTo>
                  <a:pt x="87" y="36"/>
                </a:lnTo>
                <a:lnTo>
                  <a:pt x="76" y="33"/>
                </a:lnTo>
                <a:lnTo>
                  <a:pt x="61" y="53"/>
                </a:lnTo>
                <a:lnTo>
                  <a:pt x="25" y="61"/>
                </a:lnTo>
                <a:lnTo>
                  <a:pt x="27" y="70"/>
                </a:lnTo>
                <a:lnTo>
                  <a:pt x="16" y="72"/>
                </a:lnTo>
                <a:lnTo>
                  <a:pt x="59" y="101"/>
                </a:lnTo>
                <a:lnTo>
                  <a:pt x="117" y="115"/>
                </a:lnTo>
                <a:lnTo>
                  <a:pt x="81" y="111"/>
                </a:lnTo>
                <a:lnTo>
                  <a:pt x="83" y="120"/>
                </a:lnTo>
                <a:lnTo>
                  <a:pt x="97" y="120"/>
                </a:lnTo>
                <a:lnTo>
                  <a:pt x="85" y="126"/>
                </a:lnTo>
                <a:lnTo>
                  <a:pt x="59" y="125"/>
                </a:lnTo>
                <a:lnTo>
                  <a:pt x="59" y="112"/>
                </a:lnTo>
                <a:lnTo>
                  <a:pt x="46" y="114"/>
                </a:lnTo>
                <a:lnTo>
                  <a:pt x="0" y="13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7" name="Freeform 694">
            <a:extLst>
              <a:ext uri="{FF2B5EF4-FFF2-40B4-BE49-F238E27FC236}">
                <a16:creationId xmlns:a16="http://schemas.microsoft.com/office/drawing/2014/main" id="{4C93EA11-A7CF-BF47-DE55-7AEC00816158}"/>
              </a:ext>
            </a:extLst>
          </p:cNvPr>
          <p:cNvSpPr>
            <a:spLocks/>
          </p:cNvSpPr>
          <p:nvPr/>
        </p:nvSpPr>
        <p:spPr bwMode="auto">
          <a:xfrm>
            <a:off x="1629065" y="4384628"/>
            <a:ext cx="40881" cy="24337"/>
          </a:xfrm>
          <a:custGeom>
            <a:avLst/>
            <a:gdLst>
              <a:gd name="T0" fmla="*/ 0 w 36"/>
              <a:gd name="T1" fmla="*/ 15183716 h 22"/>
              <a:gd name="T2" fmla="*/ 0 w 36"/>
              <a:gd name="T3" fmla="*/ 15183716 h 22"/>
              <a:gd name="T4" fmla="*/ 15245114 w 36"/>
              <a:gd name="T5" fmla="*/ 35427802 h 22"/>
              <a:gd name="T6" fmla="*/ 53358518 w 36"/>
              <a:gd name="T7" fmla="*/ 6747597 h 22"/>
              <a:gd name="T8" fmla="*/ 16769995 w 36"/>
              <a:gd name="T9" fmla="*/ 0 h 22"/>
              <a:gd name="T10" fmla="*/ 21343409 w 36"/>
              <a:gd name="T11" fmla="*/ 13496492 h 22"/>
              <a:gd name="T12" fmla="*/ 0 w 36"/>
              <a:gd name="T13" fmla="*/ 15183716 h 22"/>
              <a:gd name="T14" fmla="*/ 0 w 36"/>
              <a:gd name="T15" fmla="*/ 15183716 h 2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6"/>
              <a:gd name="T25" fmla="*/ 0 h 22"/>
              <a:gd name="T26" fmla="*/ 36 w 36"/>
              <a:gd name="T27" fmla="*/ 22 h 2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6" h="22">
                <a:moveTo>
                  <a:pt x="0" y="9"/>
                </a:moveTo>
                <a:lnTo>
                  <a:pt x="0" y="9"/>
                </a:lnTo>
                <a:lnTo>
                  <a:pt x="10" y="21"/>
                </a:lnTo>
                <a:lnTo>
                  <a:pt x="35" y="4"/>
                </a:lnTo>
                <a:lnTo>
                  <a:pt x="11" y="0"/>
                </a:lnTo>
                <a:lnTo>
                  <a:pt x="14" y="8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8" name="Freeform 695">
            <a:extLst>
              <a:ext uri="{FF2B5EF4-FFF2-40B4-BE49-F238E27FC236}">
                <a16:creationId xmlns:a16="http://schemas.microsoft.com/office/drawing/2014/main" id="{0CA2F45E-8689-50DD-E482-B92BF4C19B3C}"/>
              </a:ext>
            </a:extLst>
          </p:cNvPr>
          <p:cNvSpPr>
            <a:spLocks/>
          </p:cNvSpPr>
          <p:nvPr/>
        </p:nvSpPr>
        <p:spPr bwMode="auto">
          <a:xfrm>
            <a:off x="1888946" y="4340011"/>
            <a:ext cx="128481" cy="110869"/>
          </a:xfrm>
          <a:custGeom>
            <a:avLst/>
            <a:gdLst>
              <a:gd name="T0" fmla="*/ 0 w 110"/>
              <a:gd name="T1" fmla="*/ 17289607 h 99"/>
              <a:gd name="T2" fmla="*/ 0 w 110"/>
              <a:gd name="T3" fmla="*/ 17289607 h 99"/>
              <a:gd name="T4" fmla="*/ 6451601 w 110"/>
              <a:gd name="T5" fmla="*/ 41495580 h 99"/>
              <a:gd name="T6" fmla="*/ 30645101 w 110"/>
              <a:gd name="T7" fmla="*/ 51868825 h 99"/>
              <a:gd name="T8" fmla="*/ 41935408 w 110"/>
              <a:gd name="T9" fmla="*/ 43223367 h 99"/>
              <a:gd name="T10" fmla="*/ 20967704 w 110"/>
              <a:gd name="T11" fmla="*/ 31121030 h 99"/>
              <a:gd name="T12" fmla="*/ 41935408 w 110"/>
              <a:gd name="T13" fmla="*/ 31121030 h 99"/>
              <a:gd name="T14" fmla="*/ 59677303 w 110"/>
              <a:gd name="T15" fmla="*/ 51868825 h 99"/>
              <a:gd name="T16" fmla="*/ 54838605 w 110"/>
              <a:gd name="T17" fmla="*/ 15560515 h 99"/>
              <a:gd name="T18" fmla="*/ 69354701 w 110"/>
              <a:gd name="T19" fmla="*/ 48410642 h 99"/>
              <a:gd name="T20" fmla="*/ 106451410 w 110"/>
              <a:gd name="T21" fmla="*/ 67429335 h 99"/>
              <a:gd name="T22" fmla="*/ 99999812 w 110"/>
              <a:gd name="T23" fmla="*/ 89906232 h 99"/>
              <a:gd name="T24" fmla="*/ 141935200 w 110"/>
              <a:gd name="T25" fmla="*/ 119298160 h 99"/>
              <a:gd name="T26" fmla="*/ 130644903 w 110"/>
              <a:gd name="T27" fmla="*/ 143504128 h 99"/>
              <a:gd name="T28" fmla="*/ 153225497 w 110"/>
              <a:gd name="T29" fmla="*/ 124485435 h 99"/>
              <a:gd name="T30" fmla="*/ 156451296 w 110"/>
              <a:gd name="T31" fmla="*/ 169437873 h 99"/>
              <a:gd name="T32" fmla="*/ 174193231 w 110"/>
              <a:gd name="T33" fmla="*/ 160793729 h 99"/>
              <a:gd name="T34" fmla="*/ 175806131 w 110"/>
              <a:gd name="T35" fmla="*/ 127943618 h 99"/>
              <a:gd name="T36" fmla="*/ 133870703 w 110"/>
              <a:gd name="T37" fmla="*/ 108924925 h 99"/>
              <a:gd name="T38" fmla="*/ 56451504 w 110"/>
              <a:gd name="T39" fmla="*/ 0 h 99"/>
              <a:gd name="T40" fmla="*/ 11290302 w 110"/>
              <a:gd name="T41" fmla="*/ 31121030 h 99"/>
              <a:gd name="T42" fmla="*/ 0 w 110"/>
              <a:gd name="T43" fmla="*/ 17289607 h 99"/>
              <a:gd name="T44" fmla="*/ 0 w 110"/>
              <a:gd name="T45" fmla="*/ 17289607 h 9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10"/>
              <a:gd name="T70" fmla="*/ 0 h 99"/>
              <a:gd name="T71" fmla="*/ 110 w 110"/>
              <a:gd name="T72" fmla="*/ 99 h 9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10" h="99">
                <a:moveTo>
                  <a:pt x="0" y="10"/>
                </a:moveTo>
                <a:lnTo>
                  <a:pt x="0" y="10"/>
                </a:lnTo>
                <a:lnTo>
                  <a:pt x="4" y="24"/>
                </a:lnTo>
                <a:lnTo>
                  <a:pt x="19" y="30"/>
                </a:lnTo>
                <a:lnTo>
                  <a:pt x="26" y="25"/>
                </a:lnTo>
                <a:lnTo>
                  <a:pt x="13" y="18"/>
                </a:lnTo>
                <a:lnTo>
                  <a:pt x="26" y="18"/>
                </a:lnTo>
                <a:lnTo>
                  <a:pt x="37" y="30"/>
                </a:lnTo>
                <a:lnTo>
                  <a:pt x="34" y="9"/>
                </a:lnTo>
                <a:lnTo>
                  <a:pt x="43" y="28"/>
                </a:lnTo>
                <a:lnTo>
                  <a:pt x="66" y="39"/>
                </a:lnTo>
                <a:lnTo>
                  <a:pt x="62" y="52"/>
                </a:lnTo>
                <a:lnTo>
                  <a:pt x="88" y="69"/>
                </a:lnTo>
                <a:lnTo>
                  <a:pt x="81" y="83"/>
                </a:lnTo>
                <a:lnTo>
                  <a:pt x="95" y="72"/>
                </a:lnTo>
                <a:lnTo>
                  <a:pt x="97" y="98"/>
                </a:lnTo>
                <a:lnTo>
                  <a:pt x="108" y="93"/>
                </a:lnTo>
                <a:lnTo>
                  <a:pt x="109" y="74"/>
                </a:lnTo>
                <a:lnTo>
                  <a:pt x="83" y="63"/>
                </a:lnTo>
                <a:lnTo>
                  <a:pt x="35" y="0"/>
                </a:lnTo>
                <a:lnTo>
                  <a:pt x="7" y="18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9" name="Freeform 696">
            <a:extLst>
              <a:ext uri="{FF2B5EF4-FFF2-40B4-BE49-F238E27FC236}">
                <a16:creationId xmlns:a16="http://schemas.microsoft.com/office/drawing/2014/main" id="{F0BA6A9A-C9C6-5AC6-90FB-505733FDB8F3}"/>
              </a:ext>
            </a:extLst>
          </p:cNvPr>
          <p:cNvSpPr>
            <a:spLocks/>
          </p:cNvSpPr>
          <p:nvPr/>
        </p:nvSpPr>
        <p:spPr bwMode="auto">
          <a:xfrm>
            <a:off x="1918146" y="4376515"/>
            <a:ext cx="23360" cy="18928"/>
          </a:xfrm>
          <a:custGeom>
            <a:avLst/>
            <a:gdLst>
              <a:gd name="T0" fmla="*/ 0 w 20"/>
              <a:gd name="T1" fmla="*/ 0 h 16"/>
              <a:gd name="T2" fmla="*/ 0 w 20"/>
              <a:gd name="T3" fmla="*/ 0 h 16"/>
              <a:gd name="T4" fmla="*/ 9677399 w 20"/>
              <a:gd name="T5" fmla="*/ 28942503 h 16"/>
              <a:gd name="T6" fmla="*/ 11290301 w 20"/>
              <a:gd name="T7" fmla="*/ 13505854 h 16"/>
              <a:gd name="T8" fmla="*/ 30645098 w 20"/>
              <a:gd name="T9" fmla="*/ 27013096 h 16"/>
              <a:gd name="T10" fmla="*/ 12903200 w 20"/>
              <a:gd name="T11" fmla="*/ 13505854 h 16"/>
              <a:gd name="T12" fmla="*/ 29032199 w 20"/>
              <a:gd name="T13" fmla="*/ 3858815 h 16"/>
              <a:gd name="T14" fmla="*/ 0 w 20"/>
              <a:gd name="T15" fmla="*/ 0 h 16"/>
              <a:gd name="T16" fmla="*/ 0 w 20"/>
              <a:gd name="T17" fmla="*/ 0 h 1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"/>
              <a:gd name="T28" fmla="*/ 0 h 16"/>
              <a:gd name="T29" fmla="*/ 20 w 20"/>
              <a:gd name="T30" fmla="*/ 16 h 1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" h="16">
                <a:moveTo>
                  <a:pt x="0" y="0"/>
                </a:moveTo>
                <a:lnTo>
                  <a:pt x="0" y="0"/>
                </a:lnTo>
                <a:lnTo>
                  <a:pt x="6" y="15"/>
                </a:lnTo>
                <a:lnTo>
                  <a:pt x="7" y="7"/>
                </a:lnTo>
                <a:lnTo>
                  <a:pt x="19" y="14"/>
                </a:lnTo>
                <a:lnTo>
                  <a:pt x="8" y="7"/>
                </a:lnTo>
                <a:lnTo>
                  <a:pt x="18" y="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0" name="Freeform 697">
            <a:extLst>
              <a:ext uri="{FF2B5EF4-FFF2-40B4-BE49-F238E27FC236}">
                <a16:creationId xmlns:a16="http://schemas.microsoft.com/office/drawing/2014/main" id="{10BA08D3-9D43-69A0-19C4-748FF515DECE}"/>
              </a:ext>
            </a:extLst>
          </p:cNvPr>
          <p:cNvSpPr>
            <a:spLocks/>
          </p:cNvSpPr>
          <p:nvPr/>
        </p:nvSpPr>
        <p:spPr bwMode="auto">
          <a:xfrm>
            <a:off x="1926906" y="4391389"/>
            <a:ext cx="14600" cy="28393"/>
          </a:xfrm>
          <a:custGeom>
            <a:avLst/>
            <a:gdLst>
              <a:gd name="T0" fmla="*/ 0 w 12"/>
              <a:gd name="T1" fmla="*/ 0 h 25"/>
              <a:gd name="T2" fmla="*/ 0 w 12"/>
              <a:gd name="T3" fmla="*/ 0 h 25"/>
              <a:gd name="T4" fmla="*/ 17500864 w 12"/>
              <a:gd name="T5" fmla="*/ 7112783 h 25"/>
              <a:gd name="T6" fmla="*/ 19251082 w 12"/>
              <a:gd name="T7" fmla="*/ 42676691 h 25"/>
              <a:gd name="T8" fmla="*/ 0 w 12"/>
              <a:gd name="T9" fmla="*/ 0 h 25"/>
              <a:gd name="T10" fmla="*/ 0 w 12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"/>
              <a:gd name="T19" fmla="*/ 0 h 25"/>
              <a:gd name="T20" fmla="*/ 12 w 12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" h="25">
                <a:moveTo>
                  <a:pt x="0" y="0"/>
                </a:moveTo>
                <a:lnTo>
                  <a:pt x="0" y="0"/>
                </a:lnTo>
                <a:lnTo>
                  <a:pt x="10" y="4"/>
                </a:lnTo>
                <a:lnTo>
                  <a:pt x="11" y="24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1" name="Freeform 698">
            <a:extLst>
              <a:ext uri="{FF2B5EF4-FFF2-40B4-BE49-F238E27FC236}">
                <a16:creationId xmlns:a16="http://schemas.microsoft.com/office/drawing/2014/main" id="{0684D25C-733F-AA66-F021-682A0B7F3CB5}"/>
              </a:ext>
            </a:extLst>
          </p:cNvPr>
          <p:cNvSpPr>
            <a:spLocks/>
          </p:cNvSpPr>
          <p:nvPr/>
        </p:nvSpPr>
        <p:spPr bwMode="auto">
          <a:xfrm>
            <a:off x="1941506" y="4377868"/>
            <a:ext cx="18980" cy="18928"/>
          </a:xfrm>
          <a:custGeom>
            <a:avLst/>
            <a:gdLst>
              <a:gd name="T0" fmla="*/ 0 w 15"/>
              <a:gd name="T1" fmla="*/ 0 h 16"/>
              <a:gd name="T2" fmla="*/ 0 w 15"/>
              <a:gd name="T3" fmla="*/ 0 h 16"/>
              <a:gd name="T4" fmla="*/ 5677928 w 15"/>
              <a:gd name="T5" fmla="*/ 28942503 h 16"/>
              <a:gd name="T6" fmla="*/ 20821357 w 15"/>
              <a:gd name="T7" fmla="*/ 28942503 h 16"/>
              <a:gd name="T8" fmla="*/ 13250332 w 15"/>
              <a:gd name="T9" fmla="*/ 3858815 h 16"/>
              <a:gd name="T10" fmla="*/ 26499288 w 15"/>
              <a:gd name="T11" fmla="*/ 21224870 h 16"/>
              <a:gd name="T12" fmla="*/ 15142056 w 15"/>
              <a:gd name="T13" fmla="*/ 0 h 16"/>
              <a:gd name="T14" fmla="*/ 0 w 15"/>
              <a:gd name="T15" fmla="*/ 0 h 16"/>
              <a:gd name="T16" fmla="*/ 0 w 15"/>
              <a:gd name="T17" fmla="*/ 0 h 1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"/>
              <a:gd name="T28" fmla="*/ 0 h 16"/>
              <a:gd name="T29" fmla="*/ 15 w 15"/>
              <a:gd name="T30" fmla="*/ 16 h 1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" h="16">
                <a:moveTo>
                  <a:pt x="0" y="0"/>
                </a:moveTo>
                <a:lnTo>
                  <a:pt x="0" y="0"/>
                </a:lnTo>
                <a:lnTo>
                  <a:pt x="3" y="15"/>
                </a:lnTo>
                <a:lnTo>
                  <a:pt x="11" y="15"/>
                </a:lnTo>
                <a:lnTo>
                  <a:pt x="7" y="2"/>
                </a:lnTo>
                <a:lnTo>
                  <a:pt x="14" y="11"/>
                </a:lnTo>
                <a:lnTo>
                  <a:pt x="8" y="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2" name="Freeform 699">
            <a:extLst>
              <a:ext uri="{FF2B5EF4-FFF2-40B4-BE49-F238E27FC236}">
                <a16:creationId xmlns:a16="http://schemas.microsoft.com/office/drawing/2014/main" id="{88B85779-FDB3-F660-8974-0C565B4B63DE}"/>
              </a:ext>
            </a:extLst>
          </p:cNvPr>
          <p:cNvSpPr>
            <a:spLocks/>
          </p:cNvSpPr>
          <p:nvPr/>
        </p:nvSpPr>
        <p:spPr bwMode="auto">
          <a:xfrm>
            <a:off x="1956108" y="4402205"/>
            <a:ext cx="13139" cy="12168"/>
          </a:xfrm>
          <a:custGeom>
            <a:avLst/>
            <a:gdLst>
              <a:gd name="T0" fmla="*/ 0 w 13"/>
              <a:gd name="T1" fmla="*/ 0 h 11"/>
              <a:gd name="T2" fmla="*/ 0 w 13"/>
              <a:gd name="T3" fmla="*/ 0 h 11"/>
              <a:gd name="T4" fmla="*/ 14493612 w 13"/>
              <a:gd name="T5" fmla="*/ 16869050 h 11"/>
              <a:gd name="T6" fmla="*/ 14493612 w 13"/>
              <a:gd name="T7" fmla="*/ 1687165 h 11"/>
              <a:gd name="T8" fmla="*/ 0 w 13"/>
              <a:gd name="T9" fmla="*/ 0 h 11"/>
              <a:gd name="T10" fmla="*/ 0 w 13"/>
              <a:gd name="T11" fmla="*/ 0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"/>
              <a:gd name="T19" fmla="*/ 0 h 11"/>
              <a:gd name="T20" fmla="*/ 13 w 13"/>
              <a:gd name="T21" fmla="*/ 11 h 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" h="11">
                <a:moveTo>
                  <a:pt x="0" y="0"/>
                </a:moveTo>
                <a:lnTo>
                  <a:pt x="0" y="0"/>
                </a:lnTo>
                <a:lnTo>
                  <a:pt x="12" y="10"/>
                </a:lnTo>
                <a:lnTo>
                  <a:pt x="12" y="1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3" name="Freeform 700">
            <a:extLst>
              <a:ext uri="{FF2B5EF4-FFF2-40B4-BE49-F238E27FC236}">
                <a16:creationId xmlns:a16="http://schemas.microsoft.com/office/drawing/2014/main" id="{99DBFBF0-567D-CDCE-ECFE-6CE118D64717}"/>
              </a:ext>
            </a:extLst>
          </p:cNvPr>
          <p:cNvSpPr>
            <a:spLocks/>
          </p:cNvSpPr>
          <p:nvPr/>
        </p:nvSpPr>
        <p:spPr bwMode="auto">
          <a:xfrm>
            <a:off x="1960487" y="4417078"/>
            <a:ext cx="20440" cy="29745"/>
          </a:xfrm>
          <a:custGeom>
            <a:avLst/>
            <a:gdLst>
              <a:gd name="T0" fmla="*/ 0 w 19"/>
              <a:gd name="T1" fmla="*/ 0 h 26"/>
              <a:gd name="T2" fmla="*/ 0 w 19"/>
              <a:gd name="T3" fmla="*/ 0 h 26"/>
              <a:gd name="T4" fmla="*/ 19155607 w 19"/>
              <a:gd name="T5" fmla="*/ 14434772 h 26"/>
              <a:gd name="T6" fmla="*/ 24628808 w 19"/>
              <a:gd name="T7" fmla="*/ 45109675 h 26"/>
              <a:gd name="T8" fmla="*/ 0 w 19"/>
              <a:gd name="T9" fmla="*/ 0 h 26"/>
              <a:gd name="T10" fmla="*/ 0 w 19"/>
              <a:gd name="T11" fmla="*/ 0 h 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"/>
              <a:gd name="T19" fmla="*/ 0 h 26"/>
              <a:gd name="T20" fmla="*/ 19 w 19"/>
              <a:gd name="T21" fmla="*/ 26 h 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" h="26">
                <a:moveTo>
                  <a:pt x="0" y="0"/>
                </a:moveTo>
                <a:lnTo>
                  <a:pt x="0" y="0"/>
                </a:lnTo>
                <a:lnTo>
                  <a:pt x="14" y="8"/>
                </a:lnTo>
                <a:lnTo>
                  <a:pt x="18" y="25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4" name="Freeform 701">
            <a:extLst>
              <a:ext uri="{FF2B5EF4-FFF2-40B4-BE49-F238E27FC236}">
                <a16:creationId xmlns:a16="http://schemas.microsoft.com/office/drawing/2014/main" id="{74AD24B6-892E-163B-7DAA-BB8F46CD1D67}"/>
              </a:ext>
            </a:extLst>
          </p:cNvPr>
          <p:cNvSpPr>
            <a:spLocks/>
          </p:cNvSpPr>
          <p:nvPr/>
        </p:nvSpPr>
        <p:spPr bwMode="auto">
          <a:xfrm>
            <a:off x="1991147" y="4426542"/>
            <a:ext cx="13139" cy="14872"/>
          </a:xfrm>
          <a:custGeom>
            <a:avLst/>
            <a:gdLst>
              <a:gd name="T0" fmla="*/ 0 w 10"/>
              <a:gd name="T1" fmla="*/ 10841576 h 15"/>
              <a:gd name="T2" fmla="*/ 0 w 10"/>
              <a:gd name="T3" fmla="*/ 10841576 h 15"/>
              <a:gd name="T4" fmla="*/ 8165020 w 10"/>
              <a:gd name="T5" fmla="*/ 0 h 15"/>
              <a:gd name="T6" fmla="*/ 18370223 w 10"/>
              <a:gd name="T7" fmla="*/ 18973045 h 15"/>
              <a:gd name="T8" fmla="*/ 0 w 10"/>
              <a:gd name="T9" fmla="*/ 10841576 h 15"/>
              <a:gd name="T10" fmla="*/ 0 w 10"/>
              <a:gd name="T11" fmla="*/ 10841576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"/>
              <a:gd name="T19" fmla="*/ 0 h 15"/>
              <a:gd name="T20" fmla="*/ 10 w 10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" h="15">
                <a:moveTo>
                  <a:pt x="0" y="8"/>
                </a:moveTo>
                <a:lnTo>
                  <a:pt x="0" y="8"/>
                </a:lnTo>
                <a:lnTo>
                  <a:pt x="4" y="0"/>
                </a:lnTo>
                <a:lnTo>
                  <a:pt x="9" y="14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5" name="Freeform 702">
            <a:extLst>
              <a:ext uri="{FF2B5EF4-FFF2-40B4-BE49-F238E27FC236}">
                <a16:creationId xmlns:a16="http://schemas.microsoft.com/office/drawing/2014/main" id="{76656D49-BC73-8874-601F-71828A008644}"/>
              </a:ext>
            </a:extLst>
          </p:cNvPr>
          <p:cNvSpPr>
            <a:spLocks/>
          </p:cNvSpPr>
          <p:nvPr/>
        </p:nvSpPr>
        <p:spPr bwMode="auto">
          <a:xfrm>
            <a:off x="2100648" y="4557691"/>
            <a:ext cx="903749" cy="425899"/>
          </a:xfrm>
          <a:custGeom>
            <a:avLst/>
            <a:gdLst>
              <a:gd name="T0" fmla="*/ 0 w 787"/>
              <a:gd name="T1" fmla="*/ 35986208 h 382"/>
              <a:gd name="T2" fmla="*/ 31180509 w 787"/>
              <a:gd name="T3" fmla="*/ 94251414 h 382"/>
              <a:gd name="T4" fmla="*/ 6235603 w 787"/>
              <a:gd name="T5" fmla="*/ 260475223 h 382"/>
              <a:gd name="T6" fmla="*/ 57684942 w 787"/>
              <a:gd name="T7" fmla="*/ 322166221 h 382"/>
              <a:gd name="T8" fmla="*/ 88865460 w 787"/>
              <a:gd name="T9" fmla="*/ 414704110 h 382"/>
              <a:gd name="T10" fmla="*/ 162140632 w 787"/>
              <a:gd name="T11" fmla="*/ 469540844 h 382"/>
              <a:gd name="T12" fmla="*/ 291542490 w 787"/>
              <a:gd name="T13" fmla="*/ 500386343 h 382"/>
              <a:gd name="T14" fmla="*/ 445888036 w 787"/>
              <a:gd name="T15" fmla="*/ 555223077 h 382"/>
              <a:gd name="T16" fmla="*/ 544108107 w 787"/>
              <a:gd name="T17" fmla="*/ 622056083 h 382"/>
              <a:gd name="T18" fmla="*/ 581525455 w 787"/>
              <a:gd name="T19" fmla="*/ 589497017 h 382"/>
              <a:gd name="T20" fmla="*/ 629855728 w 787"/>
              <a:gd name="T21" fmla="*/ 538087416 h 382"/>
              <a:gd name="T22" fmla="*/ 748343529 w 787"/>
              <a:gd name="T23" fmla="*/ 555223077 h 382"/>
              <a:gd name="T24" fmla="*/ 728075955 w 787"/>
              <a:gd name="T25" fmla="*/ 524377578 h 382"/>
              <a:gd name="T26" fmla="*/ 776406228 w 787"/>
              <a:gd name="T27" fmla="*/ 508954173 h 382"/>
              <a:gd name="T28" fmla="*/ 866831174 w 787"/>
              <a:gd name="T29" fmla="*/ 531231842 h 382"/>
              <a:gd name="T30" fmla="*/ 893335597 w 787"/>
              <a:gd name="T31" fmla="*/ 596351282 h 382"/>
              <a:gd name="T32" fmla="*/ 938548070 w 787"/>
              <a:gd name="T33" fmla="*/ 651188016 h 382"/>
              <a:gd name="T34" fmla="*/ 916720971 w 787"/>
              <a:gd name="T35" fmla="*/ 508954173 h 382"/>
              <a:gd name="T36" fmla="*/ 1041444217 w 787"/>
              <a:gd name="T37" fmla="*/ 387285743 h 382"/>
              <a:gd name="T38" fmla="*/ 1039885941 w 787"/>
              <a:gd name="T39" fmla="*/ 375289471 h 382"/>
              <a:gd name="T40" fmla="*/ 1028971767 w 787"/>
              <a:gd name="T41" fmla="*/ 325593353 h 382"/>
              <a:gd name="T42" fmla="*/ 1028971767 w 787"/>
              <a:gd name="T43" fmla="*/ 320452655 h 382"/>
              <a:gd name="T44" fmla="*/ 1036768141 w 787"/>
              <a:gd name="T45" fmla="*/ 282752891 h 382"/>
              <a:gd name="T46" fmla="*/ 1055476190 w 787"/>
              <a:gd name="T47" fmla="*/ 308457692 h 382"/>
              <a:gd name="T48" fmla="*/ 1057035715 w 787"/>
              <a:gd name="T49" fmla="*/ 296461420 h 382"/>
              <a:gd name="T50" fmla="*/ 1164609186 w 787"/>
              <a:gd name="T51" fmla="*/ 222775459 h 382"/>
              <a:gd name="T52" fmla="*/ 1158373586 w 787"/>
              <a:gd name="T53" fmla="*/ 167937375 h 382"/>
              <a:gd name="T54" fmla="*/ 1225411908 w 787"/>
              <a:gd name="T55" fmla="*/ 123383347 h 382"/>
              <a:gd name="T56" fmla="*/ 1209821659 w 787"/>
              <a:gd name="T57" fmla="*/ 71973725 h 382"/>
              <a:gd name="T58" fmla="*/ 1147459412 w 787"/>
              <a:gd name="T59" fmla="*/ 121669781 h 382"/>
              <a:gd name="T60" fmla="*/ 1032090816 w 787"/>
              <a:gd name="T61" fmla="*/ 171365816 h 382"/>
              <a:gd name="T62" fmla="*/ 974405894 w 787"/>
              <a:gd name="T63" fmla="*/ 190215085 h 382"/>
              <a:gd name="T64" fmla="*/ 885540472 w 787"/>
              <a:gd name="T65" fmla="*/ 226202591 h 382"/>
              <a:gd name="T66" fmla="*/ 888658272 w 787"/>
              <a:gd name="T67" fmla="*/ 203924923 h 382"/>
              <a:gd name="T68" fmla="*/ 898012922 w 787"/>
              <a:gd name="T69" fmla="*/ 185074386 h 382"/>
              <a:gd name="T70" fmla="*/ 866831174 w 787"/>
              <a:gd name="T71" fmla="*/ 167937375 h 382"/>
              <a:gd name="T72" fmla="*/ 841886275 w 787"/>
              <a:gd name="T73" fmla="*/ 109673509 h 382"/>
              <a:gd name="T74" fmla="*/ 807587976 w 787"/>
              <a:gd name="T75" fmla="*/ 217633452 h 382"/>
              <a:gd name="T76" fmla="*/ 781083553 w 787"/>
              <a:gd name="T77" fmla="*/ 183360820 h 382"/>
              <a:gd name="T78" fmla="*/ 782643077 w 787"/>
              <a:gd name="T79" fmla="*/ 133664744 h 382"/>
              <a:gd name="T80" fmla="*/ 865272898 w 787"/>
              <a:gd name="T81" fmla="*/ 101105678 h 382"/>
              <a:gd name="T82" fmla="*/ 851240924 w 787"/>
              <a:gd name="T83" fmla="*/ 85682254 h 382"/>
              <a:gd name="T84" fmla="*/ 782643077 w 787"/>
              <a:gd name="T85" fmla="*/ 58263887 h 382"/>
              <a:gd name="T86" fmla="*/ 692218131 w 787"/>
              <a:gd name="T87" fmla="*/ 83968688 h 382"/>
              <a:gd name="T88" fmla="*/ 639210377 w 787"/>
              <a:gd name="T89" fmla="*/ 20564108 h 382"/>
              <a:gd name="T90" fmla="*/ 625178404 w 787"/>
              <a:gd name="T91" fmla="*/ 13709843 h 382"/>
              <a:gd name="T92" fmla="*/ 51448093 w 787"/>
              <a:gd name="T93" fmla="*/ 39414649 h 382"/>
              <a:gd name="T94" fmla="*/ 42094692 w 787"/>
              <a:gd name="T95" fmla="*/ 37699774 h 382"/>
              <a:gd name="T96" fmla="*/ 0 w 787"/>
              <a:gd name="T97" fmla="*/ 35986208 h 38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87"/>
              <a:gd name="T148" fmla="*/ 0 h 382"/>
              <a:gd name="T149" fmla="*/ 787 w 787"/>
              <a:gd name="T150" fmla="*/ 382 h 38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87" h="382">
                <a:moveTo>
                  <a:pt x="0" y="21"/>
                </a:moveTo>
                <a:lnTo>
                  <a:pt x="0" y="21"/>
                </a:lnTo>
                <a:lnTo>
                  <a:pt x="9" y="52"/>
                </a:lnTo>
                <a:lnTo>
                  <a:pt x="20" y="55"/>
                </a:lnTo>
                <a:lnTo>
                  <a:pt x="11" y="57"/>
                </a:lnTo>
                <a:lnTo>
                  <a:pt x="4" y="152"/>
                </a:lnTo>
                <a:lnTo>
                  <a:pt x="24" y="188"/>
                </a:lnTo>
                <a:lnTo>
                  <a:pt x="37" y="188"/>
                </a:lnTo>
                <a:lnTo>
                  <a:pt x="32" y="202"/>
                </a:lnTo>
                <a:lnTo>
                  <a:pt x="57" y="242"/>
                </a:lnTo>
                <a:lnTo>
                  <a:pt x="83" y="251"/>
                </a:lnTo>
                <a:lnTo>
                  <a:pt x="104" y="274"/>
                </a:lnTo>
                <a:lnTo>
                  <a:pt x="135" y="271"/>
                </a:lnTo>
                <a:lnTo>
                  <a:pt x="187" y="292"/>
                </a:lnTo>
                <a:lnTo>
                  <a:pt x="249" y="284"/>
                </a:lnTo>
                <a:lnTo>
                  <a:pt x="286" y="324"/>
                </a:lnTo>
                <a:lnTo>
                  <a:pt x="315" y="314"/>
                </a:lnTo>
                <a:lnTo>
                  <a:pt x="349" y="363"/>
                </a:lnTo>
                <a:lnTo>
                  <a:pt x="376" y="372"/>
                </a:lnTo>
                <a:lnTo>
                  <a:pt x="373" y="344"/>
                </a:lnTo>
                <a:lnTo>
                  <a:pt x="401" y="327"/>
                </a:lnTo>
                <a:lnTo>
                  <a:pt x="404" y="314"/>
                </a:lnTo>
                <a:lnTo>
                  <a:pt x="445" y="314"/>
                </a:lnTo>
                <a:lnTo>
                  <a:pt x="480" y="324"/>
                </a:lnTo>
                <a:lnTo>
                  <a:pt x="481" y="308"/>
                </a:lnTo>
                <a:lnTo>
                  <a:pt x="467" y="306"/>
                </a:lnTo>
                <a:lnTo>
                  <a:pt x="497" y="305"/>
                </a:lnTo>
                <a:lnTo>
                  <a:pt x="498" y="297"/>
                </a:lnTo>
                <a:lnTo>
                  <a:pt x="501" y="307"/>
                </a:lnTo>
                <a:lnTo>
                  <a:pt x="556" y="310"/>
                </a:lnTo>
                <a:lnTo>
                  <a:pt x="571" y="324"/>
                </a:lnTo>
                <a:lnTo>
                  <a:pt x="573" y="348"/>
                </a:lnTo>
                <a:lnTo>
                  <a:pt x="591" y="381"/>
                </a:lnTo>
                <a:lnTo>
                  <a:pt x="602" y="380"/>
                </a:lnTo>
                <a:lnTo>
                  <a:pt x="606" y="355"/>
                </a:lnTo>
                <a:lnTo>
                  <a:pt x="588" y="297"/>
                </a:lnTo>
                <a:lnTo>
                  <a:pt x="599" y="273"/>
                </a:lnTo>
                <a:lnTo>
                  <a:pt x="668" y="226"/>
                </a:lnTo>
                <a:lnTo>
                  <a:pt x="655" y="221"/>
                </a:lnTo>
                <a:lnTo>
                  <a:pt x="667" y="219"/>
                </a:lnTo>
                <a:lnTo>
                  <a:pt x="657" y="204"/>
                </a:lnTo>
                <a:lnTo>
                  <a:pt x="660" y="190"/>
                </a:lnTo>
                <a:lnTo>
                  <a:pt x="646" y="180"/>
                </a:lnTo>
                <a:lnTo>
                  <a:pt x="660" y="187"/>
                </a:lnTo>
                <a:lnTo>
                  <a:pt x="655" y="170"/>
                </a:lnTo>
                <a:lnTo>
                  <a:pt x="665" y="165"/>
                </a:lnTo>
                <a:lnTo>
                  <a:pt x="667" y="202"/>
                </a:lnTo>
                <a:lnTo>
                  <a:pt x="677" y="180"/>
                </a:lnTo>
                <a:lnTo>
                  <a:pt x="671" y="163"/>
                </a:lnTo>
                <a:lnTo>
                  <a:pt x="678" y="173"/>
                </a:lnTo>
                <a:lnTo>
                  <a:pt x="692" y="143"/>
                </a:lnTo>
                <a:lnTo>
                  <a:pt x="747" y="130"/>
                </a:lnTo>
                <a:lnTo>
                  <a:pt x="733" y="121"/>
                </a:lnTo>
                <a:lnTo>
                  <a:pt x="743" y="98"/>
                </a:lnTo>
                <a:lnTo>
                  <a:pt x="785" y="81"/>
                </a:lnTo>
                <a:lnTo>
                  <a:pt x="786" y="72"/>
                </a:lnTo>
                <a:lnTo>
                  <a:pt x="776" y="64"/>
                </a:lnTo>
                <a:lnTo>
                  <a:pt x="776" y="42"/>
                </a:lnTo>
                <a:lnTo>
                  <a:pt x="753" y="35"/>
                </a:lnTo>
                <a:lnTo>
                  <a:pt x="736" y="71"/>
                </a:lnTo>
                <a:lnTo>
                  <a:pt x="667" y="84"/>
                </a:lnTo>
                <a:lnTo>
                  <a:pt x="662" y="100"/>
                </a:lnTo>
                <a:lnTo>
                  <a:pt x="622" y="106"/>
                </a:lnTo>
                <a:lnTo>
                  <a:pt x="625" y="111"/>
                </a:lnTo>
                <a:lnTo>
                  <a:pt x="585" y="133"/>
                </a:lnTo>
                <a:lnTo>
                  <a:pt x="568" y="132"/>
                </a:lnTo>
                <a:lnTo>
                  <a:pt x="567" y="126"/>
                </a:lnTo>
                <a:lnTo>
                  <a:pt x="570" y="119"/>
                </a:lnTo>
                <a:lnTo>
                  <a:pt x="574" y="114"/>
                </a:lnTo>
                <a:lnTo>
                  <a:pt x="576" y="108"/>
                </a:lnTo>
                <a:lnTo>
                  <a:pt x="570" y="91"/>
                </a:lnTo>
                <a:lnTo>
                  <a:pt x="556" y="98"/>
                </a:lnTo>
                <a:lnTo>
                  <a:pt x="561" y="71"/>
                </a:lnTo>
                <a:lnTo>
                  <a:pt x="540" y="64"/>
                </a:lnTo>
                <a:lnTo>
                  <a:pt x="524" y="81"/>
                </a:lnTo>
                <a:lnTo>
                  <a:pt x="518" y="127"/>
                </a:lnTo>
                <a:lnTo>
                  <a:pt x="505" y="128"/>
                </a:lnTo>
                <a:lnTo>
                  <a:pt x="501" y="107"/>
                </a:lnTo>
                <a:lnTo>
                  <a:pt x="511" y="72"/>
                </a:lnTo>
                <a:lnTo>
                  <a:pt x="502" y="78"/>
                </a:lnTo>
                <a:lnTo>
                  <a:pt x="519" y="60"/>
                </a:lnTo>
                <a:lnTo>
                  <a:pt x="555" y="59"/>
                </a:lnTo>
                <a:lnTo>
                  <a:pt x="549" y="50"/>
                </a:lnTo>
                <a:lnTo>
                  <a:pt x="546" y="50"/>
                </a:lnTo>
                <a:lnTo>
                  <a:pt x="493" y="45"/>
                </a:lnTo>
                <a:lnTo>
                  <a:pt x="502" y="34"/>
                </a:lnTo>
                <a:lnTo>
                  <a:pt x="469" y="49"/>
                </a:lnTo>
                <a:lnTo>
                  <a:pt x="444" y="49"/>
                </a:lnTo>
                <a:lnTo>
                  <a:pt x="475" y="25"/>
                </a:lnTo>
                <a:lnTo>
                  <a:pt x="410" y="12"/>
                </a:lnTo>
                <a:lnTo>
                  <a:pt x="402" y="0"/>
                </a:lnTo>
                <a:lnTo>
                  <a:pt x="401" y="8"/>
                </a:lnTo>
                <a:lnTo>
                  <a:pt x="25" y="8"/>
                </a:lnTo>
                <a:lnTo>
                  <a:pt x="33" y="23"/>
                </a:lnTo>
                <a:lnTo>
                  <a:pt x="24" y="35"/>
                </a:lnTo>
                <a:lnTo>
                  <a:pt x="27" y="22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6" name="Freeform 703">
            <a:extLst>
              <a:ext uri="{FF2B5EF4-FFF2-40B4-BE49-F238E27FC236}">
                <a16:creationId xmlns:a16="http://schemas.microsoft.com/office/drawing/2014/main" id="{A46C9D63-D518-BBFB-93D3-8AE40A941E3B}"/>
              </a:ext>
            </a:extLst>
          </p:cNvPr>
          <p:cNvSpPr>
            <a:spLocks/>
          </p:cNvSpPr>
          <p:nvPr/>
        </p:nvSpPr>
        <p:spPr bwMode="auto">
          <a:xfrm>
            <a:off x="6991688" y="4252126"/>
            <a:ext cx="51101" cy="16225"/>
          </a:xfrm>
          <a:custGeom>
            <a:avLst/>
            <a:gdLst>
              <a:gd name="T0" fmla="*/ 0 w 43"/>
              <a:gd name="T1" fmla="*/ 7406368 h 14"/>
              <a:gd name="T2" fmla="*/ 0 w 43"/>
              <a:gd name="T3" fmla="*/ 7406368 h 14"/>
              <a:gd name="T4" fmla="*/ 41742022 w 43"/>
              <a:gd name="T5" fmla="*/ 0 h 14"/>
              <a:gd name="T6" fmla="*/ 70126962 w 43"/>
              <a:gd name="T7" fmla="*/ 11108871 h 14"/>
              <a:gd name="T8" fmla="*/ 55099114 w 43"/>
              <a:gd name="T9" fmla="*/ 24069679 h 14"/>
              <a:gd name="T10" fmla="*/ 0 w 43"/>
              <a:gd name="T11" fmla="*/ 7406368 h 14"/>
              <a:gd name="T12" fmla="*/ 0 w 43"/>
              <a:gd name="T13" fmla="*/ 7406368 h 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"/>
              <a:gd name="T22" fmla="*/ 0 h 14"/>
              <a:gd name="T23" fmla="*/ 43 w 43"/>
              <a:gd name="T24" fmla="*/ 14 h 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" h="14">
                <a:moveTo>
                  <a:pt x="0" y="4"/>
                </a:moveTo>
                <a:lnTo>
                  <a:pt x="0" y="4"/>
                </a:lnTo>
                <a:lnTo>
                  <a:pt x="25" y="0"/>
                </a:lnTo>
                <a:lnTo>
                  <a:pt x="42" y="6"/>
                </a:lnTo>
                <a:lnTo>
                  <a:pt x="33" y="13"/>
                </a:lnTo>
                <a:lnTo>
                  <a:pt x="0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7" name="Freeform 704">
            <a:extLst>
              <a:ext uri="{FF2B5EF4-FFF2-40B4-BE49-F238E27FC236}">
                <a16:creationId xmlns:a16="http://schemas.microsoft.com/office/drawing/2014/main" id="{2341D17C-A6B7-4F80-6B90-2666F484A0BC}"/>
              </a:ext>
            </a:extLst>
          </p:cNvPr>
          <p:cNvSpPr>
            <a:spLocks/>
          </p:cNvSpPr>
          <p:nvPr/>
        </p:nvSpPr>
        <p:spPr bwMode="auto">
          <a:xfrm>
            <a:off x="2998895" y="5086827"/>
            <a:ext cx="24138" cy="8900"/>
          </a:xfrm>
          <a:custGeom>
            <a:avLst/>
            <a:gdLst>
              <a:gd name="T0" fmla="*/ 0 w 21"/>
              <a:gd name="T1" fmla="*/ 0 h 8"/>
              <a:gd name="T2" fmla="*/ 0 w 21"/>
              <a:gd name="T3" fmla="*/ 0 h 8"/>
              <a:gd name="T4" fmla="*/ 2 w 21"/>
              <a:gd name="T5" fmla="*/ 7 h 8"/>
              <a:gd name="T6" fmla="*/ 20 w 21"/>
              <a:gd name="T7" fmla="*/ 4 h 8"/>
              <a:gd name="T8" fmla="*/ 0 w 21"/>
              <a:gd name="T9" fmla="*/ 0 h 8"/>
              <a:gd name="T10" fmla="*/ 0 w 21"/>
              <a:gd name="T11" fmla="*/ 0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"/>
              <a:gd name="T19" fmla="*/ 0 h 8"/>
              <a:gd name="T20" fmla="*/ 21 w 21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" h="8">
                <a:moveTo>
                  <a:pt x="0" y="0"/>
                </a:moveTo>
                <a:lnTo>
                  <a:pt x="0" y="0"/>
                </a:lnTo>
                <a:lnTo>
                  <a:pt x="2" y="7"/>
                </a:lnTo>
                <a:lnTo>
                  <a:pt x="20" y="4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8" name="Freeform 705">
            <a:extLst>
              <a:ext uri="{FF2B5EF4-FFF2-40B4-BE49-F238E27FC236}">
                <a16:creationId xmlns:a16="http://schemas.microsoft.com/office/drawing/2014/main" id="{61BB4970-CA67-7BEC-D3B3-9F7334D4506C}"/>
              </a:ext>
            </a:extLst>
          </p:cNvPr>
          <p:cNvSpPr>
            <a:spLocks/>
          </p:cNvSpPr>
          <p:nvPr/>
        </p:nvSpPr>
        <p:spPr bwMode="auto">
          <a:xfrm>
            <a:off x="2902345" y="5702047"/>
            <a:ext cx="310339" cy="535119"/>
          </a:xfrm>
          <a:custGeom>
            <a:avLst/>
            <a:gdLst>
              <a:gd name="T0" fmla="*/ 0 w 270"/>
              <a:gd name="T1" fmla="*/ 444 h 481"/>
              <a:gd name="T2" fmla="*/ 0 w 270"/>
              <a:gd name="T3" fmla="*/ 444 h 481"/>
              <a:gd name="T4" fmla="*/ 3 w 270"/>
              <a:gd name="T5" fmla="*/ 455 h 481"/>
              <a:gd name="T6" fmla="*/ 14 w 270"/>
              <a:gd name="T7" fmla="*/ 451 h 481"/>
              <a:gd name="T8" fmla="*/ 18 w 270"/>
              <a:gd name="T9" fmla="*/ 475 h 481"/>
              <a:gd name="T10" fmla="*/ 68 w 270"/>
              <a:gd name="T11" fmla="*/ 480 h 481"/>
              <a:gd name="T12" fmla="*/ 54 w 270"/>
              <a:gd name="T13" fmla="*/ 468 h 481"/>
              <a:gd name="T14" fmla="*/ 64 w 270"/>
              <a:gd name="T15" fmla="*/ 435 h 481"/>
              <a:gd name="T16" fmla="*/ 74 w 270"/>
              <a:gd name="T17" fmla="*/ 442 h 481"/>
              <a:gd name="T18" fmla="*/ 105 w 270"/>
              <a:gd name="T19" fmla="*/ 396 h 481"/>
              <a:gd name="T20" fmla="*/ 81 w 270"/>
              <a:gd name="T21" fmla="*/ 370 h 481"/>
              <a:gd name="T22" fmla="*/ 108 w 270"/>
              <a:gd name="T23" fmla="*/ 354 h 481"/>
              <a:gd name="T24" fmla="*/ 112 w 270"/>
              <a:gd name="T25" fmla="*/ 331 h 481"/>
              <a:gd name="T26" fmla="*/ 124 w 270"/>
              <a:gd name="T27" fmla="*/ 320 h 481"/>
              <a:gd name="T28" fmla="*/ 113 w 270"/>
              <a:gd name="T29" fmla="*/ 316 h 481"/>
              <a:gd name="T30" fmla="*/ 134 w 270"/>
              <a:gd name="T31" fmla="*/ 316 h 481"/>
              <a:gd name="T32" fmla="*/ 131 w 270"/>
              <a:gd name="T33" fmla="*/ 305 h 481"/>
              <a:gd name="T34" fmla="*/ 122 w 270"/>
              <a:gd name="T35" fmla="*/ 312 h 481"/>
              <a:gd name="T36" fmla="*/ 113 w 270"/>
              <a:gd name="T37" fmla="*/ 304 h 481"/>
              <a:gd name="T38" fmla="*/ 112 w 270"/>
              <a:gd name="T39" fmla="*/ 287 h 481"/>
              <a:gd name="T40" fmla="*/ 149 w 270"/>
              <a:gd name="T41" fmla="*/ 288 h 481"/>
              <a:gd name="T42" fmla="*/ 152 w 270"/>
              <a:gd name="T43" fmla="*/ 253 h 481"/>
              <a:gd name="T44" fmla="*/ 210 w 270"/>
              <a:gd name="T45" fmla="*/ 247 h 481"/>
              <a:gd name="T46" fmla="*/ 227 w 270"/>
              <a:gd name="T47" fmla="*/ 223 h 481"/>
              <a:gd name="T48" fmla="*/ 204 w 270"/>
              <a:gd name="T49" fmla="*/ 178 h 481"/>
              <a:gd name="T50" fmla="*/ 216 w 270"/>
              <a:gd name="T51" fmla="*/ 122 h 481"/>
              <a:gd name="T52" fmla="*/ 269 w 270"/>
              <a:gd name="T53" fmla="*/ 76 h 481"/>
              <a:gd name="T54" fmla="*/ 267 w 270"/>
              <a:gd name="T55" fmla="*/ 55 h 481"/>
              <a:gd name="T56" fmla="*/ 256 w 270"/>
              <a:gd name="T57" fmla="*/ 55 h 481"/>
              <a:gd name="T58" fmla="*/ 242 w 270"/>
              <a:gd name="T59" fmla="*/ 79 h 481"/>
              <a:gd name="T60" fmla="*/ 205 w 270"/>
              <a:gd name="T61" fmla="*/ 78 h 481"/>
              <a:gd name="T62" fmla="*/ 213 w 270"/>
              <a:gd name="T63" fmla="*/ 50 h 481"/>
              <a:gd name="T64" fmla="*/ 147 w 270"/>
              <a:gd name="T65" fmla="*/ 7 h 481"/>
              <a:gd name="T66" fmla="*/ 125 w 270"/>
              <a:gd name="T67" fmla="*/ 3 h 481"/>
              <a:gd name="T68" fmla="*/ 123 w 270"/>
              <a:gd name="T69" fmla="*/ 12 h 481"/>
              <a:gd name="T70" fmla="*/ 98 w 270"/>
              <a:gd name="T71" fmla="*/ 0 h 481"/>
              <a:gd name="T72" fmla="*/ 84 w 270"/>
              <a:gd name="T73" fmla="*/ 15 h 481"/>
              <a:gd name="T74" fmla="*/ 82 w 270"/>
              <a:gd name="T75" fmla="*/ 32 h 481"/>
              <a:gd name="T76" fmla="*/ 67 w 270"/>
              <a:gd name="T77" fmla="*/ 39 h 481"/>
              <a:gd name="T78" fmla="*/ 68 w 270"/>
              <a:gd name="T79" fmla="*/ 73 h 481"/>
              <a:gd name="T80" fmla="*/ 51 w 270"/>
              <a:gd name="T81" fmla="*/ 91 h 481"/>
              <a:gd name="T82" fmla="*/ 39 w 270"/>
              <a:gd name="T83" fmla="*/ 138 h 481"/>
              <a:gd name="T84" fmla="*/ 48 w 270"/>
              <a:gd name="T85" fmla="*/ 182 h 481"/>
              <a:gd name="T86" fmla="*/ 31 w 270"/>
              <a:gd name="T87" fmla="*/ 220 h 481"/>
              <a:gd name="T88" fmla="*/ 18 w 270"/>
              <a:gd name="T89" fmla="*/ 313 h 481"/>
              <a:gd name="T90" fmla="*/ 28 w 270"/>
              <a:gd name="T91" fmla="*/ 348 h 481"/>
              <a:gd name="T92" fmla="*/ 19 w 270"/>
              <a:gd name="T93" fmla="*/ 351 h 481"/>
              <a:gd name="T94" fmla="*/ 23 w 270"/>
              <a:gd name="T95" fmla="*/ 381 h 481"/>
              <a:gd name="T96" fmla="*/ 0 w 270"/>
              <a:gd name="T97" fmla="*/ 444 h 481"/>
              <a:gd name="T98" fmla="*/ 0 w 270"/>
              <a:gd name="T99" fmla="*/ 444 h 48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0"/>
              <a:gd name="T151" fmla="*/ 0 h 481"/>
              <a:gd name="T152" fmla="*/ 270 w 270"/>
              <a:gd name="T153" fmla="*/ 481 h 481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0" h="481">
                <a:moveTo>
                  <a:pt x="0" y="444"/>
                </a:moveTo>
                <a:lnTo>
                  <a:pt x="0" y="444"/>
                </a:lnTo>
                <a:lnTo>
                  <a:pt x="3" y="455"/>
                </a:lnTo>
                <a:lnTo>
                  <a:pt x="14" y="451"/>
                </a:lnTo>
                <a:lnTo>
                  <a:pt x="18" y="475"/>
                </a:lnTo>
                <a:lnTo>
                  <a:pt x="68" y="480"/>
                </a:lnTo>
                <a:lnTo>
                  <a:pt x="54" y="468"/>
                </a:lnTo>
                <a:lnTo>
                  <a:pt x="64" y="435"/>
                </a:lnTo>
                <a:lnTo>
                  <a:pt x="74" y="442"/>
                </a:lnTo>
                <a:lnTo>
                  <a:pt x="105" y="396"/>
                </a:lnTo>
                <a:lnTo>
                  <a:pt x="81" y="370"/>
                </a:lnTo>
                <a:lnTo>
                  <a:pt x="108" y="354"/>
                </a:lnTo>
                <a:lnTo>
                  <a:pt x="112" y="331"/>
                </a:lnTo>
                <a:lnTo>
                  <a:pt x="124" y="320"/>
                </a:lnTo>
                <a:lnTo>
                  <a:pt x="113" y="316"/>
                </a:lnTo>
                <a:lnTo>
                  <a:pt x="134" y="316"/>
                </a:lnTo>
                <a:lnTo>
                  <a:pt x="131" y="305"/>
                </a:lnTo>
                <a:lnTo>
                  <a:pt x="122" y="312"/>
                </a:lnTo>
                <a:lnTo>
                  <a:pt x="113" y="304"/>
                </a:lnTo>
                <a:lnTo>
                  <a:pt x="112" y="287"/>
                </a:lnTo>
                <a:lnTo>
                  <a:pt x="149" y="288"/>
                </a:lnTo>
                <a:lnTo>
                  <a:pt x="152" y="253"/>
                </a:lnTo>
                <a:lnTo>
                  <a:pt x="210" y="247"/>
                </a:lnTo>
                <a:lnTo>
                  <a:pt x="227" y="223"/>
                </a:lnTo>
                <a:lnTo>
                  <a:pt x="204" y="178"/>
                </a:lnTo>
                <a:lnTo>
                  <a:pt x="216" y="122"/>
                </a:lnTo>
                <a:lnTo>
                  <a:pt x="269" y="76"/>
                </a:lnTo>
                <a:lnTo>
                  <a:pt x="267" y="55"/>
                </a:lnTo>
                <a:lnTo>
                  <a:pt x="256" y="55"/>
                </a:lnTo>
                <a:lnTo>
                  <a:pt x="242" y="79"/>
                </a:lnTo>
                <a:lnTo>
                  <a:pt x="205" y="78"/>
                </a:lnTo>
                <a:lnTo>
                  <a:pt x="213" y="50"/>
                </a:lnTo>
                <a:lnTo>
                  <a:pt x="147" y="7"/>
                </a:lnTo>
                <a:lnTo>
                  <a:pt x="125" y="3"/>
                </a:lnTo>
                <a:lnTo>
                  <a:pt x="123" y="12"/>
                </a:lnTo>
                <a:lnTo>
                  <a:pt x="98" y="0"/>
                </a:lnTo>
                <a:lnTo>
                  <a:pt x="84" y="15"/>
                </a:lnTo>
                <a:lnTo>
                  <a:pt x="82" y="32"/>
                </a:lnTo>
                <a:lnTo>
                  <a:pt x="67" y="39"/>
                </a:lnTo>
                <a:lnTo>
                  <a:pt x="68" y="73"/>
                </a:lnTo>
                <a:lnTo>
                  <a:pt x="51" y="91"/>
                </a:lnTo>
                <a:lnTo>
                  <a:pt x="39" y="138"/>
                </a:lnTo>
                <a:lnTo>
                  <a:pt x="48" y="182"/>
                </a:lnTo>
                <a:lnTo>
                  <a:pt x="31" y="220"/>
                </a:lnTo>
                <a:lnTo>
                  <a:pt x="18" y="313"/>
                </a:lnTo>
                <a:lnTo>
                  <a:pt x="28" y="348"/>
                </a:lnTo>
                <a:lnTo>
                  <a:pt x="19" y="351"/>
                </a:lnTo>
                <a:lnTo>
                  <a:pt x="23" y="381"/>
                </a:lnTo>
                <a:lnTo>
                  <a:pt x="0" y="44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9" name="Freeform 706">
            <a:extLst>
              <a:ext uri="{FF2B5EF4-FFF2-40B4-BE49-F238E27FC236}">
                <a16:creationId xmlns:a16="http://schemas.microsoft.com/office/drawing/2014/main" id="{F19A3172-148F-4463-B2F4-FA087F681706}"/>
              </a:ext>
            </a:extLst>
          </p:cNvPr>
          <p:cNvSpPr>
            <a:spLocks/>
          </p:cNvSpPr>
          <p:nvPr/>
        </p:nvSpPr>
        <p:spPr bwMode="auto">
          <a:xfrm>
            <a:off x="2975907" y="6244953"/>
            <a:ext cx="56321" cy="46726"/>
          </a:xfrm>
          <a:custGeom>
            <a:avLst/>
            <a:gdLst>
              <a:gd name="T0" fmla="*/ 0 w 49"/>
              <a:gd name="T1" fmla="*/ 0 h 42"/>
              <a:gd name="T2" fmla="*/ 0 w 49"/>
              <a:gd name="T3" fmla="*/ 0 h 42"/>
              <a:gd name="T4" fmla="*/ 2 w 49"/>
              <a:gd name="T5" fmla="*/ 41 h 42"/>
              <a:gd name="T6" fmla="*/ 48 w 49"/>
              <a:gd name="T7" fmla="*/ 37 h 42"/>
              <a:gd name="T8" fmla="*/ 11 w 49"/>
              <a:gd name="T9" fmla="*/ 20 h 42"/>
              <a:gd name="T10" fmla="*/ 0 w 49"/>
              <a:gd name="T11" fmla="*/ 0 h 42"/>
              <a:gd name="T12" fmla="*/ 0 w 49"/>
              <a:gd name="T13" fmla="*/ 0 h 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"/>
              <a:gd name="T22" fmla="*/ 0 h 42"/>
              <a:gd name="T23" fmla="*/ 49 w 49"/>
              <a:gd name="T24" fmla="*/ 42 h 4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" h="42">
                <a:moveTo>
                  <a:pt x="0" y="0"/>
                </a:moveTo>
                <a:lnTo>
                  <a:pt x="0" y="0"/>
                </a:lnTo>
                <a:lnTo>
                  <a:pt x="2" y="41"/>
                </a:lnTo>
                <a:lnTo>
                  <a:pt x="48" y="37"/>
                </a:lnTo>
                <a:lnTo>
                  <a:pt x="11" y="2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0" name="Freeform 707">
            <a:extLst>
              <a:ext uri="{FF2B5EF4-FFF2-40B4-BE49-F238E27FC236}">
                <a16:creationId xmlns:a16="http://schemas.microsoft.com/office/drawing/2014/main" id="{A28D9523-4D0E-E88E-276F-E6EEBA745F61}"/>
              </a:ext>
            </a:extLst>
          </p:cNvPr>
          <p:cNvSpPr>
            <a:spLocks/>
          </p:cNvSpPr>
          <p:nvPr/>
        </p:nvSpPr>
        <p:spPr bwMode="auto">
          <a:xfrm>
            <a:off x="2959815" y="5514032"/>
            <a:ext cx="189652" cy="205815"/>
          </a:xfrm>
          <a:custGeom>
            <a:avLst/>
            <a:gdLst>
              <a:gd name="T0" fmla="*/ 0 w 165"/>
              <a:gd name="T1" fmla="*/ 18 h 185"/>
              <a:gd name="T2" fmla="*/ 0 w 165"/>
              <a:gd name="T3" fmla="*/ 18 h 185"/>
              <a:gd name="T4" fmla="*/ 13 w 165"/>
              <a:gd name="T5" fmla="*/ 38 h 185"/>
              <a:gd name="T6" fmla="*/ 4 w 165"/>
              <a:gd name="T7" fmla="*/ 80 h 185"/>
              <a:gd name="T8" fmla="*/ 13 w 165"/>
              <a:gd name="T9" fmla="*/ 84 h 185"/>
              <a:gd name="T10" fmla="*/ 9 w 165"/>
              <a:gd name="T11" fmla="*/ 91 h 185"/>
              <a:gd name="T12" fmla="*/ 1 w 165"/>
              <a:gd name="T13" fmla="*/ 108 h 185"/>
              <a:gd name="T14" fmla="*/ 16 w 165"/>
              <a:gd name="T15" fmla="*/ 133 h 185"/>
              <a:gd name="T16" fmla="*/ 24 w 165"/>
              <a:gd name="T17" fmla="*/ 183 h 185"/>
              <a:gd name="T18" fmla="*/ 34 w 165"/>
              <a:gd name="T19" fmla="*/ 184 h 185"/>
              <a:gd name="T20" fmla="*/ 48 w 165"/>
              <a:gd name="T21" fmla="*/ 169 h 185"/>
              <a:gd name="T22" fmla="*/ 73 w 165"/>
              <a:gd name="T23" fmla="*/ 181 h 185"/>
              <a:gd name="T24" fmla="*/ 75 w 165"/>
              <a:gd name="T25" fmla="*/ 172 h 185"/>
              <a:gd name="T26" fmla="*/ 97 w 165"/>
              <a:gd name="T27" fmla="*/ 176 h 185"/>
              <a:gd name="T28" fmla="*/ 106 w 165"/>
              <a:gd name="T29" fmla="*/ 139 h 185"/>
              <a:gd name="T30" fmla="*/ 145 w 165"/>
              <a:gd name="T31" fmla="*/ 133 h 185"/>
              <a:gd name="T32" fmla="*/ 159 w 165"/>
              <a:gd name="T33" fmla="*/ 145 h 185"/>
              <a:gd name="T34" fmla="*/ 164 w 165"/>
              <a:gd name="T35" fmla="*/ 117 h 185"/>
              <a:gd name="T36" fmla="*/ 155 w 165"/>
              <a:gd name="T37" fmla="*/ 93 h 185"/>
              <a:gd name="T38" fmla="*/ 132 w 165"/>
              <a:gd name="T39" fmla="*/ 91 h 185"/>
              <a:gd name="T40" fmla="*/ 122 w 165"/>
              <a:gd name="T41" fmla="*/ 55 h 185"/>
              <a:gd name="T42" fmla="*/ 62 w 165"/>
              <a:gd name="T43" fmla="*/ 31 h 185"/>
              <a:gd name="T44" fmla="*/ 58 w 165"/>
              <a:gd name="T45" fmla="*/ 0 h 185"/>
              <a:gd name="T46" fmla="*/ 17 w 165"/>
              <a:gd name="T47" fmla="*/ 19 h 185"/>
              <a:gd name="T48" fmla="*/ 0 w 165"/>
              <a:gd name="T49" fmla="*/ 18 h 185"/>
              <a:gd name="T50" fmla="*/ 0 w 165"/>
              <a:gd name="T51" fmla="*/ 18 h 185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65"/>
              <a:gd name="T79" fmla="*/ 0 h 185"/>
              <a:gd name="T80" fmla="*/ 165 w 165"/>
              <a:gd name="T81" fmla="*/ 185 h 185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65" h="185">
                <a:moveTo>
                  <a:pt x="0" y="18"/>
                </a:moveTo>
                <a:lnTo>
                  <a:pt x="0" y="18"/>
                </a:lnTo>
                <a:lnTo>
                  <a:pt x="13" y="38"/>
                </a:lnTo>
                <a:lnTo>
                  <a:pt x="4" y="80"/>
                </a:lnTo>
                <a:lnTo>
                  <a:pt x="13" y="84"/>
                </a:lnTo>
                <a:lnTo>
                  <a:pt x="9" y="91"/>
                </a:lnTo>
                <a:lnTo>
                  <a:pt x="1" y="108"/>
                </a:lnTo>
                <a:lnTo>
                  <a:pt x="16" y="133"/>
                </a:lnTo>
                <a:lnTo>
                  <a:pt x="24" y="183"/>
                </a:lnTo>
                <a:lnTo>
                  <a:pt x="34" y="184"/>
                </a:lnTo>
                <a:lnTo>
                  <a:pt x="48" y="169"/>
                </a:lnTo>
                <a:lnTo>
                  <a:pt x="73" y="181"/>
                </a:lnTo>
                <a:lnTo>
                  <a:pt x="75" y="172"/>
                </a:lnTo>
                <a:lnTo>
                  <a:pt x="97" y="176"/>
                </a:lnTo>
                <a:lnTo>
                  <a:pt x="106" y="139"/>
                </a:lnTo>
                <a:lnTo>
                  <a:pt x="145" y="133"/>
                </a:lnTo>
                <a:lnTo>
                  <a:pt x="159" y="145"/>
                </a:lnTo>
                <a:lnTo>
                  <a:pt x="164" y="117"/>
                </a:lnTo>
                <a:lnTo>
                  <a:pt x="155" y="93"/>
                </a:lnTo>
                <a:lnTo>
                  <a:pt x="132" y="91"/>
                </a:lnTo>
                <a:lnTo>
                  <a:pt x="122" y="55"/>
                </a:lnTo>
                <a:lnTo>
                  <a:pt x="62" y="31"/>
                </a:lnTo>
                <a:lnTo>
                  <a:pt x="58" y="0"/>
                </a:lnTo>
                <a:lnTo>
                  <a:pt x="17" y="19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1" name="Freeform 708">
            <a:extLst>
              <a:ext uri="{FF2B5EF4-FFF2-40B4-BE49-F238E27FC236}">
                <a16:creationId xmlns:a16="http://schemas.microsoft.com/office/drawing/2014/main" id="{C092DCF7-0E92-BB00-D764-A6257FD35504}"/>
              </a:ext>
            </a:extLst>
          </p:cNvPr>
          <p:cNvSpPr>
            <a:spLocks/>
          </p:cNvSpPr>
          <p:nvPr/>
        </p:nvSpPr>
        <p:spPr bwMode="auto">
          <a:xfrm>
            <a:off x="2895449" y="5291529"/>
            <a:ext cx="612633" cy="605207"/>
          </a:xfrm>
          <a:custGeom>
            <a:avLst/>
            <a:gdLst>
              <a:gd name="T0" fmla="*/ 0 w 533"/>
              <a:gd name="T1" fmla="*/ 172 h 544"/>
              <a:gd name="T2" fmla="*/ 30 w 533"/>
              <a:gd name="T3" fmla="*/ 205 h 544"/>
              <a:gd name="T4" fmla="*/ 45 w 533"/>
              <a:gd name="T5" fmla="*/ 218 h 544"/>
              <a:gd name="T6" fmla="*/ 73 w 533"/>
              <a:gd name="T7" fmla="*/ 219 h 544"/>
              <a:gd name="T8" fmla="*/ 118 w 533"/>
              <a:gd name="T9" fmla="*/ 231 h 544"/>
              <a:gd name="T10" fmla="*/ 188 w 533"/>
              <a:gd name="T11" fmla="*/ 291 h 544"/>
              <a:gd name="T12" fmla="*/ 220 w 533"/>
              <a:gd name="T13" fmla="*/ 317 h 544"/>
              <a:gd name="T14" fmla="*/ 218 w 533"/>
              <a:gd name="T15" fmla="*/ 372 h 544"/>
              <a:gd name="T16" fmla="*/ 250 w 533"/>
              <a:gd name="T17" fmla="*/ 396 h 544"/>
              <a:gd name="T18" fmla="*/ 262 w 533"/>
              <a:gd name="T19" fmla="*/ 424 h 544"/>
              <a:gd name="T20" fmla="*/ 275 w 533"/>
              <a:gd name="T21" fmla="*/ 445 h 544"/>
              <a:gd name="T22" fmla="*/ 232 w 533"/>
              <a:gd name="T23" fmla="*/ 488 h 544"/>
              <a:gd name="T24" fmla="*/ 281 w 533"/>
              <a:gd name="T25" fmla="*/ 529 h 544"/>
              <a:gd name="T26" fmla="*/ 343 w 533"/>
              <a:gd name="T27" fmla="*/ 462 h 544"/>
              <a:gd name="T28" fmla="*/ 399 w 533"/>
              <a:gd name="T29" fmla="*/ 384 h 544"/>
              <a:gd name="T30" fmla="*/ 445 w 533"/>
              <a:gd name="T31" fmla="*/ 371 h 544"/>
              <a:gd name="T32" fmla="*/ 475 w 533"/>
              <a:gd name="T33" fmla="*/ 249 h 544"/>
              <a:gd name="T34" fmla="*/ 532 w 533"/>
              <a:gd name="T35" fmla="*/ 166 h 544"/>
              <a:gd name="T36" fmla="*/ 502 w 533"/>
              <a:gd name="T37" fmla="*/ 137 h 544"/>
              <a:gd name="T38" fmla="*/ 401 w 533"/>
              <a:gd name="T39" fmla="*/ 106 h 544"/>
              <a:gd name="T40" fmla="*/ 365 w 533"/>
              <a:gd name="T41" fmla="*/ 78 h 544"/>
              <a:gd name="T42" fmla="*/ 334 w 533"/>
              <a:gd name="T43" fmla="*/ 102 h 544"/>
              <a:gd name="T44" fmla="*/ 305 w 533"/>
              <a:gd name="T45" fmla="*/ 98 h 544"/>
              <a:gd name="T46" fmla="*/ 306 w 533"/>
              <a:gd name="T47" fmla="*/ 75 h 544"/>
              <a:gd name="T48" fmla="*/ 305 w 533"/>
              <a:gd name="T49" fmla="*/ 15 h 544"/>
              <a:gd name="T50" fmla="*/ 265 w 533"/>
              <a:gd name="T51" fmla="*/ 39 h 544"/>
              <a:gd name="T52" fmla="*/ 198 w 533"/>
              <a:gd name="T53" fmla="*/ 49 h 544"/>
              <a:gd name="T54" fmla="*/ 194 w 533"/>
              <a:gd name="T55" fmla="*/ 9 h 544"/>
              <a:gd name="T56" fmla="*/ 147 w 533"/>
              <a:gd name="T57" fmla="*/ 16 h 544"/>
              <a:gd name="T58" fmla="*/ 131 w 533"/>
              <a:gd name="T59" fmla="*/ 37 h 544"/>
              <a:gd name="T60" fmla="*/ 111 w 533"/>
              <a:gd name="T61" fmla="*/ 59 h 544"/>
              <a:gd name="T62" fmla="*/ 87 w 533"/>
              <a:gd name="T63" fmla="*/ 42 h 544"/>
              <a:gd name="T64" fmla="*/ 65 w 533"/>
              <a:gd name="T65" fmla="*/ 61 h 544"/>
              <a:gd name="T66" fmla="*/ 59 w 533"/>
              <a:gd name="T67" fmla="*/ 87 h 544"/>
              <a:gd name="T68" fmla="*/ 19 w 533"/>
              <a:gd name="T69" fmla="*/ 140 h 544"/>
              <a:gd name="T70" fmla="*/ 0 w 533"/>
              <a:gd name="T71" fmla="*/ 172 h 5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33"/>
              <a:gd name="T109" fmla="*/ 0 h 544"/>
              <a:gd name="T110" fmla="*/ 533 w 533"/>
              <a:gd name="T111" fmla="*/ 544 h 544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533" h="544">
                <a:moveTo>
                  <a:pt x="0" y="172"/>
                </a:moveTo>
                <a:lnTo>
                  <a:pt x="0" y="172"/>
                </a:lnTo>
                <a:lnTo>
                  <a:pt x="11" y="197"/>
                </a:lnTo>
                <a:lnTo>
                  <a:pt x="30" y="205"/>
                </a:lnTo>
                <a:lnTo>
                  <a:pt x="45" y="196"/>
                </a:lnTo>
                <a:lnTo>
                  <a:pt x="45" y="218"/>
                </a:lnTo>
                <a:lnTo>
                  <a:pt x="56" y="218"/>
                </a:lnTo>
                <a:lnTo>
                  <a:pt x="73" y="219"/>
                </a:lnTo>
                <a:lnTo>
                  <a:pt x="114" y="200"/>
                </a:lnTo>
                <a:lnTo>
                  <a:pt x="118" y="231"/>
                </a:lnTo>
                <a:lnTo>
                  <a:pt x="178" y="255"/>
                </a:lnTo>
                <a:lnTo>
                  <a:pt x="188" y="291"/>
                </a:lnTo>
                <a:lnTo>
                  <a:pt x="211" y="293"/>
                </a:lnTo>
                <a:lnTo>
                  <a:pt x="220" y="317"/>
                </a:lnTo>
                <a:lnTo>
                  <a:pt x="215" y="345"/>
                </a:lnTo>
                <a:lnTo>
                  <a:pt x="218" y="372"/>
                </a:lnTo>
                <a:lnTo>
                  <a:pt x="246" y="377"/>
                </a:lnTo>
                <a:lnTo>
                  <a:pt x="250" y="396"/>
                </a:lnTo>
                <a:lnTo>
                  <a:pt x="264" y="399"/>
                </a:lnTo>
                <a:lnTo>
                  <a:pt x="262" y="424"/>
                </a:lnTo>
                <a:lnTo>
                  <a:pt x="273" y="424"/>
                </a:lnTo>
                <a:lnTo>
                  <a:pt x="275" y="445"/>
                </a:lnTo>
                <a:lnTo>
                  <a:pt x="222" y="491"/>
                </a:lnTo>
                <a:lnTo>
                  <a:pt x="232" y="488"/>
                </a:lnTo>
                <a:lnTo>
                  <a:pt x="273" y="517"/>
                </a:lnTo>
                <a:lnTo>
                  <a:pt x="281" y="529"/>
                </a:lnTo>
                <a:lnTo>
                  <a:pt x="278" y="543"/>
                </a:lnTo>
                <a:lnTo>
                  <a:pt x="343" y="462"/>
                </a:lnTo>
                <a:lnTo>
                  <a:pt x="347" y="421"/>
                </a:lnTo>
                <a:lnTo>
                  <a:pt x="399" y="384"/>
                </a:lnTo>
                <a:lnTo>
                  <a:pt x="432" y="384"/>
                </a:lnTo>
                <a:lnTo>
                  <a:pt x="445" y="371"/>
                </a:lnTo>
                <a:lnTo>
                  <a:pt x="472" y="310"/>
                </a:lnTo>
                <a:lnTo>
                  <a:pt x="475" y="249"/>
                </a:lnTo>
                <a:lnTo>
                  <a:pt x="527" y="191"/>
                </a:lnTo>
                <a:lnTo>
                  <a:pt x="532" y="166"/>
                </a:lnTo>
                <a:lnTo>
                  <a:pt x="524" y="141"/>
                </a:lnTo>
                <a:lnTo>
                  <a:pt x="502" y="137"/>
                </a:lnTo>
                <a:lnTo>
                  <a:pt x="468" y="111"/>
                </a:lnTo>
                <a:lnTo>
                  <a:pt x="401" y="106"/>
                </a:lnTo>
                <a:lnTo>
                  <a:pt x="395" y="90"/>
                </a:lnTo>
                <a:lnTo>
                  <a:pt x="365" y="78"/>
                </a:lnTo>
                <a:lnTo>
                  <a:pt x="352" y="79"/>
                </a:lnTo>
                <a:lnTo>
                  <a:pt x="334" y="102"/>
                </a:lnTo>
                <a:lnTo>
                  <a:pt x="334" y="94"/>
                </a:lnTo>
                <a:lnTo>
                  <a:pt x="305" y="98"/>
                </a:lnTo>
                <a:lnTo>
                  <a:pt x="317" y="93"/>
                </a:lnTo>
                <a:lnTo>
                  <a:pt x="306" y="75"/>
                </a:lnTo>
                <a:lnTo>
                  <a:pt x="327" y="48"/>
                </a:lnTo>
                <a:lnTo>
                  <a:pt x="305" y="15"/>
                </a:lnTo>
                <a:lnTo>
                  <a:pt x="285" y="41"/>
                </a:lnTo>
                <a:lnTo>
                  <a:pt x="265" y="39"/>
                </a:lnTo>
                <a:lnTo>
                  <a:pt x="237" y="43"/>
                </a:lnTo>
                <a:lnTo>
                  <a:pt x="198" y="49"/>
                </a:lnTo>
                <a:lnTo>
                  <a:pt x="191" y="35"/>
                </a:lnTo>
                <a:lnTo>
                  <a:pt x="194" y="9"/>
                </a:lnTo>
                <a:lnTo>
                  <a:pt x="181" y="0"/>
                </a:lnTo>
                <a:lnTo>
                  <a:pt x="147" y="16"/>
                </a:lnTo>
                <a:lnTo>
                  <a:pt x="124" y="11"/>
                </a:lnTo>
                <a:lnTo>
                  <a:pt x="131" y="37"/>
                </a:lnTo>
                <a:lnTo>
                  <a:pt x="144" y="40"/>
                </a:lnTo>
                <a:lnTo>
                  <a:pt x="111" y="59"/>
                </a:lnTo>
                <a:lnTo>
                  <a:pt x="95" y="52"/>
                </a:lnTo>
                <a:lnTo>
                  <a:pt x="87" y="42"/>
                </a:lnTo>
                <a:lnTo>
                  <a:pt x="55" y="47"/>
                </a:lnTo>
                <a:lnTo>
                  <a:pt x="65" y="61"/>
                </a:lnTo>
                <a:lnTo>
                  <a:pt x="52" y="63"/>
                </a:lnTo>
                <a:lnTo>
                  <a:pt x="59" y="87"/>
                </a:lnTo>
                <a:lnTo>
                  <a:pt x="53" y="126"/>
                </a:lnTo>
                <a:lnTo>
                  <a:pt x="19" y="140"/>
                </a:lnTo>
                <a:lnTo>
                  <a:pt x="0" y="17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2" name="Freeform 709">
            <a:extLst>
              <a:ext uri="{FF2B5EF4-FFF2-40B4-BE49-F238E27FC236}">
                <a16:creationId xmlns:a16="http://schemas.microsoft.com/office/drawing/2014/main" id="{8F468F01-980B-2DAE-5303-6FF9728ADDBA}"/>
              </a:ext>
            </a:extLst>
          </p:cNvPr>
          <p:cNvSpPr>
            <a:spLocks/>
          </p:cNvSpPr>
          <p:nvPr/>
        </p:nvSpPr>
        <p:spPr bwMode="auto">
          <a:xfrm>
            <a:off x="2654074" y="5086827"/>
            <a:ext cx="14942" cy="41163"/>
          </a:xfrm>
          <a:custGeom>
            <a:avLst/>
            <a:gdLst>
              <a:gd name="T0" fmla="*/ 0 w 13"/>
              <a:gd name="T1" fmla="*/ 8 h 37"/>
              <a:gd name="T2" fmla="*/ 0 w 13"/>
              <a:gd name="T3" fmla="*/ 8 h 37"/>
              <a:gd name="T4" fmla="*/ 5 w 13"/>
              <a:gd name="T5" fmla="*/ 36 h 37"/>
              <a:gd name="T6" fmla="*/ 12 w 13"/>
              <a:gd name="T7" fmla="*/ 0 h 37"/>
              <a:gd name="T8" fmla="*/ 0 w 13"/>
              <a:gd name="T9" fmla="*/ 8 h 37"/>
              <a:gd name="T10" fmla="*/ 0 w 13"/>
              <a:gd name="T11" fmla="*/ 8 h 3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"/>
              <a:gd name="T19" fmla="*/ 0 h 37"/>
              <a:gd name="T20" fmla="*/ 13 w 13"/>
              <a:gd name="T21" fmla="*/ 37 h 3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" h="37">
                <a:moveTo>
                  <a:pt x="0" y="8"/>
                </a:moveTo>
                <a:lnTo>
                  <a:pt x="0" y="8"/>
                </a:lnTo>
                <a:lnTo>
                  <a:pt x="5" y="36"/>
                </a:lnTo>
                <a:lnTo>
                  <a:pt x="12" y="0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3" name="Freeform 710">
            <a:extLst>
              <a:ext uri="{FF2B5EF4-FFF2-40B4-BE49-F238E27FC236}">
                <a16:creationId xmlns:a16="http://schemas.microsoft.com/office/drawing/2014/main" id="{9B9E70D4-26C7-8110-DC24-4E92DCBFFE51}"/>
              </a:ext>
            </a:extLst>
          </p:cNvPr>
          <p:cNvSpPr>
            <a:spLocks/>
          </p:cNvSpPr>
          <p:nvPr/>
        </p:nvSpPr>
        <p:spPr bwMode="auto">
          <a:xfrm>
            <a:off x="2867863" y="5634183"/>
            <a:ext cx="132182" cy="635245"/>
          </a:xfrm>
          <a:custGeom>
            <a:avLst/>
            <a:gdLst>
              <a:gd name="T0" fmla="*/ 0 w 115"/>
              <a:gd name="T1" fmla="*/ 445 h 571"/>
              <a:gd name="T2" fmla="*/ 0 w 115"/>
              <a:gd name="T3" fmla="*/ 445 h 571"/>
              <a:gd name="T4" fmla="*/ 9 w 115"/>
              <a:gd name="T5" fmla="*/ 430 h 571"/>
              <a:gd name="T6" fmla="*/ 24 w 115"/>
              <a:gd name="T7" fmla="*/ 441 h 571"/>
              <a:gd name="T8" fmla="*/ 39 w 115"/>
              <a:gd name="T9" fmla="*/ 412 h 571"/>
              <a:gd name="T10" fmla="*/ 33 w 115"/>
              <a:gd name="T11" fmla="*/ 400 h 571"/>
              <a:gd name="T12" fmla="*/ 45 w 115"/>
              <a:gd name="T13" fmla="*/ 360 h 571"/>
              <a:gd name="T14" fmla="*/ 24 w 115"/>
              <a:gd name="T15" fmla="*/ 357 h 571"/>
              <a:gd name="T16" fmla="*/ 27 w 115"/>
              <a:gd name="T17" fmla="*/ 292 h 571"/>
              <a:gd name="T18" fmla="*/ 55 w 115"/>
              <a:gd name="T19" fmla="*/ 224 h 571"/>
              <a:gd name="T20" fmla="*/ 54 w 115"/>
              <a:gd name="T21" fmla="*/ 166 h 571"/>
              <a:gd name="T22" fmla="*/ 74 w 115"/>
              <a:gd name="T23" fmla="*/ 58 h 571"/>
              <a:gd name="T24" fmla="*/ 68 w 115"/>
              <a:gd name="T25" fmla="*/ 9 h 571"/>
              <a:gd name="T26" fmla="*/ 81 w 115"/>
              <a:gd name="T27" fmla="*/ 0 h 571"/>
              <a:gd name="T28" fmla="*/ 96 w 115"/>
              <a:gd name="T29" fmla="*/ 25 h 571"/>
              <a:gd name="T30" fmla="*/ 104 w 115"/>
              <a:gd name="T31" fmla="*/ 75 h 571"/>
              <a:gd name="T32" fmla="*/ 114 w 115"/>
              <a:gd name="T33" fmla="*/ 76 h 571"/>
              <a:gd name="T34" fmla="*/ 112 w 115"/>
              <a:gd name="T35" fmla="*/ 93 h 571"/>
              <a:gd name="T36" fmla="*/ 97 w 115"/>
              <a:gd name="T37" fmla="*/ 100 h 571"/>
              <a:gd name="T38" fmla="*/ 98 w 115"/>
              <a:gd name="T39" fmla="*/ 134 h 571"/>
              <a:gd name="T40" fmla="*/ 81 w 115"/>
              <a:gd name="T41" fmla="*/ 152 h 571"/>
              <a:gd name="T42" fmla="*/ 69 w 115"/>
              <a:gd name="T43" fmla="*/ 199 h 571"/>
              <a:gd name="T44" fmla="*/ 78 w 115"/>
              <a:gd name="T45" fmla="*/ 243 h 571"/>
              <a:gd name="T46" fmla="*/ 61 w 115"/>
              <a:gd name="T47" fmla="*/ 281 h 571"/>
              <a:gd name="T48" fmla="*/ 48 w 115"/>
              <a:gd name="T49" fmla="*/ 374 h 571"/>
              <a:gd name="T50" fmla="*/ 58 w 115"/>
              <a:gd name="T51" fmla="*/ 409 h 571"/>
              <a:gd name="T52" fmla="*/ 49 w 115"/>
              <a:gd name="T53" fmla="*/ 412 h 571"/>
              <a:gd name="T54" fmla="*/ 53 w 115"/>
              <a:gd name="T55" fmla="*/ 442 h 571"/>
              <a:gd name="T56" fmla="*/ 30 w 115"/>
              <a:gd name="T57" fmla="*/ 505 h 571"/>
              <a:gd name="T58" fmla="*/ 33 w 115"/>
              <a:gd name="T59" fmla="*/ 516 h 571"/>
              <a:gd name="T60" fmla="*/ 44 w 115"/>
              <a:gd name="T61" fmla="*/ 512 h 571"/>
              <a:gd name="T62" fmla="*/ 48 w 115"/>
              <a:gd name="T63" fmla="*/ 536 h 571"/>
              <a:gd name="T64" fmla="*/ 98 w 115"/>
              <a:gd name="T65" fmla="*/ 541 h 571"/>
              <a:gd name="T66" fmla="*/ 65 w 115"/>
              <a:gd name="T67" fmla="*/ 551 h 571"/>
              <a:gd name="T68" fmla="*/ 61 w 115"/>
              <a:gd name="T69" fmla="*/ 570 h 571"/>
              <a:gd name="T70" fmla="*/ 46 w 115"/>
              <a:gd name="T71" fmla="*/ 565 h 571"/>
              <a:gd name="T72" fmla="*/ 62 w 115"/>
              <a:gd name="T73" fmla="*/ 553 h 571"/>
              <a:gd name="T74" fmla="*/ 38 w 115"/>
              <a:gd name="T75" fmla="*/ 548 h 571"/>
              <a:gd name="T76" fmla="*/ 35 w 115"/>
              <a:gd name="T77" fmla="*/ 527 h 571"/>
              <a:gd name="T78" fmla="*/ 29 w 115"/>
              <a:gd name="T79" fmla="*/ 537 h 571"/>
              <a:gd name="T80" fmla="*/ 20 w 115"/>
              <a:gd name="T81" fmla="*/ 518 h 571"/>
              <a:gd name="T82" fmla="*/ 25 w 115"/>
              <a:gd name="T83" fmla="*/ 513 h 571"/>
              <a:gd name="T84" fmla="*/ 14 w 115"/>
              <a:gd name="T85" fmla="*/ 504 h 571"/>
              <a:gd name="T86" fmla="*/ 24 w 115"/>
              <a:gd name="T87" fmla="*/ 494 h 571"/>
              <a:gd name="T88" fmla="*/ 15 w 115"/>
              <a:gd name="T89" fmla="*/ 466 h 571"/>
              <a:gd name="T90" fmla="*/ 32 w 115"/>
              <a:gd name="T91" fmla="*/ 469 h 571"/>
              <a:gd name="T92" fmla="*/ 15 w 115"/>
              <a:gd name="T93" fmla="*/ 455 h 571"/>
              <a:gd name="T94" fmla="*/ 19 w 115"/>
              <a:gd name="T95" fmla="*/ 444 h 571"/>
              <a:gd name="T96" fmla="*/ 0 w 115"/>
              <a:gd name="T97" fmla="*/ 445 h 571"/>
              <a:gd name="T98" fmla="*/ 0 w 115"/>
              <a:gd name="T99" fmla="*/ 445 h 57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115"/>
              <a:gd name="T151" fmla="*/ 0 h 571"/>
              <a:gd name="T152" fmla="*/ 115 w 115"/>
              <a:gd name="T153" fmla="*/ 571 h 571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115" h="571">
                <a:moveTo>
                  <a:pt x="0" y="445"/>
                </a:moveTo>
                <a:lnTo>
                  <a:pt x="0" y="445"/>
                </a:lnTo>
                <a:lnTo>
                  <a:pt x="9" y="430"/>
                </a:lnTo>
                <a:lnTo>
                  <a:pt x="24" y="441"/>
                </a:lnTo>
                <a:lnTo>
                  <a:pt x="39" y="412"/>
                </a:lnTo>
                <a:lnTo>
                  <a:pt x="33" y="400"/>
                </a:lnTo>
                <a:lnTo>
                  <a:pt x="45" y="360"/>
                </a:lnTo>
                <a:lnTo>
                  <a:pt x="24" y="357"/>
                </a:lnTo>
                <a:lnTo>
                  <a:pt x="27" y="292"/>
                </a:lnTo>
                <a:lnTo>
                  <a:pt x="55" y="224"/>
                </a:lnTo>
                <a:lnTo>
                  <a:pt x="54" y="166"/>
                </a:lnTo>
                <a:lnTo>
                  <a:pt x="74" y="58"/>
                </a:lnTo>
                <a:lnTo>
                  <a:pt x="68" y="9"/>
                </a:lnTo>
                <a:lnTo>
                  <a:pt x="81" y="0"/>
                </a:lnTo>
                <a:lnTo>
                  <a:pt x="96" y="25"/>
                </a:lnTo>
                <a:lnTo>
                  <a:pt x="104" y="75"/>
                </a:lnTo>
                <a:lnTo>
                  <a:pt x="114" y="76"/>
                </a:lnTo>
                <a:lnTo>
                  <a:pt x="112" y="93"/>
                </a:lnTo>
                <a:lnTo>
                  <a:pt x="97" y="100"/>
                </a:lnTo>
                <a:lnTo>
                  <a:pt x="98" y="134"/>
                </a:lnTo>
                <a:lnTo>
                  <a:pt x="81" y="152"/>
                </a:lnTo>
                <a:lnTo>
                  <a:pt x="69" y="199"/>
                </a:lnTo>
                <a:lnTo>
                  <a:pt x="78" y="243"/>
                </a:lnTo>
                <a:lnTo>
                  <a:pt x="61" y="281"/>
                </a:lnTo>
                <a:lnTo>
                  <a:pt x="48" y="374"/>
                </a:lnTo>
                <a:lnTo>
                  <a:pt x="58" y="409"/>
                </a:lnTo>
                <a:lnTo>
                  <a:pt x="49" y="412"/>
                </a:lnTo>
                <a:lnTo>
                  <a:pt x="53" y="442"/>
                </a:lnTo>
                <a:lnTo>
                  <a:pt x="30" y="505"/>
                </a:lnTo>
                <a:lnTo>
                  <a:pt x="33" y="516"/>
                </a:lnTo>
                <a:lnTo>
                  <a:pt x="44" y="512"/>
                </a:lnTo>
                <a:lnTo>
                  <a:pt x="48" y="536"/>
                </a:lnTo>
                <a:lnTo>
                  <a:pt x="98" y="541"/>
                </a:lnTo>
                <a:lnTo>
                  <a:pt x="65" y="551"/>
                </a:lnTo>
                <a:lnTo>
                  <a:pt x="61" y="570"/>
                </a:lnTo>
                <a:lnTo>
                  <a:pt x="46" y="565"/>
                </a:lnTo>
                <a:lnTo>
                  <a:pt x="62" y="553"/>
                </a:lnTo>
                <a:lnTo>
                  <a:pt x="38" y="548"/>
                </a:lnTo>
                <a:lnTo>
                  <a:pt x="35" y="527"/>
                </a:lnTo>
                <a:lnTo>
                  <a:pt x="29" y="537"/>
                </a:lnTo>
                <a:lnTo>
                  <a:pt x="20" y="518"/>
                </a:lnTo>
                <a:lnTo>
                  <a:pt x="25" y="513"/>
                </a:lnTo>
                <a:lnTo>
                  <a:pt x="14" y="504"/>
                </a:lnTo>
                <a:lnTo>
                  <a:pt x="24" y="494"/>
                </a:lnTo>
                <a:lnTo>
                  <a:pt x="15" y="466"/>
                </a:lnTo>
                <a:lnTo>
                  <a:pt x="32" y="469"/>
                </a:lnTo>
                <a:lnTo>
                  <a:pt x="15" y="455"/>
                </a:lnTo>
                <a:lnTo>
                  <a:pt x="19" y="444"/>
                </a:lnTo>
                <a:lnTo>
                  <a:pt x="0" y="44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4" name="Freeform 711">
            <a:extLst>
              <a:ext uri="{FF2B5EF4-FFF2-40B4-BE49-F238E27FC236}">
                <a16:creationId xmlns:a16="http://schemas.microsoft.com/office/drawing/2014/main" id="{E7F19B09-81BF-CF02-0D85-41CD8FC2A1F5}"/>
              </a:ext>
            </a:extLst>
          </p:cNvPr>
          <p:cNvSpPr>
            <a:spLocks/>
          </p:cNvSpPr>
          <p:nvPr/>
        </p:nvSpPr>
        <p:spPr bwMode="auto">
          <a:xfrm>
            <a:off x="2874759" y="6165965"/>
            <a:ext cx="11494" cy="24476"/>
          </a:xfrm>
          <a:custGeom>
            <a:avLst/>
            <a:gdLst>
              <a:gd name="T0" fmla="*/ 0 w 10"/>
              <a:gd name="T1" fmla="*/ 9 h 22"/>
              <a:gd name="T2" fmla="*/ 0 w 10"/>
              <a:gd name="T3" fmla="*/ 9 h 22"/>
              <a:gd name="T4" fmla="*/ 4 w 10"/>
              <a:gd name="T5" fmla="*/ 0 h 22"/>
              <a:gd name="T6" fmla="*/ 9 w 10"/>
              <a:gd name="T7" fmla="*/ 21 h 22"/>
              <a:gd name="T8" fmla="*/ 0 w 10"/>
              <a:gd name="T9" fmla="*/ 9 h 22"/>
              <a:gd name="T10" fmla="*/ 0 w 10"/>
              <a:gd name="T11" fmla="*/ 9 h 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"/>
              <a:gd name="T19" fmla="*/ 0 h 22"/>
              <a:gd name="T20" fmla="*/ 10 w 10"/>
              <a:gd name="T21" fmla="*/ 22 h 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" h="22">
                <a:moveTo>
                  <a:pt x="0" y="9"/>
                </a:moveTo>
                <a:lnTo>
                  <a:pt x="0" y="9"/>
                </a:lnTo>
                <a:lnTo>
                  <a:pt x="4" y="0"/>
                </a:lnTo>
                <a:lnTo>
                  <a:pt x="9" y="21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5" name="Freeform 712">
            <a:extLst>
              <a:ext uri="{FF2B5EF4-FFF2-40B4-BE49-F238E27FC236}">
                <a16:creationId xmlns:a16="http://schemas.microsoft.com/office/drawing/2014/main" id="{D3B9FE4D-175B-AE4F-DCA2-9F7D60733672}"/>
              </a:ext>
            </a:extLst>
          </p:cNvPr>
          <p:cNvSpPr>
            <a:spLocks/>
          </p:cNvSpPr>
          <p:nvPr/>
        </p:nvSpPr>
        <p:spPr bwMode="auto">
          <a:xfrm>
            <a:off x="2886254" y="6036913"/>
            <a:ext cx="10345" cy="31151"/>
          </a:xfrm>
          <a:custGeom>
            <a:avLst/>
            <a:gdLst>
              <a:gd name="T0" fmla="*/ 0 w 9"/>
              <a:gd name="T1" fmla="*/ 23 h 28"/>
              <a:gd name="T2" fmla="*/ 0 w 9"/>
              <a:gd name="T3" fmla="*/ 23 h 28"/>
              <a:gd name="T4" fmla="*/ 8 w 9"/>
              <a:gd name="T5" fmla="*/ 0 h 28"/>
              <a:gd name="T6" fmla="*/ 8 w 9"/>
              <a:gd name="T7" fmla="*/ 27 h 28"/>
              <a:gd name="T8" fmla="*/ 0 w 9"/>
              <a:gd name="T9" fmla="*/ 23 h 28"/>
              <a:gd name="T10" fmla="*/ 0 w 9"/>
              <a:gd name="T11" fmla="*/ 23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"/>
              <a:gd name="T19" fmla="*/ 0 h 28"/>
              <a:gd name="T20" fmla="*/ 9 w 9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" h="28">
                <a:moveTo>
                  <a:pt x="0" y="23"/>
                </a:moveTo>
                <a:lnTo>
                  <a:pt x="0" y="23"/>
                </a:lnTo>
                <a:lnTo>
                  <a:pt x="8" y="0"/>
                </a:lnTo>
                <a:lnTo>
                  <a:pt x="8" y="27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6" name="Freeform 713">
            <a:extLst>
              <a:ext uri="{FF2B5EF4-FFF2-40B4-BE49-F238E27FC236}">
                <a16:creationId xmlns:a16="http://schemas.microsoft.com/office/drawing/2014/main" id="{99ABD4A4-0EAB-42EF-B3F3-810E9249FB3B}"/>
              </a:ext>
            </a:extLst>
          </p:cNvPr>
          <p:cNvSpPr>
            <a:spLocks/>
          </p:cNvSpPr>
          <p:nvPr/>
        </p:nvSpPr>
        <p:spPr bwMode="auto">
          <a:xfrm>
            <a:off x="2896598" y="6260528"/>
            <a:ext cx="21839" cy="14463"/>
          </a:xfrm>
          <a:custGeom>
            <a:avLst/>
            <a:gdLst>
              <a:gd name="T0" fmla="*/ 0 w 19"/>
              <a:gd name="T1" fmla="*/ 0 h 13"/>
              <a:gd name="T2" fmla="*/ 0 w 19"/>
              <a:gd name="T3" fmla="*/ 0 h 13"/>
              <a:gd name="T4" fmla="*/ 18 w 19"/>
              <a:gd name="T5" fmla="*/ 3 h 13"/>
              <a:gd name="T6" fmla="*/ 18 w 19"/>
              <a:gd name="T7" fmla="*/ 12 h 13"/>
              <a:gd name="T8" fmla="*/ 0 w 19"/>
              <a:gd name="T9" fmla="*/ 0 h 13"/>
              <a:gd name="T10" fmla="*/ 0 w 19"/>
              <a:gd name="T11" fmla="*/ 0 h 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"/>
              <a:gd name="T19" fmla="*/ 0 h 13"/>
              <a:gd name="T20" fmla="*/ 19 w 19"/>
              <a:gd name="T21" fmla="*/ 13 h 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" h="13">
                <a:moveTo>
                  <a:pt x="0" y="0"/>
                </a:moveTo>
                <a:lnTo>
                  <a:pt x="0" y="0"/>
                </a:lnTo>
                <a:lnTo>
                  <a:pt x="18" y="3"/>
                </a:lnTo>
                <a:lnTo>
                  <a:pt x="18" y="1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7" name="Freeform 714">
            <a:extLst>
              <a:ext uri="{FF2B5EF4-FFF2-40B4-BE49-F238E27FC236}">
                <a16:creationId xmlns:a16="http://schemas.microsoft.com/office/drawing/2014/main" id="{CA932C6C-813D-6BDC-A866-164EE1CF4F44}"/>
              </a:ext>
            </a:extLst>
          </p:cNvPr>
          <p:cNvSpPr>
            <a:spLocks/>
          </p:cNvSpPr>
          <p:nvPr/>
        </p:nvSpPr>
        <p:spPr bwMode="auto">
          <a:xfrm>
            <a:off x="2901196" y="6230491"/>
            <a:ext cx="32184" cy="31151"/>
          </a:xfrm>
          <a:custGeom>
            <a:avLst/>
            <a:gdLst>
              <a:gd name="T0" fmla="*/ 0 w 28"/>
              <a:gd name="T1" fmla="*/ 5 h 28"/>
              <a:gd name="T2" fmla="*/ 0 w 28"/>
              <a:gd name="T3" fmla="*/ 5 h 28"/>
              <a:gd name="T4" fmla="*/ 7 w 28"/>
              <a:gd name="T5" fmla="*/ 0 h 28"/>
              <a:gd name="T6" fmla="*/ 6 w 28"/>
              <a:gd name="T7" fmla="*/ 13 h 28"/>
              <a:gd name="T8" fmla="*/ 27 w 28"/>
              <a:gd name="T9" fmla="*/ 17 h 28"/>
              <a:gd name="T10" fmla="*/ 14 w 28"/>
              <a:gd name="T11" fmla="*/ 27 h 28"/>
              <a:gd name="T12" fmla="*/ 0 w 28"/>
              <a:gd name="T13" fmla="*/ 5 h 28"/>
              <a:gd name="T14" fmla="*/ 0 w 28"/>
              <a:gd name="T15" fmla="*/ 5 h 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8"/>
              <a:gd name="T25" fmla="*/ 0 h 28"/>
              <a:gd name="T26" fmla="*/ 28 w 28"/>
              <a:gd name="T27" fmla="*/ 28 h 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8" h="28">
                <a:moveTo>
                  <a:pt x="0" y="5"/>
                </a:moveTo>
                <a:lnTo>
                  <a:pt x="0" y="5"/>
                </a:lnTo>
                <a:lnTo>
                  <a:pt x="7" y="0"/>
                </a:lnTo>
                <a:lnTo>
                  <a:pt x="6" y="13"/>
                </a:lnTo>
                <a:lnTo>
                  <a:pt x="27" y="17"/>
                </a:lnTo>
                <a:lnTo>
                  <a:pt x="14" y="27"/>
                </a:lnTo>
                <a:lnTo>
                  <a:pt x="0" y="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8" name="Freeform 715">
            <a:extLst>
              <a:ext uri="{FF2B5EF4-FFF2-40B4-BE49-F238E27FC236}">
                <a16:creationId xmlns:a16="http://schemas.microsoft.com/office/drawing/2014/main" id="{935541FC-B985-BB13-363F-067A9C6C3FE8}"/>
              </a:ext>
            </a:extLst>
          </p:cNvPr>
          <p:cNvSpPr>
            <a:spLocks/>
          </p:cNvSpPr>
          <p:nvPr/>
        </p:nvSpPr>
        <p:spPr bwMode="auto">
          <a:xfrm>
            <a:off x="2923034" y="6270541"/>
            <a:ext cx="18390" cy="8900"/>
          </a:xfrm>
          <a:custGeom>
            <a:avLst/>
            <a:gdLst>
              <a:gd name="T0" fmla="*/ 0 w 16"/>
              <a:gd name="T1" fmla="*/ 5 h 8"/>
              <a:gd name="T2" fmla="*/ 0 w 16"/>
              <a:gd name="T3" fmla="*/ 5 h 8"/>
              <a:gd name="T4" fmla="*/ 4 w 16"/>
              <a:gd name="T5" fmla="*/ 0 h 8"/>
              <a:gd name="T6" fmla="*/ 15 w 16"/>
              <a:gd name="T7" fmla="*/ 7 h 8"/>
              <a:gd name="T8" fmla="*/ 0 w 16"/>
              <a:gd name="T9" fmla="*/ 5 h 8"/>
              <a:gd name="T10" fmla="*/ 0 w 16"/>
              <a:gd name="T11" fmla="*/ 5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"/>
              <a:gd name="T19" fmla="*/ 0 h 8"/>
              <a:gd name="T20" fmla="*/ 16 w 16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" h="8">
                <a:moveTo>
                  <a:pt x="0" y="5"/>
                </a:moveTo>
                <a:lnTo>
                  <a:pt x="0" y="5"/>
                </a:lnTo>
                <a:lnTo>
                  <a:pt x="4" y="0"/>
                </a:lnTo>
                <a:lnTo>
                  <a:pt x="15" y="7"/>
                </a:lnTo>
                <a:lnTo>
                  <a:pt x="0" y="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9" name="Freeform 716">
            <a:extLst>
              <a:ext uri="{FF2B5EF4-FFF2-40B4-BE49-F238E27FC236}">
                <a16:creationId xmlns:a16="http://schemas.microsoft.com/office/drawing/2014/main" id="{B204DF34-B4D7-0B75-2A18-49BE33B93BDA}"/>
              </a:ext>
            </a:extLst>
          </p:cNvPr>
          <p:cNvSpPr>
            <a:spLocks/>
          </p:cNvSpPr>
          <p:nvPr/>
        </p:nvSpPr>
        <p:spPr bwMode="auto">
          <a:xfrm>
            <a:off x="2934528" y="6244953"/>
            <a:ext cx="44827" cy="46726"/>
          </a:xfrm>
          <a:custGeom>
            <a:avLst/>
            <a:gdLst>
              <a:gd name="T0" fmla="*/ 0 w 39"/>
              <a:gd name="T1" fmla="*/ 34 h 42"/>
              <a:gd name="T2" fmla="*/ 0 w 39"/>
              <a:gd name="T3" fmla="*/ 34 h 42"/>
              <a:gd name="T4" fmla="*/ 6 w 39"/>
              <a:gd name="T5" fmla="*/ 27 h 42"/>
              <a:gd name="T6" fmla="*/ 26 w 39"/>
              <a:gd name="T7" fmla="*/ 31 h 42"/>
              <a:gd name="T8" fmla="*/ 17 w 39"/>
              <a:gd name="T9" fmla="*/ 21 h 42"/>
              <a:gd name="T10" fmla="*/ 27 w 39"/>
              <a:gd name="T11" fmla="*/ 14 h 42"/>
              <a:gd name="T12" fmla="*/ 12 w 39"/>
              <a:gd name="T13" fmla="*/ 12 h 42"/>
              <a:gd name="T14" fmla="*/ 12 w 39"/>
              <a:gd name="T15" fmla="*/ 2 h 42"/>
              <a:gd name="T16" fmla="*/ 36 w 39"/>
              <a:gd name="T17" fmla="*/ 0 h 42"/>
              <a:gd name="T18" fmla="*/ 38 w 39"/>
              <a:gd name="T19" fmla="*/ 41 h 42"/>
              <a:gd name="T20" fmla="*/ 0 w 39"/>
              <a:gd name="T21" fmla="*/ 34 h 42"/>
              <a:gd name="T22" fmla="*/ 0 w 39"/>
              <a:gd name="T23" fmla="*/ 34 h 4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9"/>
              <a:gd name="T37" fmla="*/ 0 h 42"/>
              <a:gd name="T38" fmla="*/ 39 w 39"/>
              <a:gd name="T39" fmla="*/ 42 h 4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9" h="42">
                <a:moveTo>
                  <a:pt x="0" y="34"/>
                </a:moveTo>
                <a:lnTo>
                  <a:pt x="0" y="34"/>
                </a:lnTo>
                <a:lnTo>
                  <a:pt x="6" y="27"/>
                </a:lnTo>
                <a:lnTo>
                  <a:pt x="26" y="31"/>
                </a:lnTo>
                <a:lnTo>
                  <a:pt x="17" y="21"/>
                </a:lnTo>
                <a:lnTo>
                  <a:pt x="27" y="14"/>
                </a:lnTo>
                <a:lnTo>
                  <a:pt x="12" y="12"/>
                </a:lnTo>
                <a:lnTo>
                  <a:pt x="12" y="2"/>
                </a:lnTo>
                <a:lnTo>
                  <a:pt x="36" y="0"/>
                </a:lnTo>
                <a:lnTo>
                  <a:pt x="38" y="41"/>
                </a:lnTo>
                <a:lnTo>
                  <a:pt x="0" y="3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0" name="Freeform 717">
            <a:extLst>
              <a:ext uri="{FF2B5EF4-FFF2-40B4-BE49-F238E27FC236}">
                <a16:creationId xmlns:a16="http://schemas.microsoft.com/office/drawing/2014/main" id="{E3101285-D8DD-DBAA-96F3-ADEA613202AD}"/>
              </a:ext>
            </a:extLst>
          </p:cNvPr>
          <p:cNvSpPr>
            <a:spLocks/>
          </p:cNvSpPr>
          <p:nvPr/>
        </p:nvSpPr>
        <p:spPr bwMode="auto">
          <a:xfrm>
            <a:off x="2817289" y="5181390"/>
            <a:ext cx="188503" cy="251428"/>
          </a:xfrm>
          <a:custGeom>
            <a:avLst/>
            <a:gdLst>
              <a:gd name="T0" fmla="*/ 0 w 164"/>
              <a:gd name="T1" fmla="*/ 150 h 226"/>
              <a:gd name="T2" fmla="*/ 0 w 164"/>
              <a:gd name="T3" fmla="*/ 150 h 226"/>
              <a:gd name="T4" fmla="*/ 20 w 164"/>
              <a:gd name="T5" fmla="*/ 166 h 226"/>
              <a:gd name="T6" fmla="*/ 49 w 164"/>
              <a:gd name="T7" fmla="*/ 170 h 226"/>
              <a:gd name="T8" fmla="*/ 78 w 164"/>
              <a:gd name="T9" fmla="*/ 200 h 226"/>
              <a:gd name="T10" fmla="*/ 117 w 164"/>
              <a:gd name="T11" fmla="*/ 203 h 226"/>
              <a:gd name="T12" fmla="*/ 111 w 164"/>
              <a:gd name="T13" fmla="*/ 219 h 226"/>
              <a:gd name="T14" fmla="*/ 121 w 164"/>
              <a:gd name="T15" fmla="*/ 225 h 226"/>
              <a:gd name="T16" fmla="*/ 127 w 164"/>
              <a:gd name="T17" fmla="*/ 186 h 226"/>
              <a:gd name="T18" fmla="*/ 120 w 164"/>
              <a:gd name="T19" fmla="*/ 162 h 226"/>
              <a:gd name="T20" fmla="*/ 133 w 164"/>
              <a:gd name="T21" fmla="*/ 160 h 226"/>
              <a:gd name="T22" fmla="*/ 123 w 164"/>
              <a:gd name="T23" fmla="*/ 146 h 226"/>
              <a:gd name="T24" fmla="*/ 155 w 164"/>
              <a:gd name="T25" fmla="*/ 141 h 226"/>
              <a:gd name="T26" fmla="*/ 163 w 164"/>
              <a:gd name="T27" fmla="*/ 151 h 226"/>
              <a:gd name="T28" fmla="*/ 151 w 164"/>
              <a:gd name="T29" fmla="*/ 131 h 226"/>
              <a:gd name="T30" fmla="*/ 155 w 164"/>
              <a:gd name="T31" fmla="*/ 84 h 226"/>
              <a:gd name="T32" fmla="*/ 128 w 164"/>
              <a:gd name="T33" fmla="*/ 86 h 226"/>
              <a:gd name="T34" fmla="*/ 120 w 164"/>
              <a:gd name="T35" fmla="*/ 74 h 226"/>
              <a:gd name="T36" fmla="*/ 93 w 164"/>
              <a:gd name="T37" fmla="*/ 71 h 226"/>
              <a:gd name="T38" fmla="*/ 76 w 164"/>
              <a:gd name="T39" fmla="*/ 44 h 226"/>
              <a:gd name="T40" fmla="*/ 102 w 164"/>
              <a:gd name="T41" fmla="*/ 8 h 226"/>
              <a:gd name="T42" fmla="*/ 98 w 164"/>
              <a:gd name="T43" fmla="*/ 0 h 226"/>
              <a:gd name="T44" fmla="*/ 52 w 164"/>
              <a:gd name="T45" fmla="*/ 20 h 226"/>
              <a:gd name="T46" fmla="*/ 27 w 164"/>
              <a:gd name="T47" fmla="*/ 60 h 226"/>
              <a:gd name="T48" fmla="*/ 19 w 164"/>
              <a:gd name="T49" fmla="*/ 50 h 226"/>
              <a:gd name="T50" fmla="*/ 13 w 164"/>
              <a:gd name="T51" fmla="*/ 70 h 226"/>
              <a:gd name="T52" fmla="*/ 19 w 164"/>
              <a:gd name="T53" fmla="*/ 115 h 226"/>
              <a:gd name="T54" fmla="*/ 25 w 164"/>
              <a:gd name="T55" fmla="*/ 115 h 226"/>
              <a:gd name="T56" fmla="*/ 0 w 164"/>
              <a:gd name="T57" fmla="*/ 150 h 226"/>
              <a:gd name="T58" fmla="*/ 0 w 164"/>
              <a:gd name="T59" fmla="*/ 150 h 22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64"/>
              <a:gd name="T91" fmla="*/ 0 h 226"/>
              <a:gd name="T92" fmla="*/ 164 w 164"/>
              <a:gd name="T93" fmla="*/ 226 h 22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64" h="226">
                <a:moveTo>
                  <a:pt x="0" y="150"/>
                </a:moveTo>
                <a:lnTo>
                  <a:pt x="0" y="150"/>
                </a:lnTo>
                <a:lnTo>
                  <a:pt x="20" y="166"/>
                </a:lnTo>
                <a:lnTo>
                  <a:pt x="49" y="170"/>
                </a:lnTo>
                <a:lnTo>
                  <a:pt x="78" y="200"/>
                </a:lnTo>
                <a:lnTo>
                  <a:pt x="117" y="203"/>
                </a:lnTo>
                <a:lnTo>
                  <a:pt x="111" y="219"/>
                </a:lnTo>
                <a:lnTo>
                  <a:pt x="121" y="225"/>
                </a:lnTo>
                <a:lnTo>
                  <a:pt x="127" y="186"/>
                </a:lnTo>
                <a:lnTo>
                  <a:pt x="120" y="162"/>
                </a:lnTo>
                <a:lnTo>
                  <a:pt x="133" y="160"/>
                </a:lnTo>
                <a:lnTo>
                  <a:pt x="123" y="146"/>
                </a:lnTo>
                <a:lnTo>
                  <a:pt x="155" y="141"/>
                </a:lnTo>
                <a:lnTo>
                  <a:pt x="163" y="151"/>
                </a:lnTo>
                <a:lnTo>
                  <a:pt x="151" y="131"/>
                </a:lnTo>
                <a:lnTo>
                  <a:pt x="155" y="84"/>
                </a:lnTo>
                <a:lnTo>
                  <a:pt x="128" y="86"/>
                </a:lnTo>
                <a:lnTo>
                  <a:pt x="120" y="74"/>
                </a:lnTo>
                <a:lnTo>
                  <a:pt x="93" y="71"/>
                </a:lnTo>
                <a:lnTo>
                  <a:pt x="76" y="44"/>
                </a:lnTo>
                <a:lnTo>
                  <a:pt x="102" y="8"/>
                </a:lnTo>
                <a:lnTo>
                  <a:pt x="98" y="0"/>
                </a:lnTo>
                <a:lnTo>
                  <a:pt x="52" y="20"/>
                </a:lnTo>
                <a:lnTo>
                  <a:pt x="27" y="60"/>
                </a:lnTo>
                <a:lnTo>
                  <a:pt x="19" y="50"/>
                </a:lnTo>
                <a:lnTo>
                  <a:pt x="13" y="70"/>
                </a:lnTo>
                <a:lnTo>
                  <a:pt x="19" y="115"/>
                </a:lnTo>
                <a:lnTo>
                  <a:pt x="25" y="115"/>
                </a:lnTo>
                <a:lnTo>
                  <a:pt x="0" y="15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1" name="Freeform 718">
            <a:extLst>
              <a:ext uri="{FF2B5EF4-FFF2-40B4-BE49-F238E27FC236}">
                <a16:creationId xmlns:a16="http://schemas.microsoft.com/office/drawing/2014/main" id="{3B302022-024E-0AB2-02F9-F6749FEBC720}"/>
              </a:ext>
            </a:extLst>
          </p:cNvPr>
          <p:cNvSpPr>
            <a:spLocks/>
          </p:cNvSpPr>
          <p:nvPr/>
        </p:nvSpPr>
        <p:spPr bwMode="auto">
          <a:xfrm>
            <a:off x="2709245" y="5202528"/>
            <a:ext cx="50574" cy="41163"/>
          </a:xfrm>
          <a:custGeom>
            <a:avLst/>
            <a:gdLst>
              <a:gd name="T0" fmla="*/ 0 w 44"/>
              <a:gd name="T1" fmla="*/ 0 h 37"/>
              <a:gd name="T2" fmla="*/ 0 w 44"/>
              <a:gd name="T3" fmla="*/ 0 h 37"/>
              <a:gd name="T4" fmla="*/ 1 w 44"/>
              <a:gd name="T5" fmla="*/ 14 h 37"/>
              <a:gd name="T6" fmla="*/ 10 w 44"/>
              <a:gd name="T7" fmla="*/ 12 h 37"/>
              <a:gd name="T8" fmla="*/ 37 w 44"/>
              <a:gd name="T9" fmla="*/ 36 h 37"/>
              <a:gd name="T10" fmla="*/ 43 w 44"/>
              <a:gd name="T11" fmla="*/ 18 h 37"/>
              <a:gd name="T12" fmla="*/ 28 w 44"/>
              <a:gd name="T13" fmla="*/ 1 h 37"/>
              <a:gd name="T14" fmla="*/ 0 w 44"/>
              <a:gd name="T15" fmla="*/ 0 h 37"/>
              <a:gd name="T16" fmla="*/ 0 w 44"/>
              <a:gd name="T17" fmla="*/ 0 h 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4"/>
              <a:gd name="T28" fmla="*/ 0 h 37"/>
              <a:gd name="T29" fmla="*/ 44 w 44"/>
              <a:gd name="T30" fmla="*/ 37 h 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4" h="37">
                <a:moveTo>
                  <a:pt x="0" y="0"/>
                </a:moveTo>
                <a:lnTo>
                  <a:pt x="0" y="0"/>
                </a:lnTo>
                <a:lnTo>
                  <a:pt x="1" y="14"/>
                </a:lnTo>
                <a:lnTo>
                  <a:pt x="10" y="12"/>
                </a:lnTo>
                <a:lnTo>
                  <a:pt x="37" y="36"/>
                </a:lnTo>
                <a:lnTo>
                  <a:pt x="43" y="18"/>
                </a:lnTo>
                <a:lnTo>
                  <a:pt x="28" y="1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2" name="Freeform 719">
            <a:extLst>
              <a:ext uri="{FF2B5EF4-FFF2-40B4-BE49-F238E27FC236}">
                <a16:creationId xmlns:a16="http://schemas.microsoft.com/office/drawing/2014/main" id="{DD7F6081-5B2C-762D-99DD-A4B236B95894}"/>
              </a:ext>
            </a:extLst>
          </p:cNvPr>
          <p:cNvSpPr>
            <a:spLocks/>
          </p:cNvSpPr>
          <p:nvPr/>
        </p:nvSpPr>
        <p:spPr bwMode="auto">
          <a:xfrm>
            <a:off x="2720739" y="5014513"/>
            <a:ext cx="170112" cy="52288"/>
          </a:xfrm>
          <a:custGeom>
            <a:avLst/>
            <a:gdLst>
              <a:gd name="T0" fmla="*/ 0 w 148"/>
              <a:gd name="T1" fmla="*/ 18 h 47"/>
              <a:gd name="T2" fmla="*/ 0 w 148"/>
              <a:gd name="T3" fmla="*/ 18 h 47"/>
              <a:gd name="T4" fmla="*/ 20 w 148"/>
              <a:gd name="T5" fmla="*/ 2 h 47"/>
              <a:gd name="T6" fmla="*/ 58 w 148"/>
              <a:gd name="T7" fmla="*/ 0 h 47"/>
              <a:gd name="T8" fmla="*/ 147 w 148"/>
              <a:gd name="T9" fmla="*/ 39 h 47"/>
              <a:gd name="T10" fmla="*/ 99 w 148"/>
              <a:gd name="T11" fmla="*/ 46 h 47"/>
              <a:gd name="T12" fmla="*/ 107 w 148"/>
              <a:gd name="T13" fmla="*/ 37 h 47"/>
              <a:gd name="T14" fmla="*/ 84 w 148"/>
              <a:gd name="T15" fmla="*/ 22 h 47"/>
              <a:gd name="T16" fmla="*/ 40 w 148"/>
              <a:gd name="T17" fmla="*/ 14 h 47"/>
              <a:gd name="T18" fmla="*/ 42 w 148"/>
              <a:gd name="T19" fmla="*/ 7 h 47"/>
              <a:gd name="T20" fmla="*/ 0 w 148"/>
              <a:gd name="T21" fmla="*/ 18 h 47"/>
              <a:gd name="T22" fmla="*/ 0 w 148"/>
              <a:gd name="T23" fmla="*/ 18 h 4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48"/>
              <a:gd name="T37" fmla="*/ 0 h 47"/>
              <a:gd name="T38" fmla="*/ 148 w 148"/>
              <a:gd name="T39" fmla="*/ 47 h 4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48" h="47">
                <a:moveTo>
                  <a:pt x="0" y="18"/>
                </a:moveTo>
                <a:lnTo>
                  <a:pt x="0" y="18"/>
                </a:lnTo>
                <a:lnTo>
                  <a:pt x="20" y="2"/>
                </a:lnTo>
                <a:lnTo>
                  <a:pt x="58" y="0"/>
                </a:lnTo>
                <a:lnTo>
                  <a:pt x="147" y="39"/>
                </a:lnTo>
                <a:lnTo>
                  <a:pt x="99" y="46"/>
                </a:lnTo>
                <a:lnTo>
                  <a:pt x="107" y="37"/>
                </a:lnTo>
                <a:lnTo>
                  <a:pt x="84" y="22"/>
                </a:lnTo>
                <a:lnTo>
                  <a:pt x="40" y="14"/>
                </a:lnTo>
                <a:lnTo>
                  <a:pt x="42" y="7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3" name="Freeform 720">
            <a:extLst>
              <a:ext uri="{FF2B5EF4-FFF2-40B4-BE49-F238E27FC236}">
                <a16:creationId xmlns:a16="http://schemas.microsoft.com/office/drawing/2014/main" id="{E5A62FF4-5DDE-157D-663D-159A7B407F8F}"/>
              </a:ext>
            </a:extLst>
          </p:cNvPr>
          <p:cNvSpPr>
            <a:spLocks/>
          </p:cNvSpPr>
          <p:nvPr/>
        </p:nvSpPr>
        <p:spPr bwMode="auto">
          <a:xfrm>
            <a:off x="2926483" y="5065689"/>
            <a:ext cx="54022" cy="30038"/>
          </a:xfrm>
          <a:custGeom>
            <a:avLst/>
            <a:gdLst>
              <a:gd name="T0" fmla="*/ 0 w 47"/>
              <a:gd name="T1" fmla="*/ 0 h 27"/>
              <a:gd name="T2" fmla="*/ 0 w 47"/>
              <a:gd name="T3" fmla="*/ 0 h 27"/>
              <a:gd name="T4" fmla="*/ 0 w 47"/>
              <a:gd name="T5" fmla="*/ 26 h 27"/>
              <a:gd name="T6" fmla="*/ 46 w 47"/>
              <a:gd name="T7" fmla="*/ 17 h 27"/>
              <a:gd name="T8" fmla="*/ 26 w 47"/>
              <a:gd name="T9" fmla="*/ 3 h 27"/>
              <a:gd name="T10" fmla="*/ 0 w 47"/>
              <a:gd name="T11" fmla="*/ 0 h 27"/>
              <a:gd name="T12" fmla="*/ 0 w 47"/>
              <a:gd name="T13" fmla="*/ 0 h 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"/>
              <a:gd name="T22" fmla="*/ 0 h 27"/>
              <a:gd name="T23" fmla="*/ 47 w 47"/>
              <a:gd name="T24" fmla="*/ 27 h 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" h="27">
                <a:moveTo>
                  <a:pt x="0" y="0"/>
                </a:moveTo>
                <a:lnTo>
                  <a:pt x="0" y="0"/>
                </a:lnTo>
                <a:lnTo>
                  <a:pt x="0" y="26"/>
                </a:lnTo>
                <a:lnTo>
                  <a:pt x="46" y="17"/>
                </a:lnTo>
                <a:lnTo>
                  <a:pt x="26" y="3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4" name="Freeform 721">
            <a:extLst>
              <a:ext uri="{FF2B5EF4-FFF2-40B4-BE49-F238E27FC236}">
                <a16:creationId xmlns:a16="http://schemas.microsoft.com/office/drawing/2014/main" id="{65A6EFAA-AF01-DDAC-21F5-3492DEE31CE3}"/>
              </a:ext>
            </a:extLst>
          </p:cNvPr>
          <p:cNvSpPr>
            <a:spLocks/>
          </p:cNvSpPr>
          <p:nvPr/>
        </p:nvSpPr>
        <p:spPr bwMode="auto">
          <a:xfrm>
            <a:off x="2786255" y="5348267"/>
            <a:ext cx="88504" cy="95676"/>
          </a:xfrm>
          <a:custGeom>
            <a:avLst/>
            <a:gdLst>
              <a:gd name="T0" fmla="*/ 0 w 77"/>
              <a:gd name="T1" fmla="*/ 32 h 86"/>
              <a:gd name="T2" fmla="*/ 0 w 77"/>
              <a:gd name="T3" fmla="*/ 32 h 86"/>
              <a:gd name="T4" fmla="*/ 1 w 77"/>
              <a:gd name="T5" fmla="*/ 49 h 86"/>
              <a:gd name="T6" fmla="*/ 14 w 77"/>
              <a:gd name="T7" fmla="*/ 53 h 86"/>
              <a:gd name="T8" fmla="*/ 7 w 77"/>
              <a:gd name="T9" fmla="*/ 67 h 86"/>
              <a:gd name="T10" fmla="*/ 4 w 77"/>
              <a:gd name="T11" fmla="*/ 81 h 86"/>
              <a:gd name="T12" fmla="*/ 22 w 77"/>
              <a:gd name="T13" fmla="*/ 85 h 86"/>
              <a:gd name="T14" fmla="*/ 38 w 77"/>
              <a:gd name="T15" fmla="*/ 61 h 86"/>
              <a:gd name="T16" fmla="*/ 69 w 77"/>
              <a:gd name="T17" fmla="*/ 42 h 86"/>
              <a:gd name="T18" fmla="*/ 76 w 77"/>
              <a:gd name="T19" fmla="*/ 20 h 86"/>
              <a:gd name="T20" fmla="*/ 47 w 77"/>
              <a:gd name="T21" fmla="*/ 16 h 86"/>
              <a:gd name="T22" fmla="*/ 27 w 77"/>
              <a:gd name="T23" fmla="*/ 0 h 86"/>
              <a:gd name="T24" fmla="*/ 9 w 77"/>
              <a:gd name="T25" fmla="*/ 8 h 86"/>
              <a:gd name="T26" fmla="*/ 0 w 77"/>
              <a:gd name="T27" fmla="*/ 32 h 86"/>
              <a:gd name="T28" fmla="*/ 0 w 77"/>
              <a:gd name="T29" fmla="*/ 32 h 8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7"/>
              <a:gd name="T46" fmla="*/ 0 h 86"/>
              <a:gd name="T47" fmla="*/ 77 w 77"/>
              <a:gd name="T48" fmla="*/ 86 h 8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7" h="86">
                <a:moveTo>
                  <a:pt x="0" y="32"/>
                </a:moveTo>
                <a:lnTo>
                  <a:pt x="0" y="32"/>
                </a:lnTo>
                <a:lnTo>
                  <a:pt x="1" y="49"/>
                </a:lnTo>
                <a:lnTo>
                  <a:pt x="14" y="53"/>
                </a:lnTo>
                <a:lnTo>
                  <a:pt x="7" y="67"/>
                </a:lnTo>
                <a:lnTo>
                  <a:pt x="4" y="81"/>
                </a:lnTo>
                <a:lnTo>
                  <a:pt x="22" y="85"/>
                </a:lnTo>
                <a:lnTo>
                  <a:pt x="38" y="61"/>
                </a:lnTo>
                <a:lnTo>
                  <a:pt x="69" y="42"/>
                </a:lnTo>
                <a:lnTo>
                  <a:pt x="76" y="20"/>
                </a:lnTo>
                <a:lnTo>
                  <a:pt x="47" y="16"/>
                </a:lnTo>
                <a:lnTo>
                  <a:pt x="27" y="0"/>
                </a:lnTo>
                <a:lnTo>
                  <a:pt x="9" y="8"/>
                </a:lnTo>
                <a:lnTo>
                  <a:pt x="0" y="3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5" name="Freeform 722">
            <a:extLst>
              <a:ext uri="{FF2B5EF4-FFF2-40B4-BE49-F238E27FC236}">
                <a16:creationId xmlns:a16="http://schemas.microsoft.com/office/drawing/2014/main" id="{6C103EE8-ADEC-5789-0D6A-444AD9542FF4}"/>
              </a:ext>
            </a:extLst>
          </p:cNvPr>
          <p:cNvSpPr>
            <a:spLocks/>
          </p:cNvSpPr>
          <p:nvPr/>
        </p:nvSpPr>
        <p:spPr bwMode="auto">
          <a:xfrm>
            <a:off x="2640280" y="5149128"/>
            <a:ext cx="37930" cy="16687"/>
          </a:xfrm>
          <a:custGeom>
            <a:avLst/>
            <a:gdLst>
              <a:gd name="T0" fmla="*/ 0 w 33"/>
              <a:gd name="T1" fmla="*/ 11 h 15"/>
              <a:gd name="T2" fmla="*/ 0 w 33"/>
              <a:gd name="T3" fmla="*/ 11 h 15"/>
              <a:gd name="T4" fmla="*/ 9 w 33"/>
              <a:gd name="T5" fmla="*/ 0 h 15"/>
              <a:gd name="T6" fmla="*/ 32 w 33"/>
              <a:gd name="T7" fmla="*/ 14 h 15"/>
              <a:gd name="T8" fmla="*/ 0 w 33"/>
              <a:gd name="T9" fmla="*/ 11 h 15"/>
              <a:gd name="T10" fmla="*/ 0 w 33"/>
              <a:gd name="T11" fmla="*/ 11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"/>
              <a:gd name="T19" fmla="*/ 0 h 15"/>
              <a:gd name="T20" fmla="*/ 33 w 33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" h="15">
                <a:moveTo>
                  <a:pt x="0" y="11"/>
                </a:moveTo>
                <a:lnTo>
                  <a:pt x="0" y="11"/>
                </a:lnTo>
                <a:lnTo>
                  <a:pt x="9" y="0"/>
                </a:lnTo>
                <a:lnTo>
                  <a:pt x="32" y="14"/>
                </a:lnTo>
                <a:lnTo>
                  <a:pt x="0" y="1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6" name="Freeform 723">
            <a:extLst>
              <a:ext uri="{FF2B5EF4-FFF2-40B4-BE49-F238E27FC236}">
                <a16:creationId xmlns:a16="http://schemas.microsoft.com/office/drawing/2014/main" id="{EEDF1D2F-A198-1BDB-F817-5B392D99BD52}"/>
              </a:ext>
            </a:extLst>
          </p:cNvPr>
          <p:cNvSpPr>
            <a:spLocks/>
          </p:cNvSpPr>
          <p:nvPr/>
        </p:nvSpPr>
        <p:spPr bwMode="auto">
          <a:xfrm>
            <a:off x="3098893" y="6219365"/>
            <a:ext cx="25287" cy="14463"/>
          </a:xfrm>
          <a:custGeom>
            <a:avLst/>
            <a:gdLst>
              <a:gd name="T0" fmla="*/ 0 w 22"/>
              <a:gd name="T1" fmla="*/ 12 h 13"/>
              <a:gd name="T2" fmla="*/ 0 w 22"/>
              <a:gd name="T3" fmla="*/ 12 h 13"/>
              <a:gd name="T4" fmla="*/ 12 w 22"/>
              <a:gd name="T5" fmla="*/ 5 h 13"/>
              <a:gd name="T6" fmla="*/ 6 w 22"/>
              <a:gd name="T7" fmla="*/ 0 h 13"/>
              <a:gd name="T8" fmla="*/ 21 w 22"/>
              <a:gd name="T9" fmla="*/ 1 h 13"/>
              <a:gd name="T10" fmla="*/ 0 w 22"/>
              <a:gd name="T11" fmla="*/ 12 h 13"/>
              <a:gd name="T12" fmla="*/ 0 w 22"/>
              <a:gd name="T13" fmla="*/ 12 h 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"/>
              <a:gd name="T22" fmla="*/ 0 h 13"/>
              <a:gd name="T23" fmla="*/ 22 w 22"/>
              <a:gd name="T24" fmla="*/ 13 h 1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" h="13">
                <a:moveTo>
                  <a:pt x="0" y="12"/>
                </a:moveTo>
                <a:lnTo>
                  <a:pt x="0" y="12"/>
                </a:lnTo>
                <a:lnTo>
                  <a:pt x="12" y="5"/>
                </a:lnTo>
                <a:lnTo>
                  <a:pt x="6" y="0"/>
                </a:lnTo>
                <a:lnTo>
                  <a:pt x="21" y="1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7" name="Freeform 724">
            <a:extLst>
              <a:ext uri="{FF2B5EF4-FFF2-40B4-BE49-F238E27FC236}">
                <a16:creationId xmlns:a16="http://schemas.microsoft.com/office/drawing/2014/main" id="{3C23F008-A36D-C20A-7379-9B023D616660}"/>
              </a:ext>
            </a:extLst>
          </p:cNvPr>
          <p:cNvSpPr>
            <a:spLocks/>
          </p:cNvSpPr>
          <p:nvPr/>
        </p:nvSpPr>
        <p:spPr bwMode="auto">
          <a:xfrm>
            <a:off x="3118433" y="6217140"/>
            <a:ext cx="28735" cy="17800"/>
          </a:xfrm>
          <a:custGeom>
            <a:avLst/>
            <a:gdLst>
              <a:gd name="T0" fmla="*/ 0 w 25"/>
              <a:gd name="T1" fmla="*/ 15 h 16"/>
              <a:gd name="T2" fmla="*/ 0 w 25"/>
              <a:gd name="T3" fmla="*/ 15 h 16"/>
              <a:gd name="T4" fmla="*/ 11 w 25"/>
              <a:gd name="T5" fmla="*/ 0 h 16"/>
              <a:gd name="T6" fmla="*/ 24 w 25"/>
              <a:gd name="T7" fmla="*/ 5 h 16"/>
              <a:gd name="T8" fmla="*/ 0 w 25"/>
              <a:gd name="T9" fmla="*/ 15 h 16"/>
              <a:gd name="T10" fmla="*/ 0 w 25"/>
              <a:gd name="T11" fmla="*/ 15 h 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16"/>
              <a:gd name="T20" fmla="*/ 25 w 25"/>
              <a:gd name="T21" fmla="*/ 16 h 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16">
                <a:moveTo>
                  <a:pt x="0" y="15"/>
                </a:moveTo>
                <a:lnTo>
                  <a:pt x="0" y="15"/>
                </a:lnTo>
                <a:lnTo>
                  <a:pt x="11" y="0"/>
                </a:lnTo>
                <a:lnTo>
                  <a:pt x="24" y="5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8" name="Freeform 725">
            <a:extLst>
              <a:ext uri="{FF2B5EF4-FFF2-40B4-BE49-F238E27FC236}">
                <a16:creationId xmlns:a16="http://schemas.microsoft.com/office/drawing/2014/main" id="{8E8DFFDC-8DF1-1253-B58C-86AB5BBCFA96}"/>
              </a:ext>
            </a:extLst>
          </p:cNvPr>
          <p:cNvSpPr>
            <a:spLocks/>
          </p:cNvSpPr>
          <p:nvPr/>
        </p:nvSpPr>
        <p:spPr bwMode="auto">
          <a:xfrm>
            <a:off x="3200041" y="5284854"/>
            <a:ext cx="47126" cy="53401"/>
          </a:xfrm>
          <a:custGeom>
            <a:avLst/>
            <a:gdLst>
              <a:gd name="T0" fmla="*/ 0 w 41"/>
              <a:gd name="T1" fmla="*/ 45 h 48"/>
              <a:gd name="T2" fmla="*/ 0 w 41"/>
              <a:gd name="T3" fmla="*/ 45 h 48"/>
              <a:gd name="T4" fmla="*/ 6 w 41"/>
              <a:gd name="T5" fmla="*/ 0 h 48"/>
              <a:gd name="T6" fmla="*/ 40 w 41"/>
              <a:gd name="T7" fmla="*/ 21 h 48"/>
              <a:gd name="T8" fmla="*/ 20 w 41"/>
              <a:gd name="T9" fmla="*/ 47 h 48"/>
              <a:gd name="T10" fmla="*/ 0 w 41"/>
              <a:gd name="T11" fmla="*/ 45 h 48"/>
              <a:gd name="T12" fmla="*/ 0 w 41"/>
              <a:gd name="T13" fmla="*/ 45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"/>
              <a:gd name="T22" fmla="*/ 0 h 48"/>
              <a:gd name="T23" fmla="*/ 41 w 41"/>
              <a:gd name="T24" fmla="*/ 48 h 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" h="48">
                <a:moveTo>
                  <a:pt x="0" y="45"/>
                </a:moveTo>
                <a:lnTo>
                  <a:pt x="0" y="45"/>
                </a:lnTo>
                <a:lnTo>
                  <a:pt x="6" y="0"/>
                </a:lnTo>
                <a:lnTo>
                  <a:pt x="40" y="21"/>
                </a:lnTo>
                <a:lnTo>
                  <a:pt x="20" y="47"/>
                </a:lnTo>
                <a:lnTo>
                  <a:pt x="0" y="4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9" name="Freeform 726">
            <a:extLst>
              <a:ext uri="{FF2B5EF4-FFF2-40B4-BE49-F238E27FC236}">
                <a16:creationId xmlns:a16="http://schemas.microsoft.com/office/drawing/2014/main" id="{2A77859A-C157-AC48-6E3C-BE297CF1FF25}"/>
              </a:ext>
            </a:extLst>
          </p:cNvPr>
          <p:cNvSpPr>
            <a:spLocks/>
          </p:cNvSpPr>
          <p:nvPr/>
        </p:nvSpPr>
        <p:spPr bwMode="auto">
          <a:xfrm>
            <a:off x="2605798" y="5095727"/>
            <a:ext cx="63217" cy="66751"/>
          </a:xfrm>
          <a:custGeom>
            <a:avLst/>
            <a:gdLst>
              <a:gd name="T0" fmla="*/ 0 w 55"/>
              <a:gd name="T1" fmla="*/ 47 h 60"/>
              <a:gd name="T2" fmla="*/ 0 w 55"/>
              <a:gd name="T3" fmla="*/ 47 h 60"/>
              <a:gd name="T4" fmla="*/ 11 w 55"/>
              <a:gd name="T5" fmla="*/ 26 h 60"/>
              <a:gd name="T6" fmla="*/ 25 w 55"/>
              <a:gd name="T7" fmla="*/ 25 h 60"/>
              <a:gd name="T8" fmla="*/ 11 w 55"/>
              <a:gd name="T9" fmla="*/ 7 h 60"/>
              <a:gd name="T10" fmla="*/ 42 w 55"/>
              <a:gd name="T11" fmla="*/ 0 h 60"/>
              <a:gd name="T12" fmla="*/ 47 w 55"/>
              <a:gd name="T13" fmla="*/ 28 h 60"/>
              <a:gd name="T14" fmla="*/ 54 w 55"/>
              <a:gd name="T15" fmla="*/ 30 h 60"/>
              <a:gd name="T16" fmla="*/ 39 w 55"/>
              <a:gd name="T17" fmla="*/ 48 h 60"/>
              <a:gd name="T18" fmla="*/ 30 w 55"/>
              <a:gd name="T19" fmla="*/ 59 h 60"/>
              <a:gd name="T20" fmla="*/ 0 w 55"/>
              <a:gd name="T21" fmla="*/ 47 h 60"/>
              <a:gd name="T22" fmla="*/ 0 w 55"/>
              <a:gd name="T23" fmla="*/ 47 h 6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55"/>
              <a:gd name="T37" fmla="*/ 0 h 60"/>
              <a:gd name="T38" fmla="*/ 55 w 55"/>
              <a:gd name="T39" fmla="*/ 60 h 6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55" h="60">
                <a:moveTo>
                  <a:pt x="0" y="47"/>
                </a:moveTo>
                <a:lnTo>
                  <a:pt x="0" y="47"/>
                </a:lnTo>
                <a:lnTo>
                  <a:pt x="11" y="26"/>
                </a:lnTo>
                <a:lnTo>
                  <a:pt x="25" y="25"/>
                </a:lnTo>
                <a:lnTo>
                  <a:pt x="11" y="7"/>
                </a:lnTo>
                <a:lnTo>
                  <a:pt x="42" y="0"/>
                </a:lnTo>
                <a:lnTo>
                  <a:pt x="47" y="28"/>
                </a:lnTo>
                <a:lnTo>
                  <a:pt x="54" y="30"/>
                </a:lnTo>
                <a:lnTo>
                  <a:pt x="39" y="48"/>
                </a:lnTo>
                <a:lnTo>
                  <a:pt x="30" y="59"/>
                </a:lnTo>
                <a:lnTo>
                  <a:pt x="0" y="4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0" name="Freeform 727">
            <a:extLst>
              <a:ext uri="{FF2B5EF4-FFF2-40B4-BE49-F238E27FC236}">
                <a16:creationId xmlns:a16="http://schemas.microsoft.com/office/drawing/2014/main" id="{BD97B3E1-5802-E98C-5765-52826C99422F}"/>
              </a:ext>
            </a:extLst>
          </p:cNvPr>
          <p:cNvSpPr>
            <a:spLocks/>
          </p:cNvSpPr>
          <p:nvPr/>
        </p:nvSpPr>
        <p:spPr bwMode="auto">
          <a:xfrm>
            <a:off x="3093146" y="5242579"/>
            <a:ext cx="75861" cy="104576"/>
          </a:xfrm>
          <a:custGeom>
            <a:avLst/>
            <a:gdLst>
              <a:gd name="T0" fmla="*/ 0 w 66"/>
              <a:gd name="T1" fmla="*/ 31 h 94"/>
              <a:gd name="T2" fmla="*/ 0 w 66"/>
              <a:gd name="T3" fmla="*/ 31 h 94"/>
              <a:gd name="T4" fmla="*/ 9 w 66"/>
              <a:gd name="T5" fmla="*/ 44 h 94"/>
              <a:gd name="T6" fmla="*/ 22 w 66"/>
              <a:gd name="T7" fmla="*/ 53 h 94"/>
              <a:gd name="T8" fmla="*/ 19 w 66"/>
              <a:gd name="T9" fmla="*/ 79 h 94"/>
              <a:gd name="T10" fmla="*/ 26 w 66"/>
              <a:gd name="T11" fmla="*/ 93 h 94"/>
              <a:gd name="T12" fmla="*/ 65 w 66"/>
              <a:gd name="T13" fmla="*/ 87 h 94"/>
              <a:gd name="T14" fmla="*/ 43 w 66"/>
              <a:gd name="T15" fmla="*/ 59 h 94"/>
              <a:gd name="T16" fmla="*/ 58 w 66"/>
              <a:gd name="T17" fmla="*/ 34 h 94"/>
              <a:gd name="T18" fmla="*/ 19 w 66"/>
              <a:gd name="T19" fmla="*/ 0 h 94"/>
              <a:gd name="T20" fmla="*/ 6 w 66"/>
              <a:gd name="T21" fmla="*/ 10 h 94"/>
              <a:gd name="T22" fmla="*/ 11 w 66"/>
              <a:gd name="T23" fmla="*/ 19 h 94"/>
              <a:gd name="T24" fmla="*/ 0 w 66"/>
              <a:gd name="T25" fmla="*/ 31 h 94"/>
              <a:gd name="T26" fmla="*/ 0 w 66"/>
              <a:gd name="T27" fmla="*/ 31 h 9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"/>
              <a:gd name="T43" fmla="*/ 0 h 94"/>
              <a:gd name="T44" fmla="*/ 66 w 66"/>
              <a:gd name="T45" fmla="*/ 94 h 9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" h="94">
                <a:moveTo>
                  <a:pt x="0" y="31"/>
                </a:moveTo>
                <a:lnTo>
                  <a:pt x="0" y="31"/>
                </a:lnTo>
                <a:lnTo>
                  <a:pt x="9" y="44"/>
                </a:lnTo>
                <a:lnTo>
                  <a:pt x="22" y="53"/>
                </a:lnTo>
                <a:lnTo>
                  <a:pt x="19" y="79"/>
                </a:lnTo>
                <a:lnTo>
                  <a:pt x="26" y="93"/>
                </a:lnTo>
                <a:lnTo>
                  <a:pt x="65" y="87"/>
                </a:lnTo>
                <a:lnTo>
                  <a:pt x="43" y="59"/>
                </a:lnTo>
                <a:lnTo>
                  <a:pt x="58" y="34"/>
                </a:lnTo>
                <a:lnTo>
                  <a:pt x="19" y="0"/>
                </a:lnTo>
                <a:lnTo>
                  <a:pt x="6" y="10"/>
                </a:lnTo>
                <a:lnTo>
                  <a:pt x="11" y="19"/>
                </a:lnTo>
                <a:lnTo>
                  <a:pt x="0" y="3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1" name="Freeform 728">
            <a:extLst>
              <a:ext uri="{FF2B5EF4-FFF2-40B4-BE49-F238E27FC236}">
                <a16:creationId xmlns:a16="http://schemas.microsoft.com/office/drawing/2014/main" id="{581E7917-DFF7-13C2-F2D4-D80C5DD7097B}"/>
              </a:ext>
            </a:extLst>
          </p:cNvPr>
          <p:cNvSpPr>
            <a:spLocks/>
          </p:cNvSpPr>
          <p:nvPr/>
        </p:nvSpPr>
        <p:spPr bwMode="auto">
          <a:xfrm>
            <a:off x="2886254" y="5065689"/>
            <a:ext cx="41378" cy="30038"/>
          </a:xfrm>
          <a:custGeom>
            <a:avLst/>
            <a:gdLst>
              <a:gd name="T0" fmla="*/ 0 w 36"/>
              <a:gd name="T1" fmla="*/ 19 h 27"/>
              <a:gd name="T2" fmla="*/ 0 w 36"/>
              <a:gd name="T3" fmla="*/ 19 h 27"/>
              <a:gd name="T4" fmla="*/ 27 w 36"/>
              <a:gd name="T5" fmla="*/ 19 h 27"/>
              <a:gd name="T6" fmla="*/ 14 w 36"/>
              <a:gd name="T7" fmla="*/ 2 h 27"/>
              <a:gd name="T8" fmla="*/ 35 w 36"/>
              <a:gd name="T9" fmla="*/ 0 h 27"/>
              <a:gd name="T10" fmla="*/ 35 w 36"/>
              <a:gd name="T11" fmla="*/ 26 h 27"/>
              <a:gd name="T12" fmla="*/ 0 w 36"/>
              <a:gd name="T13" fmla="*/ 19 h 27"/>
              <a:gd name="T14" fmla="*/ 0 w 36"/>
              <a:gd name="T15" fmla="*/ 19 h 2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6"/>
              <a:gd name="T25" fmla="*/ 0 h 27"/>
              <a:gd name="T26" fmla="*/ 36 w 36"/>
              <a:gd name="T27" fmla="*/ 27 h 2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6" h="27">
                <a:moveTo>
                  <a:pt x="0" y="19"/>
                </a:moveTo>
                <a:lnTo>
                  <a:pt x="0" y="19"/>
                </a:lnTo>
                <a:lnTo>
                  <a:pt x="27" y="19"/>
                </a:lnTo>
                <a:lnTo>
                  <a:pt x="14" y="2"/>
                </a:lnTo>
                <a:lnTo>
                  <a:pt x="35" y="0"/>
                </a:lnTo>
                <a:lnTo>
                  <a:pt x="35" y="26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2" name="Freeform 729">
            <a:extLst>
              <a:ext uri="{FF2B5EF4-FFF2-40B4-BE49-F238E27FC236}">
                <a16:creationId xmlns:a16="http://schemas.microsoft.com/office/drawing/2014/main" id="{6AEFD078-81B5-95D8-9C94-991FA9170CFD}"/>
              </a:ext>
            </a:extLst>
          </p:cNvPr>
          <p:cNvSpPr>
            <a:spLocks/>
          </p:cNvSpPr>
          <p:nvPr/>
        </p:nvSpPr>
        <p:spPr bwMode="auto">
          <a:xfrm>
            <a:off x="2650625" y="5126877"/>
            <a:ext cx="97700" cy="46726"/>
          </a:xfrm>
          <a:custGeom>
            <a:avLst/>
            <a:gdLst>
              <a:gd name="T0" fmla="*/ 0 w 85"/>
              <a:gd name="T1" fmla="*/ 20 h 42"/>
              <a:gd name="T2" fmla="*/ 0 w 85"/>
              <a:gd name="T3" fmla="*/ 20 h 42"/>
              <a:gd name="T4" fmla="*/ 15 w 85"/>
              <a:gd name="T5" fmla="*/ 2 h 42"/>
              <a:gd name="T6" fmla="*/ 60 w 85"/>
              <a:gd name="T7" fmla="*/ 0 h 42"/>
              <a:gd name="T8" fmla="*/ 84 w 85"/>
              <a:gd name="T9" fmla="*/ 13 h 42"/>
              <a:gd name="T10" fmla="*/ 64 w 85"/>
              <a:gd name="T11" fmla="*/ 15 h 42"/>
              <a:gd name="T12" fmla="*/ 29 w 85"/>
              <a:gd name="T13" fmla="*/ 41 h 42"/>
              <a:gd name="T14" fmla="*/ 23 w 85"/>
              <a:gd name="T15" fmla="*/ 34 h 42"/>
              <a:gd name="T16" fmla="*/ 0 w 85"/>
              <a:gd name="T17" fmla="*/ 20 h 42"/>
              <a:gd name="T18" fmla="*/ 0 w 85"/>
              <a:gd name="T19" fmla="*/ 20 h 4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85"/>
              <a:gd name="T31" fmla="*/ 0 h 42"/>
              <a:gd name="T32" fmla="*/ 85 w 85"/>
              <a:gd name="T33" fmla="*/ 42 h 4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85" h="42">
                <a:moveTo>
                  <a:pt x="0" y="20"/>
                </a:moveTo>
                <a:lnTo>
                  <a:pt x="0" y="20"/>
                </a:lnTo>
                <a:lnTo>
                  <a:pt x="15" y="2"/>
                </a:lnTo>
                <a:lnTo>
                  <a:pt x="60" y="0"/>
                </a:lnTo>
                <a:lnTo>
                  <a:pt x="84" y="13"/>
                </a:lnTo>
                <a:lnTo>
                  <a:pt x="64" y="15"/>
                </a:lnTo>
                <a:lnTo>
                  <a:pt x="29" y="41"/>
                </a:lnTo>
                <a:lnTo>
                  <a:pt x="23" y="34"/>
                </a:lnTo>
                <a:lnTo>
                  <a:pt x="0" y="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3" name="Freeform 730">
            <a:extLst>
              <a:ext uri="{FF2B5EF4-FFF2-40B4-BE49-F238E27FC236}">
                <a16:creationId xmlns:a16="http://schemas.microsoft.com/office/drawing/2014/main" id="{26E4D31E-061A-090B-3B83-E0B95BE377CC}"/>
              </a:ext>
            </a:extLst>
          </p:cNvPr>
          <p:cNvSpPr>
            <a:spLocks/>
          </p:cNvSpPr>
          <p:nvPr/>
        </p:nvSpPr>
        <p:spPr bwMode="auto">
          <a:xfrm>
            <a:off x="2683958" y="5141340"/>
            <a:ext cx="64367" cy="63413"/>
          </a:xfrm>
          <a:custGeom>
            <a:avLst/>
            <a:gdLst>
              <a:gd name="T0" fmla="*/ 0 w 56"/>
              <a:gd name="T1" fmla="*/ 28 h 57"/>
              <a:gd name="T2" fmla="*/ 0 w 56"/>
              <a:gd name="T3" fmla="*/ 28 h 57"/>
              <a:gd name="T4" fmla="*/ 22 w 56"/>
              <a:gd name="T5" fmla="*/ 55 h 57"/>
              <a:gd name="T6" fmla="*/ 50 w 56"/>
              <a:gd name="T7" fmla="*/ 56 h 57"/>
              <a:gd name="T8" fmla="*/ 55 w 56"/>
              <a:gd name="T9" fmla="*/ 0 h 57"/>
              <a:gd name="T10" fmla="*/ 35 w 56"/>
              <a:gd name="T11" fmla="*/ 2 h 57"/>
              <a:gd name="T12" fmla="*/ 0 w 56"/>
              <a:gd name="T13" fmla="*/ 28 h 57"/>
              <a:gd name="T14" fmla="*/ 0 w 56"/>
              <a:gd name="T15" fmla="*/ 28 h 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6"/>
              <a:gd name="T25" fmla="*/ 0 h 57"/>
              <a:gd name="T26" fmla="*/ 56 w 56"/>
              <a:gd name="T27" fmla="*/ 57 h 5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6" h="57">
                <a:moveTo>
                  <a:pt x="0" y="28"/>
                </a:moveTo>
                <a:lnTo>
                  <a:pt x="0" y="28"/>
                </a:lnTo>
                <a:lnTo>
                  <a:pt x="22" y="55"/>
                </a:lnTo>
                <a:lnTo>
                  <a:pt x="50" y="56"/>
                </a:lnTo>
                <a:lnTo>
                  <a:pt x="55" y="0"/>
                </a:lnTo>
                <a:lnTo>
                  <a:pt x="35" y="2"/>
                </a:lnTo>
                <a:lnTo>
                  <a:pt x="0" y="2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4" name="Freeform 731">
            <a:extLst>
              <a:ext uri="{FF2B5EF4-FFF2-40B4-BE49-F238E27FC236}">
                <a16:creationId xmlns:a16="http://schemas.microsoft.com/office/drawing/2014/main" id="{F087090F-BE05-A7F2-57E2-353DEBA8D76C}"/>
              </a:ext>
            </a:extLst>
          </p:cNvPr>
          <p:cNvSpPr>
            <a:spLocks/>
          </p:cNvSpPr>
          <p:nvPr/>
        </p:nvSpPr>
        <p:spPr bwMode="auto">
          <a:xfrm>
            <a:off x="2751773" y="5222553"/>
            <a:ext cx="88504" cy="38938"/>
          </a:xfrm>
          <a:custGeom>
            <a:avLst/>
            <a:gdLst>
              <a:gd name="T0" fmla="*/ 0 w 77"/>
              <a:gd name="T1" fmla="*/ 18 h 35"/>
              <a:gd name="T2" fmla="*/ 0 w 77"/>
              <a:gd name="T3" fmla="*/ 18 h 35"/>
              <a:gd name="T4" fmla="*/ 6 w 77"/>
              <a:gd name="T5" fmla="*/ 0 h 35"/>
              <a:gd name="T6" fmla="*/ 22 w 77"/>
              <a:gd name="T7" fmla="*/ 11 h 35"/>
              <a:gd name="T8" fmla="*/ 51 w 77"/>
              <a:gd name="T9" fmla="*/ 0 h 35"/>
              <a:gd name="T10" fmla="*/ 76 w 77"/>
              <a:gd name="T11" fmla="*/ 13 h 35"/>
              <a:gd name="T12" fmla="*/ 70 w 77"/>
              <a:gd name="T13" fmla="*/ 33 h 35"/>
              <a:gd name="T14" fmla="*/ 67 w 77"/>
              <a:gd name="T15" fmla="*/ 17 h 35"/>
              <a:gd name="T16" fmla="*/ 51 w 77"/>
              <a:gd name="T17" fmla="*/ 11 h 35"/>
              <a:gd name="T18" fmla="*/ 36 w 77"/>
              <a:gd name="T19" fmla="*/ 21 h 35"/>
              <a:gd name="T20" fmla="*/ 39 w 77"/>
              <a:gd name="T21" fmla="*/ 30 h 35"/>
              <a:gd name="T22" fmla="*/ 33 w 77"/>
              <a:gd name="T23" fmla="*/ 34 h 35"/>
              <a:gd name="T24" fmla="*/ 0 w 77"/>
              <a:gd name="T25" fmla="*/ 18 h 35"/>
              <a:gd name="T26" fmla="*/ 0 w 77"/>
              <a:gd name="T27" fmla="*/ 18 h 3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7"/>
              <a:gd name="T43" fmla="*/ 0 h 35"/>
              <a:gd name="T44" fmla="*/ 77 w 77"/>
              <a:gd name="T45" fmla="*/ 35 h 3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7" h="35">
                <a:moveTo>
                  <a:pt x="0" y="18"/>
                </a:moveTo>
                <a:lnTo>
                  <a:pt x="0" y="18"/>
                </a:lnTo>
                <a:lnTo>
                  <a:pt x="6" y="0"/>
                </a:lnTo>
                <a:lnTo>
                  <a:pt x="22" y="11"/>
                </a:lnTo>
                <a:lnTo>
                  <a:pt x="51" y="0"/>
                </a:lnTo>
                <a:lnTo>
                  <a:pt x="76" y="13"/>
                </a:lnTo>
                <a:lnTo>
                  <a:pt x="70" y="33"/>
                </a:lnTo>
                <a:lnTo>
                  <a:pt x="67" y="17"/>
                </a:lnTo>
                <a:lnTo>
                  <a:pt x="51" y="11"/>
                </a:lnTo>
                <a:lnTo>
                  <a:pt x="36" y="21"/>
                </a:lnTo>
                <a:lnTo>
                  <a:pt x="39" y="30"/>
                </a:lnTo>
                <a:lnTo>
                  <a:pt x="33" y="34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5" name="Freeform 732">
            <a:extLst>
              <a:ext uri="{FF2B5EF4-FFF2-40B4-BE49-F238E27FC236}">
                <a16:creationId xmlns:a16="http://schemas.microsoft.com/office/drawing/2014/main" id="{D3A699EB-E23D-E983-92A1-90E9F6E1FB13}"/>
              </a:ext>
            </a:extLst>
          </p:cNvPr>
          <p:cNvSpPr>
            <a:spLocks/>
          </p:cNvSpPr>
          <p:nvPr/>
        </p:nvSpPr>
        <p:spPr bwMode="auto">
          <a:xfrm>
            <a:off x="3071307" y="5588023"/>
            <a:ext cx="128733" cy="276999"/>
          </a:xfrm>
          <a:custGeom>
            <a:avLst/>
            <a:gdLst>
              <a:gd name="T0" fmla="*/ 0 w 112"/>
              <a:gd name="T1" fmla="*/ 43 h 116"/>
              <a:gd name="T2" fmla="*/ 0 w 112"/>
              <a:gd name="T3" fmla="*/ 43 h 116"/>
              <a:gd name="T4" fmla="*/ 9 w 112"/>
              <a:gd name="T5" fmla="*/ 6 h 116"/>
              <a:gd name="T6" fmla="*/ 48 w 112"/>
              <a:gd name="T7" fmla="*/ 0 h 116"/>
              <a:gd name="T8" fmla="*/ 62 w 112"/>
              <a:gd name="T9" fmla="*/ 12 h 116"/>
              <a:gd name="T10" fmla="*/ 65 w 112"/>
              <a:gd name="T11" fmla="*/ 39 h 116"/>
              <a:gd name="T12" fmla="*/ 93 w 112"/>
              <a:gd name="T13" fmla="*/ 44 h 116"/>
              <a:gd name="T14" fmla="*/ 97 w 112"/>
              <a:gd name="T15" fmla="*/ 63 h 116"/>
              <a:gd name="T16" fmla="*/ 111 w 112"/>
              <a:gd name="T17" fmla="*/ 66 h 116"/>
              <a:gd name="T18" fmla="*/ 109 w 112"/>
              <a:gd name="T19" fmla="*/ 91 h 116"/>
              <a:gd name="T20" fmla="*/ 95 w 112"/>
              <a:gd name="T21" fmla="*/ 115 h 116"/>
              <a:gd name="T22" fmla="*/ 58 w 112"/>
              <a:gd name="T23" fmla="*/ 114 h 116"/>
              <a:gd name="T24" fmla="*/ 66 w 112"/>
              <a:gd name="T25" fmla="*/ 86 h 116"/>
              <a:gd name="T26" fmla="*/ 0 w 112"/>
              <a:gd name="T27" fmla="*/ 43 h 116"/>
              <a:gd name="T28" fmla="*/ 0 w 112"/>
              <a:gd name="T29" fmla="*/ 43 h 11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2"/>
              <a:gd name="T46" fmla="*/ 0 h 116"/>
              <a:gd name="T47" fmla="*/ 112 w 112"/>
              <a:gd name="T48" fmla="*/ 116 h 11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2" h="116">
                <a:moveTo>
                  <a:pt x="0" y="43"/>
                </a:moveTo>
                <a:lnTo>
                  <a:pt x="0" y="43"/>
                </a:lnTo>
                <a:lnTo>
                  <a:pt x="9" y="6"/>
                </a:lnTo>
                <a:lnTo>
                  <a:pt x="48" y="0"/>
                </a:lnTo>
                <a:lnTo>
                  <a:pt x="62" y="12"/>
                </a:lnTo>
                <a:lnTo>
                  <a:pt x="65" y="39"/>
                </a:lnTo>
                <a:lnTo>
                  <a:pt x="93" y="44"/>
                </a:lnTo>
                <a:lnTo>
                  <a:pt x="97" y="63"/>
                </a:lnTo>
                <a:lnTo>
                  <a:pt x="111" y="66"/>
                </a:lnTo>
                <a:lnTo>
                  <a:pt x="109" y="91"/>
                </a:lnTo>
                <a:lnTo>
                  <a:pt x="95" y="115"/>
                </a:lnTo>
                <a:lnTo>
                  <a:pt x="58" y="114"/>
                </a:lnTo>
                <a:lnTo>
                  <a:pt x="66" y="86"/>
                </a:lnTo>
                <a:lnTo>
                  <a:pt x="0" y="4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436" name="Freeform 733">
            <a:extLst>
              <a:ext uri="{FF2B5EF4-FFF2-40B4-BE49-F238E27FC236}">
                <a16:creationId xmlns:a16="http://schemas.microsoft.com/office/drawing/2014/main" id="{DE639E82-1AF2-C30B-7F0E-5A90B0D8460E}"/>
              </a:ext>
            </a:extLst>
          </p:cNvPr>
          <p:cNvSpPr>
            <a:spLocks/>
          </p:cNvSpPr>
          <p:nvPr/>
        </p:nvSpPr>
        <p:spPr bwMode="auto">
          <a:xfrm>
            <a:off x="2778209" y="5370518"/>
            <a:ext cx="197698" cy="274791"/>
          </a:xfrm>
          <a:custGeom>
            <a:avLst/>
            <a:gdLst>
              <a:gd name="T0" fmla="*/ 0 w 172"/>
              <a:gd name="T1" fmla="*/ 58 h 247"/>
              <a:gd name="T2" fmla="*/ 0 w 172"/>
              <a:gd name="T3" fmla="*/ 58 h 247"/>
              <a:gd name="T4" fmla="*/ 3 w 172"/>
              <a:gd name="T5" fmla="*/ 78 h 247"/>
              <a:gd name="T6" fmla="*/ 34 w 172"/>
              <a:gd name="T7" fmla="*/ 112 h 247"/>
              <a:gd name="T8" fmla="*/ 68 w 172"/>
              <a:gd name="T9" fmla="*/ 193 h 247"/>
              <a:gd name="T10" fmla="*/ 146 w 172"/>
              <a:gd name="T11" fmla="*/ 246 h 247"/>
              <a:gd name="T12" fmla="*/ 159 w 172"/>
              <a:gd name="T13" fmla="*/ 237 h 247"/>
              <a:gd name="T14" fmla="*/ 167 w 172"/>
              <a:gd name="T15" fmla="*/ 220 h 247"/>
              <a:gd name="T16" fmla="*/ 155 w 172"/>
              <a:gd name="T17" fmla="*/ 213 h 247"/>
              <a:gd name="T18" fmla="*/ 162 w 172"/>
              <a:gd name="T19" fmla="*/ 209 h 247"/>
              <a:gd name="T20" fmla="*/ 171 w 172"/>
              <a:gd name="T21" fmla="*/ 167 h 247"/>
              <a:gd name="T22" fmla="*/ 158 w 172"/>
              <a:gd name="T23" fmla="*/ 147 h 247"/>
              <a:gd name="T24" fmla="*/ 147 w 172"/>
              <a:gd name="T25" fmla="*/ 147 h 247"/>
              <a:gd name="T26" fmla="*/ 147 w 172"/>
              <a:gd name="T27" fmla="*/ 125 h 247"/>
              <a:gd name="T28" fmla="*/ 132 w 172"/>
              <a:gd name="T29" fmla="*/ 134 h 247"/>
              <a:gd name="T30" fmla="*/ 113 w 172"/>
              <a:gd name="T31" fmla="*/ 126 h 247"/>
              <a:gd name="T32" fmla="*/ 102 w 172"/>
              <a:gd name="T33" fmla="*/ 101 h 247"/>
              <a:gd name="T34" fmla="*/ 121 w 172"/>
              <a:gd name="T35" fmla="*/ 69 h 247"/>
              <a:gd name="T36" fmla="*/ 155 w 172"/>
              <a:gd name="T37" fmla="*/ 55 h 247"/>
              <a:gd name="T38" fmla="*/ 145 w 172"/>
              <a:gd name="T39" fmla="*/ 49 h 247"/>
              <a:gd name="T40" fmla="*/ 151 w 172"/>
              <a:gd name="T41" fmla="*/ 33 h 247"/>
              <a:gd name="T42" fmla="*/ 112 w 172"/>
              <a:gd name="T43" fmla="*/ 30 h 247"/>
              <a:gd name="T44" fmla="*/ 83 w 172"/>
              <a:gd name="T45" fmla="*/ 0 h 247"/>
              <a:gd name="T46" fmla="*/ 76 w 172"/>
              <a:gd name="T47" fmla="*/ 22 h 247"/>
              <a:gd name="T48" fmla="*/ 45 w 172"/>
              <a:gd name="T49" fmla="*/ 41 h 247"/>
              <a:gd name="T50" fmla="*/ 29 w 172"/>
              <a:gd name="T51" fmla="*/ 65 h 247"/>
              <a:gd name="T52" fmla="*/ 11 w 172"/>
              <a:gd name="T53" fmla="*/ 61 h 247"/>
              <a:gd name="T54" fmla="*/ 14 w 172"/>
              <a:gd name="T55" fmla="*/ 47 h 247"/>
              <a:gd name="T56" fmla="*/ 0 w 172"/>
              <a:gd name="T57" fmla="*/ 58 h 247"/>
              <a:gd name="T58" fmla="*/ 0 w 172"/>
              <a:gd name="T59" fmla="*/ 58 h 24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72"/>
              <a:gd name="T91" fmla="*/ 0 h 247"/>
              <a:gd name="T92" fmla="*/ 172 w 172"/>
              <a:gd name="T93" fmla="*/ 247 h 24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72" h="247">
                <a:moveTo>
                  <a:pt x="0" y="58"/>
                </a:moveTo>
                <a:lnTo>
                  <a:pt x="0" y="58"/>
                </a:lnTo>
                <a:lnTo>
                  <a:pt x="3" y="78"/>
                </a:lnTo>
                <a:lnTo>
                  <a:pt x="34" y="112"/>
                </a:lnTo>
                <a:lnTo>
                  <a:pt x="68" y="193"/>
                </a:lnTo>
                <a:lnTo>
                  <a:pt x="146" y="246"/>
                </a:lnTo>
                <a:lnTo>
                  <a:pt x="159" y="237"/>
                </a:lnTo>
                <a:lnTo>
                  <a:pt x="167" y="220"/>
                </a:lnTo>
                <a:lnTo>
                  <a:pt x="155" y="213"/>
                </a:lnTo>
                <a:lnTo>
                  <a:pt x="162" y="209"/>
                </a:lnTo>
                <a:lnTo>
                  <a:pt x="171" y="167"/>
                </a:lnTo>
                <a:lnTo>
                  <a:pt x="158" y="147"/>
                </a:lnTo>
                <a:lnTo>
                  <a:pt x="147" y="147"/>
                </a:lnTo>
                <a:lnTo>
                  <a:pt x="147" y="125"/>
                </a:lnTo>
                <a:lnTo>
                  <a:pt x="132" y="134"/>
                </a:lnTo>
                <a:lnTo>
                  <a:pt x="113" y="126"/>
                </a:lnTo>
                <a:lnTo>
                  <a:pt x="102" y="101"/>
                </a:lnTo>
                <a:lnTo>
                  <a:pt x="121" y="69"/>
                </a:lnTo>
                <a:lnTo>
                  <a:pt x="155" y="55"/>
                </a:lnTo>
                <a:lnTo>
                  <a:pt x="145" y="49"/>
                </a:lnTo>
                <a:lnTo>
                  <a:pt x="151" y="33"/>
                </a:lnTo>
                <a:lnTo>
                  <a:pt x="112" y="30"/>
                </a:lnTo>
                <a:lnTo>
                  <a:pt x="83" y="0"/>
                </a:lnTo>
                <a:lnTo>
                  <a:pt x="76" y="22"/>
                </a:lnTo>
                <a:lnTo>
                  <a:pt x="45" y="41"/>
                </a:lnTo>
                <a:lnTo>
                  <a:pt x="29" y="65"/>
                </a:lnTo>
                <a:lnTo>
                  <a:pt x="11" y="61"/>
                </a:lnTo>
                <a:lnTo>
                  <a:pt x="14" y="47"/>
                </a:lnTo>
                <a:lnTo>
                  <a:pt x="0" y="5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7" name="Freeform 734">
            <a:extLst>
              <a:ext uri="{FF2B5EF4-FFF2-40B4-BE49-F238E27FC236}">
                <a16:creationId xmlns:a16="http://schemas.microsoft.com/office/drawing/2014/main" id="{7E9AF055-415A-A3A3-BCA6-B2C3AF3DA8BE}"/>
              </a:ext>
            </a:extLst>
          </p:cNvPr>
          <p:cNvSpPr>
            <a:spLocks/>
          </p:cNvSpPr>
          <p:nvPr/>
        </p:nvSpPr>
        <p:spPr bwMode="auto">
          <a:xfrm>
            <a:off x="3142571" y="5280404"/>
            <a:ext cx="65516" cy="60076"/>
          </a:xfrm>
          <a:custGeom>
            <a:avLst/>
            <a:gdLst>
              <a:gd name="T0" fmla="*/ 0 w 57"/>
              <a:gd name="T1" fmla="*/ 25 h 54"/>
              <a:gd name="T2" fmla="*/ 0 w 57"/>
              <a:gd name="T3" fmla="*/ 25 h 54"/>
              <a:gd name="T4" fmla="*/ 15 w 57"/>
              <a:gd name="T5" fmla="*/ 0 h 54"/>
              <a:gd name="T6" fmla="*/ 56 w 57"/>
              <a:gd name="T7" fmla="*/ 4 h 54"/>
              <a:gd name="T8" fmla="*/ 50 w 57"/>
              <a:gd name="T9" fmla="*/ 49 h 54"/>
              <a:gd name="T10" fmla="*/ 22 w 57"/>
              <a:gd name="T11" fmla="*/ 53 h 54"/>
              <a:gd name="T12" fmla="*/ 0 w 57"/>
              <a:gd name="T13" fmla="*/ 25 h 54"/>
              <a:gd name="T14" fmla="*/ 0 w 57"/>
              <a:gd name="T15" fmla="*/ 25 h 5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7"/>
              <a:gd name="T25" fmla="*/ 0 h 54"/>
              <a:gd name="T26" fmla="*/ 57 w 57"/>
              <a:gd name="T27" fmla="*/ 54 h 5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7" h="54">
                <a:moveTo>
                  <a:pt x="0" y="25"/>
                </a:moveTo>
                <a:lnTo>
                  <a:pt x="0" y="25"/>
                </a:lnTo>
                <a:lnTo>
                  <a:pt x="15" y="0"/>
                </a:lnTo>
                <a:lnTo>
                  <a:pt x="56" y="4"/>
                </a:lnTo>
                <a:lnTo>
                  <a:pt x="50" y="49"/>
                </a:lnTo>
                <a:lnTo>
                  <a:pt x="22" y="53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8" name="Freeform 735">
            <a:extLst>
              <a:ext uri="{FF2B5EF4-FFF2-40B4-BE49-F238E27FC236}">
                <a16:creationId xmlns:a16="http://schemas.microsoft.com/office/drawing/2014/main" id="{22046AD9-4A2C-399F-E008-8B185E6E72A2}"/>
              </a:ext>
            </a:extLst>
          </p:cNvPr>
          <p:cNvSpPr>
            <a:spLocks/>
          </p:cNvSpPr>
          <p:nvPr/>
        </p:nvSpPr>
        <p:spPr bwMode="auto">
          <a:xfrm>
            <a:off x="3081652" y="5205866"/>
            <a:ext cx="16091" cy="12238"/>
          </a:xfrm>
          <a:custGeom>
            <a:avLst/>
            <a:gdLst>
              <a:gd name="T0" fmla="*/ 0 w 14"/>
              <a:gd name="T1" fmla="*/ 10 h 11"/>
              <a:gd name="T2" fmla="*/ 0 w 14"/>
              <a:gd name="T3" fmla="*/ 10 h 11"/>
              <a:gd name="T4" fmla="*/ 12 w 14"/>
              <a:gd name="T5" fmla="*/ 8 h 11"/>
              <a:gd name="T6" fmla="*/ 13 w 14"/>
              <a:gd name="T7" fmla="*/ 0 h 11"/>
              <a:gd name="T8" fmla="*/ 0 w 14"/>
              <a:gd name="T9" fmla="*/ 10 h 11"/>
              <a:gd name="T10" fmla="*/ 0 w 14"/>
              <a:gd name="T11" fmla="*/ 10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"/>
              <a:gd name="T19" fmla="*/ 0 h 11"/>
              <a:gd name="T20" fmla="*/ 14 w 14"/>
              <a:gd name="T21" fmla="*/ 11 h 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" h="11">
                <a:moveTo>
                  <a:pt x="0" y="10"/>
                </a:moveTo>
                <a:lnTo>
                  <a:pt x="0" y="10"/>
                </a:lnTo>
                <a:lnTo>
                  <a:pt x="12" y="8"/>
                </a:lnTo>
                <a:lnTo>
                  <a:pt x="13" y="0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9" name="Freeform 736">
            <a:extLst>
              <a:ext uri="{FF2B5EF4-FFF2-40B4-BE49-F238E27FC236}">
                <a16:creationId xmlns:a16="http://schemas.microsoft.com/office/drawing/2014/main" id="{2DE28119-EE20-00F5-EBBF-79AB724C3978}"/>
              </a:ext>
            </a:extLst>
          </p:cNvPr>
          <p:cNvSpPr>
            <a:spLocks/>
          </p:cNvSpPr>
          <p:nvPr/>
        </p:nvSpPr>
        <p:spPr bwMode="auto">
          <a:xfrm>
            <a:off x="3136824" y="5834436"/>
            <a:ext cx="82757" cy="82326"/>
          </a:xfrm>
          <a:custGeom>
            <a:avLst/>
            <a:gdLst>
              <a:gd name="T0" fmla="*/ 0 w 72"/>
              <a:gd name="T1" fmla="*/ 59 h 74"/>
              <a:gd name="T2" fmla="*/ 0 w 72"/>
              <a:gd name="T3" fmla="*/ 59 h 74"/>
              <a:gd name="T4" fmla="*/ 12 w 72"/>
              <a:gd name="T5" fmla="*/ 3 h 74"/>
              <a:gd name="T6" fmla="*/ 22 w 72"/>
              <a:gd name="T7" fmla="*/ 0 h 74"/>
              <a:gd name="T8" fmla="*/ 63 w 72"/>
              <a:gd name="T9" fmla="*/ 29 h 74"/>
              <a:gd name="T10" fmla="*/ 71 w 72"/>
              <a:gd name="T11" fmla="*/ 41 h 74"/>
              <a:gd name="T12" fmla="*/ 68 w 72"/>
              <a:gd name="T13" fmla="*/ 55 h 74"/>
              <a:gd name="T14" fmla="*/ 49 w 72"/>
              <a:gd name="T15" fmla="*/ 73 h 74"/>
              <a:gd name="T16" fmla="*/ 0 w 72"/>
              <a:gd name="T17" fmla="*/ 59 h 74"/>
              <a:gd name="T18" fmla="*/ 0 w 72"/>
              <a:gd name="T19" fmla="*/ 59 h 7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2"/>
              <a:gd name="T31" fmla="*/ 0 h 74"/>
              <a:gd name="T32" fmla="*/ 72 w 72"/>
              <a:gd name="T33" fmla="*/ 74 h 7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2" h="74">
                <a:moveTo>
                  <a:pt x="0" y="59"/>
                </a:moveTo>
                <a:lnTo>
                  <a:pt x="0" y="59"/>
                </a:lnTo>
                <a:lnTo>
                  <a:pt x="12" y="3"/>
                </a:lnTo>
                <a:lnTo>
                  <a:pt x="22" y="0"/>
                </a:lnTo>
                <a:lnTo>
                  <a:pt x="63" y="29"/>
                </a:lnTo>
                <a:lnTo>
                  <a:pt x="71" y="41"/>
                </a:lnTo>
                <a:lnTo>
                  <a:pt x="68" y="55"/>
                </a:lnTo>
                <a:lnTo>
                  <a:pt x="49" y="73"/>
                </a:lnTo>
                <a:lnTo>
                  <a:pt x="0" y="5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0" name="Freeform 737">
            <a:extLst>
              <a:ext uri="{FF2B5EF4-FFF2-40B4-BE49-F238E27FC236}">
                <a16:creationId xmlns:a16="http://schemas.microsoft.com/office/drawing/2014/main" id="{721900BE-30AE-B6A6-97B3-7A10D574E7F7}"/>
              </a:ext>
            </a:extLst>
          </p:cNvPr>
          <p:cNvSpPr>
            <a:spLocks/>
          </p:cNvSpPr>
          <p:nvPr/>
        </p:nvSpPr>
        <p:spPr bwMode="auto">
          <a:xfrm>
            <a:off x="2904644" y="5183616"/>
            <a:ext cx="211491" cy="174664"/>
          </a:xfrm>
          <a:custGeom>
            <a:avLst/>
            <a:gdLst>
              <a:gd name="T0" fmla="*/ 0 w 184"/>
              <a:gd name="T1" fmla="*/ 42 h 157"/>
              <a:gd name="T2" fmla="*/ 0 w 184"/>
              <a:gd name="T3" fmla="*/ 42 h 157"/>
              <a:gd name="T4" fmla="*/ 17 w 184"/>
              <a:gd name="T5" fmla="*/ 69 h 157"/>
              <a:gd name="T6" fmla="*/ 44 w 184"/>
              <a:gd name="T7" fmla="*/ 72 h 157"/>
              <a:gd name="T8" fmla="*/ 52 w 184"/>
              <a:gd name="T9" fmla="*/ 84 h 157"/>
              <a:gd name="T10" fmla="*/ 79 w 184"/>
              <a:gd name="T11" fmla="*/ 82 h 157"/>
              <a:gd name="T12" fmla="*/ 75 w 184"/>
              <a:gd name="T13" fmla="*/ 129 h 157"/>
              <a:gd name="T14" fmla="*/ 87 w 184"/>
              <a:gd name="T15" fmla="*/ 149 h 157"/>
              <a:gd name="T16" fmla="*/ 103 w 184"/>
              <a:gd name="T17" fmla="*/ 156 h 157"/>
              <a:gd name="T18" fmla="*/ 136 w 184"/>
              <a:gd name="T19" fmla="*/ 137 h 157"/>
              <a:gd name="T20" fmla="*/ 123 w 184"/>
              <a:gd name="T21" fmla="*/ 134 h 157"/>
              <a:gd name="T22" fmla="*/ 116 w 184"/>
              <a:gd name="T23" fmla="*/ 108 h 157"/>
              <a:gd name="T24" fmla="*/ 139 w 184"/>
              <a:gd name="T25" fmla="*/ 113 h 157"/>
              <a:gd name="T26" fmla="*/ 173 w 184"/>
              <a:gd name="T27" fmla="*/ 97 h 157"/>
              <a:gd name="T28" fmla="*/ 164 w 184"/>
              <a:gd name="T29" fmla="*/ 84 h 157"/>
              <a:gd name="T30" fmla="*/ 175 w 184"/>
              <a:gd name="T31" fmla="*/ 72 h 157"/>
              <a:gd name="T32" fmla="*/ 170 w 184"/>
              <a:gd name="T33" fmla="*/ 63 h 157"/>
              <a:gd name="T34" fmla="*/ 183 w 184"/>
              <a:gd name="T35" fmla="*/ 53 h 157"/>
              <a:gd name="T36" fmla="*/ 167 w 184"/>
              <a:gd name="T37" fmla="*/ 51 h 157"/>
              <a:gd name="T38" fmla="*/ 167 w 184"/>
              <a:gd name="T39" fmla="*/ 39 h 157"/>
              <a:gd name="T40" fmla="*/ 141 w 184"/>
              <a:gd name="T41" fmla="*/ 25 h 157"/>
              <a:gd name="T42" fmla="*/ 152 w 184"/>
              <a:gd name="T43" fmla="*/ 21 h 157"/>
              <a:gd name="T44" fmla="*/ 72 w 184"/>
              <a:gd name="T45" fmla="*/ 24 h 157"/>
              <a:gd name="T46" fmla="*/ 46 w 184"/>
              <a:gd name="T47" fmla="*/ 0 h 157"/>
              <a:gd name="T48" fmla="*/ 47 w 184"/>
              <a:gd name="T49" fmla="*/ 11 h 157"/>
              <a:gd name="T50" fmla="*/ 24 w 184"/>
              <a:gd name="T51" fmla="*/ 20 h 157"/>
              <a:gd name="T52" fmla="*/ 31 w 184"/>
              <a:gd name="T53" fmla="*/ 39 h 157"/>
              <a:gd name="T54" fmla="*/ 22 w 184"/>
              <a:gd name="T55" fmla="*/ 46 h 157"/>
              <a:gd name="T56" fmla="*/ 17 w 184"/>
              <a:gd name="T57" fmla="*/ 29 h 157"/>
              <a:gd name="T58" fmla="*/ 26 w 184"/>
              <a:gd name="T59" fmla="*/ 6 h 157"/>
              <a:gd name="T60" fmla="*/ 0 w 184"/>
              <a:gd name="T61" fmla="*/ 42 h 157"/>
              <a:gd name="T62" fmla="*/ 0 w 184"/>
              <a:gd name="T63" fmla="*/ 42 h 15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84"/>
              <a:gd name="T97" fmla="*/ 0 h 157"/>
              <a:gd name="T98" fmla="*/ 184 w 184"/>
              <a:gd name="T99" fmla="*/ 157 h 157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84" h="157">
                <a:moveTo>
                  <a:pt x="0" y="42"/>
                </a:moveTo>
                <a:lnTo>
                  <a:pt x="0" y="42"/>
                </a:lnTo>
                <a:lnTo>
                  <a:pt x="17" y="69"/>
                </a:lnTo>
                <a:lnTo>
                  <a:pt x="44" y="72"/>
                </a:lnTo>
                <a:lnTo>
                  <a:pt x="52" y="84"/>
                </a:lnTo>
                <a:lnTo>
                  <a:pt x="79" y="82"/>
                </a:lnTo>
                <a:lnTo>
                  <a:pt x="75" y="129"/>
                </a:lnTo>
                <a:lnTo>
                  <a:pt x="87" y="149"/>
                </a:lnTo>
                <a:lnTo>
                  <a:pt x="103" y="156"/>
                </a:lnTo>
                <a:lnTo>
                  <a:pt x="136" y="137"/>
                </a:lnTo>
                <a:lnTo>
                  <a:pt x="123" y="134"/>
                </a:lnTo>
                <a:lnTo>
                  <a:pt x="116" y="108"/>
                </a:lnTo>
                <a:lnTo>
                  <a:pt x="139" y="113"/>
                </a:lnTo>
                <a:lnTo>
                  <a:pt x="173" y="97"/>
                </a:lnTo>
                <a:lnTo>
                  <a:pt x="164" y="84"/>
                </a:lnTo>
                <a:lnTo>
                  <a:pt x="175" y="72"/>
                </a:lnTo>
                <a:lnTo>
                  <a:pt x="170" y="63"/>
                </a:lnTo>
                <a:lnTo>
                  <a:pt x="183" y="53"/>
                </a:lnTo>
                <a:lnTo>
                  <a:pt x="167" y="51"/>
                </a:lnTo>
                <a:lnTo>
                  <a:pt x="167" y="39"/>
                </a:lnTo>
                <a:lnTo>
                  <a:pt x="141" y="25"/>
                </a:lnTo>
                <a:lnTo>
                  <a:pt x="152" y="21"/>
                </a:lnTo>
                <a:lnTo>
                  <a:pt x="72" y="24"/>
                </a:lnTo>
                <a:lnTo>
                  <a:pt x="46" y="0"/>
                </a:lnTo>
                <a:lnTo>
                  <a:pt x="47" y="11"/>
                </a:lnTo>
                <a:lnTo>
                  <a:pt x="24" y="20"/>
                </a:lnTo>
                <a:lnTo>
                  <a:pt x="31" y="39"/>
                </a:lnTo>
                <a:lnTo>
                  <a:pt x="22" y="46"/>
                </a:lnTo>
                <a:lnTo>
                  <a:pt x="17" y="29"/>
                </a:lnTo>
                <a:lnTo>
                  <a:pt x="26" y="6"/>
                </a:lnTo>
                <a:lnTo>
                  <a:pt x="0" y="4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1" name="Freeform 738">
            <a:extLst>
              <a:ext uri="{FF2B5EF4-FFF2-40B4-BE49-F238E27FC236}">
                <a16:creationId xmlns:a16="http://schemas.microsoft.com/office/drawing/2014/main" id="{D6B63F8C-EA66-37B7-BC73-1F80934072F4}"/>
              </a:ext>
            </a:extLst>
          </p:cNvPr>
          <p:cNvSpPr>
            <a:spLocks/>
          </p:cNvSpPr>
          <p:nvPr/>
        </p:nvSpPr>
        <p:spPr bwMode="auto">
          <a:xfrm>
            <a:off x="5649937" y="5014686"/>
            <a:ext cx="109500" cy="225795"/>
          </a:xfrm>
          <a:custGeom>
            <a:avLst/>
            <a:gdLst>
              <a:gd name="T0" fmla="*/ 0 w 95"/>
              <a:gd name="T1" fmla="*/ 17056038 h 203"/>
              <a:gd name="T2" fmla="*/ 0 w 95"/>
              <a:gd name="T3" fmla="*/ 17056038 h 203"/>
              <a:gd name="T4" fmla="*/ 21990127 w 95"/>
              <a:gd name="T5" fmla="*/ 52872417 h 203"/>
              <a:gd name="T6" fmla="*/ 50262967 w 95"/>
              <a:gd name="T7" fmla="*/ 68222847 h 203"/>
              <a:gd name="T8" fmla="*/ 36127169 w 95"/>
              <a:gd name="T9" fmla="*/ 93806917 h 203"/>
              <a:gd name="T10" fmla="*/ 87960510 w 95"/>
              <a:gd name="T11" fmla="*/ 139856901 h 203"/>
              <a:gd name="T12" fmla="*/ 111520992 w 95"/>
              <a:gd name="T13" fmla="*/ 202962959 h 203"/>
              <a:gd name="T14" fmla="*/ 114662975 w 95"/>
              <a:gd name="T15" fmla="*/ 255835356 h 203"/>
              <a:gd name="T16" fmla="*/ 50262967 w 95"/>
              <a:gd name="T17" fmla="*/ 301886645 h 203"/>
              <a:gd name="T18" fmla="*/ 59687661 w 95"/>
              <a:gd name="T19" fmla="*/ 344525504 h 203"/>
              <a:gd name="T20" fmla="*/ 80106161 w 95"/>
              <a:gd name="T21" fmla="*/ 315530166 h 203"/>
              <a:gd name="T22" fmla="*/ 92672857 w 95"/>
              <a:gd name="T23" fmla="*/ 324058182 h 203"/>
              <a:gd name="T24" fmla="*/ 97385204 w 95"/>
              <a:gd name="T25" fmla="*/ 303592249 h 203"/>
              <a:gd name="T26" fmla="*/ 147648151 w 95"/>
              <a:gd name="T27" fmla="*/ 272891389 h 203"/>
              <a:gd name="T28" fmla="*/ 141365440 w 95"/>
              <a:gd name="T29" fmla="*/ 185906926 h 203"/>
              <a:gd name="T30" fmla="*/ 72253084 w 95"/>
              <a:gd name="T31" fmla="*/ 105744835 h 203"/>
              <a:gd name="T32" fmla="*/ 80106161 w 95"/>
              <a:gd name="T33" fmla="*/ 78456467 h 203"/>
              <a:gd name="T34" fmla="*/ 120945686 w 95"/>
              <a:gd name="T35" fmla="*/ 39227581 h 203"/>
              <a:gd name="T36" fmla="*/ 62828390 w 95"/>
              <a:gd name="T37" fmla="*/ 0 h 203"/>
              <a:gd name="T38" fmla="*/ 0 w 95"/>
              <a:gd name="T39" fmla="*/ 17056038 h 203"/>
              <a:gd name="T40" fmla="*/ 0 w 95"/>
              <a:gd name="T41" fmla="*/ 17056038 h 203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5"/>
              <a:gd name="T64" fmla="*/ 0 h 203"/>
              <a:gd name="T65" fmla="*/ 95 w 95"/>
              <a:gd name="T66" fmla="*/ 203 h 203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5" h="203">
                <a:moveTo>
                  <a:pt x="0" y="10"/>
                </a:moveTo>
                <a:lnTo>
                  <a:pt x="0" y="10"/>
                </a:lnTo>
                <a:lnTo>
                  <a:pt x="14" y="31"/>
                </a:lnTo>
                <a:lnTo>
                  <a:pt x="32" y="40"/>
                </a:lnTo>
                <a:lnTo>
                  <a:pt x="23" y="55"/>
                </a:lnTo>
                <a:lnTo>
                  <a:pt x="56" y="82"/>
                </a:lnTo>
                <a:lnTo>
                  <a:pt x="71" y="119"/>
                </a:lnTo>
                <a:lnTo>
                  <a:pt x="73" y="150"/>
                </a:lnTo>
                <a:lnTo>
                  <a:pt x="32" y="177"/>
                </a:lnTo>
                <a:lnTo>
                  <a:pt x="38" y="202"/>
                </a:lnTo>
                <a:lnTo>
                  <a:pt x="51" y="185"/>
                </a:lnTo>
                <a:lnTo>
                  <a:pt x="59" y="190"/>
                </a:lnTo>
                <a:lnTo>
                  <a:pt x="62" y="178"/>
                </a:lnTo>
                <a:lnTo>
                  <a:pt x="94" y="160"/>
                </a:lnTo>
                <a:lnTo>
                  <a:pt x="90" y="109"/>
                </a:lnTo>
                <a:lnTo>
                  <a:pt x="46" y="62"/>
                </a:lnTo>
                <a:lnTo>
                  <a:pt x="51" y="46"/>
                </a:lnTo>
                <a:lnTo>
                  <a:pt x="77" y="23"/>
                </a:lnTo>
                <a:lnTo>
                  <a:pt x="40" y="0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2" name="Freeform 739">
            <a:extLst>
              <a:ext uri="{FF2B5EF4-FFF2-40B4-BE49-F238E27FC236}">
                <a16:creationId xmlns:a16="http://schemas.microsoft.com/office/drawing/2014/main" id="{9B725DA7-3E3E-1808-7D9D-BF23EF2A61D2}"/>
              </a:ext>
            </a:extLst>
          </p:cNvPr>
          <p:cNvSpPr>
            <a:spLocks/>
          </p:cNvSpPr>
          <p:nvPr/>
        </p:nvSpPr>
        <p:spPr bwMode="auto">
          <a:xfrm>
            <a:off x="4658588" y="4653688"/>
            <a:ext cx="116801" cy="51378"/>
          </a:xfrm>
          <a:custGeom>
            <a:avLst/>
            <a:gdLst>
              <a:gd name="T0" fmla="*/ 0 w 102"/>
              <a:gd name="T1" fmla="*/ 3439837 h 46"/>
              <a:gd name="T2" fmla="*/ 37206018 w 102"/>
              <a:gd name="T3" fmla="*/ 0 h 46"/>
              <a:gd name="T4" fmla="*/ 72863135 w 102"/>
              <a:gd name="T5" fmla="*/ 15478608 h 46"/>
              <a:gd name="T6" fmla="*/ 86814474 w 102"/>
              <a:gd name="T7" fmla="*/ 32676478 h 46"/>
              <a:gd name="T8" fmla="*/ 105418723 w 102"/>
              <a:gd name="T9" fmla="*/ 32676478 h 46"/>
              <a:gd name="T10" fmla="*/ 119371288 w 102"/>
              <a:gd name="T11" fmla="*/ 24077546 h 46"/>
              <a:gd name="T12" fmla="*/ 128672167 w 102"/>
              <a:gd name="T13" fmla="*/ 22356972 h 46"/>
              <a:gd name="T14" fmla="*/ 137974292 w 102"/>
              <a:gd name="T15" fmla="*/ 39556149 h 46"/>
              <a:gd name="T16" fmla="*/ 155027149 w 102"/>
              <a:gd name="T17" fmla="*/ 44715256 h 46"/>
              <a:gd name="T18" fmla="*/ 150376710 w 102"/>
              <a:gd name="T19" fmla="*/ 51593615 h 46"/>
              <a:gd name="T20" fmla="*/ 156577296 w 102"/>
              <a:gd name="T21" fmla="*/ 65352956 h 46"/>
              <a:gd name="T22" fmla="*/ 155027149 w 102"/>
              <a:gd name="T23" fmla="*/ 75671151 h 46"/>
              <a:gd name="T24" fmla="*/ 137974292 w 102"/>
              <a:gd name="T25" fmla="*/ 60192548 h 46"/>
              <a:gd name="T26" fmla="*/ 128672167 w 102"/>
              <a:gd name="T27" fmla="*/ 55033451 h 46"/>
              <a:gd name="T28" fmla="*/ 119371288 w 102"/>
              <a:gd name="T29" fmla="*/ 55033451 h 46"/>
              <a:gd name="T30" fmla="*/ 114719603 w 102"/>
              <a:gd name="T31" fmla="*/ 72231316 h 46"/>
              <a:gd name="T32" fmla="*/ 103868576 w 102"/>
              <a:gd name="T33" fmla="*/ 67072218 h 46"/>
              <a:gd name="T34" fmla="*/ 83714181 w 102"/>
              <a:gd name="T35" fmla="*/ 77391724 h 46"/>
              <a:gd name="T36" fmla="*/ 58910570 w 102"/>
              <a:gd name="T37" fmla="*/ 75671151 h 46"/>
              <a:gd name="T38" fmla="*/ 58910570 w 102"/>
              <a:gd name="T39" fmla="*/ 44715256 h 46"/>
              <a:gd name="T40" fmla="*/ 20153156 w 102"/>
              <a:gd name="T41" fmla="*/ 17197870 h 46"/>
              <a:gd name="T42" fmla="*/ 0 w 102"/>
              <a:gd name="T43" fmla="*/ 3439837 h 46"/>
              <a:gd name="T44" fmla="*/ 0 w 102"/>
              <a:gd name="T45" fmla="*/ 3439837 h 4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02"/>
              <a:gd name="T70" fmla="*/ 0 h 46"/>
              <a:gd name="T71" fmla="*/ 102 w 102"/>
              <a:gd name="T72" fmla="*/ 46 h 4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02" h="46">
                <a:moveTo>
                  <a:pt x="0" y="2"/>
                </a:moveTo>
                <a:lnTo>
                  <a:pt x="24" y="0"/>
                </a:lnTo>
                <a:lnTo>
                  <a:pt x="47" y="9"/>
                </a:lnTo>
                <a:lnTo>
                  <a:pt x="56" y="19"/>
                </a:lnTo>
                <a:lnTo>
                  <a:pt x="68" y="19"/>
                </a:lnTo>
                <a:lnTo>
                  <a:pt x="77" y="14"/>
                </a:lnTo>
                <a:lnTo>
                  <a:pt x="83" y="13"/>
                </a:lnTo>
                <a:lnTo>
                  <a:pt x="89" y="23"/>
                </a:lnTo>
                <a:lnTo>
                  <a:pt x="100" y="26"/>
                </a:lnTo>
                <a:lnTo>
                  <a:pt x="97" y="30"/>
                </a:lnTo>
                <a:lnTo>
                  <a:pt x="101" y="38"/>
                </a:lnTo>
                <a:lnTo>
                  <a:pt x="100" y="44"/>
                </a:lnTo>
                <a:lnTo>
                  <a:pt x="89" y="35"/>
                </a:lnTo>
                <a:lnTo>
                  <a:pt x="83" y="32"/>
                </a:lnTo>
                <a:lnTo>
                  <a:pt x="77" y="32"/>
                </a:lnTo>
                <a:lnTo>
                  <a:pt x="74" y="42"/>
                </a:lnTo>
                <a:lnTo>
                  <a:pt x="67" y="39"/>
                </a:lnTo>
                <a:lnTo>
                  <a:pt x="54" y="45"/>
                </a:lnTo>
                <a:lnTo>
                  <a:pt x="38" y="44"/>
                </a:lnTo>
                <a:lnTo>
                  <a:pt x="38" y="26"/>
                </a:lnTo>
                <a:lnTo>
                  <a:pt x="13" y="10"/>
                </a:lnTo>
                <a:lnTo>
                  <a:pt x="0" y="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3" name="Freeform 740">
            <a:extLst>
              <a:ext uri="{FF2B5EF4-FFF2-40B4-BE49-F238E27FC236}">
                <a16:creationId xmlns:a16="http://schemas.microsoft.com/office/drawing/2014/main" id="{505E5557-70F8-246D-BDBA-59A1DBA8FEFA}"/>
              </a:ext>
            </a:extLst>
          </p:cNvPr>
          <p:cNvSpPr>
            <a:spLocks/>
          </p:cNvSpPr>
          <p:nvPr/>
        </p:nvSpPr>
        <p:spPr bwMode="auto">
          <a:xfrm>
            <a:off x="4741810" y="4682080"/>
            <a:ext cx="96360" cy="77068"/>
          </a:xfrm>
          <a:custGeom>
            <a:avLst/>
            <a:gdLst>
              <a:gd name="T0" fmla="*/ 48621765 w 85"/>
              <a:gd name="T1" fmla="*/ 3439855 h 69"/>
              <a:gd name="T2" fmla="*/ 54698713 w 85"/>
              <a:gd name="T3" fmla="*/ 3439855 h 69"/>
              <a:gd name="T4" fmla="*/ 74451875 w 85"/>
              <a:gd name="T5" fmla="*/ 10319564 h 69"/>
              <a:gd name="T6" fmla="*/ 92683970 w 85"/>
              <a:gd name="T7" fmla="*/ 25796947 h 69"/>
              <a:gd name="T8" fmla="*/ 103320478 w 85"/>
              <a:gd name="T9" fmla="*/ 44715498 h 69"/>
              <a:gd name="T10" fmla="*/ 127630734 w 85"/>
              <a:gd name="T11" fmla="*/ 65353310 h 69"/>
              <a:gd name="T12" fmla="*/ 115475606 w 85"/>
              <a:gd name="T13" fmla="*/ 70512435 h 69"/>
              <a:gd name="T14" fmla="*/ 106358952 w 85"/>
              <a:gd name="T15" fmla="*/ 84271851 h 69"/>
              <a:gd name="T16" fmla="*/ 104840331 w 85"/>
              <a:gd name="T17" fmla="*/ 91150268 h 69"/>
              <a:gd name="T18" fmla="*/ 100282004 w 85"/>
              <a:gd name="T19" fmla="*/ 116948516 h 69"/>
              <a:gd name="T20" fmla="*/ 82048695 w 85"/>
              <a:gd name="T21" fmla="*/ 110068809 h 69"/>
              <a:gd name="T22" fmla="*/ 79010202 w 85"/>
              <a:gd name="T23" fmla="*/ 87710414 h 69"/>
              <a:gd name="T24" fmla="*/ 60776893 w 85"/>
              <a:gd name="T25" fmla="*/ 96310704 h 69"/>
              <a:gd name="T26" fmla="*/ 44063438 w 85"/>
              <a:gd name="T27" fmla="*/ 108348226 h 69"/>
              <a:gd name="T28" fmla="*/ 33426921 w 85"/>
              <a:gd name="T29" fmla="*/ 106628955 h 69"/>
              <a:gd name="T30" fmla="*/ 24310266 w 85"/>
              <a:gd name="T31" fmla="*/ 94590122 h 69"/>
              <a:gd name="T32" fmla="*/ 18233314 w 85"/>
              <a:gd name="T33" fmla="*/ 84271851 h 69"/>
              <a:gd name="T34" fmla="*/ 25830119 w 85"/>
              <a:gd name="T35" fmla="*/ 73952289 h 69"/>
              <a:gd name="T36" fmla="*/ 30388447 w 85"/>
              <a:gd name="T37" fmla="*/ 82551268 h 69"/>
              <a:gd name="T38" fmla="*/ 53180092 w 85"/>
              <a:gd name="T39" fmla="*/ 94590122 h 69"/>
              <a:gd name="T40" fmla="*/ 57738419 w 85"/>
              <a:gd name="T41" fmla="*/ 84271851 h 69"/>
              <a:gd name="T42" fmla="*/ 36466627 w 85"/>
              <a:gd name="T43" fmla="*/ 65353310 h 69"/>
              <a:gd name="T44" fmla="*/ 30388447 w 85"/>
              <a:gd name="T45" fmla="*/ 49874623 h 69"/>
              <a:gd name="T46" fmla="*/ 22791646 w 85"/>
              <a:gd name="T47" fmla="*/ 44715498 h 69"/>
              <a:gd name="T48" fmla="*/ 22791646 w 85"/>
              <a:gd name="T49" fmla="*/ 34395926 h 69"/>
              <a:gd name="T50" fmla="*/ 13674986 w 85"/>
              <a:gd name="T51" fmla="*/ 30957384 h 69"/>
              <a:gd name="T52" fmla="*/ 0 w 85"/>
              <a:gd name="T53" fmla="*/ 29236801 h 69"/>
              <a:gd name="T54" fmla="*/ 4558328 w 85"/>
              <a:gd name="T55" fmla="*/ 17197963 h 69"/>
              <a:gd name="T56" fmla="*/ 6078183 w 85"/>
              <a:gd name="T57" fmla="*/ 10319564 h 69"/>
              <a:gd name="T58" fmla="*/ 16713460 w 85"/>
              <a:gd name="T59" fmla="*/ 10319564 h 69"/>
              <a:gd name="T60" fmla="*/ 22791646 w 85"/>
              <a:gd name="T61" fmla="*/ 15478692 h 69"/>
              <a:gd name="T62" fmla="*/ 39505101 w 85"/>
              <a:gd name="T63" fmla="*/ 30957384 h 69"/>
              <a:gd name="T64" fmla="*/ 41023731 w 85"/>
              <a:gd name="T65" fmla="*/ 20637817 h 69"/>
              <a:gd name="T66" fmla="*/ 34946774 w 85"/>
              <a:gd name="T67" fmla="*/ 8598982 h 69"/>
              <a:gd name="T68" fmla="*/ 39505101 w 85"/>
              <a:gd name="T69" fmla="*/ 0 h 69"/>
              <a:gd name="T70" fmla="*/ 48621765 w 85"/>
              <a:gd name="T71" fmla="*/ 3439855 h 69"/>
              <a:gd name="T72" fmla="*/ 48621765 w 85"/>
              <a:gd name="T73" fmla="*/ 3439855 h 69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85"/>
              <a:gd name="T112" fmla="*/ 0 h 69"/>
              <a:gd name="T113" fmla="*/ 85 w 85"/>
              <a:gd name="T114" fmla="*/ 69 h 69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85" h="69">
                <a:moveTo>
                  <a:pt x="32" y="2"/>
                </a:moveTo>
                <a:lnTo>
                  <a:pt x="36" y="2"/>
                </a:lnTo>
                <a:lnTo>
                  <a:pt x="49" y="6"/>
                </a:lnTo>
                <a:lnTo>
                  <a:pt x="61" y="15"/>
                </a:lnTo>
                <a:lnTo>
                  <a:pt x="68" y="26"/>
                </a:lnTo>
                <a:lnTo>
                  <a:pt x="84" y="38"/>
                </a:lnTo>
                <a:lnTo>
                  <a:pt x="76" y="41"/>
                </a:lnTo>
                <a:lnTo>
                  <a:pt x="70" y="49"/>
                </a:lnTo>
                <a:lnTo>
                  <a:pt x="69" y="53"/>
                </a:lnTo>
                <a:lnTo>
                  <a:pt x="66" y="68"/>
                </a:lnTo>
                <a:lnTo>
                  <a:pt x="54" y="64"/>
                </a:lnTo>
                <a:lnTo>
                  <a:pt x="52" y="51"/>
                </a:lnTo>
                <a:lnTo>
                  <a:pt x="40" y="56"/>
                </a:lnTo>
                <a:lnTo>
                  <a:pt x="29" y="63"/>
                </a:lnTo>
                <a:lnTo>
                  <a:pt x="22" y="62"/>
                </a:lnTo>
                <a:lnTo>
                  <a:pt x="16" y="55"/>
                </a:lnTo>
                <a:lnTo>
                  <a:pt x="12" y="49"/>
                </a:lnTo>
                <a:lnTo>
                  <a:pt x="17" y="43"/>
                </a:lnTo>
                <a:lnTo>
                  <a:pt x="20" y="48"/>
                </a:lnTo>
                <a:lnTo>
                  <a:pt x="35" y="55"/>
                </a:lnTo>
                <a:lnTo>
                  <a:pt x="38" y="49"/>
                </a:lnTo>
                <a:lnTo>
                  <a:pt x="24" y="38"/>
                </a:lnTo>
                <a:lnTo>
                  <a:pt x="20" y="29"/>
                </a:lnTo>
                <a:lnTo>
                  <a:pt x="15" y="26"/>
                </a:lnTo>
                <a:lnTo>
                  <a:pt x="15" y="20"/>
                </a:lnTo>
                <a:lnTo>
                  <a:pt x="9" y="18"/>
                </a:lnTo>
                <a:lnTo>
                  <a:pt x="0" y="17"/>
                </a:lnTo>
                <a:lnTo>
                  <a:pt x="3" y="10"/>
                </a:lnTo>
                <a:lnTo>
                  <a:pt x="4" y="6"/>
                </a:lnTo>
                <a:lnTo>
                  <a:pt x="11" y="6"/>
                </a:lnTo>
                <a:lnTo>
                  <a:pt x="15" y="9"/>
                </a:lnTo>
                <a:lnTo>
                  <a:pt x="26" y="18"/>
                </a:lnTo>
                <a:lnTo>
                  <a:pt x="27" y="12"/>
                </a:lnTo>
                <a:lnTo>
                  <a:pt x="23" y="5"/>
                </a:lnTo>
                <a:lnTo>
                  <a:pt x="26" y="0"/>
                </a:lnTo>
                <a:lnTo>
                  <a:pt x="32" y="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4" name="Freeform 741">
            <a:extLst>
              <a:ext uri="{FF2B5EF4-FFF2-40B4-BE49-F238E27FC236}">
                <a16:creationId xmlns:a16="http://schemas.microsoft.com/office/drawing/2014/main" id="{7654F90E-7443-736C-17E0-FAD04231CF36}"/>
              </a:ext>
            </a:extLst>
          </p:cNvPr>
          <p:cNvSpPr>
            <a:spLocks/>
          </p:cNvSpPr>
          <p:nvPr/>
        </p:nvSpPr>
        <p:spPr bwMode="auto">
          <a:xfrm>
            <a:off x="4719909" y="4696953"/>
            <a:ext cx="68622" cy="47322"/>
          </a:xfrm>
          <a:custGeom>
            <a:avLst/>
            <a:gdLst>
              <a:gd name="T0" fmla="*/ 0 w 57"/>
              <a:gd name="T1" fmla="*/ 10017957 h 43"/>
              <a:gd name="T2" fmla="*/ 11994369 w 57"/>
              <a:gd name="T3" fmla="*/ 21705362 h 43"/>
              <a:gd name="T4" fmla="*/ 25702218 w 57"/>
              <a:gd name="T5" fmla="*/ 38401091 h 43"/>
              <a:gd name="T6" fmla="*/ 47977476 w 57"/>
              <a:gd name="T7" fmla="*/ 61775897 h 43"/>
              <a:gd name="T8" fmla="*/ 61685320 w 57"/>
              <a:gd name="T9" fmla="*/ 48419056 h 43"/>
              <a:gd name="T10" fmla="*/ 63398800 w 57"/>
              <a:gd name="T11" fmla="*/ 60106454 h 43"/>
              <a:gd name="T12" fmla="*/ 73679684 w 57"/>
              <a:gd name="T13" fmla="*/ 61775897 h 43"/>
              <a:gd name="T14" fmla="*/ 89101029 w 57"/>
              <a:gd name="T15" fmla="*/ 70124408 h 43"/>
              <a:gd name="T16" fmla="*/ 95954951 w 57"/>
              <a:gd name="T17" fmla="*/ 60106454 h 43"/>
              <a:gd name="T18" fmla="*/ 71966203 w 57"/>
              <a:gd name="T19" fmla="*/ 41739979 h 43"/>
              <a:gd name="T20" fmla="*/ 66825762 w 57"/>
              <a:gd name="T21" fmla="*/ 26713693 h 43"/>
              <a:gd name="T22" fmla="*/ 56544878 w 57"/>
              <a:gd name="T23" fmla="*/ 21705362 h 43"/>
              <a:gd name="T24" fmla="*/ 56544878 w 57"/>
              <a:gd name="T25" fmla="*/ 11687403 h 43"/>
              <a:gd name="T26" fmla="*/ 46263995 w 57"/>
              <a:gd name="T27" fmla="*/ 8348513 h 43"/>
              <a:gd name="T28" fmla="*/ 30842660 w 57"/>
              <a:gd name="T29" fmla="*/ 5008332 h 43"/>
              <a:gd name="T30" fmla="*/ 17134811 w 57"/>
              <a:gd name="T31" fmla="*/ 0 h 43"/>
              <a:gd name="T32" fmla="*/ 5140443 w 57"/>
              <a:gd name="T33" fmla="*/ 1669444 h 43"/>
              <a:gd name="T34" fmla="*/ 0 w 57"/>
              <a:gd name="T35" fmla="*/ 10017957 h 43"/>
              <a:gd name="T36" fmla="*/ 0 w 57"/>
              <a:gd name="T37" fmla="*/ 10017957 h 4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7"/>
              <a:gd name="T58" fmla="*/ 0 h 43"/>
              <a:gd name="T59" fmla="*/ 57 w 57"/>
              <a:gd name="T60" fmla="*/ 43 h 43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7" h="43">
                <a:moveTo>
                  <a:pt x="0" y="6"/>
                </a:moveTo>
                <a:lnTo>
                  <a:pt x="7" y="13"/>
                </a:lnTo>
                <a:lnTo>
                  <a:pt x="15" y="23"/>
                </a:lnTo>
                <a:lnTo>
                  <a:pt x="28" y="37"/>
                </a:lnTo>
                <a:lnTo>
                  <a:pt x="36" y="29"/>
                </a:lnTo>
                <a:lnTo>
                  <a:pt x="37" y="36"/>
                </a:lnTo>
                <a:lnTo>
                  <a:pt x="43" y="37"/>
                </a:lnTo>
                <a:lnTo>
                  <a:pt x="52" y="42"/>
                </a:lnTo>
                <a:lnTo>
                  <a:pt x="56" y="36"/>
                </a:lnTo>
                <a:lnTo>
                  <a:pt x="42" y="25"/>
                </a:lnTo>
                <a:lnTo>
                  <a:pt x="39" y="16"/>
                </a:lnTo>
                <a:lnTo>
                  <a:pt x="33" y="13"/>
                </a:lnTo>
                <a:lnTo>
                  <a:pt x="33" y="7"/>
                </a:lnTo>
                <a:lnTo>
                  <a:pt x="27" y="5"/>
                </a:lnTo>
                <a:lnTo>
                  <a:pt x="18" y="3"/>
                </a:lnTo>
                <a:lnTo>
                  <a:pt x="10" y="0"/>
                </a:lnTo>
                <a:lnTo>
                  <a:pt x="3" y="1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5" name="Freeform 742">
            <a:extLst>
              <a:ext uri="{FF2B5EF4-FFF2-40B4-BE49-F238E27FC236}">
                <a16:creationId xmlns:a16="http://schemas.microsoft.com/office/drawing/2014/main" id="{8F7052F2-CA4D-B8D5-5B72-342F6EE8243E}"/>
              </a:ext>
            </a:extLst>
          </p:cNvPr>
          <p:cNvSpPr>
            <a:spLocks/>
          </p:cNvSpPr>
          <p:nvPr/>
        </p:nvSpPr>
        <p:spPr bwMode="auto">
          <a:xfrm>
            <a:off x="4757870" y="4436007"/>
            <a:ext cx="654085" cy="274468"/>
          </a:xfrm>
          <a:custGeom>
            <a:avLst/>
            <a:gdLst>
              <a:gd name="T0" fmla="*/ 837896752 w 572"/>
              <a:gd name="T1" fmla="*/ 173329062 h 246"/>
              <a:gd name="T2" fmla="*/ 749778861 w 572"/>
              <a:gd name="T3" fmla="*/ 163032328 h 246"/>
              <a:gd name="T4" fmla="*/ 717313589 w 572"/>
              <a:gd name="T5" fmla="*/ 130426133 h 246"/>
              <a:gd name="T6" fmla="*/ 675574125 w 572"/>
              <a:gd name="T7" fmla="*/ 135574479 h 246"/>
              <a:gd name="T8" fmla="*/ 635379996 w 572"/>
              <a:gd name="T9" fmla="*/ 121845555 h 246"/>
              <a:gd name="T10" fmla="*/ 562720752 w 572"/>
              <a:gd name="T11" fmla="*/ 70362068 h 246"/>
              <a:gd name="T12" fmla="*/ 471510634 w 572"/>
              <a:gd name="T13" fmla="*/ 51483487 h 246"/>
              <a:gd name="T14" fmla="*/ 408126826 w 572"/>
              <a:gd name="T15" fmla="*/ 30890090 h 246"/>
              <a:gd name="T16" fmla="*/ 344743018 w 572"/>
              <a:gd name="T17" fmla="*/ 17161161 h 246"/>
              <a:gd name="T18" fmla="*/ 284452602 w 572"/>
              <a:gd name="T19" fmla="*/ 36038437 h 246"/>
              <a:gd name="T20" fmla="*/ 216431076 w 572"/>
              <a:gd name="T21" fmla="*/ 36038437 h 246"/>
              <a:gd name="T22" fmla="*/ 216431076 w 572"/>
              <a:gd name="T23" fmla="*/ 84090992 h 246"/>
              <a:gd name="T24" fmla="*/ 242711894 w 572"/>
              <a:gd name="T25" fmla="*/ 106400515 h 246"/>
              <a:gd name="T26" fmla="*/ 242711894 w 572"/>
              <a:gd name="T27" fmla="*/ 139006710 h 246"/>
              <a:gd name="T28" fmla="*/ 216431076 w 572"/>
              <a:gd name="T29" fmla="*/ 140722826 h 246"/>
              <a:gd name="T30" fmla="*/ 177782595 w 572"/>
              <a:gd name="T31" fmla="*/ 123561671 h 246"/>
              <a:gd name="T32" fmla="*/ 151501738 w 572"/>
              <a:gd name="T33" fmla="*/ 130426133 h 246"/>
              <a:gd name="T34" fmla="*/ 120583201 w 572"/>
              <a:gd name="T35" fmla="*/ 118413324 h 246"/>
              <a:gd name="T36" fmla="*/ 46378446 w 572"/>
              <a:gd name="T37" fmla="*/ 116697208 h 246"/>
              <a:gd name="T38" fmla="*/ 30918546 w 572"/>
              <a:gd name="T39" fmla="*/ 133858364 h 246"/>
              <a:gd name="T40" fmla="*/ 27826320 w 572"/>
              <a:gd name="T41" fmla="*/ 156167866 h 246"/>
              <a:gd name="T42" fmla="*/ 4637720 w 572"/>
              <a:gd name="T43" fmla="*/ 145871173 h 246"/>
              <a:gd name="T44" fmla="*/ 0 w 572"/>
              <a:gd name="T45" fmla="*/ 192206333 h 246"/>
              <a:gd name="T46" fmla="*/ 12367668 w 572"/>
              <a:gd name="T47" fmla="*/ 224813839 h 246"/>
              <a:gd name="T48" fmla="*/ 40193983 w 572"/>
              <a:gd name="T49" fmla="*/ 223097723 h 246"/>
              <a:gd name="T50" fmla="*/ 66474811 w 572"/>
              <a:gd name="T51" fmla="*/ 269432843 h 246"/>
              <a:gd name="T52" fmla="*/ 160777174 w 572"/>
              <a:gd name="T53" fmla="*/ 252271688 h 246"/>
              <a:gd name="T54" fmla="*/ 153047229 w 572"/>
              <a:gd name="T55" fmla="*/ 302039039 h 246"/>
              <a:gd name="T56" fmla="*/ 105123311 w 572"/>
              <a:gd name="T57" fmla="*/ 327780772 h 246"/>
              <a:gd name="T58" fmla="*/ 157684948 w 572"/>
              <a:gd name="T59" fmla="*/ 375833399 h 246"/>
              <a:gd name="T60" fmla="*/ 194787976 w 572"/>
              <a:gd name="T61" fmla="*/ 380981746 h 246"/>
              <a:gd name="T62" fmla="*/ 222614286 w 572"/>
              <a:gd name="T63" fmla="*/ 387846208 h 246"/>
              <a:gd name="T64" fmla="*/ 222614286 w 572"/>
              <a:gd name="T65" fmla="*/ 293458461 h 246"/>
              <a:gd name="T66" fmla="*/ 259717276 w 572"/>
              <a:gd name="T67" fmla="*/ 264284497 h 246"/>
              <a:gd name="T68" fmla="*/ 272084939 w 572"/>
              <a:gd name="T69" fmla="*/ 252271688 h 246"/>
              <a:gd name="T70" fmla="*/ 290635812 w 572"/>
              <a:gd name="T71" fmla="*/ 260852265 h 246"/>
              <a:gd name="T72" fmla="*/ 299911249 w 572"/>
              <a:gd name="T73" fmla="*/ 267716728 h 246"/>
              <a:gd name="T74" fmla="*/ 323101084 w 572"/>
              <a:gd name="T75" fmla="*/ 307187385 h 246"/>
              <a:gd name="T76" fmla="*/ 343197526 w 572"/>
              <a:gd name="T77" fmla="*/ 332929119 h 246"/>
              <a:gd name="T78" fmla="*/ 394213671 w 572"/>
              <a:gd name="T79" fmla="*/ 332929119 h 246"/>
              <a:gd name="T80" fmla="*/ 414311279 w 572"/>
              <a:gd name="T81" fmla="*/ 398142901 h 246"/>
              <a:gd name="T82" fmla="*/ 435954379 w 572"/>
              <a:gd name="T83" fmla="*/ 420452403 h 246"/>
              <a:gd name="T84" fmla="*/ 486969280 w 572"/>
              <a:gd name="T85" fmla="*/ 410155710 h 246"/>
              <a:gd name="T86" fmla="*/ 547260862 w 572"/>
              <a:gd name="T87" fmla="*/ 410155710 h 246"/>
              <a:gd name="T88" fmla="*/ 544169878 w 572"/>
              <a:gd name="T89" fmla="*/ 382697861 h 246"/>
              <a:gd name="T90" fmla="*/ 554990807 w 572"/>
              <a:gd name="T91" fmla="*/ 368968937 h 246"/>
              <a:gd name="T92" fmla="*/ 592093796 w 572"/>
              <a:gd name="T93" fmla="*/ 374117284 h 246"/>
              <a:gd name="T94" fmla="*/ 644655433 w 572"/>
              <a:gd name="T95" fmla="*/ 360388359 h 246"/>
              <a:gd name="T96" fmla="*/ 732773479 w 572"/>
              <a:gd name="T97" fmla="*/ 379265630 h 246"/>
              <a:gd name="T98" fmla="*/ 732773479 w 572"/>
              <a:gd name="T99" fmla="*/ 319200194 h 246"/>
              <a:gd name="T100" fmla="*/ 799248270 w 572"/>
              <a:gd name="T101" fmla="*/ 252271688 h 246"/>
              <a:gd name="T102" fmla="*/ 861086587 w 572"/>
              <a:gd name="T103" fmla="*/ 216233261 h 24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572"/>
              <a:gd name="T157" fmla="*/ 0 h 246"/>
              <a:gd name="T158" fmla="*/ 572 w 572"/>
              <a:gd name="T159" fmla="*/ 246 h 24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572" h="246">
                <a:moveTo>
                  <a:pt x="557" y="126"/>
                </a:moveTo>
                <a:lnTo>
                  <a:pt x="571" y="121"/>
                </a:lnTo>
                <a:lnTo>
                  <a:pt x="542" y="101"/>
                </a:lnTo>
                <a:lnTo>
                  <a:pt x="524" y="109"/>
                </a:lnTo>
                <a:lnTo>
                  <a:pt x="497" y="102"/>
                </a:lnTo>
                <a:lnTo>
                  <a:pt x="485" y="95"/>
                </a:lnTo>
                <a:lnTo>
                  <a:pt x="474" y="95"/>
                </a:lnTo>
                <a:lnTo>
                  <a:pt x="467" y="84"/>
                </a:lnTo>
                <a:lnTo>
                  <a:pt x="464" y="76"/>
                </a:lnTo>
                <a:lnTo>
                  <a:pt x="454" y="76"/>
                </a:lnTo>
                <a:lnTo>
                  <a:pt x="446" y="76"/>
                </a:lnTo>
                <a:lnTo>
                  <a:pt x="437" y="79"/>
                </a:lnTo>
                <a:lnTo>
                  <a:pt x="424" y="66"/>
                </a:lnTo>
                <a:lnTo>
                  <a:pt x="418" y="68"/>
                </a:lnTo>
                <a:lnTo>
                  <a:pt x="411" y="71"/>
                </a:lnTo>
                <a:lnTo>
                  <a:pt x="404" y="73"/>
                </a:lnTo>
                <a:lnTo>
                  <a:pt x="392" y="63"/>
                </a:lnTo>
                <a:lnTo>
                  <a:pt x="364" y="41"/>
                </a:lnTo>
                <a:lnTo>
                  <a:pt x="342" y="27"/>
                </a:lnTo>
                <a:lnTo>
                  <a:pt x="328" y="15"/>
                </a:lnTo>
                <a:lnTo>
                  <a:pt x="305" y="30"/>
                </a:lnTo>
                <a:lnTo>
                  <a:pt x="301" y="19"/>
                </a:lnTo>
                <a:lnTo>
                  <a:pt x="268" y="18"/>
                </a:lnTo>
                <a:lnTo>
                  <a:pt x="264" y="18"/>
                </a:lnTo>
                <a:lnTo>
                  <a:pt x="249" y="0"/>
                </a:lnTo>
                <a:lnTo>
                  <a:pt x="233" y="2"/>
                </a:lnTo>
                <a:lnTo>
                  <a:pt x="223" y="10"/>
                </a:lnTo>
                <a:lnTo>
                  <a:pt x="202" y="14"/>
                </a:lnTo>
                <a:lnTo>
                  <a:pt x="195" y="10"/>
                </a:lnTo>
                <a:lnTo>
                  <a:pt x="184" y="21"/>
                </a:lnTo>
                <a:lnTo>
                  <a:pt x="176" y="19"/>
                </a:lnTo>
                <a:lnTo>
                  <a:pt x="146" y="22"/>
                </a:lnTo>
                <a:lnTo>
                  <a:pt x="140" y="21"/>
                </a:lnTo>
                <a:lnTo>
                  <a:pt x="136" y="23"/>
                </a:lnTo>
                <a:lnTo>
                  <a:pt x="148" y="36"/>
                </a:lnTo>
                <a:lnTo>
                  <a:pt x="140" y="49"/>
                </a:lnTo>
                <a:lnTo>
                  <a:pt x="141" y="58"/>
                </a:lnTo>
                <a:lnTo>
                  <a:pt x="141" y="62"/>
                </a:lnTo>
                <a:lnTo>
                  <a:pt x="157" y="62"/>
                </a:lnTo>
                <a:lnTo>
                  <a:pt x="162" y="71"/>
                </a:lnTo>
                <a:lnTo>
                  <a:pt x="162" y="79"/>
                </a:lnTo>
                <a:lnTo>
                  <a:pt x="157" y="81"/>
                </a:lnTo>
                <a:lnTo>
                  <a:pt x="151" y="76"/>
                </a:lnTo>
                <a:lnTo>
                  <a:pt x="144" y="79"/>
                </a:lnTo>
                <a:lnTo>
                  <a:pt x="140" y="82"/>
                </a:lnTo>
                <a:lnTo>
                  <a:pt x="129" y="76"/>
                </a:lnTo>
                <a:lnTo>
                  <a:pt x="125" y="69"/>
                </a:lnTo>
                <a:lnTo>
                  <a:pt x="115" y="72"/>
                </a:lnTo>
                <a:lnTo>
                  <a:pt x="115" y="75"/>
                </a:lnTo>
                <a:lnTo>
                  <a:pt x="108" y="69"/>
                </a:lnTo>
                <a:lnTo>
                  <a:pt x="98" y="76"/>
                </a:lnTo>
                <a:lnTo>
                  <a:pt x="86" y="79"/>
                </a:lnTo>
                <a:lnTo>
                  <a:pt x="82" y="76"/>
                </a:lnTo>
                <a:lnTo>
                  <a:pt x="78" y="69"/>
                </a:lnTo>
                <a:lnTo>
                  <a:pt x="63" y="68"/>
                </a:lnTo>
                <a:lnTo>
                  <a:pt x="36" y="66"/>
                </a:lnTo>
                <a:lnTo>
                  <a:pt x="30" y="68"/>
                </a:lnTo>
                <a:lnTo>
                  <a:pt x="28" y="72"/>
                </a:lnTo>
                <a:lnTo>
                  <a:pt x="24" y="71"/>
                </a:lnTo>
                <a:lnTo>
                  <a:pt x="20" y="78"/>
                </a:lnTo>
                <a:lnTo>
                  <a:pt x="16" y="84"/>
                </a:lnTo>
                <a:lnTo>
                  <a:pt x="16" y="86"/>
                </a:lnTo>
                <a:lnTo>
                  <a:pt x="18" y="91"/>
                </a:lnTo>
                <a:lnTo>
                  <a:pt x="14" y="93"/>
                </a:lnTo>
                <a:lnTo>
                  <a:pt x="9" y="84"/>
                </a:lnTo>
                <a:lnTo>
                  <a:pt x="3" y="85"/>
                </a:lnTo>
                <a:lnTo>
                  <a:pt x="0" y="98"/>
                </a:lnTo>
                <a:lnTo>
                  <a:pt x="0" y="105"/>
                </a:lnTo>
                <a:lnTo>
                  <a:pt x="0" y="112"/>
                </a:lnTo>
                <a:lnTo>
                  <a:pt x="4" y="118"/>
                </a:lnTo>
                <a:lnTo>
                  <a:pt x="8" y="123"/>
                </a:lnTo>
                <a:lnTo>
                  <a:pt x="8" y="131"/>
                </a:lnTo>
                <a:lnTo>
                  <a:pt x="14" y="130"/>
                </a:lnTo>
                <a:lnTo>
                  <a:pt x="22" y="124"/>
                </a:lnTo>
                <a:lnTo>
                  <a:pt x="26" y="130"/>
                </a:lnTo>
                <a:lnTo>
                  <a:pt x="32" y="137"/>
                </a:lnTo>
                <a:lnTo>
                  <a:pt x="37" y="144"/>
                </a:lnTo>
                <a:lnTo>
                  <a:pt x="43" y="157"/>
                </a:lnTo>
                <a:lnTo>
                  <a:pt x="55" y="154"/>
                </a:lnTo>
                <a:lnTo>
                  <a:pt x="74" y="150"/>
                </a:lnTo>
                <a:lnTo>
                  <a:pt x="104" y="147"/>
                </a:lnTo>
                <a:lnTo>
                  <a:pt x="111" y="156"/>
                </a:lnTo>
                <a:lnTo>
                  <a:pt x="112" y="172"/>
                </a:lnTo>
                <a:lnTo>
                  <a:pt x="99" y="176"/>
                </a:lnTo>
                <a:lnTo>
                  <a:pt x="86" y="179"/>
                </a:lnTo>
                <a:lnTo>
                  <a:pt x="87" y="191"/>
                </a:lnTo>
                <a:lnTo>
                  <a:pt x="68" y="191"/>
                </a:lnTo>
                <a:lnTo>
                  <a:pt x="86" y="215"/>
                </a:lnTo>
                <a:lnTo>
                  <a:pt x="94" y="217"/>
                </a:lnTo>
                <a:lnTo>
                  <a:pt x="102" y="219"/>
                </a:lnTo>
                <a:lnTo>
                  <a:pt x="106" y="229"/>
                </a:lnTo>
                <a:lnTo>
                  <a:pt x="110" y="225"/>
                </a:lnTo>
                <a:lnTo>
                  <a:pt x="126" y="222"/>
                </a:lnTo>
                <a:lnTo>
                  <a:pt x="134" y="226"/>
                </a:lnTo>
                <a:lnTo>
                  <a:pt x="140" y="231"/>
                </a:lnTo>
                <a:lnTo>
                  <a:pt x="144" y="226"/>
                </a:lnTo>
                <a:lnTo>
                  <a:pt x="155" y="228"/>
                </a:lnTo>
                <a:lnTo>
                  <a:pt x="137" y="174"/>
                </a:lnTo>
                <a:lnTo>
                  <a:pt x="144" y="171"/>
                </a:lnTo>
                <a:lnTo>
                  <a:pt x="167" y="159"/>
                </a:lnTo>
                <a:lnTo>
                  <a:pt x="171" y="158"/>
                </a:lnTo>
                <a:lnTo>
                  <a:pt x="168" y="154"/>
                </a:lnTo>
                <a:lnTo>
                  <a:pt x="173" y="156"/>
                </a:lnTo>
                <a:lnTo>
                  <a:pt x="173" y="150"/>
                </a:lnTo>
                <a:lnTo>
                  <a:pt x="176" y="147"/>
                </a:lnTo>
                <a:lnTo>
                  <a:pt x="178" y="148"/>
                </a:lnTo>
                <a:lnTo>
                  <a:pt x="183" y="148"/>
                </a:lnTo>
                <a:lnTo>
                  <a:pt x="188" y="152"/>
                </a:lnTo>
                <a:lnTo>
                  <a:pt x="195" y="145"/>
                </a:lnTo>
                <a:lnTo>
                  <a:pt x="198" y="147"/>
                </a:lnTo>
                <a:lnTo>
                  <a:pt x="194" y="156"/>
                </a:lnTo>
                <a:lnTo>
                  <a:pt x="197" y="169"/>
                </a:lnTo>
                <a:lnTo>
                  <a:pt x="209" y="176"/>
                </a:lnTo>
                <a:lnTo>
                  <a:pt x="209" y="179"/>
                </a:lnTo>
                <a:lnTo>
                  <a:pt x="205" y="185"/>
                </a:lnTo>
                <a:lnTo>
                  <a:pt x="207" y="188"/>
                </a:lnTo>
                <a:lnTo>
                  <a:pt x="222" y="194"/>
                </a:lnTo>
                <a:lnTo>
                  <a:pt x="226" y="202"/>
                </a:lnTo>
                <a:lnTo>
                  <a:pt x="240" y="197"/>
                </a:lnTo>
                <a:lnTo>
                  <a:pt x="255" y="194"/>
                </a:lnTo>
                <a:lnTo>
                  <a:pt x="268" y="218"/>
                </a:lnTo>
                <a:lnTo>
                  <a:pt x="272" y="229"/>
                </a:lnTo>
                <a:lnTo>
                  <a:pt x="268" y="232"/>
                </a:lnTo>
                <a:lnTo>
                  <a:pt x="266" y="236"/>
                </a:lnTo>
                <a:lnTo>
                  <a:pt x="278" y="240"/>
                </a:lnTo>
                <a:lnTo>
                  <a:pt x="282" y="245"/>
                </a:lnTo>
                <a:lnTo>
                  <a:pt x="298" y="240"/>
                </a:lnTo>
                <a:lnTo>
                  <a:pt x="304" y="245"/>
                </a:lnTo>
                <a:lnTo>
                  <a:pt x="315" y="239"/>
                </a:lnTo>
                <a:lnTo>
                  <a:pt x="323" y="238"/>
                </a:lnTo>
                <a:lnTo>
                  <a:pt x="333" y="239"/>
                </a:lnTo>
                <a:lnTo>
                  <a:pt x="354" y="239"/>
                </a:lnTo>
                <a:lnTo>
                  <a:pt x="349" y="235"/>
                </a:lnTo>
                <a:lnTo>
                  <a:pt x="349" y="228"/>
                </a:lnTo>
                <a:lnTo>
                  <a:pt x="352" y="223"/>
                </a:lnTo>
                <a:lnTo>
                  <a:pt x="352" y="219"/>
                </a:lnTo>
                <a:lnTo>
                  <a:pt x="345" y="216"/>
                </a:lnTo>
                <a:lnTo>
                  <a:pt x="359" y="215"/>
                </a:lnTo>
                <a:lnTo>
                  <a:pt x="371" y="216"/>
                </a:lnTo>
                <a:lnTo>
                  <a:pt x="373" y="219"/>
                </a:lnTo>
                <a:lnTo>
                  <a:pt x="383" y="218"/>
                </a:lnTo>
                <a:lnTo>
                  <a:pt x="376" y="207"/>
                </a:lnTo>
                <a:lnTo>
                  <a:pt x="383" y="206"/>
                </a:lnTo>
                <a:lnTo>
                  <a:pt x="417" y="210"/>
                </a:lnTo>
                <a:lnTo>
                  <a:pt x="444" y="212"/>
                </a:lnTo>
                <a:lnTo>
                  <a:pt x="464" y="221"/>
                </a:lnTo>
                <a:lnTo>
                  <a:pt x="474" y="221"/>
                </a:lnTo>
                <a:lnTo>
                  <a:pt x="478" y="231"/>
                </a:lnTo>
                <a:lnTo>
                  <a:pt x="485" y="210"/>
                </a:lnTo>
                <a:lnTo>
                  <a:pt x="474" y="186"/>
                </a:lnTo>
                <a:lnTo>
                  <a:pt x="508" y="179"/>
                </a:lnTo>
                <a:lnTo>
                  <a:pt x="512" y="166"/>
                </a:lnTo>
                <a:lnTo>
                  <a:pt x="517" y="147"/>
                </a:lnTo>
                <a:lnTo>
                  <a:pt x="552" y="148"/>
                </a:lnTo>
                <a:lnTo>
                  <a:pt x="557" y="12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6" name="Freeform 743">
            <a:extLst>
              <a:ext uri="{FF2B5EF4-FFF2-40B4-BE49-F238E27FC236}">
                <a16:creationId xmlns:a16="http://schemas.microsoft.com/office/drawing/2014/main" id="{A0FDC1FF-F90F-21A3-02DC-D37D9DD71679}"/>
              </a:ext>
            </a:extLst>
          </p:cNvPr>
          <p:cNvSpPr>
            <a:spLocks/>
          </p:cNvSpPr>
          <p:nvPr/>
        </p:nvSpPr>
        <p:spPr bwMode="auto">
          <a:xfrm>
            <a:off x="4915550" y="4614477"/>
            <a:ext cx="287623" cy="169007"/>
          </a:xfrm>
          <a:custGeom>
            <a:avLst/>
            <a:gdLst>
              <a:gd name="T0" fmla="*/ 37557332 w 250"/>
              <a:gd name="T1" fmla="*/ 114387181 h 153"/>
              <a:gd name="T2" fmla="*/ 43817105 w 250"/>
              <a:gd name="T3" fmla="*/ 95883169 h 153"/>
              <a:gd name="T4" fmla="*/ 53205497 w 250"/>
              <a:gd name="T5" fmla="*/ 87472254 h 153"/>
              <a:gd name="T6" fmla="*/ 70419843 w 250"/>
              <a:gd name="T7" fmla="*/ 90836620 h 153"/>
              <a:gd name="T8" fmla="*/ 89197899 w 250"/>
              <a:gd name="T9" fmla="*/ 97565352 h 153"/>
              <a:gd name="T10" fmla="*/ 93892720 w 250"/>
              <a:gd name="T11" fmla="*/ 102611900 h 153"/>
              <a:gd name="T12" fmla="*/ 106412245 w 250"/>
              <a:gd name="T13" fmla="*/ 114387181 h 153"/>
              <a:gd name="T14" fmla="*/ 115800637 w 250"/>
              <a:gd name="T15" fmla="*/ 144665176 h 153"/>
              <a:gd name="T16" fmla="*/ 129885103 w 250"/>
              <a:gd name="T17" fmla="*/ 141300810 h 153"/>
              <a:gd name="T18" fmla="*/ 151793020 w 250"/>
              <a:gd name="T19" fmla="*/ 144665176 h 153"/>
              <a:gd name="T20" fmla="*/ 183090619 w 250"/>
              <a:gd name="T21" fmla="*/ 178308874 h 153"/>
              <a:gd name="T22" fmla="*/ 215953120 w 250"/>
              <a:gd name="T23" fmla="*/ 198495069 h 153"/>
              <a:gd name="T24" fmla="*/ 247250681 w 250"/>
              <a:gd name="T25" fmla="*/ 220362150 h 153"/>
              <a:gd name="T26" fmla="*/ 259770205 w 250"/>
              <a:gd name="T27" fmla="*/ 255687991 h 153"/>
              <a:gd name="T28" fmla="*/ 278548241 w 250"/>
              <a:gd name="T29" fmla="*/ 227090881 h 153"/>
              <a:gd name="T30" fmla="*/ 281678122 w 250"/>
              <a:gd name="T31" fmla="*/ 201859435 h 153"/>
              <a:gd name="T32" fmla="*/ 269159849 w 250"/>
              <a:gd name="T33" fmla="*/ 163169188 h 153"/>
              <a:gd name="T34" fmla="*/ 295762587 w 250"/>
              <a:gd name="T35" fmla="*/ 154758273 h 153"/>
              <a:gd name="T36" fmla="*/ 328625167 w 250"/>
              <a:gd name="T37" fmla="*/ 163169188 h 153"/>
              <a:gd name="T38" fmla="*/ 381830644 w 250"/>
              <a:gd name="T39" fmla="*/ 158122639 h 153"/>
              <a:gd name="T40" fmla="*/ 381830644 w 250"/>
              <a:gd name="T41" fmla="*/ 136254261 h 153"/>
              <a:gd name="T42" fmla="*/ 317670504 w 250"/>
              <a:gd name="T43" fmla="*/ 136254261 h 153"/>
              <a:gd name="T44" fmla="*/ 286372944 w 250"/>
              <a:gd name="T45" fmla="*/ 132889895 h 153"/>
              <a:gd name="T46" fmla="*/ 258205265 w 250"/>
              <a:gd name="T47" fmla="*/ 144665176 h 153"/>
              <a:gd name="T48" fmla="*/ 239427229 w 250"/>
              <a:gd name="T49" fmla="*/ 141300810 h 153"/>
              <a:gd name="T50" fmla="*/ 223777823 w 250"/>
              <a:gd name="T51" fmla="*/ 142982993 h 153"/>
              <a:gd name="T52" fmla="*/ 204999787 w 250"/>
              <a:gd name="T53" fmla="*/ 132889895 h 153"/>
              <a:gd name="T54" fmla="*/ 204999787 w 250"/>
              <a:gd name="T55" fmla="*/ 124480278 h 153"/>
              <a:gd name="T56" fmla="*/ 201869906 w 250"/>
              <a:gd name="T57" fmla="*/ 95883169 h 153"/>
              <a:gd name="T58" fmla="*/ 140839687 w 250"/>
              <a:gd name="T59" fmla="*/ 72332588 h 153"/>
              <a:gd name="T60" fmla="*/ 109542126 w 250"/>
              <a:gd name="T61" fmla="*/ 50464210 h 153"/>
              <a:gd name="T62" fmla="*/ 70419843 w 250"/>
              <a:gd name="T63" fmla="*/ 60557308 h 153"/>
              <a:gd name="T64" fmla="*/ 45382045 w 250"/>
              <a:gd name="T65" fmla="*/ 26914936 h 153"/>
              <a:gd name="T66" fmla="*/ 46946986 w 250"/>
              <a:gd name="T67" fmla="*/ 0 h 153"/>
              <a:gd name="T68" fmla="*/ 28167689 w 250"/>
              <a:gd name="T69" fmla="*/ 117751546 h 15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50"/>
              <a:gd name="T106" fmla="*/ 0 h 153"/>
              <a:gd name="T107" fmla="*/ 250 w 250"/>
              <a:gd name="T108" fmla="*/ 153 h 153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50" h="153">
                <a:moveTo>
                  <a:pt x="18" y="70"/>
                </a:moveTo>
                <a:lnTo>
                  <a:pt x="24" y="68"/>
                </a:lnTo>
                <a:lnTo>
                  <a:pt x="26" y="62"/>
                </a:lnTo>
                <a:lnTo>
                  <a:pt x="28" y="57"/>
                </a:lnTo>
                <a:lnTo>
                  <a:pt x="36" y="60"/>
                </a:lnTo>
                <a:lnTo>
                  <a:pt x="34" y="52"/>
                </a:lnTo>
                <a:lnTo>
                  <a:pt x="41" y="49"/>
                </a:lnTo>
                <a:lnTo>
                  <a:pt x="45" y="54"/>
                </a:lnTo>
                <a:lnTo>
                  <a:pt x="51" y="54"/>
                </a:lnTo>
                <a:lnTo>
                  <a:pt x="57" y="58"/>
                </a:lnTo>
                <a:lnTo>
                  <a:pt x="60" y="60"/>
                </a:lnTo>
                <a:lnTo>
                  <a:pt x="60" y="61"/>
                </a:lnTo>
                <a:lnTo>
                  <a:pt x="61" y="66"/>
                </a:lnTo>
                <a:lnTo>
                  <a:pt x="68" y="68"/>
                </a:lnTo>
                <a:lnTo>
                  <a:pt x="68" y="75"/>
                </a:lnTo>
                <a:lnTo>
                  <a:pt x="74" y="86"/>
                </a:lnTo>
                <a:lnTo>
                  <a:pt x="81" y="87"/>
                </a:lnTo>
                <a:lnTo>
                  <a:pt x="83" y="84"/>
                </a:lnTo>
                <a:lnTo>
                  <a:pt x="91" y="80"/>
                </a:lnTo>
                <a:lnTo>
                  <a:pt x="97" y="86"/>
                </a:lnTo>
                <a:lnTo>
                  <a:pt x="105" y="94"/>
                </a:lnTo>
                <a:lnTo>
                  <a:pt x="117" y="106"/>
                </a:lnTo>
                <a:lnTo>
                  <a:pt x="137" y="111"/>
                </a:lnTo>
                <a:lnTo>
                  <a:pt x="138" y="118"/>
                </a:lnTo>
                <a:lnTo>
                  <a:pt x="151" y="124"/>
                </a:lnTo>
                <a:lnTo>
                  <a:pt x="158" y="131"/>
                </a:lnTo>
                <a:lnTo>
                  <a:pt x="153" y="152"/>
                </a:lnTo>
                <a:lnTo>
                  <a:pt x="166" y="152"/>
                </a:lnTo>
                <a:lnTo>
                  <a:pt x="173" y="141"/>
                </a:lnTo>
                <a:lnTo>
                  <a:pt x="178" y="135"/>
                </a:lnTo>
                <a:lnTo>
                  <a:pt x="182" y="130"/>
                </a:lnTo>
                <a:lnTo>
                  <a:pt x="180" y="120"/>
                </a:lnTo>
                <a:lnTo>
                  <a:pt x="170" y="116"/>
                </a:lnTo>
                <a:lnTo>
                  <a:pt x="172" y="97"/>
                </a:lnTo>
                <a:lnTo>
                  <a:pt x="181" y="90"/>
                </a:lnTo>
                <a:lnTo>
                  <a:pt x="189" y="92"/>
                </a:lnTo>
                <a:lnTo>
                  <a:pt x="207" y="89"/>
                </a:lnTo>
                <a:lnTo>
                  <a:pt x="210" y="97"/>
                </a:lnTo>
                <a:lnTo>
                  <a:pt x="221" y="96"/>
                </a:lnTo>
                <a:lnTo>
                  <a:pt x="244" y="94"/>
                </a:lnTo>
                <a:lnTo>
                  <a:pt x="249" y="86"/>
                </a:lnTo>
                <a:lnTo>
                  <a:pt x="244" y="81"/>
                </a:lnTo>
                <a:lnTo>
                  <a:pt x="229" y="81"/>
                </a:lnTo>
                <a:lnTo>
                  <a:pt x="203" y="81"/>
                </a:lnTo>
                <a:lnTo>
                  <a:pt x="193" y="81"/>
                </a:lnTo>
                <a:lnTo>
                  <a:pt x="183" y="79"/>
                </a:lnTo>
                <a:lnTo>
                  <a:pt x="167" y="87"/>
                </a:lnTo>
                <a:lnTo>
                  <a:pt x="165" y="86"/>
                </a:lnTo>
                <a:lnTo>
                  <a:pt x="161" y="82"/>
                </a:lnTo>
                <a:lnTo>
                  <a:pt x="153" y="84"/>
                </a:lnTo>
                <a:lnTo>
                  <a:pt x="145" y="87"/>
                </a:lnTo>
                <a:lnTo>
                  <a:pt x="143" y="85"/>
                </a:lnTo>
                <a:lnTo>
                  <a:pt x="141" y="82"/>
                </a:lnTo>
                <a:lnTo>
                  <a:pt x="131" y="79"/>
                </a:lnTo>
                <a:lnTo>
                  <a:pt x="129" y="78"/>
                </a:lnTo>
                <a:lnTo>
                  <a:pt x="131" y="74"/>
                </a:lnTo>
                <a:lnTo>
                  <a:pt x="136" y="71"/>
                </a:lnTo>
                <a:lnTo>
                  <a:pt x="129" y="57"/>
                </a:lnTo>
                <a:lnTo>
                  <a:pt x="118" y="36"/>
                </a:lnTo>
                <a:lnTo>
                  <a:pt x="90" y="43"/>
                </a:lnTo>
                <a:lnTo>
                  <a:pt x="83" y="36"/>
                </a:lnTo>
                <a:lnTo>
                  <a:pt x="70" y="30"/>
                </a:lnTo>
                <a:lnTo>
                  <a:pt x="58" y="39"/>
                </a:lnTo>
                <a:lnTo>
                  <a:pt x="45" y="36"/>
                </a:lnTo>
                <a:lnTo>
                  <a:pt x="32" y="27"/>
                </a:lnTo>
                <a:lnTo>
                  <a:pt x="29" y="16"/>
                </a:lnTo>
                <a:lnTo>
                  <a:pt x="31" y="8"/>
                </a:lnTo>
                <a:lnTo>
                  <a:pt x="30" y="0"/>
                </a:lnTo>
                <a:lnTo>
                  <a:pt x="0" y="16"/>
                </a:lnTo>
                <a:lnTo>
                  <a:pt x="18" y="7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7" name="Freeform 744">
            <a:extLst>
              <a:ext uri="{FF2B5EF4-FFF2-40B4-BE49-F238E27FC236}">
                <a16:creationId xmlns:a16="http://schemas.microsoft.com/office/drawing/2014/main" id="{AA4AC2F0-E5CD-403F-DDF0-25455E8F1BCD}"/>
              </a:ext>
            </a:extLst>
          </p:cNvPr>
          <p:cNvSpPr>
            <a:spLocks/>
          </p:cNvSpPr>
          <p:nvPr/>
        </p:nvSpPr>
        <p:spPr bwMode="auto">
          <a:xfrm>
            <a:off x="4876131" y="4667208"/>
            <a:ext cx="220462" cy="150078"/>
          </a:xfrm>
          <a:custGeom>
            <a:avLst/>
            <a:gdLst>
              <a:gd name="T0" fmla="*/ 0 w 191"/>
              <a:gd name="T1" fmla="*/ 32855643 h 134"/>
              <a:gd name="T2" fmla="*/ 1575071 w 191"/>
              <a:gd name="T3" fmla="*/ 63983358 h 134"/>
              <a:gd name="T4" fmla="*/ 17325780 w 191"/>
              <a:gd name="T5" fmla="*/ 44960360 h 134"/>
              <a:gd name="T6" fmla="*/ 39378027 w 191"/>
              <a:gd name="T7" fmla="*/ 69171089 h 134"/>
              <a:gd name="T8" fmla="*/ 29927604 w 191"/>
              <a:gd name="T9" fmla="*/ 83005040 h 134"/>
              <a:gd name="T10" fmla="*/ 3150142 w 191"/>
              <a:gd name="T11" fmla="*/ 69171089 h 134"/>
              <a:gd name="T12" fmla="*/ 0 w 191"/>
              <a:gd name="T13" fmla="*/ 89922036 h 134"/>
              <a:gd name="T14" fmla="*/ 3150142 w 191"/>
              <a:gd name="T15" fmla="*/ 102026743 h 134"/>
              <a:gd name="T16" fmla="*/ 17325780 w 191"/>
              <a:gd name="T17" fmla="*/ 103755986 h 134"/>
              <a:gd name="T18" fmla="*/ 11025498 w 191"/>
              <a:gd name="T19" fmla="*/ 117589937 h 134"/>
              <a:gd name="T20" fmla="*/ 23627322 w 191"/>
              <a:gd name="T21" fmla="*/ 126236156 h 134"/>
              <a:gd name="T22" fmla="*/ 23627322 w 191"/>
              <a:gd name="T23" fmla="*/ 167738009 h 134"/>
              <a:gd name="T24" fmla="*/ 64580420 w 191"/>
              <a:gd name="T25" fmla="*/ 155633302 h 134"/>
              <a:gd name="T26" fmla="*/ 88206497 w 191"/>
              <a:gd name="T27" fmla="*/ 143528595 h 134"/>
              <a:gd name="T28" fmla="*/ 141760149 w 191"/>
              <a:gd name="T29" fmla="*/ 171196496 h 134"/>
              <a:gd name="T30" fmla="*/ 173262853 w 191"/>
              <a:gd name="T31" fmla="*/ 186761047 h 134"/>
              <a:gd name="T32" fmla="*/ 181138205 w 191"/>
              <a:gd name="T33" fmla="*/ 195407266 h 134"/>
              <a:gd name="T34" fmla="*/ 184288346 w 191"/>
              <a:gd name="T35" fmla="*/ 214428948 h 134"/>
              <a:gd name="T36" fmla="*/ 215791011 w 191"/>
              <a:gd name="T37" fmla="*/ 229992143 h 134"/>
              <a:gd name="T38" fmla="*/ 261469310 w 191"/>
              <a:gd name="T39" fmla="*/ 174655025 h 134"/>
              <a:gd name="T40" fmla="*/ 291396905 w 191"/>
              <a:gd name="T41" fmla="*/ 174655025 h 134"/>
              <a:gd name="T42" fmla="*/ 296122116 w 191"/>
              <a:gd name="T43" fmla="*/ 152174814 h 134"/>
              <a:gd name="T44" fmla="*/ 299272257 w 191"/>
              <a:gd name="T45" fmla="*/ 141799351 h 134"/>
              <a:gd name="T46" fmla="*/ 289821834 w 191"/>
              <a:gd name="T47" fmla="*/ 127965400 h 134"/>
              <a:gd name="T48" fmla="*/ 267769592 w 191"/>
              <a:gd name="T49" fmla="*/ 119319181 h 134"/>
              <a:gd name="T50" fmla="*/ 266194522 w 191"/>
              <a:gd name="T51" fmla="*/ 107214474 h 134"/>
              <a:gd name="T52" fmla="*/ 234691857 w 191"/>
              <a:gd name="T53" fmla="*/ 98568255 h 134"/>
              <a:gd name="T54" fmla="*/ 215791011 w 191"/>
              <a:gd name="T55" fmla="*/ 77817308 h 134"/>
              <a:gd name="T56" fmla="*/ 207915658 w 191"/>
              <a:gd name="T57" fmla="*/ 65712601 h 134"/>
              <a:gd name="T58" fmla="*/ 193738769 w 191"/>
              <a:gd name="T59" fmla="*/ 53606580 h 134"/>
              <a:gd name="T60" fmla="*/ 184288346 w 191"/>
              <a:gd name="T61" fmla="*/ 60524870 h 134"/>
              <a:gd name="T62" fmla="*/ 177988064 w 191"/>
              <a:gd name="T63" fmla="*/ 65712601 h 134"/>
              <a:gd name="T64" fmla="*/ 166962571 w 191"/>
              <a:gd name="T65" fmla="*/ 63983358 h 134"/>
              <a:gd name="T66" fmla="*/ 157512109 w 191"/>
              <a:gd name="T67" fmla="*/ 44960360 h 134"/>
              <a:gd name="T68" fmla="*/ 157512109 w 191"/>
              <a:gd name="T69" fmla="*/ 32855643 h 134"/>
              <a:gd name="T70" fmla="*/ 146485360 w 191"/>
              <a:gd name="T71" fmla="*/ 29397156 h 134"/>
              <a:gd name="T72" fmla="*/ 143335219 w 191"/>
              <a:gd name="T73" fmla="*/ 19021687 h 134"/>
              <a:gd name="T74" fmla="*/ 130734655 w 191"/>
              <a:gd name="T75" fmla="*/ 8646222 h 134"/>
              <a:gd name="T76" fmla="*/ 121284232 w 191"/>
              <a:gd name="T77" fmla="*/ 8646222 h 134"/>
              <a:gd name="T78" fmla="*/ 114983950 w 191"/>
              <a:gd name="T79" fmla="*/ 0 h 134"/>
              <a:gd name="T80" fmla="*/ 103957202 w 191"/>
              <a:gd name="T81" fmla="*/ 5187733 h 134"/>
              <a:gd name="T82" fmla="*/ 107108598 w 191"/>
              <a:gd name="T83" fmla="*/ 19021687 h 134"/>
              <a:gd name="T84" fmla="*/ 102382131 w 191"/>
              <a:gd name="T85" fmla="*/ 15563200 h 134"/>
              <a:gd name="T86" fmla="*/ 94506779 w 191"/>
              <a:gd name="T87" fmla="*/ 13833956 h 134"/>
              <a:gd name="T88" fmla="*/ 88206497 w 191"/>
              <a:gd name="T89" fmla="*/ 32855643 h 134"/>
              <a:gd name="T90" fmla="*/ 75605913 w 191"/>
              <a:gd name="T91" fmla="*/ 36314131 h 134"/>
              <a:gd name="T92" fmla="*/ 64580420 w 191"/>
              <a:gd name="T93" fmla="*/ 32855643 h 134"/>
              <a:gd name="T94" fmla="*/ 55128742 w 191"/>
              <a:gd name="T95" fmla="*/ 41501862 h 134"/>
              <a:gd name="T96" fmla="*/ 45678319 w 191"/>
              <a:gd name="T97" fmla="*/ 32855643 h 134"/>
              <a:gd name="T98" fmla="*/ 31502675 w 191"/>
              <a:gd name="T99" fmla="*/ 24209424 h 134"/>
              <a:gd name="T100" fmla="*/ 0 w 191"/>
              <a:gd name="T101" fmla="*/ 32855643 h 134"/>
              <a:gd name="T102" fmla="*/ 0 w 191"/>
              <a:gd name="T103" fmla="*/ 32855643 h 13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91"/>
              <a:gd name="T157" fmla="*/ 0 h 134"/>
              <a:gd name="T158" fmla="*/ 191 w 191"/>
              <a:gd name="T159" fmla="*/ 134 h 13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91" h="134">
                <a:moveTo>
                  <a:pt x="0" y="19"/>
                </a:moveTo>
                <a:lnTo>
                  <a:pt x="1" y="37"/>
                </a:lnTo>
                <a:lnTo>
                  <a:pt x="11" y="26"/>
                </a:lnTo>
                <a:lnTo>
                  <a:pt x="25" y="40"/>
                </a:lnTo>
                <a:lnTo>
                  <a:pt x="19" y="48"/>
                </a:lnTo>
                <a:lnTo>
                  <a:pt x="2" y="40"/>
                </a:lnTo>
                <a:lnTo>
                  <a:pt x="0" y="52"/>
                </a:lnTo>
                <a:lnTo>
                  <a:pt x="2" y="59"/>
                </a:lnTo>
                <a:lnTo>
                  <a:pt x="11" y="60"/>
                </a:lnTo>
                <a:lnTo>
                  <a:pt x="7" y="68"/>
                </a:lnTo>
                <a:lnTo>
                  <a:pt x="15" y="73"/>
                </a:lnTo>
                <a:lnTo>
                  <a:pt x="15" y="97"/>
                </a:lnTo>
                <a:lnTo>
                  <a:pt x="41" y="90"/>
                </a:lnTo>
                <a:lnTo>
                  <a:pt x="56" y="83"/>
                </a:lnTo>
                <a:lnTo>
                  <a:pt x="90" y="99"/>
                </a:lnTo>
                <a:lnTo>
                  <a:pt x="110" y="108"/>
                </a:lnTo>
                <a:lnTo>
                  <a:pt x="115" y="113"/>
                </a:lnTo>
                <a:lnTo>
                  <a:pt x="117" y="124"/>
                </a:lnTo>
                <a:lnTo>
                  <a:pt x="137" y="133"/>
                </a:lnTo>
                <a:lnTo>
                  <a:pt x="166" y="101"/>
                </a:lnTo>
                <a:lnTo>
                  <a:pt x="185" y="101"/>
                </a:lnTo>
                <a:lnTo>
                  <a:pt x="188" y="88"/>
                </a:lnTo>
                <a:lnTo>
                  <a:pt x="190" y="82"/>
                </a:lnTo>
                <a:lnTo>
                  <a:pt x="184" y="74"/>
                </a:lnTo>
                <a:lnTo>
                  <a:pt x="170" y="69"/>
                </a:lnTo>
                <a:lnTo>
                  <a:pt x="169" y="62"/>
                </a:lnTo>
                <a:lnTo>
                  <a:pt x="149" y="57"/>
                </a:lnTo>
                <a:lnTo>
                  <a:pt x="137" y="45"/>
                </a:lnTo>
                <a:lnTo>
                  <a:pt x="132" y="38"/>
                </a:lnTo>
                <a:lnTo>
                  <a:pt x="123" y="31"/>
                </a:lnTo>
                <a:lnTo>
                  <a:pt x="117" y="35"/>
                </a:lnTo>
                <a:lnTo>
                  <a:pt x="113" y="38"/>
                </a:lnTo>
                <a:lnTo>
                  <a:pt x="106" y="37"/>
                </a:lnTo>
                <a:lnTo>
                  <a:pt x="100" y="26"/>
                </a:lnTo>
                <a:lnTo>
                  <a:pt x="100" y="19"/>
                </a:lnTo>
                <a:lnTo>
                  <a:pt x="93" y="17"/>
                </a:lnTo>
                <a:lnTo>
                  <a:pt x="91" y="11"/>
                </a:lnTo>
                <a:lnTo>
                  <a:pt x="83" y="5"/>
                </a:lnTo>
                <a:lnTo>
                  <a:pt x="77" y="5"/>
                </a:lnTo>
                <a:lnTo>
                  <a:pt x="73" y="0"/>
                </a:lnTo>
                <a:lnTo>
                  <a:pt x="66" y="3"/>
                </a:lnTo>
                <a:lnTo>
                  <a:pt x="68" y="11"/>
                </a:lnTo>
                <a:lnTo>
                  <a:pt x="65" y="9"/>
                </a:lnTo>
                <a:lnTo>
                  <a:pt x="60" y="8"/>
                </a:lnTo>
                <a:lnTo>
                  <a:pt x="56" y="19"/>
                </a:lnTo>
                <a:lnTo>
                  <a:pt x="48" y="21"/>
                </a:lnTo>
                <a:lnTo>
                  <a:pt x="41" y="19"/>
                </a:lnTo>
                <a:lnTo>
                  <a:pt x="35" y="24"/>
                </a:lnTo>
                <a:lnTo>
                  <a:pt x="29" y="19"/>
                </a:lnTo>
                <a:lnTo>
                  <a:pt x="20" y="14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8" name="Freeform 745">
            <a:extLst>
              <a:ext uri="{FF2B5EF4-FFF2-40B4-BE49-F238E27FC236}">
                <a16:creationId xmlns:a16="http://schemas.microsoft.com/office/drawing/2014/main" id="{36BD077B-86D8-7FA9-DF0B-025039769FAF}"/>
              </a:ext>
            </a:extLst>
          </p:cNvPr>
          <p:cNvSpPr>
            <a:spLocks/>
          </p:cNvSpPr>
          <p:nvPr/>
        </p:nvSpPr>
        <p:spPr bwMode="auto">
          <a:xfrm>
            <a:off x="5124332" y="4665855"/>
            <a:ext cx="181042" cy="77068"/>
          </a:xfrm>
          <a:custGeom>
            <a:avLst/>
            <a:gdLst>
              <a:gd name="T0" fmla="*/ 62060649 w 160"/>
              <a:gd name="T1" fmla="*/ 82551268 h 69"/>
              <a:gd name="T2" fmla="*/ 43896322 w 160"/>
              <a:gd name="T3" fmla="*/ 82551268 h 69"/>
              <a:gd name="T4" fmla="*/ 9082166 w 160"/>
              <a:gd name="T5" fmla="*/ 87710414 h 69"/>
              <a:gd name="T6" fmla="*/ 0 w 160"/>
              <a:gd name="T7" fmla="*/ 99749247 h 69"/>
              <a:gd name="T8" fmla="*/ 9082166 w 160"/>
              <a:gd name="T9" fmla="*/ 104909684 h 69"/>
              <a:gd name="T10" fmla="*/ 16649818 w 160"/>
              <a:gd name="T11" fmla="*/ 110068809 h 69"/>
              <a:gd name="T12" fmla="*/ 65087217 w 160"/>
              <a:gd name="T13" fmla="*/ 108348226 h 69"/>
              <a:gd name="T14" fmla="*/ 96874808 w 160"/>
              <a:gd name="T15" fmla="*/ 108348226 h 69"/>
              <a:gd name="T16" fmla="*/ 112011337 w 160"/>
              <a:gd name="T17" fmla="*/ 116948516 h 69"/>
              <a:gd name="T18" fmla="*/ 116552418 w 160"/>
              <a:gd name="T19" fmla="*/ 101469830 h 69"/>
              <a:gd name="T20" fmla="*/ 130175663 w 160"/>
              <a:gd name="T21" fmla="*/ 99749247 h 69"/>
              <a:gd name="T22" fmla="*/ 149853274 w 160"/>
              <a:gd name="T23" fmla="*/ 94590122 h 69"/>
              <a:gd name="T24" fmla="*/ 166503125 w 160"/>
              <a:gd name="T25" fmla="*/ 91150268 h 69"/>
              <a:gd name="T26" fmla="*/ 196777413 w 160"/>
              <a:gd name="T27" fmla="*/ 72233018 h 69"/>
              <a:gd name="T28" fmla="*/ 230078269 w 160"/>
              <a:gd name="T29" fmla="*/ 53314477 h 69"/>
              <a:gd name="T30" fmla="*/ 240673716 w 160"/>
              <a:gd name="T31" fmla="*/ 42996227 h 69"/>
              <a:gd name="T32" fmla="*/ 236132635 w 160"/>
              <a:gd name="T33" fmla="*/ 25796947 h 69"/>
              <a:gd name="T34" fmla="*/ 220996106 w 160"/>
              <a:gd name="T35" fmla="*/ 25796947 h 69"/>
              <a:gd name="T36" fmla="*/ 205859577 w 160"/>
              <a:gd name="T37" fmla="*/ 17197963 h 69"/>
              <a:gd name="T38" fmla="*/ 189208534 w 160"/>
              <a:gd name="T39" fmla="*/ 10319564 h 69"/>
              <a:gd name="T40" fmla="*/ 149853274 w 160"/>
              <a:gd name="T41" fmla="*/ 6879710 h 69"/>
              <a:gd name="T42" fmla="*/ 98388092 w 160"/>
              <a:gd name="T43" fmla="*/ 0 h 69"/>
              <a:gd name="T44" fmla="*/ 89305928 w 160"/>
              <a:gd name="T45" fmla="*/ 1719272 h 69"/>
              <a:gd name="T46" fmla="*/ 92333726 w 160"/>
              <a:gd name="T47" fmla="*/ 10319564 h 69"/>
              <a:gd name="T48" fmla="*/ 98388092 w 160"/>
              <a:gd name="T49" fmla="*/ 20637817 h 69"/>
              <a:gd name="T50" fmla="*/ 83251563 w 160"/>
              <a:gd name="T51" fmla="*/ 22357093 h 69"/>
              <a:gd name="T52" fmla="*/ 80224976 w 160"/>
              <a:gd name="T53" fmla="*/ 17197963 h 69"/>
              <a:gd name="T54" fmla="*/ 63573933 w 160"/>
              <a:gd name="T55" fmla="*/ 15478692 h 69"/>
              <a:gd name="T56" fmla="*/ 40868524 w 160"/>
              <a:gd name="T57" fmla="*/ 17197963 h 69"/>
              <a:gd name="T58" fmla="*/ 51465202 w 160"/>
              <a:gd name="T59" fmla="*/ 22357093 h 69"/>
              <a:gd name="T60" fmla="*/ 52978486 w 160"/>
              <a:gd name="T61" fmla="*/ 29236801 h 69"/>
              <a:gd name="T62" fmla="*/ 46924120 w 160"/>
              <a:gd name="T63" fmla="*/ 37835780 h 69"/>
              <a:gd name="T64" fmla="*/ 46924120 w 160"/>
              <a:gd name="T65" fmla="*/ 49874623 h 69"/>
              <a:gd name="T66" fmla="*/ 54491769 w 160"/>
              <a:gd name="T67" fmla="*/ 56754331 h 69"/>
              <a:gd name="T68" fmla="*/ 83251563 w 160"/>
              <a:gd name="T69" fmla="*/ 56754331 h 69"/>
              <a:gd name="T70" fmla="*/ 93847010 w 160"/>
              <a:gd name="T71" fmla="*/ 56754331 h 69"/>
              <a:gd name="T72" fmla="*/ 102929173 w 160"/>
              <a:gd name="T73" fmla="*/ 67072582 h 69"/>
              <a:gd name="T74" fmla="*/ 93847010 w 160"/>
              <a:gd name="T75" fmla="*/ 80831997 h 69"/>
              <a:gd name="T76" fmla="*/ 83251563 w 160"/>
              <a:gd name="T77" fmla="*/ 80831997 h 69"/>
              <a:gd name="T78" fmla="*/ 72656096 w 160"/>
              <a:gd name="T79" fmla="*/ 79111414 h 69"/>
              <a:gd name="T80" fmla="*/ 68115014 w 160"/>
              <a:gd name="T81" fmla="*/ 80831997 h 69"/>
              <a:gd name="T82" fmla="*/ 62060649 w 160"/>
              <a:gd name="T83" fmla="*/ 82551268 h 69"/>
              <a:gd name="T84" fmla="*/ 62060649 w 160"/>
              <a:gd name="T85" fmla="*/ 82551268 h 6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0"/>
              <a:gd name="T130" fmla="*/ 0 h 69"/>
              <a:gd name="T131" fmla="*/ 160 w 160"/>
              <a:gd name="T132" fmla="*/ 69 h 69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0" h="69">
                <a:moveTo>
                  <a:pt x="41" y="48"/>
                </a:moveTo>
                <a:lnTo>
                  <a:pt x="29" y="48"/>
                </a:lnTo>
                <a:lnTo>
                  <a:pt x="6" y="51"/>
                </a:lnTo>
                <a:lnTo>
                  <a:pt x="0" y="58"/>
                </a:lnTo>
                <a:lnTo>
                  <a:pt x="6" y="61"/>
                </a:lnTo>
                <a:lnTo>
                  <a:pt x="11" y="64"/>
                </a:lnTo>
                <a:lnTo>
                  <a:pt x="43" y="63"/>
                </a:lnTo>
                <a:lnTo>
                  <a:pt x="64" y="63"/>
                </a:lnTo>
                <a:lnTo>
                  <a:pt x="74" y="68"/>
                </a:lnTo>
                <a:lnTo>
                  <a:pt x="77" y="59"/>
                </a:lnTo>
                <a:lnTo>
                  <a:pt x="86" y="58"/>
                </a:lnTo>
                <a:lnTo>
                  <a:pt x="99" y="55"/>
                </a:lnTo>
                <a:lnTo>
                  <a:pt x="110" y="53"/>
                </a:lnTo>
                <a:lnTo>
                  <a:pt x="130" y="42"/>
                </a:lnTo>
                <a:lnTo>
                  <a:pt x="152" y="31"/>
                </a:lnTo>
                <a:lnTo>
                  <a:pt x="159" y="25"/>
                </a:lnTo>
                <a:lnTo>
                  <a:pt x="156" y="15"/>
                </a:lnTo>
                <a:lnTo>
                  <a:pt x="146" y="15"/>
                </a:lnTo>
                <a:lnTo>
                  <a:pt x="136" y="10"/>
                </a:lnTo>
                <a:lnTo>
                  <a:pt x="125" y="6"/>
                </a:lnTo>
                <a:lnTo>
                  <a:pt x="99" y="4"/>
                </a:lnTo>
                <a:lnTo>
                  <a:pt x="65" y="0"/>
                </a:lnTo>
                <a:lnTo>
                  <a:pt x="59" y="1"/>
                </a:lnTo>
                <a:lnTo>
                  <a:pt x="61" y="6"/>
                </a:lnTo>
                <a:lnTo>
                  <a:pt x="65" y="12"/>
                </a:lnTo>
                <a:lnTo>
                  <a:pt x="55" y="13"/>
                </a:lnTo>
                <a:lnTo>
                  <a:pt x="53" y="10"/>
                </a:lnTo>
                <a:lnTo>
                  <a:pt x="42" y="9"/>
                </a:lnTo>
                <a:lnTo>
                  <a:pt x="27" y="10"/>
                </a:lnTo>
                <a:lnTo>
                  <a:pt x="34" y="13"/>
                </a:lnTo>
                <a:lnTo>
                  <a:pt x="35" y="17"/>
                </a:lnTo>
                <a:lnTo>
                  <a:pt x="31" y="22"/>
                </a:lnTo>
                <a:lnTo>
                  <a:pt x="31" y="29"/>
                </a:lnTo>
                <a:lnTo>
                  <a:pt x="36" y="33"/>
                </a:lnTo>
                <a:lnTo>
                  <a:pt x="55" y="33"/>
                </a:lnTo>
                <a:lnTo>
                  <a:pt x="62" y="33"/>
                </a:lnTo>
                <a:lnTo>
                  <a:pt x="68" y="39"/>
                </a:lnTo>
                <a:lnTo>
                  <a:pt x="62" y="47"/>
                </a:lnTo>
                <a:lnTo>
                  <a:pt x="55" y="47"/>
                </a:lnTo>
                <a:lnTo>
                  <a:pt x="48" y="46"/>
                </a:lnTo>
                <a:lnTo>
                  <a:pt x="45" y="47"/>
                </a:lnTo>
                <a:lnTo>
                  <a:pt x="41" y="4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9" name="Freeform 746">
            <a:extLst>
              <a:ext uri="{FF2B5EF4-FFF2-40B4-BE49-F238E27FC236}">
                <a16:creationId xmlns:a16="http://schemas.microsoft.com/office/drawing/2014/main" id="{61DE6529-19E9-C1EB-AFE0-8590E2B5AB90}"/>
              </a:ext>
            </a:extLst>
          </p:cNvPr>
          <p:cNvSpPr>
            <a:spLocks/>
          </p:cNvSpPr>
          <p:nvPr/>
        </p:nvSpPr>
        <p:spPr bwMode="auto">
          <a:xfrm>
            <a:off x="5106812" y="4713178"/>
            <a:ext cx="116801" cy="79771"/>
          </a:xfrm>
          <a:custGeom>
            <a:avLst/>
            <a:gdLst>
              <a:gd name="T0" fmla="*/ 0 w 102"/>
              <a:gd name="T1" fmla="*/ 102674656 h 71"/>
              <a:gd name="T2" fmla="*/ 1550147 w 102"/>
              <a:gd name="T3" fmla="*/ 107894661 h 71"/>
              <a:gd name="T4" fmla="*/ 12402423 w 102"/>
              <a:gd name="T5" fmla="*/ 109635982 h 71"/>
              <a:gd name="T6" fmla="*/ 40307556 w 102"/>
              <a:gd name="T7" fmla="*/ 111375984 h 71"/>
              <a:gd name="T8" fmla="*/ 72863135 w 102"/>
              <a:gd name="T9" fmla="*/ 73090648 h 71"/>
              <a:gd name="T10" fmla="*/ 82164034 w 102"/>
              <a:gd name="T11" fmla="*/ 97453332 h 71"/>
              <a:gd name="T12" fmla="*/ 91466159 w 102"/>
              <a:gd name="T13" fmla="*/ 121817314 h 71"/>
              <a:gd name="T14" fmla="*/ 111619309 w 102"/>
              <a:gd name="T15" fmla="*/ 111375984 h 71"/>
              <a:gd name="T16" fmla="*/ 133322607 w 102"/>
              <a:gd name="T17" fmla="*/ 102674656 h 71"/>
              <a:gd name="T18" fmla="*/ 155027149 w 102"/>
              <a:gd name="T19" fmla="*/ 109635982 h 71"/>
              <a:gd name="T20" fmla="*/ 156577296 w 102"/>
              <a:gd name="T21" fmla="*/ 73090648 h 71"/>
              <a:gd name="T22" fmla="*/ 141074585 w 102"/>
              <a:gd name="T23" fmla="*/ 66129322 h 71"/>
              <a:gd name="T24" fmla="*/ 131772460 w 102"/>
              <a:gd name="T25" fmla="*/ 67869323 h 71"/>
              <a:gd name="T26" fmla="*/ 137974292 w 102"/>
              <a:gd name="T27" fmla="*/ 45246662 h 71"/>
              <a:gd name="T28" fmla="*/ 119371288 w 102"/>
              <a:gd name="T29" fmla="*/ 40025327 h 71"/>
              <a:gd name="T30" fmla="*/ 103868576 w 102"/>
              <a:gd name="T31" fmla="*/ 38285326 h 71"/>
              <a:gd name="T32" fmla="*/ 82164034 w 102"/>
              <a:gd name="T33" fmla="*/ 38285326 h 71"/>
              <a:gd name="T34" fmla="*/ 65111157 w 102"/>
              <a:gd name="T35" fmla="*/ 38285326 h 71"/>
              <a:gd name="T36" fmla="*/ 43407859 w 102"/>
              <a:gd name="T37" fmla="*/ 38285326 h 71"/>
              <a:gd name="T38" fmla="*/ 26354992 w 102"/>
              <a:gd name="T39" fmla="*/ 34805322 h 71"/>
              <a:gd name="T40" fmla="*/ 23253454 w 102"/>
              <a:gd name="T41" fmla="*/ 31324000 h 71"/>
              <a:gd name="T42" fmla="*/ 26354992 w 102"/>
              <a:gd name="T43" fmla="*/ 22622672 h 71"/>
              <a:gd name="T44" fmla="*/ 34105725 w 102"/>
              <a:gd name="T45" fmla="*/ 17402661 h 71"/>
              <a:gd name="T46" fmla="*/ 63561010 w 102"/>
              <a:gd name="T47" fmla="*/ 10441332 h 71"/>
              <a:gd name="T48" fmla="*/ 62010864 w 102"/>
              <a:gd name="T49" fmla="*/ 0 h 71"/>
              <a:gd name="T50" fmla="*/ 40307556 w 102"/>
              <a:gd name="T51" fmla="*/ 3480005 h 71"/>
              <a:gd name="T52" fmla="*/ 20153156 w 102"/>
              <a:gd name="T53" fmla="*/ 1740002 h 71"/>
              <a:gd name="T54" fmla="*/ 7750735 w 102"/>
              <a:gd name="T55" fmla="*/ 13921338 h 71"/>
              <a:gd name="T56" fmla="*/ 3100294 w 102"/>
              <a:gd name="T57" fmla="*/ 38285326 h 71"/>
              <a:gd name="T58" fmla="*/ 4650441 w 102"/>
              <a:gd name="T59" fmla="*/ 45246662 h 71"/>
              <a:gd name="T60" fmla="*/ 3100294 w 102"/>
              <a:gd name="T61" fmla="*/ 46986664 h 71"/>
              <a:gd name="T62" fmla="*/ 17052863 w 102"/>
              <a:gd name="T63" fmla="*/ 50466668 h 71"/>
              <a:gd name="T64" fmla="*/ 23253454 w 102"/>
              <a:gd name="T65" fmla="*/ 64389320 h 71"/>
              <a:gd name="T66" fmla="*/ 20153156 w 102"/>
              <a:gd name="T67" fmla="*/ 80050655 h 71"/>
              <a:gd name="T68" fmla="*/ 15502716 w 102"/>
              <a:gd name="T69" fmla="*/ 81791976 h 71"/>
              <a:gd name="T70" fmla="*/ 10852276 w 102"/>
              <a:gd name="T71" fmla="*/ 88752004 h 71"/>
              <a:gd name="T72" fmla="*/ 0 w 102"/>
              <a:gd name="T73" fmla="*/ 102674656 h 71"/>
              <a:gd name="T74" fmla="*/ 0 w 102"/>
              <a:gd name="T75" fmla="*/ 102674656 h 71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2"/>
              <a:gd name="T115" fmla="*/ 0 h 71"/>
              <a:gd name="T116" fmla="*/ 102 w 102"/>
              <a:gd name="T117" fmla="*/ 71 h 71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2" h="71">
                <a:moveTo>
                  <a:pt x="0" y="59"/>
                </a:moveTo>
                <a:lnTo>
                  <a:pt x="1" y="62"/>
                </a:lnTo>
                <a:lnTo>
                  <a:pt x="8" y="63"/>
                </a:lnTo>
                <a:lnTo>
                  <a:pt x="26" y="64"/>
                </a:lnTo>
                <a:lnTo>
                  <a:pt x="47" y="42"/>
                </a:lnTo>
                <a:lnTo>
                  <a:pt x="53" y="56"/>
                </a:lnTo>
                <a:lnTo>
                  <a:pt x="59" y="70"/>
                </a:lnTo>
                <a:lnTo>
                  <a:pt x="72" y="64"/>
                </a:lnTo>
                <a:lnTo>
                  <a:pt x="86" y="59"/>
                </a:lnTo>
                <a:lnTo>
                  <a:pt x="100" y="63"/>
                </a:lnTo>
                <a:lnTo>
                  <a:pt x="101" y="42"/>
                </a:lnTo>
                <a:lnTo>
                  <a:pt x="91" y="38"/>
                </a:lnTo>
                <a:lnTo>
                  <a:pt x="85" y="39"/>
                </a:lnTo>
                <a:lnTo>
                  <a:pt x="89" y="26"/>
                </a:lnTo>
                <a:lnTo>
                  <a:pt x="77" y="23"/>
                </a:lnTo>
                <a:lnTo>
                  <a:pt x="67" y="22"/>
                </a:lnTo>
                <a:lnTo>
                  <a:pt x="53" y="22"/>
                </a:lnTo>
                <a:lnTo>
                  <a:pt x="42" y="22"/>
                </a:lnTo>
                <a:lnTo>
                  <a:pt x="28" y="22"/>
                </a:lnTo>
                <a:lnTo>
                  <a:pt x="17" y="20"/>
                </a:lnTo>
                <a:lnTo>
                  <a:pt x="15" y="18"/>
                </a:lnTo>
                <a:lnTo>
                  <a:pt x="17" y="13"/>
                </a:lnTo>
                <a:lnTo>
                  <a:pt x="22" y="10"/>
                </a:lnTo>
                <a:lnTo>
                  <a:pt x="41" y="6"/>
                </a:lnTo>
                <a:lnTo>
                  <a:pt x="40" y="0"/>
                </a:lnTo>
                <a:lnTo>
                  <a:pt x="26" y="2"/>
                </a:lnTo>
                <a:lnTo>
                  <a:pt x="13" y="1"/>
                </a:lnTo>
                <a:lnTo>
                  <a:pt x="5" y="8"/>
                </a:lnTo>
                <a:lnTo>
                  <a:pt x="2" y="22"/>
                </a:lnTo>
                <a:lnTo>
                  <a:pt x="3" y="26"/>
                </a:lnTo>
                <a:lnTo>
                  <a:pt x="2" y="27"/>
                </a:lnTo>
                <a:lnTo>
                  <a:pt x="11" y="29"/>
                </a:lnTo>
                <a:lnTo>
                  <a:pt x="15" y="37"/>
                </a:lnTo>
                <a:lnTo>
                  <a:pt x="13" y="46"/>
                </a:lnTo>
                <a:lnTo>
                  <a:pt x="10" y="47"/>
                </a:lnTo>
                <a:lnTo>
                  <a:pt x="7" y="51"/>
                </a:lnTo>
                <a:lnTo>
                  <a:pt x="0" y="5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0" name="Freeform 747">
            <a:extLst>
              <a:ext uri="{FF2B5EF4-FFF2-40B4-BE49-F238E27FC236}">
                <a16:creationId xmlns:a16="http://schemas.microsoft.com/office/drawing/2014/main" id="{93A14D62-A248-01F3-1557-1392CA73B023}"/>
              </a:ext>
            </a:extLst>
          </p:cNvPr>
          <p:cNvSpPr>
            <a:spLocks/>
          </p:cNvSpPr>
          <p:nvPr/>
        </p:nvSpPr>
        <p:spPr bwMode="auto">
          <a:xfrm>
            <a:off x="4322785" y="4638814"/>
            <a:ext cx="56941" cy="54083"/>
          </a:xfrm>
          <a:custGeom>
            <a:avLst/>
            <a:gdLst>
              <a:gd name="T0" fmla="*/ 0 w 48"/>
              <a:gd name="T1" fmla="*/ 20152825 h 49"/>
              <a:gd name="T2" fmla="*/ 46584378 w 48"/>
              <a:gd name="T3" fmla="*/ 18473316 h 49"/>
              <a:gd name="T4" fmla="*/ 51574823 w 48"/>
              <a:gd name="T5" fmla="*/ 0 h 49"/>
              <a:gd name="T6" fmla="*/ 78194824 w 48"/>
              <a:gd name="T7" fmla="*/ 48703209 h 49"/>
              <a:gd name="T8" fmla="*/ 71540469 w 48"/>
              <a:gd name="T9" fmla="*/ 75572772 h 49"/>
              <a:gd name="T10" fmla="*/ 29946545 w 48"/>
              <a:gd name="T11" fmla="*/ 80611301 h 49"/>
              <a:gd name="T12" fmla="*/ 14973917 w 48"/>
              <a:gd name="T13" fmla="*/ 75572772 h 49"/>
              <a:gd name="T14" fmla="*/ 13310006 w 48"/>
              <a:gd name="T15" fmla="*/ 48703209 h 49"/>
              <a:gd name="T16" fmla="*/ 0 w 48"/>
              <a:gd name="T17" fmla="*/ 21832340 h 49"/>
              <a:gd name="T18" fmla="*/ 0 w 48"/>
              <a:gd name="T19" fmla="*/ 20152825 h 49"/>
              <a:gd name="T20" fmla="*/ 0 w 48"/>
              <a:gd name="T21" fmla="*/ 20152825 h 4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8"/>
              <a:gd name="T34" fmla="*/ 0 h 49"/>
              <a:gd name="T35" fmla="*/ 48 w 48"/>
              <a:gd name="T36" fmla="*/ 49 h 4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8" h="49">
                <a:moveTo>
                  <a:pt x="0" y="12"/>
                </a:moveTo>
                <a:lnTo>
                  <a:pt x="28" y="11"/>
                </a:lnTo>
                <a:lnTo>
                  <a:pt x="31" y="0"/>
                </a:lnTo>
                <a:lnTo>
                  <a:pt x="47" y="29"/>
                </a:lnTo>
                <a:lnTo>
                  <a:pt x="43" y="45"/>
                </a:lnTo>
                <a:lnTo>
                  <a:pt x="18" y="48"/>
                </a:lnTo>
                <a:lnTo>
                  <a:pt x="9" y="45"/>
                </a:lnTo>
                <a:lnTo>
                  <a:pt x="8" y="29"/>
                </a:lnTo>
                <a:lnTo>
                  <a:pt x="0" y="13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1" name="Freeform 748">
            <a:extLst>
              <a:ext uri="{FF2B5EF4-FFF2-40B4-BE49-F238E27FC236}">
                <a16:creationId xmlns:a16="http://schemas.microsoft.com/office/drawing/2014/main" id="{22D47485-45E8-4C30-1FBC-1C929D91C708}"/>
              </a:ext>
            </a:extLst>
          </p:cNvPr>
          <p:cNvSpPr>
            <a:spLocks/>
          </p:cNvSpPr>
          <p:nvPr/>
        </p:nvSpPr>
        <p:spPr bwMode="auto">
          <a:xfrm>
            <a:off x="4351985" y="4686137"/>
            <a:ext cx="29201" cy="52729"/>
          </a:xfrm>
          <a:custGeom>
            <a:avLst/>
            <a:gdLst>
              <a:gd name="T0" fmla="*/ 0 w 25"/>
              <a:gd name="T1" fmla="*/ 60733038 h 47"/>
              <a:gd name="T2" fmla="*/ 0 w 25"/>
              <a:gd name="T3" fmla="*/ 60733038 h 47"/>
              <a:gd name="T4" fmla="*/ 1612900 w 25"/>
              <a:gd name="T5" fmla="*/ 19087337 h 47"/>
              <a:gd name="T6" fmla="*/ 19354799 w 25"/>
              <a:gd name="T7" fmla="*/ 0 h 47"/>
              <a:gd name="T8" fmla="*/ 38709598 w 25"/>
              <a:gd name="T9" fmla="*/ 46850265 h 47"/>
              <a:gd name="T10" fmla="*/ 20967704 w 25"/>
              <a:gd name="T11" fmla="*/ 79820370 h 47"/>
              <a:gd name="T12" fmla="*/ 0 w 25"/>
              <a:gd name="T13" fmla="*/ 60733038 h 47"/>
              <a:gd name="T14" fmla="*/ 0 w 25"/>
              <a:gd name="T15" fmla="*/ 60733038 h 4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5"/>
              <a:gd name="T25" fmla="*/ 0 h 47"/>
              <a:gd name="T26" fmla="*/ 25 w 25"/>
              <a:gd name="T27" fmla="*/ 47 h 4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5" h="47">
                <a:moveTo>
                  <a:pt x="0" y="35"/>
                </a:moveTo>
                <a:lnTo>
                  <a:pt x="0" y="35"/>
                </a:lnTo>
                <a:lnTo>
                  <a:pt x="1" y="11"/>
                </a:lnTo>
                <a:lnTo>
                  <a:pt x="12" y="0"/>
                </a:lnTo>
                <a:lnTo>
                  <a:pt x="24" y="27"/>
                </a:lnTo>
                <a:lnTo>
                  <a:pt x="13" y="46"/>
                </a:lnTo>
                <a:lnTo>
                  <a:pt x="0" y="3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2" name="Freeform 749">
            <a:extLst>
              <a:ext uri="{FF2B5EF4-FFF2-40B4-BE49-F238E27FC236}">
                <a16:creationId xmlns:a16="http://schemas.microsoft.com/office/drawing/2014/main" id="{821BD926-180B-D786-AD20-AB64B287F1DE}"/>
              </a:ext>
            </a:extLst>
          </p:cNvPr>
          <p:cNvSpPr>
            <a:spLocks/>
          </p:cNvSpPr>
          <p:nvPr/>
        </p:nvSpPr>
        <p:spPr bwMode="auto">
          <a:xfrm>
            <a:off x="4198685" y="4567156"/>
            <a:ext cx="119721" cy="47322"/>
          </a:xfrm>
          <a:custGeom>
            <a:avLst/>
            <a:gdLst>
              <a:gd name="T0" fmla="*/ 0 w 105"/>
              <a:gd name="T1" fmla="*/ 42239311 h 41"/>
              <a:gd name="T2" fmla="*/ 0 w 105"/>
              <a:gd name="T3" fmla="*/ 42239311 h 41"/>
              <a:gd name="T4" fmla="*/ 1537305 w 105"/>
              <a:gd name="T5" fmla="*/ 45911833 h 41"/>
              <a:gd name="T6" fmla="*/ 3074610 w 105"/>
              <a:gd name="T7" fmla="*/ 58766978 h 41"/>
              <a:gd name="T8" fmla="*/ 19981242 w 105"/>
              <a:gd name="T9" fmla="*/ 62440845 h 41"/>
              <a:gd name="T10" fmla="*/ 53795752 w 105"/>
              <a:gd name="T11" fmla="*/ 55094467 h 41"/>
              <a:gd name="T12" fmla="*/ 89146332 w 105"/>
              <a:gd name="T13" fmla="*/ 73459734 h 41"/>
              <a:gd name="T14" fmla="*/ 138331392 w 105"/>
              <a:gd name="T15" fmla="*/ 60604589 h 41"/>
              <a:gd name="T16" fmla="*/ 159848693 w 105"/>
              <a:gd name="T17" fmla="*/ 23874044 h 41"/>
              <a:gd name="T18" fmla="*/ 152163412 w 105"/>
              <a:gd name="T19" fmla="*/ 0 h 41"/>
              <a:gd name="T20" fmla="*/ 89146332 w 105"/>
              <a:gd name="T21" fmla="*/ 1836256 h 41"/>
              <a:gd name="T22" fmla="*/ 70702380 w 105"/>
              <a:gd name="T23" fmla="*/ 40403056 h 41"/>
              <a:gd name="T24" fmla="*/ 0 w 105"/>
              <a:gd name="T25" fmla="*/ 42239311 h 41"/>
              <a:gd name="T26" fmla="*/ 0 w 105"/>
              <a:gd name="T27" fmla="*/ 42239311 h 4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05"/>
              <a:gd name="T43" fmla="*/ 0 h 41"/>
              <a:gd name="T44" fmla="*/ 105 w 105"/>
              <a:gd name="T45" fmla="*/ 41 h 4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05" h="41">
                <a:moveTo>
                  <a:pt x="0" y="23"/>
                </a:moveTo>
                <a:lnTo>
                  <a:pt x="0" y="23"/>
                </a:lnTo>
                <a:lnTo>
                  <a:pt x="1" y="25"/>
                </a:lnTo>
                <a:lnTo>
                  <a:pt x="2" y="32"/>
                </a:lnTo>
                <a:lnTo>
                  <a:pt x="13" y="34"/>
                </a:lnTo>
                <a:lnTo>
                  <a:pt x="35" y="30"/>
                </a:lnTo>
                <a:lnTo>
                  <a:pt x="58" y="40"/>
                </a:lnTo>
                <a:lnTo>
                  <a:pt x="90" y="33"/>
                </a:lnTo>
                <a:lnTo>
                  <a:pt x="104" y="13"/>
                </a:lnTo>
                <a:lnTo>
                  <a:pt x="99" y="0"/>
                </a:lnTo>
                <a:lnTo>
                  <a:pt x="58" y="1"/>
                </a:lnTo>
                <a:lnTo>
                  <a:pt x="46" y="22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3" name="Freeform 750">
            <a:extLst>
              <a:ext uri="{FF2B5EF4-FFF2-40B4-BE49-F238E27FC236}">
                <a16:creationId xmlns:a16="http://schemas.microsoft.com/office/drawing/2014/main" id="{03FA292F-3625-69BF-2DCE-D0C7DFDC470A}"/>
              </a:ext>
            </a:extLst>
          </p:cNvPr>
          <p:cNvSpPr>
            <a:spLocks/>
          </p:cNvSpPr>
          <p:nvPr/>
        </p:nvSpPr>
        <p:spPr bwMode="auto">
          <a:xfrm>
            <a:off x="4096484" y="4515778"/>
            <a:ext cx="52561" cy="39209"/>
          </a:xfrm>
          <a:custGeom>
            <a:avLst/>
            <a:gdLst>
              <a:gd name="T0" fmla="*/ 0 w 45"/>
              <a:gd name="T1" fmla="*/ 11676657 h 33"/>
              <a:gd name="T2" fmla="*/ 0 w 45"/>
              <a:gd name="T3" fmla="*/ 11676657 h 33"/>
              <a:gd name="T4" fmla="*/ 16128999 w 45"/>
              <a:gd name="T5" fmla="*/ 1946109 h 33"/>
              <a:gd name="T6" fmla="*/ 48387003 w 45"/>
              <a:gd name="T7" fmla="*/ 0 h 33"/>
              <a:gd name="T8" fmla="*/ 69354696 w 45"/>
              <a:gd name="T9" fmla="*/ 25300818 h 33"/>
              <a:gd name="T10" fmla="*/ 70967596 w 45"/>
              <a:gd name="T11" fmla="*/ 44761905 h 33"/>
              <a:gd name="T12" fmla="*/ 62903099 w 45"/>
              <a:gd name="T13" fmla="*/ 62278289 h 33"/>
              <a:gd name="T14" fmla="*/ 0 w 45"/>
              <a:gd name="T15" fmla="*/ 11676657 h 33"/>
              <a:gd name="T16" fmla="*/ 0 w 45"/>
              <a:gd name="T17" fmla="*/ 11676657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5"/>
              <a:gd name="T28" fmla="*/ 0 h 33"/>
              <a:gd name="T29" fmla="*/ 45 w 45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5" h="33">
                <a:moveTo>
                  <a:pt x="0" y="6"/>
                </a:moveTo>
                <a:lnTo>
                  <a:pt x="0" y="6"/>
                </a:lnTo>
                <a:lnTo>
                  <a:pt x="10" y="1"/>
                </a:lnTo>
                <a:lnTo>
                  <a:pt x="30" y="0"/>
                </a:lnTo>
                <a:lnTo>
                  <a:pt x="43" y="13"/>
                </a:lnTo>
                <a:lnTo>
                  <a:pt x="44" y="23"/>
                </a:lnTo>
                <a:lnTo>
                  <a:pt x="39" y="32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4" name="Freeform 751">
            <a:extLst>
              <a:ext uri="{FF2B5EF4-FFF2-40B4-BE49-F238E27FC236}">
                <a16:creationId xmlns:a16="http://schemas.microsoft.com/office/drawing/2014/main" id="{7B58C4E3-1512-BC1C-1437-2DA396DF395D}"/>
              </a:ext>
            </a:extLst>
          </p:cNvPr>
          <p:cNvSpPr>
            <a:spLocks/>
          </p:cNvSpPr>
          <p:nvPr/>
        </p:nvSpPr>
        <p:spPr bwMode="auto">
          <a:xfrm>
            <a:off x="4401625" y="4656392"/>
            <a:ext cx="99281" cy="52729"/>
          </a:xfrm>
          <a:custGeom>
            <a:avLst/>
            <a:gdLst>
              <a:gd name="T0" fmla="*/ 0 w 86"/>
              <a:gd name="T1" fmla="*/ 53237874 h 48"/>
              <a:gd name="T2" fmla="*/ 0 w 86"/>
              <a:gd name="T3" fmla="*/ 53237874 h 48"/>
              <a:gd name="T4" fmla="*/ 7877839 w 86"/>
              <a:gd name="T5" fmla="*/ 0 h 48"/>
              <a:gd name="T6" fmla="*/ 133927029 w 86"/>
              <a:gd name="T7" fmla="*/ 11645907 h 48"/>
              <a:gd name="T8" fmla="*/ 110292264 w 86"/>
              <a:gd name="T9" fmla="*/ 44918452 h 48"/>
              <a:gd name="T10" fmla="*/ 119746672 w 86"/>
              <a:gd name="T11" fmla="*/ 63219891 h 48"/>
              <a:gd name="T12" fmla="*/ 86658754 w 86"/>
              <a:gd name="T13" fmla="*/ 64883776 h 48"/>
              <a:gd name="T14" fmla="*/ 66175857 w 86"/>
              <a:gd name="T15" fmla="*/ 78192272 h 48"/>
              <a:gd name="T16" fmla="*/ 12605046 w 86"/>
              <a:gd name="T17" fmla="*/ 78192272 h 48"/>
              <a:gd name="T18" fmla="*/ 0 w 86"/>
              <a:gd name="T19" fmla="*/ 53237874 h 48"/>
              <a:gd name="T20" fmla="*/ 0 w 86"/>
              <a:gd name="T21" fmla="*/ 53237874 h 4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6"/>
              <a:gd name="T34" fmla="*/ 0 h 48"/>
              <a:gd name="T35" fmla="*/ 86 w 86"/>
              <a:gd name="T36" fmla="*/ 48 h 4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6" h="48">
                <a:moveTo>
                  <a:pt x="0" y="32"/>
                </a:moveTo>
                <a:lnTo>
                  <a:pt x="0" y="32"/>
                </a:lnTo>
                <a:lnTo>
                  <a:pt x="5" y="0"/>
                </a:lnTo>
                <a:lnTo>
                  <a:pt x="85" y="7"/>
                </a:lnTo>
                <a:lnTo>
                  <a:pt x="70" y="27"/>
                </a:lnTo>
                <a:lnTo>
                  <a:pt x="76" y="38"/>
                </a:lnTo>
                <a:lnTo>
                  <a:pt x="55" y="39"/>
                </a:lnTo>
                <a:lnTo>
                  <a:pt x="42" y="47"/>
                </a:lnTo>
                <a:lnTo>
                  <a:pt x="8" y="47"/>
                </a:lnTo>
                <a:lnTo>
                  <a:pt x="0" y="3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5" name="Freeform 752">
            <a:extLst>
              <a:ext uri="{FF2B5EF4-FFF2-40B4-BE49-F238E27FC236}">
                <a16:creationId xmlns:a16="http://schemas.microsoft.com/office/drawing/2014/main" id="{5C1497B3-7D9B-4A25-5EDD-545CFC34E607}"/>
              </a:ext>
            </a:extLst>
          </p:cNvPr>
          <p:cNvSpPr>
            <a:spLocks/>
          </p:cNvSpPr>
          <p:nvPr/>
        </p:nvSpPr>
        <p:spPr bwMode="auto">
          <a:xfrm>
            <a:off x="4312566" y="4552282"/>
            <a:ext cx="90522" cy="37857"/>
          </a:xfrm>
          <a:custGeom>
            <a:avLst/>
            <a:gdLst>
              <a:gd name="T0" fmla="*/ 0 w 79"/>
              <a:gd name="T1" fmla="*/ 25637190 h 34"/>
              <a:gd name="T2" fmla="*/ 7760624 w 79"/>
              <a:gd name="T3" fmla="*/ 47856961 h 34"/>
              <a:gd name="T4" fmla="*/ 37253235 w 79"/>
              <a:gd name="T5" fmla="*/ 56403123 h 34"/>
              <a:gd name="T6" fmla="*/ 85373103 w 79"/>
              <a:gd name="T7" fmla="*/ 34183352 h 34"/>
              <a:gd name="T8" fmla="*/ 114865707 w 79"/>
              <a:gd name="T9" fmla="*/ 39310788 h 34"/>
              <a:gd name="T10" fmla="*/ 121073955 w 79"/>
              <a:gd name="T11" fmla="*/ 17092330 h 34"/>
              <a:gd name="T12" fmla="*/ 68298222 w 79"/>
              <a:gd name="T13" fmla="*/ 11963587 h 34"/>
              <a:gd name="T14" fmla="*/ 37253235 w 79"/>
              <a:gd name="T15" fmla="*/ 0 h 34"/>
              <a:gd name="T16" fmla="*/ 1552374 w 79"/>
              <a:gd name="T17" fmla="*/ 23928480 h 34"/>
              <a:gd name="T18" fmla="*/ 0 w 79"/>
              <a:gd name="T19" fmla="*/ 25637190 h 34"/>
              <a:gd name="T20" fmla="*/ 0 w 79"/>
              <a:gd name="T21" fmla="*/ 25637190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9"/>
              <a:gd name="T34" fmla="*/ 0 h 34"/>
              <a:gd name="T35" fmla="*/ 79 w 79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9" h="34">
                <a:moveTo>
                  <a:pt x="0" y="15"/>
                </a:moveTo>
                <a:lnTo>
                  <a:pt x="5" y="28"/>
                </a:lnTo>
                <a:lnTo>
                  <a:pt x="24" y="33"/>
                </a:lnTo>
                <a:lnTo>
                  <a:pt x="55" y="20"/>
                </a:lnTo>
                <a:lnTo>
                  <a:pt x="74" y="23"/>
                </a:lnTo>
                <a:lnTo>
                  <a:pt x="78" y="10"/>
                </a:lnTo>
                <a:lnTo>
                  <a:pt x="44" y="7"/>
                </a:lnTo>
                <a:lnTo>
                  <a:pt x="24" y="0"/>
                </a:lnTo>
                <a:lnTo>
                  <a:pt x="1" y="14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56" name="Group 167">
            <a:extLst>
              <a:ext uri="{FF2B5EF4-FFF2-40B4-BE49-F238E27FC236}">
                <a16:creationId xmlns:a16="http://schemas.microsoft.com/office/drawing/2014/main" id="{217990CB-97C2-D05F-769E-BE73C4F63439}"/>
              </a:ext>
            </a:extLst>
          </p:cNvPr>
          <p:cNvGrpSpPr>
            <a:grpSpLocks/>
          </p:cNvGrpSpPr>
          <p:nvPr/>
        </p:nvGrpSpPr>
        <p:grpSpPr bwMode="auto">
          <a:xfrm>
            <a:off x="4178244" y="4385984"/>
            <a:ext cx="71541" cy="62194"/>
            <a:chOff x="3191" y="2547"/>
            <a:chExt cx="63" cy="55"/>
          </a:xfrm>
          <a:solidFill>
            <a:schemeClr val="accent2"/>
          </a:solidFill>
        </p:grpSpPr>
        <p:sp>
          <p:nvSpPr>
            <p:cNvPr id="457" name="Freeform 754">
              <a:extLst>
                <a:ext uri="{FF2B5EF4-FFF2-40B4-BE49-F238E27FC236}">
                  <a16:creationId xmlns:a16="http://schemas.microsoft.com/office/drawing/2014/main" id="{F2F2C43E-74E4-8772-B5EB-424041687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547"/>
              <a:ext cx="37" cy="55"/>
            </a:xfrm>
            <a:custGeom>
              <a:avLst/>
              <a:gdLst>
                <a:gd name="T0" fmla="*/ 0 w 37"/>
                <a:gd name="T1" fmla="*/ 41 h 55"/>
                <a:gd name="T2" fmla="*/ 0 w 37"/>
                <a:gd name="T3" fmla="*/ 41 h 55"/>
                <a:gd name="T4" fmla="*/ 3 w 37"/>
                <a:gd name="T5" fmla="*/ 15 h 55"/>
                <a:gd name="T6" fmla="*/ 31 w 37"/>
                <a:gd name="T7" fmla="*/ 0 h 55"/>
                <a:gd name="T8" fmla="*/ 26 w 37"/>
                <a:gd name="T9" fmla="*/ 21 h 55"/>
                <a:gd name="T10" fmla="*/ 36 w 37"/>
                <a:gd name="T11" fmla="*/ 27 h 55"/>
                <a:gd name="T12" fmla="*/ 18 w 37"/>
                <a:gd name="T13" fmla="*/ 39 h 55"/>
                <a:gd name="T14" fmla="*/ 18 w 37"/>
                <a:gd name="T15" fmla="*/ 54 h 55"/>
                <a:gd name="T16" fmla="*/ 7 w 37"/>
                <a:gd name="T17" fmla="*/ 54 h 55"/>
                <a:gd name="T18" fmla="*/ 0 w 37"/>
                <a:gd name="T19" fmla="*/ 41 h 55"/>
                <a:gd name="T20" fmla="*/ 0 w 37"/>
                <a:gd name="T21" fmla="*/ 41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7"/>
                <a:gd name="T34" fmla="*/ 0 h 55"/>
                <a:gd name="T35" fmla="*/ 37 w 37"/>
                <a:gd name="T36" fmla="*/ 55 h 5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7" h="55">
                  <a:moveTo>
                    <a:pt x="0" y="41"/>
                  </a:moveTo>
                  <a:lnTo>
                    <a:pt x="0" y="41"/>
                  </a:lnTo>
                  <a:lnTo>
                    <a:pt x="3" y="15"/>
                  </a:lnTo>
                  <a:lnTo>
                    <a:pt x="31" y="0"/>
                  </a:lnTo>
                  <a:lnTo>
                    <a:pt x="26" y="21"/>
                  </a:lnTo>
                  <a:lnTo>
                    <a:pt x="36" y="27"/>
                  </a:lnTo>
                  <a:lnTo>
                    <a:pt x="18" y="39"/>
                  </a:lnTo>
                  <a:lnTo>
                    <a:pt x="18" y="54"/>
                  </a:lnTo>
                  <a:lnTo>
                    <a:pt x="7" y="54"/>
                  </a:lnTo>
                  <a:lnTo>
                    <a:pt x="0" y="4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8" name="Freeform 755">
              <a:extLst>
                <a:ext uri="{FF2B5EF4-FFF2-40B4-BE49-F238E27FC236}">
                  <a16:creationId xmlns:a16="http://schemas.microsoft.com/office/drawing/2014/main" id="{A6AD3D4E-C105-3757-4C30-C490AE0B3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588"/>
              <a:ext cx="13" cy="7"/>
            </a:xfrm>
            <a:custGeom>
              <a:avLst/>
              <a:gdLst>
                <a:gd name="T0" fmla="*/ 0 w 13"/>
                <a:gd name="T1" fmla="*/ 6 h 7"/>
                <a:gd name="T2" fmla="*/ 0 w 13"/>
                <a:gd name="T3" fmla="*/ 6 h 7"/>
                <a:gd name="T4" fmla="*/ 10 w 13"/>
                <a:gd name="T5" fmla="*/ 0 h 7"/>
                <a:gd name="T6" fmla="*/ 12 w 13"/>
                <a:gd name="T7" fmla="*/ 4 h 7"/>
                <a:gd name="T8" fmla="*/ 0 w 13"/>
                <a:gd name="T9" fmla="*/ 6 h 7"/>
                <a:gd name="T10" fmla="*/ 0 w 13"/>
                <a:gd name="T11" fmla="*/ 6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7"/>
                <a:gd name="T20" fmla="*/ 13 w 13"/>
                <a:gd name="T21" fmla="*/ 7 h 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7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12" y="4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9" name="Freeform 756">
              <a:extLst>
                <a:ext uri="{FF2B5EF4-FFF2-40B4-BE49-F238E27FC236}">
                  <a16:creationId xmlns:a16="http://schemas.microsoft.com/office/drawing/2014/main" id="{2532BC82-CB5F-58AF-A767-B49DF330C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2576"/>
              <a:ext cx="22" cy="24"/>
            </a:xfrm>
            <a:custGeom>
              <a:avLst/>
              <a:gdLst>
                <a:gd name="T0" fmla="*/ 0 w 22"/>
                <a:gd name="T1" fmla="*/ 12 h 24"/>
                <a:gd name="T2" fmla="*/ 0 w 22"/>
                <a:gd name="T3" fmla="*/ 12 h 24"/>
                <a:gd name="T4" fmla="*/ 16 w 22"/>
                <a:gd name="T5" fmla="*/ 23 h 24"/>
                <a:gd name="T6" fmla="*/ 21 w 22"/>
                <a:gd name="T7" fmla="*/ 11 h 24"/>
                <a:gd name="T8" fmla="*/ 17 w 22"/>
                <a:gd name="T9" fmla="*/ 0 h 24"/>
                <a:gd name="T10" fmla="*/ 0 w 22"/>
                <a:gd name="T11" fmla="*/ 12 h 24"/>
                <a:gd name="T12" fmla="*/ 0 w 22"/>
                <a:gd name="T13" fmla="*/ 12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"/>
                <a:gd name="T22" fmla="*/ 0 h 24"/>
                <a:gd name="T23" fmla="*/ 22 w 2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" h="24">
                  <a:moveTo>
                    <a:pt x="0" y="12"/>
                  </a:moveTo>
                  <a:lnTo>
                    <a:pt x="0" y="12"/>
                  </a:lnTo>
                  <a:lnTo>
                    <a:pt x="16" y="23"/>
                  </a:lnTo>
                  <a:lnTo>
                    <a:pt x="21" y="11"/>
                  </a:lnTo>
                  <a:lnTo>
                    <a:pt x="17" y="0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0" name="Freeform 757">
            <a:extLst>
              <a:ext uri="{FF2B5EF4-FFF2-40B4-BE49-F238E27FC236}">
                <a16:creationId xmlns:a16="http://schemas.microsoft.com/office/drawing/2014/main" id="{B5C2EC73-D928-E033-140A-DF93C91FAD45}"/>
              </a:ext>
            </a:extLst>
          </p:cNvPr>
          <p:cNvSpPr>
            <a:spLocks/>
          </p:cNvSpPr>
          <p:nvPr/>
        </p:nvSpPr>
        <p:spPr bwMode="auto">
          <a:xfrm>
            <a:off x="4373887" y="4089879"/>
            <a:ext cx="170821" cy="250131"/>
          </a:xfrm>
          <a:custGeom>
            <a:avLst/>
            <a:gdLst>
              <a:gd name="T0" fmla="*/ 0 w 149"/>
              <a:gd name="T1" fmla="*/ 39536435 h 224"/>
              <a:gd name="T2" fmla="*/ 0 w 149"/>
              <a:gd name="T3" fmla="*/ 39536435 h 224"/>
              <a:gd name="T4" fmla="*/ 15539579 w 149"/>
              <a:gd name="T5" fmla="*/ 27504408 h 224"/>
              <a:gd name="T6" fmla="*/ 38847698 w 149"/>
              <a:gd name="T7" fmla="*/ 51569784 h 224"/>
              <a:gd name="T8" fmla="*/ 83910746 w 149"/>
              <a:gd name="T9" fmla="*/ 55007506 h 224"/>
              <a:gd name="T10" fmla="*/ 108773316 w 149"/>
              <a:gd name="T11" fmla="*/ 41256607 h 224"/>
              <a:gd name="T12" fmla="*/ 116543103 w 149"/>
              <a:gd name="T13" fmla="*/ 8595619 h 224"/>
              <a:gd name="T14" fmla="*/ 158498456 w 149"/>
              <a:gd name="T15" fmla="*/ 0 h 224"/>
              <a:gd name="T16" fmla="*/ 180253400 w 149"/>
              <a:gd name="T17" fmla="*/ 12033343 h 224"/>
              <a:gd name="T18" fmla="*/ 177144488 w 149"/>
              <a:gd name="T19" fmla="*/ 39536435 h 224"/>
              <a:gd name="T20" fmla="*/ 169375947 w 149"/>
              <a:gd name="T21" fmla="*/ 67040844 h 224"/>
              <a:gd name="T22" fmla="*/ 198899392 w 149"/>
              <a:gd name="T23" fmla="*/ 99701845 h 224"/>
              <a:gd name="T24" fmla="*/ 181806609 w 149"/>
              <a:gd name="T25" fmla="*/ 123768522 h 224"/>
              <a:gd name="T26" fmla="*/ 203561514 w 149"/>
              <a:gd name="T27" fmla="*/ 166742669 h 224"/>
              <a:gd name="T28" fmla="*/ 194238517 w 149"/>
              <a:gd name="T29" fmla="*/ 204561585 h 224"/>
              <a:gd name="T30" fmla="*/ 229977293 w 149"/>
              <a:gd name="T31" fmla="*/ 283635746 h 224"/>
              <a:gd name="T32" fmla="*/ 149174213 w 149"/>
              <a:gd name="T33" fmla="*/ 359270956 h 224"/>
              <a:gd name="T34" fmla="*/ 51278369 w 149"/>
              <a:gd name="T35" fmla="*/ 383337633 h 224"/>
              <a:gd name="T36" fmla="*/ 46617494 w 149"/>
              <a:gd name="T37" fmla="*/ 367866572 h 224"/>
              <a:gd name="T38" fmla="*/ 15539579 w 149"/>
              <a:gd name="T39" fmla="*/ 357552095 h 224"/>
              <a:gd name="T40" fmla="*/ 10877457 w 149"/>
              <a:gd name="T41" fmla="*/ 281916885 h 224"/>
              <a:gd name="T42" fmla="*/ 104111194 w 149"/>
              <a:gd name="T43" fmla="*/ 201123863 h 224"/>
              <a:gd name="T44" fmla="*/ 73033274 w 149"/>
              <a:gd name="T45" fmla="*/ 161586086 h 224"/>
              <a:gd name="T46" fmla="*/ 62155821 w 149"/>
              <a:gd name="T47" fmla="*/ 80793043 h 224"/>
              <a:gd name="T48" fmla="*/ 0 w 149"/>
              <a:gd name="T49" fmla="*/ 39536435 h 224"/>
              <a:gd name="T50" fmla="*/ 0 w 149"/>
              <a:gd name="T51" fmla="*/ 39536435 h 22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49"/>
              <a:gd name="T79" fmla="*/ 0 h 224"/>
              <a:gd name="T80" fmla="*/ 149 w 149"/>
              <a:gd name="T81" fmla="*/ 224 h 22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49" h="224">
                <a:moveTo>
                  <a:pt x="0" y="23"/>
                </a:moveTo>
                <a:lnTo>
                  <a:pt x="0" y="23"/>
                </a:lnTo>
                <a:lnTo>
                  <a:pt x="10" y="16"/>
                </a:lnTo>
                <a:lnTo>
                  <a:pt x="25" y="30"/>
                </a:lnTo>
                <a:lnTo>
                  <a:pt x="54" y="32"/>
                </a:lnTo>
                <a:lnTo>
                  <a:pt x="70" y="24"/>
                </a:lnTo>
                <a:lnTo>
                  <a:pt x="75" y="5"/>
                </a:lnTo>
                <a:lnTo>
                  <a:pt x="102" y="0"/>
                </a:lnTo>
                <a:lnTo>
                  <a:pt x="116" y="7"/>
                </a:lnTo>
                <a:lnTo>
                  <a:pt x="114" y="23"/>
                </a:lnTo>
                <a:lnTo>
                  <a:pt x="109" y="39"/>
                </a:lnTo>
                <a:lnTo>
                  <a:pt x="128" y="58"/>
                </a:lnTo>
                <a:lnTo>
                  <a:pt x="117" y="72"/>
                </a:lnTo>
                <a:lnTo>
                  <a:pt x="131" y="97"/>
                </a:lnTo>
                <a:lnTo>
                  <a:pt x="125" y="119"/>
                </a:lnTo>
                <a:lnTo>
                  <a:pt x="148" y="165"/>
                </a:lnTo>
                <a:lnTo>
                  <a:pt x="96" y="209"/>
                </a:lnTo>
                <a:lnTo>
                  <a:pt x="33" y="223"/>
                </a:lnTo>
                <a:lnTo>
                  <a:pt x="30" y="214"/>
                </a:lnTo>
                <a:lnTo>
                  <a:pt x="10" y="208"/>
                </a:lnTo>
                <a:lnTo>
                  <a:pt x="7" y="164"/>
                </a:lnTo>
                <a:lnTo>
                  <a:pt x="67" y="117"/>
                </a:lnTo>
                <a:lnTo>
                  <a:pt x="47" y="94"/>
                </a:lnTo>
                <a:lnTo>
                  <a:pt x="40" y="47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1" name="Group 172">
            <a:extLst>
              <a:ext uri="{FF2B5EF4-FFF2-40B4-BE49-F238E27FC236}">
                <a16:creationId xmlns:a16="http://schemas.microsoft.com/office/drawing/2014/main" id="{203F29B0-8999-796A-1CED-B84C5F8B2928}"/>
              </a:ext>
            </a:extLst>
          </p:cNvPr>
          <p:cNvGrpSpPr>
            <a:grpSpLocks/>
          </p:cNvGrpSpPr>
          <p:nvPr/>
        </p:nvGrpSpPr>
        <p:grpSpPr bwMode="auto">
          <a:xfrm>
            <a:off x="3979683" y="4523888"/>
            <a:ext cx="219002" cy="185231"/>
            <a:chOff x="3019" y="2670"/>
            <a:chExt cx="190" cy="167"/>
          </a:xfrm>
          <a:solidFill>
            <a:schemeClr val="accent2"/>
          </a:solidFill>
        </p:grpSpPr>
        <p:sp>
          <p:nvSpPr>
            <p:cNvPr id="462" name="Freeform 759">
              <a:extLst>
                <a:ext uri="{FF2B5EF4-FFF2-40B4-BE49-F238E27FC236}">
                  <a16:creationId xmlns:a16="http://schemas.microsoft.com/office/drawing/2014/main" id="{F6B85649-ABF2-2885-2B98-B8F20A238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670"/>
              <a:ext cx="172" cy="150"/>
            </a:xfrm>
            <a:custGeom>
              <a:avLst/>
              <a:gdLst>
                <a:gd name="T0" fmla="*/ 0 w 172"/>
                <a:gd name="T1" fmla="*/ 45 h 150"/>
                <a:gd name="T2" fmla="*/ 0 w 172"/>
                <a:gd name="T3" fmla="*/ 45 h 150"/>
                <a:gd name="T4" fmla="*/ 5 w 172"/>
                <a:gd name="T5" fmla="*/ 58 h 150"/>
                <a:gd name="T6" fmla="*/ 41 w 172"/>
                <a:gd name="T7" fmla="*/ 67 h 150"/>
                <a:gd name="T8" fmla="*/ 35 w 172"/>
                <a:gd name="T9" fmla="*/ 75 h 150"/>
                <a:gd name="T10" fmla="*/ 48 w 172"/>
                <a:gd name="T11" fmla="*/ 84 h 150"/>
                <a:gd name="T12" fmla="*/ 53 w 172"/>
                <a:gd name="T13" fmla="*/ 101 h 150"/>
                <a:gd name="T14" fmla="*/ 38 w 172"/>
                <a:gd name="T15" fmla="*/ 133 h 150"/>
                <a:gd name="T16" fmla="*/ 81 w 172"/>
                <a:gd name="T17" fmla="*/ 145 h 150"/>
                <a:gd name="T18" fmla="*/ 85 w 172"/>
                <a:gd name="T19" fmla="*/ 147 h 150"/>
                <a:gd name="T20" fmla="*/ 105 w 172"/>
                <a:gd name="T21" fmla="*/ 149 h 150"/>
                <a:gd name="T22" fmla="*/ 105 w 172"/>
                <a:gd name="T23" fmla="*/ 137 h 150"/>
                <a:gd name="T24" fmla="*/ 117 w 172"/>
                <a:gd name="T25" fmla="*/ 130 h 150"/>
                <a:gd name="T26" fmla="*/ 145 w 172"/>
                <a:gd name="T27" fmla="*/ 138 h 150"/>
                <a:gd name="T28" fmla="*/ 163 w 172"/>
                <a:gd name="T29" fmla="*/ 125 h 150"/>
                <a:gd name="T30" fmla="*/ 153 w 172"/>
                <a:gd name="T31" fmla="*/ 107 h 150"/>
                <a:gd name="T32" fmla="*/ 157 w 172"/>
                <a:gd name="T33" fmla="*/ 90 h 150"/>
                <a:gd name="T34" fmla="*/ 143 w 172"/>
                <a:gd name="T35" fmla="*/ 80 h 150"/>
                <a:gd name="T36" fmla="*/ 163 w 172"/>
                <a:gd name="T37" fmla="*/ 60 h 150"/>
                <a:gd name="T38" fmla="*/ 171 w 172"/>
                <a:gd name="T39" fmla="*/ 38 h 150"/>
                <a:gd name="T40" fmla="*/ 146 w 172"/>
                <a:gd name="T41" fmla="*/ 28 h 150"/>
                <a:gd name="T42" fmla="*/ 139 w 172"/>
                <a:gd name="T43" fmla="*/ 26 h 150"/>
                <a:gd name="T44" fmla="*/ 100 w 172"/>
                <a:gd name="T45" fmla="*/ 0 h 150"/>
                <a:gd name="T46" fmla="*/ 86 w 172"/>
                <a:gd name="T47" fmla="*/ 4 h 150"/>
                <a:gd name="T48" fmla="*/ 71 w 172"/>
                <a:gd name="T49" fmla="*/ 29 h 150"/>
                <a:gd name="T50" fmla="*/ 38 w 172"/>
                <a:gd name="T51" fmla="*/ 25 h 150"/>
                <a:gd name="T52" fmla="*/ 43 w 172"/>
                <a:gd name="T53" fmla="*/ 44 h 150"/>
                <a:gd name="T54" fmla="*/ 0 w 172"/>
                <a:gd name="T55" fmla="*/ 45 h 150"/>
                <a:gd name="T56" fmla="*/ 0 w 172"/>
                <a:gd name="T57" fmla="*/ 45 h 1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72"/>
                <a:gd name="T88" fmla="*/ 0 h 150"/>
                <a:gd name="T89" fmla="*/ 172 w 172"/>
                <a:gd name="T90" fmla="*/ 150 h 1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72" h="150">
                  <a:moveTo>
                    <a:pt x="0" y="45"/>
                  </a:moveTo>
                  <a:lnTo>
                    <a:pt x="0" y="45"/>
                  </a:lnTo>
                  <a:lnTo>
                    <a:pt x="5" y="58"/>
                  </a:lnTo>
                  <a:lnTo>
                    <a:pt x="41" y="67"/>
                  </a:lnTo>
                  <a:lnTo>
                    <a:pt x="35" y="75"/>
                  </a:lnTo>
                  <a:lnTo>
                    <a:pt x="48" y="84"/>
                  </a:lnTo>
                  <a:lnTo>
                    <a:pt x="53" y="101"/>
                  </a:lnTo>
                  <a:lnTo>
                    <a:pt x="38" y="133"/>
                  </a:lnTo>
                  <a:lnTo>
                    <a:pt x="81" y="145"/>
                  </a:lnTo>
                  <a:lnTo>
                    <a:pt x="85" y="147"/>
                  </a:lnTo>
                  <a:lnTo>
                    <a:pt x="105" y="149"/>
                  </a:lnTo>
                  <a:lnTo>
                    <a:pt x="105" y="137"/>
                  </a:lnTo>
                  <a:lnTo>
                    <a:pt x="117" y="130"/>
                  </a:lnTo>
                  <a:lnTo>
                    <a:pt x="145" y="138"/>
                  </a:lnTo>
                  <a:lnTo>
                    <a:pt x="163" y="125"/>
                  </a:lnTo>
                  <a:lnTo>
                    <a:pt x="153" y="107"/>
                  </a:lnTo>
                  <a:lnTo>
                    <a:pt x="157" y="90"/>
                  </a:lnTo>
                  <a:lnTo>
                    <a:pt x="143" y="80"/>
                  </a:lnTo>
                  <a:lnTo>
                    <a:pt x="163" y="60"/>
                  </a:lnTo>
                  <a:lnTo>
                    <a:pt x="171" y="38"/>
                  </a:lnTo>
                  <a:lnTo>
                    <a:pt x="146" y="28"/>
                  </a:lnTo>
                  <a:lnTo>
                    <a:pt x="139" y="26"/>
                  </a:lnTo>
                  <a:lnTo>
                    <a:pt x="100" y="0"/>
                  </a:lnTo>
                  <a:lnTo>
                    <a:pt x="86" y="4"/>
                  </a:lnTo>
                  <a:lnTo>
                    <a:pt x="71" y="29"/>
                  </a:lnTo>
                  <a:lnTo>
                    <a:pt x="38" y="25"/>
                  </a:lnTo>
                  <a:lnTo>
                    <a:pt x="43" y="44"/>
                  </a:lnTo>
                  <a:lnTo>
                    <a:pt x="0" y="4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3" name="Freeform 760">
              <a:extLst>
                <a:ext uri="{FF2B5EF4-FFF2-40B4-BE49-F238E27FC236}">
                  <a16:creationId xmlns:a16="http://schemas.microsoft.com/office/drawing/2014/main" id="{3F0AE2FE-5D7E-C087-656A-72B55B84C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808"/>
              <a:ext cx="11" cy="29"/>
            </a:xfrm>
            <a:custGeom>
              <a:avLst/>
              <a:gdLst>
                <a:gd name="T0" fmla="*/ 0 w 11"/>
                <a:gd name="T1" fmla="*/ 14 h 29"/>
                <a:gd name="T2" fmla="*/ 0 w 11"/>
                <a:gd name="T3" fmla="*/ 14 h 29"/>
                <a:gd name="T4" fmla="*/ 9 w 11"/>
                <a:gd name="T5" fmla="*/ 28 h 29"/>
                <a:gd name="T6" fmla="*/ 10 w 11"/>
                <a:gd name="T7" fmla="*/ 0 h 29"/>
                <a:gd name="T8" fmla="*/ 0 w 11"/>
                <a:gd name="T9" fmla="*/ 14 h 29"/>
                <a:gd name="T10" fmla="*/ 0 w 11"/>
                <a:gd name="T11" fmla="*/ 14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"/>
                <a:gd name="T19" fmla="*/ 0 h 29"/>
                <a:gd name="T20" fmla="*/ 11 w 11"/>
                <a:gd name="T21" fmla="*/ 29 h 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" h="29">
                  <a:moveTo>
                    <a:pt x="0" y="14"/>
                  </a:moveTo>
                  <a:lnTo>
                    <a:pt x="0" y="14"/>
                  </a:lnTo>
                  <a:lnTo>
                    <a:pt x="9" y="28"/>
                  </a:lnTo>
                  <a:lnTo>
                    <a:pt x="10" y="0"/>
                  </a:lnTo>
                  <a:lnTo>
                    <a:pt x="0" y="1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4" name="Freeform 761">
            <a:extLst>
              <a:ext uri="{FF2B5EF4-FFF2-40B4-BE49-F238E27FC236}">
                <a16:creationId xmlns:a16="http://schemas.microsoft.com/office/drawing/2014/main" id="{39021E7C-2EA9-4353-3B74-3D274C9A645E}"/>
              </a:ext>
            </a:extLst>
          </p:cNvPr>
          <p:cNvSpPr>
            <a:spLocks/>
          </p:cNvSpPr>
          <p:nvPr/>
        </p:nvSpPr>
        <p:spPr bwMode="auto">
          <a:xfrm>
            <a:off x="4146124" y="4446822"/>
            <a:ext cx="132860" cy="147375"/>
          </a:xfrm>
          <a:custGeom>
            <a:avLst/>
            <a:gdLst>
              <a:gd name="T0" fmla="*/ 0 w 119"/>
              <a:gd name="T1" fmla="*/ 91405696 h 133"/>
              <a:gd name="T2" fmla="*/ 0 w 119"/>
              <a:gd name="T3" fmla="*/ 91405696 h 133"/>
              <a:gd name="T4" fmla="*/ 0 w 119"/>
              <a:gd name="T5" fmla="*/ 128645278 h 133"/>
              <a:gd name="T6" fmla="*/ 1473755 w 119"/>
              <a:gd name="T7" fmla="*/ 145571769 h 133"/>
              <a:gd name="T8" fmla="*/ 4421266 w 119"/>
              <a:gd name="T9" fmla="*/ 164192211 h 133"/>
              <a:gd name="T10" fmla="*/ 41263940 w 119"/>
              <a:gd name="T11" fmla="*/ 181118743 h 133"/>
              <a:gd name="T12" fmla="*/ 29473892 w 119"/>
              <a:gd name="T13" fmla="*/ 218358325 h 133"/>
              <a:gd name="T14" fmla="*/ 69264067 w 119"/>
              <a:gd name="T15" fmla="*/ 223436272 h 133"/>
              <a:gd name="T16" fmla="*/ 137055594 w 119"/>
              <a:gd name="T17" fmla="*/ 221743623 h 133"/>
              <a:gd name="T18" fmla="*/ 154739438 w 119"/>
              <a:gd name="T19" fmla="*/ 186196690 h 133"/>
              <a:gd name="T20" fmla="*/ 119370536 w 119"/>
              <a:gd name="T21" fmla="*/ 140493822 h 133"/>
              <a:gd name="T22" fmla="*/ 162108250 w 119"/>
              <a:gd name="T23" fmla="*/ 115104085 h 133"/>
              <a:gd name="T24" fmla="*/ 173898288 w 119"/>
              <a:gd name="T25" fmla="*/ 123567330 h 133"/>
              <a:gd name="T26" fmla="*/ 162108250 w 119"/>
              <a:gd name="T27" fmla="*/ 33854294 h 133"/>
              <a:gd name="T28" fmla="*/ 129686820 w 119"/>
              <a:gd name="T29" fmla="*/ 11848549 h 133"/>
              <a:gd name="T30" fmla="*/ 94317918 w 119"/>
              <a:gd name="T31" fmla="*/ 27083697 h 133"/>
              <a:gd name="T32" fmla="*/ 100212937 w 119"/>
              <a:gd name="T33" fmla="*/ 16926496 h 133"/>
              <a:gd name="T34" fmla="*/ 69264067 w 119"/>
              <a:gd name="T35" fmla="*/ 0 h 133"/>
              <a:gd name="T36" fmla="*/ 53053978 w 119"/>
              <a:gd name="T37" fmla="*/ 0 h 133"/>
              <a:gd name="T38" fmla="*/ 53053978 w 119"/>
              <a:gd name="T39" fmla="*/ 49088146 h 133"/>
              <a:gd name="T40" fmla="*/ 33895156 w 119"/>
              <a:gd name="T41" fmla="*/ 35546943 h 133"/>
              <a:gd name="T42" fmla="*/ 23578873 w 119"/>
              <a:gd name="T43" fmla="*/ 50780795 h 133"/>
              <a:gd name="T44" fmla="*/ 20632577 w 119"/>
              <a:gd name="T45" fmla="*/ 81249781 h 133"/>
              <a:gd name="T46" fmla="*/ 0 w 119"/>
              <a:gd name="T47" fmla="*/ 91405696 h 133"/>
              <a:gd name="T48" fmla="*/ 0 w 119"/>
              <a:gd name="T49" fmla="*/ 91405696 h 133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19"/>
              <a:gd name="T76" fmla="*/ 0 h 133"/>
              <a:gd name="T77" fmla="*/ 119 w 119"/>
              <a:gd name="T78" fmla="*/ 133 h 133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19" h="133">
                <a:moveTo>
                  <a:pt x="0" y="54"/>
                </a:moveTo>
                <a:lnTo>
                  <a:pt x="0" y="54"/>
                </a:lnTo>
                <a:lnTo>
                  <a:pt x="0" y="76"/>
                </a:lnTo>
                <a:lnTo>
                  <a:pt x="1" y="86"/>
                </a:lnTo>
                <a:lnTo>
                  <a:pt x="3" y="97"/>
                </a:lnTo>
                <a:lnTo>
                  <a:pt x="28" y="107"/>
                </a:lnTo>
                <a:lnTo>
                  <a:pt x="20" y="129"/>
                </a:lnTo>
                <a:lnTo>
                  <a:pt x="47" y="132"/>
                </a:lnTo>
                <a:lnTo>
                  <a:pt x="93" y="131"/>
                </a:lnTo>
                <a:lnTo>
                  <a:pt x="105" y="110"/>
                </a:lnTo>
                <a:lnTo>
                  <a:pt x="81" y="83"/>
                </a:lnTo>
                <a:lnTo>
                  <a:pt x="110" y="68"/>
                </a:lnTo>
                <a:lnTo>
                  <a:pt x="118" y="73"/>
                </a:lnTo>
                <a:lnTo>
                  <a:pt x="110" y="20"/>
                </a:lnTo>
                <a:lnTo>
                  <a:pt x="88" y="7"/>
                </a:lnTo>
                <a:lnTo>
                  <a:pt x="64" y="16"/>
                </a:lnTo>
                <a:lnTo>
                  <a:pt x="68" y="10"/>
                </a:lnTo>
                <a:lnTo>
                  <a:pt x="47" y="0"/>
                </a:lnTo>
                <a:lnTo>
                  <a:pt x="36" y="0"/>
                </a:lnTo>
                <a:lnTo>
                  <a:pt x="36" y="29"/>
                </a:lnTo>
                <a:lnTo>
                  <a:pt x="23" y="21"/>
                </a:lnTo>
                <a:lnTo>
                  <a:pt x="16" y="30"/>
                </a:lnTo>
                <a:lnTo>
                  <a:pt x="14" y="48"/>
                </a:lnTo>
                <a:lnTo>
                  <a:pt x="0" y="5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5" name="Group 176">
            <a:extLst>
              <a:ext uri="{FF2B5EF4-FFF2-40B4-BE49-F238E27FC236}">
                <a16:creationId xmlns:a16="http://schemas.microsoft.com/office/drawing/2014/main" id="{02347C0F-0E19-7E20-BA29-6EE98FE85130}"/>
              </a:ext>
            </a:extLst>
          </p:cNvPr>
          <p:cNvGrpSpPr>
            <a:grpSpLocks/>
          </p:cNvGrpSpPr>
          <p:nvPr/>
        </p:nvGrpSpPr>
        <p:grpSpPr bwMode="auto">
          <a:xfrm>
            <a:off x="4366586" y="4699653"/>
            <a:ext cx="100741" cy="117629"/>
            <a:chOff x="3356" y="2828"/>
            <a:chExt cx="86" cy="106"/>
          </a:xfrm>
          <a:solidFill>
            <a:schemeClr val="accent2"/>
          </a:solidFill>
        </p:grpSpPr>
        <p:sp>
          <p:nvSpPr>
            <p:cNvPr id="466" name="Freeform 763">
              <a:extLst>
                <a:ext uri="{FF2B5EF4-FFF2-40B4-BE49-F238E27FC236}">
                  <a16:creationId xmlns:a16="http://schemas.microsoft.com/office/drawing/2014/main" id="{6D922B9E-0EA8-84A9-6D93-AE605B9A2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6" y="2828"/>
              <a:ext cx="86" cy="86"/>
            </a:xfrm>
            <a:custGeom>
              <a:avLst/>
              <a:gdLst>
                <a:gd name="T0" fmla="*/ 0 w 86"/>
                <a:gd name="T1" fmla="*/ 34 h 86"/>
                <a:gd name="T2" fmla="*/ 0 w 86"/>
                <a:gd name="T3" fmla="*/ 34 h 86"/>
                <a:gd name="T4" fmla="*/ 11 w 86"/>
                <a:gd name="T5" fmla="*/ 15 h 86"/>
                <a:gd name="T6" fmla="*/ 38 w 86"/>
                <a:gd name="T7" fmla="*/ 8 h 86"/>
                <a:gd name="T8" fmla="*/ 72 w 86"/>
                <a:gd name="T9" fmla="*/ 8 h 86"/>
                <a:gd name="T10" fmla="*/ 85 w 86"/>
                <a:gd name="T11" fmla="*/ 0 h 86"/>
                <a:gd name="T12" fmla="*/ 80 w 86"/>
                <a:gd name="T13" fmla="*/ 18 h 86"/>
                <a:gd name="T14" fmla="*/ 57 w 86"/>
                <a:gd name="T15" fmla="*/ 14 h 86"/>
                <a:gd name="T16" fmla="*/ 46 w 86"/>
                <a:gd name="T17" fmla="*/ 29 h 86"/>
                <a:gd name="T18" fmla="*/ 33 w 86"/>
                <a:gd name="T19" fmla="*/ 21 h 86"/>
                <a:gd name="T20" fmla="*/ 42 w 86"/>
                <a:gd name="T21" fmla="*/ 43 h 86"/>
                <a:gd name="T22" fmla="*/ 31 w 86"/>
                <a:gd name="T23" fmla="*/ 48 h 86"/>
                <a:gd name="T24" fmla="*/ 52 w 86"/>
                <a:gd name="T25" fmla="*/ 57 h 86"/>
                <a:gd name="T26" fmla="*/ 52 w 86"/>
                <a:gd name="T27" fmla="*/ 66 h 86"/>
                <a:gd name="T28" fmla="*/ 35 w 86"/>
                <a:gd name="T29" fmla="*/ 69 h 86"/>
                <a:gd name="T30" fmla="*/ 41 w 86"/>
                <a:gd name="T31" fmla="*/ 85 h 86"/>
                <a:gd name="T32" fmla="*/ 20 w 86"/>
                <a:gd name="T33" fmla="*/ 80 h 86"/>
                <a:gd name="T34" fmla="*/ 14 w 86"/>
                <a:gd name="T35" fmla="*/ 65 h 86"/>
                <a:gd name="T36" fmla="*/ 41 w 86"/>
                <a:gd name="T37" fmla="*/ 58 h 86"/>
                <a:gd name="T38" fmla="*/ 14 w 86"/>
                <a:gd name="T39" fmla="*/ 56 h 86"/>
                <a:gd name="T40" fmla="*/ 0 w 86"/>
                <a:gd name="T41" fmla="*/ 34 h 86"/>
                <a:gd name="T42" fmla="*/ 0 w 86"/>
                <a:gd name="T43" fmla="*/ 34 h 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6"/>
                <a:gd name="T67" fmla="*/ 0 h 86"/>
                <a:gd name="T68" fmla="*/ 86 w 86"/>
                <a:gd name="T69" fmla="*/ 86 h 8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6" h="86">
                  <a:moveTo>
                    <a:pt x="0" y="34"/>
                  </a:moveTo>
                  <a:lnTo>
                    <a:pt x="0" y="34"/>
                  </a:lnTo>
                  <a:lnTo>
                    <a:pt x="11" y="15"/>
                  </a:lnTo>
                  <a:lnTo>
                    <a:pt x="38" y="8"/>
                  </a:lnTo>
                  <a:lnTo>
                    <a:pt x="72" y="8"/>
                  </a:lnTo>
                  <a:lnTo>
                    <a:pt x="85" y="0"/>
                  </a:lnTo>
                  <a:lnTo>
                    <a:pt x="80" y="18"/>
                  </a:lnTo>
                  <a:lnTo>
                    <a:pt x="57" y="14"/>
                  </a:lnTo>
                  <a:lnTo>
                    <a:pt x="46" y="29"/>
                  </a:lnTo>
                  <a:lnTo>
                    <a:pt x="33" y="21"/>
                  </a:lnTo>
                  <a:lnTo>
                    <a:pt x="42" y="43"/>
                  </a:lnTo>
                  <a:lnTo>
                    <a:pt x="31" y="48"/>
                  </a:lnTo>
                  <a:lnTo>
                    <a:pt x="52" y="57"/>
                  </a:lnTo>
                  <a:lnTo>
                    <a:pt x="52" y="66"/>
                  </a:lnTo>
                  <a:lnTo>
                    <a:pt x="35" y="69"/>
                  </a:lnTo>
                  <a:lnTo>
                    <a:pt x="41" y="85"/>
                  </a:lnTo>
                  <a:lnTo>
                    <a:pt x="20" y="80"/>
                  </a:lnTo>
                  <a:lnTo>
                    <a:pt x="14" y="65"/>
                  </a:lnTo>
                  <a:lnTo>
                    <a:pt x="41" y="58"/>
                  </a:lnTo>
                  <a:lnTo>
                    <a:pt x="14" y="56"/>
                  </a:lnTo>
                  <a:lnTo>
                    <a:pt x="0" y="3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7" name="Freeform 764">
              <a:extLst>
                <a:ext uri="{FF2B5EF4-FFF2-40B4-BE49-F238E27FC236}">
                  <a16:creationId xmlns:a16="http://schemas.microsoft.com/office/drawing/2014/main" id="{546BF6E1-83CE-A247-40FD-E8FDEC23B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927"/>
              <a:ext cx="41" cy="7"/>
            </a:xfrm>
            <a:custGeom>
              <a:avLst/>
              <a:gdLst>
                <a:gd name="T0" fmla="*/ 0 w 41"/>
                <a:gd name="T1" fmla="*/ 6 h 7"/>
                <a:gd name="T2" fmla="*/ 0 w 41"/>
                <a:gd name="T3" fmla="*/ 6 h 7"/>
                <a:gd name="T4" fmla="*/ 3 w 41"/>
                <a:gd name="T5" fmla="*/ 0 h 7"/>
                <a:gd name="T6" fmla="*/ 40 w 41"/>
                <a:gd name="T7" fmla="*/ 6 h 7"/>
                <a:gd name="T8" fmla="*/ 13 w 41"/>
                <a:gd name="T9" fmla="*/ 6 h 7"/>
                <a:gd name="T10" fmla="*/ 0 w 41"/>
                <a:gd name="T11" fmla="*/ 6 h 7"/>
                <a:gd name="T12" fmla="*/ 0 w 41"/>
                <a:gd name="T13" fmla="*/ 6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1"/>
                <a:gd name="T22" fmla="*/ 0 h 7"/>
                <a:gd name="T23" fmla="*/ 41 w 41"/>
                <a:gd name="T24" fmla="*/ 7 h 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1" h="7">
                  <a:moveTo>
                    <a:pt x="0" y="6"/>
                  </a:moveTo>
                  <a:lnTo>
                    <a:pt x="0" y="6"/>
                  </a:lnTo>
                  <a:lnTo>
                    <a:pt x="3" y="0"/>
                  </a:lnTo>
                  <a:lnTo>
                    <a:pt x="40" y="6"/>
                  </a:lnTo>
                  <a:lnTo>
                    <a:pt x="13" y="6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8" name="Freeform 765">
            <a:extLst>
              <a:ext uri="{FF2B5EF4-FFF2-40B4-BE49-F238E27FC236}">
                <a16:creationId xmlns:a16="http://schemas.microsoft.com/office/drawing/2014/main" id="{D741C466-49EC-8CAE-57D2-7DE127AB327D}"/>
              </a:ext>
            </a:extLst>
          </p:cNvPr>
          <p:cNvSpPr>
            <a:spLocks/>
          </p:cNvSpPr>
          <p:nvPr/>
        </p:nvSpPr>
        <p:spPr bwMode="auto">
          <a:xfrm>
            <a:off x="4300886" y="4575268"/>
            <a:ext cx="108042" cy="52729"/>
          </a:xfrm>
          <a:custGeom>
            <a:avLst/>
            <a:gdLst>
              <a:gd name="T0" fmla="*/ 0 w 93"/>
              <a:gd name="T1" fmla="*/ 44700470 h 49"/>
              <a:gd name="T2" fmla="*/ 0 w 93"/>
              <a:gd name="T3" fmla="*/ 44700470 h 49"/>
              <a:gd name="T4" fmla="*/ 22337937 w 93"/>
              <a:gd name="T5" fmla="*/ 12771562 h 49"/>
              <a:gd name="T6" fmla="*/ 52655329 w 93"/>
              <a:gd name="T7" fmla="*/ 20754422 h 49"/>
              <a:gd name="T8" fmla="*/ 102118623 w 93"/>
              <a:gd name="T9" fmla="*/ 0 h 49"/>
              <a:gd name="T10" fmla="*/ 132434743 w 93"/>
              <a:gd name="T11" fmla="*/ 4789967 h 49"/>
              <a:gd name="T12" fmla="*/ 146795741 w 93"/>
              <a:gd name="T13" fmla="*/ 15964451 h 49"/>
              <a:gd name="T14" fmla="*/ 90949660 w 93"/>
              <a:gd name="T15" fmla="*/ 67050695 h 49"/>
              <a:gd name="T16" fmla="*/ 43081751 w 93"/>
              <a:gd name="T17" fmla="*/ 76629363 h 49"/>
              <a:gd name="T18" fmla="*/ 0 w 93"/>
              <a:gd name="T19" fmla="*/ 44700470 h 49"/>
              <a:gd name="T20" fmla="*/ 0 w 93"/>
              <a:gd name="T21" fmla="*/ 44700470 h 4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93"/>
              <a:gd name="T34" fmla="*/ 0 h 49"/>
              <a:gd name="T35" fmla="*/ 93 w 93"/>
              <a:gd name="T36" fmla="*/ 49 h 4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93" h="49">
                <a:moveTo>
                  <a:pt x="0" y="28"/>
                </a:moveTo>
                <a:lnTo>
                  <a:pt x="0" y="28"/>
                </a:lnTo>
                <a:lnTo>
                  <a:pt x="14" y="8"/>
                </a:lnTo>
                <a:lnTo>
                  <a:pt x="33" y="13"/>
                </a:lnTo>
                <a:lnTo>
                  <a:pt x="64" y="0"/>
                </a:lnTo>
                <a:lnTo>
                  <a:pt x="83" y="3"/>
                </a:lnTo>
                <a:lnTo>
                  <a:pt x="92" y="10"/>
                </a:lnTo>
                <a:lnTo>
                  <a:pt x="57" y="42"/>
                </a:lnTo>
                <a:lnTo>
                  <a:pt x="27" y="48"/>
                </a:lnTo>
                <a:lnTo>
                  <a:pt x="0" y="2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9" name="Group 180">
            <a:extLst>
              <a:ext uri="{FF2B5EF4-FFF2-40B4-BE49-F238E27FC236}">
                <a16:creationId xmlns:a16="http://schemas.microsoft.com/office/drawing/2014/main" id="{C6B58DD0-DFF8-EF1E-0E79-50115E89239B}"/>
              </a:ext>
            </a:extLst>
          </p:cNvPr>
          <p:cNvGrpSpPr>
            <a:grpSpLocks/>
          </p:cNvGrpSpPr>
          <p:nvPr/>
        </p:nvGrpSpPr>
        <p:grpSpPr bwMode="auto">
          <a:xfrm>
            <a:off x="4156344" y="4602294"/>
            <a:ext cx="185421" cy="190638"/>
            <a:chOff x="3172" y="2740"/>
            <a:chExt cx="161" cy="170"/>
          </a:xfrm>
          <a:solidFill>
            <a:schemeClr val="accent2"/>
          </a:solidFill>
        </p:grpSpPr>
        <p:sp>
          <p:nvSpPr>
            <p:cNvPr id="470" name="Freeform 767">
              <a:extLst>
                <a:ext uri="{FF2B5EF4-FFF2-40B4-BE49-F238E27FC236}">
                  <a16:creationId xmlns:a16="http://schemas.microsoft.com/office/drawing/2014/main" id="{40E3898D-F1AC-E91A-9F91-9DF0A16B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2740"/>
              <a:ext cx="161" cy="151"/>
            </a:xfrm>
            <a:custGeom>
              <a:avLst/>
              <a:gdLst>
                <a:gd name="T0" fmla="*/ 0 w 161"/>
                <a:gd name="T1" fmla="*/ 37 h 151"/>
                <a:gd name="T2" fmla="*/ 0 w 161"/>
                <a:gd name="T3" fmla="*/ 37 h 151"/>
                <a:gd name="T4" fmla="*/ 4 w 161"/>
                <a:gd name="T5" fmla="*/ 20 h 151"/>
                <a:gd name="T6" fmla="*/ 23 w 161"/>
                <a:gd name="T7" fmla="*/ 11 h 151"/>
                <a:gd name="T8" fmla="*/ 31 w 161"/>
                <a:gd name="T9" fmla="*/ 19 h 151"/>
                <a:gd name="T10" fmla="*/ 50 w 161"/>
                <a:gd name="T11" fmla="*/ 4 h 151"/>
                <a:gd name="T12" fmla="*/ 72 w 161"/>
                <a:gd name="T13" fmla="*/ 0 h 151"/>
                <a:gd name="T14" fmla="*/ 95 w 161"/>
                <a:gd name="T15" fmla="*/ 10 h 151"/>
                <a:gd name="T16" fmla="*/ 95 w 161"/>
                <a:gd name="T17" fmla="*/ 27 h 151"/>
                <a:gd name="T18" fmla="*/ 76 w 161"/>
                <a:gd name="T19" fmla="*/ 29 h 151"/>
                <a:gd name="T20" fmla="*/ 78 w 161"/>
                <a:gd name="T21" fmla="*/ 50 h 151"/>
                <a:gd name="T22" fmla="*/ 108 w 161"/>
                <a:gd name="T23" fmla="*/ 83 h 151"/>
                <a:gd name="T24" fmla="*/ 127 w 161"/>
                <a:gd name="T25" fmla="*/ 86 h 151"/>
                <a:gd name="T26" fmla="*/ 126 w 161"/>
                <a:gd name="T27" fmla="*/ 93 h 151"/>
                <a:gd name="T28" fmla="*/ 160 w 161"/>
                <a:gd name="T29" fmla="*/ 115 h 151"/>
                <a:gd name="T30" fmla="*/ 136 w 161"/>
                <a:gd name="T31" fmla="*/ 112 h 151"/>
                <a:gd name="T32" fmla="*/ 141 w 161"/>
                <a:gd name="T33" fmla="*/ 133 h 151"/>
                <a:gd name="T34" fmla="*/ 127 w 161"/>
                <a:gd name="T35" fmla="*/ 150 h 151"/>
                <a:gd name="T36" fmla="*/ 121 w 161"/>
                <a:gd name="T37" fmla="*/ 116 h 151"/>
                <a:gd name="T38" fmla="*/ 61 w 161"/>
                <a:gd name="T39" fmla="*/ 78 h 151"/>
                <a:gd name="T40" fmla="*/ 47 w 161"/>
                <a:gd name="T41" fmla="*/ 53 h 151"/>
                <a:gd name="T42" fmla="*/ 28 w 161"/>
                <a:gd name="T43" fmla="*/ 45 h 151"/>
                <a:gd name="T44" fmla="*/ 10 w 161"/>
                <a:gd name="T45" fmla="*/ 55 h 151"/>
                <a:gd name="T46" fmla="*/ 0 w 161"/>
                <a:gd name="T47" fmla="*/ 37 h 151"/>
                <a:gd name="T48" fmla="*/ 0 w 161"/>
                <a:gd name="T49" fmla="*/ 37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61"/>
                <a:gd name="T76" fmla="*/ 0 h 151"/>
                <a:gd name="T77" fmla="*/ 161 w 161"/>
                <a:gd name="T78" fmla="*/ 151 h 1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61" h="151">
                  <a:moveTo>
                    <a:pt x="0" y="37"/>
                  </a:moveTo>
                  <a:lnTo>
                    <a:pt x="0" y="37"/>
                  </a:lnTo>
                  <a:lnTo>
                    <a:pt x="4" y="20"/>
                  </a:lnTo>
                  <a:lnTo>
                    <a:pt x="23" y="11"/>
                  </a:lnTo>
                  <a:lnTo>
                    <a:pt x="31" y="19"/>
                  </a:lnTo>
                  <a:lnTo>
                    <a:pt x="50" y="4"/>
                  </a:lnTo>
                  <a:lnTo>
                    <a:pt x="72" y="0"/>
                  </a:lnTo>
                  <a:lnTo>
                    <a:pt x="95" y="10"/>
                  </a:lnTo>
                  <a:lnTo>
                    <a:pt x="95" y="27"/>
                  </a:lnTo>
                  <a:lnTo>
                    <a:pt x="76" y="29"/>
                  </a:lnTo>
                  <a:lnTo>
                    <a:pt x="78" y="50"/>
                  </a:lnTo>
                  <a:lnTo>
                    <a:pt x="108" y="83"/>
                  </a:lnTo>
                  <a:lnTo>
                    <a:pt x="127" y="86"/>
                  </a:lnTo>
                  <a:lnTo>
                    <a:pt x="126" y="93"/>
                  </a:lnTo>
                  <a:lnTo>
                    <a:pt x="160" y="115"/>
                  </a:lnTo>
                  <a:lnTo>
                    <a:pt x="136" y="112"/>
                  </a:lnTo>
                  <a:lnTo>
                    <a:pt x="141" y="133"/>
                  </a:lnTo>
                  <a:lnTo>
                    <a:pt x="127" y="150"/>
                  </a:lnTo>
                  <a:lnTo>
                    <a:pt x="121" y="116"/>
                  </a:lnTo>
                  <a:lnTo>
                    <a:pt x="61" y="78"/>
                  </a:lnTo>
                  <a:lnTo>
                    <a:pt x="47" y="53"/>
                  </a:lnTo>
                  <a:lnTo>
                    <a:pt x="28" y="45"/>
                  </a:lnTo>
                  <a:lnTo>
                    <a:pt x="10" y="55"/>
                  </a:lnTo>
                  <a:lnTo>
                    <a:pt x="0" y="3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1" name="Freeform 768">
              <a:extLst>
                <a:ext uri="{FF2B5EF4-FFF2-40B4-BE49-F238E27FC236}">
                  <a16:creationId xmlns:a16="http://schemas.microsoft.com/office/drawing/2014/main" id="{617B4F84-046A-1B8E-202A-F10B7CB03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2836"/>
              <a:ext cx="21" cy="38"/>
            </a:xfrm>
            <a:custGeom>
              <a:avLst/>
              <a:gdLst>
                <a:gd name="T0" fmla="*/ 0 w 21"/>
                <a:gd name="T1" fmla="*/ 6 h 38"/>
                <a:gd name="T2" fmla="*/ 0 w 21"/>
                <a:gd name="T3" fmla="*/ 6 h 38"/>
                <a:gd name="T4" fmla="*/ 4 w 21"/>
                <a:gd name="T5" fmla="*/ 34 h 38"/>
                <a:gd name="T6" fmla="*/ 12 w 21"/>
                <a:gd name="T7" fmla="*/ 37 h 38"/>
                <a:gd name="T8" fmla="*/ 20 w 21"/>
                <a:gd name="T9" fmla="*/ 15 h 38"/>
                <a:gd name="T10" fmla="*/ 13 w 21"/>
                <a:gd name="T11" fmla="*/ 0 h 38"/>
                <a:gd name="T12" fmla="*/ 0 w 21"/>
                <a:gd name="T13" fmla="*/ 6 h 38"/>
                <a:gd name="T14" fmla="*/ 0 w 21"/>
                <a:gd name="T15" fmla="*/ 6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"/>
                <a:gd name="T25" fmla="*/ 0 h 38"/>
                <a:gd name="T26" fmla="*/ 21 w 21"/>
                <a:gd name="T27" fmla="*/ 38 h 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" h="38">
                  <a:moveTo>
                    <a:pt x="0" y="6"/>
                  </a:moveTo>
                  <a:lnTo>
                    <a:pt x="0" y="6"/>
                  </a:lnTo>
                  <a:lnTo>
                    <a:pt x="4" y="34"/>
                  </a:lnTo>
                  <a:lnTo>
                    <a:pt x="12" y="37"/>
                  </a:lnTo>
                  <a:lnTo>
                    <a:pt x="20" y="15"/>
                  </a:lnTo>
                  <a:lnTo>
                    <a:pt x="13" y="0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2" name="Freeform 769">
              <a:extLst>
                <a:ext uri="{FF2B5EF4-FFF2-40B4-BE49-F238E27FC236}">
                  <a16:creationId xmlns:a16="http://schemas.microsoft.com/office/drawing/2014/main" id="{263F40ED-DFEE-CDC7-AA1A-CADDAEB00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2885"/>
              <a:ext cx="43" cy="25"/>
            </a:xfrm>
            <a:custGeom>
              <a:avLst/>
              <a:gdLst>
                <a:gd name="T0" fmla="*/ 0 w 43"/>
                <a:gd name="T1" fmla="*/ 5 h 25"/>
                <a:gd name="T2" fmla="*/ 0 w 43"/>
                <a:gd name="T3" fmla="*/ 5 h 25"/>
                <a:gd name="T4" fmla="*/ 35 w 43"/>
                <a:gd name="T5" fmla="*/ 24 h 25"/>
                <a:gd name="T6" fmla="*/ 42 w 43"/>
                <a:gd name="T7" fmla="*/ 0 h 25"/>
                <a:gd name="T8" fmla="*/ 0 w 43"/>
                <a:gd name="T9" fmla="*/ 5 h 25"/>
                <a:gd name="T10" fmla="*/ 0 w 43"/>
                <a:gd name="T11" fmla="*/ 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25"/>
                <a:gd name="T20" fmla="*/ 43 w 43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25">
                  <a:moveTo>
                    <a:pt x="0" y="5"/>
                  </a:moveTo>
                  <a:lnTo>
                    <a:pt x="0" y="5"/>
                  </a:lnTo>
                  <a:lnTo>
                    <a:pt x="35" y="24"/>
                  </a:lnTo>
                  <a:lnTo>
                    <a:pt x="42" y="0"/>
                  </a:lnTo>
                  <a:lnTo>
                    <a:pt x="0" y="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3" name="Freeform 770">
            <a:extLst>
              <a:ext uri="{FF2B5EF4-FFF2-40B4-BE49-F238E27FC236}">
                <a16:creationId xmlns:a16="http://schemas.microsoft.com/office/drawing/2014/main" id="{13407038-6252-10CD-9793-064B51ED5F4A}"/>
              </a:ext>
            </a:extLst>
          </p:cNvPr>
          <p:cNvSpPr>
            <a:spLocks/>
          </p:cNvSpPr>
          <p:nvPr/>
        </p:nvSpPr>
        <p:spPr bwMode="auto">
          <a:xfrm>
            <a:off x="4140285" y="4542819"/>
            <a:ext cx="8760" cy="14872"/>
          </a:xfrm>
          <a:custGeom>
            <a:avLst/>
            <a:gdLst>
              <a:gd name="T0" fmla="*/ 0 w 8"/>
              <a:gd name="T1" fmla="*/ 19058317 h 12"/>
              <a:gd name="T2" fmla="*/ 0 w 8"/>
              <a:gd name="T3" fmla="*/ 19058317 h 12"/>
              <a:gd name="T4" fmla="*/ 7087790 w 8"/>
              <a:gd name="T5" fmla="*/ 0 h 12"/>
              <a:gd name="T6" fmla="*/ 9922669 w 8"/>
              <a:gd name="T7" fmla="*/ 23292851 h 12"/>
              <a:gd name="T8" fmla="*/ 0 w 8"/>
              <a:gd name="T9" fmla="*/ 19058317 h 12"/>
              <a:gd name="T10" fmla="*/ 0 w 8"/>
              <a:gd name="T11" fmla="*/ 19058317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"/>
              <a:gd name="T19" fmla="*/ 0 h 12"/>
              <a:gd name="T20" fmla="*/ 8 w 8"/>
              <a:gd name="T21" fmla="*/ 12 h 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" h="12">
                <a:moveTo>
                  <a:pt x="0" y="9"/>
                </a:moveTo>
                <a:lnTo>
                  <a:pt x="0" y="9"/>
                </a:lnTo>
                <a:lnTo>
                  <a:pt x="5" y="0"/>
                </a:lnTo>
                <a:lnTo>
                  <a:pt x="7" y="11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4" name="Freeform 771">
            <a:extLst>
              <a:ext uri="{FF2B5EF4-FFF2-40B4-BE49-F238E27FC236}">
                <a16:creationId xmlns:a16="http://schemas.microsoft.com/office/drawing/2014/main" id="{0D8C3209-A9C4-CB3F-C112-E5CB1DD05E00}"/>
              </a:ext>
            </a:extLst>
          </p:cNvPr>
          <p:cNvSpPr>
            <a:spLocks/>
          </p:cNvSpPr>
          <p:nvPr/>
        </p:nvSpPr>
        <p:spPr bwMode="auto">
          <a:xfrm>
            <a:off x="4106704" y="4479272"/>
            <a:ext cx="58401" cy="54083"/>
          </a:xfrm>
          <a:custGeom>
            <a:avLst/>
            <a:gdLst>
              <a:gd name="T0" fmla="*/ 0 w 50"/>
              <a:gd name="T1" fmla="*/ 62062469 h 47"/>
              <a:gd name="T2" fmla="*/ 0 w 50"/>
              <a:gd name="T3" fmla="*/ 62062469 h 47"/>
              <a:gd name="T4" fmla="*/ 30645101 w 50"/>
              <a:gd name="T5" fmla="*/ 52936036 h 47"/>
              <a:gd name="T6" fmla="*/ 14516101 w 50"/>
              <a:gd name="T7" fmla="*/ 41982954 h 47"/>
              <a:gd name="T8" fmla="*/ 29032201 w 50"/>
              <a:gd name="T9" fmla="*/ 12777012 h 47"/>
              <a:gd name="T10" fmla="*/ 41935407 w 50"/>
              <a:gd name="T11" fmla="*/ 32856521 h 47"/>
              <a:gd name="T12" fmla="*/ 41935407 w 50"/>
              <a:gd name="T13" fmla="*/ 0 h 47"/>
              <a:gd name="T14" fmla="*/ 79032096 w 50"/>
              <a:gd name="T15" fmla="*/ 0 h 47"/>
              <a:gd name="T16" fmla="*/ 75806297 w 50"/>
              <a:gd name="T17" fmla="*/ 32856521 h 47"/>
              <a:gd name="T18" fmla="*/ 53225704 w 50"/>
              <a:gd name="T19" fmla="*/ 43809592 h 47"/>
              <a:gd name="T20" fmla="*/ 53225704 w 50"/>
              <a:gd name="T21" fmla="*/ 83967260 h 47"/>
              <a:gd name="T22" fmla="*/ 32258000 w 50"/>
              <a:gd name="T23" fmla="*/ 60237182 h 47"/>
              <a:gd name="T24" fmla="*/ 0 w 50"/>
              <a:gd name="T25" fmla="*/ 62062469 h 47"/>
              <a:gd name="T26" fmla="*/ 0 w 50"/>
              <a:gd name="T27" fmla="*/ 62062469 h 4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0"/>
              <a:gd name="T43" fmla="*/ 0 h 47"/>
              <a:gd name="T44" fmla="*/ 50 w 50"/>
              <a:gd name="T45" fmla="*/ 47 h 4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0" h="47">
                <a:moveTo>
                  <a:pt x="0" y="34"/>
                </a:moveTo>
                <a:lnTo>
                  <a:pt x="0" y="34"/>
                </a:lnTo>
                <a:lnTo>
                  <a:pt x="19" y="29"/>
                </a:lnTo>
                <a:lnTo>
                  <a:pt x="9" y="23"/>
                </a:lnTo>
                <a:lnTo>
                  <a:pt x="18" y="7"/>
                </a:lnTo>
                <a:lnTo>
                  <a:pt x="26" y="18"/>
                </a:lnTo>
                <a:lnTo>
                  <a:pt x="26" y="0"/>
                </a:lnTo>
                <a:lnTo>
                  <a:pt x="49" y="0"/>
                </a:lnTo>
                <a:lnTo>
                  <a:pt x="47" y="18"/>
                </a:lnTo>
                <a:lnTo>
                  <a:pt x="33" y="24"/>
                </a:lnTo>
                <a:lnTo>
                  <a:pt x="33" y="46"/>
                </a:lnTo>
                <a:lnTo>
                  <a:pt x="20" y="33"/>
                </a:lnTo>
                <a:lnTo>
                  <a:pt x="0" y="3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5" name="Freeform 772">
            <a:extLst>
              <a:ext uri="{FF2B5EF4-FFF2-40B4-BE49-F238E27FC236}">
                <a16:creationId xmlns:a16="http://schemas.microsoft.com/office/drawing/2014/main" id="{26B288BC-4DC4-B055-C199-2C43A22E8C8C}"/>
              </a:ext>
            </a:extLst>
          </p:cNvPr>
          <p:cNvSpPr>
            <a:spLocks/>
          </p:cNvSpPr>
          <p:nvPr/>
        </p:nvSpPr>
        <p:spPr bwMode="auto">
          <a:xfrm>
            <a:off x="4128604" y="4061487"/>
            <a:ext cx="405884" cy="316381"/>
          </a:xfrm>
          <a:custGeom>
            <a:avLst/>
            <a:gdLst>
              <a:gd name="T0" fmla="*/ 0 w 354"/>
              <a:gd name="T1" fmla="*/ 360167831 h 285"/>
              <a:gd name="T2" fmla="*/ 51288450 w 354"/>
              <a:gd name="T3" fmla="*/ 366963865 h 285"/>
              <a:gd name="T4" fmla="*/ 1554611 w 354"/>
              <a:gd name="T5" fmla="*/ 389049022 h 285"/>
              <a:gd name="T6" fmla="*/ 9325172 w 354"/>
              <a:gd name="T7" fmla="*/ 423027891 h 285"/>
              <a:gd name="T8" fmla="*/ 6217197 w 354"/>
              <a:gd name="T9" fmla="*/ 436618657 h 285"/>
              <a:gd name="T10" fmla="*/ 13987759 w 354"/>
              <a:gd name="T11" fmla="*/ 468897865 h 285"/>
              <a:gd name="T12" fmla="*/ 108795341 w 354"/>
              <a:gd name="T13" fmla="*/ 451909083 h 285"/>
              <a:gd name="T14" fmla="*/ 130553653 w 354"/>
              <a:gd name="T15" fmla="*/ 451909083 h 285"/>
              <a:gd name="T16" fmla="*/ 150758602 w 354"/>
              <a:gd name="T17" fmla="*/ 385652309 h 285"/>
              <a:gd name="T18" fmla="*/ 150758602 w 354"/>
              <a:gd name="T19" fmla="*/ 358469474 h 285"/>
              <a:gd name="T20" fmla="*/ 191168538 w 354"/>
              <a:gd name="T21" fmla="*/ 273524176 h 285"/>
              <a:gd name="T22" fmla="*/ 202048317 w 354"/>
              <a:gd name="T23" fmla="*/ 200471367 h 285"/>
              <a:gd name="T24" fmla="*/ 245566189 w 354"/>
              <a:gd name="T25" fmla="*/ 130815232 h 285"/>
              <a:gd name="T26" fmla="*/ 279758891 w 354"/>
              <a:gd name="T27" fmla="*/ 105332058 h 285"/>
              <a:gd name="T28" fmla="*/ 320167542 w 354"/>
              <a:gd name="T29" fmla="*/ 83246880 h 285"/>
              <a:gd name="T30" fmla="*/ 345035153 w 354"/>
              <a:gd name="T31" fmla="*/ 71354472 h 285"/>
              <a:gd name="T32" fmla="*/ 413420557 w 354"/>
              <a:gd name="T33" fmla="*/ 98536023 h 285"/>
              <a:gd name="T34" fmla="*/ 446058649 w 354"/>
              <a:gd name="T35" fmla="*/ 52666029 h 285"/>
              <a:gd name="T36" fmla="*/ 509781469 w 354"/>
              <a:gd name="T37" fmla="*/ 56064046 h 285"/>
              <a:gd name="T38" fmla="*/ 547083392 w 354"/>
              <a:gd name="T39" fmla="*/ 52666029 h 285"/>
              <a:gd name="T40" fmla="*/ 526878443 w 354"/>
              <a:gd name="T41" fmla="*/ 50967672 h 285"/>
              <a:gd name="T42" fmla="*/ 548636756 w 354"/>
              <a:gd name="T43" fmla="*/ 27182845 h 285"/>
              <a:gd name="T44" fmla="*/ 484913936 w 354"/>
              <a:gd name="T45" fmla="*/ 27182845 h 285"/>
              <a:gd name="T46" fmla="*/ 477143377 w 354"/>
              <a:gd name="T47" fmla="*/ 0 h 285"/>
              <a:gd name="T48" fmla="*/ 458493039 w 354"/>
              <a:gd name="T49" fmla="*/ 28881201 h 285"/>
              <a:gd name="T50" fmla="*/ 422745726 w 354"/>
              <a:gd name="T51" fmla="*/ 44171637 h 285"/>
              <a:gd name="T52" fmla="*/ 422745726 w 354"/>
              <a:gd name="T53" fmla="*/ 5096375 h 285"/>
              <a:gd name="T54" fmla="*/ 349697737 w 354"/>
              <a:gd name="T55" fmla="*/ 32279219 h 285"/>
              <a:gd name="T56" fmla="*/ 345035153 w 354"/>
              <a:gd name="T57" fmla="*/ 44171637 h 285"/>
              <a:gd name="T58" fmla="*/ 323276762 w 354"/>
              <a:gd name="T59" fmla="*/ 49268012 h 285"/>
              <a:gd name="T60" fmla="*/ 298409229 w 354"/>
              <a:gd name="T61" fmla="*/ 54364386 h 285"/>
              <a:gd name="T62" fmla="*/ 276649670 w 354"/>
              <a:gd name="T63" fmla="*/ 67956455 h 285"/>
              <a:gd name="T64" fmla="*/ 244011578 w 354"/>
              <a:gd name="T65" fmla="*/ 107031718 h 285"/>
              <a:gd name="T66" fmla="*/ 223806630 w 354"/>
              <a:gd name="T67" fmla="*/ 122320840 h 285"/>
              <a:gd name="T68" fmla="*/ 230023825 w 354"/>
              <a:gd name="T69" fmla="*/ 142707640 h 285"/>
              <a:gd name="T70" fmla="*/ 155421186 w 354"/>
              <a:gd name="T71" fmla="*/ 232750576 h 285"/>
              <a:gd name="T72" fmla="*/ 108795341 w 354"/>
              <a:gd name="T73" fmla="*/ 293910976 h 285"/>
              <a:gd name="T74" fmla="*/ 76155983 w 354"/>
              <a:gd name="T75" fmla="*/ 299007350 h 285"/>
              <a:gd name="T76" fmla="*/ 51288450 w 354"/>
              <a:gd name="T77" fmla="*/ 329588201 h 285"/>
              <a:gd name="T78" fmla="*/ 31084738 w 354"/>
              <a:gd name="T79" fmla="*/ 344877405 h 285"/>
              <a:gd name="T80" fmla="*/ 29530127 w 354"/>
              <a:gd name="T81" fmla="*/ 351673440 h 285"/>
              <a:gd name="T82" fmla="*/ 0 w 354"/>
              <a:gd name="T83" fmla="*/ 360167831 h 28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54"/>
              <a:gd name="T127" fmla="*/ 0 h 285"/>
              <a:gd name="T128" fmla="*/ 354 w 354"/>
              <a:gd name="T129" fmla="*/ 285 h 28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54" h="285">
                <a:moveTo>
                  <a:pt x="0" y="212"/>
                </a:moveTo>
                <a:lnTo>
                  <a:pt x="0" y="212"/>
                </a:lnTo>
                <a:lnTo>
                  <a:pt x="1" y="224"/>
                </a:lnTo>
                <a:lnTo>
                  <a:pt x="33" y="216"/>
                </a:lnTo>
                <a:lnTo>
                  <a:pt x="34" y="221"/>
                </a:lnTo>
                <a:lnTo>
                  <a:pt x="1" y="229"/>
                </a:lnTo>
                <a:lnTo>
                  <a:pt x="9" y="234"/>
                </a:lnTo>
                <a:lnTo>
                  <a:pt x="6" y="249"/>
                </a:lnTo>
                <a:lnTo>
                  <a:pt x="28" y="236"/>
                </a:lnTo>
                <a:lnTo>
                  <a:pt x="4" y="257"/>
                </a:lnTo>
                <a:lnTo>
                  <a:pt x="18" y="257"/>
                </a:lnTo>
                <a:lnTo>
                  <a:pt x="9" y="276"/>
                </a:lnTo>
                <a:lnTo>
                  <a:pt x="43" y="284"/>
                </a:lnTo>
                <a:lnTo>
                  <a:pt x="70" y="266"/>
                </a:lnTo>
                <a:lnTo>
                  <a:pt x="76" y="249"/>
                </a:lnTo>
                <a:lnTo>
                  <a:pt x="84" y="266"/>
                </a:lnTo>
                <a:lnTo>
                  <a:pt x="100" y="245"/>
                </a:lnTo>
                <a:lnTo>
                  <a:pt x="97" y="227"/>
                </a:lnTo>
                <a:lnTo>
                  <a:pt x="104" y="220"/>
                </a:lnTo>
                <a:lnTo>
                  <a:pt x="97" y="211"/>
                </a:lnTo>
                <a:lnTo>
                  <a:pt x="98" y="171"/>
                </a:lnTo>
                <a:lnTo>
                  <a:pt x="123" y="161"/>
                </a:lnTo>
                <a:lnTo>
                  <a:pt x="118" y="149"/>
                </a:lnTo>
                <a:lnTo>
                  <a:pt x="130" y="118"/>
                </a:lnTo>
                <a:lnTo>
                  <a:pt x="153" y="95"/>
                </a:lnTo>
                <a:lnTo>
                  <a:pt x="158" y="77"/>
                </a:lnTo>
                <a:lnTo>
                  <a:pt x="175" y="73"/>
                </a:lnTo>
                <a:lnTo>
                  <a:pt x="180" y="62"/>
                </a:lnTo>
                <a:lnTo>
                  <a:pt x="205" y="64"/>
                </a:lnTo>
                <a:lnTo>
                  <a:pt x="206" y="49"/>
                </a:lnTo>
                <a:lnTo>
                  <a:pt x="212" y="49"/>
                </a:lnTo>
                <a:lnTo>
                  <a:pt x="222" y="42"/>
                </a:lnTo>
                <a:lnTo>
                  <a:pt x="237" y="56"/>
                </a:lnTo>
                <a:lnTo>
                  <a:pt x="266" y="58"/>
                </a:lnTo>
                <a:lnTo>
                  <a:pt x="282" y="50"/>
                </a:lnTo>
                <a:lnTo>
                  <a:pt x="287" y="31"/>
                </a:lnTo>
                <a:lnTo>
                  <a:pt x="314" y="26"/>
                </a:lnTo>
                <a:lnTo>
                  <a:pt x="328" y="33"/>
                </a:lnTo>
                <a:lnTo>
                  <a:pt x="326" y="49"/>
                </a:lnTo>
                <a:lnTo>
                  <a:pt x="352" y="31"/>
                </a:lnTo>
                <a:lnTo>
                  <a:pt x="335" y="34"/>
                </a:lnTo>
                <a:lnTo>
                  <a:pt x="339" y="30"/>
                </a:lnTo>
                <a:lnTo>
                  <a:pt x="322" y="25"/>
                </a:lnTo>
                <a:lnTo>
                  <a:pt x="353" y="16"/>
                </a:lnTo>
                <a:lnTo>
                  <a:pt x="328" y="5"/>
                </a:lnTo>
                <a:lnTo>
                  <a:pt x="312" y="16"/>
                </a:lnTo>
                <a:lnTo>
                  <a:pt x="320" y="2"/>
                </a:lnTo>
                <a:lnTo>
                  <a:pt x="307" y="0"/>
                </a:lnTo>
                <a:lnTo>
                  <a:pt x="299" y="16"/>
                </a:lnTo>
                <a:lnTo>
                  <a:pt x="295" y="17"/>
                </a:lnTo>
                <a:lnTo>
                  <a:pt x="295" y="4"/>
                </a:lnTo>
                <a:lnTo>
                  <a:pt x="272" y="26"/>
                </a:lnTo>
                <a:lnTo>
                  <a:pt x="284" y="6"/>
                </a:lnTo>
                <a:lnTo>
                  <a:pt x="272" y="3"/>
                </a:lnTo>
                <a:lnTo>
                  <a:pt x="248" y="27"/>
                </a:lnTo>
                <a:lnTo>
                  <a:pt x="225" y="19"/>
                </a:lnTo>
                <a:lnTo>
                  <a:pt x="231" y="33"/>
                </a:lnTo>
                <a:lnTo>
                  <a:pt x="222" y="26"/>
                </a:lnTo>
                <a:lnTo>
                  <a:pt x="206" y="43"/>
                </a:lnTo>
                <a:lnTo>
                  <a:pt x="208" y="29"/>
                </a:lnTo>
                <a:lnTo>
                  <a:pt x="199" y="41"/>
                </a:lnTo>
                <a:lnTo>
                  <a:pt x="192" y="32"/>
                </a:lnTo>
                <a:lnTo>
                  <a:pt x="197" y="45"/>
                </a:lnTo>
                <a:lnTo>
                  <a:pt x="178" y="40"/>
                </a:lnTo>
                <a:lnTo>
                  <a:pt x="173" y="56"/>
                </a:lnTo>
                <a:lnTo>
                  <a:pt x="157" y="63"/>
                </a:lnTo>
                <a:lnTo>
                  <a:pt x="172" y="64"/>
                </a:lnTo>
                <a:lnTo>
                  <a:pt x="144" y="72"/>
                </a:lnTo>
                <a:lnTo>
                  <a:pt x="139" y="84"/>
                </a:lnTo>
                <a:lnTo>
                  <a:pt x="148" y="84"/>
                </a:lnTo>
                <a:lnTo>
                  <a:pt x="113" y="104"/>
                </a:lnTo>
                <a:lnTo>
                  <a:pt x="100" y="137"/>
                </a:lnTo>
                <a:lnTo>
                  <a:pt x="63" y="166"/>
                </a:lnTo>
                <a:lnTo>
                  <a:pt x="70" y="173"/>
                </a:lnTo>
                <a:lnTo>
                  <a:pt x="86" y="168"/>
                </a:lnTo>
                <a:lnTo>
                  <a:pt x="49" y="176"/>
                </a:lnTo>
                <a:lnTo>
                  <a:pt x="28" y="188"/>
                </a:lnTo>
                <a:lnTo>
                  <a:pt x="33" y="194"/>
                </a:lnTo>
                <a:lnTo>
                  <a:pt x="19" y="194"/>
                </a:lnTo>
                <a:lnTo>
                  <a:pt x="20" y="203"/>
                </a:lnTo>
                <a:lnTo>
                  <a:pt x="2" y="203"/>
                </a:lnTo>
                <a:lnTo>
                  <a:pt x="19" y="207"/>
                </a:lnTo>
                <a:lnTo>
                  <a:pt x="0" y="2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6" name="Freeform 773">
            <a:extLst>
              <a:ext uri="{FF2B5EF4-FFF2-40B4-BE49-F238E27FC236}">
                <a16:creationId xmlns:a16="http://schemas.microsoft.com/office/drawing/2014/main" id="{EB47C1E6-5D6A-2401-A270-B6789FC2D07E}"/>
              </a:ext>
            </a:extLst>
          </p:cNvPr>
          <p:cNvSpPr>
            <a:spLocks/>
          </p:cNvSpPr>
          <p:nvPr/>
        </p:nvSpPr>
        <p:spPr bwMode="auto">
          <a:xfrm>
            <a:off x="4271685" y="4449527"/>
            <a:ext cx="156221" cy="117629"/>
          </a:xfrm>
          <a:custGeom>
            <a:avLst/>
            <a:gdLst>
              <a:gd name="T0" fmla="*/ 0 w 137"/>
              <a:gd name="T1" fmla="*/ 32364034 h 103"/>
              <a:gd name="T2" fmla="*/ 0 w 137"/>
              <a:gd name="T3" fmla="*/ 32364034 h 103"/>
              <a:gd name="T4" fmla="*/ 12298256 w 137"/>
              <a:gd name="T5" fmla="*/ 129457475 h 103"/>
              <a:gd name="T6" fmla="*/ 122981312 w 137"/>
              <a:gd name="T7" fmla="*/ 178003552 h 103"/>
              <a:gd name="T8" fmla="*/ 175249229 w 137"/>
              <a:gd name="T9" fmla="*/ 183398003 h 103"/>
              <a:gd name="T10" fmla="*/ 209069110 w 137"/>
              <a:gd name="T11" fmla="*/ 134851926 h 103"/>
              <a:gd name="T12" fmla="*/ 192159789 w 137"/>
              <a:gd name="T13" fmla="*/ 79113269 h 103"/>
              <a:gd name="T14" fmla="*/ 204458040 w 137"/>
              <a:gd name="T15" fmla="*/ 66526217 h 103"/>
              <a:gd name="T16" fmla="*/ 196770858 w 137"/>
              <a:gd name="T17" fmla="*/ 23374623 h 103"/>
              <a:gd name="T18" fmla="*/ 116832806 w 137"/>
              <a:gd name="T19" fmla="*/ 8990754 h 103"/>
              <a:gd name="T20" fmla="*/ 66102345 w 137"/>
              <a:gd name="T21" fmla="*/ 0 h 103"/>
              <a:gd name="T22" fmla="*/ 0 w 137"/>
              <a:gd name="T23" fmla="*/ 32364034 h 103"/>
              <a:gd name="T24" fmla="*/ 0 w 137"/>
              <a:gd name="T25" fmla="*/ 32364034 h 10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7"/>
              <a:gd name="T40" fmla="*/ 0 h 103"/>
              <a:gd name="T41" fmla="*/ 137 w 137"/>
              <a:gd name="T42" fmla="*/ 103 h 10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7" h="103">
                <a:moveTo>
                  <a:pt x="0" y="18"/>
                </a:moveTo>
                <a:lnTo>
                  <a:pt x="0" y="18"/>
                </a:lnTo>
                <a:lnTo>
                  <a:pt x="8" y="72"/>
                </a:lnTo>
                <a:lnTo>
                  <a:pt x="80" y="99"/>
                </a:lnTo>
                <a:lnTo>
                  <a:pt x="114" y="102"/>
                </a:lnTo>
                <a:lnTo>
                  <a:pt x="136" y="75"/>
                </a:lnTo>
                <a:lnTo>
                  <a:pt x="125" y="44"/>
                </a:lnTo>
                <a:lnTo>
                  <a:pt x="133" y="37"/>
                </a:lnTo>
                <a:lnTo>
                  <a:pt x="128" y="13"/>
                </a:lnTo>
                <a:lnTo>
                  <a:pt x="76" y="5"/>
                </a:lnTo>
                <a:lnTo>
                  <a:pt x="43" y="0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7" name="Freeform 774">
            <a:extLst>
              <a:ext uri="{FF2B5EF4-FFF2-40B4-BE49-F238E27FC236}">
                <a16:creationId xmlns:a16="http://schemas.microsoft.com/office/drawing/2014/main" id="{D6B82462-101B-5567-A0CF-6CD34A0CAF71}"/>
              </a:ext>
            </a:extLst>
          </p:cNvPr>
          <p:cNvSpPr>
            <a:spLocks/>
          </p:cNvSpPr>
          <p:nvPr/>
        </p:nvSpPr>
        <p:spPr bwMode="auto">
          <a:xfrm>
            <a:off x="3908142" y="4699657"/>
            <a:ext cx="49641" cy="85178"/>
          </a:xfrm>
          <a:custGeom>
            <a:avLst/>
            <a:gdLst>
              <a:gd name="T0" fmla="*/ 0 w 44"/>
              <a:gd name="T1" fmla="*/ 82664452 h 77"/>
              <a:gd name="T2" fmla="*/ 0 w 44"/>
              <a:gd name="T3" fmla="*/ 82664452 h 77"/>
              <a:gd name="T4" fmla="*/ 10533713 w 44"/>
              <a:gd name="T5" fmla="*/ 0 h 77"/>
              <a:gd name="T6" fmla="*/ 64706208 w 44"/>
              <a:gd name="T7" fmla="*/ 5061646 h 77"/>
              <a:gd name="T8" fmla="*/ 40629686 w 44"/>
              <a:gd name="T9" fmla="*/ 59046043 h 77"/>
              <a:gd name="T10" fmla="*/ 40629686 w 44"/>
              <a:gd name="T11" fmla="*/ 124839645 h 77"/>
              <a:gd name="T12" fmla="*/ 9028545 w 44"/>
              <a:gd name="T13" fmla="*/ 128214075 h 77"/>
              <a:gd name="T14" fmla="*/ 13542818 w 44"/>
              <a:gd name="T15" fmla="*/ 87726116 h 77"/>
              <a:gd name="T16" fmla="*/ 0 w 44"/>
              <a:gd name="T17" fmla="*/ 82664452 h 77"/>
              <a:gd name="T18" fmla="*/ 0 w 44"/>
              <a:gd name="T19" fmla="*/ 82664452 h 7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4"/>
              <a:gd name="T31" fmla="*/ 0 h 77"/>
              <a:gd name="T32" fmla="*/ 44 w 44"/>
              <a:gd name="T33" fmla="*/ 77 h 7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4" h="77">
                <a:moveTo>
                  <a:pt x="0" y="49"/>
                </a:moveTo>
                <a:lnTo>
                  <a:pt x="0" y="49"/>
                </a:lnTo>
                <a:lnTo>
                  <a:pt x="7" y="0"/>
                </a:lnTo>
                <a:lnTo>
                  <a:pt x="43" y="3"/>
                </a:lnTo>
                <a:lnTo>
                  <a:pt x="27" y="35"/>
                </a:lnTo>
                <a:lnTo>
                  <a:pt x="27" y="74"/>
                </a:lnTo>
                <a:lnTo>
                  <a:pt x="6" y="76"/>
                </a:lnTo>
                <a:lnTo>
                  <a:pt x="9" y="52"/>
                </a:lnTo>
                <a:lnTo>
                  <a:pt x="0" y="4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8" name="Freeform 775">
            <a:extLst>
              <a:ext uri="{FF2B5EF4-FFF2-40B4-BE49-F238E27FC236}">
                <a16:creationId xmlns:a16="http://schemas.microsoft.com/office/drawing/2014/main" id="{4427F1DF-9E4D-0758-9013-AAFCC9A8CF25}"/>
              </a:ext>
            </a:extLst>
          </p:cNvPr>
          <p:cNvSpPr>
            <a:spLocks/>
          </p:cNvSpPr>
          <p:nvPr/>
        </p:nvSpPr>
        <p:spPr bwMode="auto">
          <a:xfrm>
            <a:off x="4366586" y="4580676"/>
            <a:ext cx="148921" cy="85178"/>
          </a:xfrm>
          <a:custGeom>
            <a:avLst/>
            <a:gdLst>
              <a:gd name="T0" fmla="*/ 0 w 130"/>
              <a:gd name="T1" fmla="*/ 62420472 h 77"/>
              <a:gd name="T2" fmla="*/ 0 w 130"/>
              <a:gd name="T3" fmla="*/ 62420472 h 77"/>
              <a:gd name="T4" fmla="*/ 54300920 w 130"/>
              <a:gd name="T5" fmla="*/ 116404870 h 77"/>
              <a:gd name="T6" fmla="*/ 178417678 w 130"/>
              <a:gd name="T7" fmla="*/ 128214075 h 77"/>
              <a:gd name="T8" fmla="*/ 200138038 w 130"/>
              <a:gd name="T9" fmla="*/ 82664452 h 77"/>
              <a:gd name="T10" fmla="*/ 169109486 w 130"/>
              <a:gd name="T11" fmla="*/ 80977237 h 77"/>
              <a:gd name="T12" fmla="*/ 166006755 w 130"/>
              <a:gd name="T13" fmla="*/ 42175184 h 77"/>
              <a:gd name="T14" fmla="*/ 138079649 w 130"/>
              <a:gd name="T15" fmla="*/ 0 h 77"/>
              <a:gd name="T16" fmla="*/ 54300920 w 130"/>
              <a:gd name="T17" fmla="*/ 8434777 h 77"/>
              <a:gd name="T18" fmla="*/ 0 w 130"/>
              <a:gd name="T19" fmla="*/ 62420472 h 77"/>
              <a:gd name="T20" fmla="*/ 0 w 130"/>
              <a:gd name="T21" fmla="*/ 62420472 h 7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30"/>
              <a:gd name="T34" fmla="*/ 0 h 77"/>
              <a:gd name="T35" fmla="*/ 130 w 130"/>
              <a:gd name="T36" fmla="*/ 77 h 7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30" h="77">
                <a:moveTo>
                  <a:pt x="0" y="37"/>
                </a:moveTo>
                <a:lnTo>
                  <a:pt x="0" y="37"/>
                </a:lnTo>
                <a:lnTo>
                  <a:pt x="35" y="69"/>
                </a:lnTo>
                <a:lnTo>
                  <a:pt x="115" y="76"/>
                </a:lnTo>
                <a:lnTo>
                  <a:pt x="129" y="49"/>
                </a:lnTo>
                <a:lnTo>
                  <a:pt x="109" y="48"/>
                </a:lnTo>
                <a:lnTo>
                  <a:pt x="107" y="25"/>
                </a:lnTo>
                <a:lnTo>
                  <a:pt x="89" y="0"/>
                </a:lnTo>
                <a:lnTo>
                  <a:pt x="35" y="5"/>
                </a:lnTo>
                <a:lnTo>
                  <a:pt x="0" y="3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9" name="Freeform 776">
            <a:extLst>
              <a:ext uri="{FF2B5EF4-FFF2-40B4-BE49-F238E27FC236}">
                <a16:creationId xmlns:a16="http://schemas.microsoft.com/office/drawing/2014/main" id="{4D7E7969-4319-094F-8748-241F16014D60}"/>
              </a:ext>
            </a:extLst>
          </p:cNvPr>
          <p:cNvSpPr>
            <a:spLocks/>
          </p:cNvSpPr>
          <p:nvPr/>
        </p:nvSpPr>
        <p:spPr bwMode="auto">
          <a:xfrm>
            <a:off x="3909603" y="4665855"/>
            <a:ext cx="192721" cy="135206"/>
          </a:xfrm>
          <a:custGeom>
            <a:avLst/>
            <a:gdLst>
              <a:gd name="T0" fmla="*/ 0 w 168"/>
              <a:gd name="T1" fmla="*/ 16931599 h 122"/>
              <a:gd name="T2" fmla="*/ 0 w 168"/>
              <a:gd name="T3" fmla="*/ 16931599 h 122"/>
              <a:gd name="T4" fmla="*/ 7779543 w 168"/>
              <a:gd name="T5" fmla="*/ 50796104 h 122"/>
              <a:gd name="T6" fmla="*/ 63788014 w 168"/>
              <a:gd name="T7" fmla="*/ 55876103 h 122"/>
              <a:gd name="T8" fmla="*/ 38895220 w 168"/>
              <a:gd name="T9" fmla="*/ 110058005 h 122"/>
              <a:gd name="T10" fmla="*/ 38895220 w 168"/>
              <a:gd name="T11" fmla="*/ 176092824 h 122"/>
              <a:gd name="T12" fmla="*/ 77790439 w 168"/>
              <a:gd name="T13" fmla="*/ 204877315 h 122"/>
              <a:gd name="T14" fmla="*/ 154025470 w 168"/>
              <a:gd name="T15" fmla="*/ 186251520 h 122"/>
              <a:gd name="T16" fmla="*/ 197588194 w 168"/>
              <a:gd name="T17" fmla="*/ 137149597 h 122"/>
              <a:gd name="T18" fmla="*/ 188253243 w 168"/>
              <a:gd name="T19" fmla="*/ 116830903 h 122"/>
              <a:gd name="T20" fmla="*/ 211590619 w 168"/>
              <a:gd name="T21" fmla="*/ 79580595 h 122"/>
              <a:gd name="T22" fmla="*/ 259820779 w 168"/>
              <a:gd name="T23" fmla="*/ 52489003 h 122"/>
              <a:gd name="T24" fmla="*/ 259820779 w 168"/>
              <a:gd name="T25" fmla="*/ 35557399 h 122"/>
              <a:gd name="T26" fmla="*/ 228703863 w 168"/>
              <a:gd name="T27" fmla="*/ 32170299 h 122"/>
              <a:gd name="T28" fmla="*/ 222480978 w 168"/>
              <a:gd name="T29" fmla="*/ 28784501 h 122"/>
              <a:gd name="T30" fmla="*/ 155580879 w 168"/>
              <a:gd name="T31" fmla="*/ 8465800 h 122"/>
              <a:gd name="T32" fmla="*/ 21780729 w 168"/>
              <a:gd name="T33" fmla="*/ 0 h 122"/>
              <a:gd name="T34" fmla="*/ 0 w 168"/>
              <a:gd name="T35" fmla="*/ 16931599 h 122"/>
              <a:gd name="T36" fmla="*/ 0 w 168"/>
              <a:gd name="T37" fmla="*/ 16931599 h 12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68"/>
              <a:gd name="T58" fmla="*/ 0 h 122"/>
              <a:gd name="T59" fmla="*/ 168 w 168"/>
              <a:gd name="T60" fmla="*/ 122 h 12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68" h="122">
                <a:moveTo>
                  <a:pt x="0" y="10"/>
                </a:moveTo>
                <a:lnTo>
                  <a:pt x="0" y="10"/>
                </a:lnTo>
                <a:lnTo>
                  <a:pt x="5" y="30"/>
                </a:lnTo>
                <a:lnTo>
                  <a:pt x="41" y="33"/>
                </a:lnTo>
                <a:lnTo>
                  <a:pt x="25" y="65"/>
                </a:lnTo>
                <a:lnTo>
                  <a:pt x="25" y="104"/>
                </a:lnTo>
                <a:lnTo>
                  <a:pt x="50" y="121"/>
                </a:lnTo>
                <a:lnTo>
                  <a:pt x="99" y="110"/>
                </a:lnTo>
                <a:lnTo>
                  <a:pt x="127" y="81"/>
                </a:lnTo>
                <a:lnTo>
                  <a:pt x="121" y="69"/>
                </a:lnTo>
                <a:lnTo>
                  <a:pt x="136" y="47"/>
                </a:lnTo>
                <a:lnTo>
                  <a:pt x="167" y="31"/>
                </a:lnTo>
                <a:lnTo>
                  <a:pt x="167" y="21"/>
                </a:lnTo>
                <a:lnTo>
                  <a:pt x="147" y="19"/>
                </a:lnTo>
                <a:lnTo>
                  <a:pt x="143" y="17"/>
                </a:lnTo>
                <a:lnTo>
                  <a:pt x="100" y="5"/>
                </a:lnTo>
                <a:lnTo>
                  <a:pt x="14" y="0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0" name="Freeform 777">
            <a:extLst>
              <a:ext uri="{FF2B5EF4-FFF2-40B4-BE49-F238E27FC236}">
                <a16:creationId xmlns:a16="http://schemas.microsoft.com/office/drawing/2014/main" id="{4C5A7C52-2F66-0A5C-4D76-766B431C080F}"/>
              </a:ext>
            </a:extLst>
          </p:cNvPr>
          <p:cNvSpPr>
            <a:spLocks/>
          </p:cNvSpPr>
          <p:nvPr/>
        </p:nvSpPr>
        <p:spPr bwMode="auto">
          <a:xfrm>
            <a:off x="4226424" y="4115569"/>
            <a:ext cx="201481" cy="320437"/>
          </a:xfrm>
          <a:custGeom>
            <a:avLst/>
            <a:gdLst>
              <a:gd name="T0" fmla="*/ 0 w 176"/>
              <a:gd name="T1" fmla="*/ 367778835 h 289"/>
              <a:gd name="T2" fmla="*/ 0 w 176"/>
              <a:gd name="T3" fmla="*/ 367778835 h 289"/>
              <a:gd name="T4" fmla="*/ 10845458 w 176"/>
              <a:gd name="T5" fmla="*/ 423707939 h 289"/>
              <a:gd name="T6" fmla="*/ 34086076 w 176"/>
              <a:gd name="T7" fmla="*/ 449130614 h 289"/>
              <a:gd name="T8" fmla="*/ 32537615 w 176"/>
              <a:gd name="T9" fmla="*/ 488112135 h 289"/>
              <a:gd name="T10" fmla="*/ 99161316 w 176"/>
              <a:gd name="T11" fmla="*/ 462689460 h 289"/>
              <a:gd name="T12" fmla="*/ 116204349 w 176"/>
              <a:gd name="T13" fmla="*/ 384727719 h 289"/>
              <a:gd name="T14" fmla="*/ 102259483 w 176"/>
              <a:gd name="T15" fmla="*/ 383032700 h 289"/>
              <a:gd name="T16" fmla="*/ 151840122 w 176"/>
              <a:gd name="T17" fmla="*/ 359305044 h 289"/>
              <a:gd name="T18" fmla="*/ 105358896 w 176"/>
              <a:gd name="T19" fmla="*/ 352524970 h 289"/>
              <a:gd name="T20" fmla="*/ 140994668 w 176"/>
              <a:gd name="T21" fmla="*/ 359305044 h 289"/>
              <a:gd name="T22" fmla="*/ 159587408 w 176"/>
              <a:gd name="T23" fmla="*/ 338967344 h 289"/>
              <a:gd name="T24" fmla="*/ 131697676 w 176"/>
              <a:gd name="T25" fmla="*/ 313544669 h 289"/>
              <a:gd name="T26" fmla="*/ 103809190 w 176"/>
              <a:gd name="T27" fmla="*/ 330492251 h 289"/>
              <a:gd name="T28" fmla="*/ 127049803 w 176"/>
              <a:gd name="T29" fmla="*/ 315239687 h 289"/>
              <a:gd name="T30" fmla="*/ 127049803 w 176"/>
              <a:gd name="T31" fmla="*/ 245750435 h 289"/>
              <a:gd name="T32" fmla="*/ 218463833 w 176"/>
              <a:gd name="T33" fmla="*/ 177957503 h 289"/>
              <a:gd name="T34" fmla="*/ 212266253 w 176"/>
              <a:gd name="T35" fmla="*/ 164398616 h 289"/>
              <a:gd name="T36" fmla="*/ 227759580 w 176"/>
              <a:gd name="T37" fmla="*/ 130502150 h 289"/>
              <a:gd name="T38" fmla="*/ 271142639 w 176"/>
              <a:gd name="T39" fmla="*/ 120333341 h 289"/>
              <a:gd name="T40" fmla="*/ 260297185 w 176"/>
              <a:gd name="T41" fmla="*/ 40676550 h 289"/>
              <a:gd name="T42" fmla="*/ 198321387 w 176"/>
              <a:gd name="T43" fmla="*/ 0 h 289"/>
              <a:gd name="T44" fmla="*/ 189025640 w 176"/>
              <a:gd name="T45" fmla="*/ 0 h 289"/>
              <a:gd name="T46" fmla="*/ 187475934 w 176"/>
              <a:gd name="T47" fmla="*/ 25422685 h 289"/>
              <a:gd name="T48" fmla="*/ 148740710 w 176"/>
              <a:gd name="T49" fmla="*/ 22032648 h 289"/>
              <a:gd name="T50" fmla="*/ 140994668 w 176"/>
              <a:gd name="T51" fmla="*/ 40676550 h 289"/>
              <a:gd name="T52" fmla="*/ 114654643 w 176"/>
              <a:gd name="T53" fmla="*/ 47455333 h 289"/>
              <a:gd name="T54" fmla="*/ 106907357 w 176"/>
              <a:gd name="T55" fmla="*/ 77961762 h 289"/>
              <a:gd name="T56" fmla="*/ 71271565 w 176"/>
              <a:gd name="T57" fmla="*/ 116943304 h 289"/>
              <a:gd name="T58" fmla="*/ 52678825 w 176"/>
              <a:gd name="T59" fmla="*/ 169483672 h 289"/>
              <a:gd name="T60" fmla="*/ 60426111 w 176"/>
              <a:gd name="T61" fmla="*/ 189821332 h 289"/>
              <a:gd name="T62" fmla="*/ 21690917 w 176"/>
              <a:gd name="T63" fmla="*/ 206770215 h 289"/>
              <a:gd name="T64" fmla="*/ 20142450 w 176"/>
              <a:gd name="T65" fmla="*/ 274563147 h 289"/>
              <a:gd name="T66" fmla="*/ 30987909 w 176"/>
              <a:gd name="T67" fmla="*/ 289817012 h 289"/>
              <a:gd name="T68" fmla="*/ 20142450 w 176"/>
              <a:gd name="T69" fmla="*/ 301680841 h 289"/>
              <a:gd name="T70" fmla="*/ 24790329 w 176"/>
              <a:gd name="T71" fmla="*/ 332187269 h 289"/>
              <a:gd name="T72" fmla="*/ 0 w 176"/>
              <a:gd name="T73" fmla="*/ 367778835 h 289"/>
              <a:gd name="T74" fmla="*/ 0 w 176"/>
              <a:gd name="T75" fmla="*/ 367778835 h 289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76"/>
              <a:gd name="T115" fmla="*/ 0 h 289"/>
              <a:gd name="T116" fmla="*/ 176 w 176"/>
              <a:gd name="T117" fmla="*/ 289 h 289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76" h="289">
                <a:moveTo>
                  <a:pt x="0" y="217"/>
                </a:moveTo>
                <a:lnTo>
                  <a:pt x="0" y="217"/>
                </a:lnTo>
                <a:lnTo>
                  <a:pt x="7" y="250"/>
                </a:lnTo>
                <a:lnTo>
                  <a:pt x="22" y="265"/>
                </a:lnTo>
                <a:lnTo>
                  <a:pt x="21" y="288"/>
                </a:lnTo>
                <a:lnTo>
                  <a:pt x="64" y="273"/>
                </a:lnTo>
                <a:lnTo>
                  <a:pt x="75" y="227"/>
                </a:lnTo>
                <a:lnTo>
                  <a:pt x="66" y="226"/>
                </a:lnTo>
                <a:lnTo>
                  <a:pt x="98" y="212"/>
                </a:lnTo>
                <a:lnTo>
                  <a:pt x="68" y="208"/>
                </a:lnTo>
                <a:lnTo>
                  <a:pt x="91" y="212"/>
                </a:lnTo>
                <a:lnTo>
                  <a:pt x="103" y="200"/>
                </a:lnTo>
                <a:lnTo>
                  <a:pt x="85" y="185"/>
                </a:lnTo>
                <a:lnTo>
                  <a:pt x="67" y="195"/>
                </a:lnTo>
                <a:lnTo>
                  <a:pt x="82" y="186"/>
                </a:lnTo>
                <a:lnTo>
                  <a:pt x="82" y="145"/>
                </a:lnTo>
                <a:lnTo>
                  <a:pt x="141" y="105"/>
                </a:lnTo>
                <a:lnTo>
                  <a:pt x="137" y="97"/>
                </a:lnTo>
                <a:lnTo>
                  <a:pt x="147" y="77"/>
                </a:lnTo>
                <a:lnTo>
                  <a:pt x="175" y="71"/>
                </a:lnTo>
                <a:lnTo>
                  <a:pt x="168" y="24"/>
                </a:lnTo>
                <a:lnTo>
                  <a:pt x="128" y="0"/>
                </a:lnTo>
                <a:lnTo>
                  <a:pt x="122" y="0"/>
                </a:lnTo>
                <a:lnTo>
                  <a:pt x="121" y="15"/>
                </a:lnTo>
                <a:lnTo>
                  <a:pt x="96" y="13"/>
                </a:lnTo>
                <a:lnTo>
                  <a:pt x="91" y="24"/>
                </a:lnTo>
                <a:lnTo>
                  <a:pt x="74" y="28"/>
                </a:lnTo>
                <a:lnTo>
                  <a:pt x="69" y="46"/>
                </a:lnTo>
                <a:lnTo>
                  <a:pt x="46" y="69"/>
                </a:lnTo>
                <a:lnTo>
                  <a:pt x="34" y="100"/>
                </a:lnTo>
                <a:lnTo>
                  <a:pt x="39" y="112"/>
                </a:lnTo>
                <a:lnTo>
                  <a:pt x="14" y="122"/>
                </a:lnTo>
                <a:lnTo>
                  <a:pt x="13" y="162"/>
                </a:lnTo>
                <a:lnTo>
                  <a:pt x="20" y="171"/>
                </a:lnTo>
                <a:lnTo>
                  <a:pt x="13" y="178"/>
                </a:lnTo>
                <a:lnTo>
                  <a:pt x="16" y="196"/>
                </a:lnTo>
                <a:lnTo>
                  <a:pt x="0" y="21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1" name="Freeform 778">
            <a:extLst>
              <a:ext uri="{FF2B5EF4-FFF2-40B4-BE49-F238E27FC236}">
                <a16:creationId xmlns:a16="http://schemas.microsoft.com/office/drawing/2014/main" id="{79A508F4-7F4C-FAA2-E2A3-1FAFF2F54A5F}"/>
              </a:ext>
            </a:extLst>
          </p:cNvPr>
          <p:cNvSpPr>
            <a:spLocks/>
          </p:cNvSpPr>
          <p:nvPr/>
        </p:nvSpPr>
        <p:spPr bwMode="auto">
          <a:xfrm>
            <a:off x="4146124" y="4591493"/>
            <a:ext cx="70080" cy="35154"/>
          </a:xfrm>
          <a:custGeom>
            <a:avLst/>
            <a:gdLst>
              <a:gd name="T0" fmla="*/ 0 w 61"/>
              <a:gd name="T1" fmla="*/ 35455227 h 31"/>
              <a:gd name="T2" fmla="*/ 0 w 61"/>
              <a:gd name="T3" fmla="*/ 35455227 h 31"/>
              <a:gd name="T4" fmla="*/ 21846919 w 61"/>
              <a:gd name="T5" fmla="*/ 53183511 h 31"/>
              <a:gd name="T6" fmla="*/ 51494967 w 61"/>
              <a:gd name="T7" fmla="*/ 37227388 h 31"/>
              <a:gd name="T8" fmla="*/ 63978023 w 61"/>
              <a:gd name="T9" fmla="*/ 51410018 h 31"/>
              <a:gd name="T10" fmla="*/ 93627330 w 61"/>
              <a:gd name="T11" fmla="*/ 24818262 h 31"/>
              <a:gd name="T12" fmla="*/ 76462328 w 61"/>
              <a:gd name="T13" fmla="*/ 21272602 h 31"/>
              <a:gd name="T14" fmla="*/ 74902102 w 61"/>
              <a:gd name="T15" fmla="*/ 8863474 h 31"/>
              <a:gd name="T16" fmla="*/ 73340627 w 61"/>
              <a:gd name="T17" fmla="*/ 5317818 h 31"/>
              <a:gd name="T18" fmla="*/ 31209523 w 61"/>
              <a:gd name="T19" fmla="*/ 0 h 31"/>
              <a:gd name="T20" fmla="*/ 0 w 61"/>
              <a:gd name="T21" fmla="*/ 35455227 h 31"/>
              <a:gd name="T22" fmla="*/ 0 w 61"/>
              <a:gd name="T23" fmla="*/ 35455227 h 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31"/>
              <a:gd name="T38" fmla="*/ 61 w 61"/>
              <a:gd name="T39" fmla="*/ 31 h 3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31">
                <a:moveTo>
                  <a:pt x="0" y="20"/>
                </a:moveTo>
                <a:lnTo>
                  <a:pt x="0" y="20"/>
                </a:lnTo>
                <a:lnTo>
                  <a:pt x="14" y="30"/>
                </a:lnTo>
                <a:lnTo>
                  <a:pt x="33" y="21"/>
                </a:lnTo>
                <a:lnTo>
                  <a:pt x="41" y="29"/>
                </a:lnTo>
                <a:lnTo>
                  <a:pt x="60" y="14"/>
                </a:lnTo>
                <a:lnTo>
                  <a:pt x="49" y="12"/>
                </a:lnTo>
                <a:lnTo>
                  <a:pt x="48" y="5"/>
                </a:lnTo>
                <a:lnTo>
                  <a:pt x="47" y="3"/>
                </a:lnTo>
                <a:lnTo>
                  <a:pt x="20" y="0"/>
                </a:lnTo>
                <a:lnTo>
                  <a:pt x="0" y="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2" name="Freeform 779">
            <a:extLst>
              <a:ext uri="{FF2B5EF4-FFF2-40B4-BE49-F238E27FC236}">
                <a16:creationId xmlns:a16="http://schemas.microsoft.com/office/drawing/2014/main" id="{2A97A101-B320-97F0-8E39-344EFC275BB1}"/>
              </a:ext>
            </a:extLst>
          </p:cNvPr>
          <p:cNvSpPr>
            <a:spLocks/>
          </p:cNvSpPr>
          <p:nvPr/>
        </p:nvSpPr>
        <p:spPr bwMode="auto">
          <a:xfrm>
            <a:off x="4460027" y="4699657"/>
            <a:ext cx="43801" cy="32449"/>
          </a:xfrm>
          <a:custGeom>
            <a:avLst/>
            <a:gdLst>
              <a:gd name="T0" fmla="*/ 0 w 39"/>
              <a:gd name="T1" fmla="*/ 30645102 h 30"/>
              <a:gd name="T2" fmla="*/ 0 w 39"/>
              <a:gd name="T3" fmla="*/ 30645102 h 30"/>
              <a:gd name="T4" fmla="*/ 7456365 w 39"/>
              <a:gd name="T5" fmla="*/ 1612900 h 30"/>
              <a:gd name="T6" fmla="*/ 38771629 w 39"/>
              <a:gd name="T7" fmla="*/ 0 h 30"/>
              <a:gd name="T8" fmla="*/ 56666420 w 39"/>
              <a:gd name="T9" fmla="*/ 22580604 h 30"/>
              <a:gd name="T10" fmla="*/ 31315267 w 39"/>
              <a:gd name="T11" fmla="*/ 22580604 h 30"/>
              <a:gd name="T12" fmla="*/ 2982058 w 39"/>
              <a:gd name="T13" fmla="*/ 46774108 h 30"/>
              <a:gd name="T14" fmla="*/ 14912730 w 39"/>
              <a:gd name="T15" fmla="*/ 32258002 h 30"/>
              <a:gd name="T16" fmla="*/ 0 w 39"/>
              <a:gd name="T17" fmla="*/ 30645102 h 30"/>
              <a:gd name="T18" fmla="*/ 0 w 39"/>
              <a:gd name="T19" fmla="*/ 30645102 h 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9"/>
              <a:gd name="T31" fmla="*/ 0 h 30"/>
              <a:gd name="T32" fmla="*/ 39 w 39"/>
              <a:gd name="T33" fmla="*/ 30 h 3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9" h="30">
                <a:moveTo>
                  <a:pt x="0" y="19"/>
                </a:moveTo>
                <a:lnTo>
                  <a:pt x="0" y="19"/>
                </a:lnTo>
                <a:lnTo>
                  <a:pt x="5" y="1"/>
                </a:lnTo>
                <a:lnTo>
                  <a:pt x="26" y="0"/>
                </a:lnTo>
                <a:lnTo>
                  <a:pt x="38" y="14"/>
                </a:lnTo>
                <a:lnTo>
                  <a:pt x="21" y="14"/>
                </a:lnTo>
                <a:lnTo>
                  <a:pt x="2" y="29"/>
                </a:lnTo>
                <a:lnTo>
                  <a:pt x="10" y="20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83" name="Group 194">
            <a:extLst>
              <a:ext uri="{FF2B5EF4-FFF2-40B4-BE49-F238E27FC236}">
                <a16:creationId xmlns:a16="http://schemas.microsoft.com/office/drawing/2014/main" id="{8886BB6F-AD8D-0121-5EA3-09415193E2B5}"/>
              </a:ext>
            </a:extLst>
          </p:cNvPr>
          <p:cNvGrpSpPr>
            <a:grpSpLocks/>
          </p:cNvGrpSpPr>
          <p:nvPr/>
        </p:nvGrpSpPr>
        <p:grpSpPr bwMode="auto">
          <a:xfrm>
            <a:off x="3893574" y="4368361"/>
            <a:ext cx="186884" cy="178469"/>
            <a:chOff x="2942" y="2530"/>
            <a:chExt cx="163" cy="161"/>
          </a:xfrm>
          <a:solidFill>
            <a:schemeClr val="accent2"/>
          </a:solidFill>
        </p:grpSpPr>
        <p:sp>
          <p:nvSpPr>
            <p:cNvPr id="484" name="Freeform 781">
              <a:extLst>
                <a:ext uri="{FF2B5EF4-FFF2-40B4-BE49-F238E27FC236}">
                  <a16:creationId xmlns:a16="http://schemas.microsoft.com/office/drawing/2014/main" id="{9EFA969C-B316-02E7-0810-3978E4886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596"/>
              <a:ext cx="57" cy="66"/>
            </a:xfrm>
            <a:custGeom>
              <a:avLst/>
              <a:gdLst>
                <a:gd name="T0" fmla="*/ 0 w 57"/>
                <a:gd name="T1" fmla="*/ 54 h 66"/>
                <a:gd name="T2" fmla="*/ 0 w 57"/>
                <a:gd name="T3" fmla="*/ 54 h 66"/>
                <a:gd name="T4" fmla="*/ 7 w 57"/>
                <a:gd name="T5" fmla="*/ 60 h 66"/>
                <a:gd name="T6" fmla="*/ 2 w 57"/>
                <a:gd name="T7" fmla="*/ 65 h 66"/>
                <a:gd name="T8" fmla="*/ 52 w 57"/>
                <a:gd name="T9" fmla="*/ 55 h 66"/>
                <a:gd name="T10" fmla="*/ 56 w 57"/>
                <a:gd name="T11" fmla="*/ 21 h 66"/>
                <a:gd name="T12" fmla="*/ 49 w 57"/>
                <a:gd name="T13" fmla="*/ 13 h 66"/>
                <a:gd name="T14" fmla="*/ 34 w 57"/>
                <a:gd name="T15" fmla="*/ 17 h 66"/>
                <a:gd name="T16" fmla="*/ 29 w 57"/>
                <a:gd name="T17" fmla="*/ 12 h 66"/>
                <a:gd name="T18" fmla="*/ 36 w 57"/>
                <a:gd name="T19" fmla="*/ 4 h 66"/>
                <a:gd name="T20" fmla="*/ 29 w 57"/>
                <a:gd name="T21" fmla="*/ 0 h 66"/>
                <a:gd name="T22" fmla="*/ 23 w 57"/>
                <a:gd name="T23" fmla="*/ 17 h 66"/>
                <a:gd name="T24" fmla="*/ 2 w 57"/>
                <a:gd name="T25" fmla="*/ 21 h 66"/>
                <a:gd name="T26" fmla="*/ 9 w 57"/>
                <a:gd name="T27" fmla="*/ 25 h 66"/>
                <a:gd name="T28" fmla="*/ 5 w 57"/>
                <a:gd name="T29" fmla="*/ 34 h 66"/>
                <a:gd name="T30" fmla="*/ 18 w 57"/>
                <a:gd name="T31" fmla="*/ 36 h 66"/>
                <a:gd name="T32" fmla="*/ 6 w 57"/>
                <a:gd name="T33" fmla="*/ 49 h 66"/>
                <a:gd name="T34" fmla="*/ 20 w 57"/>
                <a:gd name="T35" fmla="*/ 46 h 66"/>
                <a:gd name="T36" fmla="*/ 0 w 57"/>
                <a:gd name="T37" fmla="*/ 54 h 66"/>
                <a:gd name="T38" fmla="*/ 0 w 57"/>
                <a:gd name="T39" fmla="*/ 54 h 6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7"/>
                <a:gd name="T61" fmla="*/ 0 h 66"/>
                <a:gd name="T62" fmla="*/ 57 w 57"/>
                <a:gd name="T63" fmla="*/ 66 h 6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7" h="66">
                  <a:moveTo>
                    <a:pt x="0" y="54"/>
                  </a:moveTo>
                  <a:lnTo>
                    <a:pt x="0" y="54"/>
                  </a:lnTo>
                  <a:lnTo>
                    <a:pt x="7" y="60"/>
                  </a:lnTo>
                  <a:lnTo>
                    <a:pt x="2" y="65"/>
                  </a:lnTo>
                  <a:lnTo>
                    <a:pt x="52" y="55"/>
                  </a:lnTo>
                  <a:lnTo>
                    <a:pt x="56" y="21"/>
                  </a:lnTo>
                  <a:lnTo>
                    <a:pt x="49" y="13"/>
                  </a:lnTo>
                  <a:lnTo>
                    <a:pt x="34" y="17"/>
                  </a:lnTo>
                  <a:lnTo>
                    <a:pt x="29" y="12"/>
                  </a:lnTo>
                  <a:lnTo>
                    <a:pt x="36" y="4"/>
                  </a:lnTo>
                  <a:lnTo>
                    <a:pt x="29" y="0"/>
                  </a:lnTo>
                  <a:lnTo>
                    <a:pt x="23" y="17"/>
                  </a:lnTo>
                  <a:lnTo>
                    <a:pt x="2" y="21"/>
                  </a:lnTo>
                  <a:lnTo>
                    <a:pt x="9" y="25"/>
                  </a:lnTo>
                  <a:lnTo>
                    <a:pt x="5" y="34"/>
                  </a:lnTo>
                  <a:lnTo>
                    <a:pt x="18" y="36"/>
                  </a:lnTo>
                  <a:lnTo>
                    <a:pt x="6" y="49"/>
                  </a:lnTo>
                  <a:lnTo>
                    <a:pt x="20" y="46"/>
                  </a:lnTo>
                  <a:lnTo>
                    <a:pt x="0" y="5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5" name="Freeform 782">
              <a:extLst>
                <a:ext uri="{FF2B5EF4-FFF2-40B4-BE49-F238E27FC236}">
                  <a16:creationId xmlns:a16="http://schemas.microsoft.com/office/drawing/2014/main" id="{B95BBB9D-AEF9-CC1B-03C8-8E90FEF53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592"/>
              <a:ext cx="36" cy="26"/>
            </a:xfrm>
            <a:custGeom>
              <a:avLst/>
              <a:gdLst>
                <a:gd name="T0" fmla="*/ 0 w 36"/>
                <a:gd name="T1" fmla="*/ 16 h 26"/>
                <a:gd name="T2" fmla="*/ 0 w 36"/>
                <a:gd name="T3" fmla="*/ 16 h 26"/>
                <a:gd name="T4" fmla="*/ 5 w 36"/>
                <a:gd name="T5" fmla="*/ 21 h 26"/>
                <a:gd name="T6" fmla="*/ 20 w 36"/>
                <a:gd name="T7" fmla="*/ 17 h 26"/>
                <a:gd name="T8" fmla="*/ 27 w 36"/>
                <a:gd name="T9" fmla="*/ 25 h 26"/>
                <a:gd name="T10" fmla="*/ 35 w 36"/>
                <a:gd name="T11" fmla="*/ 16 h 26"/>
                <a:gd name="T12" fmla="*/ 27 w 36"/>
                <a:gd name="T13" fmla="*/ 4 h 26"/>
                <a:gd name="T14" fmla="*/ 11 w 36"/>
                <a:gd name="T15" fmla="*/ 0 h 26"/>
                <a:gd name="T16" fmla="*/ 7 w 36"/>
                <a:gd name="T17" fmla="*/ 8 h 26"/>
                <a:gd name="T18" fmla="*/ 0 w 36"/>
                <a:gd name="T19" fmla="*/ 16 h 26"/>
                <a:gd name="T20" fmla="*/ 0 w 36"/>
                <a:gd name="T21" fmla="*/ 16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6"/>
                <a:gd name="T34" fmla="*/ 0 h 26"/>
                <a:gd name="T35" fmla="*/ 36 w 36"/>
                <a:gd name="T36" fmla="*/ 26 h 2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6" h="26">
                  <a:moveTo>
                    <a:pt x="0" y="16"/>
                  </a:moveTo>
                  <a:lnTo>
                    <a:pt x="0" y="16"/>
                  </a:lnTo>
                  <a:lnTo>
                    <a:pt x="5" y="21"/>
                  </a:lnTo>
                  <a:lnTo>
                    <a:pt x="20" y="17"/>
                  </a:lnTo>
                  <a:lnTo>
                    <a:pt x="27" y="25"/>
                  </a:lnTo>
                  <a:lnTo>
                    <a:pt x="35" y="16"/>
                  </a:lnTo>
                  <a:lnTo>
                    <a:pt x="27" y="4"/>
                  </a:lnTo>
                  <a:lnTo>
                    <a:pt x="11" y="0"/>
                  </a:lnTo>
                  <a:lnTo>
                    <a:pt x="7" y="8"/>
                  </a:lnTo>
                  <a:lnTo>
                    <a:pt x="0" y="1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6" name="Freeform 783">
              <a:extLst>
                <a:ext uri="{FF2B5EF4-FFF2-40B4-BE49-F238E27FC236}">
                  <a16:creationId xmlns:a16="http://schemas.microsoft.com/office/drawing/2014/main" id="{ADCDE10C-7B07-34A1-0C0B-A0717B40C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535"/>
              <a:ext cx="10" cy="13"/>
            </a:xfrm>
            <a:custGeom>
              <a:avLst/>
              <a:gdLst>
                <a:gd name="T0" fmla="*/ 0 w 10"/>
                <a:gd name="T1" fmla="*/ 12 h 13"/>
                <a:gd name="T2" fmla="*/ 0 w 10"/>
                <a:gd name="T3" fmla="*/ 12 h 13"/>
                <a:gd name="T4" fmla="*/ 0 w 10"/>
                <a:gd name="T5" fmla="*/ 3 h 13"/>
                <a:gd name="T6" fmla="*/ 9 w 10"/>
                <a:gd name="T7" fmla="*/ 0 h 13"/>
                <a:gd name="T8" fmla="*/ 0 w 10"/>
                <a:gd name="T9" fmla="*/ 12 h 13"/>
                <a:gd name="T10" fmla="*/ 0 w 10"/>
                <a:gd name="T11" fmla="*/ 12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13"/>
                <a:gd name="T20" fmla="*/ 10 w 10"/>
                <a:gd name="T21" fmla="*/ 13 h 1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13">
                  <a:moveTo>
                    <a:pt x="0" y="12"/>
                  </a:moveTo>
                  <a:lnTo>
                    <a:pt x="0" y="12"/>
                  </a:lnTo>
                  <a:lnTo>
                    <a:pt x="0" y="3"/>
                  </a:lnTo>
                  <a:lnTo>
                    <a:pt x="9" y="0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7" name="Freeform 784">
              <a:extLst>
                <a:ext uri="{FF2B5EF4-FFF2-40B4-BE49-F238E27FC236}">
                  <a16:creationId xmlns:a16="http://schemas.microsoft.com/office/drawing/2014/main" id="{CEC1B599-9D71-72C7-7E3C-02793F132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1" y="2547"/>
              <a:ext cx="9" cy="8"/>
            </a:xfrm>
            <a:custGeom>
              <a:avLst/>
              <a:gdLst>
                <a:gd name="T0" fmla="*/ 0 w 9"/>
                <a:gd name="T1" fmla="*/ 6 h 8"/>
                <a:gd name="T2" fmla="*/ 0 w 9"/>
                <a:gd name="T3" fmla="*/ 6 h 8"/>
                <a:gd name="T4" fmla="*/ 4 w 9"/>
                <a:gd name="T5" fmla="*/ 0 h 8"/>
                <a:gd name="T6" fmla="*/ 8 w 9"/>
                <a:gd name="T7" fmla="*/ 7 h 8"/>
                <a:gd name="T8" fmla="*/ 0 w 9"/>
                <a:gd name="T9" fmla="*/ 6 h 8"/>
                <a:gd name="T10" fmla="*/ 0 w 9"/>
                <a:gd name="T11" fmla="*/ 6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8"/>
                <a:gd name="T20" fmla="*/ 9 w 9"/>
                <a:gd name="T21" fmla="*/ 8 h 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8">
                  <a:moveTo>
                    <a:pt x="0" y="6"/>
                  </a:moveTo>
                  <a:lnTo>
                    <a:pt x="0" y="6"/>
                  </a:lnTo>
                  <a:lnTo>
                    <a:pt x="4" y="0"/>
                  </a:lnTo>
                  <a:lnTo>
                    <a:pt x="8" y="7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8" name="Freeform 785">
              <a:extLst>
                <a:ext uri="{FF2B5EF4-FFF2-40B4-BE49-F238E27FC236}">
                  <a16:creationId xmlns:a16="http://schemas.microsoft.com/office/drawing/2014/main" id="{03D503BB-2B10-AB81-AE40-8D9331EA3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530"/>
              <a:ext cx="106" cy="161"/>
            </a:xfrm>
            <a:custGeom>
              <a:avLst/>
              <a:gdLst>
                <a:gd name="T0" fmla="*/ 0 w 106"/>
                <a:gd name="T1" fmla="*/ 37 h 161"/>
                <a:gd name="T2" fmla="*/ 0 w 106"/>
                <a:gd name="T3" fmla="*/ 37 h 161"/>
                <a:gd name="T4" fmla="*/ 4 w 106"/>
                <a:gd name="T5" fmla="*/ 16 h 161"/>
                <a:gd name="T6" fmla="*/ 16 w 106"/>
                <a:gd name="T7" fmla="*/ 0 h 161"/>
                <a:gd name="T8" fmla="*/ 40 w 106"/>
                <a:gd name="T9" fmla="*/ 0 h 161"/>
                <a:gd name="T10" fmla="*/ 26 w 106"/>
                <a:gd name="T11" fmla="*/ 19 h 161"/>
                <a:gd name="T12" fmla="*/ 58 w 106"/>
                <a:gd name="T13" fmla="*/ 23 h 161"/>
                <a:gd name="T14" fmla="*/ 38 w 106"/>
                <a:gd name="T15" fmla="*/ 49 h 161"/>
                <a:gd name="T16" fmla="*/ 62 w 106"/>
                <a:gd name="T17" fmla="*/ 58 h 161"/>
                <a:gd name="T18" fmla="*/ 85 w 106"/>
                <a:gd name="T19" fmla="*/ 91 h 161"/>
                <a:gd name="T20" fmla="*/ 78 w 106"/>
                <a:gd name="T21" fmla="*/ 93 h 161"/>
                <a:gd name="T22" fmla="*/ 88 w 106"/>
                <a:gd name="T23" fmla="*/ 101 h 161"/>
                <a:gd name="T24" fmla="*/ 82 w 106"/>
                <a:gd name="T25" fmla="*/ 110 h 161"/>
                <a:gd name="T26" fmla="*/ 105 w 106"/>
                <a:gd name="T27" fmla="*/ 111 h 161"/>
                <a:gd name="T28" fmla="*/ 91 w 106"/>
                <a:gd name="T29" fmla="*/ 133 h 161"/>
                <a:gd name="T30" fmla="*/ 101 w 106"/>
                <a:gd name="T31" fmla="*/ 139 h 161"/>
                <a:gd name="T32" fmla="*/ 6 w 106"/>
                <a:gd name="T33" fmla="*/ 160 h 161"/>
                <a:gd name="T34" fmla="*/ 48 w 106"/>
                <a:gd name="T35" fmla="*/ 130 h 161"/>
                <a:gd name="T36" fmla="*/ 36 w 106"/>
                <a:gd name="T37" fmla="*/ 135 h 161"/>
                <a:gd name="T38" fmla="*/ 12 w 106"/>
                <a:gd name="T39" fmla="*/ 126 h 161"/>
                <a:gd name="T40" fmla="*/ 30 w 106"/>
                <a:gd name="T41" fmla="*/ 115 h 161"/>
                <a:gd name="T42" fmla="*/ 19 w 106"/>
                <a:gd name="T43" fmla="*/ 110 h 161"/>
                <a:gd name="T44" fmla="*/ 43 w 106"/>
                <a:gd name="T45" fmla="*/ 98 h 161"/>
                <a:gd name="T46" fmla="*/ 45 w 106"/>
                <a:gd name="T47" fmla="*/ 83 h 161"/>
                <a:gd name="T48" fmla="*/ 33 w 106"/>
                <a:gd name="T49" fmla="*/ 79 h 161"/>
                <a:gd name="T50" fmla="*/ 40 w 106"/>
                <a:gd name="T51" fmla="*/ 70 h 161"/>
                <a:gd name="T52" fmla="*/ 15 w 106"/>
                <a:gd name="T53" fmla="*/ 74 h 161"/>
                <a:gd name="T54" fmla="*/ 16 w 106"/>
                <a:gd name="T55" fmla="*/ 51 h 161"/>
                <a:gd name="T56" fmla="*/ 4 w 106"/>
                <a:gd name="T57" fmla="*/ 62 h 161"/>
                <a:gd name="T58" fmla="*/ 11 w 106"/>
                <a:gd name="T59" fmla="*/ 38 h 161"/>
                <a:gd name="T60" fmla="*/ 0 w 106"/>
                <a:gd name="T61" fmla="*/ 37 h 161"/>
                <a:gd name="T62" fmla="*/ 0 w 106"/>
                <a:gd name="T63" fmla="*/ 37 h 16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06"/>
                <a:gd name="T97" fmla="*/ 0 h 161"/>
                <a:gd name="T98" fmla="*/ 106 w 106"/>
                <a:gd name="T99" fmla="*/ 161 h 16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06" h="161">
                  <a:moveTo>
                    <a:pt x="0" y="37"/>
                  </a:moveTo>
                  <a:lnTo>
                    <a:pt x="0" y="37"/>
                  </a:lnTo>
                  <a:lnTo>
                    <a:pt x="4" y="16"/>
                  </a:lnTo>
                  <a:lnTo>
                    <a:pt x="16" y="0"/>
                  </a:lnTo>
                  <a:lnTo>
                    <a:pt x="40" y="0"/>
                  </a:lnTo>
                  <a:lnTo>
                    <a:pt x="26" y="19"/>
                  </a:lnTo>
                  <a:lnTo>
                    <a:pt x="58" y="23"/>
                  </a:lnTo>
                  <a:lnTo>
                    <a:pt x="38" y="49"/>
                  </a:lnTo>
                  <a:lnTo>
                    <a:pt x="62" y="58"/>
                  </a:lnTo>
                  <a:lnTo>
                    <a:pt x="85" y="91"/>
                  </a:lnTo>
                  <a:lnTo>
                    <a:pt x="78" y="93"/>
                  </a:lnTo>
                  <a:lnTo>
                    <a:pt x="88" y="101"/>
                  </a:lnTo>
                  <a:lnTo>
                    <a:pt x="82" y="110"/>
                  </a:lnTo>
                  <a:lnTo>
                    <a:pt x="105" y="111"/>
                  </a:lnTo>
                  <a:lnTo>
                    <a:pt x="91" y="133"/>
                  </a:lnTo>
                  <a:lnTo>
                    <a:pt x="101" y="139"/>
                  </a:lnTo>
                  <a:lnTo>
                    <a:pt x="6" y="160"/>
                  </a:lnTo>
                  <a:lnTo>
                    <a:pt x="48" y="130"/>
                  </a:lnTo>
                  <a:lnTo>
                    <a:pt x="36" y="135"/>
                  </a:lnTo>
                  <a:lnTo>
                    <a:pt x="12" y="126"/>
                  </a:lnTo>
                  <a:lnTo>
                    <a:pt x="30" y="115"/>
                  </a:lnTo>
                  <a:lnTo>
                    <a:pt x="19" y="110"/>
                  </a:lnTo>
                  <a:lnTo>
                    <a:pt x="43" y="98"/>
                  </a:lnTo>
                  <a:lnTo>
                    <a:pt x="45" y="83"/>
                  </a:lnTo>
                  <a:lnTo>
                    <a:pt x="33" y="79"/>
                  </a:lnTo>
                  <a:lnTo>
                    <a:pt x="40" y="70"/>
                  </a:lnTo>
                  <a:lnTo>
                    <a:pt x="15" y="74"/>
                  </a:lnTo>
                  <a:lnTo>
                    <a:pt x="16" y="51"/>
                  </a:lnTo>
                  <a:lnTo>
                    <a:pt x="4" y="62"/>
                  </a:lnTo>
                  <a:lnTo>
                    <a:pt x="11" y="38"/>
                  </a:lnTo>
                  <a:lnTo>
                    <a:pt x="0" y="3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89" name="Freeform 786">
            <a:extLst>
              <a:ext uri="{FF2B5EF4-FFF2-40B4-BE49-F238E27FC236}">
                <a16:creationId xmlns:a16="http://schemas.microsoft.com/office/drawing/2014/main" id="{A2075BEA-5E17-3A77-655E-8C439C0942E4}"/>
              </a:ext>
            </a:extLst>
          </p:cNvPr>
          <p:cNvSpPr>
            <a:spLocks/>
          </p:cNvSpPr>
          <p:nvPr/>
        </p:nvSpPr>
        <p:spPr bwMode="auto">
          <a:xfrm>
            <a:off x="4416225" y="4427893"/>
            <a:ext cx="125561" cy="98700"/>
          </a:xfrm>
          <a:custGeom>
            <a:avLst/>
            <a:gdLst>
              <a:gd name="T0" fmla="*/ 54908105 w 109"/>
              <a:gd name="T1" fmla="*/ 8289855 h 90"/>
              <a:gd name="T2" fmla="*/ 64320812 w 109"/>
              <a:gd name="T3" fmla="*/ 4974170 h 90"/>
              <a:gd name="T4" fmla="*/ 76872341 w 109"/>
              <a:gd name="T5" fmla="*/ 0 h 90"/>
              <a:gd name="T6" fmla="*/ 105110482 w 109"/>
              <a:gd name="T7" fmla="*/ 21553883 h 90"/>
              <a:gd name="T8" fmla="*/ 130211035 w 109"/>
              <a:gd name="T9" fmla="*/ 24870854 h 90"/>
              <a:gd name="T10" fmla="*/ 141193153 w 109"/>
              <a:gd name="T11" fmla="*/ 41450558 h 90"/>
              <a:gd name="T12" fmla="*/ 150605860 w 109"/>
              <a:gd name="T13" fmla="*/ 64662927 h 90"/>
              <a:gd name="T14" fmla="*/ 153743429 w 109"/>
              <a:gd name="T15" fmla="*/ 72952779 h 90"/>
              <a:gd name="T16" fmla="*/ 163156136 w 109"/>
              <a:gd name="T17" fmla="*/ 81243919 h 90"/>
              <a:gd name="T18" fmla="*/ 169431313 w 109"/>
              <a:gd name="T19" fmla="*/ 87875306 h 90"/>
              <a:gd name="T20" fmla="*/ 169431313 w 109"/>
              <a:gd name="T21" fmla="*/ 96165158 h 90"/>
              <a:gd name="T22" fmla="*/ 158450409 w 109"/>
              <a:gd name="T23" fmla="*/ 96165158 h 90"/>
              <a:gd name="T24" fmla="*/ 142762563 w 109"/>
              <a:gd name="T25" fmla="*/ 96165158 h 90"/>
              <a:gd name="T26" fmla="*/ 150605860 w 109"/>
              <a:gd name="T27" fmla="*/ 104456297 h 90"/>
              <a:gd name="T28" fmla="*/ 155312840 w 109"/>
              <a:gd name="T29" fmla="*/ 111087664 h 90"/>
              <a:gd name="T30" fmla="*/ 158450409 w 109"/>
              <a:gd name="T31" fmla="*/ 122694487 h 90"/>
              <a:gd name="T32" fmla="*/ 150605860 w 109"/>
              <a:gd name="T33" fmla="*/ 127668656 h 90"/>
              <a:gd name="T34" fmla="*/ 138055584 w 109"/>
              <a:gd name="T35" fmla="*/ 127668656 h 90"/>
              <a:gd name="T36" fmla="*/ 134918014 w 109"/>
              <a:gd name="T37" fmla="*/ 127668656 h 90"/>
              <a:gd name="T38" fmla="*/ 130211035 w 109"/>
              <a:gd name="T39" fmla="*/ 134300023 h 90"/>
              <a:gd name="T40" fmla="*/ 130211035 w 109"/>
              <a:gd name="T41" fmla="*/ 144248360 h 90"/>
              <a:gd name="T42" fmla="*/ 120798327 w 109"/>
              <a:gd name="T43" fmla="*/ 147564044 h 90"/>
              <a:gd name="T44" fmla="*/ 111385620 w 109"/>
              <a:gd name="T45" fmla="*/ 142589875 h 90"/>
              <a:gd name="T46" fmla="*/ 98835344 w 109"/>
              <a:gd name="T47" fmla="*/ 139274191 h 90"/>
              <a:gd name="T48" fmla="*/ 86285068 w 109"/>
              <a:gd name="T49" fmla="*/ 134300023 h 90"/>
              <a:gd name="T50" fmla="*/ 75302930 w 109"/>
              <a:gd name="T51" fmla="*/ 135958508 h 90"/>
              <a:gd name="T52" fmla="*/ 39220249 w 109"/>
              <a:gd name="T53" fmla="*/ 122694487 h 90"/>
              <a:gd name="T54" fmla="*/ 25100562 w 109"/>
              <a:gd name="T55" fmla="*/ 126010170 h 90"/>
              <a:gd name="T56" fmla="*/ 14119692 w 109"/>
              <a:gd name="T57" fmla="*/ 122694487 h 90"/>
              <a:gd name="T58" fmla="*/ 7844551 w 109"/>
              <a:gd name="T59" fmla="*/ 134300023 h 90"/>
              <a:gd name="T60" fmla="*/ 0 w 109"/>
              <a:gd name="T61" fmla="*/ 109430466 h 90"/>
              <a:gd name="T62" fmla="*/ 9412710 w 109"/>
              <a:gd name="T63" fmla="*/ 96165158 h 90"/>
              <a:gd name="T64" fmla="*/ 7844551 w 109"/>
              <a:gd name="T65" fmla="*/ 66321412 h 90"/>
              <a:gd name="T66" fmla="*/ 23532404 w 109"/>
              <a:gd name="T67" fmla="*/ 24870854 h 90"/>
              <a:gd name="T68" fmla="*/ 37652091 w 109"/>
              <a:gd name="T69" fmla="*/ 19896680 h 90"/>
              <a:gd name="T70" fmla="*/ 45495397 w 109"/>
              <a:gd name="T71" fmla="*/ 8289855 h 90"/>
              <a:gd name="T72" fmla="*/ 54908105 w 109"/>
              <a:gd name="T73" fmla="*/ 8289855 h 90"/>
              <a:gd name="T74" fmla="*/ 54908105 w 109"/>
              <a:gd name="T75" fmla="*/ 8289855 h 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9"/>
              <a:gd name="T115" fmla="*/ 0 h 90"/>
              <a:gd name="T116" fmla="*/ 109 w 109"/>
              <a:gd name="T117" fmla="*/ 90 h 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9" h="90">
                <a:moveTo>
                  <a:pt x="35" y="5"/>
                </a:moveTo>
                <a:lnTo>
                  <a:pt x="41" y="3"/>
                </a:lnTo>
                <a:lnTo>
                  <a:pt x="49" y="0"/>
                </a:lnTo>
                <a:lnTo>
                  <a:pt x="67" y="13"/>
                </a:lnTo>
                <a:lnTo>
                  <a:pt x="83" y="15"/>
                </a:lnTo>
                <a:lnTo>
                  <a:pt x="90" y="25"/>
                </a:lnTo>
                <a:lnTo>
                  <a:pt x="96" y="39"/>
                </a:lnTo>
                <a:lnTo>
                  <a:pt x="98" y="44"/>
                </a:lnTo>
                <a:lnTo>
                  <a:pt x="104" y="49"/>
                </a:lnTo>
                <a:lnTo>
                  <a:pt x="108" y="53"/>
                </a:lnTo>
                <a:lnTo>
                  <a:pt x="108" y="58"/>
                </a:lnTo>
                <a:lnTo>
                  <a:pt x="101" y="58"/>
                </a:lnTo>
                <a:lnTo>
                  <a:pt x="91" y="58"/>
                </a:lnTo>
                <a:lnTo>
                  <a:pt x="96" y="63"/>
                </a:lnTo>
                <a:lnTo>
                  <a:pt x="99" y="67"/>
                </a:lnTo>
                <a:lnTo>
                  <a:pt x="101" y="74"/>
                </a:lnTo>
                <a:lnTo>
                  <a:pt x="96" y="77"/>
                </a:lnTo>
                <a:lnTo>
                  <a:pt x="88" y="77"/>
                </a:lnTo>
                <a:lnTo>
                  <a:pt x="86" y="77"/>
                </a:lnTo>
                <a:lnTo>
                  <a:pt x="83" y="81"/>
                </a:lnTo>
                <a:lnTo>
                  <a:pt x="83" y="87"/>
                </a:lnTo>
                <a:lnTo>
                  <a:pt x="77" y="89"/>
                </a:lnTo>
                <a:lnTo>
                  <a:pt x="71" y="86"/>
                </a:lnTo>
                <a:lnTo>
                  <a:pt x="63" y="84"/>
                </a:lnTo>
                <a:lnTo>
                  <a:pt x="55" y="81"/>
                </a:lnTo>
                <a:lnTo>
                  <a:pt x="48" y="82"/>
                </a:lnTo>
                <a:lnTo>
                  <a:pt x="25" y="74"/>
                </a:lnTo>
                <a:lnTo>
                  <a:pt x="16" y="76"/>
                </a:lnTo>
                <a:lnTo>
                  <a:pt x="9" y="74"/>
                </a:lnTo>
                <a:lnTo>
                  <a:pt x="5" y="81"/>
                </a:lnTo>
                <a:lnTo>
                  <a:pt x="0" y="66"/>
                </a:lnTo>
                <a:lnTo>
                  <a:pt x="6" y="58"/>
                </a:lnTo>
                <a:lnTo>
                  <a:pt x="5" y="40"/>
                </a:lnTo>
                <a:lnTo>
                  <a:pt x="15" y="15"/>
                </a:lnTo>
                <a:lnTo>
                  <a:pt x="24" y="12"/>
                </a:lnTo>
                <a:lnTo>
                  <a:pt x="29" y="5"/>
                </a:lnTo>
                <a:lnTo>
                  <a:pt x="35" y="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0" name="Freeform 787">
            <a:extLst>
              <a:ext uri="{FF2B5EF4-FFF2-40B4-BE49-F238E27FC236}">
                <a16:creationId xmlns:a16="http://schemas.microsoft.com/office/drawing/2014/main" id="{E76CE8C1-5CBB-3260-71B0-B8358A3315E3}"/>
              </a:ext>
            </a:extLst>
          </p:cNvPr>
          <p:cNvSpPr>
            <a:spLocks/>
          </p:cNvSpPr>
          <p:nvPr/>
        </p:nvSpPr>
        <p:spPr bwMode="auto">
          <a:xfrm>
            <a:off x="4398706" y="4498200"/>
            <a:ext cx="275943" cy="155487"/>
          </a:xfrm>
          <a:custGeom>
            <a:avLst/>
            <a:gdLst>
              <a:gd name="T0" fmla="*/ 190643677 w 241"/>
              <a:gd name="T1" fmla="*/ 8625115 h 139"/>
              <a:gd name="T2" fmla="*/ 207693550 w 241"/>
              <a:gd name="T3" fmla="*/ 0 h 139"/>
              <a:gd name="T4" fmla="*/ 230943376 w 241"/>
              <a:gd name="T5" fmla="*/ 15525734 h 139"/>
              <a:gd name="T6" fmla="*/ 240243307 w 241"/>
              <a:gd name="T7" fmla="*/ 34500462 h 139"/>
              <a:gd name="T8" fmla="*/ 266591866 w 241"/>
              <a:gd name="T9" fmla="*/ 51750698 h 139"/>
              <a:gd name="T10" fmla="*/ 302240355 w 241"/>
              <a:gd name="T11" fmla="*/ 77626037 h 139"/>
              <a:gd name="T12" fmla="*/ 325490182 w 241"/>
              <a:gd name="T13" fmla="*/ 77626037 h 139"/>
              <a:gd name="T14" fmla="*/ 361138749 w 241"/>
              <a:gd name="T15" fmla="*/ 87976981 h 139"/>
              <a:gd name="T16" fmla="*/ 351838818 w 241"/>
              <a:gd name="T17" fmla="*/ 129376735 h 139"/>
              <a:gd name="T18" fmla="*/ 320840216 w 241"/>
              <a:gd name="T19" fmla="*/ 165602997 h 139"/>
              <a:gd name="T20" fmla="*/ 272791819 w 241"/>
              <a:gd name="T21" fmla="*/ 194928685 h 139"/>
              <a:gd name="T22" fmla="*/ 274341808 w 241"/>
              <a:gd name="T23" fmla="*/ 210453100 h 139"/>
              <a:gd name="T24" fmla="*/ 251091981 w 241"/>
              <a:gd name="T25" fmla="*/ 238054249 h 139"/>
              <a:gd name="T26" fmla="*/ 246442016 w 241"/>
              <a:gd name="T27" fmla="*/ 191478377 h 139"/>
              <a:gd name="T28" fmla="*/ 206143561 w 241"/>
              <a:gd name="T29" fmla="*/ 186302258 h 139"/>
              <a:gd name="T30" fmla="*/ 206143561 w 241"/>
              <a:gd name="T31" fmla="*/ 170777802 h 139"/>
              <a:gd name="T32" fmla="*/ 158095125 w 241"/>
              <a:gd name="T33" fmla="*/ 210453100 h 139"/>
              <a:gd name="T34" fmla="*/ 141045253 w 241"/>
              <a:gd name="T35" fmla="*/ 188028069 h 139"/>
              <a:gd name="T36" fmla="*/ 154995149 w 241"/>
              <a:gd name="T37" fmla="*/ 174228151 h 139"/>
              <a:gd name="T38" fmla="*/ 164295118 w 241"/>
              <a:gd name="T39" fmla="*/ 160426878 h 139"/>
              <a:gd name="T40" fmla="*/ 145695218 w 241"/>
              <a:gd name="T41" fmla="*/ 136277350 h 139"/>
              <a:gd name="T42" fmla="*/ 113146705 w 241"/>
              <a:gd name="T43" fmla="*/ 122477432 h 139"/>
              <a:gd name="T44" fmla="*/ 55798359 w 241"/>
              <a:gd name="T45" fmla="*/ 129376735 h 139"/>
              <a:gd name="T46" fmla="*/ 13949901 w 241"/>
              <a:gd name="T47" fmla="*/ 132827043 h 139"/>
              <a:gd name="T48" fmla="*/ 9299933 w 241"/>
              <a:gd name="T49" fmla="*/ 98326591 h 139"/>
              <a:gd name="T50" fmla="*/ 40298464 w 241"/>
              <a:gd name="T51" fmla="*/ 53475195 h 139"/>
              <a:gd name="T52" fmla="*/ 32548522 w 241"/>
              <a:gd name="T53" fmla="*/ 20700539 h 139"/>
              <a:gd name="T54" fmla="*/ 49598405 w 241"/>
              <a:gd name="T55" fmla="*/ 18974728 h 139"/>
              <a:gd name="T56" fmla="*/ 80596929 w 241"/>
              <a:gd name="T57" fmla="*/ 22425041 h 139"/>
              <a:gd name="T58" fmla="*/ 110046729 w 241"/>
              <a:gd name="T59" fmla="*/ 25875349 h 139"/>
              <a:gd name="T60" fmla="*/ 134845299 w 241"/>
              <a:gd name="T61" fmla="*/ 36224959 h 139"/>
              <a:gd name="T62" fmla="*/ 153445160 w 241"/>
              <a:gd name="T63" fmla="*/ 37950770 h 139"/>
              <a:gd name="T64" fmla="*/ 158095125 w 241"/>
              <a:gd name="T65" fmla="*/ 20700539 h 139"/>
              <a:gd name="T66" fmla="*/ 178245014 w 241"/>
              <a:gd name="T67" fmla="*/ 18974728 h 139"/>
              <a:gd name="T68" fmla="*/ 184444968 w 241"/>
              <a:gd name="T69" fmla="*/ 12075426 h 13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41"/>
              <a:gd name="T106" fmla="*/ 0 h 139"/>
              <a:gd name="T107" fmla="*/ 241 w 241"/>
              <a:gd name="T108" fmla="*/ 139 h 139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41" h="139">
                <a:moveTo>
                  <a:pt x="119" y="7"/>
                </a:moveTo>
                <a:lnTo>
                  <a:pt x="123" y="5"/>
                </a:lnTo>
                <a:lnTo>
                  <a:pt x="129" y="2"/>
                </a:lnTo>
                <a:lnTo>
                  <a:pt x="134" y="0"/>
                </a:lnTo>
                <a:lnTo>
                  <a:pt x="145" y="2"/>
                </a:lnTo>
                <a:lnTo>
                  <a:pt x="149" y="9"/>
                </a:lnTo>
                <a:lnTo>
                  <a:pt x="151" y="17"/>
                </a:lnTo>
                <a:lnTo>
                  <a:pt x="155" y="20"/>
                </a:lnTo>
                <a:lnTo>
                  <a:pt x="160" y="18"/>
                </a:lnTo>
                <a:lnTo>
                  <a:pt x="172" y="30"/>
                </a:lnTo>
                <a:lnTo>
                  <a:pt x="178" y="39"/>
                </a:lnTo>
                <a:lnTo>
                  <a:pt x="195" y="45"/>
                </a:lnTo>
                <a:lnTo>
                  <a:pt x="205" y="47"/>
                </a:lnTo>
                <a:lnTo>
                  <a:pt x="210" y="45"/>
                </a:lnTo>
                <a:lnTo>
                  <a:pt x="221" y="49"/>
                </a:lnTo>
                <a:lnTo>
                  <a:pt x="233" y="51"/>
                </a:lnTo>
                <a:lnTo>
                  <a:pt x="240" y="72"/>
                </a:lnTo>
                <a:lnTo>
                  <a:pt x="227" y="75"/>
                </a:lnTo>
                <a:lnTo>
                  <a:pt x="225" y="85"/>
                </a:lnTo>
                <a:lnTo>
                  <a:pt x="207" y="96"/>
                </a:lnTo>
                <a:lnTo>
                  <a:pt x="179" y="103"/>
                </a:lnTo>
                <a:lnTo>
                  <a:pt x="176" y="113"/>
                </a:lnTo>
                <a:lnTo>
                  <a:pt x="164" y="109"/>
                </a:lnTo>
                <a:lnTo>
                  <a:pt x="177" y="122"/>
                </a:lnTo>
                <a:lnTo>
                  <a:pt x="193" y="124"/>
                </a:lnTo>
                <a:lnTo>
                  <a:pt x="162" y="138"/>
                </a:lnTo>
                <a:lnTo>
                  <a:pt x="143" y="122"/>
                </a:lnTo>
                <a:lnTo>
                  <a:pt x="159" y="111"/>
                </a:lnTo>
                <a:lnTo>
                  <a:pt x="143" y="108"/>
                </a:lnTo>
                <a:lnTo>
                  <a:pt x="133" y="108"/>
                </a:lnTo>
                <a:lnTo>
                  <a:pt x="136" y="98"/>
                </a:lnTo>
                <a:lnTo>
                  <a:pt x="133" y="99"/>
                </a:lnTo>
                <a:lnTo>
                  <a:pt x="110" y="104"/>
                </a:lnTo>
                <a:lnTo>
                  <a:pt x="102" y="122"/>
                </a:lnTo>
                <a:lnTo>
                  <a:pt x="87" y="121"/>
                </a:lnTo>
                <a:lnTo>
                  <a:pt x="91" y="109"/>
                </a:lnTo>
                <a:lnTo>
                  <a:pt x="92" y="103"/>
                </a:lnTo>
                <a:lnTo>
                  <a:pt x="100" y="101"/>
                </a:lnTo>
                <a:lnTo>
                  <a:pt x="105" y="97"/>
                </a:lnTo>
                <a:lnTo>
                  <a:pt x="106" y="93"/>
                </a:lnTo>
                <a:lnTo>
                  <a:pt x="100" y="92"/>
                </a:lnTo>
                <a:lnTo>
                  <a:pt x="94" y="79"/>
                </a:lnTo>
                <a:lnTo>
                  <a:pt x="85" y="71"/>
                </a:lnTo>
                <a:lnTo>
                  <a:pt x="73" y="71"/>
                </a:lnTo>
                <a:lnTo>
                  <a:pt x="58" y="74"/>
                </a:lnTo>
                <a:lnTo>
                  <a:pt x="36" y="75"/>
                </a:lnTo>
                <a:lnTo>
                  <a:pt x="25" y="77"/>
                </a:lnTo>
                <a:lnTo>
                  <a:pt x="9" y="77"/>
                </a:lnTo>
                <a:lnTo>
                  <a:pt x="0" y="70"/>
                </a:lnTo>
                <a:lnTo>
                  <a:pt x="6" y="57"/>
                </a:lnTo>
                <a:lnTo>
                  <a:pt x="15" y="44"/>
                </a:lnTo>
                <a:lnTo>
                  <a:pt x="26" y="31"/>
                </a:lnTo>
                <a:lnTo>
                  <a:pt x="21" y="15"/>
                </a:lnTo>
                <a:lnTo>
                  <a:pt x="21" y="12"/>
                </a:lnTo>
                <a:lnTo>
                  <a:pt x="25" y="9"/>
                </a:lnTo>
                <a:lnTo>
                  <a:pt x="32" y="11"/>
                </a:lnTo>
                <a:lnTo>
                  <a:pt x="41" y="9"/>
                </a:lnTo>
                <a:lnTo>
                  <a:pt x="52" y="13"/>
                </a:lnTo>
                <a:lnTo>
                  <a:pt x="63" y="17"/>
                </a:lnTo>
                <a:lnTo>
                  <a:pt x="71" y="15"/>
                </a:lnTo>
                <a:lnTo>
                  <a:pt x="79" y="19"/>
                </a:lnTo>
                <a:lnTo>
                  <a:pt x="87" y="21"/>
                </a:lnTo>
                <a:lnTo>
                  <a:pt x="93" y="24"/>
                </a:lnTo>
                <a:lnTo>
                  <a:pt x="99" y="22"/>
                </a:lnTo>
                <a:lnTo>
                  <a:pt x="99" y="16"/>
                </a:lnTo>
                <a:lnTo>
                  <a:pt x="102" y="12"/>
                </a:lnTo>
                <a:lnTo>
                  <a:pt x="112" y="12"/>
                </a:lnTo>
                <a:lnTo>
                  <a:pt x="115" y="11"/>
                </a:lnTo>
                <a:lnTo>
                  <a:pt x="119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1" name="Freeform 788">
            <a:extLst>
              <a:ext uri="{FF2B5EF4-FFF2-40B4-BE49-F238E27FC236}">
                <a16:creationId xmlns:a16="http://schemas.microsoft.com/office/drawing/2014/main" id="{768E24E4-1484-779A-74E8-8D54ABB365A9}"/>
              </a:ext>
            </a:extLst>
          </p:cNvPr>
          <p:cNvSpPr>
            <a:spLocks/>
          </p:cNvSpPr>
          <p:nvPr/>
        </p:nvSpPr>
        <p:spPr bwMode="auto">
          <a:xfrm>
            <a:off x="4468787" y="4577971"/>
            <a:ext cx="51101" cy="55434"/>
          </a:xfrm>
          <a:custGeom>
            <a:avLst/>
            <a:gdLst>
              <a:gd name="T0" fmla="*/ 15245252 w 45"/>
              <a:gd name="T1" fmla="*/ 21173698 h 51"/>
              <a:gd name="T2" fmla="*/ 22868498 w 45"/>
              <a:gd name="T3" fmla="*/ 34203856 h 51"/>
              <a:gd name="T4" fmla="*/ 27441949 w 45"/>
              <a:gd name="T5" fmla="*/ 42347396 h 51"/>
              <a:gd name="T6" fmla="*/ 32015399 w 45"/>
              <a:gd name="T7" fmla="*/ 79808144 h 51"/>
              <a:gd name="T8" fmla="*/ 38113745 w 45"/>
              <a:gd name="T9" fmla="*/ 81436595 h 51"/>
              <a:gd name="T10" fmla="*/ 44212101 w 45"/>
              <a:gd name="T11" fmla="*/ 61891357 h 51"/>
              <a:gd name="T12" fmla="*/ 45736996 w 45"/>
              <a:gd name="T13" fmla="*/ 52119377 h 51"/>
              <a:gd name="T14" fmla="*/ 64032034 w 45"/>
              <a:gd name="T15" fmla="*/ 45604298 h 51"/>
              <a:gd name="T16" fmla="*/ 67080589 w 45"/>
              <a:gd name="T17" fmla="*/ 37460758 h 51"/>
              <a:gd name="T18" fmla="*/ 59458583 w 45"/>
              <a:gd name="T19" fmla="*/ 34203856 h 51"/>
              <a:gd name="T20" fmla="*/ 50310447 w 45"/>
              <a:gd name="T21" fmla="*/ 13030163 h 51"/>
              <a:gd name="T22" fmla="*/ 35065190 w 45"/>
              <a:gd name="T23" fmla="*/ 0 h 51"/>
              <a:gd name="T24" fmla="*/ 16770147 w 45"/>
              <a:gd name="T25" fmla="*/ 0 h 51"/>
              <a:gd name="T26" fmla="*/ 0 w 45"/>
              <a:gd name="T27" fmla="*/ 1628451 h 51"/>
              <a:gd name="T28" fmla="*/ 15245252 w 45"/>
              <a:gd name="T29" fmla="*/ 21173698 h 51"/>
              <a:gd name="T30" fmla="*/ 15245252 w 45"/>
              <a:gd name="T31" fmla="*/ 21173698 h 5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5"/>
              <a:gd name="T49" fmla="*/ 0 h 51"/>
              <a:gd name="T50" fmla="*/ 45 w 45"/>
              <a:gd name="T51" fmla="*/ 51 h 5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5" h="51">
                <a:moveTo>
                  <a:pt x="10" y="13"/>
                </a:moveTo>
                <a:lnTo>
                  <a:pt x="15" y="21"/>
                </a:lnTo>
                <a:lnTo>
                  <a:pt x="18" y="26"/>
                </a:lnTo>
                <a:lnTo>
                  <a:pt x="21" y="49"/>
                </a:lnTo>
                <a:lnTo>
                  <a:pt x="25" y="50"/>
                </a:lnTo>
                <a:lnTo>
                  <a:pt x="29" y="38"/>
                </a:lnTo>
                <a:lnTo>
                  <a:pt x="30" y="32"/>
                </a:lnTo>
                <a:lnTo>
                  <a:pt x="42" y="28"/>
                </a:lnTo>
                <a:lnTo>
                  <a:pt x="44" y="23"/>
                </a:lnTo>
                <a:lnTo>
                  <a:pt x="39" y="21"/>
                </a:lnTo>
                <a:lnTo>
                  <a:pt x="33" y="8"/>
                </a:lnTo>
                <a:lnTo>
                  <a:pt x="23" y="0"/>
                </a:lnTo>
                <a:lnTo>
                  <a:pt x="11" y="0"/>
                </a:lnTo>
                <a:lnTo>
                  <a:pt x="0" y="1"/>
                </a:lnTo>
                <a:lnTo>
                  <a:pt x="10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2" name="Freeform 789">
            <a:extLst>
              <a:ext uri="{FF2B5EF4-FFF2-40B4-BE49-F238E27FC236}">
                <a16:creationId xmlns:a16="http://schemas.microsoft.com/office/drawing/2014/main" id="{04A3C6F5-D78A-7A58-7003-D78371C7794D}"/>
              </a:ext>
            </a:extLst>
          </p:cNvPr>
          <p:cNvSpPr>
            <a:spLocks/>
          </p:cNvSpPr>
          <p:nvPr/>
        </p:nvSpPr>
        <p:spPr bwMode="auto">
          <a:xfrm>
            <a:off x="4419146" y="4340011"/>
            <a:ext cx="80301" cy="52729"/>
          </a:xfrm>
          <a:custGeom>
            <a:avLst/>
            <a:gdLst>
              <a:gd name="T0" fmla="*/ 92873192 w 69"/>
              <a:gd name="T1" fmla="*/ 1811599 h 46"/>
              <a:gd name="T2" fmla="*/ 0 w 69"/>
              <a:gd name="T3" fmla="*/ 18114643 h 46"/>
              <a:gd name="T4" fmla="*/ 8006221 w 69"/>
              <a:gd name="T5" fmla="*/ 48910485 h 46"/>
              <a:gd name="T6" fmla="*/ 19215183 w 69"/>
              <a:gd name="T7" fmla="*/ 47098886 h 46"/>
              <a:gd name="T8" fmla="*/ 16012443 w 69"/>
              <a:gd name="T9" fmla="*/ 76081768 h 46"/>
              <a:gd name="T10" fmla="*/ 27221407 w 69"/>
              <a:gd name="T11" fmla="*/ 76081768 h 46"/>
              <a:gd name="T12" fmla="*/ 32024886 w 69"/>
              <a:gd name="T13" fmla="*/ 72459918 h 46"/>
              <a:gd name="T14" fmla="*/ 35227626 w 69"/>
              <a:gd name="T15" fmla="*/ 74270170 h 46"/>
              <a:gd name="T16" fmla="*/ 51240074 w 69"/>
              <a:gd name="T17" fmla="*/ 72459918 h 46"/>
              <a:gd name="T18" fmla="*/ 62449034 w 69"/>
              <a:gd name="T19" fmla="*/ 74270170 h 46"/>
              <a:gd name="T20" fmla="*/ 68853250 w 69"/>
              <a:gd name="T21" fmla="*/ 81516563 h 46"/>
              <a:gd name="T22" fmla="*/ 84865707 w 69"/>
              <a:gd name="T23" fmla="*/ 74270170 h 46"/>
              <a:gd name="T24" fmla="*/ 91271189 w 69"/>
              <a:gd name="T25" fmla="*/ 81516563 h 46"/>
              <a:gd name="T26" fmla="*/ 94473929 w 69"/>
              <a:gd name="T27" fmla="*/ 76081768 h 46"/>
              <a:gd name="T28" fmla="*/ 108885629 w 69"/>
              <a:gd name="T29" fmla="*/ 50722083 h 46"/>
              <a:gd name="T30" fmla="*/ 108885629 w 69"/>
              <a:gd name="T31" fmla="*/ 28984238 h 46"/>
              <a:gd name="T32" fmla="*/ 96074667 w 69"/>
              <a:gd name="T33" fmla="*/ 18114643 h 46"/>
              <a:gd name="T34" fmla="*/ 96074667 w 69"/>
              <a:gd name="T35" fmla="*/ 0 h 46"/>
              <a:gd name="T36" fmla="*/ 78461472 w 69"/>
              <a:gd name="T37" fmla="*/ 3623198 h 46"/>
              <a:gd name="T38" fmla="*/ 92873192 w 69"/>
              <a:gd name="T39" fmla="*/ 1811599 h 46"/>
              <a:gd name="T40" fmla="*/ 92873192 w 69"/>
              <a:gd name="T41" fmla="*/ 1811599 h 4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69"/>
              <a:gd name="T64" fmla="*/ 0 h 46"/>
              <a:gd name="T65" fmla="*/ 69 w 69"/>
              <a:gd name="T66" fmla="*/ 46 h 4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69" h="46">
                <a:moveTo>
                  <a:pt x="58" y="1"/>
                </a:moveTo>
                <a:lnTo>
                  <a:pt x="0" y="10"/>
                </a:lnTo>
                <a:lnTo>
                  <a:pt x="5" y="27"/>
                </a:lnTo>
                <a:lnTo>
                  <a:pt x="12" y="26"/>
                </a:lnTo>
                <a:lnTo>
                  <a:pt x="10" y="42"/>
                </a:lnTo>
                <a:lnTo>
                  <a:pt x="17" y="42"/>
                </a:lnTo>
                <a:lnTo>
                  <a:pt x="20" y="40"/>
                </a:lnTo>
                <a:lnTo>
                  <a:pt x="22" y="41"/>
                </a:lnTo>
                <a:lnTo>
                  <a:pt x="32" y="40"/>
                </a:lnTo>
                <a:lnTo>
                  <a:pt x="39" y="41"/>
                </a:lnTo>
                <a:lnTo>
                  <a:pt x="43" y="45"/>
                </a:lnTo>
                <a:lnTo>
                  <a:pt x="53" y="41"/>
                </a:lnTo>
                <a:lnTo>
                  <a:pt x="57" y="45"/>
                </a:lnTo>
                <a:lnTo>
                  <a:pt x="59" y="42"/>
                </a:lnTo>
                <a:lnTo>
                  <a:pt x="68" y="28"/>
                </a:lnTo>
                <a:lnTo>
                  <a:pt x="68" y="16"/>
                </a:lnTo>
                <a:lnTo>
                  <a:pt x="60" y="10"/>
                </a:lnTo>
                <a:lnTo>
                  <a:pt x="60" y="0"/>
                </a:lnTo>
                <a:lnTo>
                  <a:pt x="49" y="2"/>
                </a:lnTo>
                <a:lnTo>
                  <a:pt x="58" y="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3" name="Freeform 790">
            <a:extLst>
              <a:ext uri="{FF2B5EF4-FFF2-40B4-BE49-F238E27FC236}">
                <a16:creationId xmlns:a16="http://schemas.microsoft.com/office/drawing/2014/main" id="{B183A038-E815-5CA7-7687-EF5371F62BBA}"/>
              </a:ext>
            </a:extLst>
          </p:cNvPr>
          <p:cNvSpPr>
            <a:spLocks/>
          </p:cNvSpPr>
          <p:nvPr/>
        </p:nvSpPr>
        <p:spPr bwMode="auto">
          <a:xfrm>
            <a:off x="4357826" y="4408965"/>
            <a:ext cx="125561" cy="62194"/>
          </a:xfrm>
          <a:custGeom>
            <a:avLst/>
            <a:gdLst>
              <a:gd name="T0" fmla="*/ 34514522 w 109"/>
              <a:gd name="T1" fmla="*/ 12801014 h 54"/>
              <a:gd name="T2" fmla="*/ 69027792 w 109"/>
              <a:gd name="T3" fmla="*/ 9144353 h 54"/>
              <a:gd name="T4" fmla="*/ 95697775 w 109"/>
              <a:gd name="T5" fmla="*/ 0 h 54"/>
              <a:gd name="T6" fmla="*/ 133348604 w 109"/>
              <a:gd name="T7" fmla="*/ 0 h 54"/>
              <a:gd name="T8" fmla="*/ 169431313 w 109"/>
              <a:gd name="T9" fmla="*/ 0 h 54"/>
              <a:gd name="T10" fmla="*/ 155312840 w 109"/>
              <a:gd name="T11" fmla="*/ 21945364 h 54"/>
              <a:gd name="T12" fmla="*/ 141193153 w 109"/>
              <a:gd name="T13" fmla="*/ 34746378 h 54"/>
              <a:gd name="T14" fmla="*/ 123935896 w 109"/>
              <a:gd name="T15" fmla="*/ 36574707 h 54"/>
              <a:gd name="T16" fmla="*/ 103542324 w 109"/>
              <a:gd name="T17" fmla="*/ 60348405 h 54"/>
              <a:gd name="T18" fmla="*/ 95697775 w 109"/>
              <a:gd name="T19" fmla="*/ 80465435 h 54"/>
              <a:gd name="T20" fmla="*/ 89422637 w 109"/>
              <a:gd name="T21" fmla="*/ 96924475 h 54"/>
              <a:gd name="T22" fmla="*/ 80009910 w 109"/>
              <a:gd name="T23" fmla="*/ 85951774 h 54"/>
              <a:gd name="T24" fmla="*/ 0 w 109"/>
              <a:gd name="T25" fmla="*/ 69492755 h 54"/>
              <a:gd name="T26" fmla="*/ 21962993 w 109"/>
              <a:gd name="T27" fmla="*/ 49377078 h 54"/>
              <a:gd name="T28" fmla="*/ 36082680 w 109"/>
              <a:gd name="T29" fmla="*/ 60348405 h 54"/>
              <a:gd name="T30" fmla="*/ 31375701 w 109"/>
              <a:gd name="T31" fmla="*/ 38404388 h 54"/>
              <a:gd name="T32" fmla="*/ 34514522 w 109"/>
              <a:gd name="T33" fmla="*/ 12801014 h 54"/>
              <a:gd name="T34" fmla="*/ 34514522 w 109"/>
              <a:gd name="T35" fmla="*/ 12801014 h 5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9"/>
              <a:gd name="T55" fmla="*/ 0 h 54"/>
              <a:gd name="T56" fmla="*/ 109 w 109"/>
              <a:gd name="T57" fmla="*/ 54 h 5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9" h="54">
                <a:moveTo>
                  <a:pt x="22" y="7"/>
                </a:moveTo>
                <a:lnTo>
                  <a:pt x="44" y="5"/>
                </a:lnTo>
                <a:lnTo>
                  <a:pt x="61" y="0"/>
                </a:lnTo>
                <a:lnTo>
                  <a:pt x="85" y="0"/>
                </a:lnTo>
                <a:lnTo>
                  <a:pt x="108" y="0"/>
                </a:lnTo>
                <a:lnTo>
                  <a:pt x="99" y="12"/>
                </a:lnTo>
                <a:lnTo>
                  <a:pt x="90" y="19"/>
                </a:lnTo>
                <a:lnTo>
                  <a:pt x="79" y="20"/>
                </a:lnTo>
                <a:lnTo>
                  <a:pt x="66" y="33"/>
                </a:lnTo>
                <a:lnTo>
                  <a:pt x="61" y="44"/>
                </a:lnTo>
                <a:lnTo>
                  <a:pt x="57" y="53"/>
                </a:lnTo>
                <a:lnTo>
                  <a:pt x="51" y="47"/>
                </a:lnTo>
                <a:lnTo>
                  <a:pt x="0" y="38"/>
                </a:lnTo>
                <a:lnTo>
                  <a:pt x="14" y="27"/>
                </a:lnTo>
                <a:lnTo>
                  <a:pt x="23" y="33"/>
                </a:lnTo>
                <a:lnTo>
                  <a:pt x="20" y="21"/>
                </a:lnTo>
                <a:lnTo>
                  <a:pt x="22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4" name="Freeform 791">
            <a:extLst>
              <a:ext uri="{FF2B5EF4-FFF2-40B4-BE49-F238E27FC236}">
                <a16:creationId xmlns:a16="http://schemas.microsoft.com/office/drawing/2014/main" id="{B715867E-3EC0-229F-AFF2-6247BCDBE529}"/>
              </a:ext>
            </a:extLst>
          </p:cNvPr>
          <p:cNvSpPr>
            <a:spLocks/>
          </p:cNvSpPr>
          <p:nvPr/>
        </p:nvSpPr>
        <p:spPr bwMode="auto">
          <a:xfrm>
            <a:off x="4379725" y="4384627"/>
            <a:ext cx="108042" cy="43265"/>
          </a:xfrm>
          <a:custGeom>
            <a:avLst/>
            <a:gdLst>
              <a:gd name="T0" fmla="*/ 68810669 w 95"/>
              <a:gd name="T1" fmla="*/ 6786359 h 39"/>
              <a:gd name="T2" fmla="*/ 81044160 w 95"/>
              <a:gd name="T3" fmla="*/ 6786359 h 39"/>
              <a:gd name="T4" fmla="*/ 91747984 w 95"/>
              <a:gd name="T5" fmla="*/ 3393179 h 39"/>
              <a:gd name="T6" fmla="*/ 93276395 w 95"/>
              <a:gd name="T7" fmla="*/ 6786359 h 39"/>
              <a:gd name="T8" fmla="*/ 97864102 w 95"/>
              <a:gd name="T9" fmla="*/ 1697241 h 39"/>
              <a:gd name="T10" fmla="*/ 140679397 w 95"/>
              <a:gd name="T11" fmla="*/ 0 h 39"/>
              <a:gd name="T12" fmla="*/ 143737456 w 95"/>
              <a:gd name="T13" fmla="*/ 10179537 h 39"/>
              <a:gd name="T14" fmla="*/ 137621339 w 95"/>
              <a:gd name="T15" fmla="*/ 35630335 h 39"/>
              <a:gd name="T16" fmla="*/ 126917515 w 95"/>
              <a:gd name="T17" fmla="*/ 64473011 h 39"/>
              <a:gd name="T18" fmla="*/ 103980219 w 95"/>
              <a:gd name="T19" fmla="*/ 49203058 h 39"/>
              <a:gd name="T20" fmla="*/ 64222963 w 95"/>
              <a:gd name="T21" fmla="*/ 42416691 h 39"/>
              <a:gd name="T22" fmla="*/ 27523775 w 95"/>
              <a:gd name="T23" fmla="*/ 50900298 h 39"/>
              <a:gd name="T24" fmla="*/ 22937305 w 95"/>
              <a:gd name="T25" fmla="*/ 50900298 h 39"/>
              <a:gd name="T26" fmla="*/ 1529648 w 95"/>
              <a:gd name="T27" fmla="*/ 54293476 h 39"/>
              <a:gd name="T28" fmla="*/ 0 w 95"/>
              <a:gd name="T29" fmla="*/ 37326272 h 39"/>
              <a:gd name="T30" fmla="*/ 13761888 w 95"/>
              <a:gd name="T31" fmla="*/ 8483599 h 39"/>
              <a:gd name="T32" fmla="*/ 30583070 w 95"/>
              <a:gd name="T33" fmla="*/ 3393179 h 39"/>
              <a:gd name="T34" fmla="*/ 65752611 w 95"/>
              <a:gd name="T35" fmla="*/ 30539916 h 39"/>
              <a:gd name="T36" fmla="*/ 68810669 w 95"/>
              <a:gd name="T37" fmla="*/ 6786359 h 39"/>
              <a:gd name="T38" fmla="*/ 68810669 w 95"/>
              <a:gd name="T39" fmla="*/ 6786359 h 3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95"/>
              <a:gd name="T61" fmla="*/ 0 h 39"/>
              <a:gd name="T62" fmla="*/ 95 w 95"/>
              <a:gd name="T63" fmla="*/ 39 h 39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95" h="39">
                <a:moveTo>
                  <a:pt x="45" y="4"/>
                </a:moveTo>
                <a:lnTo>
                  <a:pt x="53" y="4"/>
                </a:lnTo>
                <a:lnTo>
                  <a:pt x="60" y="2"/>
                </a:lnTo>
                <a:lnTo>
                  <a:pt x="61" y="4"/>
                </a:lnTo>
                <a:lnTo>
                  <a:pt x="64" y="1"/>
                </a:lnTo>
                <a:lnTo>
                  <a:pt x="92" y="0"/>
                </a:lnTo>
                <a:lnTo>
                  <a:pt x="94" y="6"/>
                </a:lnTo>
                <a:lnTo>
                  <a:pt x="90" y="21"/>
                </a:lnTo>
                <a:lnTo>
                  <a:pt x="83" y="38"/>
                </a:lnTo>
                <a:lnTo>
                  <a:pt x="68" y="29"/>
                </a:lnTo>
                <a:lnTo>
                  <a:pt x="42" y="25"/>
                </a:lnTo>
                <a:lnTo>
                  <a:pt x="18" y="30"/>
                </a:lnTo>
                <a:lnTo>
                  <a:pt x="15" y="30"/>
                </a:lnTo>
                <a:lnTo>
                  <a:pt x="1" y="32"/>
                </a:lnTo>
                <a:lnTo>
                  <a:pt x="0" y="22"/>
                </a:lnTo>
                <a:lnTo>
                  <a:pt x="9" y="5"/>
                </a:lnTo>
                <a:lnTo>
                  <a:pt x="20" y="2"/>
                </a:lnTo>
                <a:lnTo>
                  <a:pt x="43" y="18"/>
                </a:lnTo>
                <a:lnTo>
                  <a:pt x="45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5" name="Freeform 792">
            <a:extLst>
              <a:ext uri="{FF2B5EF4-FFF2-40B4-BE49-F238E27FC236}">
                <a16:creationId xmlns:a16="http://schemas.microsoft.com/office/drawing/2014/main" id="{310E38F3-23BE-2386-0819-C23B32EA3395}"/>
              </a:ext>
            </a:extLst>
          </p:cNvPr>
          <p:cNvSpPr>
            <a:spLocks/>
          </p:cNvSpPr>
          <p:nvPr/>
        </p:nvSpPr>
        <p:spPr bwMode="auto">
          <a:xfrm>
            <a:off x="4265845" y="4605013"/>
            <a:ext cx="52561" cy="28393"/>
          </a:xfrm>
          <a:custGeom>
            <a:avLst/>
            <a:gdLst>
              <a:gd name="T0" fmla="*/ 0 w 47"/>
              <a:gd name="T1" fmla="*/ 42676691 h 25"/>
              <a:gd name="T2" fmla="*/ 0 w 47"/>
              <a:gd name="T3" fmla="*/ 42676691 h 25"/>
              <a:gd name="T4" fmla="*/ 0 w 47"/>
              <a:gd name="T5" fmla="*/ 12446704 h 25"/>
              <a:gd name="T6" fmla="*/ 47314124 w 47"/>
              <a:gd name="T7" fmla="*/ 0 h 25"/>
              <a:gd name="T8" fmla="*/ 59141738 w 47"/>
              <a:gd name="T9" fmla="*/ 8890311 h 25"/>
              <a:gd name="T10" fmla="*/ 68013361 w 47"/>
              <a:gd name="T11" fmla="*/ 17781956 h 25"/>
              <a:gd name="T12" fmla="*/ 48792728 w 47"/>
              <a:gd name="T13" fmla="*/ 24894741 h 25"/>
              <a:gd name="T14" fmla="*/ 28092265 w 47"/>
              <a:gd name="T15" fmla="*/ 37341439 h 25"/>
              <a:gd name="T16" fmla="*/ 10350231 w 47"/>
              <a:gd name="T17" fmla="*/ 37341439 h 25"/>
              <a:gd name="T18" fmla="*/ 0 w 47"/>
              <a:gd name="T19" fmla="*/ 42676691 h 25"/>
              <a:gd name="T20" fmla="*/ 0 w 47"/>
              <a:gd name="T21" fmla="*/ 42676691 h 2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7"/>
              <a:gd name="T34" fmla="*/ 0 h 25"/>
              <a:gd name="T35" fmla="*/ 47 w 47"/>
              <a:gd name="T36" fmla="*/ 25 h 2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7" h="25">
                <a:moveTo>
                  <a:pt x="0" y="24"/>
                </a:moveTo>
                <a:lnTo>
                  <a:pt x="0" y="24"/>
                </a:lnTo>
                <a:lnTo>
                  <a:pt x="0" y="7"/>
                </a:lnTo>
                <a:lnTo>
                  <a:pt x="32" y="0"/>
                </a:lnTo>
                <a:lnTo>
                  <a:pt x="40" y="5"/>
                </a:lnTo>
                <a:lnTo>
                  <a:pt x="46" y="10"/>
                </a:lnTo>
                <a:lnTo>
                  <a:pt x="33" y="14"/>
                </a:lnTo>
                <a:lnTo>
                  <a:pt x="19" y="21"/>
                </a:lnTo>
                <a:lnTo>
                  <a:pt x="7" y="21"/>
                </a:lnTo>
                <a:lnTo>
                  <a:pt x="0" y="2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6" name="Freeform 793">
            <a:extLst>
              <a:ext uri="{FF2B5EF4-FFF2-40B4-BE49-F238E27FC236}">
                <a16:creationId xmlns:a16="http://schemas.microsoft.com/office/drawing/2014/main" id="{1C05361D-9F6F-5DCD-9D1B-3A519B1ED438}"/>
              </a:ext>
            </a:extLst>
          </p:cNvPr>
          <p:cNvSpPr>
            <a:spLocks/>
          </p:cNvSpPr>
          <p:nvPr/>
        </p:nvSpPr>
        <p:spPr bwMode="auto">
          <a:xfrm>
            <a:off x="4375346" y="4695601"/>
            <a:ext cx="39420" cy="21633"/>
          </a:xfrm>
          <a:custGeom>
            <a:avLst/>
            <a:gdLst>
              <a:gd name="T0" fmla="*/ 0 w 32"/>
              <a:gd name="T1" fmla="*/ 12903200 h 20"/>
              <a:gd name="T2" fmla="*/ 10765308 w 32"/>
              <a:gd name="T3" fmla="*/ 30645098 h 20"/>
              <a:gd name="T4" fmla="*/ 55620095 w 32"/>
              <a:gd name="T5" fmla="*/ 17741898 h 20"/>
              <a:gd name="T6" fmla="*/ 46648337 w 32"/>
              <a:gd name="T7" fmla="*/ 0 h 20"/>
              <a:gd name="T8" fmla="*/ 3588436 w 32"/>
              <a:gd name="T9" fmla="*/ 14516099 h 20"/>
              <a:gd name="T10" fmla="*/ 0 w 32"/>
              <a:gd name="T11" fmla="*/ 12903200 h 20"/>
              <a:gd name="T12" fmla="*/ 0 w 32"/>
              <a:gd name="T13" fmla="*/ 12903200 h 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20"/>
              <a:gd name="T23" fmla="*/ 32 w 32"/>
              <a:gd name="T24" fmla="*/ 20 h 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20">
                <a:moveTo>
                  <a:pt x="0" y="8"/>
                </a:moveTo>
                <a:lnTo>
                  <a:pt x="6" y="19"/>
                </a:lnTo>
                <a:lnTo>
                  <a:pt x="31" y="11"/>
                </a:lnTo>
                <a:lnTo>
                  <a:pt x="26" y="0"/>
                </a:lnTo>
                <a:lnTo>
                  <a:pt x="2" y="9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7" name="Freeform 794">
            <a:extLst>
              <a:ext uri="{FF2B5EF4-FFF2-40B4-BE49-F238E27FC236}">
                <a16:creationId xmlns:a16="http://schemas.microsoft.com/office/drawing/2014/main" id="{18688575-2C97-1AEB-E275-B315AC4E6F3D}"/>
              </a:ext>
            </a:extLst>
          </p:cNvPr>
          <p:cNvSpPr>
            <a:spLocks/>
          </p:cNvSpPr>
          <p:nvPr/>
        </p:nvSpPr>
        <p:spPr bwMode="auto">
          <a:xfrm>
            <a:off x="4341766" y="4621237"/>
            <a:ext cx="67161" cy="86532"/>
          </a:xfrm>
          <a:custGeom>
            <a:avLst/>
            <a:gdLst>
              <a:gd name="T0" fmla="*/ 25363600 w 58"/>
              <a:gd name="T1" fmla="*/ 23155799 h 79"/>
              <a:gd name="T2" fmla="*/ 34874474 w 58"/>
              <a:gd name="T3" fmla="*/ 0 h 79"/>
              <a:gd name="T4" fmla="*/ 90357122 w 58"/>
              <a:gd name="T5" fmla="*/ 52927169 h 79"/>
              <a:gd name="T6" fmla="*/ 80846228 w 58"/>
              <a:gd name="T7" fmla="*/ 89315408 h 79"/>
              <a:gd name="T8" fmla="*/ 88771976 w 58"/>
              <a:gd name="T9" fmla="*/ 109163411 h 79"/>
              <a:gd name="T10" fmla="*/ 31704183 w 58"/>
              <a:gd name="T11" fmla="*/ 129011413 h 79"/>
              <a:gd name="T12" fmla="*/ 0 w 58"/>
              <a:gd name="T13" fmla="*/ 104201732 h 79"/>
              <a:gd name="T14" fmla="*/ 41215057 w 58"/>
              <a:gd name="T15" fmla="*/ 100893946 h 79"/>
              <a:gd name="T16" fmla="*/ 49142055 w 58"/>
              <a:gd name="T17" fmla="*/ 72775172 h 79"/>
              <a:gd name="T18" fmla="*/ 25363600 w 58"/>
              <a:gd name="T19" fmla="*/ 23155799 h 79"/>
              <a:gd name="T20" fmla="*/ 25363600 w 58"/>
              <a:gd name="T21" fmla="*/ 23155799 h 7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8"/>
              <a:gd name="T34" fmla="*/ 0 h 79"/>
              <a:gd name="T35" fmla="*/ 58 w 58"/>
              <a:gd name="T36" fmla="*/ 79 h 7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8" h="79">
                <a:moveTo>
                  <a:pt x="16" y="14"/>
                </a:moveTo>
                <a:lnTo>
                  <a:pt x="22" y="0"/>
                </a:lnTo>
                <a:lnTo>
                  <a:pt x="57" y="32"/>
                </a:lnTo>
                <a:lnTo>
                  <a:pt x="51" y="54"/>
                </a:lnTo>
                <a:lnTo>
                  <a:pt x="56" y="66"/>
                </a:lnTo>
                <a:lnTo>
                  <a:pt x="20" y="78"/>
                </a:lnTo>
                <a:lnTo>
                  <a:pt x="0" y="63"/>
                </a:lnTo>
                <a:lnTo>
                  <a:pt x="26" y="61"/>
                </a:lnTo>
                <a:lnTo>
                  <a:pt x="31" y="44"/>
                </a:lnTo>
                <a:lnTo>
                  <a:pt x="16" y="1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8" name="Freeform 795">
            <a:extLst>
              <a:ext uri="{FF2B5EF4-FFF2-40B4-BE49-F238E27FC236}">
                <a16:creationId xmlns:a16="http://schemas.microsoft.com/office/drawing/2014/main" id="{78C45E6F-B7B1-9DCF-B4C2-584350625296}"/>
              </a:ext>
            </a:extLst>
          </p:cNvPr>
          <p:cNvSpPr>
            <a:spLocks/>
          </p:cNvSpPr>
          <p:nvPr/>
        </p:nvSpPr>
        <p:spPr bwMode="auto">
          <a:xfrm>
            <a:off x="4262926" y="4615830"/>
            <a:ext cx="108042" cy="75715"/>
          </a:xfrm>
          <a:custGeom>
            <a:avLst/>
            <a:gdLst>
              <a:gd name="T0" fmla="*/ 4891812 w 92"/>
              <a:gd name="T1" fmla="*/ 24317568 h 65"/>
              <a:gd name="T2" fmla="*/ 35870734 w 92"/>
              <a:gd name="T3" fmla="*/ 18705924 h 65"/>
              <a:gd name="T4" fmla="*/ 58696640 w 92"/>
              <a:gd name="T5" fmla="*/ 1871003 h 65"/>
              <a:gd name="T6" fmla="*/ 78262605 w 92"/>
              <a:gd name="T7" fmla="*/ 0 h 65"/>
              <a:gd name="T8" fmla="*/ 99459194 w 92"/>
              <a:gd name="T9" fmla="*/ 18705924 h 65"/>
              <a:gd name="T10" fmla="*/ 148373469 w 92"/>
              <a:gd name="T11" fmla="*/ 7482644 h 65"/>
              <a:gd name="T12" fmla="*/ 130438108 w 92"/>
              <a:gd name="T13" fmla="*/ 54246776 h 65"/>
              <a:gd name="T14" fmla="*/ 83154416 w 92"/>
              <a:gd name="T15" fmla="*/ 57987413 h 65"/>
              <a:gd name="T16" fmla="*/ 99459194 w 92"/>
              <a:gd name="T17" fmla="*/ 93529637 h 65"/>
              <a:gd name="T18" fmla="*/ 99459194 w 92"/>
              <a:gd name="T19" fmla="*/ 119716830 h 65"/>
              <a:gd name="T20" fmla="*/ 55436709 w 92"/>
              <a:gd name="T21" fmla="*/ 87917977 h 65"/>
              <a:gd name="T22" fmla="*/ 17935367 w 92"/>
              <a:gd name="T23" fmla="*/ 41152485 h 65"/>
              <a:gd name="T24" fmla="*/ 0 w 92"/>
              <a:gd name="T25" fmla="*/ 44894500 h 65"/>
              <a:gd name="T26" fmla="*/ 4891812 w 92"/>
              <a:gd name="T27" fmla="*/ 24317568 h 65"/>
              <a:gd name="T28" fmla="*/ 4891812 w 92"/>
              <a:gd name="T29" fmla="*/ 24317568 h 6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92"/>
              <a:gd name="T46" fmla="*/ 0 h 65"/>
              <a:gd name="T47" fmla="*/ 92 w 92"/>
              <a:gd name="T48" fmla="*/ 65 h 6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92" h="65">
                <a:moveTo>
                  <a:pt x="3" y="13"/>
                </a:moveTo>
                <a:lnTo>
                  <a:pt x="22" y="10"/>
                </a:lnTo>
                <a:lnTo>
                  <a:pt x="36" y="1"/>
                </a:lnTo>
                <a:lnTo>
                  <a:pt x="48" y="0"/>
                </a:lnTo>
                <a:lnTo>
                  <a:pt x="61" y="10"/>
                </a:lnTo>
                <a:lnTo>
                  <a:pt x="91" y="4"/>
                </a:lnTo>
                <a:lnTo>
                  <a:pt x="80" y="29"/>
                </a:lnTo>
                <a:lnTo>
                  <a:pt x="51" y="31"/>
                </a:lnTo>
                <a:lnTo>
                  <a:pt x="61" y="50"/>
                </a:lnTo>
                <a:lnTo>
                  <a:pt x="61" y="64"/>
                </a:lnTo>
                <a:lnTo>
                  <a:pt x="34" y="47"/>
                </a:lnTo>
                <a:lnTo>
                  <a:pt x="11" y="22"/>
                </a:lnTo>
                <a:lnTo>
                  <a:pt x="0" y="24"/>
                </a:lnTo>
                <a:lnTo>
                  <a:pt x="3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9" name="Freeform 796">
            <a:extLst>
              <a:ext uri="{FF2B5EF4-FFF2-40B4-BE49-F238E27FC236}">
                <a16:creationId xmlns:a16="http://schemas.microsoft.com/office/drawing/2014/main" id="{D4E10BB7-5D38-E103-8716-DEC981F4DE68}"/>
              </a:ext>
            </a:extLst>
          </p:cNvPr>
          <p:cNvSpPr>
            <a:spLocks/>
          </p:cNvSpPr>
          <p:nvPr/>
        </p:nvSpPr>
        <p:spPr bwMode="auto">
          <a:xfrm>
            <a:off x="3917802" y="4784959"/>
            <a:ext cx="318103" cy="295042"/>
          </a:xfrm>
          <a:custGeom>
            <a:avLst/>
            <a:gdLst>
              <a:gd name="T0" fmla="*/ 0 w 278"/>
              <a:gd name="T1" fmla="*/ 141 h 265"/>
              <a:gd name="T2" fmla="*/ 0 w 278"/>
              <a:gd name="T3" fmla="*/ 141 h 265"/>
              <a:gd name="T4" fmla="*/ 1 w 278"/>
              <a:gd name="T5" fmla="*/ 146 h 265"/>
              <a:gd name="T6" fmla="*/ 52 w 278"/>
              <a:gd name="T7" fmla="*/ 179 h 265"/>
              <a:gd name="T8" fmla="*/ 161 w 278"/>
              <a:gd name="T9" fmla="*/ 251 h 265"/>
              <a:gd name="T10" fmla="*/ 162 w 278"/>
              <a:gd name="T11" fmla="*/ 264 h 265"/>
              <a:gd name="T12" fmla="*/ 173 w 278"/>
              <a:gd name="T13" fmla="*/ 262 h 265"/>
              <a:gd name="T14" fmla="*/ 194 w 278"/>
              <a:gd name="T15" fmla="*/ 257 h 265"/>
              <a:gd name="T16" fmla="*/ 277 w 278"/>
              <a:gd name="T17" fmla="*/ 200 h 265"/>
              <a:gd name="T18" fmla="*/ 245 w 278"/>
              <a:gd name="T19" fmla="*/ 162 h 265"/>
              <a:gd name="T20" fmla="*/ 245 w 278"/>
              <a:gd name="T21" fmla="*/ 101 h 265"/>
              <a:gd name="T22" fmla="*/ 241 w 278"/>
              <a:gd name="T23" fmla="*/ 74 h 265"/>
              <a:gd name="T24" fmla="*/ 218 w 278"/>
              <a:gd name="T25" fmla="*/ 46 h 265"/>
              <a:gd name="T26" fmla="*/ 230 w 278"/>
              <a:gd name="T27" fmla="*/ 37 h 265"/>
              <a:gd name="T28" fmla="*/ 236 w 278"/>
              <a:gd name="T29" fmla="*/ 0 h 265"/>
              <a:gd name="T30" fmla="*/ 138 w 278"/>
              <a:gd name="T31" fmla="*/ 6 h 265"/>
              <a:gd name="T32" fmla="*/ 88 w 278"/>
              <a:gd name="T33" fmla="*/ 28 h 265"/>
              <a:gd name="T34" fmla="*/ 100 w 278"/>
              <a:gd name="T35" fmla="*/ 73 h 265"/>
              <a:gd name="T36" fmla="*/ 79 w 278"/>
              <a:gd name="T37" fmla="*/ 74 h 265"/>
              <a:gd name="T38" fmla="*/ 67 w 278"/>
              <a:gd name="T39" fmla="*/ 79 h 265"/>
              <a:gd name="T40" fmla="*/ 69 w 278"/>
              <a:gd name="T41" fmla="*/ 91 h 265"/>
              <a:gd name="T42" fmla="*/ 7 w 278"/>
              <a:gd name="T43" fmla="*/ 118 h 265"/>
              <a:gd name="T44" fmla="*/ 0 w 278"/>
              <a:gd name="T45" fmla="*/ 141 h 265"/>
              <a:gd name="T46" fmla="*/ 0 w 278"/>
              <a:gd name="T47" fmla="*/ 141 h 26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78"/>
              <a:gd name="T73" fmla="*/ 0 h 265"/>
              <a:gd name="T74" fmla="*/ 278 w 278"/>
              <a:gd name="T75" fmla="*/ 265 h 26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78" h="265">
                <a:moveTo>
                  <a:pt x="0" y="141"/>
                </a:moveTo>
                <a:lnTo>
                  <a:pt x="0" y="141"/>
                </a:lnTo>
                <a:lnTo>
                  <a:pt x="1" y="146"/>
                </a:lnTo>
                <a:lnTo>
                  <a:pt x="52" y="179"/>
                </a:lnTo>
                <a:lnTo>
                  <a:pt x="161" y="251"/>
                </a:lnTo>
                <a:lnTo>
                  <a:pt x="162" y="264"/>
                </a:lnTo>
                <a:lnTo>
                  <a:pt x="173" y="262"/>
                </a:lnTo>
                <a:lnTo>
                  <a:pt x="194" y="257"/>
                </a:lnTo>
                <a:lnTo>
                  <a:pt x="277" y="200"/>
                </a:lnTo>
                <a:lnTo>
                  <a:pt x="245" y="162"/>
                </a:lnTo>
                <a:lnTo>
                  <a:pt x="245" y="101"/>
                </a:lnTo>
                <a:lnTo>
                  <a:pt x="241" y="74"/>
                </a:lnTo>
                <a:lnTo>
                  <a:pt x="218" y="46"/>
                </a:lnTo>
                <a:lnTo>
                  <a:pt x="230" y="37"/>
                </a:lnTo>
                <a:lnTo>
                  <a:pt x="236" y="0"/>
                </a:lnTo>
                <a:lnTo>
                  <a:pt x="138" y="6"/>
                </a:lnTo>
                <a:lnTo>
                  <a:pt x="88" y="28"/>
                </a:lnTo>
                <a:lnTo>
                  <a:pt x="100" y="73"/>
                </a:lnTo>
                <a:lnTo>
                  <a:pt x="79" y="74"/>
                </a:lnTo>
                <a:lnTo>
                  <a:pt x="67" y="79"/>
                </a:lnTo>
                <a:lnTo>
                  <a:pt x="69" y="91"/>
                </a:lnTo>
                <a:lnTo>
                  <a:pt x="7" y="118"/>
                </a:lnTo>
                <a:lnTo>
                  <a:pt x="0" y="14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0" name="Freeform 797">
            <a:extLst>
              <a:ext uri="{FF2B5EF4-FFF2-40B4-BE49-F238E27FC236}">
                <a16:creationId xmlns:a16="http://schemas.microsoft.com/office/drawing/2014/main" id="{58050445-07FC-27BB-7BE2-88D8516C1C82}"/>
              </a:ext>
            </a:extLst>
          </p:cNvPr>
          <p:cNvSpPr>
            <a:spLocks/>
          </p:cNvSpPr>
          <p:nvPr/>
        </p:nvSpPr>
        <p:spPr bwMode="auto">
          <a:xfrm>
            <a:off x="4655847" y="4779393"/>
            <a:ext cx="155619" cy="139171"/>
          </a:xfrm>
          <a:custGeom>
            <a:avLst/>
            <a:gdLst>
              <a:gd name="T0" fmla="*/ 0 w 136"/>
              <a:gd name="T1" fmla="*/ 60 h 125"/>
              <a:gd name="T2" fmla="*/ 0 w 136"/>
              <a:gd name="T3" fmla="*/ 60 h 125"/>
              <a:gd name="T4" fmla="*/ 6 w 136"/>
              <a:gd name="T5" fmla="*/ 78 h 125"/>
              <a:gd name="T6" fmla="*/ 68 w 136"/>
              <a:gd name="T7" fmla="*/ 105 h 125"/>
              <a:gd name="T8" fmla="*/ 68 w 136"/>
              <a:gd name="T9" fmla="*/ 115 h 125"/>
              <a:gd name="T10" fmla="*/ 83 w 136"/>
              <a:gd name="T11" fmla="*/ 122 h 125"/>
              <a:gd name="T12" fmla="*/ 108 w 136"/>
              <a:gd name="T13" fmla="*/ 124 h 125"/>
              <a:gd name="T14" fmla="*/ 128 w 136"/>
              <a:gd name="T15" fmla="*/ 111 h 125"/>
              <a:gd name="T16" fmla="*/ 135 w 136"/>
              <a:gd name="T17" fmla="*/ 110 h 125"/>
              <a:gd name="T18" fmla="*/ 117 w 136"/>
              <a:gd name="T19" fmla="*/ 75 h 125"/>
              <a:gd name="T20" fmla="*/ 92 w 136"/>
              <a:gd name="T21" fmla="*/ 54 h 125"/>
              <a:gd name="T22" fmla="*/ 104 w 136"/>
              <a:gd name="T23" fmla="*/ 22 h 125"/>
              <a:gd name="T24" fmla="*/ 93 w 136"/>
              <a:gd name="T25" fmla="*/ 18 h 125"/>
              <a:gd name="T26" fmla="*/ 83 w 136"/>
              <a:gd name="T27" fmla="*/ 0 h 125"/>
              <a:gd name="T28" fmla="*/ 53 w 136"/>
              <a:gd name="T29" fmla="*/ 2 h 125"/>
              <a:gd name="T30" fmla="*/ 38 w 136"/>
              <a:gd name="T31" fmla="*/ 13 h 125"/>
              <a:gd name="T32" fmla="*/ 33 w 136"/>
              <a:gd name="T33" fmla="*/ 42 h 125"/>
              <a:gd name="T34" fmla="*/ 0 w 136"/>
              <a:gd name="T35" fmla="*/ 60 h 125"/>
              <a:gd name="T36" fmla="*/ 0 w 136"/>
              <a:gd name="T37" fmla="*/ 60 h 12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36"/>
              <a:gd name="T58" fmla="*/ 0 h 125"/>
              <a:gd name="T59" fmla="*/ 136 w 136"/>
              <a:gd name="T60" fmla="*/ 125 h 12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36" h="125">
                <a:moveTo>
                  <a:pt x="0" y="60"/>
                </a:moveTo>
                <a:lnTo>
                  <a:pt x="0" y="60"/>
                </a:lnTo>
                <a:lnTo>
                  <a:pt x="6" y="78"/>
                </a:lnTo>
                <a:lnTo>
                  <a:pt x="68" y="105"/>
                </a:lnTo>
                <a:lnTo>
                  <a:pt x="68" y="115"/>
                </a:lnTo>
                <a:lnTo>
                  <a:pt x="83" y="122"/>
                </a:lnTo>
                <a:lnTo>
                  <a:pt x="108" y="124"/>
                </a:lnTo>
                <a:lnTo>
                  <a:pt x="128" y="111"/>
                </a:lnTo>
                <a:lnTo>
                  <a:pt x="135" y="110"/>
                </a:lnTo>
                <a:lnTo>
                  <a:pt x="117" y="75"/>
                </a:lnTo>
                <a:lnTo>
                  <a:pt x="92" y="54"/>
                </a:lnTo>
                <a:lnTo>
                  <a:pt x="104" y="22"/>
                </a:lnTo>
                <a:lnTo>
                  <a:pt x="93" y="18"/>
                </a:lnTo>
                <a:lnTo>
                  <a:pt x="83" y="0"/>
                </a:lnTo>
                <a:lnTo>
                  <a:pt x="53" y="2"/>
                </a:lnTo>
                <a:lnTo>
                  <a:pt x="38" y="13"/>
                </a:lnTo>
                <a:lnTo>
                  <a:pt x="33" y="42"/>
                </a:lnTo>
                <a:lnTo>
                  <a:pt x="0" y="6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1" name="Freeform 798">
            <a:extLst>
              <a:ext uri="{FF2B5EF4-FFF2-40B4-BE49-F238E27FC236}">
                <a16:creationId xmlns:a16="http://schemas.microsoft.com/office/drawing/2014/main" id="{0F020BEF-D618-B90C-7BA1-4EC954A990B1}"/>
              </a:ext>
            </a:extLst>
          </p:cNvPr>
          <p:cNvSpPr>
            <a:spLocks/>
          </p:cNvSpPr>
          <p:nvPr/>
        </p:nvSpPr>
        <p:spPr bwMode="auto">
          <a:xfrm>
            <a:off x="4592913" y="4866236"/>
            <a:ext cx="329546" cy="267209"/>
          </a:xfrm>
          <a:custGeom>
            <a:avLst/>
            <a:gdLst>
              <a:gd name="T0" fmla="*/ 0 w 288"/>
              <a:gd name="T1" fmla="*/ 62 h 240"/>
              <a:gd name="T2" fmla="*/ 0 w 288"/>
              <a:gd name="T3" fmla="*/ 62 h 240"/>
              <a:gd name="T4" fmla="*/ 4 w 288"/>
              <a:gd name="T5" fmla="*/ 41 h 240"/>
              <a:gd name="T6" fmla="*/ 19 w 288"/>
              <a:gd name="T7" fmla="*/ 46 h 240"/>
              <a:gd name="T8" fmla="*/ 38 w 288"/>
              <a:gd name="T9" fmla="*/ 33 h 240"/>
              <a:gd name="T10" fmla="*/ 46 w 288"/>
              <a:gd name="T11" fmla="*/ 24 h 240"/>
              <a:gd name="T12" fmla="*/ 30 w 288"/>
              <a:gd name="T13" fmla="*/ 10 h 240"/>
              <a:gd name="T14" fmla="*/ 61 w 288"/>
              <a:gd name="T15" fmla="*/ 0 h 240"/>
              <a:gd name="T16" fmla="*/ 123 w 288"/>
              <a:gd name="T17" fmla="*/ 27 h 240"/>
              <a:gd name="T18" fmla="*/ 123 w 288"/>
              <a:gd name="T19" fmla="*/ 37 h 240"/>
              <a:gd name="T20" fmla="*/ 138 w 288"/>
              <a:gd name="T21" fmla="*/ 44 h 240"/>
              <a:gd name="T22" fmla="*/ 151 w 288"/>
              <a:gd name="T23" fmla="*/ 51 h 240"/>
              <a:gd name="T24" fmla="*/ 163 w 288"/>
              <a:gd name="T25" fmla="*/ 46 h 240"/>
              <a:gd name="T26" fmla="*/ 187 w 288"/>
              <a:gd name="T27" fmla="*/ 54 h 240"/>
              <a:gd name="T28" fmla="*/ 220 w 288"/>
              <a:gd name="T29" fmla="*/ 108 h 240"/>
              <a:gd name="T30" fmla="*/ 224 w 288"/>
              <a:gd name="T31" fmla="*/ 112 h 240"/>
              <a:gd name="T32" fmla="*/ 237 w 288"/>
              <a:gd name="T33" fmla="*/ 133 h 240"/>
              <a:gd name="T34" fmla="*/ 280 w 288"/>
              <a:gd name="T35" fmla="*/ 139 h 240"/>
              <a:gd name="T36" fmla="*/ 287 w 288"/>
              <a:gd name="T37" fmla="*/ 149 h 240"/>
              <a:gd name="T38" fmla="*/ 277 w 288"/>
              <a:gd name="T39" fmla="*/ 177 h 240"/>
              <a:gd name="T40" fmla="*/ 237 w 288"/>
              <a:gd name="T41" fmla="*/ 191 h 240"/>
              <a:gd name="T42" fmla="*/ 193 w 288"/>
              <a:gd name="T43" fmla="*/ 200 h 240"/>
              <a:gd name="T44" fmla="*/ 159 w 288"/>
              <a:gd name="T45" fmla="*/ 239 h 240"/>
              <a:gd name="T46" fmla="*/ 159 w 288"/>
              <a:gd name="T47" fmla="*/ 224 h 240"/>
              <a:gd name="T48" fmla="*/ 134 w 288"/>
              <a:gd name="T49" fmla="*/ 214 h 240"/>
              <a:gd name="T50" fmla="*/ 109 w 288"/>
              <a:gd name="T51" fmla="*/ 227 h 240"/>
              <a:gd name="T52" fmla="*/ 84 w 288"/>
              <a:gd name="T53" fmla="*/ 184 h 240"/>
              <a:gd name="T54" fmla="*/ 64 w 288"/>
              <a:gd name="T55" fmla="*/ 167 h 240"/>
              <a:gd name="T56" fmla="*/ 51 w 288"/>
              <a:gd name="T57" fmla="*/ 122 h 240"/>
              <a:gd name="T58" fmla="*/ 0 w 288"/>
              <a:gd name="T59" fmla="*/ 62 h 240"/>
              <a:gd name="T60" fmla="*/ 0 w 288"/>
              <a:gd name="T61" fmla="*/ 62 h 24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88"/>
              <a:gd name="T94" fmla="*/ 0 h 240"/>
              <a:gd name="T95" fmla="*/ 288 w 288"/>
              <a:gd name="T96" fmla="*/ 240 h 24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88" h="240">
                <a:moveTo>
                  <a:pt x="0" y="62"/>
                </a:moveTo>
                <a:lnTo>
                  <a:pt x="0" y="62"/>
                </a:lnTo>
                <a:lnTo>
                  <a:pt x="4" y="41"/>
                </a:lnTo>
                <a:lnTo>
                  <a:pt x="19" y="46"/>
                </a:lnTo>
                <a:lnTo>
                  <a:pt x="38" y="33"/>
                </a:lnTo>
                <a:lnTo>
                  <a:pt x="46" y="24"/>
                </a:lnTo>
                <a:lnTo>
                  <a:pt x="30" y="10"/>
                </a:lnTo>
                <a:lnTo>
                  <a:pt x="61" y="0"/>
                </a:lnTo>
                <a:lnTo>
                  <a:pt x="123" y="27"/>
                </a:lnTo>
                <a:lnTo>
                  <a:pt x="123" y="37"/>
                </a:lnTo>
                <a:lnTo>
                  <a:pt x="138" y="44"/>
                </a:lnTo>
                <a:lnTo>
                  <a:pt x="151" y="51"/>
                </a:lnTo>
                <a:lnTo>
                  <a:pt x="163" y="46"/>
                </a:lnTo>
                <a:lnTo>
                  <a:pt x="187" y="54"/>
                </a:lnTo>
                <a:lnTo>
                  <a:pt x="220" y="108"/>
                </a:lnTo>
                <a:lnTo>
                  <a:pt x="224" y="112"/>
                </a:lnTo>
                <a:lnTo>
                  <a:pt x="237" y="133"/>
                </a:lnTo>
                <a:lnTo>
                  <a:pt x="280" y="139"/>
                </a:lnTo>
                <a:lnTo>
                  <a:pt x="287" y="149"/>
                </a:lnTo>
                <a:lnTo>
                  <a:pt x="277" y="177"/>
                </a:lnTo>
                <a:lnTo>
                  <a:pt x="237" y="191"/>
                </a:lnTo>
                <a:lnTo>
                  <a:pt x="193" y="200"/>
                </a:lnTo>
                <a:lnTo>
                  <a:pt x="159" y="239"/>
                </a:lnTo>
                <a:lnTo>
                  <a:pt x="159" y="224"/>
                </a:lnTo>
                <a:lnTo>
                  <a:pt x="134" y="214"/>
                </a:lnTo>
                <a:lnTo>
                  <a:pt x="109" y="227"/>
                </a:lnTo>
                <a:lnTo>
                  <a:pt x="84" y="184"/>
                </a:lnTo>
                <a:lnTo>
                  <a:pt x="64" y="167"/>
                </a:lnTo>
                <a:lnTo>
                  <a:pt x="51" y="122"/>
                </a:lnTo>
                <a:lnTo>
                  <a:pt x="0" y="6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2" name="Freeform 799">
            <a:extLst>
              <a:ext uri="{FF2B5EF4-FFF2-40B4-BE49-F238E27FC236}">
                <a16:creationId xmlns:a16="http://schemas.microsoft.com/office/drawing/2014/main" id="{D83F0241-523E-AD3B-A9C8-B992F9C64454}"/>
              </a:ext>
            </a:extLst>
          </p:cNvPr>
          <p:cNvSpPr>
            <a:spLocks/>
          </p:cNvSpPr>
          <p:nvPr/>
        </p:nvSpPr>
        <p:spPr bwMode="auto">
          <a:xfrm>
            <a:off x="4605500" y="4781620"/>
            <a:ext cx="112137" cy="83502"/>
          </a:xfrm>
          <a:custGeom>
            <a:avLst/>
            <a:gdLst>
              <a:gd name="T0" fmla="*/ 0 w 98"/>
              <a:gd name="T1" fmla="*/ 68 h 75"/>
              <a:gd name="T2" fmla="*/ 0 w 98"/>
              <a:gd name="T3" fmla="*/ 68 h 75"/>
              <a:gd name="T4" fmla="*/ 1 w 98"/>
              <a:gd name="T5" fmla="*/ 61 h 75"/>
              <a:gd name="T6" fmla="*/ 15 w 98"/>
              <a:gd name="T7" fmla="*/ 45 h 75"/>
              <a:gd name="T8" fmla="*/ 8 w 98"/>
              <a:gd name="T9" fmla="*/ 38 h 75"/>
              <a:gd name="T10" fmla="*/ 7 w 98"/>
              <a:gd name="T11" fmla="*/ 19 h 75"/>
              <a:gd name="T12" fmla="*/ 15 w 98"/>
              <a:gd name="T13" fmla="*/ 3 h 75"/>
              <a:gd name="T14" fmla="*/ 97 w 98"/>
              <a:gd name="T15" fmla="*/ 0 h 75"/>
              <a:gd name="T16" fmla="*/ 82 w 98"/>
              <a:gd name="T17" fmla="*/ 11 h 75"/>
              <a:gd name="T18" fmla="*/ 77 w 98"/>
              <a:gd name="T19" fmla="*/ 40 h 75"/>
              <a:gd name="T20" fmla="*/ 44 w 98"/>
              <a:gd name="T21" fmla="*/ 58 h 75"/>
              <a:gd name="T22" fmla="*/ 14 w 98"/>
              <a:gd name="T23" fmla="*/ 74 h 75"/>
              <a:gd name="T24" fmla="*/ 0 w 98"/>
              <a:gd name="T25" fmla="*/ 68 h 75"/>
              <a:gd name="T26" fmla="*/ 0 w 98"/>
              <a:gd name="T27" fmla="*/ 68 h 7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8"/>
              <a:gd name="T43" fmla="*/ 0 h 75"/>
              <a:gd name="T44" fmla="*/ 98 w 98"/>
              <a:gd name="T45" fmla="*/ 75 h 7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8" h="75">
                <a:moveTo>
                  <a:pt x="0" y="68"/>
                </a:moveTo>
                <a:lnTo>
                  <a:pt x="0" y="68"/>
                </a:lnTo>
                <a:lnTo>
                  <a:pt x="1" y="61"/>
                </a:lnTo>
                <a:lnTo>
                  <a:pt x="15" y="45"/>
                </a:lnTo>
                <a:lnTo>
                  <a:pt x="8" y="38"/>
                </a:lnTo>
                <a:lnTo>
                  <a:pt x="7" y="19"/>
                </a:lnTo>
                <a:lnTo>
                  <a:pt x="15" y="3"/>
                </a:lnTo>
                <a:lnTo>
                  <a:pt x="97" y="0"/>
                </a:lnTo>
                <a:lnTo>
                  <a:pt x="82" y="11"/>
                </a:lnTo>
                <a:lnTo>
                  <a:pt x="77" y="40"/>
                </a:lnTo>
                <a:lnTo>
                  <a:pt x="44" y="58"/>
                </a:lnTo>
                <a:lnTo>
                  <a:pt x="14" y="74"/>
                </a:lnTo>
                <a:lnTo>
                  <a:pt x="0" y="6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3" name="Freeform 800">
            <a:extLst>
              <a:ext uri="{FF2B5EF4-FFF2-40B4-BE49-F238E27FC236}">
                <a16:creationId xmlns:a16="http://schemas.microsoft.com/office/drawing/2014/main" id="{91E74EED-837C-57F3-1436-1B1F6D2BEFAD}"/>
              </a:ext>
            </a:extLst>
          </p:cNvPr>
          <p:cNvSpPr>
            <a:spLocks/>
          </p:cNvSpPr>
          <p:nvPr/>
        </p:nvSpPr>
        <p:spPr bwMode="auto">
          <a:xfrm>
            <a:off x="4849226" y="4966439"/>
            <a:ext cx="82387" cy="55669"/>
          </a:xfrm>
          <a:custGeom>
            <a:avLst/>
            <a:gdLst>
              <a:gd name="T0" fmla="*/ 0 w 72"/>
              <a:gd name="T1" fmla="*/ 22 h 50"/>
              <a:gd name="T2" fmla="*/ 0 w 72"/>
              <a:gd name="T3" fmla="*/ 22 h 50"/>
              <a:gd name="T4" fmla="*/ 4 w 72"/>
              <a:gd name="T5" fmla="*/ 21 h 50"/>
              <a:gd name="T6" fmla="*/ 10 w 72"/>
              <a:gd name="T7" fmla="*/ 29 h 50"/>
              <a:gd name="T8" fmla="*/ 40 w 72"/>
              <a:gd name="T9" fmla="*/ 28 h 50"/>
              <a:gd name="T10" fmla="*/ 67 w 72"/>
              <a:gd name="T11" fmla="*/ 0 h 50"/>
              <a:gd name="T12" fmla="*/ 71 w 72"/>
              <a:gd name="T13" fmla="*/ 17 h 50"/>
              <a:gd name="T14" fmla="*/ 63 w 72"/>
              <a:gd name="T15" fmla="*/ 18 h 50"/>
              <a:gd name="T16" fmla="*/ 67 w 72"/>
              <a:gd name="T17" fmla="*/ 28 h 50"/>
              <a:gd name="T18" fmla="*/ 56 w 72"/>
              <a:gd name="T19" fmla="*/ 49 h 50"/>
              <a:gd name="T20" fmla="*/ 13 w 72"/>
              <a:gd name="T21" fmla="*/ 43 h 50"/>
              <a:gd name="T22" fmla="*/ 0 w 72"/>
              <a:gd name="T23" fmla="*/ 22 h 50"/>
              <a:gd name="T24" fmla="*/ 0 w 72"/>
              <a:gd name="T25" fmla="*/ 22 h 5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72"/>
              <a:gd name="T40" fmla="*/ 0 h 50"/>
              <a:gd name="T41" fmla="*/ 72 w 72"/>
              <a:gd name="T42" fmla="*/ 50 h 5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72" h="50">
                <a:moveTo>
                  <a:pt x="0" y="22"/>
                </a:moveTo>
                <a:lnTo>
                  <a:pt x="0" y="22"/>
                </a:lnTo>
                <a:lnTo>
                  <a:pt x="4" y="21"/>
                </a:lnTo>
                <a:lnTo>
                  <a:pt x="10" y="29"/>
                </a:lnTo>
                <a:lnTo>
                  <a:pt x="40" y="28"/>
                </a:lnTo>
                <a:lnTo>
                  <a:pt x="67" y="0"/>
                </a:lnTo>
                <a:lnTo>
                  <a:pt x="71" y="17"/>
                </a:lnTo>
                <a:lnTo>
                  <a:pt x="63" y="18"/>
                </a:lnTo>
                <a:lnTo>
                  <a:pt x="67" y="28"/>
                </a:lnTo>
                <a:lnTo>
                  <a:pt x="56" y="49"/>
                </a:lnTo>
                <a:lnTo>
                  <a:pt x="13" y="43"/>
                </a:lnTo>
                <a:lnTo>
                  <a:pt x="0" y="2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4" name="Freeform 801">
            <a:extLst>
              <a:ext uri="{FF2B5EF4-FFF2-40B4-BE49-F238E27FC236}">
                <a16:creationId xmlns:a16="http://schemas.microsoft.com/office/drawing/2014/main" id="{78E5F22F-E21C-4774-D39F-700855D7D291}"/>
              </a:ext>
            </a:extLst>
          </p:cNvPr>
          <p:cNvSpPr>
            <a:spLocks/>
          </p:cNvSpPr>
          <p:nvPr/>
        </p:nvSpPr>
        <p:spPr bwMode="auto">
          <a:xfrm>
            <a:off x="4730224" y="5078889"/>
            <a:ext cx="151042" cy="99090"/>
          </a:xfrm>
          <a:custGeom>
            <a:avLst/>
            <a:gdLst>
              <a:gd name="T0" fmla="*/ 0 w 132"/>
              <a:gd name="T1" fmla="*/ 88 h 89"/>
              <a:gd name="T2" fmla="*/ 0 w 132"/>
              <a:gd name="T3" fmla="*/ 88 h 89"/>
              <a:gd name="T4" fmla="*/ 35 w 132"/>
              <a:gd name="T5" fmla="*/ 68 h 89"/>
              <a:gd name="T6" fmla="*/ 29 w 132"/>
              <a:gd name="T7" fmla="*/ 59 h 89"/>
              <a:gd name="T8" fmla="*/ 39 w 132"/>
              <a:gd name="T9" fmla="*/ 48 h 89"/>
              <a:gd name="T10" fmla="*/ 73 w 132"/>
              <a:gd name="T11" fmla="*/ 9 h 89"/>
              <a:gd name="T12" fmla="*/ 117 w 132"/>
              <a:gd name="T13" fmla="*/ 0 h 89"/>
              <a:gd name="T14" fmla="*/ 131 w 132"/>
              <a:gd name="T15" fmla="*/ 34 h 89"/>
              <a:gd name="T16" fmla="*/ 120 w 132"/>
              <a:gd name="T17" fmla="*/ 48 h 89"/>
              <a:gd name="T18" fmla="*/ 70 w 132"/>
              <a:gd name="T19" fmla="*/ 71 h 89"/>
              <a:gd name="T20" fmla="*/ 0 w 132"/>
              <a:gd name="T21" fmla="*/ 88 h 89"/>
              <a:gd name="T22" fmla="*/ 0 w 132"/>
              <a:gd name="T23" fmla="*/ 88 h 8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2"/>
              <a:gd name="T37" fmla="*/ 0 h 89"/>
              <a:gd name="T38" fmla="*/ 132 w 132"/>
              <a:gd name="T39" fmla="*/ 89 h 8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2" h="89">
                <a:moveTo>
                  <a:pt x="0" y="88"/>
                </a:moveTo>
                <a:lnTo>
                  <a:pt x="0" y="88"/>
                </a:lnTo>
                <a:lnTo>
                  <a:pt x="35" y="68"/>
                </a:lnTo>
                <a:lnTo>
                  <a:pt x="29" y="59"/>
                </a:lnTo>
                <a:lnTo>
                  <a:pt x="39" y="48"/>
                </a:lnTo>
                <a:lnTo>
                  <a:pt x="73" y="9"/>
                </a:lnTo>
                <a:lnTo>
                  <a:pt x="117" y="0"/>
                </a:lnTo>
                <a:lnTo>
                  <a:pt x="131" y="34"/>
                </a:lnTo>
                <a:lnTo>
                  <a:pt x="120" y="48"/>
                </a:lnTo>
                <a:lnTo>
                  <a:pt x="70" y="71"/>
                </a:lnTo>
                <a:lnTo>
                  <a:pt x="0" y="8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5" name="Freeform 802">
            <a:extLst>
              <a:ext uri="{FF2B5EF4-FFF2-40B4-BE49-F238E27FC236}">
                <a16:creationId xmlns:a16="http://schemas.microsoft.com/office/drawing/2014/main" id="{2E314051-5A4C-E9DD-6EC3-237C33F4D4B8}"/>
              </a:ext>
            </a:extLst>
          </p:cNvPr>
          <p:cNvSpPr>
            <a:spLocks/>
          </p:cNvSpPr>
          <p:nvPr/>
        </p:nvSpPr>
        <p:spPr bwMode="auto">
          <a:xfrm>
            <a:off x="4717637" y="5104496"/>
            <a:ext cx="58357" cy="73483"/>
          </a:xfrm>
          <a:custGeom>
            <a:avLst/>
            <a:gdLst>
              <a:gd name="T0" fmla="*/ 0 w 51"/>
              <a:gd name="T1" fmla="*/ 13 h 66"/>
              <a:gd name="T2" fmla="*/ 0 w 51"/>
              <a:gd name="T3" fmla="*/ 13 h 66"/>
              <a:gd name="T4" fmla="*/ 11 w 51"/>
              <a:gd name="T5" fmla="*/ 65 h 66"/>
              <a:gd name="T6" fmla="*/ 46 w 51"/>
              <a:gd name="T7" fmla="*/ 45 h 66"/>
              <a:gd name="T8" fmla="*/ 40 w 51"/>
              <a:gd name="T9" fmla="*/ 36 h 66"/>
              <a:gd name="T10" fmla="*/ 50 w 51"/>
              <a:gd name="T11" fmla="*/ 25 h 66"/>
              <a:gd name="T12" fmla="*/ 50 w 51"/>
              <a:gd name="T13" fmla="*/ 10 h 66"/>
              <a:gd name="T14" fmla="*/ 25 w 51"/>
              <a:gd name="T15" fmla="*/ 0 h 66"/>
              <a:gd name="T16" fmla="*/ 0 w 51"/>
              <a:gd name="T17" fmla="*/ 13 h 66"/>
              <a:gd name="T18" fmla="*/ 0 w 51"/>
              <a:gd name="T19" fmla="*/ 13 h 6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1"/>
              <a:gd name="T31" fmla="*/ 0 h 66"/>
              <a:gd name="T32" fmla="*/ 51 w 51"/>
              <a:gd name="T33" fmla="*/ 66 h 6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1" h="66">
                <a:moveTo>
                  <a:pt x="0" y="13"/>
                </a:moveTo>
                <a:lnTo>
                  <a:pt x="0" y="13"/>
                </a:lnTo>
                <a:lnTo>
                  <a:pt x="11" y="65"/>
                </a:lnTo>
                <a:lnTo>
                  <a:pt x="46" y="45"/>
                </a:lnTo>
                <a:lnTo>
                  <a:pt x="40" y="36"/>
                </a:lnTo>
                <a:lnTo>
                  <a:pt x="50" y="25"/>
                </a:lnTo>
                <a:lnTo>
                  <a:pt x="50" y="10"/>
                </a:lnTo>
                <a:lnTo>
                  <a:pt x="25" y="0"/>
                </a:lnTo>
                <a:lnTo>
                  <a:pt x="0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6" name="Freeform 803">
            <a:extLst>
              <a:ext uri="{FF2B5EF4-FFF2-40B4-BE49-F238E27FC236}">
                <a16:creationId xmlns:a16="http://schemas.microsoft.com/office/drawing/2014/main" id="{408844A1-0974-6FB2-4242-B497DFF32EDB}"/>
              </a:ext>
            </a:extLst>
          </p:cNvPr>
          <p:cNvSpPr>
            <a:spLocks/>
          </p:cNvSpPr>
          <p:nvPr/>
        </p:nvSpPr>
        <p:spPr bwMode="auto">
          <a:xfrm>
            <a:off x="4232473" y="5455207"/>
            <a:ext cx="199100" cy="189272"/>
          </a:xfrm>
          <a:custGeom>
            <a:avLst/>
            <a:gdLst>
              <a:gd name="T0" fmla="*/ 0 w 174"/>
              <a:gd name="T1" fmla="*/ 159 h 170"/>
              <a:gd name="T2" fmla="*/ 0 w 174"/>
              <a:gd name="T3" fmla="*/ 159 h 170"/>
              <a:gd name="T4" fmla="*/ 23 w 174"/>
              <a:gd name="T5" fmla="*/ 153 h 170"/>
              <a:gd name="T6" fmla="*/ 134 w 174"/>
              <a:gd name="T7" fmla="*/ 169 h 170"/>
              <a:gd name="T8" fmla="*/ 159 w 174"/>
              <a:gd name="T9" fmla="*/ 162 h 170"/>
              <a:gd name="T10" fmla="*/ 142 w 174"/>
              <a:gd name="T11" fmla="*/ 149 h 170"/>
              <a:gd name="T12" fmla="*/ 142 w 174"/>
              <a:gd name="T13" fmla="*/ 98 h 170"/>
              <a:gd name="T14" fmla="*/ 173 w 174"/>
              <a:gd name="T15" fmla="*/ 98 h 170"/>
              <a:gd name="T16" fmla="*/ 170 w 174"/>
              <a:gd name="T17" fmla="*/ 70 h 170"/>
              <a:gd name="T18" fmla="*/ 142 w 174"/>
              <a:gd name="T19" fmla="*/ 73 h 170"/>
              <a:gd name="T20" fmla="*/ 139 w 174"/>
              <a:gd name="T21" fmla="*/ 24 h 170"/>
              <a:gd name="T22" fmla="*/ 127 w 174"/>
              <a:gd name="T23" fmla="*/ 15 h 170"/>
              <a:gd name="T24" fmla="*/ 109 w 174"/>
              <a:gd name="T25" fmla="*/ 16 h 170"/>
              <a:gd name="T26" fmla="*/ 105 w 174"/>
              <a:gd name="T27" fmla="*/ 30 h 170"/>
              <a:gd name="T28" fmla="*/ 86 w 174"/>
              <a:gd name="T29" fmla="*/ 32 h 170"/>
              <a:gd name="T30" fmla="*/ 63 w 174"/>
              <a:gd name="T31" fmla="*/ 0 h 170"/>
              <a:gd name="T32" fmla="*/ 11 w 174"/>
              <a:gd name="T33" fmla="*/ 7 h 170"/>
              <a:gd name="T34" fmla="*/ 30 w 174"/>
              <a:gd name="T35" fmla="*/ 71 h 170"/>
              <a:gd name="T36" fmla="*/ 0 w 174"/>
              <a:gd name="T37" fmla="*/ 159 h 170"/>
              <a:gd name="T38" fmla="*/ 0 w 174"/>
              <a:gd name="T39" fmla="*/ 159 h 17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74"/>
              <a:gd name="T61" fmla="*/ 0 h 170"/>
              <a:gd name="T62" fmla="*/ 174 w 174"/>
              <a:gd name="T63" fmla="*/ 170 h 170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74" h="170">
                <a:moveTo>
                  <a:pt x="0" y="159"/>
                </a:moveTo>
                <a:lnTo>
                  <a:pt x="0" y="159"/>
                </a:lnTo>
                <a:lnTo>
                  <a:pt x="23" y="153"/>
                </a:lnTo>
                <a:lnTo>
                  <a:pt x="134" y="169"/>
                </a:lnTo>
                <a:lnTo>
                  <a:pt x="159" y="162"/>
                </a:lnTo>
                <a:lnTo>
                  <a:pt x="142" y="149"/>
                </a:lnTo>
                <a:lnTo>
                  <a:pt x="142" y="98"/>
                </a:lnTo>
                <a:lnTo>
                  <a:pt x="173" y="98"/>
                </a:lnTo>
                <a:lnTo>
                  <a:pt x="170" y="70"/>
                </a:lnTo>
                <a:lnTo>
                  <a:pt x="142" y="73"/>
                </a:lnTo>
                <a:lnTo>
                  <a:pt x="139" y="24"/>
                </a:lnTo>
                <a:lnTo>
                  <a:pt x="127" y="15"/>
                </a:lnTo>
                <a:lnTo>
                  <a:pt x="109" y="16"/>
                </a:lnTo>
                <a:lnTo>
                  <a:pt x="105" y="30"/>
                </a:lnTo>
                <a:lnTo>
                  <a:pt x="86" y="32"/>
                </a:lnTo>
                <a:lnTo>
                  <a:pt x="63" y="0"/>
                </a:lnTo>
                <a:lnTo>
                  <a:pt x="11" y="7"/>
                </a:lnTo>
                <a:lnTo>
                  <a:pt x="30" y="71"/>
                </a:lnTo>
                <a:lnTo>
                  <a:pt x="0" y="15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7" name="Freeform 804">
            <a:extLst>
              <a:ext uri="{FF2B5EF4-FFF2-40B4-BE49-F238E27FC236}">
                <a16:creationId xmlns:a16="http://schemas.microsoft.com/office/drawing/2014/main" id="{75A97D65-0739-B53B-62FE-7FC1F8610083}"/>
              </a:ext>
            </a:extLst>
          </p:cNvPr>
          <p:cNvSpPr>
            <a:spLocks/>
          </p:cNvSpPr>
          <p:nvPr/>
        </p:nvSpPr>
        <p:spPr bwMode="auto">
          <a:xfrm>
            <a:off x="4238194" y="5439620"/>
            <a:ext cx="17164" cy="16700"/>
          </a:xfrm>
          <a:custGeom>
            <a:avLst/>
            <a:gdLst>
              <a:gd name="T0" fmla="*/ 0 w 15"/>
              <a:gd name="T1" fmla="*/ 4 h 15"/>
              <a:gd name="T2" fmla="*/ 0 w 15"/>
              <a:gd name="T3" fmla="*/ 4 h 15"/>
              <a:gd name="T4" fmla="*/ 5 w 15"/>
              <a:gd name="T5" fmla="*/ 14 h 15"/>
              <a:gd name="T6" fmla="*/ 14 w 15"/>
              <a:gd name="T7" fmla="*/ 0 h 15"/>
              <a:gd name="T8" fmla="*/ 0 w 15"/>
              <a:gd name="T9" fmla="*/ 4 h 15"/>
              <a:gd name="T10" fmla="*/ 0 w 15"/>
              <a:gd name="T11" fmla="*/ 4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"/>
              <a:gd name="T19" fmla="*/ 0 h 15"/>
              <a:gd name="T20" fmla="*/ 15 w 15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" h="15">
                <a:moveTo>
                  <a:pt x="0" y="4"/>
                </a:moveTo>
                <a:lnTo>
                  <a:pt x="0" y="4"/>
                </a:lnTo>
                <a:lnTo>
                  <a:pt x="5" y="14"/>
                </a:lnTo>
                <a:lnTo>
                  <a:pt x="14" y="0"/>
                </a:lnTo>
                <a:lnTo>
                  <a:pt x="0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8" name="Freeform 805">
            <a:extLst>
              <a:ext uri="{FF2B5EF4-FFF2-40B4-BE49-F238E27FC236}">
                <a16:creationId xmlns:a16="http://schemas.microsoft.com/office/drawing/2014/main" id="{2D71820E-397F-72C4-ABDB-637CD59CB291}"/>
              </a:ext>
            </a:extLst>
          </p:cNvPr>
          <p:cNvSpPr>
            <a:spLocks/>
          </p:cNvSpPr>
          <p:nvPr/>
        </p:nvSpPr>
        <p:spPr bwMode="auto">
          <a:xfrm>
            <a:off x="4362918" y="5638913"/>
            <a:ext cx="146465" cy="142511"/>
          </a:xfrm>
          <a:custGeom>
            <a:avLst/>
            <a:gdLst>
              <a:gd name="T0" fmla="*/ 0 w 128"/>
              <a:gd name="T1" fmla="*/ 98 h 128"/>
              <a:gd name="T2" fmla="*/ 0 w 128"/>
              <a:gd name="T3" fmla="*/ 98 h 128"/>
              <a:gd name="T4" fmla="*/ 0 w 128"/>
              <a:gd name="T5" fmla="*/ 59 h 128"/>
              <a:gd name="T6" fmla="*/ 14 w 128"/>
              <a:gd name="T7" fmla="*/ 59 h 128"/>
              <a:gd name="T8" fmla="*/ 14 w 128"/>
              <a:gd name="T9" fmla="*/ 10 h 128"/>
              <a:gd name="T10" fmla="*/ 40 w 128"/>
              <a:gd name="T11" fmla="*/ 4 h 128"/>
              <a:gd name="T12" fmla="*/ 48 w 128"/>
              <a:gd name="T13" fmla="*/ 13 h 128"/>
              <a:gd name="T14" fmla="*/ 71 w 128"/>
              <a:gd name="T15" fmla="*/ 0 h 128"/>
              <a:gd name="T16" fmla="*/ 109 w 128"/>
              <a:gd name="T17" fmla="*/ 53 h 128"/>
              <a:gd name="T18" fmla="*/ 127 w 128"/>
              <a:gd name="T19" fmla="*/ 62 h 128"/>
              <a:gd name="T20" fmla="*/ 76 w 128"/>
              <a:gd name="T21" fmla="*/ 109 h 128"/>
              <a:gd name="T22" fmla="*/ 46 w 128"/>
              <a:gd name="T23" fmla="*/ 109 h 128"/>
              <a:gd name="T24" fmla="*/ 30 w 128"/>
              <a:gd name="T25" fmla="*/ 126 h 128"/>
              <a:gd name="T26" fmla="*/ 11 w 128"/>
              <a:gd name="T27" fmla="*/ 127 h 128"/>
              <a:gd name="T28" fmla="*/ 11 w 128"/>
              <a:gd name="T29" fmla="*/ 112 h 128"/>
              <a:gd name="T30" fmla="*/ 0 w 128"/>
              <a:gd name="T31" fmla="*/ 98 h 128"/>
              <a:gd name="T32" fmla="*/ 0 w 128"/>
              <a:gd name="T33" fmla="*/ 98 h 12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28"/>
              <a:gd name="T52" fmla="*/ 0 h 128"/>
              <a:gd name="T53" fmla="*/ 128 w 128"/>
              <a:gd name="T54" fmla="*/ 128 h 12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28" h="128">
                <a:moveTo>
                  <a:pt x="0" y="98"/>
                </a:moveTo>
                <a:lnTo>
                  <a:pt x="0" y="98"/>
                </a:lnTo>
                <a:lnTo>
                  <a:pt x="0" y="59"/>
                </a:lnTo>
                <a:lnTo>
                  <a:pt x="14" y="59"/>
                </a:lnTo>
                <a:lnTo>
                  <a:pt x="14" y="10"/>
                </a:lnTo>
                <a:lnTo>
                  <a:pt x="40" y="4"/>
                </a:lnTo>
                <a:lnTo>
                  <a:pt x="48" y="13"/>
                </a:lnTo>
                <a:lnTo>
                  <a:pt x="71" y="0"/>
                </a:lnTo>
                <a:lnTo>
                  <a:pt x="109" y="53"/>
                </a:lnTo>
                <a:lnTo>
                  <a:pt x="127" y="62"/>
                </a:lnTo>
                <a:lnTo>
                  <a:pt x="76" y="109"/>
                </a:lnTo>
                <a:lnTo>
                  <a:pt x="46" y="109"/>
                </a:lnTo>
                <a:lnTo>
                  <a:pt x="30" y="126"/>
                </a:lnTo>
                <a:lnTo>
                  <a:pt x="11" y="127"/>
                </a:lnTo>
                <a:lnTo>
                  <a:pt x="11" y="112"/>
                </a:lnTo>
                <a:lnTo>
                  <a:pt x="0" y="9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9" name="Freeform 806">
            <a:extLst>
              <a:ext uri="{FF2B5EF4-FFF2-40B4-BE49-F238E27FC236}">
                <a16:creationId xmlns:a16="http://schemas.microsoft.com/office/drawing/2014/main" id="{196E1276-B5CC-AF6D-6A03-A6DC76637F5F}"/>
              </a:ext>
            </a:extLst>
          </p:cNvPr>
          <p:cNvSpPr>
            <a:spLocks/>
          </p:cNvSpPr>
          <p:nvPr/>
        </p:nvSpPr>
        <p:spPr bwMode="auto">
          <a:xfrm>
            <a:off x="4505950" y="5403992"/>
            <a:ext cx="28607" cy="31174"/>
          </a:xfrm>
          <a:custGeom>
            <a:avLst/>
            <a:gdLst>
              <a:gd name="T0" fmla="*/ 0 w 25"/>
              <a:gd name="T1" fmla="*/ 4 h 28"/>
              <a:gd name="T2" fmla="*/ 0 w 25"/>
              <a:gd name="T3" fmla="*/ 4 h 28"/>
              <a:gd name="T4" fmla="*/ 3 w 25"/>
              <a:gd name="T5" fmla="*/ 14 h 28"/>
              <a:gd name="T6" fmla="*/ 9 w 25"/>
              <a:gd name="T7" fmla="*/ 27 h 28"/>
              <a:gd name="T8" fmla="*/ 24 w 25"/>
              <a:gd name="T9" fmla="*/ 11 h 28"/>
              <a:gd name="T10" fmla="*/ 23 w 25"/>
              <a:gd name="T11" fmla="*/ 0 h 28"/>
              <a:gd name="T12" fmla="*/ 0 w 25"/>
              <a:gd name="T13" fmla="*/ 4 h 28"/>
              <a:gd name="T14" fmla="*/ 0 w 25"/>
              <a:gd name="T15" fmla="*/ 4 h 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5"/>
              <a:gd name="T25" fmla="*/ 0 h 28"/>
              <a:gd name="T26" fmla="*/ 25 w 25"/>
              <a:gd name="T27" fmla="*/ 28 h 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5" h="28">
                <a:moveTo>
                  <a:pt x="0" y="4"/>
                </a:moveTo>
                <a:lnTo>
                  <a:pt x="0" y="4"/>
                </a:lnTo>
                <a:lnTo>
                  <a:pt x="3" y="14"/>
                </a:lnTo>
                <a:lnTo>
                  <a:pt x="9" y="27"/>
                </a:lnTo>
                <a:lnTo>
                  <a:pt x="24" y="11"/>
                </a:lnTo>
                <a:lnTo>
                  <a:pt x="23" y="0"/>
                </a:lnTo>
                <a:lnTo>
                  <a:pt x="0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0" name="Freeform 807">
            <a:extLst>
              <a:ext uri="{FF2B5EF4-FFF2-40B4-BE49-F238E27FC236}">
                <a16:creationId xmlns:a16="http://schemas.microsoft.com/office/drawing/2014/main" id="{EF0096EF-ADB8-C135-3BF8-C5D5185CF040}"/>
              </a:ext>
            </a:extLst>
          </p:cNvPr>
          <p:cNvSpPr>
            <a:spLocks/>
          </p:cNvSpPr>
          <p:nvPr/>
        </p:nvSpPr>
        <p:spPr bwMode="auto">
          <a:xfrm>
            <a:off x="4183270" y="5175752"/>
            <a:ext cx="121291" cy="170345"/>
          </a:xfrm>
          <a:custGeom>
            <a:avLst/>
            <a:gdLst>
              <a:gd name="T0" fmla="*/ 0 w 106"/>
              <a:gd name="T1" fmla="*/ 109 h 153"/>
              <a:gd name="T2" fmla="*/ 0 w 106"/>
              <a:gd name="T3" fmla="*/ 109 h 153"/>
              <a:gd name="T4" fmla="*/ 14 w 106"/>
              <a:gd name="T5" fmla="*/ 80 h 153"/>
              <a:gd name="T6" fmla="*/ 40 w 106"/>
              <a:gd name="T7" fmla="*/ 84 h 153"/>
              <a:gd name="T8" fmla="*/ 68 w 106"/>
              <a:gd name="T9" fmla="*/ 25 h 153"/>
              <a:gd name="T10" fmla="*/ 82 w 106"/>
              <a:gd name="T11" fmla="*/ 14 h 153"/>
              <a:gd name="T12" fmla="*/ 77 w 106"/>
              <a:gd name="T13" fmla="*/ 2 h 153"/>
              <a:gd name="T14" fmla="*/ 84 w 106"/>
              <a:gd name="T15" fmla="*/ 0 h 153"/>
              <a:gd name="T16" fmla="*/ 94 w 106"/>
              <a:gd name="T17" fmla="*/ 37 h 153"/>
              <a:gd name="T18" fmla="*/ 77 w 106"/>
              <a:gd name="T19" fmla="*/ 44 h 153"/>
              <a:gd name="T20" fmla="*/ 96 w 106"/>
              <a:gd name="T21" fmla="*/ 73 h 153"/>
              <a:gd name="T22" fmla="*/ 84 w 106"/>
              <a:gd name="T23" fmla="*/ 107 h 153"/>
              <a:gd name="T24" fmla="*/ 105 w 106"/>
              <a:gd name="T25" fmla="*/ 134 h 153"/>
              <a:gd name="T26" fmla="*/ 103 w 106"/>
              <a:gd name="T27" fmla="*/ 152 h 153"/>
              <a:gd name="T28" fmla="*/ 67 w 106"/>
              <a:gd name="T29" fmla="*/ 144 h 153"/>
              <a:gd name="T30" fmla="*/ 39 w 106"/>
              <a:gd name="T31" fmla="*/ 143 h 153"/>
              <a:gd name="T32" fmla="*/ 17 w 106"/>
              <a:gd name="T33" fmla="*/ 144 h 153"/>
              <a:gd name="T34" fmla="*/ 16 w 106"/>
              <a:gd name="T35" fmla="*/ 119 h 153"/>
              <a:gd name="T36" fmla="*/ 0 w 106"/>
              <a:gd name="T37" fmla="*/ 109 h 153"/>
              <a:gd name="T38" fmla="*/ 0 w 106"/>
              <a:gd name="T39" fmla="*/ 109 h 15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06"/>
              <a:gd name="T61" fmla="*/ 0 h 153"/>
              <a:gd name="T62" fmla="*/ 106 w 106"/>
              <a:gd name="T63" fmla="*/ 153 h 153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06" h="153">
                <a:moveTo>
                  <a:pt x="0" y="109"/>
                </a:moveTo>
                <a:lnTo>
                  <a:pt x="0" y="109"/>
                </a:lnTo>
                <a:lnTo>
                  <a:pt x="14" y="80"/>
                </a:lnTo>
                <a:lnTo>
                  <a:pt x="40" y="84"/>
                </a:lnTo>
                <a:lnTo>
                  <a:pt x="68" y="25"/>
                </a:lnTo>
                <a:lnTo>
                  <a:pt x="82" y="14"/>
                </a:lnTo>
                <a:lnTo>
                  <a:pt x="77" y="2"/>
                </a:lnTo>
                <a:lnTo>
                  <a:pt x="84" y="0"/>
                </a:lnTo>
                <a:lnTo>
                  <a:pt x="94" y="37"/>
                </a:lnTo>
                <a:lnTo>
                  <a:pt x="77" y="44"/>
                </a:lnTo>
                <a:lnTo>
                  <a:pt x="96" y="73"/>
                </a:lnTo>
                <a:lnTo>
                  <a:pt x="84" y="107"/>
                </a:lnTo>
                <a:lnTo>
                  <a:pt x="105" y="134"/>
                </a:lnTo>
                <a:lnTo>
                  <a:pt x="103" y="152"/>
                </a:lnTo>
                <a:lnTo>
                  <a:pt x="67" y="144"/>
                </a:lnTo>
                <a:lnTo>
                  <a:pt x="39" y="143"/>
                </a:lnTo>
                <a:lnTo>
                  <a:pt x="17" y="144"/>
                </a:lnTo>
                <a:lnTo>
                  <a:pt x="16" y="119"/>
                </a:lnTo>
                <a:lnTo>
                  <a:pt x="0" y="10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1" name="Freeform 808">
            <a:extLst>
              <a:ext uri="{FF2B5EF4-FFF2-40B4-BE49-F238E27FC236}">
                <a16:creationId xmlns:a16="http://schemas.microsoft.com/office/drawing/2014/main" id="{FA902B3C-EF3D-BBF8-DE7D-4D84364B2CD7}"/>
              </a:ext>
            </a:extLst>
          </p:cNvPr>
          <p:cNvSpPr>
            <a:spLocks/>
          </p:cNvSpPr>
          <p:nvPr/>
        </p:nvSpPr>
        <p:spPr bwMode="auto">
          <a:xfrm>
            <a:off x="4279387" y="5202473"/>
            <a:ext cx="203678" cy="123584"/>
          </a:xfrm>
          <a:custGeom>
            <a:avLst/>
            <a:gdLst>
              <a:gd name="T0" fmla="*/ 0 w 178"/>
              <a:gd name="T1" fmla="*/ 83 h 111"/>
              <a:gd name="T2" fmla="*/ 0 w 178"/>
              <a:gd name="T3" fmla="*/ 83 h 111"/>
              <a:gd name="T4" fmla="*/ 12 w 178"/>
              <a:gd name="T5" fmla="*/ 49 h 111"/>
              <a:gd name="T6" fmla="*/ 56 w 178"/>
              <a:gd name="T7" fmla="*/ 40 h 111"/>
              <a:gd name="T8" fmla="*/ 61 w 178"/>
              <a:gd name="T9" fmla="*/ 29 h 111"/>
              <a:gd name="T10" fmla="*/ 81 w 178"/>
              <a:gd name="T11" fmla="*/ 25 h 111"/>
              <a:gd name="T12" fmla="*/ 111 w 178"/>
              <a:gd name="T13" fmla="*/ 0 h 111"/>
              <a:gd name="T14" fmla="*/ 121 w 178"/>
              <a:gd name="T15" fmla="*/ 29 h 111"/>
              <a:gd name="T16" fmla="*/ 144 w 178"/>
              <a:gd name="T17" fmla="*/ 40 h 111"/>
              <a:gd name="T18" fmla="*/ 177 w 178"/>
              <a:gd name="T19" fmla="*/ 80 h 111"/>
              <a:gd name="T20" fmla="*/ 95 w 178"/>
              <a:gd name="T21" fmla="*/ 91 h 111"/>
              <a:gd name="T22" fmla="*/ 68 w 178"/>
              <a:gd name="T23" fmla="*/ 80 h 111"/>
              <a:gd name="T24" fmla="*/ 56 w 178"/>
              <a:gd name="T25" fmla="*/ 99 h 111"/>
              <a:gd name="T26" fmla="*/ 33 w 178"/>
              <a:gd name="T27" fmla="*/ 99 h 111"/>
              <a:gd name="T28" fmla="*/ 21 w 178"/>
              <a:gd name="T29" fmla="*/ 110 h 111"/>
              <a:gd name="T30" fmla="*/ 0 w 178"/>
              <a:gd name="T31" fmla="*/ 83 h 111"/>
              <a:gd name="T32" fmla="*/ 0 w 178"/>
              <a:gd name="T33" fmla="*/ 83 h 11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78"/>
              <a:gd name="T52" fmla="*/ 0 h 111"/>
              <a:gd name="T53" fmla="*/ 178 w 178"/>
              <a:gd name="T54" fmla="*/ 111 h 111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78" h="111">
                <a:moveTo>
                  <a:pt x="0" y="83"/>
                </a:moveTo>
                <a:lnTo>
                  <a:pt x="0" y="83"/>
                </a:lnTo>
                <a:lnTo>
                  <a:pt x="12" y="49"/>
                </a:lnTo>
                <a:lnTo>
                  <a:pt x="56" y="40"/>
                </a:lnTo>
                <a:lnTo>
                  <a:pt x="61" y="29"/>
                </a:lnTo>
                <a:lnTo>
                  <a:pt x="81" y="25"/>
                </a:lnTo>
                <a:lnTo>
                  <a:pt x="111" y="0"/>
                </a:lnTo>
                <a:lnTo>
                  <a:pt x="121" y="29"/>
                </a:lnTo>
                <a:lnTo>
                  <a:pt x="144" y="40"/>
                </a:lnTo>
                <a:lnTo>
                  <a:pt x="177" y="80"/>
                </a:lnTo>
                <a:lnTo>
                  <a:pt x="95" y="91"/>
                </a:lnTo>
                <a:lnTo>
                  <a:pt x="68" y="80"/>
                </a:lnTo>
                <a:lnTo>
                  <a:pt x="56" y="99"/>
                </a:lnTo>
                <a:lnTo>
                  <a:pt x="33" y="99"/>
                </a:lnTo>
                <a:lnTo>
                  <a:pt x="21" y="110"/>
                </a:lnTo>
                <a:lnTo>
                  <a:pt x="0" y="8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2" name="Freeform 809">
            <a:extLst>
              <a:ext uri="{FF2B5EF4-FFF2-40B4-BE49-F238E27FC236}">
                <a16:creationId xmlns:a16="http://schemas.microsoft.com/office/drawing/2014/main" id="{6F03DE8D-7E9A-76F5-5B2C-DF8E138CF45C}"/>
              </a:ext>
            </a:extLst>
          </p:cNvPr>
          <p:cNvSpPr>
            <a:spLocks/>
          </p:cNvSpPr>
          <p:nvPr/>
        </p:nvSpPr>
        <p:spPr bwMode="auto">
          <a:xfrm>
            <a:off x="4261079" y="5008747"/>
            <a:ext cx="168205" cy="249395"/>
          </a:xfrm>
          <a:custGeom>
            <a:avLst/>
            <a:gdLst>
              <a:gd name="T0" fmla="*/ 0 w 147"/>
              <a:gd name="T1" fmla="*/ 128 h 224"/>
              <a:gd name="T2" fmla="*/ 0 w 147"/>
              <a:gd name="T3" fmla="*/ 128 h 224"/>
              <a:gd name="T4" fmla="*/ 21 w 147"/>
              <a:gd name="T5" fmla="*/ 139 h 224"/>
              <a:gd name="T6" fmla="*/ 16 w 147"/>
              <a:gd name="T7" fmla="*/ 150 h 224"/>
              <a:gd name="T8" fmla="*/ 26 w 147"/>
              <a:gd name="T9" fmla="*/ 187 h 224"/>
              <a:gd name="T10" fmla="*/ 9 w 147"/>
              <a:gd name="T11" fmla="*/ 194 h 224"/>
              <a:gd name="T12" fmla="*/ 28 w 147"/>
              <a:gd name="T13" fmla="*/ 223 h 224"/>
              <a:gd name="T14" fmla="*/ 72 w 147"/>
              <a:gd name="T15" fmla="*/ 214 h 224"/>
              <a:gd name="T16" fmla="*/ 77 w 147"/>
              <a:gd name="T17" fmla="*/ 203 h 224"/>
              <a:gd name="T18" fmla="*/ 97 w 147"/>
              <a:gd name="T19" fmla="*/ 199 h 224"/>
              <a:gd name="T20" fmla="*/ 127 w 147"/>
              <a:gd name="T21" fmla="*/ 174 h 224"/>
              <a:gd name="T22" fmla="*/ 117 w 147"/>
              <a:gd name="T23" fmla="*/ 147 h 224"/>
              <a:gd name="T24" fmla="*/ 131 w 147"/>
              <a:gd name="T25" fmla="*/ 111 h 224"/>
              <a:gd name="T26" fmla="*/ 145 w 147"/>
              <a:gd name="T27" fmla="*/ 108 h 224"/>
              <a:gd name="T28" fmla="*/ 146 w 147"/>
              <a:gd name="T29" fmla="*/ 56 h 224"/>
              <a:gd name="T30" fmla="*/ 36 w 147"/>
              <a:gd name="T31" fmla="*/ 0 h 224"/>
              <a:gd name="T32" fmla="*/ 22 w 147"/>
              <a:gd name="T33" fmla="*/ 5 h 224"/>
              <a:gd name="T34" fmla="*/ 22 w 147"/>
              <a:gd name="T35" fmla="*/ 27 h 224"/>
              <a:gd name="T36" fmla="*/ 36 w 147"/>
              <a:gd name="T37" fmla="*/ 43 h 224"/>
              <a:gd name="T38" fmla="*/ 28 w 147"/>
              <a:gd name="T39" fmla="*/ 92 h 224"/>
              <a:gd name="T40" fmla="*/ 0 w 147"/>
              <a:gd name="T41" fmla="*/ 128 h 224"/>
              <a:gd name="T42" fmla="*/ 0 w 147"/>
              <a:gd name="T43" fmla="*/ 128 h 22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47"/>
              <a:gd name="T67" fmla="*/ 0 h 224"/>
              <a:gd name="T68" fmla="*/ 147 w 147"/>
              <a:gd name="T69" fmla="*/ 224 h 224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47" h="224">
                <a:moveTo>
                  <a:pt x="0" y="128"/>
                </a:moveTo>
                <a:lnTo>
                  <a:pt x="0" y="128"/>
                </a:lnTo>
                <a:lnTo>
                  <a:pt x="21" y="139"/>
                </a:lnTo>
                <a:lnTo>
                  <a:pt x="16" y="150"/>
                </a:lnTo>
                <a:lnTo>
                  <a:pt x="26" y="187"/>
                </a:lnTo>
                <a:lnTo>
                  <a:pt x="9" y="194"/>
                </a:lnTo>
                <a:lnTo>
                  <a:pt x="28" y="223"/>
                </a:lnTo>
                <a:lnTo>
                  <a:pt x="72" y="214"/>
                </a:lnTo>
                <a:lnTo>
                  <a:pt x="77" y="203"/>
                </a:lnTo>
                <a:lnTo>
                  <a:pt x="97" y="199"/>
                </a:lnTo>
                <a:lnTo>
                  <a:pt x="127" y="174"/>
                </a:lnTo>
                <a:lnTo>
                  <a:pt x="117" y="147"/>
                </a:lnTo>
                <a:lnTo>
                  <a:pt x="131" y="111"/>
                </a:lnTo>
                <a:lnTo>
                  <a:pt x="145" y="108"/>
                </a:lnTo>
                <a:lnTo>
                  <a:pt x="146" y="56"/>
                </a:lnTo>
                <a:lnTo>
                  <a:pt x="36" y="0"/>
                </a:lnTo>
                <a:lnTo>
                  <a:pt x="22" y="5"/>
                </a:lnTo>
                <a:lnTo>
                  <a:pt x="22" y="27"/>
                </a:lnTo>
                <a:lnTo>
                  <a:pt x="36" y="43"/>
                </a:lnTo>
                <a:lnTo>
                  <a:pt x="28" y="92"/>
                </a:lnTo>
                <a:lnTo>
                  <a:pt x="0" y="128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3" name="Freeform 810">
            <a:extLst>
              <a:ext uri="{FF2B5EF4-FFF2-40B4-BE49-F238E27FC236}">
                <a16:creationId xmlns:a16="http://schemas.microsoft.com/office/drawing/2014/main" id="{43B294EC-1118-AFBE-936C-B6C05E0FBC02}"/>
              </a:ext>
            </a:extLst>
          </p:cNvPr>
          <p:cNvSpPr>
            <a:spLocks/>
          </p:cNvSpPr>
          <p:nvPr/>
        </p:nvSpPr>
        <p:spPr bwMode="auto">
          <a:xfrm>
            <a:off x="4225607" y="5312696"/>
            <a:ext cx="119002" cy="132491"/>
          </a:xfrm>
          <a:custGeom>
            <a:avLst/>
            <a:gdLst>
              <a:gd name="T0" fmla="*/ 0 w 104"/>
              <a:gd name="T1" fmla="*/ 104 h 119"/>
              <a:gd name="T2" fmla="*/ 0 w 104"/>
              <a:gd name="T3" fmla="*/ 104 h 119"/>
              <a:gd name="T4" fmla="*/ 11 w 104"/>
              <a:gd name="T5" fmla="*/ 118 h 119"/>
              <a:gd name="T6" fmla="*/ 25 w 104"/>
              <a:gd name="T7" fmla="*/ 114 h 119"/>
              <a:gd name="T8" fmla="*/ 46 w 104"/>
              <a:gd name="T9" fmla="*/ 115 h 119"/>
              <a:gd name="T10" fmla="*/ 65 w 104"/>
              <a:gd name="T11" fmla="*/ 103 h 119"/>
              <a:gd name="T12" fmla="*/ 70 w 104"/>
              <a:gd name="T13" fmla="*/ 79 h 119"/>
              <a:gd name="T14" fmla="*/ 90 w 104"/>
              <a:gd name="T15" fmla="*/ 59 h 119"/>
              <a:gd name="T16" fmla="*/ 103 w 104"/>
              <a:gd name="T17" fmla="*/ 0 h 119"/>
              <a:gd name="T18" fmla="*/ 80 w 104"/>
              <a:gd name="T19" fmla="*/ 0 h 119"/>
              <a:gd name="T20" fmla="*/ 68 w 104"/>
              <a:gd name="T21" fmla="*/ 11 h 119"/>
              <a:gd name="T22" fmla="*/ 66 w 104"/>
              <a:gd name="T23" fmla="*/ 29 h 119"/>
              <a:gd name="T24" fmla="*/ 30 w 104"/>
              <a:gd name="T25" fmla="*/ 21 h 119"/>
              <a:gd name="T26" fmla="*/ 29 w 104"/>
              <a:gd name="T27" fmla="*/ 33 h 119"/>
              <a:gd name="T28" fmla="*/ 43 w 104"/>
              <a:gd name="T29" fmla="*/ 35 h 119"/>
              <a:gd name="T30" fmla="*/ 39 w 104"/>
              <a:gd name="T31" fmla="*/ 81 h 119"/>
              <a:gd name="T32" fmla="*/ 21 w 104"/>
              <a:gd name="T33" fmla="*/ 76 h 119"/>
              <a:gd name="T34" fmla="*/ 0 w 104"/>
              <a:gd name="T35" fmla="*/ 104 h 119"/>
              <a:gd name="T36" fmla="*/ 0 w 104"/>
              <a:gd name="T37" fmla="*/ 104 h 11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4"/>
              <a:gd name="T58" fmla="*/ 0 h 119"/>
              <a:gd name="T59" fmla="*/ 104 w 104"/>
              <a:gd name="T60" fmla="*/ 119 h 11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4" h="119">
                <a:moveTo>
                  <a:pt x="0" y="104"/>
                </a:moveTo>
                <a:lnTo>
                  <a:pt x="0" y="104"/>
                </a:lnTo>
                <a:lnTo>
                  <a:pt x="11" y="118"/>
                </a:lnTo>
                <a:lnTo>
                  <a:pt x="25" y="114"/>
                </a:lnTo>
                <a:lnTo>
                  <a:pt x="46" y="115"/>
                </a:lnTo>
                <a:lnTo>
                  <a:pt x="65" y="103"/>
                </a:lnTo>
                <a:lnTo>
                  <a:pt x="70" y="79"/>
                </a:lnTo>
                <a:lnTo>
                  <a:pt x="90" y="59"/>
                </a:lnTo>
                <a:lnTo>
                  <a:pt x="103" y="0"/>
                </a:lnTo>
                <a:lnTo>
                  <a:pt x="80" y="0"/>
                </a:lnTo>
                <a:lnTo>
                  <a:pt x="68" y="11"/>
                </a:lnTo>
                <a:lnTo>
                  <a:pt x="66" y="29"/>
                </a:lnTo>
                <a:lnTo>
                  <a:pt x="30" y="21"/>
                </a:lnTo>
                <a:lnTo>
                  <a:pt x="29" y="33"/>
                </a:lnTo>
                <a:lnTo>
                  <a:pt x="43" y="35"/>
                </a:lnTo>
                <a:lnTo>
                  <a:pt x="39" y="81"/>
                </a:lnTo>
                <a:lnTo>
                  <a:pt x="21" y="76"/>
                </a:lnTo>
                <a:lnTo>
                  <a:pt x="0" y="10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4" name="Freeform 811">
            <a:extLst>
              <a:ext uri="{FF2B5EF4-FFF2-40B4-BE49-F238E27FC236}">
                <a16:creationId xmlns:a16="http://schemas.microsoft.com/office/drawing/2014/main" id="{0E8F2058-854A-2ADB-7B63-3D843BEF4F21}"/>
              </a:ext>
            </a:extLst>
          </p:cNvPr>
          <p:cNvSpPr>
            <a:spLocks/>
          </p:cNvSpPr>
          <p:nvPr/>
        </p:nvSpPr>
        <p:spPr bwMode="auto">
          <a:xfrm>
            <a:off x="4243915" y="5291543"/>
            <a:ext cx="297506" cy="278342"/>
          </a:xfrm>
          <a:custGeom>
            <a:avLst/>
            <a:gdLst>
              <a:gd name="T0" fmla="*/ 0 w 260"/>
              <a:gd name="T1" fmla="*/ 147 h 250"/>
              <a:gd name="T2" fmla="*/ 0 w 260"/>
              <a:gd name="T3" fmla="*/ 147 h 250"/>
              <a:gd name="T4" fmla="*/ 1 w 260"/>
              <a:gd name="T5" fmla="*/ 154 h 250"/>
              <a:gd name="T6" fmla="*/ 53 w 260"/>
              <a:gd name="T7" fmla="*/ 147 h 250"/>
              <a:gd name="T8" fmla="*/ 76 w 260"/>
              <a:gd name="T9" fmla="*/ 179 h 250"/>
              <a:gd name="T10" fmla="*/ 95 w 260"/>
              <a:gd name="T11" fmla="*/ 177 h 250"/>
              <a:gd name="T12" fmla="*/ 99 w 260"/>
              <a:gd name="T13" fmla="*/ 163 h 250"/>
              <a:gd name="T14" fmla="*/ 117 w 260"/>
              <a:gd name="T15" fmla="*/ 162 h 250"/>
              <a:gd name="T16" fmla="*/ 129 w 260"/>
              <a:gd name="T17" fmla="*/ 171 h 250"/>
              <a:gd name="T18" fmla="*/ 132 w 260"/>
              <a:gd name="T19" fmla="*/ 220 h 250"/>
              <a:gd name="T20" fmla="*/ 160 w 260"/>
              <a:gd name="T21" fmla="*/ 217 h 250"/>
              <a:gd name="T22" fmla="*/ 238 w 260"/>
              <a:gd name="T23" fmla="*/ 249 h 250"/>
              <a:gd name="T24" fmla="*/ 238 w 260"/>
              <a:gd name="T25" fmla="*/ 235 h 250"/>
              <a:gd name="T26" fmla="*/ 222 w 260"/>
              <a:gd name="T27" fmla="*/ 228 h 250"/>
              <a:gd name="T28" fmla="*/ 225 w 260"/>
              <a:gd name="T29" fmla="*/ 192 h 250"/>
              <a:gd name="T30" fmla="*/ 250 w 260"/>
              <a:gd name="T31" fmla="*/ 180 h 250"/>
              <a:gd name="T32" fmla="*/ 234 w 260"/>
              <a:gd name="T33" fmla="*/ 156 h 250"/>
              <a:gd name="T34" fmla="*/ 232 w 260"/>
              <a:gd name="T35" fmla="*/ 115 h 250"/>
              <a:gd name="T36" fmla="*/ 229 w 260"/>
              <a:gd name="T37" fmla="*/ 105 h 250"/>
              <a:gd name="T38" fmla="*/ 238 w 260"/>
              <a:gd name="T39" fmla="*/ 87 h 250"/>
              <a:gd name="T40" fmla="*/ 250 w 260"/>
              <a:gd name="T41" fmla="*/ 52 h 250"/>
              <a:gd name="T42" fmla="*/ 259 w 260"/>
              <a:gd name="T43" fmla="*/ 39 h 250"/>
              <a:gd name="T44" fmla="*/ 254 w 260"/>
              <a:gd name="T45" fmla="*/ 20 h 250"/>
              <a:gd name="T46" fmla="*/ 208 w 260"/>
              <a:gd name="T47" fmla="*/ 0 h 250"/>
              <a:gd name="T48" fmla="*/ 126 w 260"/>
              <a:gd name="T49" fmla="*/ 11 h 250"/>
              <a:gd name="T50" fmla="*/ 99 w 260"/>
              <a:gd name="T51" fmla="*/ 0 h 250"/>
              <a:gd name="T52" fmla="*/ 87 w 260"/>
              <a:gd name="T53" fmla="*/ 19 h 250"/>
              <a:gd name="T54" fmla="*/ 74 w 260"/>
              <a:gd name="T55" fmla="*/ 78 h 250"/>
              <a:gd name="T56" fmla="*/ 54 w 260"/>
              <a:gd name="T57" fmla="*/ 98 h 250"/>
              <a:gd name="T58" fmla="*/ 49 w 260"/>
              <a:gd name="T59" fmla="*/ 122 h 250"/>
              <a:gd name="T60" fmla="*/ 30 w 260"/>
              <a:gd name="T61" fmla="*/ 134 h 250"/>
              <a:gd name="T62" fmla="*/ 9 w 260"/>
              <a:gd name="T63" fmla="*/ 133 h 250"/>
              <a:gd name="T64" fmla="*/ 0 w 260"/>
              <a:gd name="T65" fmla="*/ 147 h 250"/>
              <a:gd name="T66" fmla="*/ 0 w 260"/>
              <a:gd name="T67" fmla="*/ 147 h 250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260"/>
              <a:gd name="T103" fmla="*/ 0 h 250"/>
              <a:gd name="T104" fmla="*/ 260 w 260"/>
              <a:gd name="T105" fmla="*/ 250 h 250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260" h="250">
                <a:moveTo>
                  <a:pt x="0" y="147"/>
                </a:moveTo>
                <a:lnTo>
                  <a:pt x="0" y="147"/>
                </a:lnTo>
                <a:lnTo>
                  <a:pt x="1" y="154"/>
                </a:lnTo>
                <a:lnTo>
                  <a:pt x="53" y="147"/>
                </a:lnTo>
                <a:lnTo>
                  <a:pt x="76" y="179"/>
                </a:lnTo>
                <a:lnTo>
                  <a:pt x="95" y="177"/>
                </a:lnTo>
                <a:lnTo>
                  <a:pt x="99" y="163"/>
                </a:lnTo>
                <a:lnTo>
                  <a:pt x="117" y="162"/>
                </a:lnTo>
                <a:lnTo>
                  <a:pt x="129" y="171"/>
                </a:lnTo>
                <a:lnTo>
                  <a:pt x="132" y="220"/>
                </a:lnTo>
                <a:lnTo>
                  <a:pt x="160" y="217"/>
                </a:lnTo>
                <a:lnTo>
                  <a:pt x="238" y="249"/>
                </a:lnTo>
                <a:lnTo>
                  <a:pt x="238" y="235"/>
                </a:lnTo>
                <a:lnTo>
                  <a:pt x="222" y="228"/>
                </a:lnTo>
                <a:lnTo>
                  <a:pt x="225" y="192"/>
                </a:lnTo>
                <a:lnTo>
                  <a:pt x="250" y="180"/>
                </a:lnTo>
                <a:lnTo>
                  <a:pt x="234" y="156"/>
                </a:lnTo>
                <a:lnTo>
                  <a:pt x="232" y="115"/>
                </a:lnTo>
                <a:lnTo>
                  <a:pt x="229" y="105"/>
                </a:lnTo>
                <a:lnTo>
                  <a:pt x="238" y="87"/>
                </a:lnTo>
                <a:lnTo>
                  <a:pt x="250" y="52"/>
                </a:lnTo>
                <a:lnTo>
                  <a:pt x="259" y="39"/>
                </a:lnTo>
                <a:lnTo>
                  <a:pt x="254" y="20"/>
                </a:lnTo>
                <a:lnTo>
                  <a:pt x="208" y="0"/>
                </a:lnTo>
                <a:lnTo>
                  <a:pt x="126" y="11"/>
                </a:lnTo>
                <a:lnTo>
                  <a:pt x="99" y="0"/>
                </a:lnTo>
                <a:lnTo>
                  <a:pt x="87" y="19"/>
                </a:lnTo>
                <a:lnTo>
                  <a:pt x="74" y="78"/>
                </a:lnTo>
                <a:lnTo>
                  <a:pt x="54" y="98"/>
                </a:lnTo>
                <a:lnTo>
                  <a:pt x="49" y="122"/>
                </a:lnTo>
                <a:lnTo>
                  <a:pt x="30" y="134"/>
                </a:lnTo>
                <a:lnTo>
                  <a:pt x="9" y="133"/>
                </a:lnTo>
                <a:lnTo>
                  <a:pt x="0" y="147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5" name="Freeform 812">
            <a:extLst>
              <a:ext uri="{FF2B5EF4-FFF2-40B4-BE49-F238E27FC236}">
                <a16:creationId xmlns:a16="http://schemas.microsoft.com/office/drawing/2014/main" id="{7F5CF62C-29C7-4BCB-108A-829BA1B3C1D3}"/>
              </a:ext>
            </a:extLst>
          </p:cNvPr>
          <p:cNvSpPr>
            <a:spLocks/>
          </p:cNvSpPr>
          <p:nvPr/>
        </p:nvSpPr>
        <p:spPr bwMode="auto">
          <a:xfrm>
            <a:off x="4557441" y="4807227"/>
            <a:ext cx="37760" cy="20041"/>
          </a:xfrm>
          <a:custGeom>
            <a:avLst/>
            <a:gdLst>
              <a:gd name="T0" fmla="*/ 0 w 33"/>
              <a:gd name="T1" fmla="*/ 9 h 18"/>
              <a:gd name="T2" fmla="*/ 0 w 33"/>
              <a:gd name="T3" fmla="*/ 9 h 18"/>
              <a:gd name="T4" fmla="*/ 11 w 33"/>
              <a:gd name="T5" fmla="*/ 17 h 18"/>
              <a:gd name="T6" fmla="*/ 32 w 33"/>
              <a:gd name="T7" fmla="*/ 0 h 18"/>
              <a:gd name="T8" fmla="*/ 0 w 33"/>
              <a:gd name="T9" fmla="*/ 9 h 18"/>
              <a:gd name="T10" fmla="*/ 0 w 33"/>
              <a:gd name="T11" fmla="*/ 9 h 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"/>
              <a:gd name="T19" fmla="*/ 0 h 18"/>
              <a:gd name="T20" fmla="*/ 33 w 33"/>
              <a:gd name="T21" fmla="*/ 18 h 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" h="18">
                <a:moveTo>
                  <a:pt x="0" y="9"/>
                </a:moveTo>
                <a:lnTo>
                  <a:pt x="0" y="9"/>
                </a:lnTo>
                <a:lnTo>
                  <a:pt x="11" y="17"/>
                </a:lnTo>
                <a:lnTo>
                  <a:pt x="32" y="0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6" name="Freeform 813">
            <a:extLst>
              <a:ext uri="{FF2B5EF4-FFF2-40B4-BE49-F238E27FC236}">
                <a16:creationId xmlns:a16="http://schemas.microsoft.com/office/drawing/2014/main" id="{B75CE39D-8628-862C-201F-4C0CF83634DF}"/>
              </a:ext>
            </a:extLst>
          </p:cNvPr>
          <p:cNvSpPr>
            <a:spLocks/>
          </p:cNvSpPr>
          <p:nvPr/>
        </p:nvSpPr>
        <p:spPr bwMode="auto">
          <a:xfrm>
            <a:off x="4066555" y="5180206"/>
            <a:ext cx="43481" cy="94637"/>
          </a:xfrm>
          <a:custGeom>
            <a:avLst/>
            <a:gdLst>
              <a:gd name="T0" fmla="*/ 0 w 38"/>
              <a:gd name="T1" fmla="*/ 21 h 85"/>
              <a:gd name="T2" fmla="*/ 0 w 38"/>
              <a:gd name="T3" fmla="*/ 21 h 85"/>
              <a:gd name="T4" fmla="*/ 14 w 38"/>
              <a:gd name="T5" fmla="*/ 84 h 85"/>
              <a:gd name="T6" fmla="*/ 26 w 38"/>
              <a:gd name="T7" fmla="*/ 83 h 85"/>
              <a:gd name="T8" fmla="*/ 37 w 38"/>
              <a:gd name="T9" fmla="*/ 10 h 85"/>
              <a:gd name="T10" fmla="*/ 26 w 38"/>
              <a:gd name="T11" fmla="*/ 0 h 85"/>
              <a:gd name="T12" fmla="*/ 19 w 38"/>
              <a:gd name="T13" fmla="*/ 7 h 85"/>
              <a:gd name="T14" fmla="*/ 0 w 38"/>
              <a:gd name="T15" fmla="*/ 21 h 85"/>
              <a:gd name="T16" fmla="*/ 0 w 38"/>
              <a:gd name="T17" fmla="*/ 21 h 8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8"/>
              <a:gd name="T28" fmla="*/ 0 h 85"/>
              <a:gd name="T29" fmla="*/ 38 w 38"/>
              <a:gd name="T30" fmla="*/ 85 h 8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8" h="85">
                <a:moveTo>
                  <a:pt x="0" y="21"/>
                </a:moveTo>
                <a:lnTo>
                  <a:pt x="0" y="21"/>
                </a:lnTo>
                <a:lnTo>
                  <a:pt x="14" y="84"/>
                </a:lnTo>
                <a:lnTo>
                  <a:pt x="26" y="83"/>
                </a:lnTo>
                <a:lnTo>
                  <a:pt x="37" y="10"/>
                </a:lnTo>
                <a:lnTo>
                  <a:pt x="26" y="0"/>
                </a:lnTo>
                <a:lnTo>
                  <a:pt x="19" y="7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7" name="Freeform 814">
            <a:extLst>
              <a:ext uri="{FF2B5EF4-FFF2-40B4-BE49-F238E27FC236}">
                <a16:creationId xmlns:a16="http://schemas.microsoft.com/office/drawing/2014/main" id="{20462A77-9F6A-87E3-841D-A94B7F72043F}"/>
              </a:ext>
            </a:extLst>
          </p:cNvPr>
          <p:cNvSpPr>
            <a:spLocks/>
          </p:cNvSpPr>
          <p:nvPr/>
        </p:nvSpPr>
        <p:spPr bwMode="auto">
          <a:xfrm>
            <a:off x="4199289" y="5334964"/>
            <a:ext cx="29751" cy="20041"/>
          </a:xfrm>
          <a:custGeom>
            <a:avLst/>
            <a:gdLst>
              <a:gd name="T0" fmla="*/ 0 w 26"/>
              <a:gd name="T1" fmla="*/ 17 h 18"/>
              <a:gd name="T2" fmla="*/ 0 w 26"/>
              <a:gd name="T3" fmla="*/ 17 h 18"/>
              <a:gd name="T4" fmla="*/ 3 w 26"/>
              <a:gd name="T5" fmla="*/ 1 h 18"/>
              <a:gd name="T6" fmla="*/ 25 w 26"/>
              <a:gd name="T7" fmla="*/ 0 h 18"/>
              <a:gd name="T8" fmla="*/ 25 w 26"/>
              <a:gd name="T9" fmla="*/ 15 h 18"/>
              <a:gd name="T10" fmla="*/ 0 w 26"/>
              <a:gd name="T11" fmla="*/ 17 h 18"/>
              <a:gd name="T12" fmla="*/ 0 w 26"/>
              <a:gd name="T13" fmla="*/ 17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18"/>
              <a:gd name="T23" fmla="*/ 26 w 26"/>
              <a:gd name="T24" fmla="*/ 18 h 1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18">
                <a:moveTo>
                  <a:pt x="0" y="17"/>
                </a:moveTo>
                <a:lnTo>
                  <a:pt x="0" y="17"/>
                </a:lnTo>
                <a:lnTo>
                  <a:pt x="3" y="1"/>
                </a:lnTo>
                <a:lnTo>
                  <a:pt x="25" y="0"/>
                </a:lnTo>
                <a:lnTo>
                  <a:pt x="25" y="15"/>
                </a:lnTo>
                <a:lnTo>
                  <a:pt x="0" y="1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8" name="Freeform 815">
            <a:extLst>
              <a:ext uri="{FF2B5EF4-FFF2-40B4-BE49-F238E27FC236}">
                <a16:creationId xmlns:a16="http://schemas.microsoft.com/office/drawing/2014/main" id="{B2BD3A54-ED3C-7D48-35AA-66E7258A2940}"/>
              </a:ext>
            </a:extLst>
          </p:cNvPr>
          <p:cNvSpPr>
            <a:spLocks/>
          </p:cNvSpPr>
          <p:nvPr/>
        </p:nvSpPr>
        <p:spPr bwMode="auto">
          <a:xfrm>
            <a:off x="4566595" y="5093363"/>
            <a:ext cx="236861" cy="223787"/>
          </a:xfrm>
          <a:custGeom>
            <a:avLst/>
            <a:gdLst>
              <a:gd name="T0" fmla="*/ 0 w 207"/>
              <a:gd name="T1" fmla="*/ 140 h 201"/>
              <a:gd name="T2" fmla="*/ 0 w 207"/>
              <a:gd name="T3" fmla="*/ 140 h 201"/>
              <a:gd name="T4" fmla="*/ 16 w 207"/>
              <a:gd name="T5" fmla="*/ 129 h 201"/>
              <a:gd name="T6" fmla="*/ 17 w 207"/>
              <a:gd name="T7" fmla="*/ 105 h 201"/>
              <a:gd name="T8" fmla="*/ 44 w 207"/>
              <a:gd name="T9" fmla="*/ 72 h 201"/>
              <a:gd name="T10" fmla="*/ 55 w 207"/>
              <a:gd name="T11" fmla="*/ 13 h 201"/>
              <a:gd name="T12" fmla="*/ 76 w 207"/>
              <a:gd name="T13" fmla="*/ 0 h 201"/>
              <a:gd name="T14" fmla="*/ 92 w 207"/>
              <a:gd name="T15" fmla="*/ 40 h 201"/>
              <a:gd name="T16" fmla="*/ 137 w 207"/>
              <a:gd name="T17" fmla="*/ 74 h 201"/>
              <a:gd name="T18" fmla="*/ 121 w 207"/>
              <a:gd name="T19" fmla="*/ 95 h 201"/>
              <a:gd name="T20" fmla="*/ 136 w 207"/>
              <a:gd name="T21" fmla="*/ 100 h 201"/>
              <a:gd name="T22" fmla="*/ 152 w 207"/>
              <a:gd name="T23" fmla="*/ 124 h 201"/>
              <a:gd name="T24" fmla="*/ 206 w 207"/>
              <a:gd name="T25" fmla="*/ 138 h 201"/>
              <a:gd name="T26" fmla="*/ 165 w 207"/>
              <a:gd name="T27" fmla="*/ 179 h 201"/>
              <a:gd name="T28" fmla="*/ 122 w 207"/>
              <a:gd name="T29" fmla="*/ 194 h 201"/>
              <a:gd name="T30" fmla="*/ 83 w 207"/>
              <a:gd name="T31" fmla="*/ 200 h 201"/>
              <a:gd name="T32" fmla="*/ 39 w 207"/>
              <a:gd name="T33" fmla="*/ 185 h 201"/>
              <a:gd name="T34" fmla="*/ 24 w 207"/>
              <a:gd name="T35" fmla="*/ 156 h 201"/>
              <a:gd name="T36" fmla="*/ 0 w 207"/>
              <a:gd name="T37" fmla="*/ 140 h 201"/>
              <a:gd name="T38" fmla="*/ 0 w 207"/>
              <a:gd name="T39" fmla="*/ 140 h 20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07"/>
              <a:gd name="T61" fmla="*/ 0 h 201"/>
              <a:gd name="T62" fmla="*/ 207 w 207"/>
              <a:gd name="T63" fmla="*/ 201 h 201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07" h="201">
                <a:moveTo>
                  <a:pt x="0" y="140"/>
                </a:moveTo>
                <a:lnTo>
                  <a:pt x="0" y="140"/>
                </a:lnTo>
                <a:lnTo>
                  <a:pt x="16" y="129"/>
                </a:lnTo>
                <a:lnTo>
                  <a:pt x="17" y="105"/>
                </a:lnTo>
                <a:lnTo>
                  <a:pt x="44" y="72"/>
                </a:lnTo>
                <a:lnTo>
                  <a:pt x="55" y="13"/>
                </a:lnTo>
                <a:lnTo>
                  <a:pt x="76" y="0"/>
                </a:lnTo>
                <a:lnTo>
                  <a:pt x="92" y="40"/>
                </a:lnTo>
                <a:lnTo>
                  <a:pt x="137" y="74"/>
                </a:lnTo>
                <a:lnTo>
                  <a:pt x="121" y="95"/>
                </a:lnTo>
                <a:lnTo>
                  <a:pt x="136" y="100"/>
                </a:lnTo>
                <a:lnTo>
                  <a:pt x="152" y="124"/>
                </a:lnTo>
                <a:lnTo>
                  <a:pt x="206" y="138"/>
                </a:lnTo>
                <a:lnTo>
                  <a:pt x="165" y="179"/>
                </a:lnTo>
                <a:lnTo>
                  <a:pt x="122" y="194"/>
                </a:lnTo>
                <a:lnTo>
                  <a:pt x="83" y="200"/>
                </a:lnTo>
                <a:lnTo>
                  <a:pt x="39" y="185"/>
                </a:lnTo>
                <a:lnTo>
                  <a:pt x="24" y="156"/>
                </a:lnTo>
                <a:lnTo>
                  <a:pt x="0" y="14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9" name="Freeform 816">
            <a:extLst>
              <a:ext uri="{FF2B5EF4-FFF2-40B4-BE49-F238E27FC236}">
                <a16:creationId xmlns:a16="http://schemas.microsoft.com/office/drawing/2014/main" id="{F0657B02-43F4-9DCB-2370-92CC3342A5ED}"/>
              </a:ext>
            </a:extLst>
          </p:cNvPr>
          <p:cNvSpPr>
            <a:spLocks/>
          </p:cNvSpPr>
          <p:nvPr/>
        </p:nvSpPr>
        <p:spPr bwMode="auto">
          <a:xfrm>
            <a:off x="4705050" y="5175752"/>
            <a:ext cx="25174" cy="30061"/>
          </a:xfrm>
          <a:custGeom>
            <a:avLst/>
            <a:gdLst>
              <a:gd name="T0" fmla="*/ 0 w 22"/>
              <a:gd name="T1" fmla="*/ 21 h 27"/>
              <a:gd name="T2" fmla="*/ 0 w 22"/>
              <a:gd name="T3" fmla="*/ 21 h 27"/>
              <a:gd name="T4" fmla="*/ 15 w 22"/>
              <a:gd name="T5" fmla="*/ 26 h 27"/>
              <a:gd name="T6" fmla="*/ 21 w 22"/>
              <a:gd name="T7" fmla="*/ 18 h 27"/>
              <a:gd name="T8" fmla="*/ 10 w 22"/>
              <a:gd name="T9" fmla="*/ 16 h 27"/>
              <a:gd name="T10" fmla="*/ 21 w 22"/>
              <a:gd name="T11" fmla="*/ 10 h 27"/>
              <a:gd name="T12" fmla="*/ 16 w 22"/>
              <a:gd name="T13" fmla="*/ 0 h 27"/>
              <a:gd name="T14" fmla="*/ 0 w 22"/>
              <a:gd name="T15" fmla="*/ 21 h 27"/>
              <a:gd name="T16" fmla="*/ 0 w 22"/>
              <a:gd name="T17" fmla="*/ 21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"/>
              <a:gd name="T28" fmla="*/ 0 h 27"/>
              <a:gd name="T29" fmla="*/ 22 w 22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" h="27">
                <a:moveTo>
                  <a:pt x="0" y="21"/>
                </a:moveTo>
                <a:lnTo>
                  <a:pt x="0" y="21"/>
                </a:lnTo>
                <a:lnTo>
                  <a:pt x="15" y="26"/>
                </a:lnTo>
                <a:lnTo>
                  <a:pt x="21" y="18"/>
                </a:lnTo>
                <a:lnTo>
                  <a:pt x="10" y="16"/>
                </a:lnTo>
                <a:lnTo>
                  <a:pt x="21" y="10"/>
                </a:lnTo>
                <a:lnTo>
                  <a:pt x="16" y="0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0" name="Freeform 817">
            <a:extLst>
              <a:ext uri="{FF2B5EF4-FFF2-40B4-BE49-F238E27FC236}">
                <a16:creationId xmlns:a16="http://schemas.microsoft.com/office/drawing/2014/main" id="{B6ACE187-F838-5574-CBD9-C2063C157C19}"/>
              </a:ext>
            </a:extLst>
          </p:cNvPr>
          <p:cNvSpPr>
            <a:spLocks/>
          </p:cNvSpPr>
          <p:nvPr/>
        </p:nvSpPr>
        <p:spPr bwMode="auto">
          <a:xfrm>
            <a:off x="4187846" y="5334964"/>
            <a:ext cx="88108" cy="94637"/>
          </a:xfrm>
          <a:custGeom>
            <a:avLst/>
            <a:gdLst>
              <a:gd name="T0" fmla="*/ 0 w 77"/>
              <a:gd name="T1" fmla="*/ 40 h 85"/>
              <a:gd name="T2" fmla="*/ 0 w 77"/>
              <a:gd name="T3" fmla="*/ 40 h 85"/>
              <a:gd name="T4" fmla="*/ 9 w 77"/>
              <a:gd name="T5" fmla="*/ 27 h 85"/>
              <a:gd name="T6" fmla="*/ 14 w 77"/>
              <a:gd name="T7" fmla="*/ 28 h 85"/>
              <a:gd name="T8" fmla="*/ 10 w 77"/>
              <a:gd name="T9" fmla="*/ 17 h 85"/>
              <a:gd name="T10" fmla="*/ 35 w 77"/>
              <a:gd name="T11" fmla="*/ 15 h 85"/>
              <a:gd name="T12" fmla="*/ 35 w 77"/>
              <a:gd name="T13" fmla="*/ 0 h 85"/>
              <a:gd name="T14" fmla="*/ 63 w 77"/>
              <a:gd name="T15" fmla="*/ 1 h 85"/>
              <a:gd name="T16" fmla="*/ 62 w 77"/>
              <a:gd name="T17" fmla="*/ 13 h 85"/>
              <a:gd name="T18" fmla="*/ 76 w 77"/>
              <a:gd name="T19" fmla="*/ 15 h 85"/>
              <a:gd name="T20" fmla="*/ 72 w 77"/>
              <a:gd name="T21" fmla="*/ 61 h 85"/>
              <a:gd name="T22" fmla="*/ 54 w 77"/>
              <a:gd name="T23" fmla="*/ 56 h 85"/>
              <a:gd name="T24" fmla="*/ 33 w 77"/>
              <a:gd name="T25" fmla="*/ 84 h 85"/>
              <a:gd name="T26" fmla="*/ 0 w 77"/>
              <a:gd name="T27" fmla="*/ 40 h 85"/>
              <a:gd name="T28" fmla="*/ 0 w 77"/>
              <a:gd name="T29" fmla="*/ 40 h 8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7"/>
              <a:gd name="T46" fmla="*/ 0 h 85"/>
              <a:gd name="T47" fmla="*/ 77 w 77"/>
              <a:gd name="T48" fmla="*/ 85 h 8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7" h="85">
                <a:moveTo>
                  <a:pt x="0" y="40"/>
                </a:moveTo>
                <a:lnTo>
                  <a:pt x="0" y="40"/>
                </a:lnTo>
                <a:lnTo>
                  <a:pt x="9" y="27"/>
                </a:lnTo>
                <a:lnTo>
                  <a:pt x="14" y="28"/>
                </a:lnTo>
                <a:lnTo>
                  <a:pt x="10" y="17"/>
                </a:lnTo>
                <a:lnTo>
                  <a:pt x="35" y="15"/>
                </a:lnTo>
                <a:lnTo>
                  <a:pt x="35" y="0"/>
                </a:lnTo>
                <a:lnTo>
                  <a:pt x="63" y="1"/>
                </a:lnTo>
                <a:lnTo>
                  <a:pt x="62" y="13"/>
                </a:lnTo>
                <a:lnTo>
                  <a:pt x="76" y="15"/>
                </a:lnTo>
                <a:lnTo>
                  <a:pt x="72" y="61"/>
                </a:lnTo>
                <a:lnTo>
                  <a:pt x="54" y="56"/>
                </a:lnTo>
                <a:lnTo>
                  <a:pt x="33" y="84"/>
                </a:lnTo>
                <a:lnTo>
                  <a:pt x="0" y="4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1" name="Freeform 818">
            <a:extLst>
              <a:ext uri="{FF2B5EF4-FFF2-40B4-BE49-F238E27FC236}">
                <a16:creationId xmlns:a16="http://schemas.microsoft.com/office/drawing/2014/main" id="{6B1C8BB9-915E-1286-E694-A8B170B5ED2F}"/>
              </a:ext>
            </a:extLst>
          </p:cNvPr>
          <p:cNvSpPr>
            <a:spLocks/>
          </p:cNvSpPr>
          <p:nvPr/>
        </p:nvSpPr>
        <p:spPr bwMode="auto">
          <a:xfrm>
            <a:off x="3790789" y="5162392"/>
            <a:ext cx="48059" cy="8907"/>
          </a:xfrm>
          <a:custGeom>
            <a:avLst/>
            <a:gdLst>
              <a:gd name="T0" fmla="*/ 0 w 42"/>
              <a:gd name="T1" fmla="*/ 7 h 8"/>
              <a:gd name="T2" fmla="*/ 0 w 42"/>
              <a:gd name="T3" fmla="*/ 7 h 8"/>
              <a:gd name="T4" fmla="*/ 2 w 42"/>
              <a:gd name="T5" fmla="*/ 0 h 8"/>
              <a:gd name="T6" fmla="*/ 41 w 42"/>
              <a:gd name="T7" fmla="*/ 2 h 8"/>
              <a:gd name="T8" fmla="*/ 0 w 42"/>
              <a:gd name="T9" fmla="*/ 7 h 8"/>
              <a:gd name="T10" fmla="*/ 0 w 42"/>
              <a:gd name="T11" fmla="*/ 7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2"/>
              <a:gd name="T19" fmla="*/ 0 h 8"/>
              <a:gd name="T20" fmla="*/ 42 w 42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2" h="8">
                <a:moveTo>
                  <a:pt x="0" y="7"/>
                </a:moveTo>
                <a:lnTo>
                  <a:pt x="0" y="7"/>
                </a:lnTo>
                <a:lnTo>
                  <a:pt x="2" y="0"/>
                </a:lnTo>
                <a:lnTo>
                  <a:pt x="41" y="2"/>
                </a:lnTo>
                <a:lnTo>
                  <a:pt x="0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2" name="Freeform 819">
            <a:extLst>
              <a:ext uri="{FF2B5EF4-FFF2-40B4-BE49-F238E27FC236}">
                <a16:creationId xmlns:a16="http://schemas.microsoft.com/office/drawing/2014/main" id="{ED161848-A203-E01C-48D0-AC429E388EC6}"/>
              </a:ext>
            </a:extLst>
          </p:cNvPr>
          <p:cNvSpPr>
            <a:spLocks/>
          </p:cNvSpPr>
          <p:nvPr/>
        </p:nvSpPr>
        <p:spPr bwMode="auto">
          <a:xfrm>
            <a:off x="4004766" y="5199133"/>
            <a:ext cx="67511" cy="99090"/>
          </a:xfrm>
          <a:custGeom>
            <a:avLst/>
            <a:gdLst>
              <a:gd name="T0" fmla="*/ 0 w 59"/>
              <a:gd name="T1" fmla="*/ 83 h 89"/>
              <a:gd name="T2" fmla="*/ 0 w 59"/>
              <a:gd name="T3" fmla="*/ 83 h 89"/>
              <a:gd name="T4" fmla="*/ 5 w 59"/>
              <a:gd name="T5" fmla="*/ 23 h 89"/>
              <a:gd name="T6" fmla="*/ 3 w 59"/>
              <a:gd name="T7" fmla="*/ 4 h 89"/>
              <a:gd name="T8" fmla="*/ 39 w 59"/>
              <a:gd name="T9" fmla="*/ 0 h 89"/>
              <a:gd name="T10" fmla="*/ 58 w 59"/>
              <a:gd name="T11" fmla="*/ 70 h 89"/>
              <a:gd name="T12" fmla="*/ 15 w 59"/>
              <a:gd name="T13" fmla="*/ 88 h 89"/>
              <a:gd name="T14" fmla="*/ 0 w 59"/>
              <a:gd name="T15" fmla="*/ 83 h 89"/>
              <a:gd name="T16" fmla="*/ 0 w 59"/>
              <a:gd name="T17" fmla="*/ 83 h 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9"/>
              <a:gd name="T28" fmla="*/ 0 h 89"/>
              <a:gd name="T29" fmla="*/ 59 w 59"/>
              <a:gd name="T30" fmla="*/ 89 h 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9" h="89">
                <a:moveTo>
                  <a:pt x="0" y="83"/>
                </a:moveTo>
                <a:lnTo>
                  <a:pt x="0" y="83"/>
                </a:lnTo>
                <a:lnTo>
                  <a:pt x="5" y="23"/>
                </a:lnTo>
                <a:lnTo>
                  <a:pt x="3" y="4"/>
                </a:lnTo>
                <a:lnTo>
                  <a:pt x="39" y="0"/>
                </a:lnTo>
                <a:lnTo>
                  <a:pt x="58" y="70"/>
                </a:lnTo>
                <a:lnTo>
                  <a:pt x="15" y="88"/>
                </a:lnTo>
                <a:lnTo>
                  <a:pt x="0" y="8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3" name="Freeform 820">
            <a:extLst>
              <a:ext uri="{FF2B5EF4-FFF2-40B4-BE49-F238E27FC236}">
                <a16:creationId xmlns:a16="http://schemas.microsoft.com/office/drawing/2014/main" id="{18022971-03B1-6630-044C-3321B496DCCC}"/>
              </a:ext>
            </a:extLst>
          </p:cNvPr>
          <p:cNvSpPr>
            <a:spLocks/>
          </p:cNvSpPr>
          <p:nvPr/>
        </p:nvSpPr>
        <p:spPr bwMode="auto">
          <a:xfrm>
            <a:off x="3818252" y="5175752"/>
            <a:ext cx="115570" cy="82389"/>
          </a:xfrm>
          <a:custGeom>
            <a:avLst/>
            <a:gdLst>
              <a:gd name="T0" fmla="*/ 0 w 101"/>
              <a:gd name="T1" fmla="*/ 25 h 74"/>
              <a:gd name="T2" fmla="*/ 0 w 101"/>
              <a:gd name="T3" fmla="*/ 25 h 74"/>
              <a:gd name="T4" fmla="*/ 17 w 101"/>
              <a:gd name="T5" fmla="*/ 14 h 74"/>
              <a:gd name="T6" fmla="*/ 17 w 101"/>
              <a:gd name="T7" fmla="*/ 0 h 74"/>
              <a:gd name="T8" fmla="*/ 50 w 101"/>
              <a:gd name="T9" fmla="*/ 3 h 74"/>
              <a:gd name="T10" fmla="*/ 59 w 101"/>
              <a:gd name="T11" fmla="*/ 10 h 74"/>
              <a:gd name="T12" fmla="*/ 82 w 101"/>
              <a:gd name="T13" fmla="*/ 2 h 74"/>
              <a:gd name="T14" fmla="*/ 96 w 101"/>
              <a:gd name="T15" fmla="*/ 35 h 74"/>
              <a:gd name="T16" fmla="*/ 100 w 101"/>
              <a:gd name="T17" fmla="*/ 59 h 74"/>
              <a:gd name="T18" fmla="*/ 91 w 101"/>
              <a:gd name="T19" fmla="*/ 58 h 74"/>
              <a:gd name="T20" fmla="*/ 89 w 101"/>
              <a:gd name="T21" fmla="*/ 71 h 74"/>
              <a:gd name="T22" fmla="*/ 75 w 101"/>
              <a:gd name="T23" fmla="*/ 73 h 74"/>
              <a:gd name="T24" fmla="*/ 74 w 101"/>
              <a:gd name="T25" fmla="*/ 59 h 74"/>
              <a:gd name="T26" fmla="*/ 66 w 101"/>
              <a:gd name="T27" fmla="*/ 59 h 74"/>
              <a:gd name="T28" fmla="*/ 52 w 101"/>
              <a:gd name="T29" fmla="*/ 38 h 74"/>
              <a:gd name="T30" fmla="*/ 23 w 101"/>
              <a:gd name="T31" fmla="*/ 50 h 74"/>
              <a:gd name="T32" fmla="*/ 0 w 101"/>
              <a:gd name="T33" fmla="*/ 25 h 74"/>
              <a:gd name="T34" fmla="*/ 0 w 101"/>
              <a:gd name="T35" fmla="*/ 25 h 7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1"/>
              <a:gd name="T55" fmla="*/ 0 h 74"/>
              <a:gd name="T56" fmla="*/ 101 w 101"/>
              <a:gd name="T57" fmla="*/ 74 h 7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1" h="74">
                <a:moveTo>
                  <a:pt x="0" y="25"/>
                </a:moveTo>
                <a:lnTo>
                  <a:pt x="0" y="25"/>
                </a:lnTo>
                <a:lnTo>
                  <a:pt x="17" y="14"/>
                </a:lnTo>
                <a:lnTo>
                  <a:pt x="17" y="0"/>
                </a:lnTo>
                <a:lnTo>
                  <a:pt x="50" y="3"/>
                </a:lnTo>
                <a:lnTo>
                  <a:pt x="59" y="10"/>
                </a:lnTo>
                <a:lnTo>
                  <a:pt x="82" y="2"/>
                </a:lnTo>
                <a:lnTo>
                  <a:pt x="96" y="35"/>
                </a:lnTo>
                <a:lnTo>
                  <a:pt x="100" y="59"/>
                </a:lnTo>
                <a:lnTo>
                  <a:pt x="91" y="58"/>
                </a:lnTo>
                <a:lnTo>
                  <a:pt x="89" y="71"/>
                </a:lnTo>
                <a:lnTo>
                  <a:pt x="75" y="73"/>
                </a:lnTo>
                <a:lnTo>
                  <a:pt x="74" y="59"/>
                </a:lnTo>
                <a:lnTo>
                  <a:pt x="66" y="59"/>
                </a:lnTo>
                <a:lnTo>
                  <a:pt x="52" y="38"/>
                </a:lnTo>
                <a:lnTo>
                  <a:pt x="23" y="50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4" name="Freeform 821">
            <a:extLst>
              <a:ext uri="{FF2B5EF4-FFF2-40B4-BE49-F238E27FC236}">
                <a16:creationId xmlns:a16="http://schemas.microsoft.com/office/drawing/2014/main" id="{7BF679B4-E504-AF7A-3860-59888BB2B7B9}"/>
              </a:ext>
            </a:extLst>
          </p:cNvPr>
          <p:cNvSpPr>
            <a:spLocks/>
          </p:cNvSpPr>
          <p:nvPr/>
        </p:nvSpPr>
        <p:spPr bwMode="auto">
          <a:xfrm>
            <a:off x="4750820" y="4915224"/>
            <a:ext cx="29751" cy="8907"/>
          </a:xfrm>
          <a:custGeom>
            <a:avLst/>
            <a:gdLst>
              <a:gd name="T0" fmla="*/ 0 w 26"/>
              <a:gd name="T1" fmla="*/ 0 h 8"/>
              <a:gd name="T2" fmla="*/ 0 w 26"/>
              <a:gd name="T3" fmla="*/ 0 h 8"/>
              <a:gd name="T4" fmla="*/ 13 w 26"/>
              <a:gd name="T5" fmla="*/ 7 h 8"/>
              <a:gd name="T6" fmla="*/ 25 w 26"/>
              <a:gd name="T7" fmla="*/ 2 h 8"/>
              <a:gd name="T8" fmla="*/ 0 w 26"/>
              <a:gd name="T9" fmla="*/ 0 h 8"/>
              <a:gd name="T10" fmla="*/ 0 w 26"/>
              <a:gd name="T11" fmla="*/ 0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"/>
              <a:gd name="T19" fmla="*/ 0 h 8"/>
              <a:gd name="T20" fmla="*/ 26 w 26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" h="8">
                <a:moveTo>
                  <a:pt x="0" y="0"/>
                </a:moveTo>
                <a:lnTo>
                  <a:pt x="0" y="0"/>
                </a:lnTo>
                <a:lnTo>
                  <a:pt x="13" y="7"/>
                </a:lnTo>
                <a:lnTo>
                  <a:pt x="25" y="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5" name="Freeform 822">
            <a:extLst>
              <a:ext uri="{FF2B5EF4-FFF2-40B4-BE49-F238E27FC236}">
                <a16:creationId xmlns:a16="http://schemas.microsoft.com/office/drawing/2014/main" id="{6EE99133-481D-8DF1-C2E9-B179E33CE540}"/>
              </a:ext>
            </a:extLst>
          </p:cNvPr>
          <p:cNvSpPr>
            <a:spLocks/>
          </p:cNvSpPr>
          <p:nvPr/>
        </p:nvSpPr>
        <p:spPr bwMode="auto">
          <a:xfrm>
            <a:off x="4582615" y="4849535"/>
            <a:ext cx="25174" cy="64575"/>
          </a:xfrm>
          <a:custGeom>
            <a:avLst/>
            <a:gdLst>
              <a:gd name="T0" fmla="*/ 0 w 22"/>
              <a:gd name="T1" fmla="*/ 28 h 58"/>
              <a:gd name="T2" fmla="*/ 0 w 22"/>
              <a:gd name="T3" fmla="*/ 28 h 58"/>
              <a:gd name="T4" fmla="*/ 11 w 22"/>
              <a:gd name="T5" fmla="*/ 57 h 58"/>
              <a:gd name="T6" fmla="*/ 13 w 22"/>
              <a:gd name="T7" fmla="*/ 56 h 58"/>
              <a:gd name="T8" fmla="*/ 19 w 22"/>
              <a:gd name="T9" fmla="*/ 25 h 58"/>
              <a:gd name="T10" fmla="*/ 11 w 22"/>
              <a:gd name="T11" fmla="*/ 28 h 58"/>
              <a:gd name="T12" fmla="*/ 13 w 22"/>
              <a:gd name="T13" fmla="*/ 14 h 58"/>
              <a:gd name="T14" fmla="*/ 20 w 22"/>
              <a:gd name="T15" fmla="*/ 7 h 58"/>
              <a:gd name="T16" fmla="*/ 21 w 22"/>
              <a:gd name="T17" fmla="*/ 0 h 58"/>
              <a:gd name="T18" fmla="*/ 14 w 22"/>
              <a:gd name="T19" fmla="*/ 1 h 58"/>
              <a:gd name="T20" fmla="*/ 0 w 22"/>
              <a:gd name="T21" fmla="*/ 28 h 58"/>
              <a:gd name="T22" fmla="*/ 0 w 22"/>
              <a:gd name="T23" fmla="*/ 28 h 5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2"/>
              <a:gd name="T37" fmla="*/ 0 h 58"/>
              <a:gd name="T38" fmla="*/ 22 w 22"/>
              <a:gd name="T39" fmla="*/ 58 h 5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2" h="58">
                <a:moveTo>
                  <a:pt x="0" y="28"/>
                </a:moveTo>
                <a:lnTo>
                  <a:pt x="0" y="28"/>
                </a:lnTo>
                <a:lnTo>
                  <a:pt x="11" y="57"/>
                </a:lnTo>
                <a:lnTo>
                  <a:pt x="13" y="56"/>
                </a:lnTo>
                <a:lnTo>
                  <a:pt x="19" y="25"/>
                </a:lnTo>
                <a:lnTo>
                  <a:pt x="11" y="28"/>
                </a:lnTo>
                <a:lnTo>
                  <a:pt x="13" y="14"/>
                </a:lnTo>
                <a:lnTo>
                  <a:pt x="20" y="7"/>
                </a:lnTo>
                <a:lnTo>
                  <a:pt x="21" y="0"/>
                </a:lnTo>
                <a:lnTo>
                  <a:pt x="14" y="1"/>
                </a:lnTo>
                <a:lnTo>
                  <a:pt x="0" y="2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6" name="Freeform 823">
            <a:extLst>
              <a:ext uri="{FF2B5EF4-FFF2-40B4-BE49-F238E27FC236}">
                <a16:creationId xmlns:a16="http://schemas.microsoft.com/office/drawing/2014/main" id="{D643C828-D00D-0CFF-C812-362325BDBDD0}"/>
              </a:ext>
            </a:extLst>
          </p:cNvPr>
          <p:cNvSpPr>
            <a:spLocks/>
          </p:cNvSpPr>
          <p:nvPr/>
        </p:nvSpPr>
        <p:spPr bwMode="auto">
          <a:xfrm>
            <a:off x="3918946" y="5205813"/>
            <a:ext cx="92684" cy="96863"/>
          </a:xfrm>
          <a:custGeom>
            <a:avLst/>
            <a:gdLst>
              <a:gd name="T0" fmla="*/ 0 w 81"/>
              <a:gd name="T1" fmla="*/ 57 h 87"/>
              <a:gd name="T2" fmla="*/ 0 w 81"/>
              <a:gd name="T3" fmla="*/ 57 h 87"/>
              <a:gd name="T4" fmla="*/ 1 w 81"/>
              <a:gd name="T5" fmla="*/ 44 h 87"/>
              <a:gd name="T6" fmla="*/ 3 w 81"/>
              <a:gd name="T7" fmla="*/ 31 h 87"/>
              <a:gd name="T8" fmla="*/ 12 w 81"/>
              <a:gd name="T9" fmla="*/ 32 h 87"/>
              <a:gd name="T10" fmla="*/ 8 w 81"/>
              <a:gd name="T11" fmla="*/ 8 h 87"/>
              <a:gd name="T12" fmla="*/ 32 w 81"/>
              <a:gd name="T13" fmla="*/ 0 h 87"/>
              <a:gd name="T14" fmla="*/ 46 w 81"/>
              <a:gd name="T15" fmla="*/ 5 h 87"/>
              <a:gd name="T16" fmla="*/ 53 w 81"/>
              <a:gd name="T17" fmla="*/ 14 h 87"/>
              <a:gd name="T18" fmla="*/ 80 w 81"/>
              <a:gd name="T19" fmla="*/ 17 h 87"/>
              <a:gd name="T20" fmla="*/ 75 w 81"/>
              <a:gd name="T21" fmla="*/ 77 h 87"/>
              <a:gd name="T22" fmla="*/ 13 w 81"/>
              <a:gd name="T23" fmla="*/ 86 h 87"/>
              <a:gd name="T24" fmla="*/ 15 w 81"/>
              <a:gd name="T25" fmla="*/ 66 h 87"/>
              <a:gd name="T26" fmla="*/ 0 w 81"/>
              <a:gd name="T27" fmla="*/ 57 h 87"/>
              <a:gd name="T28" fmla="*/ 0 w 81"/>
              <a:gd name="T29" fmla="*/ 57 h 8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81"/>
              <a:gd name="T46" fmla="*/ 0 h 87"/>
              <a:gd name="T47" fmla="*/ 81 w 81"/>
              <a:gd name="T48" fmla="*/ 87 h 8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81" h="87">
                <a:moveTo>
                  <a:pt x="0" y="57"/>
                </a:moveTo>
                <a:lnTo>
                  <a:pt x="0" y="57"/>
                </a:lnTo>
                <a:lnTo>
                  <a:pt x="1" y="44"/>
                </a:lnTo>
                <a:lnTo>
                  <a:pt x="3" y="31"/>
                </a:lnTo>
                <a:lnTo>
                  <a:pt x="12" y="32"/>
                </a:lnTo>
                <a:lnTo>
                  <a:pt x="8" y="8"/>
                </a:lnTo>
                <a:lnTo>
                  <a:pt x="32" y="0"/>
                </a:lnTo>
                <a:lnTo>
                  <a:pt x="46" y="5"/>
                </a:lnTo>
                <a:lnTo>
                  <a:pt x="53" y="14"/>
                </a:lnTo>
                <a:lnTo>
                  <a:pt x="80" y="17"/>
                </a:lnTo>
                <a:lnTo>
                  <a:pt x="75" y="77"/>
                </a:lnTo>
                <a:lnTo>
                  <a:pt x="13" y="86"/>
                </a:lnTo>
                <a:lnTo>
                  <a:pt x="15" y="66"/>
                </a:lnTo>
                <a:lnTo>
                  <a:pt x="0" y="5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7" name="Freeform 824">
            <a:extLst>
              <a:ext uri="{FF2B5EF4-FFF2-40B4-BE49-F238E27FC236}">
                <a16:creationId xmlns:a16="http://schemas.microsoft.com/office/drawing/2014/main" id="{7119885A-77FA-FA42-C8E0-48908853A908}"/>
              </a:ext>
            </a:extLst>
          </p:cNvPr>
          <p:cNvSpPr>
            <a:spLocks/>
          </p:cNvSpPr>
          <p:nvPr/>
        </p:nvSpPr>
        <p:spPr bwMode="auto">
          <a:xfrm>
            <a:off x="4595201" y="4846195"/>
            <a:ext cx="68655" cy="72369"/>
          </a:xfrm>
          <a:custGeom>
            <a:avLst/>
            <a:gdLst>
              <a:gd name="T0" fmla="*/ 0 w 60"/>
              <a:gd name="T1" fmla="*/ 31 h 65"/>
              <a:gd name="T2" fmla="*/ 0 w 60"/>
              <a:gd name="T3" fmla="*/ 31 h 65"/>
              <a:gd name="T4" fmla="*/ 2 w 60"/>
              <a:gd name="T5" fmla="*/ 17 h 65"/>
              <a:gd name="T6" fmla="*/ 9 w 60"/>
              <a:gd name="T7" fmla="*/ 10 h 65"/>
              <a:gd name="T8" fmla="*/ 23 w 60"/>
              <a:gd name="T9" fmla="*/ 16 h 65"/>
              <a:gd name="T10" fmla="*/ 53 w 60"/>
              <a:gd name="T11" fmla="*/ 0 h 65"/>
              <a:gd name="T12" fmla="*/ 59 w 60"/>
              <a:gd name="T13" fmla="*/ 18 h 65"/>
              <a:gd name="T14" fmla="*/ 28 w 60"/>
              <a:gd name="T15" fmla="*/ 28 h 65"/>
              <a:gd name="T16" fmla="*/ 44 w 60"/>
              <a:gd name="T17" fmla="*/ 42 h 65"/>
              <a:gd name="T18" fmla="*/ 36 w 60"/>
              <a:gd name="T19" fmla="*/ 51 h 65"/>
              <a:gd name="T20" fmla="*/ 17 w 60"/>
              <a:gd name="T21" fmla="*/ 64 h 65"/>
              <a:gd name="T22" fmla="*/ 2 w 60"/>
              <a:gd name="T23" fmla="*/ 59 h 65"/>
              <a:gd name="T24" fmla="*/ 2 w 60"/>
              <a:gd name="T25" fmla="*/ 59 h 65"/>
              <a:gd name="T26" fmla="*/ 8 w 60"/>
              <a:gd name="T27" fmla="*/ 28 h 65"/>
              <a:gd name="T28" fmla="*/ 0 w 60"/>
              <a:gd name="T29" fmla="*/ 31 h 65"/>
              <a:gd name="T30" fmla="*/ 0 w 60"/>
              <a:gd name="T31" fmla="*/ 31 h 6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60"/>
              <a:gd name="T49" fmla="*/ 0 h 65"/>
              <a:gd name="T50" fmla="*/ 60 w 60"/>
              <a:gd name="T51" fmla="*/ 65 h 6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60" h="65">
                <a:moveTo>
                  <a:pt x="0" y="31"/>
                </a:moveTo>
                <a:lnTo>
                  <a:pt x="0" y="31"/>
                </a:lnTo>
                <a:lnTo>
                  <a:pt x="2" y="17"/>
                </a:lnTo>
                <a:lnTo>
                  <a:pt x="9" y="10"/>
                </a:lnTo>
                <a:lnTo>
                  <a:pt x="23" y="16"/>
                </a:lnTo>
                <a:lnTo>
                  <a:pt x="53" y="0"/>
                </a:lnTo>
                <a:lnTo>
                  <a:pt x="59" y="18"/>
                </a:lnTo>
                <a:lnTo>
                  <a:pt x="28" y="28"/>
                </a:lnTo>
                <a:lnTo>
                  <a:pt x="44" y="42"/>
                </a:lnTo>
                <a:lnTo>
                  <a:pt x="36" y="51"/>
                </a:lnTo>
                <a:lnTo>
                  <a:pt x="17" y="64"/>
                </a:lnTo>
                <a:lnTo>
                  <a:pt x="2" y="59"/>
                </a:lnTo>
                <a:lnTo>
                  <a:pt x="8" y="28"/>
                </a:lnTo>
                <a:lnTo>
                  <a:pt x="0" y="3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8" name="Freeform 825">
            <a:extLst>
              <a:ext uri="{FF2B5EF4-FFF2-40B4-BE49-F238E27FC236}">
                <a16:creationId xmlns:a16="http://schemas.microsoft.com/office/drawing/2014/main" id="{461AE8C8-AD8D-4E74-EBCC-B12ADFA0FBFD}"/>
              </a:ext>
            </a:extLst>
          </p:cNvPr>
          <p:cNvSpPr>
            <a:spLocks/>
          </p:cNvSpPr>
          <p:nvPr/>
        </p:nvSpPr>
        <p:spPr bwMode="auto">
          <a:xfrm>
            <a:off x="4582615" y="5299336"/>
            <a:ext cx="124724" cy="140284"/>
          </a:xfrm>
          <a:custGeom>
            <a:avLst/>
            <a:gdLst>
              <a:gd name="T0" fmla="*/ 0 w 109"/>
              <a:gd name="T1" fmla="*/ 8 h 126"/>
              <a:gd name="T2" fmla="*/ 0 w 109"/>
              <a:gd name="T3" fmla="*/ 8 h 126"/>
              <a:gd name="T4" fmla="*/ 15 w 109"/>
              <a:gd name="T5" fmla="*/ 34 h 126"/>
              <a:gd name="T6" fmla="*/ 0 w 109"/>
              <a:gd name="T7" fmla="*/ 59 h 126"/>
              <a:gd name="T8" fmla="*/ 11 w 109"/>
              <a:gd name="T9" fmla="*/ 66 h 126"/>
              <a:gd name="T10" fmla="*/ 3 w 109"/>
              <a:gd name="T11" fmla="*/ 75 h 126"/>
              <a:gd name="T12" fmla="*/ 74 w 109"/>
              <a:gd name="T13" fmla="*/ 125 h 126"/>
              <a:gd name="T14" fmla="*/ 104 w 109"/>
              <a:gd name="T15" fmla="*/ 85 h 126"/>
              <a:gd name="T16" fmla="*/ 97 w 109"/>
              <a:gd name="T17" fmla="*/ 74 h 126"/>
              <a:gd name="T18" fmla="*/ 97 w 109"/>
              <a:gd name="T19" fmla="*/ 23 h 126"/>
              <a:gd name="T20" fmla="*/ 108 w 109"/>
              <a:gd name="T21" fmla="*/ 9 h 126"/>
              <a:gd name="T22" fmla="*/ 69 w 109"/>
              <a:gd name="T23" fmla="*/ 15 h 126"/>
              <a:gd name="T24" fmla="*/ 25 w 109"/>
              <a:gd name="T25" fmla="*/ 0 h 126"/>
              <a:gd name="T26" fmla="*/ 0 w 109"/>
              <a:gd name="T27" fmla="*/ 8 h 126"/>
              <a:gd name="T28" fmla="*/ 0 w 109"/>
              <a:gd name="T29" fmla="*/ 8 h 12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09"/>
              <a:gd name="T46" fmla="*/ 0 h 126"/>
              <a:gd name="T47" fmla="*/ 109 w 109"/>
              <a:gd name="T48" fmla="*/ 126 h 12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09" h="126">
                <a:moveTo>
                  <a:pt x="0" y="8"/>
                </a:moveTo>
                <a:lnTo>
                  <a:pt x="0" y="8"/>
                </a:lnTo>
                <a:lnTo>
                  <a:pt x="15" y="34"/>
                </a:lnTo>
                <a:lnTo>
                  <a:pt x="0" y="59"/>
                </a:lnTo>
                <a:lnTo>
                  <a:pt x="11" y="66"/>
                </a:lnTo>
                <a:lnTo>
                  <a:pt x="3" y="75"/>
                </a:lnTo>
                <a:lnTo>
                  <a:pt x="74" y="125"/>
                </a:lnTo>
                <a:lnTo>
                  <a:pt x="104" y="85"/>
                </a:lnTo>
                <a:lnTo>
                  <a:pt x="97" y="74"/>
                </a:lnTo>
                <a:lnTo>
                  <a:pt x="97" y="23"/>
                </a:lnTo>
                <a:lnTo>
                  <a:pt x="108" y="9"/>
                </a:lnTo>
                <a:lnTo>
                  <a:pt x="69" y="15"/>
                </a:lnTo>
                <a:lnTo>
                  <a:pt x="25" y="0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9" name="Freeform 826">
            <a:extLst>
              <a:ext uri="{FF2B5EF4-FFF2-40B4-BE49-F238E27FC236}">
                <a16:creationId xmlns:a16="http://schemas.microsoft.com/office/drawing/2014/main" id="{2CD4B987-5C14-E1BC-97BC-C410839E887D}"/>
              </a:ext>
            </a:extLst>
          </p:cNvPr>
          <p:cNvSpPr>
            <a:spLocks/>
          </p:cNvSpPr>
          <p:nvPr/>
        </p:nvSpPr>
        <p:spPr bwMode="auto">
          <a:xfrm>
            <a:off x="4779427" y="4902977"/>
            <a:ext cx="28607" cy="24494"/>
          </a:xfrm>
          <a:custGeom>
            <a:avLst/>
            <a:gdLst>
              <a:gd name="T0" fmla="*/ 0 w 25"/>
              <a:gd name="T1" fmla="*/ 13 h 22"/>
              <a:gd name="T2" fmla="*/ 0 w 25"/>
              <a:gd name="T3" fmla="*/ 13 h 22"/>
              <a:gd name="T4" fmla="*/ 20 w 25"/>
              <a:gd name="T5" fmla="*/ 0 h 22"/>
              <a:gd name="T6" fmla="*/ 24 w 25"/>
              <a:gd name="T7" fmla="*/ 21 h 22"/>
              <a:gd name="T8" fmla="*/ 0 w 25"/>
              <a:gd name="T9" fmla="*/ 13 h 22"/>
              <a:gd name="T10" fmla="*/ 0 w 25"/>
              <a:gd name="T11" fmla="*/ 13 h 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2"/>
              <a:gd name="T20" fmla="*/ 25 w 25"/>
              <a:gd name="T21" fmla="*/ 22 h 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2">
                <a:moveTo>
                  <a:pt x="0" y="13"/>
                </a:moveTo>
                <a:lnTo>
                  <a:pt x="0" y="13"/>
                </a:lnTo>
                <a:lnTo>
                  <a:pt x="20" y="0"/>
                </a:lnTo>
                <a:lnTo>
                  <a:pt x="24" y="21"/>
                </a:lnTo>
                <a:lnTo>
                  <a:pt x="0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0" name="Freeform 827">
            <a:extLst>
              <a:ext uri="{FF2B5EF4-FFF2-40B4-BE49-F238E27FC236}">
                <a16:creationId xmlns:a16="http://schemas.microsoft.com/office/drawing/2014/main" id="{6EAE06A1-7D62-9C60-32A8-1E73F1E6E27F}"/>
              </a:ext>
            </a:extLst>
          </p:cNvPr>
          <p:cNvSpPr>
            <a:spLocks/>
          </p:cNvSpPr>
          <p:nvPr/>
        </p:nvSpPr>
        <p:spPr bwMode="auto">
          <a:xfrm>
            <a:off x="4598634" y="4823927"/>
            <a:ext cx="25174" cy="27834"/>
          </a:xfrm>
          <a:custGeom>
            <a:avLst/>
            <a:gdLst>
              <a:gd name="T0" fmla="*/ 0 w 22"/>
              <a:gd name="T1" fmla="*/ 24 h 25"/>
              <a:gd name="T2" fmla="*/ 0 w 22"/>
              <a:gd name="T3" fmla="*/ 24 h 25"/>
              <a:gd name="T4" fmla="*/ 7 w 22"/>
              <a:gd name="T5" fmla="*/ 23 h 25"/>
              <a:gd name="T6" fmla="*/ 21 w 22"/>
              <a:gd name="T7" fmla="*/ 7 h 25"/>
              <a:gd name="T8" fmla="*/ 14 w 22"/>
              <a:gd name="T9" fmla="*/ 0 h 25"/>
              <a:gd name="T10" fmla="*/ 0 w 22"/>
              <a:gd name="T11" fmla="*/ 24 h 25"/>
              <a:gd name="T12" fmla="*/ 0 w 22"/>
              <a:gd name="T13" fmla="*/ 24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"/>
              <a:gd name="T22" fmla="*/ 0 h 25"/>
              <a:gd name="T23" fmla="*/ 22 w 22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" h="25">
                <a:moveTo>
                  <a:pt x="0" y="24"/>
                </a:moveTo>
                <a:lnTo>
                  <a:pt x="0" y="24"/>
                </a:lnTo>
                <a:lnTo>
                  <a:pt x="7" y="23"/>
                </a:lnTo>
                <a:lnTo>
                  <a:pt x="21" y="7"/>
                </a:lnTo>
                <a:lnTo>
                  <a:pt x="14" y="0"/>
                </a:lnTo>
                <a:lnTo>
                  <a:pt x="0" y="2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1" name="Freeform 828">
            <a:extLst>
              <a:ext uri="{FF2B5EF4-FFF2-40B4-BE49-F238E27FC236}">
                <a16:creationId xmlns:a16="http://schemas.microsoft.com/office/drawing/2014/main" id="{4077C6D6-F2BC-356B-7DF6-C6E42C386D1E}"/>
              </a:ext>
            </a:extLst>
          </p:cNvPr>
          <p:cNvSpPr>
            <a:spLocks/>
          </p:cNvSpPr>
          <p:nvPr/>
        </p:nvSpPr>
        <p:spPr bwMode="auto">
          <a:xfrm>
            <a:off x="3874320" y="5241441"/>
            <a:ext cx="62934" cy="61235"/>
          </a:xfrm>
          <a:custGeom>
            <a:avLst/>
            <a:gdLst>
              <a:gd name="T0" fmla="*/ 0 w 55"/>
              <a:gd name="T1" fmla="*/ 20 h 55"/>
              <a:gd name="T2" fmla="*/ 0 w 55"/>
              <a:gd name="T3" fmla="*/ 20 h 55"/>
              <a:gd name="T4" fmla="*/ 17 w 55"/>
              <a:gd name="T5" fmla="*/ 0 h 55"/>
              <a:gd name="T6" fmla="*/ 25 w 55"/>
              <a:gd name="T7" fmla="*/ 0 h 55"/>
              <a:gd name="T8" fmla="*/ 26 w 55"/>
              <a:gd name="T9" fmla="*/ 14 h 55"/>
              <a:gd name="T10" fmla="*/ 40 w 55"/>
              <a:gd name="T11" fmla="*/ 12 h 55"/>
              <a:gd name="T12" fmla="*/ 39 w 55"/>
              <a:gd name="T13" fmla="*/ 25 h 55"/>
              <a:gd name="T14" fmla="*/ 54 w 55"/>
              <a:gd name="T15" fmla="*/ 34 h 55"/>
              <a:gd name="T16" fmla="*/ 52 w 55"/>
              <a:gd name="T17" fmla="*/ 54 h 55"/>
              <a:gd name="T18" fmla="*/ 0 w 55"/>
              <a:gd name="T19" fmla="*/ 20 h 55"/>
              <a:gd name="T20" fmla="*/ 0 w 55"/>
              <a:gd name="T21" fmla="*/ 20 h 5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5"/>
              <a:gd name="T34" fmla="*/ 0 h 55"/>
              <a:gd name="T35" fmla="*/ 55 w 55"/>
              <a:gd name="T36" fmla="*/ 55 h 5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5" h="55">
                <a:moveTo>
                  <a:pt x="0" y="20"/>
                </a:moveTo>
                <a:lnTo>
                  <a:pt x="0" y="20"/>
                </a:lnTo>
                <a:lnTo>
                  <a:pt x="17" y="0"/>
                </a:lnTo>
                <a:lnTo>
                  <a:pt x="25" y="0"/>
                </a:lnTo>
                <a:lnTo>
                  <a:pt x="26" y="14"/>
                </a:lnTo>
                <a:lnTo>
                  <a:pt x="40" y="12"/>
                </a:lnTo>
                <a:lnTo>
                  <a:pt x="39" y="25"/>
                </a:lnTo>
                <a:lnTo>
                  <a:pt x="54" y="34"/>
                </a:lnTo>
                <a:lnTo>
                  <a:pt x="52" y="54"/>
                </a:lnTo>
                <a:lnTo>
                  <a:pt x="0" y="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2" name="Freeform 829">
            <a:extLst>
              <a:ext uri="{FF2B5EF4-FFF2-40B4-BE49-F238E27FC236}">
                <a16:creationId xmlns:a16="http://schemas.microsoft.com/office/drawing/2014/main" id="{02582FEE-A4E3-01D1-D43A-B8B76E26E329}"/>
              </a:ext>
            </a:extLst>
          </p:cNvPr>
          <p:cNvSpPr>
            <a:spLocks/>
          </p:cNvSpPr>
          <p:nvPr/>
        </p:nvSpPr>
        <p:spPr bwMode="auto">
          <a:xfrm>
            <a:off x="4198145" y="4850649"/>
            <a:ext cx="244871" cy="221560"/>
          </a:xfrm>
          <a:custGeom>
            <a:avLst/>
            <a:gdLst>
              <a:gd name="T0" fmla="*/ 0 w 214"/>
              <a:gd name="T1" fmla="*/ 103 h 199"/>
              <a:gd name="T2" fmla="*/ 0 w 214"/>
              <a:gd name="T3" fmla="*/ 103 h 199"/>
              <a:gd name="T4" fmla="*/ 0 w 214"/>
              <a:gd name="T5" fmla="*/ 42 h 199"/>
              <a:gd name="T6" fmla="*/ 27 w 214"/>
              <a:gd name="T7" fmla="*/ 0 h 199"/>
              <a:gd name="T8" fmla="*/ 78 w 214"/>
              <a:gd name="T9" fmla="*/ 12 h 199"/>
              <a:gd name="T10" fmla="*/ 87 w 214"/>
              <a:gd name="T11" fmla="*/ 27 h 199"/>
              <a:gd name="T12" fmla="*/ 129 w 214"/>
              <a:gd name="T13" fmla="*/ 42 h 199"/>
              <a:gd name="T14" fmla="*/ 143 w 214"/>
              <a:gd name="T15" fmla="*/ 37 h 199"/>
              <a:gd name="T16" fmla="*/ 144 w 214"/>
              <a:gd name="T17" fmla="*/ 15 h 199"/>
              <a:gd name="T18" fmla="*/ 157 w 214"/>
              <a:gd name="T19" fmla="*/ 5 h 199"/>
              <a:gd name="T20" fmla="*/ 213 w 214"/>
              <a:gd name="T21" fmla="*/ 22 h 199"/>
              <a:gd name="T22" fmla="*/ 207 w 214"/>
              <a:gd name="T23" fmla="*/ 46 h 199"/>
              <a:gd name="T24" fmla="*/ 213 w 214"/>
              <a:gd name="T25" fmla="*/ 162 h 199"/>
              <a:gd name="T26" fmla="*/ 213 w 214"/>
              <a:gd name="T27" fmla="*/ 190 h 199"/>
              <a:gd name="T28" fmla="*/ 201 w 214"/>
              <a:gd name="T29" fmla="*/ 190 h 199"/>
              <a:gd name="T30" fmla="*/ 201 w 214"/>
              <a:gd name="T31" fmla="*/ 198 h 199"/>
              <a:gd name="T32" fmla="*/ 91 w 214"/>
              <a:gd name="T33" fmla="*/ 142 h 199"/>
              <a:gd name="T34" fmla="*/ 77 w 214"/>
              <a:gd name="T35" fmla="*/ 147 h 199"/>
              <a:gd name="T36" fmla="*/ 32 w 214"/>
              <a:gd name="T37" fmla="*/ 141 h 199"/>
              <a:gd name="T38" fmla="*/ 0 w 214"/>
              <a:gd name="T39" fmla="*/ 103 h 199"/>
              <a:gd name="T40" fmla="*/ 0 w 214"/>
              <a:gd name="T41" fmla="*/ 103 h 19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14"/>
              <a:gd name="T64" fmla="*/ 0 h 199"/>
              <a:gd name="T65" fmla="*/ 214 w 214"/>
              <a:gd name="T66" fmla="*/ 199 h 19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14" h="199">
                <a:moveTo>
                  <a:pt x="0" y="103"/>
                </a:moveTo>
                <a:lnTo>
                  <a:pt x="0" y="103"/>
                </a:lnTo>
                <a:lnTo>
                  <a:pt x="0" y="42"/>
                </a:lnTo>
                <a:lnTo>
                  <a:pt x="27" y="0"/>
                </a:lnTo>
                <a:lnTo>
                  <a:pt x="78" y="12"/>
                </a:lnTo>
                <a:lnTo>
                  <a:pt x="87" y="27"/>
                </a:lnTo>
                <a:lnTo>
                  <a:pt x="129" y="42"/>
                </a:lnTo>
                <a:lnTo>
                  <a:pt x="143" y="37"/>
                </a:lnTo>
                <a:lnTo>
                  <a:pt x="144" y="15"/>
                </a:lnTo>
                <a:lnTo>
                  <a:pt x="157" y="5"/>
                </a:lnTo>
                <a:lnTo>
                  <a:pt x="213" y="22"/>
                </a:lnTo>
                <a:lnTo>
                  <a:pt x="207" y="46"/>
                </a:lnTo>
                <a:lnTo>
                  <a:pt x="213" y="162"/>
                </a:lnTo>
                <a:lnTo>
                  <a:pt x="213" y="190"/>
                </a:lnTo>
                <a:lnTo>
                  <a:pt x="201" y="190"/>
                </a:lnTo>
                <a:lnTo>
                  <a:pt x="201" y="198"/>
                </a:lnTo>
                <a:lnTo>
                  <a:pt x="91" y="142"/>
                </a:lnTo>
                <a:lnTo>
                  <a:pt x="77" y="147"/>
                </a:lnTo>
                <a:lnTo>
                  <a:pt x="32" y="141"/>
                </a:lnTo>
                <a:lnTo>
                  <a:pt x="0" y="10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3" name="Freeform 830">
            <a:extLst>
              <a:ext uri="{FF2B5EF4-FFF2-40B4-BE49-F238E27FC236}">
                <a16:creationId xmlns:a16="http://schemas.microsoft.com/office/drawing/2014/main" id="{69A91BB2-D650-BABF-8E78-D9A360024D77}"/>
              </a:ext>
            </a:extLst>
          </p:cNvPr>
          <p:cNvSpPr>
            <a:spLocks/>
          </p:cNvSpPr>
          <p:nvPr/>
        </p:nvSpPr>
        <p:spPr bwMode="auto">
          <a:xfrm>
            <a:off x="4724502" y="5553184"/>
            <a:ext cx="110993" cy="211540"/>
          </a:xfrm>
          <a:custGeom>
            <a:avLst/>
            <a:gdLst>
              <a:gd name="T0" fmla="*/ 0 w 97"/>
              <a:gd name="T1" fmla="*/ 135 h 190"/>
              <a:gd name="T2" fmla="*/ 0 w 97"/>
              <a:gd name="T3" fmla="*/ 135 h 190"/>
              <a:gd name="T4" fmla="*/ 9 w 97"/>
              <a:gd name="T5" fmla="*/ 173 h 190"/>
              <a:gd name="T6" fmla="*/ 27 w 97"/>
              <a:gd name="T7" fmla="*/ 189 h 190"/>
              <a:gd name="T8" fmla="*/ 57 w 97"/>
              <a:gd name="T9" fmla="*/ 173 h 190"/>
              <a:gd name="T10" fmla="*/ 90 w 97"/>
              <a:gd name="T11" fmla="*/ 43 h 190"/>
              <a:gd name="T12" fmla="*/ 96 w 97"/>
              <a:gd name="T13" fmla="*/ 48 h 190"/>
              <a:gd name="T14" fmla="*/ 82 w 97"/>
              <a:gd name="T15" fmla="*/ 0 h 190"/>
              <a:gd name="T16" fmla="*/ 64 w 97"/>
              <a:gd name="T17" fmla="*/ 20 h 190"/>
              <a:gd name="T18" fmla="*/ 65 w 97"/>
              <a:gd name="T19" fmla="*/ 34 h 190"/>
              <a:gd name="T20" fmla="*/ 44 w 97"/>
              <a:gd name="T21" fmla="*/ 49 h 190"/>
              <a:gd name="T22" fmla="*/ 17 w 97"/>
              <a:gd name="T23" fmla="*/ 56 h 190"/>
              <a:gd name="T24" fmla="*/ 10 w 97"/>
              <a:gd name="T25" fmla="*/ 73 h 190"/>
              <a:gd name="T26" fmla="*/ 17 w 97"/>
              <a:gd name="T27" fmla="*/ 106 h 190"/>
              <a:gd name="T28" fmla="*/ 0 w 97"/>
              <a:gd name="T29" fmla="*/ 135 h 190"/>
              <a:gd name="T30" fmla="*/ 0 w 97"/>
              <a:gd name="T31" fmla="*/ 135 h 19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7"/>
              <a:gd name="T49" fmla="*/ 0 h 190"/>
              <a:gd name="T50" fmla="*/ 97 w 97"/>
              <a:gd name="T51" fmla="*/ 190 h 19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7" h="190">
                <a:moveTo>
                  <a:pt x="0" y="135"/>
                </a:moveTo>
                <a:lnTo>
                  <a:pt x="0" y="135"/>
                </a:lnTo>
                <a:lnTo>
                  <a:pt x="9" y="173"/>
                </a:lnTo>
                <a:lnTo>
                  <a:pt x="27" y="189"/>
                </a:lnTo>
                <a:lnTo>
                  <a:pt x="57" y="173"/>
                </a:lnTo>
                <a:lnTo>
                  <a:pt x="90" y="43"/>
                </a:lnTo>
                <a:lnTo>
                  <a:pt x="96" y="48"/>
                </a:lnTo>
                <a:lnTo>
                  <a:pt x="82" y="0"/>
                </a:lnTo>
                <a:lnTo>
                  <a:pt x="64" y="20"/>
                </a:lnTo>
                <a:lnTo>
                  <a:pt x="65" y="34"/>
                </a:lnTo>
                <a:lnTo>
                  <a:pt x="44" y="49"/>
                </a:lnTo>
                <a:lnTo>
                  <a:pt x="17" y="56"/>
                </a:lnTo>
                <a:lnTo>
                  <a:pt x="10" y="73"/>
                </a:lnTo>
                <a:lnTo>
                  <a:pt x="17" y="106"/>
                </a:lnTo>
                <a:lnTo>
                  <a:pt x="0" y="135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4" name="Freeform 831">
            <a:extLst>
              <a:ext uri="{FF2B5EF4-FFF2-40B4-BE49-F238E27FC236}">
                <a16:creationId xmlns:a16="http://schemas.microsoft.com/office/drawing/2014/main" id="{6EC060BF-27A1-E46C-D6D2-168DC427A00B}"/>
              </a:ext>
            </a:extLst>
          </p:cNvPr>
          <p:cNvSpPr>
            <a:spLocks/>
          </p:cNvSpPr>
          <p:nvPr/>
        </p:nvSpPr>
        <p:spPr bwMode="auto">
          <a:xfrm>
            <a:off x="4563162" y="5510876"/>
            <a:ext cx="51492" cy="119130"/>
          </a:xfrm>
          <a:custGeom>
            <a:avLst/>
            <a:gdLst>
              <a:gd name="T0" fmla="*/ 0 w 45"/>
              <a:gd name="T1" fmla="*/ 58 h 107"/>
              <a:gd name="T2" fmla="*/ 0 w 45"/>
              <a:gd name="T3" fmla="*/ 58 h 107"/>
              <a:gd name="T4" fmla="*/ 6 w 45"/>
              <a:gd name="T5" fmla="*/ 64 h 107"/>
              <a:gd name="T6" fmla="*/ 23 w 45"/>
              <a:gd name="T7" fmla="*/ 70 h 107"/>
              <a:gd name="T8" fmla="*/ 21 w 45"/>
              <a:gd name="T9" fmla="*/ 90 h 107"/>
              <a:gd name="T10" fmla="*/ 36 w 45"/>
              <a:gd name="T11" fmla="*/ 106 h 107"/>
              <a:gd name="T12" fmla="*/ 44 w 45"/>
              <a:gd name="T13" fmla="*/ 76 h 107"/>
              <a:gd name="T14" fmla="*/ 30 w 45"/>
              <a:gd name="T15" fmla="*/ 56 h 107"/>
              <a:gd name="T16" fmla="*/ 34 w 45"/>
              <a:gd name="T17" fmla="*/ 67 h 107"/>
              <a:gd name="T18" fmla="*/ 26 w 45"/>
              <a:gd name="T19" fmla="*/ 67 h 107"/>
              <a:gd name="T20" fmla="*/ 17 w 45"/>
              <a:gd name="T21" fmla="*/ 39 h 107"/>
              <a:gd name="T22" fmla="*/ 16 w 45"/>
              <a:gd name="T23" fmla="*/ 3 h 107"/>
              <a:gd name="T24" fmla="*/ 3 w 45"/>
              <a:gd name="T25" fmla="*/ 0 h 107"/>
              <a:gd name="T26" fmla="*/ 14 w 45"/>
              <a:gd name="T27" fmla="*/ 17 h 107"/>
              <a:gd name="T28" fmla="*/ 0 w 45"/>
              <a:gd name="T29" fmla="*/ 58 h 107"/>
              <a:gd name="T30" fmla="*/ 0 w 45"/>
              <a:gd name="T31" fmla="*/ 58 h 10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5"/>
              <a:gd name="T49" fmla="*/ 0 h 107"/>
              <a:gd name="T50" fmla="*/ 45 w 45"/>
              <a:gd name="T51" fmla="*/ 107 h 10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5" h="107">
                <a:moveTo>
                  <a:pt x="0" y="58"/>
                </a:moveTo>
                <a:lnTo>
                  <a:pt x="0" y="58"/>
                </a:lnTo>
                <a:lnTo>
                  <a:pt x="6" y="64"/>
                </a:lnTo>
                <a:lnTo>
                  <a:pt x="23" y="70"/>
                </a:lnTo>
                <a:lnTo>
                  <a:pt x="21" y="90"/>
                </a:lnTo>
                <a:lnTo>
                  <a:pt x="36" y="106"/>
                </a:lnTo>
                <a:lnTo>
                  <a:pt x="44" y="76"/>
                </a:lnTo>
                <a:lnTo>
                  <a:pt x="30" y="56"/>
                </a:lnTo>
                <a:lnTo>
                  <a:pt x="34" y="67"/>
                </a:lnTo>
                <a:lnTo>
                  <a:pt x="26" y="67"/>
                </a:lnTo>
                <a:lnTo>
                  <a:pt x="17" y="39"/>
                </a:lnTo>
                <a:lnTo>
                  <a:pt x="16" y="3"/>
                </a:lnTo>
                <a:lnTo>
                  <a:pt x="3" y="0"/>
                </a:lnTo>
                <a:lnTo>
                  <a:pt x="14" y="17"/>
                </a:lnTo>
                <a:lnTo>
                  <a:pt x="0" y="5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5" name="Freeform 832">
            <a:extLst>
              <a:ext uri="{FF2B5EF4-FFF2-40B4-BE49-F238E27FC236}">
                <a16:creationId xmlns:a16="http://schemas.microsoft.com/office/drawing/2014/main" id="{BC893739-E688-3732-84FF-E0336FC0C40C}"/>
              </a:ext>
            </a:extLst>
          </p:cNvPr>
          <p:cNvSpPr>
            <a:spLocks/>
          </p:cNvSpPr>
          <p:nvPr/>
        </p:nvSpPr>
        <p:spPr bwMode="auto">
          <a:xfrm>
            <a:off x="3864022" y="4984252"/>
            <a:ext cx="252881" cy="231581"/>
          </a:xfrm>
          <a:custGeom>
            <a:avLst/>
            <a:gdLst>
              <a:gd name="T0" fmla="*/ 0 w 221"/>
              <a:gd name="T1" fmla="*/ 143 h 208"/>
              <a:gd name="T2" fmla="*/ 0 w 221"/>
              <a:gd name="T3" fmla="*/ 143 h 208"/>
              <a:gd name="T4" fmla="*/ 9 w 221"/>
              <a:gd name="T5" fmla="*/ 129 h 208"/>
              <a:gd name="T6" fmla="*/ 20 w 221"/>
              <a:gd name="T7" fmla="*/ 138 h 208"/>
              <a:gd name="T8" fmla="*/ 89 w 221"/>
              <a:gd name="T9" fmla="*/ 134 h 208"/>
              <a:gd name="T10" fmla="*/ 75 w 221"/>
              <a:gd name="T11" fmla="*/ 0 h 208"/>
              <a:gd name="T12" fmla="*/ 99 w 221"/>
              <a:gd name="T13" fmla="*/ 0 h 208"/>
              <a:gd name="T14" fmla="*/ 208 w 221"/>
              <a:gd name="T15" fmla="*/ 72 h 208"/>
              <a:gd name="T16" fmla="*/ 209 w 221"/>
              <a:gd name="T17" fmla="*/ 85 h 208"/>
              <a:gd name="T18" fmla="*/ 220 w 221"/>
              <a:gd name="T19" fmla="*/ 83 h 208"/>
              <a:gd name="T20" fmla="*/ 220 w 221"/>
              <a:gd name="T21" fmla="*/ 126 h 208"/>
              <a:gd name="T22" fmla="*/ 211 w 221"/>
              <a:gd name="T23" fmla="*/ 135 h 208"/>
              <a:gd name="T24" fmla="*/ 167 w 221"/>
              <a:gd name="T25" fmla="*/ 141 h 208"/>
              <a:gd name="T26" fmla="*/ 111 w 221"/>
              <a:gd name="T27" fmla="*/ 165 h 208"/>
              <a:gd name="T28" fmla="*/ 94 w 221"/>
              <a:gd name="T29" fmla="*/ 204 h 208"/>
              <a:gd name="T30" fmla="*/ 80 w 221"/>
              <a:gd name="T31" fmla="*/ 199 h 208"/>
              <a:gd name="T32" fmla="*/ 56 w 221"/>
              <a:gd name="T33" fmla="*/ 207 h 208"/>
              <a:gd name="T34" fmla="*/ 42 w 221"/>
              <a:gd name="T35" fmla="*/ 174 h 208"/>
              <a:gd name="T36" fmla="*/ 19 w 221"/>
              <a:gd name="T37" fmla="*/ 182 h 208"/>
              <a:gd name="T38" fmla="*/ 10 w 221"/>
              <a:gd name="T39" fmla="*/ 175 h 208"/>
              <a:gd name="T40" fmla="*/ 0 w 221"/>
              <a:gd name="T41" fmla="*/ 143 h 208"/>
              <a:gd name="T42" fmla="*/ 0 w 221"/>
              <a:gd name="T43" fmla="*/ 143 h 20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221"/>
              <a:gd name="T67" fmla="*/ 0 h 208"/>
              <a:gd name="T68" fmla="*/ 221 w 221"/>
              <a:gd name="T69" fmla="*/ 208 h 20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221" h="208">
                <a:moveTo>
                  <a:pt x="0" y="143"/>
                </a:moveTo>
                <a:lnTo>
                  <a:pt x="0" y="143"/>
                </a:lnTo>
                <a:lnTo>
                  <a:pt x="9" y="129"/>
                </a:lnTo>
                <a:lnTo>
                  <a:pt x="20" y="138"/>
                </a:lnTo>
                <a:lnTo>
                  <a:pt x="89" y="134"/>
                </a:lnTo>
                <a:lnTo>
                  <a:pt x="75" y="0"/>
                </a:lnTo>
                <a:lnTo>
                  <a:pt x="99" y="0"/>
                </a:lnTo>
                <a:lnTo>
                  <a:pt x="208" y="72"/>
                </a:lnTo>
                <a:lnTo>
                  <a:pt x="209" y="85"/>
                </a:lnTo>
                <a:lnTo>
                  <a:pt x="220" y="83"/>
                </a:lnTo>
                <a:lnTo>
                  <a:pt x="220" y="126"/>
                </a:lnTo>
                <a:lnTo>
                  <a:pt x="211" y="135"/>
                </a:lnTo>
                <a:lnTo>
                  <a:pt x="167" y="141"/>
                </a:lnTo>
                <a:lnTo>
                  <a:pt x="111" y="165"/>
                </a:lnTo>
                <a:lnTo>
                  <a:pt x="94" y="204"/>
                </a:lnTo>
                <a:lnTo>
                  <a:pt x="80" y="199"/>
                </a:lnTo>
                <a:lnTo>
                  <a:pt x="56" y="207"/>
                </a:lnTo>
                <a:lnTo>
                  <a:pt x="42" y="174"/>
                </a:lnTo>
                <a:lnTo>
                  <a:pt x="19" y="182"/>
                </a:lnTo>
                <a:lnTo>
                  <a:pt x="10" y="175"/>
                </a:lnTo>
                <a:lnTo>
                  <a:pt x="0" y="143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6" name="Freeform 833">
            <a:extLst>
              <a:ext uri="{FF2B5EF4-FFF2-40B4-BE49-F238E27FC236}">
                <a16:creationId xmlns:a16="http://schemas.microsoft.com/office/drawing/2014/main" id="{BFD97853-1CD8-B0B1-EAB5-0697F6472B27}"/>
              </a:ext>
            </a:extLst>
          </p:cNvPr>
          <p:cNvSpPr>
            <a:spLocks/>
          </p:cNvSpPr>
          <p:nvPr/>
        </p:nvSpPr>
        <p:spPr bwMode="auto">
          <a:xfrm>
            <a:off x="3787357" y="4947511"/>
            <a:ext cx="191090" cy="197066"/>
          </a:xfrm>
          <a:custGeom>
            <a:avLst/>
            <a:gdLst>
              <a:gd name="T0" fmla="*/ 0 w 167"/>
              <a:gd name="T1" fmla="*/ 89 h 177"/>
              <a:gd name="T2" fmla="*/ 0 w 167"/>
              <a:gd name="T3" fmla="*/ 89 h 177"/>
              <a:gd name="T4" fmla="*/ 10 w 167"/>
              <a:gd name="T5" fmla="*/ 99 h 177"/>
              <a:gd name="T6" fmla="*/ 13 w 167"/>
              <a:gd name="T7" fmla="*/ 125 h 177"/>
              <a:gd name="T8" fmla="*/ 5 w 167"/>
              <a:gd name="T9" fmla="*/ 158 h 177"/>
              <a:gd name="T10" fmla="*/ 36 w 167"/>
              <a:gd name="T11" fmla="*/ 151 h 177"/>
              <a:gd name="T12" fmla="*/ 67 w 167"/>
              <a:gd name="T13" fmla="*/ 176 h 177"/>
              <a:gd name="T14" fmla="*/ 76 w 167"/>
              <a:gd name="T15" fmla="*/ 162 h 177"/>
              <a:gd name="T16" fmla="*/ 87 w 167"/>
              <a:gd name="T17" fmla="*/ 171 h 177"/>
              <a:gd name="T18" fmla="*/ 156 w 167"/>
              <a:gd name="T19" fmla="*/ 167 h 177"/>
              <a:gd name="T20" fmla="*/ 142 w 167"/>
              <a:gd name="T21" fmla="*/ 33 h 177"/>
              <a:gd name="T22" fmla="*/ 166 w 167"/>
              <a:gd name="T23" fmla="*/ 33 h 177"/>
              <a:gd name="T24" fmla="*/ 115 w 167"/>
              <a:gd name="T25" fmla="*/ 0 h 177"/>
              <a:gd name="T26" fmla="*/ 114 w 167"/>
              <a:gd name="T27" fmla="*/ 18 h 177"/>
              <a:gd name="T28" fmla="*/ 70 w 167"/>
              <a:gd name="T29" fmla="*/ 17 h 177"/>
              <a:gd name="T30" fmla="*/ 70 w 167"/>
              <a:gd name="T31" fmla="*/ 54 h 177"/>
              <a:gd name="T32" fmla="*/ 54 w 167"/>
              <a:gd name="T33" fmla="*/ 60 h 177"/>
              <a:gd name="T34" fmla="*/ 55 w 167"/>
              <a:gd name="T35" fmla="*/ 83 h 177"/>
              <a:gd name="T36" fmla="*/ 0 w 167"/>
              <a:gd name="T37" fmla="*/ 89 h 177"/>
              <a:gd name="T38" fmla="*/ 0 w 167"/>
              <a:gd name="T39" fmla="*/ 89 h 177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67"/>
              <a:gd name="T61" fmla="*/ 0 h 177"/>
              <a:gd name="T62" fmla="*/ 167 w 167"/>
              <a:gd name="T63" fmla="*/ 177 h 177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67" h="177">
                <a:moveTo>
                  <a:pt x="0" y="89"/>
                </a:moveTo>
                <a:lnTo>
                  <a:pt x="0" y="89"/>
                </a:lnTo>
                <a:lnTo>
                  <a:pt x="10" y="99"/>
                </a:lnTo>
                <a:lnTo>
                  <a:pt x="13" y="125"/>
                </a:lnTo>
                <a:lnTo>
                  <a:pt x="5" y="158"/>
                </a:lnTo>
                <a:lnTo>
                  <a:pt x="36" y="151"/>
                </a:lnTo>
                <a:lnTo>
                  <a:pt x="67" y="176"/>
                </a:lnTo>
                <a:lnTo>
                  <a:pt x="76" y="162"/>
                </a:lnTo>
                <a:lnTo>
                  <a:pt x="87" y="171"/>
                </a:lnTo>
                <a:lnTo>
                  <a:pt x="156" y="167"/>
                </a:lnTo>
                <a:lnTo>
                  <a:pt x="142" y="33"/>
                </a:lnTo>
                <a:lnTo>
                  <a:pt x="166" y="33"/>
                </a:lnTo>
                <a:lnTo>
                  <a:pt x="115" y="0"/>
                </a:lnTo>
                <a:lnTo>
                  <a:pt x="114" y="18"/>
                </a:lnTo>
                <a:lnTo>
                  <a:pt x="70" y="17"/>
                </a:lnTo>
                <a:lnTo>
                  <a:pt x="70" y="54"/>
                </a:lnTo>
                <a:lnTo>
                  <a:pt x="54" y="60"/>
                </a:lnTo>
                <a:lnTo>
                  <a:pt x="55" y="83"/>
                </a:lnTo>
                <a:lnTo>
                  <a:pt x="0" y="8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7" name="Freeform 834">
            <a:extLst>
              <a:ext uri="{FF2B5EF4-FFF2-40B4-BE49-F238E27FC236}">
                <a16:creationId xmlns:a16="http://schemas.microsoft.com/office/drawing/2014/main" id="{5AB65BD6-E822-AE8B-DA7A-7B9BB5DB8B08}"/>
              </a:ext>
            </a:extLst>
          </p:cNvPr>
          <p:cNvSpPr>
            <a:spLocks/>
          </p:cNvSpPr>
          <p:nvPr/>
        </p:nvSpPr>
        <p:spPr bwMode="auto">
          <a:xfrm>
            <a:off x="3849147" y="4807227"/>
            <a:ext cx="184226" cy="135831"/>
          </a:xfrm>
          <a:custGeom>
            <a:avLst/>
            <a:gdLst>
              <a:gd name="T0" fmla="*/ 0 w 161"/>
              <a:gd name="T1" fmla="*/ 119 h 122"/>
              <a:gd name="T2" fmla="*/ 0 w 161"/>
              <a:gd name="T3" fmla="*/ 119 h 122"/>
              <a:gd name="T4" fmla="*/ 40 w 161"/>
              <a:gd name="T5" fmla="*/ 96 h 122"/>
              <a:gd name="T6" fmla="*/ 54 w 161"/>
              <a:gd name="T7" fmla="*/ 48 h 122"/>
              <a:gd name="T8" fmla="*/ 88 w 161"/>
              <a:gd name="T9" fmla="*/ 24 h 122"/>
              <a:gd name="T10" fmla="*/ 99 w 161"/>
              <a:gd name="T11" fmla="*/ 0 h 122"/>
              <a:gd name="T12" fmla="*/ 148 w 161"/>
              <a:gd name="T13" fmla="*/ 8 h 122"/>
              <a:gd name="T14" fmla="*/ 160 w 161"/>
              <a:gd name="T15" fmla="*/ 53 h 122"/>
              <a:gd name="T16" fmla="*/ 139 w 161"/>
              <a:gd name="T17" fmla="*/ 54 h 122"/>
              <a:gd name="T18" fmla="*/ 127 w 161"/>
              <a:gd name="T19" fmla="*/ 59 h 122"/>
              <a:gd name="T20" fmla="*/ 129 w 161"/>
              <a:gd name="T21" fmla="*/ 71 h 122"/>
              <a:gd name="T22" fmla="*/ 67 w 161"/>
              <a:gd name="T23" fmla="*/ 98 h 122"/>
              <a:gd name="T24" fmla="*/ 60 w 161"/>
              <a:gd name="T25" fmla="*/ 121 h 122"/>
              <a:gd name="T26" fmla="*/ 0 w 161"/>
              <a:gd name="T27" fmla="*/ 119 h 122"/>
              <a:gd name="T28" fmla="*/ 0 w 161"/>
              <a:gd name="T29" fmla="*/ 119 h 12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61"/>
              <a:gd name="T46" fmla="*/ 0 h 122"/>
              <a:gd name="T47" fmla="*/ 161 w 161"/>
              <a:gd name="T48" fmla="*/ 122 h 12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61" h="122">
                <a:moveTo>
                  <a:pt x="0" y="119"/>
                </a:moveTo>
                <a:lnTo>
                  <a:pt x="0" y="119"/>
                </a:lnTo>
                <a:lnTo>
                  <a:pt x="40" y="96"/>
                </a:lnTo>
                <a:lnTo>
                  <a:pt x="54" y="48"/>
                </a:lnTo>
                <a:lnTo>
                  <a:pt x="88" y="24"/>
                </a:lnTo>
                <a:lnTo>
                  <a:pt x="99" y="0"/>
                </a:lnTo>
                <a:lnTo>
                  <a:pt x="148" y="8"/>
                </a:lnTo>
                <a:lnTo>
                  <a:pt x="160" y="53"/>
                </a:lnTo>
                <a:lnTo>
                  <a:pt x="139" y="54"/>
                </a:lnTo>
                <a:lnTo>
                  <a:pt x="127" y="59"/>
                </a:lnTo>
                <a:lnTo>
                  <a:pt x="129" y="71"/>
                </a:lnTo>
                <a:lnTo>
                  <a:pt x="67" y="98"/>
                </a:lnTo>
                <a:lnTo>
                  <a:pt x="60" y="121"/>
                </a:lnTo>
                <a:lnTo>
                  <a:pt x="0" y="1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8" name="Freeform 835">
            <a:extLst>
              <a:ext uri="{FF2B5EF4-FFF2-40B4-BE49-F238E27FC236}">
                <a16:creationId xmlns:a16="http://schemas.microsoft.com/office/drawing/2014/main" id="{CB636195-3801-136E-1654-A5F3107859A0}"/>
              </a:ext>
            </a:extLst>
          </p:cNvPr>
          <p:cNvSpPr>
            <a:spLocks/>
          </p:cNvSpPr>
          <p:nvPr/>
        </p:nvSpPr>
        <p:spPr bwMode="auto">
          <a:xfrm>
            <a:off x="4519680" y="5527576"/>
            <a:ext cx="165917" cy="253848"/>
          </a:xfrm>
          <a:custGeom>
            <a:avLst/>
            <a:gdLst>
              <a:gd name="T0" fmla="*/ 0 w 145"/>
              <a:gd name="T1" fmla="*/ 63 h 228"/>
              <a:gd name="T2" fmla="*/ 0 w 145"/>
              <a:gd name="T3" fmla="*/ 63 h 228"/>
              <a:gd name="T4" fmla="*/ 4 w 145"/>
              <a:gd name="T5" fmla="*/ 70 h 228"/>
              <a:gd name="T6" fmla="*/ 38 w 145"/>
              <a:gd name="T7" fmla="*/ 81 h 228"/>
              <a:gd name="T8" fmla="*/ 41 w 145"/>
              <a:gd name="T9" fmla="*/ 95 h 228"/>
              <a:gd name="T10" fmla="*/ 39 w 145"/>
              <a:gd name="T11" fmla="*/ 131 h 228"/>
              <a:gd name="T12" fmla="*/ 21 w 145"/>
              <a:gd name="T13" fmla="*/ 168 h 228"/>
              <a:gd name="T14" fmla="*/ 26 w 145"/>
              <a:gd name="T15" fmla="*/ 213 h 228"/>
              <a:gd name="T16" fmla="*/ 28 w 145"/>
              <a:gd name="T17" fmla="*/ 227 h 228"/>
              <a:gd name="T18" fmla="*/ 39 w 145"/>
              <a:gd name="T19" fmla="*/ 227 h 228"/>
              <a:gd name="T20" fmla="*/ 39 w 145"/>
              <a:gd name="T21" fmla="*/ 212 h 228"/>
              <a:gd name="T22" fmla="*/ 74 w 145"/>
              <a:gd name="T23" fmla="*/ 191 h 228"/>
              <a:gd name="T24" fmla="*/ 64 w 145"/>
              <a:gd name="T25" fmla="*/ 131 h 228"/>
              <a:gd name="T26" fmla="*/ 143 w 145"/>
              <a:gd name="T27" fmla="*/ 70 h 228"/>
              <a:gd name="T28" fmla="*/ 144 w 145"/>
              <a:gd name="T29" fmla="*/ 0 h 228"/>
              <a:gd name="T30" fmla="*/ 124 w 145"/>
              <a:gd name="T31" fmla="*/ 12 h 228"/>
              <a:gd name="T32" fmla="*/ 69 w 145"/>
              <a:gd name="T33" fmla="*/ 15 h 228"/>
              <a:gd name="T34" fmla="*/ 68 w 145"/>
              <a:gd name="T35" fmla="*/ 41 h 228"/>
              <a:gd name="T36" fmla="*/ 82 w 145"/>
              <a:gd name="T37" fmla="*/ 61 h 228"/>
              <a:gd name="T38" fmla="*/ 74 w 145"/>
              <a:gd name="T39" fmla="*/ 91 h 228"/>
              <a:gd name="T40" fmla="*/ 59 w 145"/>
              <a:gd name="T41" fmla="*/ 75 h 228"/>
              <a:gd name="T42" fmla="*/ 61 w 145"/>
              <a:gd name="T43" fmla="*/ 55 h 228"/>
              <a:gd name="T44" fmla="*/ 44 w 145"/>
              <a:gd name="T45" fmla="*/ 49 h 228"/>
              <a:gd name="T46" fmla="*/ 0 w 145"/>
              <a:gd name="T47" fmla="*/ 63 h 228"/>
              <a:gd name="T48" fmla="*/ 0 w 145"/>
              <a:gd name="T49" fmla="*/ 63 h 2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45"/>
              <a:gd name="T76" fmla="*/ 0 h 228"/>
              <a:gd name="T77" fmla="*/ 145 w 145"/>
              <a:gd name="T78" fmla="*/ 228 h 2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45" h="228">
                <a:moveTo>
                  <a:pt x="0" y="63"/>
                </a:moveTo>
                <a:lnTo>
                  <a:pt x="0" y="63"/>
                </a:lnTo>
                <a:lnTo>
                  <a:pt x="4" y="70"/>
                </a:lnTo>
                <a:lnTo>
                  <a:pt x="38" y="81"/>
                </a:lnTo>
                <a:lnTo>
                  <a:pt x="41" y="95"/>
                </a:lnTo>
                <a:lnTo>
                  <a:pt x="39" y="131"/>
                </a:lnTo>
                <a:lnTo>
                  <a:pt x="21" y="168"/>
                </a:lnTo>
                <a:lnTo>
                  <a:pt x="26" y="213"/>
                </a:lnTo>
                <a:lnTo>
                  <a:pt x="28" y="227"/>
                </a:lnTo>
                <a:lnTo>
                  <a:pt x="39" y="227"/>
                </a:lnTo>
                <a:lnTo>
                  <a:pt x="39" y="212"/>
                </a:lnTo>
                <a:lnTo>
                  <a:pt x="74" y="191"/>
                </a:lnTo>
                <a:lnTo>
                  <a:pt x="64" y="131"/>
                </a:lnTo>
                <a:lnTo>
                  <a:pt x="143" y="70"/>
                </a:lnTo>
                <a:lnTo>
                  <a:pt x="144" y="0"/>
                </a:lnTo>
                <a:lnTo>
                  <a:pt x="124" y="12"/>
                </a:lnTo>
                <a:lnTo>
                  <a:pt x="69" y="15"/>
                </a:lnTo>
                <a:lnTo>
                  <a:pt x="68" y="41"/>
                </a:lnTo>
                <a:lnTo>
                  <a:pt x="82" y="61"/>
                </a:lnTo>
                <a:lnTo>
                  <a:pt x="74" y="91"/>
                </a:lnTo>
                <a:lnTo>
                  <a:pt x="59" y="75"/>
                </a:lnTo>
                <a:lnTo>
                  <a:pt x="61" y="55"/>
                </a:lnTo>
                <a:lnTo>
                  <a:pt x="44" y="49"/>
                </a:lnTo>
                <a:lnTo>
                  <a:pt x="0" y="6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9" name="Freeform 836">
            <a:extLst>
              <a:ext uri="{FF2B5EF4-FFF2-40B4-BE49-F238E27FC236}">
                <a16:creationId xmlns:a16="http://schemas.microsoft.com/office/drawing/2014/main" id="{B20D3879-0966-4944-0D6E-660F0168AAA6}"/>
              </a:ext>
            </a:extLst>
          </p:cNvPr>
          <p:cNvSpPr>
            <a:spLocks/>
          </p:cNvSpPr>
          <p:nvPr/>
        </p:nvSpPr>
        <p:spPr bwMode="auto">
          <a:xfrm>
            <a:off x="4055113" y="5007634"/>
            <a:ext cx="248303" cy="184819"/>
          </a:xfrm>
          <a:custGeom>
            <a:avLst/>
            <a:gdLst>
              <a:gd name="T0" fmla="*/ 0 w 217"/>
              <a:gd name="T1" fmla="*/ 120 h 166"/>
              <a:gd name="T2" fmla="*/ 0 w 217"/>
              <a:gd name="T3" fmla="*/ 120 h 166"/>
              <a:gd name="T4" fmla="*/ 3 w 217"/>
              <a:gd name="T5" fmla="*/ 133 h 166"/>
              <a:gd name="T6" fmla="*/ 29 w 217"/>
              <a:gd name="T7" fmla="*/ 162 h 166"/>
              <a:gd name="T8" fmla="*/ 36 w 217"/>
              <a:gd name="T9" fmla="*/ 155 h 166"/>
              <a:gd name="T10" fmla="*/ 47 w 217"/>
              <a:gd name="T11" fmla="*/ 165 h 166"/>
              <a:gd name="T12" fmla="*/ 63 w 217"/>
              <a:gd name="T13" fmla="*/ 136 h 166"/>
              <a:gd name="T14" fmla="*/ 125 w 217"/>
              <a:gd name="T15" fmla="*/ 151 h 166"/>
              <a:gd name="T16" fmla="*/ 178 w 217"/>
              <a:gd name="T17" fmla="*/ 136 h 166"/>
              <a:gd name="T18" fmla="*/ 180 w 217"/>
              <a:gd name="T19" fmla="*/ 129 h 166"/>
              <a:gd name="T20" fmla="*/ 208 w 217"/>
              <a:gd name="T21" fmla="*/ 93 h 166"/>
              <a:gd name="T22" fmla="*/ 216 w 217"/>
              <a:gd name="T23" fmla="*/ 44 h 166"/>
              <a:gd name="T24" fmla="*/ 202 w 217"/>
              <a:gd name="T25" fmla="*/ 28 h 166"/>
              <a:gd name="T26" fmla="*/ 202 w 217"/>
              <a:gd name="T27" fmla="*/ 6 h 166"/>
              <a:gd name="T28" fmla="*/ 157 w 217"/>
              <a:gd name="T29" fmla="*/ 0 h 166"/>
              <a:gd name="T30" fmla="*/ 74 w 217"/>
              <a:gd name="T31" fmla="*/ 57 h 166"/>
              <a:gd name="T32" fmla="*/ 53 w 217"/>
              <a:gd name="T33" fmla="*/ 62 h 166"/>
              <a:gd name="T34" fmla="*/ 53 w 217"/>
              <a:gd name="T35" fmla="*/ 105 h 166"/>
              <a:gd name="T36" fmla="*/ 44 w 217"/>
              <a:gd name="T37" fmla="*/ 114 h 166"/>
              <a:gd name="T38" fmla="*/ 0 w 217"/>
              <a:gd name="T39" fmla="*/ 120 h 166"/>
              <a:gd name="T40" fmla="*/ 0 w 217"/>
              <a:gd name="T41" fmla="*/ 120 h 16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17"/>
              <a:gd name="T64" fmla="*/ 0 h 166"/>
              <a:gd name="T65" fmla="*/ 217 w 217"/>
              <a:gd name="T66" fmla="*/ 166 h 16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17" h="166">
                <a:moveTo>
                  <a:pt x="0" y="120"/>
                </a:moveTo>
                <a:lnTo>
                  <a:pt x="0" y="120"/>
                </a:lnTo>
                <a:lnTo>
                  <a:pt x="3" y="133"/>
                </a:lnTo>
                <a:lnTo>
                  <a:pt x="29" y="162"/>
                </a:lnTo>
                <a:lnTo>
                  <a:pt x="36" y="155"/>
                </a:lnTo>
                <a:lnTo>
                  <a:pt x="47" y="165"/>
                </a:lnTo>
                <a:lnTo>
                  <a:pt x="63" y="136"/>
                </a:lnTo>
                <a:lnTo>
                  <a:pt x="125" y="151"/>
                </a:lnTo>
                <a:lnTo>
                  <a:pt x="178" y="136"/>
                </a:lnTo>
                <a:lnTo>
                  <a:pt x="180" y="129"/>
                </a:lnTo>
                <a:lnTo>
                  <a:pt x="208" y="93"/>
                </a:lnTo>
                <a:lnTo>
                  <a:pt x="216" y="44"/>
                </a:lnTo>
                <a:lnTo>
                  <a:pt x="202" y="28"/>
                </a:lnTo>
                <a:lnTo>
                  <a:pt x="202" y="6"/>
                </a:lnTo>
                <a:lnTo>
                  <a:pt x="157" y="0"/>
                </a:lnTo>
                <a:lnTo>
                  <a:pt x="74" y="57"/>
                </a:lnTo>
                <a:lnTo>
                  <a:pt x="53" y="62"/>
                </a:lnTo>
                <a:lnTo>
                  <a:pt x="53" y="105"/>
                </a:lnTo>
                <a:lnTo>
                  <a:pt x="44" y="114"/>
                </a:lnTo>
                <a:lnTo>
                  <a:pt x="0" y="1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0" name="Freeform 837">
            <a:extLst>
              <a:ext uri="{FF2B5EF4-FFF2-40B4-BE49-F238E27FC236}">
                <a16:creationId xmlns:a16="http://schemas.microsoft.com/office/drawing/2014/main" id="{DCA07B9D-C53F-E082-74AB-3DC1F00331C3}"/>
              </a:ext>
            </a:extLst>
          </p:cNvPr>
          <p:cNvSpPr>
            <a:spLocks/>
          </p:cNvSpPr>
          <p:nvPr/>
        </p:nvSpPr>
        <p:spPr bwMode="auto">
          <a:xfrm>
            <a:off x="4096306" y="5159051"/>
            <a:ext cx="181937" cy="146965"/>
          </a:xfrm>
          <a:custGeom>
            <a:avLst/>
            <a:gdLst>
              <a:gd name="T0" fmla="*/ 0 w 159"/>
              <a:gd name="T1" fmla="*/ 102 h 132"/>
              <a:gd name="T2" fmla="*/ 0 w 159"/>
              <a:gd name="T3" fmla="*/ 102 h 132"/>
              <a:gd name="T4" fmla="*/ 11 w 159"/>
              <a:gd name="T5" fmla="*/ 29 h 132"/>
              <a:gd name="T6" fmla="*/ 27 w 159"/>
              <a:gd name="T7" fmla="*/ 0 h 132"/>
              <a:gd name="T8" fmla="*/ 89 w 159"/>
              <a:gd name="T9" fmla="*/ 15 h 132"/>
              <a:gd name="T10" fmla="*/ 142 w 159"/>
              <a:gd name="T11" fmla="*/ 0 h 132"/>
              <a:gd name="T12" fmla="*/ 153 w 159"/>
              <a:gd name="T13" fmla="*/ 17 h 132"/>
              <a:gd name="T14" fmla="*/ 158 w 159"/>
              <a:gd name="T15" fmla="*/ 29 h 132"/>
              <a:gd name="T16" fmla="*/ 144 w 159"/>
              <a:gd name="T17" fmla="*/ 40 h 132"/>
              <a:gd name="T18" fmla="*/ 116 w 159"/>
              <a:gd name="T19" fmla="*/ 99 h 132"/>
              <a:gd name="T20" fmla="*/ 90 w 159"/>
              <a:gd name="T21" fmla="*/ 95 h 132"/>
              <a:gd name="T22" fmla="*/ 76 w 159"/>
              <a:gd name="T23" fmla="*/ 124 h 132"/>
              <a:gd name="T24" fmla="*/ 45 w 159"/>
              <a:gd name="T25" fmla="*/ 131 h 132"/>
              <a:gd name="T26" fmla="*/ 27 w 159"/>
              <a:gd name="T27" fmla="*/ 106 h 132"/>
              <a:gd name="T28" fmla="*/ 0 w 159"/>
              <a:gd name="T29" fmla="*/ 102 h 132"/>
              <a:gd name="T30" fmla="*/ 0 w 159"/>
              <a:gd name="T31" fmla="*/ 102 h 13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9"/>
              <a:gd name="T49" fmla="*/ 0 h 132"/>
              <a:gd name="T50" fmla="*/ 159 w 159"/>
              <a:gd name="T51" fmla="*/ 132 h 13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9" h="132">
                <a:moveTo>
                  <a:pt x="0" y="102"/>
                </a:moveTo>
                <a:lnTo>
                  <a:pt x="0" y="102"/>
                </a:lnTo>
                <a:lnTo>
                  <a:pt x="11" y="29"/>
                </a:lnTo>
                <a:lnTo>
                  <a:pt x="27" y="0"/>
                </a:lnTo>
                <a:lnTo>
                  <a:pt x="89" y="15"/>
                </a:lnTo>
                <a:lnTo>
                  <a:pt x="142" y="0"/>
                </a:lnTo>
                <a:lnTo>
                  <a:pt x="153" y="17"/>
                </a:lnTo>
                <a:lnTo>
                  <a:pt x="158" y="29"/>
                </a:lnTo>
                <a:lnTo>
                  <a:pt x="144" y="40"/>
                </a:lnTo>
                <a:lnTo>
                  <a:pt x="116" y="99"/>
                </a:lnTo>
                <a:lnTo>
                  <a:pt x="90" y="95"/>
                </a:lnTo>
                <a:lnTo>
                  <a:pt x="76" y="124"/>
                </a:lnTo>
                <a:lnTo>
                  <a:pt x="45" y="131"/>
                </a:lnTo>
                <a:lnTo>
                  <a:pt x="27" y="106"/>
                </a:lnTo>
                <a:lnTo>
                  <a:pt x="0" y="10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1" name="Freeform 838">
            <a:extLst>
              <a:ext uri="{FF2B5EF4-FFF2-40B4-BE49-F238E27FC236}">
                <a16:creationId xmlns:a16="http://schemas.microsoft.com/office/drawing/2014/main" id="{D79988F2-1192-B296-A9A4-8E2F31ED1185}"/>
              </a:ext>
            </a:extLst>
          </p:cNvPr>
          <p:cNvSpPr>
            <a:spLocks/>
          </p:cNvSpPr>
          <p:nvPr/>
        </p:nvSpPr>
        <p:spPr bwMode="auto">
          <a:xfrm>
            <a:off x="3790789" y="5175752"/>
            <a:ext cx="48059" cy="28947"/>
          </a:xfrm>
          <a:custGeom>
            <a:avLst/>
            <a:gdLst>
              <a:gd name="T0" fmla="*/ 0 w 42"/>
              <a:gd name="T1" fmla="*/ 3 h 26"/>
              <a:gd name="T2" fmla="*/ 0 w 42"/>
              <a:gd name="T3" fmla="*/ 3 h 26"/>
              <a:gd name="T4" fmla="*/ 12 w 42"/>
              <a:gd name="T5" fmla="*/ 14 h 26"/>
              <a:gd name="T6" fmla="*/ 25 w 42"/>
              <a:gd name="T7" fmla="*/ 11 h 26"/>
              <a:gd name="T8" fmla="*/ 18 w 42"/>
              <a:gd name="T9" fmla="*/ 14 h 26"/>
              <a:gd name="T10" fmla="*/ 24 w 42"/>
              <a:gd name="T11" fmla="*/ 25 h 26"/>
              <a:gd name="T12" fmla="*/ 41 w 42"/>
              <a:gd name="T13" fmla="*/ 14 h 26"/>
              <a:gd name="T14" fmla="*/ 41 w 42"/>
              <a:gd name="T15" fmla="*/ 0 h 26"/>
              <a:gd name="T16" fmla="*/ 0 w 42"/>
              <a:gd name="T17" fmla="*/ 3 h 26"/>
              <a:gd name="T18" fmla="*/ 0 w 42"/>
              <a:gd name="T19" fmla="*/ 3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2"/>
              <a:gd name="T31" fmla="*/ 0 h 26"/>
              <a:gd name="T32" fmla="*/ 42 w 42"/>
              <a:gd name="T33" fmla="*/ 26 h 2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2" h="26">
                <a:moveTo>
                  <a:pt x="0" y="3"/>
                </a:moveTo>
                <a:lnTo>
                  <a:pt x="0" y="3"/>
                </a:lnTo>
                <a:lnTo>
                  <a:pt x="12" y="14"/>
                </a:lnTo>
                <a:lnTo>
                  <a:pt x="25" y="11"/>
                </a:lnTo>
                <a:lnTo>
                  <a:pt x="18" y="14"/>
                </a:lnTo>
                <a:lnTo>
                  <a:pt x="24" y="25"/>
                </a:lnTo>
                <a:lnTo>
                  <a:pt x="41" y="14"/>
                </a:lnTo>
                <a:lnTo>
                  <a:pt x="41" y="0"/>
                </a:lnTo>
                <a:lnTo>
                  <a:pt x="0" y="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2" name="Freeform 839">
            <a:extLst>
              <a:ext uri="{FF2B5EF4-FFF2-40B4-BE49-F238E27FC236}">
                <a16:creationId xmlns:a16="http://schemas.microsoft.com/office/drawing/2014/main" id="{13EC2BD2-53CC-79EA-D2EA-78F17856AEE0}"/>
              </a:ext>
            </a:extLst>
          </p:cNvPr>
          <p:cNvSpPr>
            <a:spLocks/>
          </p:cNvSpPr>
          <p:nvPr/>
        </p:nvSpPr>
        <p:spPr bwMode="auto">
          <a:xfrm>
            <a:off x="4844649" y="4966439"/>
            <a:ext cx="10298" cy="25608"/>
          </a:xfrm>
          <a:custGeom>
            <a:avLst/>
            <a:gdLst>
              <a:gd name="T0" fmla="*/ 0 w 9"/>
              <a:gd name="T1" fmla="*/ 18 h 23"/>
              <a:gd name="T2" fmla="*/ 0 w 9"/>
              <a:gd name="T3" fmla="*/ 18 h 23"/>
              <a:gd name="T4" fmla="*/ 4 w 9"/>
              <a:gd name="T5" fmla="*/ 22 h 23"/>
              <a:gd name="T6" fmla="*/ 8 w 9"/>
              <a:gd name="T7" fmla="*/ 21 h 23"/>
              <a:gd name="T8" fmla="*/ 5 w 9"/>
              <a:gd name="T9" fmla="*/ 0 h 23"/>
              <a:gd name="T10" fmla="*/ 0 w 9"/>
              <a:gd name="T11" fmla="*/ 18 h 23"/>
              <a:gd name="T12" fmla="*/ 0 w 9"/>
              <a:gd name="T13" fmla="*/ 18 h 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"/>
              <a:gd name="T22" fmla="*/ 0 h 23"/>
              <a:gd name="T23" fmla="*/ 9 w 9"/>
              <a:gd name="T24" fmla="*/ 23 h 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" h="23">
                <a:moveTo>
                  <a:pt x="0" y="18"/>
                </a:moveTo>
                <a:lnTo>
                  <a:pt x="0" y="18"/>
                </a:lnTo>
                <a:lnTo>
                  <a:pt x="4" y="22"/>
                </a:lnTo>
                <a:lnTo>
                  <a:pt x="8" y="21"/>
                </a:lnTo>
                <a:lnTo>
                  <a:pt x="5" y="0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3" name="Freeform 840">
            <a:extLst>
              <a:ext uri="{FF2B5EF4-FFF2-40B4-BE49-F238E27FC236}">
                <a16:creationId xmlns:a16="http://schemas.microsoft.com/office/drawing/2014/main" id="{9D708CC0-645E-D14B-5D77-0EDFBCDE76F3}"/>
              </a:ext>
            </a:extLst>
          </p:cNvPr>
          <p:cNvSpPr>
            <a:spLocks/>
          </p:cNvSpPr>
          <p:nvPr/>
        </p:nvSpPr>
        <p:spPr bwMode="auto">
          <a:xfrm>
            <a:off x="4505950" y="5383952"/>
            <a:ext cx="27462" cy="25608"/>
          </a:xfrm>
          <a:custGeom>
            <a:avLst/>
            <a:gdLst>
              <a:gd name="T0" fmla="*/ 0 w 24"/>
              <a:gd name="T1" fmla="*/ 22 h 23"/>
              <a:gd name="T2" fmla="*/ 0 w 24"/>
              <a:gd name="T3" fmla="*/ 22 h 23"/>
              <a:gd name="T4" fmla="*/ 9 w 24"/>
              <a:gd name="T5" fmla="*/ 4 h 23"/>
              <a:gd name="T6" fmla="*/ 20 w 24"/>
              <a:gd name="T7" fmla="*/ 0 h 23"/>
              <a:gd name="T8" fmla="*/ 23 w 24"/>
              <a:gd name="T9" fmla="*/ 18 h 23"/>
              <a:gd name="T10" fmla="*/ 0 w 24"/>
              <a:gd name="T11" fmla="*/ 22 h 23"/>
              <a:gd name="T12" fmla="*/ 0 w 24"/>
              <a:gd name="T13" fmla="*/ 22 h 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23"/>
              <a:gd name="T23" fmla="*/ 24 w 24"/>
              <a:gd name="T24" fmla="*/ 23 h 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23">
                <a:moveTo>
                  <a:pt x="0" y="22"/>
                </a:moveTo>
                <a:lnTo>
                  <a:pt x="0" y="22"/>
                </a:lnTo>
                <a:lnTo>
                  <a:pt x="9" y="4"/>
                </a:lnTo>
                <a:lnTo>
                  <a:pt x="20" y="0"/>
                </a:lnTo>
                <a:lnTo>
                  <a:pt x="23" y="18"/>
                </a:lnTo>
                <a:lnTo>
                  <a:pt x="0" y="2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4" name="Freeform 841">
            <a:extLst>
              <a:ext uri="{FF2B5EF4-FFF2-40B4-BE49-F238E27FC236}">
                <a16:creationId xmlns:a16="http://schemas.microsoft.com/office/drawing/2014/main" id="{79049593-B127-A26A-775F-DE1674852210}"/>
              </a:ext>
            </a:extLst>
          </p:cNvPr>
          <p:cNvSpPr>
            <a:spLocks/>
          </p:cNvSpPr>
          <p:nvPr/>
        </p:nvSpPr>
        <p:spPr bwMode="auto">
          <a:xfrm>
            <a:off x="3778203" y="5115630"/>
            <a:ext cx="98406" cy="64575"/>
          </a:xfrm>
          <a:custGeom>
            <a:avLst/>
            <a:gdLst>
              <a:gd name="T0" fmla="*/ 0 w 86"/>
              <a:gd name="T1" fmla="*/ 25 h 58"/>
              <a:gd name="T2" fmla="*/ 0 w 86"/>
              <a:gd name="T3" fmla="*/ 25 h 58"/>
              <a:gd name="T4" fmla="*/ 13 w 86"/>
              <a:gd name="T5" fmla="*/ 42 h 58"/>
              <a:gd name="T6" fmla="*/ 52 w 86"/>
              <a:gd name="T7" fmla="*/ 44 h 58"/>
              <a:gd name="T8" fmla="*/ 11 w 86"/>
              <a:gd name="T9" fmla="*/ 49 h 58"/>
              <a:gd name="T10" fmla="*/ 11 w 86"/>
              <a:gd name="T11" fmla="*/ 57 h 58"/>
              <a:gd name="T12" fmla="*/ 52 w 86"/>
              <a:gd name="T13" fmla="*/ 54 h 58"/>
              <a:gd name="T14" fmla="*/ 85 w 86"/>
              <a:gd name="T15" fmla="*/ 57 h 58"/>
              <a:gd name="T16" fmla="*/ 75 w 86"/>
              <a:gd name="T17" fmla="*/ 25 h 58"/>
              <a:gd name="T18" fmla="*/ 44 w 86"/>
              <a:gd name="T19" fmla="*/ 0 h 58"/>
              <a:gd name="T20" fmla="*/ 13 w 86"/>
              <a:gd name="T21" fmla="*/ 7 h 58"/>
              <a:gd name="T22" fmla="*/ 0 w 86"/>
              <a:gd name="T23" fmla="*/ 25 h 58"/>
              <a:gd name="T24" fmla="*/ 0 w 86"/>
              <a:gd name="T25" fmla="*/ 25 h 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"/>
              <a:gd name="T40" fmla="*/ 0 h 58"/>
              <a:gd name="T41" fmla="*/ 86 w 86"/>
              <a:gd name="T42" fmla="*/ 58 h 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" h="58">
                <a:moveTo>
                  <a:pt x="0" y="25"/>
                </a:moveTo>
                <a:lnTo>
                  <a:pt x="0" y="25"/>
                </a:lnTo>
                <a:lnTo>
                  <a:pt x="13" y="42"/>
                </a:lnTo>
                <a:lnTo>
                  <a:pt x="52" y="44"/>
                </a:lnTo>
                <a:lnTo>
                  <a:pt x="11" y="49"/>
                </a:lnTo>
                <a:lnTo>
                  <a:pt x="11" y="57"/>
                </a:lnTo>
                <a:lnTo>
                  <a:pt x="52" y="54"/>
                </a:lnTo>
                <a:lnTo>
                  <a:pt x="85" y="57"/>
                </a:lnTo>
                <a:lnTo>
                  <a:pt x="75" y="25"/>
                </a:lnTo>
                <a:lnTo>
                  <a:pt x="44" y="0"/>
                </a:lnTo>
                <a:lnTo>
                  <a:pt x="13" y="7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5" name="Freeform 842">
            <a:extLst>
              <a:ext uri="{FF2B5EF4-FFF2-40B4-BE49-F238E27FC236}">
                <a16:creationId xmlns:a16="http://schemas.microsoft.com/office/drawing/2014/main" id="{C7FF3F06-9455-B1A3-B92C-BBBD5A5D7435}"/>
              </a:ext>
            </a:extLst>
          </p:cNvPr>
          <p:cNvSpPr>
            <a:spLocks/>
          </p:cNvSpPr>
          <p:nvPr/>
        </p:nvSpPr>
        <p:spPr bwMode="auto">
          <a:xfrm>
            <a:off x="3844569" y="5218060"/>
            <a:ext cx="50347" cy="46761"/>
          </a:xfrm>
          <a:custGeom>
            <a:avLst/>
            <a:gdLst>
              <a:gd name="T0" fmla="*/ 0 w 44"/>
              <a:gd name="T1" fmla="*/ 12 h 42"/>
              <a:gd name="T2" fmla="*/ 0 w 44"/>
              <a:gd name="T3" fmla="*/ 12 h 42"/>
              <a:gd name="T4" fmla="*/ 5 w 44"/>
              <a:gd name="T5" fmla="*/ 28 h 42"/>
              <a:gd name="T6" fmla="*/ 26 w 44"/>
              <a:gd name="T7" fmla="*/ 41 h 42"/>
              <a:gd name="T8" fmla="*/ 43 w 44"/>
              <a:gd name="T9" fmla="*/ 21 h 42"/>
              <a:gd name="T10" fmla="*/ 29 w 44"/>
              <a:gd name="T11" fmla="*/ 0 h 42"/>
              <a:gd name="T12" fmla="*/ 0 w 44"/>
              <a:gd name="T13" fmla="*/ 12 h 42"/>
              <a:gd name="T14" fmla="*/ 0 w 44"/>
              <a:gd name="T15" fmla="*/ 12 h 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4"/>
              <a:gd name="T25" fmla="*/ 0 h 42"/>
              <a:gd name="T26" fmla="*/ 44 w 44"/>
              <a:gd name="T27" fmla="*/ 42 h 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4" h="42">
                <a:moveTo>
                  <a:pt x="0" y="12"/>
                </a:moveTo>
                <a:lnTo>
                  <a:pt x="0" y="12"/>
                </a:lnTo>
                <a:lnTo>
                  <a:pt x="5" y="28"/>
                </a:lnTo>
                <a:lnTo>
                  <a:pt x="26" y="41"/>
                </a:lnTo>
                <a:lnTo>
                  <a:pt x="43" y="21"/>
                </a:lnTo>
                <a:lnTo>
                  <a:pt x="29" y="0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6" name="Freeform 843">
            <a:extLst>
              <a:ext uri="{FF2B5EF4-FFF2-40B4-BE49-F238E27FC236}">
                <a16:creationId xmlns:a16="http://schemas.microsoft.com/office/drawing/2014/main" id="{756EC49E-A875-DD98-8D52-4C68402AE3E6}"/>
              </a:ext>
            </a:extLst>
          </p:cNvPr>
          <p:cNvSpPr>
            <a:spLocks/>
          </p:cNvSpPr>
          <p:nvPr/>
        </p:nvSpPr>
        <p:spPr bwMode="auto">
          <a:xfrm>
            <a:off x="4693607" y="5187999"/>
            <a:ext cx="160196" cy="207086"/>
          </a:xfrm>
          <a:custGeom>
            <a:avLst/>
            <a:gdLst>
              <a:gd name="T0" fmla="*/ 0 w 140"/>
              <a:gd name="T1" fmla="*/ 174 h 186"/>
              <a:gd name="T2" fmla="*/ 0 w 140"/>
              <a:gd name="T3" fmla="*/ 174 h 186"/>
              <a:gd name="T4" fmla="*/ 0 w 140"/>
              <a:gd name="T5" fmla="*/ 123 h 186"/>
              <a:gd name="T6" fmla="*/ 11 w 140"/>
              <a:gd name="T7" fmla="*/ 109 h 186"/>
              <a:gd name="T8" fmla="*/ 54 w 140"/>
              <a:gd name="T9" fmla="*/ 94 h 186"/>
              <a:gd name="T10" fmla="*/ 95 w 140"/>
              <a:gd name="T11" fmla="*/ 53 h 186"/>
              <a:gd name="T12" fmla="*/ 41 w 140"/>
              <a:gd name="T13" fmla="*/ 39 h 186"/>
              <a:gd name="T14" fmla="*/ 25 w 140"/>
              <a:gd name="T15" fmla="*/ 15 h 186"/>
              <a:gd name="T16" fmla="*/ 31 w 140"/>
              <a:gd name="T17" fmla="*/ 7 h 186"/>
              <a:gd name="T18" fmla="*/ 52 w 140"/>
              <a:gd name="T19" fmla="*/ 21 h 186"/>
              <a:gd name="T20" fmla="*/ 133 w 140"/>
              <a:gd name="T21" fmla="*/ 0 h 186"/>
              <a:gd name="T22" fmla="*/ 139 w 140"/>
              <a:gd name="T23" fmla="*/ 21 h 186"/>
              <a:gd name="T24" fmla="*/ 90 w 140"/>
              <a:gd name="T25" fmla="*/ 108 h 186"/>
              <a:gd name="T26" fmla="*/ 7 w 140"/>
              <a:gd name="T27" fmla="*/ 185 h 186"/>
              <a:gd name="T28" fmla="*/ 0 w 140"/>
              <a:gd name="T29" fmla="*/ 174 h 186"/>
              <a:gd name="T30" fmla="*/ 0 w 140"/>
              <a:gd name="T31" fmla="*/ 174 h 1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40"/>
              <a:gd name="T49" fmla="*/ 0 h 186"/>
              <a:gd name="T50" fmla="*/ 140 w 140"/>
              <a:gd name="T51" fmla="*/ 186 h 18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40" h="186">
                <a:moveTo>
                  <a:pt x="0" y="174"/>
                </a:moveTo>
                <a:lnTo>
                  <a:pt x="0" y="174"/>
                </a:lnTo>
                <a:lnTo>
                  <a:pt x="0" y="123"/>
                </a:lnTo>
                <a:lnTo>
                  <a:pt x="11" y="109"/>
                </a:lnTo>
                <a:lnTo>
                  <a:pt x="54" y="94"/>
                </a:lnTo>
                <a:lnTo>
                  <a:pt x="95" y="53"/>
                </a:lnTo>
                <a:lnTo>
                  <a:pt x="41" y="39"/>
                </a:lnTo>
                <a:lnTo>
                  <a:pt x="25" y="15"/>
                </a:lnTo>
                <a:lnTo>
                  <a:pt x="31" y="7"/>
                </a:lnTo>
                <a:lnTo>
                  <a:pt x="52" y="21"/>
                </a:lnTo>
                <a:lnTo>
                  <a:pt x="133" y="0"/>
                </a:lnTo>
                <a:lnTo>
                  <a:pt x="139" y="21"/>
                </a:lnTo>
                <a:lnTo>
                  <a:pt x="90" y="108"/>
                </a:lnTo>
                <a:lnTo>
                  <a:pt x="7" y="185"/>
                </a:lnTo>
                <a:lnTo>
                  <a:pt x="0" y="17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7" name="Freeform 844">
            <a:extLst>
              <a:ext uri="{FF2B5EF4-FFF2-40B4-BE49-F238E27FC236}">
                <a16:creationId xmlns:a16="http://schemas.microsoft.com/office/drawing/2014/main" id="{7C586E9E-BE9C-E29C-476B-96BD12EDC6EE}"/>
              </a:ext>
            </a:extLst>
          </p:cNvPr>
          <p:cNvSpPr>
            <a:spLocks/>
          </p:cNvSpPr>
          <p:nvPr/>
        </p:nvSpPr>
        <p:spPr bwMode="auto">
          <a:xfrm>
            <a:off x="4444160" y="5605513"/>
            <a:ext cx="123580" cy="110224"/>
          </a:xfrm>
          <a:custGeom>
            <a:avLst/>
            <a:gdLst>
              <a:gd name="T0" fmla="*/ 0 w 108"/>
              <a:gd name="T1" fmla="*/ 30 h 99"/>
              <a:gd name="T2" fmla="*/ 0 w 108"/>
              <a:gd name="T3" fmla="*/ 30 h 99"/>
              <a:gd name="T4" fmla="*/ 0 w 108"/>
              <a:gd name="T5" fmla="*/ 30 h 99"/>
              <a:gd name="T6" fmla="*/ 24 w 108"/>
              <a:gd name="T7" fmla="*/ 31 h 99"/>
              <a:gd name="T8" fmla="*/ 48 w 108"/>
              <a:gd name="T9" fmla="*/ 13 h 99"/>
              <a:gd name="T10" fmla="*/ 49 w 108"/>
              <a:gd name="T11" fmla="*/ 5 h 99"/>
              <a:gd name="T12" fmla="*/ 70 w 108"/>
              <a:gd name="T13" fmla="*/ 0 h 99"/>
              <a:gd name="T14" fmla="*/ 104 w 108"/>
              <a:gd name="T15" fmla="*/ 11 h 99"/>
              <a:gd name="T16" fmla="*/ 107 w 108"/>
              <a:gd name="T17" fmla="*/ 25 h 99"/>
              <a:gd name="T18" fmla="*/ 105 w 108"/>
              <a:gd name="T19" fmla="*/ 61 h 99"/>
              <a:gd name="T20" fmla="*/ 87 w 108"/>
              <a:gd name="T21" fmla="*/ 98 h 99"/>
              <a:gd name="T22" fmla="*/ 56 w 108"/>
              <a:gd name="T23" fmla="*/ 92 h 99"/>
              <a:gd name="T24" fmla="*/ 38 w 108"/>
              <a:gd name="T25" fmla="*/ 83 h 99"/>
              <a:gd name="T26" fmla="*/ 0 w 108"/>
              <a:gd name="T27" fmla="*/ 30 h 99"/>
              <a:gd name="T28" fmla="*/ 0 w 108"/>
              <a:gd name="T29" fmla="*/ 30 h 9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08"/>
              <a:gd name="T46" fmla="*/ 0 h 99"/>
              <a:gd name="T47" fmla="*/ 108 w 108"/>
              <a:gd name="T48" fmla="*/ 99 h 9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08" h="99">
                <a:moveTo>
                  <a:pt x="0" y="30"/>
                </a:moveTo>
                <a:lnTo>
                  <a:pt x="0" y="30"/>
                </a:lnTo>
                <a:lnTo>
                  <a:pt x="24" y="31"/>
                </a:lnTo>
                <a:lnTo>
                  <a:pt x="48" y="13"/>
                </a:lnTo>
                <a:lnTo>
                  <a:pt x="49" y="5"/>
                </a:lnTo>
                <a:lnTo>
                  <a:pt x="70" y="0"/>
                </a:lnTo>
                <a:lnTo>
                  <a:pt x="104" y="11"/>
                </a:lnTo>
                <a:lnTo>
                  <a:pt x="107" y="25"/>
                </a:lnTo>
                <a:lnTo>
                  <a:pt x="105" y="61"/>
                </a:lnTo>
                <a:lnTo>
                  <a:pt x="87" y="98"/>
                </a:lnTo>
                <a:lnTo>
                  <a:pt x="56" y="92"/>
                </a:lnTo>
                <a:lnTo>
                  <a:pt x="38" y="83"/>
                </a:lnTo>
                <a:lnTo>
                  <a:pt x="0" y="3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8" name="Freeform 845">
            <a:extLst>
              <a:ext uri="{FF2B5EF4-FFF2-40B4-BE49-F238E27FC236}">
                <a16:creationId xmlns:a16="http://schemas.microsoft.com/office/drawing/2014/main" id="{30045734-39C8-46F4-BEC5-366C45377553}"/>
              </a:ext>
            </a:extLst>
          </p:cNvPr>
          <p:cNvSpPr>
            <a:spLocks/>
          </p:cNvSpPr>
          <p:nvPr/>
        </p:nvSpPr>
        <p:spPr bwMode="auto">
          <a:xfrm>
            <a:off x="4232473" y="5625553"/>
            <a:ext cx="212832" cy="194840"/>
          </a:xfrm>
          <a:custGeom>
            <a:avLst/>
            <a:gdLst>
              <a:gd name="T0" fmla="*/ 0 w 186"/>
              <a:gd name="T1" fmla="*/ 6 h 175"/>
              <a:gd name="T2" fmla="*/ 0 w 186"/>
              <a:gd name="T3" fmla="*/ 6 h 175"/>
              <a:gd name="T4" fmla="*/ 23 w 186"/>
              <a:gd name="T5" fmla="*/ 0 h 175"/>
              <a:gd name="T6" fmla="*/ 134 w 186"/>
              <a:gd name="T7" fmla="*/ 16 h 175"/>
              <a:gd name="T8" fmla="*/ 159 w 186"/>
              <a:gd name="T9" fmla="*/ 9 h 175"/>
              <a:gd name="T10" fmla="*/ 185 w 186"/>
              <a:gd name="T11" fmla="*/ 12 h 175"/>
              <a:gd name="T12" fmla="*/ 185 w 186"/>
              <a:gd name="T13" fmla="*/ 12 h 175"/>
              <a:gd name="T14" fmla="*/ 162 w 186"/>
              <a:gd name="T15" fmla="*/ 25 h 175"/>
              <a:gd name="T16" fmla="*/ 154 w 186"/>
              <a:gd name="T17" fmla="*/ 16 h 175"/>
              <a:gd name="T18" fmla="*/ 128 w 186"/>
              <a:gd name="T19" fmla="*/ 22 h 175"/>
              <a:gd name="T20" fmla="*/ 128 w 186"/>
              <a:gd name="T21" fmla="*/ 71 h 175"/>
              <a:gd name="T22" fmla="*/ 114 w 186"/>
              <a:gd name="T23" fmla="*/ 71 h 175"/>
              <a:gd name="T24" fmla="*/ 114 w 186"/>
              <a:gd name="T25" fmla="*/ 110 h 175"/>
              <a:gd name="T26" fmla="*/ 114 w 186"/>
              <a:gd name="T27" fmla="*/ 165 h 175"/>
              <a:gd name="T28" fmla="*/ 102 w 186"/>
              <a:gd name="T29" fmla="*/ 174 h 175"/>
              <a:gd name="T30" fmla="*/ 84 w 186"/>
              <a:gd name="T31" fmla="*/ 174 h 175"/>
              <a:gd name="T32" fmla="*/ 75 w 186"/>
              <a:gd name="T33" fmla="*/ 162 h 175"/>
              <a:gd name="T34" fmla="*/ 67 w 186"/>
              <a:gd name="T35" fmla="*/ 168 h 175"/>
              <a:gd name="T36" fmla="*/ 49 w 186"/>
              <a:gd name="T37" fmla="*/ 149 h 175"/>
              <a:gd name="T38" fmla="*/ 39 w 186"/>
              <a:gd name="T39" fmla="*/ 88 h 175"/>
              <a:gd name="T40" fmla="*/ 39 w 186"/>
              <a:gd name="T41" fmla="*/ 81 h 175"/>
              <a:gd name="T42" fmla="*/ 0 w 186"/>
              <a:gd name="T43" fmla="*/ 6 h 175"/>
              <a:gd name="T44" fmla="*/ 0 w 186"/>
              <a:gd name="T45" fmla="*/ 6 h 17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86"/>
              <a:gd name="T70" fmla="*/ 0 h 175"/>
              <a:gd name="T71" fmla="*/ 186 w 186"/>
              <a:gd name="T72" fmla="*/ 175 h 17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86" h="175">
                <a:moveTo>
                  <a:pt x="0" y="6"/>
                </a:moveTo>
                <a:lnTo>
                  <a:pt x="0" y="6"/>
                </a:lnTo>
                <a:lnTo>
                  <a:pt x="23" y="0"/>
                </a:lnTo>
                <a:lnTo>
                  <a:pt x="134" y="16"/>
                </a:lnTo>
                <a:lnTo>
                  <a:pt x="159" y="9"/>
                </a:lnTo>
                <a:lnTo>
                  <a:pt x="185" y="12"/>
                </a:lnTo>
                <a:lnTo>
                  <a:pt x="162" y="25"/>
                </a:lnTo>
                <a:lnTo>
                  <a:pt x="154" y="16"/>
                </a:lnTo>
                <a:lnTo>
                  <a:pt x="128" y="22"/>
                </a:lnTo>
                <a:lnTo>
                  <a:pt x="128" y="71"/>
                </a:lnTo>
                <a:lnTo>
                  <a:pt x="114" y="71"/>
                </a:lnTo>
                <a:lnTo>
                  <a:pt x="114" y="110"/>
                </a:lnTo>
                <a:lnTo>
                  <a:pt x="114" y="165"/>
                </a:lnTo>
                <a:lnTo>
                  <a:pt x="102" y="174"/>
                </a:lnTo>
                <a:lnTo>
                  <a:pt x="84" y="174"/>
                </a:lnTo>
                <a:lnTo>
                  <a:pt x="75" y="162"/>
                </a:lnTo>
                <a:lnTo>
                  <a:pt x="67" y="168"/>
                </a:lnTo>
                <a:lnTo>
                  <a:pt x="49" y="149"/>
                </a:lnTo>
                <a:lnTo>
                  <a:pt x="39" y="88"/>
                </a:lnTo>
                <a:lnTo>
                  <a:pt x="39" y="81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9" name="Freeform 846">
            <a:extLst>
              <a:ext uri="{FF2B5EF4-FFF2-40B4-BE49-F238E27FC236}">
                <a16:creationId xmlns:a16="http://schemas.microsoft.com/office/drawing/2014/main" id="{DFF24CD1-56F1-2D05-C3F7-853369762573}"/>
              </a:ext>
            </a:extLst>
          </p:cNvPr>
          <p:cNvSpPr>
            <a:spLocks/>
          </p:cNvSpPr>
          <p:nvPr/>
        </p:nvSpPr>
        <p:spPr bwMode="auto">
          <a:xfrm>
            <a:off x="3787357" y="4939718"/>
            <a:ext cx="132734" cy="107997"/>
          </a:xfrm>
          <a:custGeom>
            <a:avLst/>
            <a:gdLst>
              <a:gd name="T0" fmla="*/ 0 w 116"/>
              <a:gd name="T1" fmla="*/ 96 h 97"/>
              <a:gd name="T2" fmla="*/ 0 w 116"/>
              <a:gd name="T3" fmla="*/ 96 h 97"/>
              <a:gd name="T4" fmla="*/ 54 w 116"/>
              <a:gd name="T5" fmla="*/ 0 h 97"/>
              <a:gd name="T6" fmla="*/ 114 w 116"/>
              <a:gd name="T7" fmla="*/ 2 h 97"/>
              <a:gd name="T8" fmla="*/ 115 w 116"/>
              <a:gd name="T9" fmla="*/ 7 h 97"/>
              <a:gd name="T10" fmla="*/ 114 w 116"/>
              <a:gd name="T11" fmla="*/ 25 h 97"/>
              <a:gd name="T12" fmla="*/ 70 w 116"/>
              <a:gd name="T13" fmla="*/ 24 h 97"/>
              <a:gd name="T14" fmla="*/ 70 w 116"/>
              <a:gd name="T15" fmla="*/ 61 h 97"/>
              <a:gd name="T16" fmla="*/ 54 w 116"/>
              <a:gd name="T17" fmla="*/ 67 h 97"/>
              <a:gd name="T18" fmla="*/ 55 w 116"/>
              <a:gd name="T19" fmla="*/ 90 h 97"/>
              <a:gd name="T20" fmla="*/ 0 w 116"/>
              <a:gd name="T21" fmla="*/ 96 h 97"/>
              <a:gd name="T22" fmla="*/ 0 w 116"/>
              <a:gd name="T23" fmla="*/ 96 h 9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6"/>
              <a:gd name="T37" fmla="*/ 0 h 97"/>
              <a:gd name="T38" fmla="*/ 116 w 116"/>
              <a:gd name="T39" fmla="*/ 97 h 9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6" h="97">
                <a:moveTo>
                  <a:pt x="0" y="96"/>
                </a:moveTo>
                <a:lnTo>
                  <a:pt x="0" y="96"/>
                </a:lnTo>
                <a:lnTo>
                  <a:pt x="54" y="0"/>
                </a:lnTo>
                <a:lnTo>
                  <a:pt x="114" y="2"/>
                </a:lnTo>
                <a:lnTo>
                  <a:pt x="115" y="7"/>
                </a:lnTo>
                <a:lnTo>
                  <a:pt x="114" y="25"/>
                </a:lnTo>
                <a:lnTo>
                  <a:pt x="70" y="24"/>
                </a:lnTo>
                <a:lnTo>
                  <a:pt x="70" y="61"/>
                </a:lnTo>
                <a:lnTo>
                  <a:pt x="54" y="67"/>
                </a:lnTo>
                <a:lnTo>
                  <a:pt x="55" y="90"/>
                </a:lnTo>
                <a:lnTo>
                  <a:pt x="0" y="9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0" name="Freeform 847">
            <a:extLst>
              <a:ext uri="{FF2B5EF4-FFF2-40B4-BE49-F238E27FC236}">
                <a16:creationId xmlns:a16="http://schemas.microsoft.com/office/drawing/2014/main" id="{EC725152-5619-83B5-11B6-6D0D96105DC8}"/>
              </a:ext>
            </a:extLst>
          </p:cNvPr>
          <p:cNvSpPr>
            <a:spLocks/>
          </p:cNvSpPr>
          <p:nvPr/>
        </p:nvSpPr>
        <p:spPr bwMode="auto">
          <a:xfrm>
            <a:off x="4394957" y="5014313"/>
            <a:ext cx="259746" cy="300610"/>
          </a:xfrm>
          <a:custGeom>
            <a:avLst/>
            <a:gdLst>
              <a:gd name="T0" fmla="*/ 0 w 227"/>
              <a:gd name="T1" fmla="*/ 142 h 270"/>
              <a:gd name="T2" fmla="*/ 0 w 227"/>
              <a:gd name="T3" fmla="*/ 142 h 270"/>
              <a:gd name="T4" fmla="*/ 10 w 227"/>
              <a:gd name="T5" fmla="*/ 169 h 270"/>
              <a:gd name="T6" fmla="*/ 20 w 227"/>
              <a:gd name="T7" fmla="*/ 198 h 270"/>
              <a:gd name="T8" fmla="*/ 43 w 227"/>
              <a:gd name="T9" fmla="*/ 209 h 270"/>
              <a:gd name="T10" fmla="*/ 76 w 227"/>
              <a:gd name="T11" fmla="*/ 249 h 270"/>
              <a:gd name="T12" fmla="*/ 122 w 227"/>
              <a:gd name="T13" fmla="*/ 269 h 270"/>
              <a:gd name="T14" fmla="*/ 164 w 227"/>
              <a:gd name="T15" fmla="*/ 264 h 270"/>
              <a:gd name="T16" fmla="*/ 189 w 227"/>
              <a:gd name="T17" fmla="*/ 256 h 270"/>
              <a:gd name="T18" fmla="*/ 174 w 227"/>
              <a:gd name="T19" fmla="*/ 227 h 270"/>
              <a:gd name="T20" fmla="*/ 150 w 227"/>
              <a:gd name="T21" fmla="*/ 211 h 270"/>
              <a:gd name="T22" fmla="*/ 166 w 227"/>
              <a:gd name="T23" fmla="*/ 200 h 270"/>
              <a:gd name="T24" fmla="*/ 167 w 227"/>
              <a:gd name="T25" fmla="*/ 176 h 270"/>
              <a:gd name="T26" fmla="*/ 194 w 227"/>
              <a:gd name="T27" fmla="*/ 143 h 270"/>
              <a:gd name="T28" fmla="*/ 205 w 227"/>
              <a:gd name="T29" fmla="*/ 84 h 270"/>
              <a:gd name="T30" fmla="*/ 226 w 227"/>
              <a:gd name="T31" fmla="*/ 71 h 270"/>
              <a:gd name="T32" fmla="*/ 210 w 227"/>
              <a:gd name="T33" fmla="*/ 59 h 270"/>
              <a:gd name="T34" fmla="*/ 203 w 227"/>
              <a:gd name="T35" fmla="*/ 16 h 270"/>
              <a:gd name="T36" fmla="*/ 185 w 227"/>
              <a:gd name="T37" fmla="*/ 0 h 270"/>
              <a:gd name="T38" fmla="*/ 164 w 227"/>
              <a:gd name="T39" fmla="*/ 18 h 270"/>
              <a:gd name="T40" fmla="*/ 41 w 227"/>
              <a:gd name="T41" fmla="*/ 15 h 270"/>
              <a:gd name="T42" fmla="*/ 41 w 227"/>
              <a:gd name="T43" fmla="*/ 43 h 270"/>
              <a:gd name="T44" fmla="*/ 29 w 227"/>
              <a:gd name="T45" fmla="*/ 43 h 270"/>
              <a:gd name="T46" fmla="*/ 29 w 227"/>
              <a:gd name="T47" fmla="*/ 51 h 270"/>
              <a:gd name="T48" fmla="*/ 28 w 227"/>
              <a:gd name="T49" fmla="*/ 103 h 270"/>
              <a:gd name="T50" fmla="*/ 14 w 227"/>
              <a:gd name="T51" fmla="*/ 106 h 270"/>
              <a:gd name="T52" fmla="*/ 0 w 227"/>
              <a:gd name="T53" fmla="*/ 142 h 270"/>
              <a:gd name="T54" fmla="*/ 0 w 227"/>
              <a:gd name="T55" fmla="*/ 142 h 27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227"/>
              <a:gd name="T85" fmla="*/ 0 h 270"/>
              <a:gd name="T86" fmla="*/ 227 w 227"/>
              <a:gd name="T87" fmla="*/ 270 h 270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227" h="270">
                <a:moveTo>
                  <a:pt x="0" y="142"/>
                </a:moveTo>
                <a:lnTo>
                  <a:pt x="0" y="142"/>
                </a:lnTo>
                <a:lnTo>
                  <a:pt x="10" y="169"/>
                </a:lnTo>
                <a:lnTo>
                  <a:pt x="20" y="198"/>
                </a:lnTo>
                <a:lnTo>
                  <a:pt x="43" y="209"/>
                </a:lnTo>
                <a:lnTo>
                  <a:pt x="76" y="249"/>
                </a:lnTo>
                <a:lnTo>
                  <a:pt x="122" y="269"/>
                </a:lnTo>
                <a:lnTo>
                  <a:pt x="164" y="264"/>
                </a:lnTo>
                <a:lnTo>
                  <a:pt x="189" y="256"/>
                </a:lnTo>
                <a:lnTo>
                  <a:pt x="174" y="227"/>
                </a:lnTo>
                <a:lnTo>
                  <a:pt x="150" y="211"/>
                </a:lnTo>
                <a:lnTo>
                  <a:pt x="166" y="200"/>
                </a:lnTo>
                <a:lnTo>
                  <a:pt x="167" y="176"/>
                </a:lnTo>
                <a:lnTo>
                  <a:pt x="194" y="143"/>
                </a:lnTo>
                <a:lnTo>
                  <a:pt x="205" y="84"/>
                </a:lnTo>
                <a:lnTo>
                  <a:pt x="226" y="71"/>
                </a:lnTo>
                <a:lnTo>
                  <a:pt x="210" y="59"/>
                </a:lnTo>
                <a:lnTo>
                  <a:pt x="203" y="16"/>
                </a:lnTo>
                <a:lnTo>
                  <a:pt x="185" y="0"/>
                </a:lnTo>
                <a:lnTo>
                  <a:pt x="164" y="18"/>
                </a:lnTo>
                <a:lnTo>
                  <a:pt x="41" y="15"/>
                </a:lnTo>
                <a:lnTo>
                  <a:pt x="41" y="43"/>
                </a:lnTo>
                <a:lnTo>
                  <a:pt x="29" y="43"/>
                </a:lnTo>
                <a:lnTo>
                  <a:pt x="29" y="51"/>
                </a:lnTo>
                <a:lnTo>
                  <a:pt x="28" y="103"/>
                </a:lnTo>
                <a:lnTo>
                  <a:pt x="14" y="106"/>
                </a:lnTo>
                <a:lnTo>
                  <a:pt x="0" y="14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1" name="Freeform 848">
            <a:extLst>
              <a:ext uri="{FF2B5EF4-FFF2-40B4-BE49-F238E27FC236}">
                <a16:creationId xmlns:a16="http://schemas.microsoft.com/office/drawing/2014/main" id="{2900421A-1574-33C5-4B90-DEED82242D91}"/>
              </a:ext>
            </a:extLst>
          </p:cNvPr>
          <p:cNvSpPr>
            <a:spLocks/>
          </p:cNvSpPr>
          <p:nvPr/>
        </p:nvSpPr>
        <p:spPr bwMode="auto">
          <a:xfrm>
            <a:off x="4533412" y="5764724"/>
            <a:ext cx="19452" cy="25608"/>
          </a:xfrm>
          <a:custGeom>
            <a:avLst/>
            <a:gdLst>
              <a:gd name="T0" fmla="*/ 0 w 17"/>
              <a:gd name="T1" fmla="*/ 12 h 23"/>
              <a:gd name="T2" fmla="*/ 0 w 17"/>
              <a:gd name="T3" fmla="*/ 12 h 23"/>
              <a:gd name="T4" fmla="*/ 9 w 17"/>
              <a:gd name="T5" fmla="*/ 22 h 23"/>
              <a:gd name="T6" fmla="*/ 16 w 17"/>
              <a:gd name="T7" fmla="*/ 14 h 23"/>
              <a:gd name="T8" fmla="*/ 14 w 17"/>
              <a:gd name="T9" fmla="*/ 0 h 23"/>
              <a:gd name="T10" fmla="*/ 0 w 17"/>
              <a:gd name="T11" fmla="*/ 12 h 23"/>
              <a:gd name="T12" fmla="*/ 0 w 17"/>
              <a:gd name="T13" fmla="*/ 12 h 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"/>
              <a:gd name="T22" fmla="*/ 0 h 23"/>
              <a:gd name="T23" fmla="*/ 17 w 17"/>
              <a:gd name="T24" fmla="*/ 23 h 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" h="23">
                <a:moveTo>
                  <a:pt x="0" y="12"/>
                </a:moveTo>
                <a:lnTo>
                  <a:pt x="0" y="12"/>
                </a:lnTo>
                <a:lnTo>
                  <a:pt x="9" y="22"/>
                </a:lnTo>
                <a:lnTo>
                  <a:pt x="16" y="14"/>
                </a:lnTo>
                <a:lnTo>
                  <a:pt x="14" y="0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2" name="Freeform 849">
            <a:extLst>
              <a:ext uri="{FF2B5EF4-FFF2-40B4-BE49-F238E27FC236}">
                <a16:creationId xmlns:a16="http://schemas.microsoft.com/office/drawing/2014/main" id="{6CB09A1A-E174-1C20-54ED-E35FF7D8130C}"/>
              </a:ext>
            </a:extLst>
          </p:cNvPr>
          <p:cNvSpPr>
            <a:spLocks/>
          </p:cNvSpPr>
          <p:nvPr/>
        </p:nvSpPr>
        <p:spPr bwMode="auto">
          <a:xfrm>
            <a:off x="4516248" y="5382839"/>
            <a:ext cx="169350" cy="162552"/>
          </a:xfrm>
          <a:custGeom>
            <a:avLst/>
            <a:gdLst>
              <a:gd name="T0" fmla="*/ 0 w 148"/>
              <a:gd name="T1" fmla="*/ 46 h 146"/>
              <a:gd name="T2" fmla="*/ 0 w 148"/>
              <a:gd name="T3" fmla="*/ 46 h 146"/>
              <a:gd name="T4" fmla="*/ 1 w 148"/>
              <a:gd name="T5" fmla="*/ 74 h 146"/>
              <a:gd name="T6" fmla="*/ 19 w 148"/>
              <a:gd name="T7" fmla="*/ 103 h 146"/>
              <a:gd name="T8" fmla="*/ 44 w 148"/>
              <a:gd name="T9" fmla="*/ 115 h 146"/>
              <a:gd name="T10" fmla="*/ 57 w 148"/>
              <a:gd name="T11" fmla="*/ 118 h 146"/>
              <a:gd name="T12" fmla="*/ 72 w 148"/>
              <a:gd name="T13" fmla="*/ 145 h 146"/>
              <a:gd name="T14" fmla="*/ 127 w 148"/>
              <a:gd name="T15" fmla="*/ 142 h 146"/>
              <a:gd name="T16" fmla="*/ 147 w 148"/>
              <a:gd name="T17" fmla="*/ 130 h 146"/>
              <a:gd name="T18" fmla="*/ 126 w 148"/>
              <a:gd name="T19" fmla="*/ 72 h 146"/>
              <a:gd name="T20" fmla="*/ 132 w 148"/>
              <a:gd name="T21" fmla="*/ 50 h 146"/>
              <a:gd name="T22" fmla="*/ 61 w 148"/>
              <a:gd name="T23" fmla="*/ 0 h 146"/>
              <a:gd name="T24" fmla="*/ 43 w 148"/>
              <a:gd name="T25" fmla="*/ 25 h 146"/>
              <a:gd name="T26" fmla="*/ 35 w 148"/>
              <a:gd name="T27" fmla="*/ 18 h 146"/>
              <a:gd name="T28" fmla="*/ 29 w 148"/>
              <a:gd name="T29" fmla="*/ 24 h 146"/>
              <a:gd name="T30" fmla="*/ 29 w 148"/>
              <a:gd name="T31" fmla="*/ 0 h 146"/>
              <a:gd name="T32" fmla="*/ 11 w 148"/>
              <a:gd name="T33" fmla="*/ 1 h 146"/>
              <a:gd name="T34" fmla="*/ 14 w 148"/>
              <a:gd name="T35" fmla="*/ 19 h 146"/>
              <a:gd name="T36" fmla="*/ 15 w 148"/>
              <a:gd name="T37" fmla="*/ 30 h 146"/>
              <a:gd name="T38" fmla="*/ 0 w 148"/>
              <a:gd name="T39" fmla="*/ 46 h 146"/>
              <a:gd name="T40" fmla="*/ 0 w 148"/>
              <a:gd name="T41" fmla="*/ 46 h 14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48"/>
              <a:gd name="T64" fmla="*/ 0 h 146"/>
              <a:gd name="T65" fmla="*/ 148 w 148"/>
              <a:gd name="T66" fmla="*/ 146 h 14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48" h="146">
                <a:moveTo>
                  <a:pt x="0" y="46"/>
                </a:moveTo>
                <a:lnTo>
                  <a:pt x="0" y="46"/>
                </a:lnTo>
                <a:lnTo>
                  <a:pt x="1" y="74"/>
                </a:lnTo>
                <a:lnTo>
                  <a:pt x="19" y="103"/>
                </a:lnTo>
                <a:lnTo>
                  <a:pt x="44" y="115"/>
                </a:lnTo>
                <a:lnTo>
                  <a:pt x="57" y="118"/>
                </a:lnTo>
                <a:lnTo>
                  <a:pt x="72" y="145"/>
                </a:lnTo>
                <a:lnTo>
                  <a:pt x="127" y="142"/>
                </a:lnTo>
                <a:lnTo>
                  <a:pt x="147" y="130"/>
                </a:lnTo>
                <a:lnTo>
                  <a:pt x="126" y="72"/>
                </a:lnTo>
                <a:lnTo>
                  <a:pt x="132" y="50"/>
                </a:lnTo>
                <a:lnTo>
                  <a:pt x="61" y="0"/>
                </a:lnTo>
                <a:lnTo>
                  <a:pt x="43" y="25"/>
                </a:lnTo>
                <a:lnTo>
                  <a:pt x="35" y="18"/>
                </a:lnTo>
                <a:lnTo>
                  <a:pt x="29" y="24"/>
                </a:lnTo>
                <a:lnTo>
                  <a:pt x="29" y="0"/>
                </a:lnTo>
                <a:lnTo>
                  <a:pt x="11" y="1"/>
                </a:lnTo>
                <a:lnTo>
                  <a:pt x="14" y="19"/>
                </a:lnTo>
                <a:lnTo>
                  <a:pt x="15" y="30"/>
                </a:lnTo>
                <a:lnTo>
                  <a:pt x="0" y="4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3" name="Freeform 850">
            <a:extLst>
              <a:ext uri="{FF2B5EF4-FFF2-40B4-BE49-F238E27FC236}">
                <a16:creationId xmlns:a16="http://schemas.microsoft.com/office/drawing/2014/main" id="{BAFEA5D4-39C2-9613-4732-CC6034005E10}"/>
              </a:ext>
            </a:extLst>
          </p:cNvPr>
          <p:cNvSpPr>
            <a:spLocks/>
          </p:cNvSpPr>
          <p:nvPr/>
        </p:nvSpPr>
        <p:spPr bwMode="auto">
          <a:xfrm>
            <a:off x="4049391" y="5199133"/>
            <a:ext cx="34328" cy="79049"/>
          </a:xfrm>
          <a:custGeom>
            <a:avLst/>
            <a:gdLst>
              <a:gd name="T0" fmla="*/ 0 w 30"/>
              <a:gd name="T1" fmla="*/ 0 h 71"/>
              <a:gd name="T2" fmla="*/ 0 w 30"/>
              <a:gd name="T3" fmla="*/ 0 h 71"/>
              <a:gd name="T4" fmla="*/ 15 w 30"/>
              <a:gd name="T5" fmla="*/ 4 h 71"/>
              <a:gd name="T6" fmla="*/ 29 w 30"/>
              <a:gd name="T7" fmla="*/ 67 h 71"/>
              <a:gd name="T8" fmla="*/ 19 w 30"/>
              <a:gd name="T9" fmla="*/ 70 h 71"/>
              <a:gd name="T10" fmla="*/ 0 w 30"/>
              <a:gd name="T11" fmla="*/ 0 h 71"/>
              <a:gd name="T12" fmla="*/ 0 w 30"/>
              <a:gd name="T13" fmla="*/ 0 h 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71"/>
              <a:gd name="T23" fmla="*/ 30 w 30"/>
              <a:gd name="T24" fmla="*/ 71 h 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71">
                <a:moveTo>
                  <a:pt x="0" y="0"/>
                </a:moveTo>
                <a:lnTo>
                  <a:pt x="0" y="0"/>
                </a:lnTo>
                <a:lnTo>
                  <a:pt x="15" y="4"/>
                </a:lnTo>
                <a:lnTo>
                  <a:pt x="29" y="67"/>
                </a:lnTo>
                <a:lnTo>
                  <a:pt x="19" y="7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4" name="Freeform 851">
            <a:extLst>
              <a:ext uri="{FF2B5EF4-FFF2-40B4-BE49-F238E27FC236}">
                <a16:creationId xmlns:a16="http://schemas.microsoft.com/office/drawing/2014/main" id="{0B80EB94-192C-ECCE-AB4A-2E11B11B95A9}"/>
              </a:ext>
            </a:extLst>
          </p:cNvPr>
          <p:cNvSpPr>
            <a:spLocks/>
          </p:cNvSpPr>
          <p:nvPr/>
        </p:nvSpPr>
        <p:spPr bwMode="auto">
          <a:xfrm>
            <a:off x="4516248" y="5308243"/>
            <a:ext cx="84675" cy="81276"/>
          </a:xfrm>
          <a:custGeom>
            <a:avLst/>
            <a:gdLst>
              <a:gd name="T0" fmla="*/ 0 w 74"/>
              <a:gd name="T1" fmla="*/ 72 h 73"/>
              <a:gd name="T2" fmla="*/ 0 w 74"/>
              <a:gd name="T3" fmla="*/ 72 h 73"/>
              <a:gd name="T4" fmla="*/ 11 w 74"/>
              <a:gd name="T5" fmla="*/ 68 h 73"/>
              <a:gd name="T6" fmla="*/ 29 w 74"/>
              <a:gd name="T7" fmla="*/ 67 h 73"/>
              <a:gd name="T8" fmla="*/ 29 w 74"/>
              <a:gd name="T9" fmla="*/ 57 h 73"/>
              <a:gd name="T10" fmla="*/ 58 w 74"/>
              <a:gd name="T11" fmla="*/ 51 h 73"/>
              <a:gd name="T12" fmla="*/ 73 w 74"/>
              <a:gd name="T13" fmla="*/ 26 h 73"/>
              <a:gd name="T14" fmla="*/ 58 w 74"/>
              <a:gd name="T15" fmla="*/ 0 h 73"/>
              <a:gd name="T16" fmla="*/ 16 w 74"/>
              <a:gd name="T17" fmla="*/ 5 h 73"/>
              <a:gd name="T18" fmla="*/ 21 w 74"/>
              <a:gd name="T19" fmla="*/ 24 h 73"/>
              <a:gd name="T20" fmla="*/ 12 w 74"/>
              <a:gd name="T21" fmla="*/ 37 h 73"/>
              <a:gd name="T22" fmla="*/ 0 w 74"/>
              <a:gd name="T23" fmla="*/ 72 h 73"/>
              <a:gd name="T24" fmla="*/ 0 w 74"/>
              <a:gd name="T25" fmla="*/ 72 h 7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74"/>
              <a:gd name="T40" fmla="*/ 0 h 73"/>
              <a:gd name="T41" fmla="*/ 74 w 74"/>
              <a:gd name="T42" fmla="*/ 73 h 7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74" h="73">
                <a:moveTo>
                  <a:pt x="0" y="72"/>
                </a:moveTo>
                <a:lnTo>
                  <a:pt x="0" y="72"/>
                </a:lnTo>
                <a:lnTo>
                  <a:pt x="11" y="68"/>
                </a:lnTo>
                <a:lnTo>
                  <a:pt x="29" y="67"/>
                </a:lnTo>
                <a:lnTo>
                  <a:pt x="29" y="57"/>
                </a:lnTo>
                <a:lnTo>
                  <a:pt x="58" y="51"/>
                </a:lnTo>
                <a:lnTo>
                  <a:pt x="73" y="26"/>
                </a:lnTo>
                <a:lnTo>
                  <a:pt x="58" y="0"/>
                </a:lnTo>
                <a:lnTo>
                  <a:pt x="16" y="5"/>
                </a:lnTo>
                <a:lnTo>
                  <a:pt x="21" y="24"/>
                </a:lnTo>
                <a:lnTo>
                  <a:pt x="12" y="37"/>
                </a:lnTo>
                <a:lnTo>
                  <a:pt x="0" y="7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5" name="Freeform 852">
            <a:extLst>
              <a:ext uri="{FF2B5EF4-FFF2-40B4-BE49-F238E27FC236}">
                <a16:creationId xmlns:a16="http://schemas.microsoft.com/office/drawing/2014/main" id="{5FDE5548-5988-E0D2-5535-BFE10AD0D4C8}"/>
              </a:ext>
            </a:extLst>
          </p:cNvPr>
          <p:cNvSpPr>
            <a:spLocks/>
          </p:cNvSpPr>
          <p:nvPr/>
        </p:nvSpPr>
        <p:spPr bwMode="auto">
          <a:xfrm>
            <a:off x="4435006" y="4875142"/>
            <a:ext cx="176215" cy="160325"/>
          </a:xfrm>
          <a:custGeom>
            <a:avLst/>
            <a:gdLst>
              <a:gd name="T0" fmla="*/ 0 w 154"/>
              <a:gd name="T1" fmla="*/ 24 h 144"/>
              <a:gd name="T2" fmla="*/ 0 w 154"/>
              <a:gd name="T3" fmla="*/ 24 h 144"/>
              <a:gd name="T4" fmla="*/ 6 w 154"/>
              <a:gd name="T5" fmla="*/ 140 h 144"/>
              <a:gd name="T6" fmla="*/ 129 w 154"/>
              <a:gd name="T7" fmla="*/ 143 h 144"/>
              <a:gd name="T8" fmla="*/ 150 w 154"/>
              <a:gd name="T9" fmla="*/ 125 h 144"/>
              <a:gd name="T10" fmla="*/ 153 w 154"/>
              <a:gd name="T11" fmla="*/ 113 h 144"/>
              <a:gd name="T12" fmla="*/ 107 w 154"/>
              <a:gd name="T13" fmla="*/ 30 h 144"/>
              <a:gd name="T14" fmla="*/ 129 w 154"/>
              <a:gd name="T15" fmla="*/ 57 h 144"/>
              <a:gd name="T16" fmla="*/ 140 w 154"/>
              <a:gd name="T17" fmla="*/ 34 h 144"/>
              <a:gd name="T18" fmla="*/ 129 w 154"/>
              <a:gd name="T19" fmla="*/ 5 h 144"/>
              <a:gd name="T20" fmla="*/ 100 w 154"/>
              <a:gd name="T21" fmla="*/ 10 h 144"/>
              <a:gd name="T22" fmla="*/ 100 w 154"/>
              <a:gd name="T23" fmla="*/ 2 h 144"/>
              <a:gd name="T24" fmla="*/ 85 w 154"/>
              <a:gd name="T25" fmla="*/ 2 h 144"/>
              <a:gd name="T26" fmla="*/ 59 w 154"/>
              <a:gd name="T27" fmla="*/ 12 h 144"/>
              <a:gd name="T28" fmla="*/ 6 w 154"/>
              <a:gd name="T29" fmla="*/ 0 h 144"/>
              <a:gd name="T30" fmla="*/ 0 w 154"/>
              <a:gd name="T31" fmla="*/ 24 h 144"/>
              <a:gd name="T32" fmla="*/ 0 w 154"/>
              <a:gd name="T33" fmla="*/ 24 h 14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54"/>
              <a:gd name="T52" fmla="*/ 0 h 144"/>
              <a:gd name="T53" fmla="*/ 154 w 154"/>
              <a:gd name="T54" fmla="*/ 144 h 144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54" h="144">
                <a:moveTo>
                  <a:pt x="0" y="24"/>
                </a:moveTo>
                <a:lnTo>
                  <a:pt x="0" y="24"/>
                </a:lnTo>
                <a:lnTo>
                  <a:pt x="6" y="140"/>
                </a:lnTo>
                <a:lnTo>
                  <a:pt x="129" y="143"/>
                </a:lnTo>
                <a:lnTo>
                  <a:pt x="150" y="125"/>
                </a:lnTo>
                <a:lnTo>
                  <a:pt x="153" y="113"/>
                </a:lnTo>
                <a:lnTo>
                  <a:pt x="107" y="30"/>
                </a:lnTo>
                <a:lnTo>
                  <a:pt x="129" y="57"/>
                </a:lnTo>
                <a:lnTo>
                  <a:pt x="140" y="34"/>
                </a:lnTo>
                <a:lnTo>
                  <a:pt x="129" y="5"/>
                </a:lnTo>
                <a:lnTo>
                  <a:pt x="100" y="10"/>
                </a:lnTo>
                <a:lnTo>
                  <a:pt x="100" y="2"/>
                </a:lnTo>
                <a:lnTo>
                  <a:pt x="85" y="2"/>
                </a:lnTo>
                <a:lnTo>
                  <a:pt x="59" y="12"/>
                </a:lnTo>
                <a:lnTo>
                  <a:pt x="6" y="0"/>
                </a:lnTo>
                <a:lnTo>
                  <a:pt x="0" y="2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6" name="Freeform 853">
            <a:extLst>
              <a:ext uri="{FF2B5EF4-FFF2-40B4-BE49-F238E27FC236}">
                <a16:creationId xmlns:a16="http://schemas.microsoft.com/office/drawing/2014/main" id="{34177691-D0FC-50C2-9C16-8B6C1C4DBE46}"/>
              </a:ext>
            </a:extLst>
          </p:cNvPr>
          <p:cNvSpPr>
            <a:spLocks/>
          </p:cNvSpPr>
          <p:nvPr/>
        </p:nvSpPr>
        <p:spPr bwMode="auto">
          <a:xfrm>
            <a:off x="3971582" y="5141237"/>
            <a:ext cx="117858" cy="84616"/>
          </a:xfrm>
          <a:custGeom>
            <a:avLst/>
            <a:gdLst>
              <a:gd name="T0" fmla="*/ 0 w 103"/>
              <a:gd name="T1" fmla="*/ 63 h 76"/>
              <a:gd name="T2" fmla="*/ 0 w 103"/>
              <a:gd name="T3" fmla="*/ 63 h 76"/>
              <a:gd name="T4" fmla="*/ 7 w 103"/>
              <a:gd name="T5" fmla="*/ 72 h 76"/>
              <a:gd name="T6" fmla="*/ 34 w 103"/>
              <a:gd name="T7" fmla="*/ 75 h 76"/>
              <a:gd name="T8" fmla="*/ 32 w 103"/>
              <a:gd name="T9" fmla="*/ 56 h 76"/>
              <a:gd name="T10" fmla="*/ 68 w 103"/>
              <a:gd name="T11" fmla="*/ 52 h 76"/>
              <a:gd name="T12" fmla="*/ 83 w 103"/>
              <a:gd name="T13" fmla="*/ 56 h 76"/>
              <a:gd name="T14" fmla="*/ 102 w 103"/>
              <a:gd name="T15" fmla="*/ 42 h 76"/>
              <a:gd name="T16" fmla="*/ 76 w 103"/>
              <a:gd name="T17" fmla="*/ 13 h 76"/>
              <a:gd name="T18" fmla="*/ 73 w 103"/>
              <a:gd name="T19" fmla="*/ 0 h 76"/>
              <a:gd name="T20" fmla="*/ 17 w 103"/>
              <a:gd name="T21" fmla="*/ 24 h 76"/>
              <a:gd name="T22" fmla="*/ 0 w 103"/>
              <a:gd name="T23" fmla="*/ 63 h 76"/>
              <a:gd name="T24" fmla="*/ 0 w 103"/>
              <a:gd name="T25" fmla="*/ 63 h 7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"/>
              <a:gd name="T40" fmla="*/ 0 h 76"/>
              <a:gd name="T41" fmla="*/ 103 w 103"/>
              <a:gd name="T42" fmla="*/ 76 h 7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" h="76">
                <a:moveTo>
                  <a:pt x="0" y="63"/>
                </a:moveTo>
                <a:lnTo>
                  <a:pt x="0" y="63"/>
                </a:lnTo>
                <a:lnTo>
                  <a:pt x="7" y="72"/>
                </a:lnTo>
                <a:lnTo>
                  <a:pt x="34" y="75"/>
                </a:lnTo>
                <a:lnTo>
                  <a:pt x="32" y="56"/>
                </a:lnTo>
                <a:lnTo>
                  <a:pt x="68" y="52"/>
                </a:lnTo>
                <a:lnTo>
                  <a:pt x="83" y="56"/>
                </a:lnTo>
                <a:lnTo>
                  <a:pt x="102" y="42"/>
                </a:lnTo>
                <a:lnTo>
                  <a:pt x="76" y="13"/>
                </a:lnTo>
                <a:lnTo>
                  <a:pt x="73" y="0"/>
                </a:lnTo>
                <a:lnTo>
                  <a:pt x="17" y="24"/>
                </a:lnTo>
                <a:lnTo>
                  <a:pt x="0" y="6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7" name="Freeform 854">
            <a:extLst>
              <a:ext uri="{FF2B5EF4-FFF2-40B4-BE49-F238E27FC236}">
                <a16:creationId xmlns:a16="http://schemas.microsoft.com/office/drawing/2014/main" id="{61FDF46B-8AFC-BE4A-481D-06BC8B0D08AA}"/>
              </a:ext>
            </a:extLst>
          </p:cNvPr>
          <p:cNvSpPr>
            <a:spLocks/>
          </p:cNvSpPr>
          <p:nvPr/>
        </p:nvSpPr>
        <p:spPr bwMode="auto">
          <a:xfrm>
            <a:off x="4394957" y="5491948"/>
            <a:ext cx="185370" cy="149191"/>
          </a:xfrm>
          <a:custGeom>
            <a:avLst/>
            <a:gdLst>
              <a:gd name="T0" fmla="*/ 0 w 162"/>
              <a:gd name="T1" fmla="*/ 65 h 134"/>
              <a:gd name="T2" fmla="*/ 0 w 162"/>
              <a:gd name="T3" fmla="*/ 65 h 134"/>
              <a:gd name="T4" fmla="*/ 0 w 162"/>
              <a:gd name="T5" fmla="*/ 116 h 134"/>
              <a:gd name="T6" fmla="*/ 17 w 162"/>
              <a:gd name="T7" fmla="*/ 129 h 134"/>
              <a:gd name="T8" fmla="*/ 43 w 162"/>
              <a:gd name="T9" fmla="*/ 132 h 134"/>
              <a:gd name="T10" fmla="*/ 67 w 162"/>
              <a:gd name="T11" fmla="*/ 133 h 134"/>
              <a:gd name="T12" fmla="*/ 91 w 162"/>
              <a:gd name="T13" fmla="*/ 115 h 134"/>
              <a:gd name="T14" fmla="*/ 92 w 162"/>
              <a:gd name="T15" fmla="*/ 107 h 134"/>
              <a:gd name="T16" fmla="*/ 113 w 162"/>
              <a:gd name="T17" fmla="*/ 102 h 134"/>
              <a:gd name="T18" fmla="*/ 109 w 162"/>
              <a:gd name="T19" fmla="*/ 95 h 134"/>
              <a:gd name="T20" fmla="*/ 153 w 162"/>
              <a:gd name="T21" fmla="*/ 81 h 134"/>
              <a:gd name="T22" fmla="*/ 147 w 162"/>
              <a:gd name="T23" fmla="*/ 75 h 134"/>
              <a:gd name="T24" fmla="*/ 161 w 162"/>
              <a:gd name="T25" fmla="*/ 34 h 134"/>
              <a:gd name="T26" fmla="*/ 150 w 162"/>
              <a:gd name="T27" fmla="*/ 17 h 134"/>
              <a:gd name="T28" fmla="*/ 125 w 162"/>
              <a:gd name="T29" fmla="*/ 5 h 134"/>
              <a:gd name="T30" fmla="*/ 118 w 162"/>
              <a:gd name="T31" fmla="*/ 0 h 134"/>
              <a:gd name="T32" fmla="*/ 93 w 162"/>
              <a:gd name="T33" fmla="*/ 12 h 134"/>
              <a:gd name="T34" fmla="*/ 90 w 162"/>
              <a:gd name="T35" fmla="*/ 48 h 134"/>
              <a:gd name="T36" fmla="*/ 106 w 162"/>
              <a:gd name="T37" fmla="*/ 55 h 134"/>
              <a:gd name="T38" fmla="*/ 106 w 162"/>
              <a:gd name="T39" fmla="*/ 69 h 134"/>
              <a:gd name="T40" fmla="*/ 28 w 162"/>
              <a:gd name="T41" fmla="*/ 37 h 134"/>
              <a:gd name="T42" fmla="*/ 31 w 162"/>
              <a:gd name="T43" fmla="*/ 65 h 134"/>
              <a:gd name="T44" fmla="*/ 0 w 162"/>
              <a:gd name="T45" fmla="*/ 65 h 134"/>
              <a:gd name="T46" fmla="*/ 0 w 162"/>
              <a:gd name="T47" fmla="*/ 65 h 13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62"/>
              <a:gd name="T73" fmla="*/ 0 h 134"/>
              <a:gd name="T74" fmla="*/ 162 w 162"/>
              <a:gd name="T75" fmla="*/ 134 h 134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62" h="134">
                <a:moveTo>
                  <a:pt x="0" y="65"/>
                </a:moveTo>
                <a:lnTo>
                  <a:pt x="0" y="65"/>
                </a:lnTo>
                <a:lnTo>
                  <a:pt x="0" y="116"/>
                </a:lnTo>
                <a:lnTo>
                  <a:pt x="17" y="129"/>
                </a:lnTo>
                <a:lnTo>
                  <a:pt x="43" y="132"/>
                </a:lnTo>
                <a:lnTo>
                  <a:pt x="67" y="133"/>
                </a:lnTo>
                <a:lnTo>
                  <a:pt x="91" y="115"/>
                </a:lnTo>
                <a:lnTo>
                  <a:pt x="92" y="107"/>
                </a:lnTo>
                <a:lnTo>
                  <a:pt x="113" y="102"/>
                </a:lnTo>
                <a:lnTo>
                  <a:pt x="109" y="95"/>
                </a:lnTo>
                <a:lnTo>
                  <a:pt x="153" y="81"/>
                </a:lnTo>
                <a:lnTo>
                  <a:pt x="147" y="75"/>
                </a:lnTo>
                <a:lnTo>
                  <a:pt x="161" y="34"/>
                </a:lnTo>
                <a:lnTo>
                  <a:pt x="150" y="17"/>
                </a:lnTo>
                <a:lnTo>
                  <a:pt x="125" y="5"/>
                </a:lnTo>
                <a:lnTo>
                  <a:pt x="118" y="0"/>
                </a:lnTo>
                <a:lnTo>
                  <a:pt x="93" y="12"/>
                </a:lnTo>
                <a:lnTo>
                  <a:pt x="90" y="48"/>
                </a:lnTo>
                <a:lnTo>
                  <a:pt x="106" y="55"/>
                </a:lnTo>
                <a:lnTo>
                  <a:pt x="106" y="69"/>
                </a:lnTo>
                <a:lnTo>
                  <a:pt x="28" y="37"/>
                </a:lnTo>
                <a:lnTo>
                  <a:pt x="31" y="65"/>
                </a:lnTo>
                <a:lnTo>
                  <a:pt x="0" y="6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8" name="Freeform 855">
            <a:extLst>
              <a:ext uri="{FF2B5EF4-FFF2-40B4-BE49-F238E27FC236}">
                <a16:creationId xmlns:a16="http://schemas.microsoft.com/office/drawing/2014/main" id="{F1880FDC-379D-F69A-2653-24A42BA7806C}"/>
              </a:ext>
            </a:extLst>
          </p:cNvPr>
          <p:cNvSpPr>
            <a:spLocks/>
          </p:cNvSpPr>
          <p:nvPr/>
        </p:nvSpPr>
        <p:spPr bwMode="auto">
          <a:xfrm>
            <a:off x="4309138" y="5707942"/>
            <a:ext cx="256314" cy="200407"/>
          </a:xfrm>
          <a:custGeom>
            <a:avLst/>
            <a:gdLst>
              <a:gd name="T0" fmla="*/ 0 w 224"/>
              <a:gd name="T1" fmla="*/ 94 h 180"/>
              <a:gd name="T2" fmla="*/ 0 w 224"/>
              <a:gd name="T3" fmla="*/ 94 h 180"/>
              <a:gd name="T4" fmla="*/ 8 w 224"/>
              <a:gd name="T5" fmla="*/ 88 h 180"/>
              <a:gd name="T6" fmla="*/ 17 w 224"/>
              <a:gd name="T7" fmla="*/ 100 h 180"/>
              <a:gd name="T8" fmla="*/ 35 w 224"/>
              <a:gd name="T9" fmla="*/ 100 h 180"/>
              <a:gd name="T10" fmla="*/ 47 w 224"/>
              <a:gd name="T11" fmla="*/ 91 h 180"/>
              <a:gd name="T12" fmla="*/ 47 w 224"/>
              <a:gd name="T13" fmla="*/ 36 h 180"/>
              <a:gd name="T14" fmla="*/ 58 w 224"/>
              <a:gd name="T15" fmla="*/ 50 h 180"/>
              <a:gd name="T16" fmla="*/ 58 w 224"/>
              <a:gd name="T17" fmla="*/ 65 h 180"/>
              <a:gd name="T18" fmla="*/ 77 w 224"/>
              <a:gd name="T19" fmla="*/ 64 h 180"/>
              <a:gd name="T20" fmla="*/ 93 w 224"/>
              <a:gd name="T21" fmla="*/ 47 h 180"/>
              <a:gd name="T22" fmla="*/ 123 w 224"/>
              <a:gd name="T23" fmla="*/ 47 h 180"/>
              <a:gd name="T24" fmla="*/ 174 w 224"/>
              <a:gd name="T25" fmla="*/ 0 h 180"/>
              <a:gd name="T26" fmla="*/ 205 w 224"/>
              <a:gd name="T27" fmla="*/ 6 h 180"/>
              <a:gd name="T28" fmla="*/ 210 w 224"/>
              <a:gd name="T29" fmla="*/ 51 h 180"/>
              <a:gd name="T30" fmla="*/ 196 w 224"/>
              <a:gd name="T31" fmla="*/ 63 h 180"/>
              <a:gd name="T32" fmla="*/ 205 w 224"/>
              <a:gd name="T33" fmla="*/ 73 h 180"/>
              <a:gd name="T34" fmla="*/ 212 w 224"/>
              <a:gd name="T35" fmla="*/ 65 h 180"/>
              <a:gd name="T36" fmla="*/ 223 w 224"/>
              <a:gd name="T37" fmla="*/ 65 h 180"/>
              <a:gd name="T38" fmla="*/ 217 w 224"/>
              <a:gd name="T39" fmla="*/ 91 h 180"/>
              <a:gd name="T40" fmla="*/ 184 w 224"/>
              <a:gd name="T41" fmla="*/ 132 h 180"/>
              <a:gd name="T42" fmla="*/ 144 w 224"/>
              <a:gd name="T43" fmla="*/ 167 h 180"/>
              <a:gd name="T44" fmla="*/ 114 w 224"/>
              <a:gd name="T45" fmla="*/ 178 h 180"/>
              <a:gd name="T46" fmla="*/ 26 w 224"/>
              <a:gd name="T47" fmla="*/ 179 h 180"/>
              <a:gd name="T48" fmla="*/ 19 w 224"/>
              <a:gd name="T49" fmla="*/ 159 h 180"/>
              <a:gd name="T50" fmla="*/ 22 w 224"/>
              <a:gd name="T51" fmla="*/ 143 h 180"/>
              <a:gd name="T52" fmla="*/ 0 w 224"/>
              <a:gd name="T53" fmla="*/ 94 h 180"/>
              <a:gd name="T54" fmla="*/ 0 w 224"/>
              <a:gd name="T55" fmla="*/ 94 h 18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224"/>
              <a:gd name="T85" fmla="*/ 0 h 180"/>
              <a:gd name="T86" fmla="*/ 224 w 224"/>
              <a:gd name="T87" fmla="*/ 180 h 180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224" h="180">
                <a:moveTo>
                  <a:pt x="0" y="94"/>
                </a:moveTo>
                <a:lnTo>
                  <a:pt x="0" y="94"/>
                </a:lnTo>
                <a:lnTo>
                  <a:pt x="8" y="88"/>
                </a:lnTo>
                <a:lnTo>
                  <a:pt x="17" y="100"/>
                </a:lnTo>
                <a:lnTo>
                  <a:pt x="35" y="100"/>
                </a:lnTo>
                <a:lnTo>
                  <a:pt x="47" y="91"/>
                </a:lnTo>
                <a:lnTo>
                  <a:pt x="47" y="36"/>
                </a:lnTo>
                <a:lnTo>
                  <a:pt x="58" y="50"/>
                </a:lnTo>
                <a:lnTo>
                  <a:pt x="58" y="65"/>
                </a:lnTo>
                <a:lnTo>
                  <a:pt x="77" y="64"/>
                </a:lnTo>
                <a:lnTo>
                  <a:pt x="93" y="47"/>
                </a:lnTo>
                <a:lnTo>
                  <a:pt x="123" y="47"/>
                </a:lnTo>
                <a:lnTo>
                  <a:pt x="174" y="0"/>
                </a:lnTo>
                <a:lnTo>
                  <a:pt x="205" y="6"/>
                </a:lnTo>
                <a:lnTo>
                  <a:pt x="210" y="51"/>
                </a:lnTo>
                <a:lnTo>
                  <a:pt x="196" y="63"/>
                </a:lnTo>
                <a:lnTo>
                  <a:pt x="205" y="73"/>
                </a:lnTo>
                <a:lnTo>
                  <a:pt x="212" y="65"/>
                </a:lnTo>
                <a:lnTo>
                  <a:pt x="223" y="65"/>
                </a:lnTo>
                <a:lnTo>
                  <a:pt x="217" y="91"/>
                </a:lnTo>
                <a:lnTo>
                  <a:pt x="184" y="132"/>
                </a:lnTo>
                <a:lnTo>
                  <a:pt x="144" y="167"/>
                </a:lnTo>
                <a:lnTo>
                  <a:pt x="114" y="178"/>
                </a:lnTo>
                <a:lnTo>
                  <a:pt x="26" y="179"/>
                </a:lnTo>
                <a:lnTo>
                  <a:pt x="19" y="159"/>
                </a:lnTo>
                <a:lnTo>
                  <a:pt x="22" y="143"/>
                </a:lnTo>
                <a:lnTo>
                  <a:pt x="0" y="9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9" name="Freeform 856">
            <a:extLst>
              <a:ext uri="{FF2B5EF4-FFF2-40B4-BE49-F238E27FC236}">
                <a16:creationId xmlns:a16="http://schemas.microsoft.com/office/drawing/2014/main" id="{F53A971C-4AED-F01E-CCC9-3E6E39E0E790}"/>
              </a:ext>
            </a:extLst>
          </p:cNvPr>
          <p:cNvSpPr>
            <a:spLocks/>
          </p:cNvSpPr>
          <p:nvPr/>
        </p:nvSpPr>
        <p:spPr bwMode="auto">
          <a:xfrm>
            <a:off x="4473910" y="5814826"/>
            <a:ext cx="36616" cy="36741"/>
          </a:xfrm>
          <a:custGeom>
            <a:avLst/>
            <a:gdLst>
              <a:gd name="T0" fmla="*/ 0 w 32"/>
              <a:gd name="T1" fmla="*/ 16 h 33"/>
              <a:gd name="T2" fmla="*/ 0 w 32"/>
              <a:gd name="T3" fmla="*/ 16 h 33"/>
              <a:gd name="T4" fmla="*/ 11 w 32"/>
              <a:gd name="T5" fmla="*/ 32 h 33"/>
              <a:gd name="T6" fmla="*/ 31 w 32"/>
              <a:gd name="T7" fmla="*/ 16 h 33"/>
              <a:gd name="T8" fmla="*/ 22 w 32"/>
              <a:gd name="T9" fmla="*/ 0 h 33"/>
              <a:gd name="T10" fmla="*/ 0 w 32"/>
              <a:gd name="T11" fmla="*/ 16 h 33"/>
              <a:gd name="T12" fmla="*/ 0 w 32"/>
              <a:gd name="T13" fmla="*/ 16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33"/>
              <a:gd name="T23" fmla="*/ 32 w 32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33">
                <a:moveTo>
                  <a:pt x="0" y="16"/>
                </a:moveTo>
                <a:lnTo>
                  <a:pt x="0" y="16"/>
                </a:lnTo>
                <a:lnTo>
                  <a:pt x="11" y="32"/>
                </a:lnTo>
                <a:lnTo>
                  <a:pt x="31" y="16"/>
                </a:lnTo>
                <a:lnTo>
                  <a:pt x="22" y="0"/>
                </a:lnTo>
                <a:lnTo>
                  <a:pt x="0" y="1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0" name="Freeform 857">
            <a:extLst>
              <a:ext uri="{FF2B5EF4-FFF2-40B4-BE49-F238E27FC236}">
                <a16:creationId xmlns:a16="http://schemas.microsoft.com/office/drawing/2014/main" id="{9C833643-6B7C-0DB5-ED1F-B5CBA19EE974}"/>
              </a:ext>
            </a:extLst>
          </p:cNvPr>
          <p:cNvSpPr>
            <a:spLocks/>
          </p:cNvSpPr>
          <p:nvPr/>
        </p:nvSpPr>
        <p:spPr bwMode="auto">
          <a:xfrm>
            <a:off x="4190135" y="4825041"/>
            <a:ext cx="49203" cy="30061"/>
          </a:xfrm>
          <a:custGeom>
            <a:avLst/>
            <a:gdLst>
              <a:gd name="T0" fmla="*/ 2 w 43"/>
              <a:gd name="T1" fmla="*/ 25 h 27"/>
              <a:gd name="T2" fmla="*/ 11 w 43"/>
              <a:gd name="T3" fmla="*/ 26 h 27"/>
              <a:gd name="T4" fmla="*/ 15 w 43"/>
              <a:gd name="T5" fmla="*/ 25 h 27"/>
              <a:gd name="T6" fmla="*/ 20 w 43"/>
              <a:gd name="T7" fmla="*/ 22 h 27"/>
              <a:gd name="T8" fmla="*/ 29 w 43"/>
              <a:gd name="T9" fmla="*/ 20 h 27"/>
              <a:gd name="T10" fmla="*/ 37 w 43"/>
              <a:gd name="T11" fmla="*/ 18 h 27"/>
              <a:gd name="T12" fmla="*/ 40 w 43"/>
              <a:gd name="T13" fmla="*/ 11 h 27"/>
              <a:gd name="T14" fmla="*/ 42 w 43"/>
              <a:gd name="T15" fmla="*/ 7 h 27"/>
              <a:gd name="T16" fmla="*/ 33 w 43"/>
              <a:gd name="T17" fmla="*/ 0 h 27"/>
              <a:gd name="T18" fmla="*/ 0 w 43"/>
              <a:gd name="T19" fmla="*/ 7 h 27"/>
              <a:gd name="T20" fmla="*/ 0 w 43"/>
              <a:gd name="T21" fmla="*/ 25 h 27"/>
              <a:gd name="T22" fmla="*/ 2 w 43"/>
              <a:gd name="T23" fmla="*/ 25 h 27"/>
              <a:gd name="T24" fmla="*/ 2 w 43"/>
              <a:gd name="T25" fmla="*/ 25 h 2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3"/>
              <a:gd name="T40" fmla="*/ 0 h 27"/>
              <a:gd name="T41" fmla="*/ 43 w 43"/>
              <a:gd name="T42" fmla="*/ 27 h 2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3" h="27">
                <a:moveTo>
                  <a:pt x="2" y="25"/>
                </a:moveTo>
                <a:lnTo>
                  <a:pt x="11" y="26"/>
                </a:lnTo>
                <a:lnTo>
                  <a:pt x="15" y="25"/>
                </a:lnTo>
                <a:lnTo>
                  <a:pt x="20" y="22"/>
                </a:lnTo>
                <a:lnTo>
                  <a:pt x="29" y="20"/>
                </a:lnTo>
                <a:lnTo>
                  <a:pt x="37" y="18"/>
                </a:lnTo>
                <a:lnTo>
                  <a:pt x="40" y="11"/>
                </a:lnTo>
                <a:lnTo>
                  <a:pt x="42" y="7"/>
                </a:lnTo>
                <a:lnTo>
                  <a:pt x="33" y="0"/>
                </a:lnTo>
                <a:lnTo>
                  <a:pt x="0" y="7"/>
                </a:lnTo>
                <a:lnTo>
                  <a:pt x="0" y="25"/>
                </a:lnTo>
                <a:lnTo>
                  <a:pt x="2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1" name="Freeform 858">
            <a:extLst>
              <a:ext uri="{FF2B5EF4-FFF2-40B4-BE49-F238E27FC236}">
                <a16:creationId xmlns:a16="http://schemas.microsoft.com/office/drawing/2014/main" id="{B11A021E-269F-6E7A-78C7-5F5FC1886926}"/>
              </a:ext>
            </a:extLst>
          </p:cNvPr>
          <p:cNvSpPr>
            <a:spLocks/>
          </p:cNvSpPr>
          <p:nvPr/>
        </p:nvSpPr>
        <p:spPr bwMode="auto">
          <a:xfrm>
            <a:off x="4167250" y="4783846"/>
            <a:ext cx="62934" cy="114677"/>
          </a:xfrm>
          <a:custGeom>
            <a:avLst/>
            <a:gdLst>
              <a:gd name="T0" fmla="*/ 0 w 55"/>
              <a:gd name="T1" fmla="*/ 47 h 103"/>
              <a:gd name="T2" fmla="*/ 0 w 55"/>
              <a:gd name="T3" fmla="*/ 47 h 103"/>
              <a:gd name="T4" fmla="*/ 12 w 55"/>
              <a:gd name="T5" fmla="*/ 38 h 103"/>
              <a:gd name="T6" fmla="*/ 18 w 55"/>
              <a:gd name="T7" fmla="*/ 1 h 103"/>
              <a:gd name="T8" fmla="*/ 51 w 55"/>
              <a:gd name="T9" fmla="*/ 0 h 103"/>
              <a:gd name="T10" fmla="*/ 42 w 55"/>
              <a:gd name="T11" fmla="*/ 12 h 103"/>
              <a:gd name="T12" fmla="*/ 52 w 55"/>
              <a:gd name="T13" fmla="*/ 28 h 103"/>
              <a:gd name="T14" fmla="*/ 33 w 55"/>
              <a:gd name="T15" fmla="*/ 47 h 103"/>
              <a:gd name="T16" fmla="*/ 54 w 55"/>
              <a:gd name="T17" fmla="*/ 60 h 103"/>
              <a:gd name="T18" fmla="*/ 27 w 55"/>
              <a:gd name="T19" fmla="*/ 102 h 103"/>
              <a:gd name="T20" fmla="*/ 23 w 55"/>
              <a:gd name="T21" fmla="*/ 75 h 103"/>
              <a:gd name="T22" fmla="*/ 0 w 55"/>
              <a:gd name="T23" fmla="*/ 47 h 103"/>
              <a:gd name="T24" fmla="*/ 0 w 55"/>
              <a:gd name="T25" fmla="*/ 47 h 10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5"/>
              <a:gd name="T40" fmla="*/ 0 h 103"/>
              <a:gd name="T41" fmla="*/ 55 w 55"/>
              <a:gd name="T42" fmla="*/ 103 h 10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5" h="103">
                <a:moveTo>
                  <a:pt x="0" y="47"/>
                </a:moveTo>
                <a:lnTo>
                  <a:pt x="0" y="47"/>
                </a:lnTo>
                <a:lnTo>
                  <a:pt x="12" y="38"/>
                </a:lnTo>
                <a:lnTo>
                  <a:pt x="18" y="1"/>
                </a:lnTo>
                <a:lnTo>
                  <a:pt x="51" y="0"/>
                </a:lnTo>
                <a:lnTo>
                  <a:pt x="42" y="12"/>
                </a:lnTo>
                <a:lnTo>
                  <a:pt x="52" y="28"/>
                </a:lnTo>
                <a:lnTo>
                  <a:pt x="33" y="47"/>
                </a:lnTo>
                <a:lnTo>
                  <a:pt x="54" y="60"/>
                </a:lnTo>
                <a:lnTo>
                  <a:pt x="27" y="102"/>
                </a:lnTo>
                <a:lnTo>
                  <a:pt x="23" y="75"/>
                </a:lnTo>
                <a:lnTo>
                  <a:pt x="0" y="4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2" name="Freeform 859">
            <a:extLst>
              <a:ext uri="{FF2B5EF4-FFF2-40B4-BE49-F238E27FC236}">
                <a16:creationId xmlns:a16="http://schemas.microsoft.com/office/drawing/2014/main" id="{E886CF63-194E-FF30-1742-948B1E5086D7}"/>
              </a:ext>
            </a:extLst>
          </p:cNvPr>
          <p:cNvSpPr>
            <a:spLocks/>
          </p:cNvSpPr>
          <p:nvPr/>
        </p:nvSpPr>
        <p:spPr bwMode="auto">
          <a:xfrm>
            <a:off x="4236648" y="4523887"/>
            <a:ext cx="105121" cy="45970"/>
          </a:xfrm>
          <a:custGeom>
            <a:avLst/>
            <a:gdLst>
              <a:gd name="T0" fmla="*/ 0 w 90"/>
              <a:gd name="T1" fmla="*/ 23633520 h 43"/>
              <a:gd name="T2" fmla="*/ 0 w 90"/>
              <a:gd name="T3" fmla="*/ 23633520 h 43"/>
              <a:gd name="T4" fmla="*/ 38709597 w 90"/>
              <a:gd name="T5" fmla="*/ 66175857 h 43"/>
              <a:gd name="T6" fmla="*/ 104838504 w 90"/>
              <a:gd name="T7" fmla="*/ 64600540 h 43"/>
              <a:gd name="T8" fmla="*/ 143548091 w 90"/>
              <a:gd name="T9" fmla="*/ 40965765 h 43"/>
              <a:gd name="T10" fmla="*/ 59677300 w 90"/>
              <a:gd name="T11" fmla="*/ 9453155 h 43"/>
              <a:gd name="T12" fmla="*/ 48387003 w 90"/>
              <a:gd name="T13" fmla="*/ 0 h 43"/>
              <a:gd name="T14" fmla="*/ 0 w 90"/>
              <a:gd name="T15" fmla="*/ 23633520 h 43"/>
              <a:gd name="T16" fmla="*/ 0 w 90"/>
              <a:gd name="T17" fmla="*/ 23633520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0"/>
              <a:gd name="T28" fmla="*/ 0 h 43"/>
              <a:gd name="T29" fmla="*/ 90 w 90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0" h="43">
                <a:moveTo>
                  <a:pt x="0" y="15"/>
                </a:moveTo>
                <a:lnTo>
                  <a:pt x="0" y="15"/>
                </a:lnTo>
                <a:lnTo>
                  <a:pt x="24" y="42"/>
                </a:lnTo>
                <a:lnTo>
                  <a:pt x="65" y="41"/>
                </a:lnTo>
                <a:lnTo>
                  <a:pt x="89" y="26"/>
                </a:lnTo>
                <a:lnTo>
                  <a:pt x="37" y="6"/>
                </a:lnTo>
                <a:lnTo>
                  <a:pt x="30" y="0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3" name="Freeform 860">
            <a:extLst>
              <a:ext uri="{FF2B5EF4-FFF2-40B4-BE49-F238E27FC236}">
                <a16:creationId xmlns:a16="http://schemas.microsoft.com/office/drawing/2014/main" id="{54EE71DE-07AD-80E3-B719-3FFF3AF8330A}"/>
              </a:ext>
            </a:extLst>
          </p:cNvPr>
          <p:cNvSpPr>
            <a:spLocks/>
          </p:cNvSpPr>
          <p:nvPr/>
        </p:nvSpPr>
        <p:spPr bwMode="auto">
          <a:xfrm>
            <a:off x="4382654" y="4408949"/>
            <a:ext cx="89061" cy="66251"/>
          </a:xfrm>
          <a:custGeom>
            <a:avLst/>
            <a:gdLst>
              <a:gd name="T0" fmla="*/ 0 w 78"/>
              <a:gd name="T1" fmla="*/ 12590929 h 58"/>
              <a:gd name="T2" fmla="*/ 33909086 w 78"/>
              <a:gd name="T3" fmla="*/ 8993902 h 58"/>
              <a:gd name="T4" fmla="*/ 60110943 w 78"/>
              <a:gd name="T5" fmla="*/ 0 h 58"/>
              <a:gd name="T6" fmla="*/ 95561981 w 78"/>
              <a:gd name="T7" fmla="*/ 7195391 h 58"/>
              <a:gd name="T8" fmla="*/ 118682426 w 78"/>
              <a:gd name="T9" fmla="*/ 21584828 h 58"/>
              <a:gd name="T10" fmla="*/ 104809911 w 78"/>
              <a:gd name="T11" fmla="*/ 34175757 h 58"/>
              <a:gd name="T12" fmla="*/ 87854752 w 78"/>
              <a:gd name="T13" fmla="*/ 35974269 h 58"/>
              <a:gd name="T14" fmla="*/ 67818172 w 78"/>
              <a:gd name="T15" fmla="*/ 55760591 h 58"/>
              <a:gd name="T16" fmla="*/ 53946898 w 78"/>
              <a:gd name="T17" fmla="*/ 102528622 h 58"/>
              <a:gd name="T18" fmla="*/ 44697726 w 78"/>
              <a:gd name="T19" fmla="*/ 82742290 h 58"/>
              <a:gd name="T20" fmla="*/ 18495865 w 78"/>
              <a:gd name="T21" fmla="*/ 80943778 h 58"/>
              <a:gd name="T22" fmla="*/ 35449787 w 78"/>
              <a:gd name="T23" fmla="*/ 43169657 h 58"/>
              <a:gd name="T24" fmla="*/ 0 w 78"/>
              <a:gd name="T25" fmla="*/ 30578733 h 58"/>
              <a:gd name="T26" fmla="*/ 0 w 78"/>
              <a:gd name="T27" fmla="*/ 12590929 h 58"/>
              <a:gd name="T28" fmla="*/ 0 w 78"/>
              <a:gd name="T29" fmla="*/ 12590929 h 5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8"/>
              <a:gd name="T46" fmla="*/ 0 h 58"/>
              <a:gd name="T47" fmla="*/ 78 w 78"/>
              <a:gd name="T48" fmla="*/ 58 h 5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8" h="58">
                <a:moveTo>
                  <a:pt x="0" y="7"/>
                </a:moveTo>
                <a:lnTo>
                  <a:pt x="22" y="5"/>
                </a:lnTo>
                <a:lnTo>
                  <a:pt x="39" y="0"/>
                </a:lnTo>
                <a:lnTo>
                  <a:pt x="62" y="4"/>
                </a:lnTo>
                <a:lnTo>
                  <a:pt x="77" y="12"/>
                </a:lnTo>
                <a:lnTo>
                  <a:pt x="68" y="19"/>
                </a:lnTo>
                <a:lnTo>
                  <a:pt x="57" y="20"/>
                </a:lnTo>
                <a:lnTo>
                  <a:pt x="44" y="31"/>
                </a:lnTo>
                <a:lnTo>
                  <a:pt x="35" y="57"/>
                </a:lnTo>
                <a:lnTo>
                  <a:pt x="29" y="46"/>
                </a:lnTo>
                <a:lnTo>
                  <a:pt x="12" y="45"/>
                </a:lnTo>
                <a:lnTo>
                  <a:pt x="23" y="24"/>
                </a:lnTo>
                <a:lnTo>
                  <a:pt x="0" y="17"/>
                </a:lnTo>
                <a:lnTo>
                  <a:pt x="0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4" name="Freeform 861">
            <a:extLst>
              <a:ext uri="{FF2B5EF4-FFF2-40B4-BE49-F238E27FC236}">
                <a16:creationId xmlns:a16="http://schemas.microsoft.com/office/drawing/2014/main" id="{BE35B9C7-6643-3215-12A1-A3C779782E6F}"/>
              </a:ext>
            </a:extLst>
          </p:cNvPr>
          <p:cNvSpPr>
            <a:spLocks/>
          </p:cNvSpPr>
          <p:nvPr/>
        </p:nvSpPr>
        <p:spPr bwMode="auto">
          <a:xfrm>
            <a:off x="4357845" y="4430582"/>
            <a:ext cx="51101" cy="32449"/>
          </a:xfrm>
          <a:custGeom>
            <a:avLst/>
            <a:gdLst>
              <a:gd name="T0" fmla="*/ 67080589 w 45"/>
              <a:gd name="T1" fmla="*/ 15534291 h 29"/>
              <a:gd name="T2" fmla="*/ 51835342 w 45"/>
              <a:gd name="T3" fmla="*/ 48329201 h 29"/>
              <a:gd name="T4" fmla="*/ 0 w 45"/>
              <a:gd name="T5" fmla="*/ 39698886 h 29"/>
              <a:gd name="T6" fmla="*/ 21343603 w 45"/>
              <a:gd name="T7" fmla="*/ 18986938 h 29"/>
              <a:gd name="T8" fmla="*/ 35065190 w 45"/>
              <a:gd name="T9" fmla="*/ 0 h 29"/>
              <a:gd name="T10" fmla="*/ 67080589 w 45"/>
              <a:gd name="T11" fmla="*/ 15534291 h 29"/>
              <a:gd name="T12" fmla="*/ 67080589 w 45"/>
              <a:gd name="T13" fmla="*/ 15534291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29"/>
              <a:gd name="T23" fmla="*/ 45 w 45"/>
              <a:gd name="T24" fmla="*/ 29 h 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29">
                <a:moveTo>
                  <a:pt x="44" y="9"/>
                </a:moveTo>
                <a:lnTo>
                  <a:pt x="34" y="28"/>
                </a:lnTo>
                <a:lnTo>
                  <a:pt x="0" y="23"/>
                </a:lnTo>
                <a:lnTo>
                  <a:pt x="14" y="11"/>
                </a:lnTo>
                <a:lnTo>
                  <a:pt x="23" y="0"/>
                </a:lnTo>
                <a:lnTo>
                  <a:pt x="44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5" name="Freeform 862">
            <a:extLst>
              <a:ext uri="{FF2B5EF4-FFF2-40B4-BE49-F238E27FC236}">
                <a16:creationId xmlns:a16="http://schemas.microsoft.com/office/drawing/2014/main" id="{FAD2C4EA-E673-F15C-735F-5692626EB020}"/>
              </a:ext>
            </a:extLst>
          </p:cNvPr>
          <p:cNvSpPr/>
          <p:nvPr/>
        </p:nvSpPr>
        <p:spPr bwMode="auto">
          <a:xfrm>
            <a:off x="5342021" y="5920384"/>
            <a:ext cx="115174" cy="186522"/>
          </a:xfrm>
          <a:custGeom>
            <a:avLst/>
            <a:gdLst>
              <a:gd name="connsiteX0" fmla="*/ 91373 w 171041"/>
              <a:gd name="connsiteY0" fmla="*/ 28656 h 209754"/>
              <a:gd name="connsiteX1" fmla="*/ 156688 w 171041"/>
              <a:gd name="connsiteY1" fmla="*/ 13583 h 209754"/>
              <a:gd name="connsiteX2" fmla="*/ 156688 w 171041"/>
              <a:gd name="connsiteY2" fmla="*/ 204502 h 209754"/>
              <a:gd name="connsiteX3" fmla="*/ 938 w 171041"/>
              <a:gd name="connsiteY3" fmla="*/ 154260 h 209754"/>
              <a:gd name="connsiteX4" fmla="*/ 91373 w 171041"/>
              <a:gd name="connsiteY4" fmla="*/ 134164 h 209754"/>
              <a:gd name="connsiteX5" fmla="*/ 91373 w 171041"/>
              <a:gd name="connsiteY5" fmla="*/ 28656 h 20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41" h="209754">
                <a:moveTo>
                  <a:pt x="91373" y="28656"/>
                </a:moveTo>
                <a:cubicBezTo>
                  <a:pt x="102259" y="8559"/>
                  <a:pt x="145802" y="-15725"/>
                  <a:pt x="156688" y="13583"/>
                </a:cubicBezTo>
                <a:cubicBezTo>
                  <a:pt x="167574" y="42891"/>
                  <a:pt x="182646" y="181056"/>
                  <a:pt x="156688" y="204502"/>
                </a:cubicBezTo>
                <a:cubicBezTo>
                  <a:pt x="130730" y="227948"/>
                  <a:pt x="11824" y="165983"/>
                  <a:pt x="938" y="154260"/>
                </a:cubicBezTo>
                <a:cubicBezTo>
                  <a:pt x="-9948" y="142537"/>
                  <a:pt x="77138" y="150911"/>
                  <a:pt x="91373" y="134164"/>
                </a:cubicBezTo>
                <a:cubicBezTo>
                  <a:pt x="105608" y="117417"/>
                  <a:pt x="80487" y="48753"/>
                  <a:pt x="91373" y="2865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566" name="Graphic 7" descr="Rating Star with solid fill">
            <a:extLst>
              <a:ext uri="{FF2B5EF4-FFF2-40B4-BE49-F238E27FC236}">
                <a16:creationId xmlns:a16="http://schemas.microsoft.com/office/drawing/2014/main" id="{BAEE8E90-080B-56DE-2616-B6ED509D6571}"/>
              </a:ext>
            </a:extLst>
          </p:cNvPr>
          <p:cNvSpPr/>
          <p:nvPr/>
        </p:nvSpPr>
        <p:spPr>
          <a:xfrm>
            <a:off x="8166351" y="2116831"/>
            <a:ext cx="876299" cy="295275"/>
          </a:xfrm>
          <a:custGeom>
            <a:avLst/>
            <a:gdLst>
              <a:gd name="connsiteX0" fmla="*/ 51673 w 876299"/>
              <a:gd name="connsiteY0" fmla="*/ 295275 h 295275"/>
              <a:gd name="connsiteX1" fmla="*/ 147638 w 876299"/>
              <a:gd name="connsiteY1" fmla="*/ 228838 h 295275"/>
              <a:gd name="connsiteX2" fmla="*/ 243602 w 876299"/>
              <a:gd name="connsiteY2" fmla="*/ 295275 h 295275"/>
              <a:gd name="connsiteX3" fmla="*/ 210388 w 876299"/>
              <a:gd name="connsiteY3" fmla="*/ 184556 h 295275"/>
              <a:gd name="connsiteX4" fmla="*/ 292894 w 876299"/>
              <a:gd name="connsiteY4" fmla="*/ 112814 h 295275"/>
              <a:gd name="connsiteX5" fmla="*/ 375399 w 876299"/>
              <a:gd name="connsiteY5" fmla="*/ 184556 h 295275"/>
              <a:gd name="connsiteX6" fmla="*/ 342186 w 876299"/>
              <a:gd name="connsiteY6" fmla="*/ 295275 h 295275"/>
              <a:gd name="connsiteX7" fmla="*/ 438150 w 876299"/>
              <a:gd name="connsiteY7" fmla="*/ 228838 h 295275"/>
              <a:gd name="connsiteX8" fmla="*/ 534114 w 876299"/>
              <a:gd name="connsiteY8" fmla="*/ 295275 h 295275"/>
              <a:gd name="connsiteX9" fmla="*/ 500901 w 876299"/>
              <a:gd name="connsiteY9" fmla="*/ 184556 h 295275"/>
              <a:gd name="connsiteX10" fmla="*/ 583406 w 876299"/>
              <a:gd name="connsiteY10" fmla="*/ 112814 h 295275"/>
              <a:gd name="connsiteX11" fmla="*/ 665912 w 876299"/>
              <a:gd name="connsiteY11" fmla="*/ 184556 h 295275"/>
              <a:gd name="connsiteX12" fmla="*/ 632698 w 876299"/>
              <a:gd name="connsiteY12" fmla="*/ 295275 h 295275"/>
              <a:gd name="connsiteX13" fmla="*/ 728662 w 876299"/>
              <a:gd name="connsiteY13" fmla="*/ 228838 h 295275"/>
              <a:gd name="connsiteX14" fmla="*/ 824627 w 876299"/>
              <a:gd name="connsiteY14" fmla="*/ 295275 h 295275"/>
              <a:gd name="connsiteX15" fmla="*/ 791404 w 876299"/>
              <a:gd name="connsiteY15" fmla="*/ 184556 h 295275"/>
              <a:gd name="connsiteX16" fmla="*/ 876300 w 876299"/>
              <a:gd name="connsiteY16" fmla="*/ 110738 h 295275"/>
              <a:gd name="connsiteX17" fmla="*/ 765572 w 876299"/>
              <a:gd name="connsiteY17" fmla="*/ 110738 h 295275"/>
              <a:gd name="connsiteX18" fmla="*/ 728662 w 876299"/>
              <a:gd name="connsiteY18" fmla="*/ 0 h 295275"/>
              <a:gd name="connsiteX19" fmla="*/ 691753 w 876299"/>
              <a:gd name="connsiteY19" fmla="*/ 110738 h 295275"/>
              <a:gd name="connsiteX20" fmla="*/ 475059 w 876299"/>
              <a:gd name="connsiteY20" fmla="*/ 110738 h 295275"/>
              <a:gd name="connsiteX21" fmla="*/ 438150 w 876299"/>
              <a:gd name="connsiteY21" fmla="*/ 0 h 295275"/>
              <a:gd name="connsiteX22" fmla="*/ 401241 w 876299"/>
              <a:gd name="connsiteY22" fmla="*/ 110738 h 295275"/>
              <a:gd name="connsiteX23" fmla="*/ 184547 w 876299"/>
              <a:gd name="connsiteY23" fmla="*/ 110738 h 295275"/>
              <a:gd name="connsiteX24" fmla="*/ 147638 w 876299"/>
              <a:gd name="connsiteY24" fmla="*/ 0 h 295275"/>
              <a:gd name="connsiteX25" fmla="*/ 110728 w 876299"/>
              <a:gd name="connsiteY25" fmla="*/ 110738 h 295275"/>
              <a:gd name="connsiteX26" fmla="*/ 0 w 876299"/>
              <a:gd name="connsiteY26" fmla="*/ 110738 h 295275"/>
              <a:gd name="connsiteX27" fmla="*/ 84887 w 876299"/>
              <a:gd name="connsiteY27" fmla="*/ 184556 h 295275"/>
              <a:gd name="connsiteX28" fmla="*/ 691753 w 876299"/>
              <a:gd name="connsiteY28" fmla="*/ 129778 h 295275"/>
              <a:gd name="connsiteX29" fmla="*/ 705479 w 876299"/>
              <a:gd name="connsiteY29" fmla="*/ 129778 h 295275"/>
              <a:gd name="connsiteX30" fmla="*/ 709822 w 876299"/>
              <a:gd name="connsiteY30" fmla="*/ 116757 h 295275"/>
              <a:gd name="connsiteX31" fmla="*/ 728662 w 876299"/>
              <a:gd name="connsiteY31" fmla="*/ 60246 h 295275"/>
              <a:gd name="connsiteX32" fmla="*/ 747503 w 876299"/>
              <a:gd name="connsiteY32" fmla="*/ 116757 h 295275"/>
              <a:gd name="connsiteX33" fmla="*/ 751837 w 876299"/>
              <a:gd name="connsiteY33" fmla="*/ 129778 h 295275"/>
              <a:gd name="connsiteX34" fmla="*/ 825360 w 876299"/>
              <a:gd name="connsiteY34" fmla="*/ 129778 h 295275"/>
              <a:gd name="connsiteX35" fmla="*/ 778907 w 876299"/>
              <a:gd name="connsiteY35" fmla="*/ 170174 h 295275"/>
              <a:gd name="connsiteX36" fmla="*/ 769630 w 876299"/>
              <a:gd name="connsiteY36" fmla="*/ 178241 h 295275"/>
              <a:gd name="connsiteX37" fmla="*/ 773163 w 876299"/>
              <a:gd name="connsiteY37" fmla="*/ 190024 h 295275"/>
              <a:gd name="connsiteX38" fmla="*/ 790747 w 876299"/>
              <a:gd name="connsiteY38" fmla="*/ 248650 h 295275"/>
              <a:gd name="connsiteX39" fmla="*/ 739502 w 876299"/>
              <a:gd name="connsiteY39" fmla="*/ 213179 h 295275"/>
              <a:gd name="connsiteX40" fmla="*/ 728662 w 876299"/>
              <a:gd name="connsiteY40" fmla="*/ 205673 h 295275"/>
              <a:gd name="connsiteX41" fmla="*/ 717814 w 876299"/>
              <a:gd name="connsiteY41" fmla="*/ 213179 h 295275"/>
              <a:gd name="connsiteX42" fmla="*/ 666569 w 876299"/>
              <a:gd name="connsiteY42" fmla="*/ 248650 h 295275"/>
              <a:gd name="connsiteX43" fmla="*/ 684162 w 876299"/>
              <a:gd name="connsiteY43" fmla="*/ 190024 h 295275"/>
              <a:gd name="connsiteX44" fmla="*/ 687696 w 876299"/>
              <a:gd name="connsiteY44" fmla="*/ 178241 h 295275"/>
              <a:gd name="connsiteX45" fmla="*/ 678418 w 876299"/>
              <a:gd name="connsiteY45" fmla="*/ 170174 h 295275"/>
              <a:gd name="connsiteX46" fmla="*/ 631965 w 876299"/>
              <a:gd name="connsiteY46" fmla="*/ 129778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876299" h="295275">
                <a:moveTo>
                  <a:pt x="51673" y="295275"/>
                </a:moveTo>
                <a:lnTo>
                  <a:pt x="147638" y="228838"/>
                </a:lnTo>
                <a:lnTo>
                  <a:pt x="243602" y="295275"/>
                </a:lnTo>
                <a:lnTo>
                  <a:pt x="210388" y="184556"/>
                </a:lnTo>
                <a:lnTo>
                  <a:pt x="292894" y="112814"/>
                </a:lnTo>
                <a:lnTo>
                  <a:pt x="375399" y="184556"/>
                </a:lnTo>
                <a:lnTo>
                  <a:pt x="342186" y="295275"/>
                </a:lnTo>
                <a:lnTo>
                  <a:pt x="438150" y="228838"/>
                </a:lnTo>
                <a:lnTo>
                  <a:pt x="534114" y="295275"/>
                </a:lnTo>
                <a:lnTo>
                  <a:pt x="500901" y="184556"/>
                </a:lnTo>
                <a:lnTo>
                  <a:pt x="583406" y="112814"/>
                </a:lnTo>
                <a:lnTo>
                  <a:pt x="665912" y="184556"/>
                </a:lnTo>
                <a:lnTo>
                  <a:pt x="632698" y="295275"/>
                </a:lnTo>
                <a:lnTo>
                  <a:pt x="728662" y="228838"/>
                </a:lnTo>
                <a:lnTo>
                  <a:pt x="824627" y="295275"/>
                </a:lnTo>
                <a:lnTo>
                  <a:pt x="791404" y="184556"/>
                </a:lnTo>
                <a:lnTo>
                  <a:pt x="876300" y="110738"/>
                </a:lnTo>
                <a:lnTo>
                  <a:pt x="765572" y="110738"/>
                </a:lnTo>
                <a:lnTo>
                  <a:pt x="728662" y="0"/>
                </a:lnTo>
                <a:lnTo>
                  <a:pt x="691753" y="110738"/>
                </a:lnTo>
                <a:lnTo>
                  <a:pt x="475059" y="110738"/>
                </a:lnTo>
                <a:lnTo>
                  <a:pt x="438150" y="0"/>
                </a:lnTo>
                <a:lnTo>
                  <a:pt x="401241" y="110738"/>
                </a:lnTo>
                <a:lnTo>
                  <a:pt x="184547" y="110738"/>
                </a:lnTo>
                <a:lnTo>
                  <a:pt x="147638" y="0"/>
                </a:lnTo>
                <a:lnTo>
                  <a:pt x="110728" y="110738"/>
                </a:lnTo>
                <a:lnTo>
                  <a:pt x="0" y="110738"/>
                </a:lnTo>
                <a:lnTo>
                  <a:pt x="84887" y="184556"/>
                </a:lnTo>
                <a:close/>
                <a:moveTo>
                  <a:pt x="691753" y="129778"/>
                </a:moveTo>
                <a:lnTo>
                  <a:pt x="705479" y="129778"/>
                </a:lnTo>
                <a:lnTo>
                  <a:pt x="709822" y="116757"/>
                </a:lnTo>
                <a:lnTo>
                  <a:pt x="728662" y="60246"/>
                </a:lnTo>
                <a:lnTo>
                  <a:pt x="747503" y="116757"/>
                </a:lnTo>
                <a:lnTo>
                  <a:pt x="751837" y="129778"/>
                </a:lnTo>
                <a:lnTo>
                  <a:pt x="825360" y="129778"/>
                </a:lnTo>
                <a:lnTo>
                  <a:pt x="778907" y="170174"/>
                </a:lnTo>
                <a:lnTo>
                  <a:pt x="769630" y="178241"/>
                </a:lnTo>
                <a:lnTo>
                  <a:pt x="773163" y="190024"/>
                </a:lnTo>
                <a:lnTo>
                  <a:pt x="790747" y="248650"/>
                </a:lnTo>
                <a:lnTo>
                  <a:pt x="739502" y="213179"/>
                </a:lnTo>
                <a:lnTo>
                  <a:pt x="728662" y="205673"/>
                </a:lnTo>
                <a:lnTo>
                  <a:pt x="717814" y="213179"/>
                </a:lnTo>
                <a:lnTo>
                  <a:pt x="666569" y="248650"/>
                </a:lnTo>
                <a:lnTo>
                  <a:pt x="684162" y="190024"/>
                </a:lnTo>
                <a:lnTo>
                  <a:pt x="687696" y="178241"/>
                </a:lnTo>
                <a:lnTo>
                  <a:pt x="678418" y="170174"/>
                </a:lnTo>
                <a:lnTo>
                  <a:pt x="631965" y="129778"/>
                </a:lnTo>
                <a:close/>
              </a:path>
            </a:pathLst>
          </a:custGeom>
          <a:solidFill>
            <a:srgbClr val="F3D2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7" name="Graphic 7" descr="Rating Star with solid fill">
            <a:extLst>
              <a:ext uri="{FF2B5EF4-FFF2-40B4-BE49-F238E27FC236}">
                <a16:creationId xmlns:a16="http://schemas.microsoft.com/office/drawing/2014/main" id="{8AC3B36B-CF5E-312D-55CA-01E0F01F8ECC}"/>
              </a:ext>
            </a:extLst>
          </p:cNvPr>
          <p:cNvSpPr/>
          <p:nvPr/>
        </p:nvSpPr>
        <p:spPr>
          <a:xfrm>
            <a:off x="8757478" y="2116831"/>
            <a:ext cx="876299" cy="295275"/>
          </a:xfrm>
          <a:custGeom>
            <a:avLst/>
            <a:gdLst>
              <a:gd name="connsiteX0" fmla="*/ 51673 w 876299"/>
              <a:gd name="connsiteY0" fmla="*/ 295275 h 295275"/>
              <a:gd name="connsiteX1" fmla="*/ 147638 w 876299"/>
              <a:gd name="connsiteY1" fmla="*/ 228838 h 295275"/>
              <a:gd name="connsiteX2" fmla="*/ 243602 w 876299"/>
              <a:gd name="connsiteY2" fmla="*/ 295275 h 295275"/>
              <a:gd name="connsiteX3" fmla="*/ 210388 w 876299"/>
              <a:gd name="connsiteY3" fmla="*/ 184556 h 295275"/>
              <a:gd name="connsiteX4" fmla="*/ 292894 w 876299"/>
              <a:gd name="connsiteY4" fmla="*/ 112814 h 295275"/>
              <a:gd name="connsiteX5" fmla="*/ 375399 w 876299"/>
              <a:gd name="connsiteY5" fmla="*/ 184556 h 295275"/>
              <a:gd name="connsiteX6" fmla="*/ 342186 w 876299"/>
              <a:gd name="connsiteY6" fmla="*/ 295275 h 295275"/>
              <a:gd name="connsiteX7" fmla="*/ 438150 w 876299"/>
              <a:gd name="connsiteY7" fmla="*/ 228838 h 295275"/>
              <a:gd name="connsiteX8" fmla="*/ 534114 w 876299"/>
              <a:gd name="connsiteY8" fmla="*/ 295275 h 295275"/>
              <a:gd name="connsiteX9" fmla="*/ 500901 w 876299"/>
              <a:gd name="connsiteY9" fmla="*/ 184556 h 295275"/>
              <a:gd name="connsiteX10" fmla="*/ 583406 w 876299"/>
              <a:gd name="connsiteY10" fmla="*/ 112814 h 295275"/>
              <a:gd name="connsiteX11" fmla="*/ 665912 w 876299"/>
              <a:gd name="connsiteY11" fmla="*/ 184556 h 295275"/>
              <a:gd name="connsiteX12" fmla="*/ 632698 w 876299"/>
              <a:gd name="connsiteY12" fmla="*/ 295275 h 295275"/>
              <a:gd name="connsiteX13" fmla="*/ 728662 w 876299"/>
              <a:gd name="connsiteY13" fmla="*/ 228838 h 295275"/>
              <a:gd name="connsiteX14" fmla="*/ 824627 w 876299"/>
              <a:gd name="connsiteY14" fmla="*/ 295275 h 295275"/>
              <a:gd name="connsiteX15" fmla="*/ 791404 w 876299"/>
              <a:gd name="connsiteY15" fmla="*/ 184556 h 295275"/>
              <a:gd name="connsiteX16" fmla="*/ 876300 w 876299"/>
              <a:gd name="connsiteY16" fmla="*/ 110738 h 295275"/>
              <a:gd name="connsiteX17" fmla="*/ 765572 w 876299"/>
              <a:gd name="connsiteY17" fmla="*/ 110738 h 295275"/>
              <a:gd name="connsiteX18" fmla="*/ 728662 w 876299"/>
              <a:gd name="connsiteY18" fmla="*/ 0 h 295275"/>
              <a:gd name="connsiteX19" fmla="*/ 691753 w 876299"/>
              <a:gd name="connsiteY19" fmla="*/ 110738 h 295275"/>
              <a:gd name="connsiteX20" fmla="*/ 475059 w 876299"/>
              <a:gd name="connsiteY20" fmla="*/ 110738 h 295275"/>
              <a:gd name="connsiteX21" fmla="*/ 438150 w 876299"/>
              <a:gd name="connsiteY21" fmla="*/ 0 h 295275"/>
              <a:gd name="connsiteX22" fmla="*/ 401241 w 876299"/>
              <a:gd name="connsiteY22" fmla="*/ 110738 h 295275"/>
              <a:gd name="connsiteX23" fmla="*/ 184547 w 876299"/>
              <a:gd name="connsiteY23" fmla="*/ 110738 h 295275"/>
              <a:gd name="connsiteX24" fmla="*/ 147638 w 876299"/>
              <a:gd name="connsiteY24" fmla="*/ 0 h 295275"/>
              <a:gd name="connsiteX25" fmla="*/ 110728 w 876299"/>
              <a:gd name="connsiteY25" fmla="*/ 110738 h 295275"/>
              <a:gd name="connsiteX26" fmla="*/ 0 w 876299"/>
              <a:gd name="connsiteY26" fmla="*/ 110738 h 295275"/>
              <a:gd name="connsiteX27" fmla="*/ 84887 w 876299"/>
              <a:gd name="connsiteY27" fmla="*/ 184556 h 295275"/>
              <a:gd name="connsiteX28" fmla="*/ 691753 w 876299"/>
              <a:gd name="connsiteY28" fmla="*/ 129778 h 295275"/>
              <a:gd name="connsiteX29" fmla="*/ 705479 w 876299"/>
              <a:gd name="connsiteY29" fmla="*/ 129778 h 295275"/>
              <a:gd name="connsiteX30" fmla="*/ 709822 w 876299"/>
              <a:gd name="connsiteY30" fmla="*/ 116757 h 295275"/>
              <a:gd name="connsiteX31" fmla="*/ 728662 w 876299"/>
              <a:gd name="connsiteY31" fmla="*/ 60246 h 295275"/>
              <a:gd name="connsiteX32" fmla="*/ 747503 w 876299"/>
              <a:gd name="connsiteY32" fmla="*/ 116757 h 295275"/>
              <a:gd name="connsiteX33" fmla="*/ 751837 w 876299"/>
              <a:gd name="connsiteY33" fmla="*/ 129778 h 295275"/>
              <a:gd name="connsiteX34" fmla="*/ 825360 w 876299"/>
              <a:gd name="connsiteY34" fmla="*/ 129778 h 295275"/>
              <a:gd name="connsiteX35" fmla="*/ 778907 w 876299"/>
              <a:gd name="connsiteY35" fmla="*/ 170174 h 295275"/>
              <a:gd name="connsiteX36" fmla="*/ 769630 w 876299"/>
              <a:gd name="connsiteY36" fmla="*/ 178241 h 295275"/>
              <a:gd name="connsiteX37" fmla="*/ 773163 w 876299"/>
              <a:gd name="connsiteY37" fmla="*/ 190024 h 295275"/>
              <a:gd name="connsiteX38" fmla="*/ 790747 w 876299"/>
              <a:gd name="connsiteY38" fmla="*/ 248650 h 295275"/>
              <a:gd name="connsiteX39" fmla="*/ 739502 w 876299"/>
              <a:gd name="connsiteY39" fmla="*/ 213179 h 295275"/>
              <a:gd name="connsiteX40" fmla="*/ 728662 w 876299"/>
              <a:gd name="connsiteY40" fmla="*/ 205673 h 295275"/>
              <a:gd name="connsiteX41" fmla="*/ 717814 w 876299"/>
              <a:gd name="connsiteY41" fmla="*/ 213179 h 295275"/>
              <a:gd name="connsiteX42" fmla="*/ 666569 w 876299"/>
              <a:gd name="connsiteY42" fmla="*/ 248650 h 295275"/>
              <a:gd name="connsiteX43" fmla="*/ 684162 w 876299"/>
              <a:gd name="connsiteY43" fmla="*/ 190024 h 295275"/>
              <a:gd name="connsiteX44" fmla="*/ 687696 w 876299"/>
              <a:gd name="connsiteY44" fmla="*/ 178241 h 295275"/>
              <a:gd name="connsiteX45" fmla="*/ 678418 w 876299"/>
              <a:gd name="connsiteY45" fmla="*/ 170174 h 295275"/>
              <a:gd name="connsiteX46" fmla="*/ 631965 w 876299"/>
              <a:gd name="connsiteY46" fmla="*/ 129778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876299" h="295275">
                <a:moveTo>
                  <a:pt x="51673" y="295275"/>
                </a:moveTo>
                <a:lnTo>
                  <a:pt x="147638" y="228838"/>
                </a:lnTo>
                <a:lnTo>
                  <a:pt x="243602" y="295275"/>
                </a:lnTo>
                <a:lnTo>
                  <a:pt x="210388" y="184556"/>
                </a:lnTo>
                <a:lnTo>
                  <a:pt x="292894" y="112814"/>
                </a:lnTo>
                <a:lnTo>
                  <a:pt x="375399" y="184556"/>
                </a:lnTo>
                <a:lnTo>
                  <a:pt x="342186" y="295275"/>
                </a:lnTo>
                <a:lnTo>
                  <a:pt x="438150" y="228838"/>
                </a:lnTo>
                <a:lnTo>
                  <a:pt x="534114" y="295275"/>
                </a:lnTo>
                <a:lnTo>
                  <a:pt x="500901" y="184556"/>
                </a:lnTo>
                <a:lnTo>
                  <a:pt x="583406" y="112814"/>
                </a:lnTo>
                <a:lnTo>
                  <a:pt x="665912" y="184556"/>
                </a:lnTo>
                <a:lnTo>
                  <a:pt x="632698" y="295275"/>
                </a:lnTo>
                <a:lnTo>
                  <a:pt x="728662" y="228838"/>
                </a:lnTo>
                <a:lnTo>
                  <a:pt x="824627" y="295275"/>
                </a:lnTo>
                <a:lnTo>
                  <a:pt x="791404" y="184556"/>
                </a:lnTo>
                <a:lnTo>
                  <a:pt x="876300" y="110738"/>
                </a:lnTo>
                <a:lnTo>
                  <a:pt x="765572" y="110738"/>
                </a:lnTo>
                <a:lnTo>
                  <a:pt x="728662" y="0"/>
                </a:lnTo>
                <a:lnTo>
                  <a:pt x="691753" y="110738"/>
                </a:lnTo>
                <a:lnTo>
                  <a:pt x="475059" y="110738"/>
                </a:lnTo>
                <a:lnTo>
                  <a:pt x="438150" y="0"/>
                </a:lnTo>
                <a:lnTo>
                  <a:pt x="401241" y="110738"/>
                </a:lnTo>
                <a:lnTo>
                  <a:pt x="184547" y="110738"/>
                </a:lnTo>
                <a:lnTo>
                  <a:pt x="147638" y="0"/>
                </a:lnTo>
                <a:lnTo>
                  <a:pt x="110728" y="110738"/>
                </a:lnTo>
                <a:lnTo>
                  <a:pt x="0" y="110738"/>
                </a:lnTo>
                <a:lnTo>
                  <a:pt x="84887" y="184556"/>
                </a:lnTo>
                <a:close/>
                <a:moveTo>
                  <a:pt x="691753" y="129778"/>
                </a:moveTo>
                <a:lnTo>
                  <a:pt x="705479" y="129778"/>
                </a:lnTo>
                <a:lnTo>
                  <a:pt x="709822" y="116757"/>
                </a:lnTo>
                <a:lnTo>
                  <a:pt x="728662" y="60246"/>
                </a:lnTo>
                <a:lnTo>
                  <a:pt x="747503" y="116757"/>
                </a:lnTo>
                <a:lnTo>
                  <a:pt x="751837" y="129778"/>
                </a:lnTo>
                <a:lnTo>
                  <a:pt x="825360" y="129778"/>
                </a:lnTo>
                <a:lnTo>
                  <a:pt x="778907" y="170174"/>
                </a:lnTo>
                <a:lnTo>
                  <a:pt x="769630" y="178241"/>
                </a:lnTo>
                <a:lnTo>
                  <a:pt x="773163" y="190024"/>
                </a:lnTo>
                <a:lnTo>
                  <a:pt x="790747" y="248650"/>
                </a:lnTo>
                <a:lnTo>
                  <a:pt x="739502" y="213179"/>
                </a:lnTo>
                <a:lnTo>
                  <a:pt x="728662" y="205673"/>
                </a:lnTo>
                <a:lnTo>
                  <a:pt x="717814" y="213179"/>
                </a:lnTo>
                <a:lnTo>
                  <a:pt x="666569" y="248650"/>
                </a:lnTo>
                <a:lnTo>
                  <a:pt x="684162" y="190024"/>
                </a:lnTo>
                <a:lnTo>
                  <a:pt x="687696" y="178241"/>
                </a:lnTo>
                <a:lnTo>
                  <a:pt x="678418" y="170174"/>
                </a:lnTo>
                <a:lnTo>
                  <a:pt x="631965" y="129778"/>
                </a:lnTo>
                <a:close/>
              </a:path>
            </a:pathLst>
          </a:custGeom>
          <a:solidFill>
            <a:srgbClr val="F3D2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68" name="Picture 567">
            <a:extLst>
              <a:ext uri="{FF2B5EF4-FFF2-40B4-BE49-F238E27FC236}">
                <a16:creationId xmlns:a16="http://schemas.microsoft.com/office/drawing/2014/main" id="{A9D6EC4A-7F10-8764-EFB7-5813EA3D02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r="49909" b="-904"/>
          <a:stretch/>
        </p:blipFill>
        <p:spPr>
          <a:xfrm>
            <a:off x="9042650" y="2116831"/>
            <a:ext cx="439751" cy="295275"/>
          </a:xfrm>
          <a:prstGeom prst="rect">
            <a:avLst/>
          </a:prstGeom>
        </p:spPr>
      </p:pic>
      <p:sp>
        <p:nvSpPr>
          <p:cNvPr id="569" name="TextBox 568">
            <a:extLst>
              <a:ext uri="{FF2B5EF4-FFF2-40B4-BE49-F238E27FC236}">
                <a16:creationId xmlns:a16="http://schemas.microsoft.com/office/drawing/2014/main" id="{894644BF-7457-4906-915E-015E8CD61AEB}"/>
              </a:ext>
            </a:extLst>
          </p:cNvPr>
          <p:cNvSpPr txBox="1"/>
          <p:nvPr/>
        </p:nvSpPr>
        <p:spPr>
          <a:xfrm>
            <a:off x="9647425" y="2015372"/>
            <a:ext cx="932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4.8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92CE8EE8-C441-045E-9008-8C8CEE38D358}"/>
              </a:ext>
            </a:extLst>
          </p:cNvPr>
          <p:cNvSpPr/>
          <p:nvPr/>
        </p:nvSpPr>
        <p:spPr>
          <a:xfrm>
            <a:off x="8087873" y="4321473"/>
            <a:ext cx="3508381" cy="20868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8E26409F-B4E6-F678-DD1F-B4908504EB12}"/>
              </a:ext>
            </a:extLst>
          </p:cNvPr>
          <p:cNvSpPr txBox="1"/>
          <p:nvPr/>
        </p:nvSpPr>
        <p:spPr>
          <a:xfrm>
            <a:off x="8064688" y="4347830"/>
            <a:ext cx="36024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rate of our ex-McKinsey, Deloitte and BCG Management Consultants</a:t>
            </a:r>
          </a:p>
          <a:p>
            <a:endParaRPr lang="en-US" dirty="0"/>
          </a:p>
          <a:p>
            <a:r>
              <a:rPr lang="en-US" sz="2800" b="1" dirty="0">
                <a:solidFill>
                  <a:schemeClr val="accent2"/>
                </a:solidFill>
              </a:rPr>
              <a:t>$3k-$4k</a:t>
            </a:r>
          </a:p>
        </p:txBody>
      </p:sp>
      <p:pic>
        <p:nvPicPr>
          <p:cNvPr id="1026" name="Picture 2" descr="Brand logo">
            <a:extLst>
              <a:ext uri="{FF2B5EF4-FFF2-40B4-BE49-F238E27FC236}">
                <a16:creationId xmlns:a16="http://schemas.microsoft.com/office/drawing/2014/main" id="{93760E12-26B1-B7A6-15B8-F42EC2BA9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38" y="1997958"/>
            <a:ext cx="472546" cy="47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366D1FBC-C366-71B7-F1FC-78416F8373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5931" y="2008591"/>
            <a:ext cx="417027" cy="512313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CADE705D-B24A-3DD6-5C9A-EC96EA421B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9468" y="2122429"/>
            <a:ext cx="1214210" cy="410689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CBC58040-A790-1F95-53F6-EF6AB3D18F4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6410" b="21153"/>
          <a:stretch/>
        </p:blipFill>
        <p:spPr>
          <a:xfrm>
            <a:off x="4814228" y="2017798"/>
            <a:ext cx="1676193" cy="585975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BDB422D2-615F-CE40-00E8-08E03C7CB7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0983" y="2063580"/>
            <a:ext cx="1034502" cy="428348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F7D02E-D271-54A5-D37B-02C126E37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55B3C59-B642-4DF5-6195-969AD3579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826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D01E70-F8C7-493C-AEDD-E5492D344E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2900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D01E70-F8C7-493C-AEDD-E5492D344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AA098EA-8CD1-417F-A724-88393CE457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2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Picture 11">
            <a:hlinkClick r:id="rId7"/>
            <a:extLst>
              <a:ext uri="{FF2B5EF4-FFF2-40B4-BE49-F238E27FC236}">
                <a16:creationId xmlns:a16="http://schemas.microsoft.com/office/drawing/2014/main" id="{C0EC32D3-CE1C-48E3-89F2-1AFBF8A9B34F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576" y="1756411"/>
            <a:ext cx="6232848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sym typeface="Arial" panose="020B0604020202020204" pitchFamily="34" charset="0"/>
              </a:rPr>
              <a:t>Interested in more than 1 Toolkit? </a:t>
            </a:r>
            <a:r>
              <a:rPr lang="en-US" dirty="0">
                <a:sym typeface="Arial" panose="020B0604020202020204" pitchFamily="34" charset="0"/>
              </a:rPr>
              <a:t>Access all our Toolkits for </a:t>
            </a:r>
            <a:r>
              <a:rPr lang="en-US" u="sng" dirty="0">
                <a:sym typeface="Arial" panose="020B0604020202020204" pitchFamily="34" charset="0"/>
              </a:rPr>
              <a:t>half the price</a:t>
            </a:r>
            <a:r>
              <a:rPr lang="en-US" dirty="0">
                <a:sym typeface="Arial" panose="020B0604020202020204" pitchFamily="34" charset="0"/>
              </a:rPr>
              <a:t> with our Gold Access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5724769-7F7A-49A0-978E-58661220D668}"/>
              </a:ext>
            </a:extLst>
          </p:cNvPr>
          <p:cNvSpPr txBox="1">
            <a:spLocks/>
          </p:cNvSpPr>
          <p:nvPr/>
        </p:nvSpPr>
        <p:spPr>
          <a:xfrm>
            <a:off x="3697289" y="5365291"/>
            <a:ext cx="4797423" cy="423802"/>
          </a:xfrm>
          <a:prstGeom prst="rect">
            <a:avLst/>
          </a:prstGeom>
        </p:spPr>
        <p:txBody>
          <a:bodyPr/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sz="2400" kern="0" dirty="0"/>
              <a:t>Gold Access</a:t>
            </a:r>
          </a:p>
        </p:txBody>
      </p:sp>
      <p:sp>
        <p:nvSpPr>
          <p:cNvPr id="5" name="Rectangle: Rounded Corners 4">
            <a:hlinkClick r:id="rId9"/>
            <a:extLst>
              <a:ext uri="{FF2B5EF4-FFF2-40B4-BE49-F238E27FC236}">
                <a16:creationId xmlns:a16="http://schemas.microsoft.com/office/drawing/2014/main" id="{D4604511-274B-95D2-A130-C832BC31795C}"/>
              </a:ext>
            </a:extLst>
          </p:cNvPr>
          <p:cNvSpPr/>
          <p:nvPr/>
        </p:nvSpPr>
        <p:spPr bwMode="auto">
          <a:xfrm>
            <a:off x="4782000" y="6009488"/>
            <a:ext cx="2628000" cy="324000"/>
          </a:xfrm>
          <a:prstGeom prst="roundRect">
            <a:avLst>
              <a:gd name="adj" fmla="val 17808"/>
            </a:avLst>
          </a:prstGeom>
          <a:solidFill>
            <a:srgbClr val="3EA9F5"/>
          </a:solidFill>
          <a:ln>
            <a:noFill/>
          </a:ln>
          <a:effectLst/>
        </p:spPr>
        <p:txBody>
          <a:bodyPr wrap="square" lIns="91428" tIns="144000" rIns="91428" bIns="91440" rtlCol="0" anchor="ctr">
            <a:noAutofit/>
          </a:bodyPr>
          <a:lstStyle/>
          <a:p>
            <a:pPr algn="ctr" defTabSz="623853" rtl="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400" b="1" kern="1200" dirty="0">
                <a:solidFill>
                  <a:schemeClr val="bg1"/>
                </a:solidFill>
                <a:latin typeface="Arial" charset="0"/>
                <a:ea typeface="+mn-ea"/>
                <a:cs typeface="Times New Roman" pitchFamily="18" charset="0"/>
              </a:rPr>
              <a:t>Click here to learn more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3247B-F8B0-4220-8267-AA2BF208B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FFA78-75A9-1ABA-FA39-F6F0610A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5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A4BA662-CDE2-4A20-B082-F06179C98F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89391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A4BA662-CDE2-4A20-B082-F06179C98F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6088ED2B-BEA3-4D03-95DE-285838A9FD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+mn-lt"/>
              </a:rPr>
              <a:t>Need additional help? </a:t>
            </a:r>
            <a:r>
              <a:rPr lang="en-US" dirty="0">
                <a:latin typeface="+mn-lt"/>
              </a:rPr>
              <a:t>Send us a brief and we’ll find you the right talent from our network of 500+ tier-1 Management Consultants</a:t>
            </a:r>
          </a:p>
        </p:txBody>
      </p:sp>
      <p:sp>
        <p:nvSpPr>
          <p:cNvPr id="7" name="Rectangle: Rounded Corners 6">
            <a:hlinkClick r:id="rId7"/>
            <a:extLst>
              <a:ext uri="{FF2B5EF4-FFF2-40B4-BE49-F238E27FC236}">
                <a16:creationId xmlns:a16="http://schemas.microsoft.com/office/drawing/2014/main" id="{FCF3B6F5-0780-4160-979E-CDC4B2E2F5EC}"/>
              </a:ext>
            </a:extLst>
          </p:cNvPr>
          <p:cNvSpPr/>
          <p:nvPr/>
        </p:nvSpPr>
        <p:spPr bwMode="auto">
          <a:xfrm>
            <a:off x="4782000" y="6180938"/>
            <a:ext cx="2628000" cy="324000"/>
          </a:xfrm>
          <a:prstGeom prst="roundRect">
            <a:avLst>
              <a:gd name="adj" fmla="val 17808"/>
            </a:avLst>
          </a:prstGeom>
          <a:solidFill>
            <a:srgbClr val="3EA9F5"/>
          </a:solidFill>
          <a:ln>
            <a:noFill/>
          </a:ln>
          <a:effectLst/>
        </p:spPr>
        <p:txBody>
          <a:bodyPr wrap="square" lIns="91428" tIns="144000" rIns="91428" bIns="91440" rtlCol="0" anchor="ctr">
            <a:noAutofit/>
          </a:bodyPr>
          <a:lstStyle/>
          <a:p>
            <a:pPr algn="ctr" defTabSz="623853" rtl="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100" b="1" kern="1200" dirty="0">
                <a:solidFill>
                  <a:schemeClr val="bg1"/>
                </a:solidFill>
                <a:latin typeface="Arial" charset="0"/>
                <a:ea typeface="+mn-ea"/>
                <a:cs typeface="Times New Roman" pitchFamily="18" charset="0"/>
              </a:rPr>
              <a:t>Click here to send us a Project Brief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26D682-5264-B706-F6AF-0D72378DB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918" y="1696030"/>
            <a:ext cx="3187864" cy="21400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1A84D5-7403-36BA-1766-D2F531D22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4918" y="1696030"/>
            <a:ext cx="3187864" cy="21337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2DEE20F-275F-C091-1F85-E12BC455C0B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770"/>
          <a:stretch/>
        </p:blipFill>
        <p:spPr>
          <a:xfrm>
            <a:off x="7873918" y="1734132"/>
            <a:ext cx="3187864" cy="21146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A2B9D2-D853-FE69-FBE1-01DA776C2E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918" y="4012597"/>
            <a:ext cx="3181514" cy="213371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855FA9D-ABAE-4A3D-DC8B-78877AE4B6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4918" y="4012597"/>
            <a:ext cx="3168813" cy="21210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894912F-62D0-D110-AAA1-7996F52565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1217" y="4012597"/>
            <a:ext cx="3181514" cy="211465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075A2-FF48-4856-D99C-C00276121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83B72-0F73-09D6-A4B1-DB3ED4517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399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BA8F5-D233-6F88-C267-EBFA42ECB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900" y="3172775"/>
            <a:ext cx="4717062" cy="1087968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A832FE54-3FF5-4B4C-8DBC-DAAD65190E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9427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A832FE54-3FF5-4B4C-8DBC-DAAD65190E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D9313AF4-C8B1-42E4-ACB5-22D9C13E37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latin typeface="+mn-lt"/>
              </a:rPr>
              <a:t>This was just a small preview.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EE5F8-9590-D51A-8C97-146730CFCC30}"/>
              </a:ext>
            </a:extLst>
          </p:cNvPr>
          <p:cNvSpPr txBox="1"/>
          <p:nvPr/>
        </p:nvSpPr>
        <p:spPr>
          <a:xfrm>
            <a:off x="4077852" y="4302860"/>
            <a:ext cx="367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  <a:hlinkClick r:id="rId8"/>
              </a:rPr>
              <a:t>www.domontconsulting.com</a:t>
            </a:r>
            <a:r>
              <a:rPr lang="en-US" dirty="0">
                <a:solidFill>
                  <a:srgbClr val="00B0F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38064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2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FF&quot; g=&quot;8E&quot; b=&quot;8D&quot;/&gt;&lt;/elem&gt;&lt;elem m_fUsage=&quot;9.00000000000000022204E-01&quot;&gt;&lt;m_msothmcolidx val=&quot;0&quot;/&gt;&lt;m_rgb r=&quot;B5&quot; g=&quot;ED&quot; b=&quot;A1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JhBuMYoa_dtSDYHoSM8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rBXLfPuxm3QOk.BDCfR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8dD51LIu3s1BQk92Ner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auIxzRi4ujewjqqyNdq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C9oM7GfBJ2vaPqujnj3T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Qzx4jwhjUzFxu.Of83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LOCPV1M0yDVVtpiKAYG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7d27fa1-590b-4907-8c64-a924f2c3792a&quot; isFootnotesShape=&quot;false&quot;&gt;&lt;infographic currentState=&quot;0&quot; isInfographic=&quot;true&quot; state=&quot;0&quot; stateCount=&quot;25&quot; /&gt;&lt;/shapeSettings&gt;&lt;/smart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XP1LSJmKysQgoJBj3Qh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LE9WS72SqpZufFKGkeW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OshOgcz1ZkcHGw0AtB7g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Fj9g7Zy2LthORA4sdbvA"/>
</p:tagLst>
</file>

<file path=ppt/theme/theme1.xml><?xml version="1.0" encoding="utf-8"?>
<a:theme xmlns:a="http://schemas.openxmlformats.org/drawingml/2006/main" name="1_Theme3">
  <a:themeElements>
    <a:clrScheme name="Custom 1">
      <a:dk1>
        <a:srgbClr val="FFFFFF"/>
      </a:dk1>
      <a:lt1>
        <a:srgbClr val="002060"/>
      </a:lt1>
      <a:dk2>
        <a:srgbClr val="002060"/>
      </a:dk2>
      <a:lt2>
        <a:srgbClr val="002060"/>
      </a:lt2>
      <a:accent1>
        <a:srgbClr val="002060"/>
      </a:accent1>
      <a:accent2>
        <a:srgbClr val="00B0F0"/>
      </a:accent2>
      <a:accent3>
        <a:srgbClr val="00B050"/>
      </a:accent3>
      <a:accent4>
        <a:srgbClr val="92D050"/>
      </a:accent4>
      <a:accent5>
        <a:srgbClr val="FFC000"/>
      </a:accent5>
      <a:accent6>
        <a:srgbClr val="FF0000"/>
      </a:accent6>
      <a:hlink>
        <a:srgbClr val="00B0F0"/>
      </a:hlink>
      <a:folHlink>
        <a:srgbClr val="00B0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3" id="{7D1C7C3E-DDBB-4A1D-8861-A10BD3664B8D}" vid="{E1945AC1-AF09-43B9-95F3-8037580443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6781</TotalTime>
  <Words>1521</Words>
  <Application>Microsoft Office PowerPoint</Application>
  <PresentationFormat>Widescreen</PresentationFormat>
  <Paragraphs>391</Paragraphs>
  <Slides>19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ＭＳ Ｐゴシック</vt:lpstr>
      <vt:lpstr>Arial</vt:lpstr>
      <vt:lpstr>Arial (Body)</vt:lpstr>
      <vt:lpstr>Calibri</vt:lpstr>
      <vt:lpstr>Helvetica</vt:lpstr>
      <vt:lpstr>Lato Light</vt:lpstr>
      <vt:lpstr>Pan Display TT</vt:lpstr>
      <vt:lpstr>Times New Roman</vt:lpstr>
      <vt:lpstr>1_Theme3</vt:lpstr>
      <vt:lpstr>think-cell Slide</vt:lpstr>
      <vt:lpstr>PowerPoint Presentation</vt:lpstr>
      <vt:lpstr>PowerPoint Presentation</vt:lpstr>
      <vt:lpstr>Introduction</vt:lpstr>
      <vt:lpstr>Problem: Only about 35% of projects meet their original goals and deliver expected business value</vt:lpstr>
      <vt:lpstr>Solution: Our ex-McKinsey, Deloitte &amp; BCG consultants created a Business Case Toolkit to help you significantly increase your odds of success</vt:lpstr>
      <vt:lpstr>Our Toolkit will help you fulfill multiple objectives</vt:lpstr>
      <vt:lpstr>The Business Case Toolkit includes a 3-phase approach that we have built and refined over the past 20 years through constant trial and error</vt:lpstr>
      <vt:lpstr>Phase 1 - Small preview</vt:lpstr>
      <vt:lpstr>Phase 2 - Small preview</vt:lpstr>
      <vt:lpstr>Phase 3 - Small preview</vt:lpstr>
      <vt:lpstr>Project Financial Model - Small preview</vt:lpstr>
      <vt:lpstr>Project Presentation - Small preview</vt:lpstr>
      <vt:lpstr>The Toolkit includes multiple PowerPoint slides, Excel sheets and Video training that you can download on your device immediately after purchase</vt:lpstr>
      <vt:lpstr>Our Management Consulting Toolkits include 9 key benefits</vt:lpstr>
      <vt:lpstr>What our clients say about our Toolkits</vt:lpstr>
      <vt:lpstr>Join 200,000+ Executives, Consultants &amp; Entrepreneurs leveraging our Toolkits to improve the performance of their organization</vt:lpstr>
      <vt:lpstr>Interested in more than 1 Toolkit? Access all our Toolkits for half the price with our Gold Access</vt:lpstr>
      <vt:lpstr>Need additional help? Send us a brief and we’ll find you the right talent from our network of 500+ tier-1 Management Consultants</vt:lpstr>
      <vt:lpstr>This was just a small preview.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</dc:title>
  <dc:creator>Aurelien Dom</dc:creator>
  <cp:keywords/>
  <cp:lastModifiedBy>Aurelien Domont</cp:lastModifiedBy>
  <cp:revision>257</cp:revision>
  <dcterms:created xsi:type="dcterms:W3CDTF">2020-07-08T04:44:55Z</dcterms:created>
  <dcterms:modified xsi:type="dcterms:W3CDTF">2025-07-28T04:14:34Z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