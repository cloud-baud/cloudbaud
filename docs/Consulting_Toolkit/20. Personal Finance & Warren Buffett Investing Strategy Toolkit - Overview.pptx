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5.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6.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7.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4"/>
  </p:notesMasterIdLst>
  <p:handoutMasterIdLst>
    <p:handoutMasterId r:id="rId25"/>
  </p:handoutMasterIdLst>
  <p:sldIdLst>
    <p:sldId id="526" r:id="rId5"/>
    <p:sldId id="3289" r:id="rId6"/>
    <p:sldId id="3401" r:id="rId7"/>
    <p:sldId id="2162" r:id="rId8"/>
    <p:sldId id="3415" r:id="rId9"/>
    <p:sldId id="3377" r:id="rId10"/>
    <p:sldId id="3396" r:id="rId11"/>
    <p:sldId id="3418" r:id="rId12"/>
    <p:sldId id="3419" r:id="rId13"/>
    <p:sldId id="3420" r:id="rId14"/>
    <p:sldId id="3421" r:id="rId15"/>
    <p:sldId id="3422" r:id="rId16"/>
    <p:sldId id="3413" r:id="rId17"/>
    <p:sldId id="2034" r:id="rId18"/>
    <p:sldId id="3282" r:id="rId19"/>
    <p:sldId id="1711" r:id="rId20"/>
    <p:sldId id="1598" r:id="rId21"/>
    <p:sldId id="2240" r:id="rId22"/>
    <p:sldId id="1600" r:id="rId23"/>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526"/>
            <p14:sldId id="3289"/>
            <p14:sldId id="3401"/>
          </p14:sldIdLst>
        </p14:section>
        <p14:section name="Toolkit overview" id="{F236E09D-F1BA-49AA-851C-9B6FC4C418CC}">
          <p14:sldIdLst>
            <p14:sldId id="2162"/>
            <p14:sldId id="3415"/>
            <p14:sldId id="3377"/>
            <p14:sldId id="3396"/>
            <p14:sldId id="3418"/>
            <p14:sldId id="3419"/>
            <p14:sldId id="3420"/>
            <p14:sldId id="3421"/>
            <p14:sldId id="3422"/>
            <p14:sldId id="3413"/>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9BA8A9-2C04-42EE-9A12-3D56DB620C61}" v="158" dt="2025-09-25T05:11:21.451"/>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45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888"/>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05D22E6E-CE68-4881-B2B8-BA9231595CF4}"/>
    <pc:docChg chg="undo custSel addSld delSld modSld modSection">
      <pc:chgData name="Aurelien Domont" userId="6da7715ce44349b3" providerId="LiveId" clId="{05D22E6E-CE68-4881-B2B8-BA9231595CF4}" dt="2025-08-05T04:39:16.629" v="1783" actId="1037"/>
      <pc:docMkLst>
        <pc:docMk/>
      </pc:docMkLst>
      <pc:sldChg chg="modSp mod">
        <pc:chgData name="Aurelien Domont" userId="6da7715ce44349b3" providerId="LiveId" clId="{05D22E6E-CE68-4881-B2B8-BA9231595CF4}" dt="2025-07-28T02:06:48.519" v="22" actId="20577"/>
        <pc:sldMkLst>
          <pc:docMk/>
          <pc:sldMk cId="2246164536" sldId="3289"/>
        </pc:sldMkLst>
      </pc:sldChg>
      <pc:sldChg chg="addSp delSp modSp del mod">
        <pc:chgData name="Aurelien Domont" userId="6da7715ce44349b3" providerId="LiveId" clId="{05D22E6E-CE68-4881-B2B8-BA9231595CF4}" dt="2025-08-05T04:33:22.171" v="1720" actId="47"/>
        <pc:sldMkLst>
          <pc:docMk/>
          <pc:sldMk cId="1103313753" sldId="3347"/>
        </pc:sldMkLst>
      </pc:sldChg>
      <pc:sldChg chg="addSp delSp modSp add mod">
        <pc:chgData name="Aurelien Domont" userId="6da7715ce44349b3" providerId="LiveId" clId="{05D22E6E-CE68-4881-B2B8-BA9231595CF4}" dt="2025-07-28T05:09:56.969" v="27"/>
        <pc:sldMkLst>
          <pc:docMk/>
          <pc:sldMk cId="3892113266" sldId="3377"/>
        </pc:sldMkLst>
      </pc:sldChg>
      <pc:sldChg chg="addSp modSp">
        <pc:chgData name="Aurelien Domont" userId="6da7715ce44349b3" providerId="LiveId" clId="{05D22E6E-CE68-4881-B2B8-BA9231595CF4}" dt="2025-08-05T03:22:43.667" v="136" actId="14100"/>
        <pc:sldMkLst>
          <pc:docMk/>
          <pc:sldMk cId="1454091485" sldId="3396"/>
        </pc:sldMkLst>
      </pc:sldChg>
      <pc:sldChg chg="add del">
        <pc:chgData name="Aurelien Domont" userId="6da7715ce44349b3" providerId="LiveId" clId="{05D22E6E-CE68-4881-B2B8-BA9231595CF4}" dt="2025-08-05T04:33:24.398" v="1722" actId="47"/>
        <pc:sldMkLst>
          <pc:docMk/>
          <pc:sldMk cId="3830777221" sldId="3414"/>
        </pc:sldMkLst>
      </pc:sldChg>
      <pc:sldChg chg="addSp delSp modSp add mod">
        <pc:chgData name="Aurelien Domont" userId="6da7715ce44349b3" providerId="LiveId" clId="{05D22E6E-CE68-4881-B2B8-BA9231595CF4}" dt="2025-08-05T04:39:16.629" v="1783" actId="1037"/>
        <pc:sldMkLst>
          <pc:docMk/>
          <pc:sldMk cId="1013050787" sldId="3415"/>
        </pc:sldMkLst>
      </pc:sldChg>
      <pc:sldChg chg="add del">
        <pc:chgData name="Aurelien Domont" userId="6da7715ce44349b3" providerId="LiveId" clId="{05D22E6E-CE68-4881-B2B8-BA9231595CF4}" dt="2025-08-05T03:22:09.975" v="130"/>
        <pc:sldMkLst>
          <pc:docMk/>
          <pc:sldMk cId="2913659892" sldId="3415"/>
        </pc:sldMkLst>
      </pc:sldChg>
      <pc:sldChg chg="add del">
        <pc:chgData name="Aurelien Domont" userId="6da7715ce44349b3" providerId="LiveId" clId="{05D22E6E-CE68-4881-B2B8-BA9231595CF4}" dt="2025-08-05T03:22:20.676" v="134"/>
        <pc:sldMkLst>
          <pc:docMk/>
          <pc:sldMk cId="2915540083" sldId="3415"/>
        </pc:sldMkLst>
      </pc:sldChg>
      <pc:sldChg chg="add del">
        <pc:chgData name="Aurelien Domont" userId="6da7715ce44349b3" providerId="LiveId" clId="{05D22E6E-CE68-4881-B2B8-BA9231595CF4}" dt="2025-08-05T03:22:13.540" v="132"/>
        <pc:sldMkLst>
          <pc:docMk/>
          <pc:sldMk cId="4041352617" sldId="3415"/>
        </pc:sldMkLst>
      </pc:sldChg>
      <pc:sldChg chg="add del">
        <pc:chgData name="Aurelien Domont" userId="6da7715ce44349b3" providerId="LiveId" clId="{05D22E6E-CE68-4881-B2B8-BA9231595CF4}" dt="2025-08-05T04:33:23.229" v="1721" actId="47"/>
        <pc:sldMkLst>
          <pc:docMk/>
          <pc:sldMk cId="1911942025" sldId="3416"/>
        </pc:sldMkLst>
      </pc:sldChg>
    </pc:docChg>
  </pc:docChgLst>
  <pc:docChgLst>
    <pc:chgData name="Aurelien Domont" userId="6da7715ce44349b3" providerId="LiveId" clId="{D9D6FDA5-0901-4439-A5C5-DD1C4D798DD2}"/>
    <pc:docChg chg="undo custSel addSld delSld modSld sldOrd modMainMaster modSection replTag">
      <pc:chgData name="Aurelien Domont" userId="6da7715ce44349b3" providerId="LiveId" clId="{D9D6FDA5-0901-4439-A5C5-DD1C4D798DD2}" dt="2024-03-26T04:27:11.534" v="5121" actId="108"/>
      <pc:docMkLst>
        <pc:docMk/>
      </pc:docMkLst>
      <pc:sldChg chg="del">
        <pc:chgData name="Aurelien Domont" userId="6da7715ce44349b3" providerId="LiveId" clId="{D9D6FDA5-0901-4439-A5C5-DD1C4D798DD2}" dt="2024-03-26T02:58:28.986" v="400" actId="47"/>
        <pc:sldMkLst>
          <pc:docMk/>
          <pc:sldMk cId="2321423243" sldId="1578"/>
        </pc:sldMkLst>
      </pc:sldChg>
      <pc:sldChg chg="modSp mod modNotes">
        <pc:chgData name="Aurelien Domont" userId="6da7715ce44349b3" providerId="LiveId" clId="{D9D6FDA5-0901-4439-A5C5-DD1C4D798DD2}" dt="2024-03-26T04:03:53.112" v="4970" actId="790"/>
        <pc:sldMkLst>
          <pc:docMk/>
          <pc:sldMk cId="1754585881" sldId="1598"/>
        </pc:sldMkLst>
      </pc:sldChg>
      <pc:sldChg chg="modSp mod modNotes">
        <pc:chgData name="Aurelien Domont" userId="6da7715ce44349b3" providerId="LiveId" clId="{D9D6FDA5-0901-4439-A5C5-DD1C4D798DD2}" dt="2024-03-26T04:03:53.116" v="4974" actId="790"/>
        <pc:sldMkLst>
          <pc:docMk/>
          <pc:sldMk cId="2853806433" sldId="1600"/>
        </pc:sldMkLst>
      </pc:sldChg>
      <pc:sldChg chg="modSp mod modNotes">
        <pc:chgData name="Aurelien Domont" userId="6da7715ce44349b3" providerId="LiveId" clId="{D9D6FDA5-0901-4439-A5C5-DD1C4D798DD2}" dt="2024-03-26T04:03:53.110" v="4968" actId="790"/>
        <pc:sldMkLst>
          <pc:docMk/>
          <pc:sldMk cId="1252826214" sldId="1711"/>
        </pc:sldMkLst>
      </pc:sldChg>
      <pc:sldChg chg="modSp mod modNotes">
        <pc:chgData name="Aurelien Domont" userId="6da7715ce44349b3" providerId="LiveId" clId="{D9D6FDA5-0901-4439-A5C5-DD1C4D798DD2}" dt="2024-03-26T04:03:53.107" v="4966" actId="790"/>
        <pc:sldMkLst>
          <pc:docMk/>
          <pc:sldMk cId="3938337455" sldId="2034"/>
        </pc:sldMkLst>
      </pc:sldChg>
      <pc:sldChg chg="modSp mod modNotes">
        <pc:chgData name="Aurelien Domont" userId="6da7715ce44349b3" providerId="LiveId" clId="{D9D6FDA5-0901-4439-A5C5-DD1C4D798DD2}" dt="2024-03-26T04:03:53.098" v="4960" actId="790"/>
        <pc:sldMkLst>
          <pc:docMk/>
          <pc:sldMk cId="3272444503" sldId="2162"/>
        </pc:sldMkLst>
      </pc:sldChg>
      <pc:sldChg chg="modSp mod modNotes">
        <pc:chgData name="Aurelien Domont" userId="6da7715ce44349b3" providerId="LiveId" clId="{D9D6FDA5-0901-4439-A5C5-DD1C4D798DD2}" dt="2024-03-26T04:03:53.114" v="4972" actId="790"/>
        <pc:sldMkLst>
          <pc:docMk/>
          <pc:sldMk cId="1534399825" sldId="2240"/>
        </pc:sldMkLst>
      </pc:sldChg>
      <pc:sldChg chg="addSp delSp modSp mod modNotes">
        <pc:chgData name="Aurelien Domont" userId="6da7715ce44349b3" providerId="LiveId" clId="{D9D6FDA5-0901-4439-A5C5-DD1C4D798DD2}" dt="2024-03-26T04:03:53.104" v="4964" actId="790"/>
        <pc:sldMkLst>
          <pc:docMk/>
          <pc:sldMk cId="1209091634" sldId="2338"/>
        </pc:sldMkLst>
      </pc:sldChg>
      <pc:sldChg chg="modSp add mod modClrScheme chgLayout modNotes">
        <pc:chgData name="Aurelien Domont" userId="6da7715ce44349b3" providerId="LiveId" clId="{D9D6FDA5-0901-4439-A5C5-DD1C4D798DD2}" dt="2024-03-26T04:03:58.185" v="5012" actId="2"/>
        <pc:sldMkLst>
          <pc:docMk/>
          <pc:sldMk cId="3988936821" sldId="2403"/>
        </pc:sldMkLst>
      </pc:sldChg>
      <pc:sldChg chg="modSp add mod modClrScheme chgLayout modNotes">
        <pc:chgData name="Aurelien Domont" userId="6da7715ce44349b3" providerId="LiveId" clId="{D9D6FDA5-0901-4439-A5C5-DD1C4D798DD2}" dt="2024-03-26T04:03:54.062" v="5005"/>
        <pc:sldMkLst>
          <pc:docMk/>
          <pc:sldMk cId="67415954" sldId="2489"/>
        </pc:sldMkLst>
      </pc:sldChg>
      <pc:sldChg chg="addSp delSp modSp mod ord modNotes">
        <pc:chgData name="Aurelien Domont" userId="6da7715ce44349b3" providerId="LiveId" clId="{D9D6FDA5-0901-4439-A5C5-DD1C4D798DD2}" dt="2024-03-26T04:03:54.040" v="5001"/>
        <pc:sldMkLst>
          <pc:docMk/>
          <pc:sldMk cId="862292938" sldId="2560"/>
        </pc:sldMkLst>
      </pc:sldChg>
      <pc:sldChg chg="modSp add mod modClrScheme chgLayout modNotes">
        <pc:chgData name="Aurelien Domont" userId="6da7715ce44349b3" providerId="LiveId" clId="{D9D6FDA5-0901-4439-A5C5-DD1C4D798DD2}" dt="2024-03-26T04:03:54.087" v="5009"/>
        <pc:sldMkLst>
          <pc:docMk/>
          <pc:sldMk cId="3558950444" sldId="2893"/>
        </pc:sldMkLst>
      </pc:sldChg>
      <pc:sldChg chg="modSp add mod modClrScheme chgLayout modNotes">
        <pc:chgData name="Aurelien Domont" userId="6da7715ce44349b3" providerId="LiveId" clId="{D9D6FDA5-0901-4439-A5C5-DD1C4D798DD2}" dt="2024-03-26T04:03:54.040" v="5003"/>
        <pc:sldMkLst>
          <pc:docMk/>
          <pc:sldMk cId="2970377299" sldId="2894"/>
        </pc:sldMkLst>
      </pc:sldChg>
      <pc:sldChg chg="add del">
        <pc:chgData name="Aurelien Domont" userId="6da7715ce44349b3" providerId="LiveId" clId="{D9D6FDA5-0901-4439-A5C5-DD1C4D798DD2}" dt="2024-03-26T03:10:03.459" v="591"/>
        <pc:sldMkLst>
          <pc:docMk/>
          <pc:sldMk cId="412648214" sldId="2977"/>
        </pc:sldMkLst>
      </pc:sldChg>
      <pc:sldChg chg="delSp modSp add mod modNotes">
        <pc:chgData name="Aurelien Domont" userId="6da7715ce44349b3" providerId="LiveId" clId="{D9D6FDA5-0901-4439-A5C5-DD1C4D798DD2}" dt="2024-03-26T04:03:54.103" v="5011"/>
        <pc:sldMkLst>
          <pc:docMk/>
          <pc:sldMk cId="105918927" sldId="3254"/>
        </pc:sldMkLst>
      </pc:sldChg>
      <pc:sldChg chg="modSp mod">
        <pc:chgData name="Aurelien Domont" userId="6da7715ce44349b3" providerId="LiveId" clId="{D9D6FDA5-0901-4439-A5C5-DD1C4D798DD2}" dt="2024-03-26T04:03:51.384" v="3128" actId="790"/>
        <pc:sldMkLst>
          <pc:docMk/>
          <pc:sldMk cId="1926619926" sldId="3282"/>
        </pc:sldMkLst>
      </pc:sldChg>
      <pc:sldChg chg="modSp mod ord modNotes">
        <pc:chgData name="Aurelien Domont" userId="6da7715ce44349b3" providerId="LiveId" clId="{D9D6FDA5-0901-4439-A5C5-DD1C4D798DD2}" dt="2024-03-26T04:03:53.084" v="4948" actId="790"/>
        <pc:sldMkLst>
          <pc:docMk/>
          <pc:sldMk cId="2246164536" sldId="3289"/>
        </pc:sldMkLst>
      </pc:sldChg>
      <pc:sldChg chg="addSp delSp modSp mod modNotes">
        <pc:chgData name="Aurelien Domont" userId="6da7715ce44349b3" providerId="LiveId" clId="{D9D6FDA5-0901-4439-A5C5-DD1C4D798DD2}" dt="2024-03-26T04:03:53.082" v="4946" actId="790"/>
        <pc:sldMkLst>
          <pc:docMk/>
          <pc:sldMk cId="3694985765" sldId="3381"/>
        </pc:sldMkLst>
      </pc:sldChg>
      <pc:sldChg chg="del">
        <pc:chgData name="Aurelien Domont" userId="6da7715ce44349b3" providerId="LiveId" clId="{D9D6FDA5-0901-4439-A5C5-DD1C4D798DD2}" dt="2024-03-26T04:02:17.958" v="2817" actId="47"/>
        <pc:sldMkLst>
          <pc:docMk/>
          <pc:sldMk cId="452916749" sldId="3386"/>
        </pc:sldMkLst>
      </pc:sldChg>
      <pc:sldChg chg="del">
        <pc:chgData name="Aurelien Domont" userId="6da7715ce44349b3" providerId="LiveId" clId="{D9D6FDA5-0901-4439-A5C5-DD1C4D798DD2}" dt="2024-03-26T04:02:17.958" v="2817" actId="47"/>
        <pc:sldMkLst>
          <pc:docMk/>
          <pc:sldMk cId="1716267975" sldId="3390"/>
        </pc:sldMkLst>
      </pc:sldChg>
      <pc:sldChg chg="del">
        <pc:chgData name="Aurelien Domont" userId="6da7715ce44349b3" providerId="LiveId" clId="{D9D6FDA5-0901-4439-A5C5-DD1C4D798DD2}" dt="2024-03-26T04:02:17.958" v="2817" actId="47"/>
        <pc:sldMkLst>
          <pc:docMk/>
          <pc:sldMk cId="2312222718" sldId="3391"/>
        </pc:sldMkLst>
      </pc:sldChg>
      <pc:sldChg chg="del">
        <pc:chgData name="Aurelien Domont" userId="6da7715ce44349b3" providerId="LiveId" clId="{D9D6FDA5-0901-4439-A5C5-DD1C4D798DD2}" dt="2024-03-26T04:02:17.958" v="2817" actId="47"/>
        <pc:sldMkLst>
          <pc:docMk/>
          <pc:sldMk cId="1620443066" sldId="3392"/>
        </pc:sldMkLst>
      </pc:sldChg>
      <pc:sldChg chg="del">
        <pc:chgData name="Aurelien Domont" userId="6da7715ce44349b3" providerId="LiveId" clId="{D9D6FDA5-0901-4439-A5C5-DD1C4D798DD2}" dt="2024-03-26T04:02:17.958" v="2817" actId="47"/>
        <pc:sldMkLst>
          <pc:docMk/>
          <pc:sldMk cId="2193127411" sldId="3393"/>
        </pc:sldMkLst>
      </pc:sldChg>
      <pc:sldChg chg="del">
        <pc:chgData name="Aurelien Domont" userId="6da7715ce44349b3" providerId="LiveId" clId="{D9D6FDA5-0901-4439-A5C5-DD1C4D798DD2}" dt="2024-03-26T04:02:17.958" v="2817" actId="47"/>
        <pc:sldMkLst>
          <pc:docMk/>
          <pc:sldMk cId="4294143004" sldId="3394"/>
        </pc:sldMkLst>
      </pc:sldChg>
      <pc:sldChg chg="addSp delSp new del mod ord">
        <pc:chgData name="Aurelien Domont" userId="6da7715ce44349b3" providerId="LiveId" clId="{D9D6FDA5-0901-4439-A5C5-DD1C4D798DD2}" dt="2024-03-26T04:02:17.958" v="2817" actId="47"/>
        <pc:sldMkLst>
          <pc:docMk/>
          <pc:sldMk cId="526114170" sldId="3395"/>
        </pc:sldMkLst>
      </pc:sldChg>
      <pc:sldChg chg="addSp delSp modSp add mod">
        <pc:chgData name="Aurelien Domont" userId="6da7715ce44349b3" providerId="LiveId" clId="{D9D6FDA5-0901-4439-A5C5-DD1C4D798DD2}" dt="2024-03-26T04:03:51.211" v="3014" actId="790"/>
        <pc:sldMkLst>
          <pc:docMk/>
          <pc:sldMk cId="1454091485" sldId="3396"/>
        </pc:sldMkLst>
      </pc:sldChg>
      <pc:sldChg chg="addSp delSp modSp add mod">
        <pc:chgData name="Aurelien Domont" userId="6da7715ce44349b3" providerId="LiveId" clId="{D9D6FDA5-0901-4439-A5C5-DD1C4D798DD2}" dt="2024-03-26T04:03:51.227" v="3027" actId="790"/>
        <pc:sldMkLst>
          <pc:docMk/>
          <pc:sldMk cId="4141428492" sldId="3397"/>
        </pc:sldMkLst>
      </pc:sldChg>
      <pc:sldChg chg="addSp delSp modSp add mod">
        <pc:chgData name="Aurelien Domont" userId="6da7715ce44349b3" providerId="LiveId" clId="{D9D6FDA5-0901-4439-A5C5-DD1C4D798DD2}" dt="2024-03-26T04:27:11.534" v="5121" actId="108"/>
        <pc:sldMkLst>
          <pc:docMk/>
          <pc:sldMk cId="3139062394" sldId="3398"/>
        </pc:sldMkLst>
      </pc:sldChg>
      <pc:sldChg chg="addSp delSp modSp add mod">
        <pc:chgData name="Aurelien Domont" userId="6da7715ce44349b3" providerId="LiveId" clId="{D9D6FDA5-0901-4439-A5C5-DD1C4D798DD2}" dt="2024-03-26T04:03:51.258" v="3053" actId="790"/>
        <pc:sldMkLst>
          <pc:docMk/>
          <pc:sldMk cId="857221292" sldId="3399"/>
        </pc:sldMkLst>
      </pc:sldChg>
      <pc:sldMasterChg chg="modSp mod delSldLayout modSldLayout">
        <pc:chgData name="Aurelien Domont" userId="6da7715ce44349b3" providerId="LiveId" clId="{D9D6FDA5-0901-4439-A5C5-DD1C4D798DD2}" dt="2024-03-26T04:04:33.217" v="5013" actId="2696"/>
        <pc:sldMasterMkLst>
          <pc:docMk/>
          <pc:sldMasterMk cId="3482721130" sldId="2147483828"/>
        </pc:sldMasterMkLst>
        <pc:sldLayoutChg chg="modSp mod">
          <pc:chgData name="Aurelien Domont" userId="6da7715ce44349b3" providerId="LiveId" clId="{D9D6FDA5-0901-4439-A5C5-DD1C4D798DD2}" dt="2024-03-26T04:03:53.067" v="4939" actId="139"/>
          <pc:sldLayoutMkLst>
            <pc:docMk/>
            <pc:sldMasterMk cId="3482721130" sldId="2147483828"/>
            <pc:sldLayoutMk cId="250590409" sldId="2147483831"/>
          </pc:sldLayoutMkLst>
        </pc:sldLayoutChg>
        <pc:sldLayoutChg chg="modSp mod">
          <pc:chgData name="Aurelien Domont" userId="6da7715ce44349b3" providerId="LiveId" clId="{D9D6FDA5-0901-4439-A5C5-DD1C4D798DD2}" dt="2024-03-26T04:03:53.068" v="4940" actId="790"/>
          <pc:sldLayoutMkLst>
            <pc:docMk/>
            <pc:sldMasterMk cId="3482721130" sldId="2147483828"/>
            <pc:sldLayoutMk cId="1759204997" sldId="2147483835"/>
          </pc:sldLayoutMkLst>
        </pc:sldLayoutChg>
        <pc:sldLayoutChg chg="modSp del mod">
          <pc:chgData name="Aurelien Domont" userId="6da7715ce44349b3" providerId="LiveId" clId="{D9D6FDA5-0901-4439-A5C5-DD1C4D798DD2}" dt="2024-03-26T04:04:33.217" v="5013" actId="2696"/>
          <pc:sldLayoutMkLst>
            <pc:docMk/>
            <pc:sldMasterMk cId="3482721130" sldId="2147483828"/>
            <pc:sldLayoutMk cId="3998892618" sldId="2147483836"/>
          </pc:sldLayoutMkLst>
        </pc:sldLayoutChg>
      </pc:sldMasterChg>
    </pc:docChg>
  </pc:docChgLst>
  <pc:docChgLst>
    <pc:chgData name="Aurelien Domont" userId="6da7715ce44349b3" providerId="LiveId" clId="{E17306DA-B2F2-42D4-8CAC-30A74FFEEF55}"/>
    <pc:docChg chg="undo redo custSel addSld delSld modSld sldOrd modMainMaster modSection replTag">
      <pc:chgData name="Aurelien Domont" userId="6da7715ce44349b3" providerId="LiveId" clId="{E17306DA-B2F2-42D4-8CAC-30A74FFEEF55}" dt="2024-08-20T01:00:24.698" v="3963" actId="20577"/>
      <pc:docMkLst>
        <pc:docMk/>
      </pc:docMkLst>
      <pc:sldChg chg="addSp delSp modSp mod modNotes">
        <pc:chgData name="Aurelien Domont" userId="6da7715ce44349b3" providerId="LiveId" clId="{E17306DA-B2F2-42D4-8CAC-30A74FFEEF55}" dt="2024-04-04T03:30:43.820" v="3682" actId="790"/>
        <pc:sldMkLst>
          <pc:docMk/>
          <pc:sldMk cId="3956982643" sldId="526"/>
        </pc:sldMkLst>
      </pc:sldChg>
      <pc:sldChg chg="modSp mod modNotes">
        <pc:chgData name="Aurelien Domont" userId="6da7715ce44349b3" providerId="LiveId" clId="{E17306DA-B2F2-42D4-8CAC-30A74FFEEF55}" dt="2024-04-04T03:30:43.838" v="3696" actId="790"/>
        <pc:sldMkLst>
          <pc:docMk/>
          <pc:sldMk cId="1754585881" sldId="1598"/>
        </pc:sldMkLst>
      </pc:sldChg>
      <pc:sldChg chg="modSp mod modNotes">
        <pc:chgData name="Aurelien Domont" userId="6da7715ce44349b3" providerId="LiveId" clId="{E17306DA-B2F2-42D4-8CAC-30A74FFEEF55}" dt="2024-04-04T03:30:43.842" v="3700" actId="790"/>
        <pc:sldMkLst>
          <pc:docMk/>
          <pc:sldMk cId="2853806433" sldId="1600"/>
        </pc:sldMkLst>
      </pc:sldChg>
      <pc:sldChg chg="modSp mod modNotes">
        <pc:chgData name="Aurelien Domont" userId="6da7715ce44349b3" providerId="LiveId" clId="{E17306DA-B2F2-42D4-8CAC-30A74FFEEF55}" dt="2024-04-04T03:30:43.835" v="3694" actId="790"/>
        <pc:sldMkLst>
          <pc:docMk/>
          <pc:sldMk cId="1252826214" sldId="1711"/>
        </pc:sldMkLst>
      </pc:sldChg>
      <pc:sldChg chg="modSp mod modNotes">
        <pc:chgData name="Aurelien Domont" userId="6da7715ce44349b3" providerId="LiveId" clId="{E17306DA-B2F2-42D4-8CAC-30A74FFEEF55}" dt="2024-04-04T03:30:43.832" v="3692" actId="790"/>
        <pc:sldMkLst>
          <pc:docMk/>
          <pc:sldMk cId="3938337455" sldId="2034"/>
        </pc:sldMkLst>
      </pc:sldChg>
      <pc:sldChg chg="modSp mod modNotes">
        <pc:chgData name="Aurelien Domont" userId="6da7715ce44349b3" providerId="LiveId" clId="{E17306DA-B2F2-42D4-8CAC-30A74FFEEF55}" dt="2024-04-04T03:30:43.827" v="3688" actId="790"/>
        <pc:sldMkLst>
          <pc:docMk/>
          <pc:sldMk cId="3272444503" sldId="2162"/>
        </pc:sldMkLst>
      </pc:sldChg>
      <pc:sldChg chg="modSp add del mod ord">
        <pc:chgData name="Aurelien Domont" userId="6da7715ce44349b3" providerId="LiveId" clId="{E17306DA-B2F2-42D4-8CAC-30A74FFEEF55}" dt="2024-04-04T03:03:18.159" v="447" actId="47"/>
        <pc:sldMkLst>
          <pc:docMk/>
          <pc:sldMk cId="1590067890" sldId="2217"/>
        </pc:sldMkLst>
      </pc:sldChg>
      <pc:sldChg chg="modSp mod modNotes">
        <pc:chgData name="Aurelien Domont" userId="6da7715ce44349b3" providerId="LiveId" clId="{E17306DA-B2F2-42D4-8CAC-30A74FFEEF55}" dt="2024-04-04T03:30:43.840" v="3698" actId="790"/>
        <pc:sldMkLst>
          <pc:docMk/>
          <pc:sldMk cId="1534399825" sldId="2240"/>
        </pc:sldMkLst>
      </pc:sldChg>
      <pc:sldChg chg="addSp delSp modSp del mod modNotes">
        <pc:chgData name="Aurelien Domont" userId="6da7715ce44349b3" providerId="LiveId" clId="{E17306DA-B2F2-42D4-8CAC-30A74FFEEF55}" dt="2024-05-06T04:50:07.590" v="3958" actId="47"/>
        <pc:sldMkLst>
          <pc:docMk/>
          <pc:sldMk cId="1209091634" sldId="2338"/>
        </pc:sldMkLst>
      </pc:sldChg>
      <pc:sldChg chg="modSp mod">
        <pc:chgData name="Aurelien Domont" userId="6da7715ce44349b3" providerId="LiveId" clId="{E17306DA-B2F2-42D4-8CAC-30A74FFEEF55}" dt="2024-04-04T03:30:42.389" v="1868" actId="790"/>
        <pc:sldMkLst>
          <pc:docMk/>
          <pc:sldMk cId="1926619926" sldId="3282"/>
        </pc:sldMkLst>
      </pc:sldChg>
      <pc:sldChg chg="del">
        <pc:chgData name="Aurelien Domont" userId="6da7715ce44349b3" providerId="LiveId" clId="{E17306DA-B2F2-42D4-8CAC-30A74FFEEF55}" dt="2024-04-04T02:59:53.552" v="49" actId="47"/>
        <pc:sldMkLst>
          <pc:docMk/>
          <pc:sldMk cId="3836240365" sldId="3288"/>
        </pc:sldMkLst>
      </pc:sldChg>
      <pc:sldChg chg="modSp mod modNotes">
        <pc:chgData name="Aurelien Domont" userId="6da7715ce44349b3" providerId="LiveId" clId="{E17306DA-B2F2-42D4-8CAC-30A74FFEEF55}" dt="2024-04-04T03:30:43.822" v="3684" actId="790"/>
        <pc:sldMkLst>
          <pc:docMk/>
          <pc:sldMk cId="2246164536" sldId="3289"/>
        </pc:sldMkLst>
      </pc:sldChg>
      <pc:sldChg chg="delSp modSp add mod">
        <pc:chgData name="Aurelien Domont" userId="6da7715ce44349b3" providerId="LiveId" clId="{E17306DA-B2F2-42D4-8CAC-30A74FFEEF55}" dt="2024-04-04T03:30:42.197" v="1742" actId="790"/>
        <pc:sldMkLst>
          <pc:docMk/>
          <pc:sldMk cId="1103313753" sldId="3347"/>
        </pc:sldMkLst>
      </pc:sldChg>
      <pc:sldChg chg="add del">
        <pc:chgData name="Aurelien Domont" userId="6da7715ce44349b3" providerId="LiveId" clId="{E17306DA-B2F2-42D4-8CAC-30A74FFEEF55}" dt="2024-04-04T03:26:57.393" v="1500"/>
        <pc:sldMkLst>
          <pc:docMk/>
          <pc:sldMk cId="1699563560" sldId="3360"/>
        </pc:sldMkLst>
      </pc:sldChg>
      <pc:sldChg chg="add del">
        <pc:chgData name="Aurelien Domont" userId="6da7715ce44349b3" providerId="LiveId" clId="{E17306DA-B2F2-42D4-8CAC-30A74FFEEF55}" dt="2024-04-04T03:17:34.251" v="1432"/>
        <pc:sldMkLst>
          <pc:docMk/>
          <pc:sldMk cId="2917876320" sldId="3377"/>
        </pc:sldMkLst>
      </pc:sldChg>
      <pc:sldChg chg="addSp delSp modSp mod ord">
        <pc:chgData name="Aurelien Domont" userId="6da7715ce44349b3" providerId="LiveId" clId="{E17306DA-B2F2-42D4-8CAC-30A74FFEEF55}" dt="2024-04-04T03:30:42.212" v="1756" actId="790"/>
        <pc:sldMkLst>
          <pc:docMk/>
          <pc:sldMk cId="1454091485" sldId="3396"/>
        </pc:sldMkLst>
      </pc:sldChg>
      <pc:sldChg chg="addSp delSp modSp mod modNotes">
        <pc:chgData name="Aurelien Domont" userId="6da7715ce44349b3" providerId="LiveId" clId="{E17306DA-B2F2-42D4-8CAC-30A74FFEEF55}" dt="2024-04-04T03:30:44.497" v="3769"/>
        <pc:sldMkLst>
          <pc:docMk/>
          <pc:sldMk cId="3354756491" sldId="3401"/>
        </pc:sldMkLst>
      </pc:sldChg>
      <pc:sldChg chg="del">
        <pc:chgData name="Aurelien Domont" userId="6da7715ce44349b3" providerId="LiveId" clId="{E17306DA-B2F2-42D4-8CAC-30A74FFEEF55}" dt="2024-04-04T02:59:53.552" v="49" actId="47"/>
        <pc:sldMkLst>
          <pc:docMk/>
          <pc:sldMk cId="4125549953" sldId="3406"/>
        </pc:sldMkLst>
      </pc:sldChg>
      <pc:sldChg chg="del">
        <pc:chgData name="Aurelien Domont" userId="6da7715ce44349b3" providerId="LiveId" clId="{E17306DA-B2F2-42D4-8CAC-30A74FFEEF55}" dt="2024-04-04T03:08:43.157" v="1217" actId="47"/>
        <pc:sldMkLst>
          <pc:docMk/>
          <pc:sldMk cId="674671439" sldId="3407"/>
        </pc:sldMkLst>
      </pc:sldChg>
      <pc:sldChg chg="del">
        <pc:chgData name="Aurelien Domont" userId="6da7715ce44349b3" providerId="LiveId" clId="{E17306DA-B2F2-42D4-8CAC-30A74FFEEF55}" dt="2024-04-04T03:08:43.157" v="1217" actId="47"/>
        <pc:sldMkLst>
          <pc:docMk/>
          <pc:sldMk cId="2128965956" sldId="3408"/>
        </pc:sldMkLst>
      </pc:sldChg>
      <pc:sldChg chg="new del ord">
        <pc:chgData name="Aurelien Domont" userId="6da7715ce44349b3" providerId="LiveId" clId="{E17306DA-B2F2-42D4-8CAC-30A74FFEEF55}" dt="2024-04-04T03:29:09.251" v="1595" actId="47"/>
        <pc:sldMkLst>
          <pc:docMk/>
          <pc:sldMk cId="3392755853" sldId="3409"/>
        </pc:sldMkLst>
      </pc:sldChg>
      <pc:sldChg chg="addSp delSp modSp add mod">
        <pc:chgData name="Aurelien Domont" userId="6da7715ce44349b3" providerId="LiveId" clId="{E17306DA-B2F2-42D4-8CAC-30A74FFEEF55}" dt="2024-04-04T03:30:44.497" v="3773"/>
        <pc:sldMkLst>
          <pc:docMk/>
          <pc:sldMk cId="1733104831" sldId="3410"/>
        </pc:sldMkLst>
      </pc:sldChg>
      <pc:sldChg chg="addSp delSp modSp add mod">
        <pc:chgData name="Aurelien Domont" userId="6da7715ce44349b3" providerId="LiveId" clId="{E17306DA-B2F2-42D4-8CAC-30A74FFEEF55}" dt="2024-04-04T05:34:59.325" v="3913" actId="14100"/>
        <pc:sldMkLst>
          <pc:docMk/>
          <pc:sldMk cId="2587927609" sldId="3411"/>
        </pc:sldMkLst>
      </pc:sldChg>
      <pc:sldChg chg="addSp delSp modSp add mod">
        <pc:chgData name="Aurelien Domont" userId="6da7715ce44349b3" providerId="LiveId" clId="{E17306DA-B2F2-42D4-8CAC-30A74FFEEF55}" dt="2024-04-04T03:30:42.257" v="1798" actId="790"/>
        <pc:sldMkLst>
          <pc:docMk/>
          <pc:sldMk cId="3442563417" sldId="3412"/>
        </pc:sldMkLst>
      </pc:sldChg>
      <pc:sldChg chg="addSp delSp modSp add mod">
        <pc:chgData name="Aurelien Domont" userId="6da7715ce44349b3" providerId="LiveId" clId="{E17306DA-B2F2-42D4-8CAC-30A74FFEEF55}" dt="2024-08-20T01:00:24.698" v="3963" actId="20577"/>
        <pc:sldMkLst>
          <pc:docMk/>
          <pc:sldMk cId="434795921" sldId="3413"/>
        </pc:sldMkLst>
      </pc:sldChg>
      <pc:sldMasterChg chg="modSp mod modSldLayout">
        <pc:chgData name="Aurelien Domont" userId="6da7715ce44349b3" providerId="LiveId" clId="{E17306DA-B2F2-42D4-8CAC-30A74FFEEF55}" dt="2024-04-04T03:30:43.816" v="3680" actId="790"/>
        <pc:sldMasterMkLst>
          <pc:docMk/>
          <pc:sldMasterMk cId="3482721130" sldId="2147483828"/>
        </pc:sldMasterMkLst>
        <pc:sldLayoutChg chg="modSp mod">
          <pc:chgData name="Aurelien Domont" userId="6da7715ce44349b3" providerId="LiveId" clId="{E17306DA-B2F2-42D4-8CAC-30A74FFEEF55}" dt="2024-04-04T03:30:43.814" v="3679" actId="139"/>
          <pc:sldLayoutMkLst>
            <pc:docMk/>
            <pc:sldMasterMk cId="3482721130" sldId="2147483828"/>
            <pc:sldLayoutMk cId="250590409" sldId="2147483831"/>
          </pc:sldLayoutMkLst>
        </pc:sldLayoutChg>
        <pc:sldLayoutChg chg="modSp mod">
          <pc:chgData name="Aurelien Domont" userId="6da7715ce44349b3" providerId="LiveId" clId="{E17306DA-B2F2-42D4-8CAC-30A74FFEEF55}" dt="2024-04-04T03:30:43.816" v="3680" actId="790"/>
          <pc:sldLayoutMkLst>
            <pc:docMk/>
            <pc:sldMasterMk cId="3482721130" sldId="2147483828"/>
            <pc:sldLayoutMk cId="1759204997" sldId="2147483835"/>
          </pc:sldLayoutMkLst>
        </pc:sldLayoutChg>
      </pc:sldMaster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C0EC2615-26EC-4B12-94C6-D4212846349A}"/>
    <pc:docChg chg="undo custSel addSld delSld modSld sldOrd modSection">
      <pc:chgData name="Aurelien Domont" userId="6da7715ce44349b3" providerId="LiveId" clId="{C0EC2615-26EC-4B12-94C6-D4212846349A}" dt="2025-09-25T05:15:44.488" v="2313" actId="20577"/>
      <pc:docMkLst>
        <pc:docMk/>
      </pc:docMkLst>
      <pc:sldChg chg="modSp mod">
        <pc:chgData name="Aurelien Domont" userId="6da7715ce44349b3" providerId="LiveId" clId="{C0EC2615-26EC-4B12-94C6-D4212846349A}" dt="2025-09-25T05:10:26.157" v="2302" actId="20577"/>
        <pc:sldMkLst>
          <pc:docMk/>
          <pc:sldMk cId="3956982643" sldId="526"/>
        </pc:sldMkLst>
        <pc:spChg chg="mod">
          <ac:chgData name="Aurelien Domont" userId="6da7715ce44349b3" providerId="LiveId" clId="{C0EC2615-26EC-4B12-94C6-D4212846349A}" dt="2025-09-25T05:10:26.157" v="2302" actId="20577"/>
          <ac:spMkLst>
            <pc:docMk/>
            <pc:sldMk cId="3956982643" sldId="526"/>
            <ac:spMk id="5" creationId="{0133E110-802F-596F-11B8-602235D538D2}"/>
          </ac:spMkLst>
        </pc:spChg>
      </pc:sldChg>
      <pc:sldChg chg="addSp delSp modSp mod">
        <pc:chgData name="Aurelien Domont" userId="6da7715ce44349b3" providerId="LiveId" clId="{C0EC2615-26EC-4B12-94C6-D4212846349A}" dt="2025-09-25T04:09:38.739" v="2301" actId="20577"/>
        <pc:sldMkLst>
          <pc:docMk/>
          <pc:sldMk cId="3272444503" sldId="2162"/>
        </pc:sldMkLst>
        <pc:spChg chg="add del mod">
          <ac:chgData name="Aurelien Domont" userId="6da7715ce44349b3" providerId="LiveId" clId="{C0EC2615-26EC-4B12-94C6-D4212846349A}" dt="2025-09-25T03:01:36.995" v="1802" actId="478"/>
          <ac:spMkLst>
            <pc:docMk/>
            <pc:sldMk cId="3272444503" sldId="2162"/>
            <ac:spMk id="4" creationId="{1F663588-42F0-E978-FF4A-97E561B3296F}"/>
          </ac:spMkLst>
        </pc:spChg>
        <pc:spChg chg="add del mod">
          <ac:chgData name="Aurelien Domont" userId="6da7715ce44349b3" providerId="LiveId" clId="{C0EC2615-26EC-4B12-94C6-D4212846349A}" dt="2025-09-25T03:01:36.995" v="1802" actId="478"/>
          <ac:spMkLst>
            <pc:docMk/>
            <pc:sldMk cId="3272444503" sldId="2162"/>
            <ac:spMk id="5" creationId="{FF19E519-D799-F243-78EE-3296B7EA1F3E}"/>
          </ac:spMkLst>
        </pc:spChg>
        <pc:spChg chg="mod">
          <ac:chgData name="Aurelien Domont" userId="6da7715ce44349b3" providerId="LiveId" clId="{C0EC2615-26EC-4B12-94C6-D4212846349A}" dt="2025-09-25T04:09:38.739" v="2301" actId="20577"/>
          <ac:spMkLst>
            <pc:docMk/>
            <pc:sldMk cId="3272444503" sldId="2162"/>
            <ac:spMk id="6" creationId="{22D27BA3-CC85-4DD2-AEDB-C22AC367D60A}"/>
          </ac:spMkLst>
        </pc:spChg>
        <pc:spChg chg="add del mod">
          <ac:chgData name="Aurelien Domont" userId="6da7715ce44349b3" providerId="LiveId" clId="{C0EC2615-26EC-4B12-94C6-D4212846349A}" dt="2025-09-25T03:01:36.995" v="1802" actId="478"/>
          <ac:spMkLst>
            <pc:docMk/>
            <pc:sldMk cId="3272444503" sldId="2162"/>
            <ac:spMk id="7" creationId="{79617505-BA7F-4DC4-54AB-4922372B3588}"/>
          </ac:spMkLst>
        </pc:spChg>
        <pc:spChg chg="add del mod">
          <ac:chgData name="Aurelien Domont" userId="6da7715ce44349b3" providerId="LiveId" clId="{C0EC2615-26EC-4B12-94C6-D4212846349A}" dt="2025-09-25T03:01:36.995" v="1802" actId="478"/>
          <ac:spMkLst>
            <pc:docMk/>
            <pc:sldMk cId="3272444503" sldId="2162"/>
            <ac:spMk id="8" creationId="{CBBC16BA-DE71-17AD-2498-89D5FAA83C57}"/>
          </ac:spMkLst>
        </pc:spChg>
        <pc:spChg chg="add del mod">
          <ac:chgData name="Aurelien Domont" userId="6da7715ce44349b3" providerId="LiveId" clId="{C0EC2615-26EC-4B12-94C6-D4212846349A}" dt="2025-09-25T03:01:36.995" v="1802" actId="478"/>
          <ac:spMkLst>
            <pc:docMk/>
            <pc:sldMk cId="3272444503" sldId="2162"/>
            <ac:spMk id="9" creationId="{C1AC242B-4DEA-BFD2-FFF2-73E8A92CB8DD}"/>
          </ac:spMkLst>
        </pc:spChg>
        <pc:spChg chg="add del mod">
          <ac:chgData name="Aurelien Domont" userId="6da7715ce44349b3" providerId="LiveId" clId="{C0EC2615-26EC-4B12-94C6-D4212846349A}" dt="2025-09-25T03:01:36.995" v="1802" actId="478"/>
          <ac:spMkLst>
            <pc:docMk/>
            <pc:sldMk cId="3272444503" sldId="2162"/>
            <ac:spMk id="10" creationId="{02212AC8-E064-3E42-4D69-88D3E70E5830}"/>
          </ac:spMkLst>
        </pc:spChg>
        <pc:spChg chg="add del mod">
          <ac:chgData name="Aurelien Domont" userId="6da7715ce44349b3" providerId="LiveId" clId="{C0EC2615-26EC-4B12-94C6-D4212846349A}" dt="2025-09-25T03:01:36.995" v="1802" actId="478"/>
          <ac:spMkLst>
            <pc:docMk/>
            <pc:sldMk cId="3272444503" sldId="2162"/>
            <ac:spMk id="11" creationId="{00E40594-3023-14C2-B5D3-012B121D0BAE}"/>
          </ac:spMkLst>
        </pc:spChg>
        <pc:spChg chg="add del mod">
          <ac:chgData name="Aurelien Domont" userId="6da7715ce44349b3" providerId="LiveId" clId="{C0EC2615-26EC-4B12-94C6-D4212846349A}" dt="2025-09-25T03:01:36.995" v="1802" actId="478"/>
          <ac:spMkLst>
            <pc:docMk/>
            <pc:sldMk cId="3272444503" sldId="2162"/>
            <ac:spMk id="12" creationId="{96FF74DC-8F85-E1D2-BF40-DCC20391BB46}"/>
          </ac:spMkLst>
        </pc:spChg>
        <pc:spChg chg="add del mod">
          <ac:chgData name="Aurelien Domont" userId="6da7715ce44349b3" providerId="LiveId" clId="{C0EC2615-26EC-4B12-94C6-D4212846349A}" dt="2025-09-25T03:01:36.995" v="1802" actId="478"/>
          <ac:spMkLst>
            <pc:docMk/>
            <pc:sldMk cId="3272444503" sldId="2162"/>
            <ac:spMk id="14" creationId="{566B316F-D33B-3A8B-5BB6-BA20CD7EE539}"/>
          </ac:spMkLst>
        </pc:spChg>
        <pc:spChg chg="add del mod">
          <ac:chgData name="Aurelien Domont" userId="6da7715ce44349b3" providerId="LiveId" clId="{C0EC2615-26EC-4B12-94C6-D4212846349A}" dt="2025-09-25T03:04:54.642" v="1852" actId="478"/>
          <ac:spMkLst>
            <pc:docMk/>
            <pc:sldMk cId="3272444503" sldId="2162"/>
            <ac:spMk id="15" creationId="{E8E02456-0FC1-4BC2-47F0-353B280D140F}"/>
          </ac:spMkLst>
        </pc:spChg>
        <pc:spChg chg="add del mod">
          <ac:chgData name="Aurelien Domont" userId="6da7715ce44349b3" providerId="LiveId" clId="{C0EC2615-26EC-4B12-94C6-D4212846349A}" dt="2025-09-25T03:04:54.642" v="1852" actId="478"/>
          <ac:spMkLst>
            <pc:docMk/>
            <pc:sldMk cId="3272444503" sldId="2162"/>
            <ac:spMk id="17" creationId="{A5AC7680-E100-C95F-99C2-9831111EF78D}"/>
          </ac:spMkLst>
        </pc:spChg>
        <pc:spChg chg="add del mod">
          <ac:chgData name="Aurelien Domont" userId="6da7715ce44349b3" providerId="LiveId" clId="{C0EC2615-26EC-4B12-94C6-D4212846349A}" dt="2025-09-25T03:04:54.642" v="1852" actId="478"/>
          <ac:spMkLst>
            <pc:docMk/>
            <pc:sldMk cId="3272444503" sldId="2162"/>
            <ac:spMk id="18" creationId="{4E893945-02FE-E625-6B99-A7915F6A390C}"/>
          </ac:spMkLst>
        </pc:spChg>
        <pc:spChg chg="add del mod">
          <ac:chgData name="Aurelien Domont" userId="6da7715ce44349b3" providerId="LiveId" clId="{C0EC2615-26EC-4B12-94C6-D4212846349A}" dt="2025-09-25T03:04:54.642" v="1852" actId="478"/>
          <ac:spMkLst>
            <pc:docMk/>
            <pc:sldMk cId="3272444503" sldId="2162"/>
            <ac:spMk id="19" creationId="{F2FB1782-7946-D5B7-E648-17767D0488C8}"/>
          </ac:spMkLst>
        </pc:spChg>
        <pc:spChg chg="add del mod">
          <ac:chgData name="Aurelien Domont" userId="6da7715ce44349b3" providerId="LiveId" clId="{C0EC2615-26EC-4B12-94C6-D4212846349A}" dt="2025-09-25T03:06:36.361" v="1870" actId="478"/>
          <ac:spMkLst>
            <pc:docMk/>
            <pc:sldMk cId="3272444503" sldId="2162"/>
            <ac:spMk id="20" creationId="{CBA37829-597E-F295-B0AA-63058E68D71E}"/>
          </ac:spMkLst>
        </pc:spChg>
        <pc:spChg chg="add del mod">
          <ac:chgData name="Aurelien Domont" userId="6da7715ce44349b3" providerId="LiveId" clId="{C0EC2615-26EC-4B12-94C6-D4212846349A}" dt="2025-09-25T03:06:36.361" v="1870" actId="478"/>
          <ac:spMkLst>
            <pc:docMk/>
            <pc:sldMk cId="3272444503" sldId="2162"/>
            <ac:spMk id="21" creationId="{247F276E-EEA5-F088-B64E-A82EDBC027C2}"/>
          </ac:spMkLst>
        </pc:spChg>
        <pc:spChg chg="add del mod">
          <ac:chgData name="Aurelien Domont" userId="6da7715ce44349b3" providerId="LiveId" clId="{C0EC2615-26EC-4B12-94C6-D4212846349A}" dt="2025-09-25T03:06:36.361" v="1870" actId="478"/>
          <ac:spMkLst>
            <pc:docMk/>
            <pc:sldMk cId="3272444503" sldId="2162"/>
            <ac:spMk id="22" creationId="{DE66F67A-C1C7-5237-BE18-43A60239C23D}"/>
          </ac:spMkLst>
        </pc:spChg>
        <pc:spChg chg="add mod">
          <ac:chgData name="Aurelien Domont" userId="6da7715ce44349b3" providerId="LiveId" clId="{C0EC2615-26EC-4B12-94C6-D4212846349A}" dt="2025-09-25T03:11:13.315" v="2020" actId="1036"/>
          <ac:spMkLst>
            <pc:docMk/>
            <pc:sldMk cId="3272444503" sldId="2162"/>
            <ac:spMk id="23" creationId="{A9E456F5-BAA5-C7D8-79F9-EBB9C2745BCF}"/>
          </ac:spMkLst>
        </pc:spChg>
        <pc:spChg chg="add mod">
          <ac:chgData name="Aurelien Domont" userId="6da7715ce44349b3" providerId="LiveId" clId="{C0EC2615-26EC-4B12-94C6-D4212846349A}" dt="2025-09-25T03:11:16.116" v="2023" actId="1036"/>
          <ac:spMkLst>
            <pc:docMk/>
            <pc:sldMk cId="3272444503" sldId="2162"/>
            <ac:spMk id="24" creationId="{11883607-16DA-36FA-A22F-0E183A9FF3BB}"/>
          </ac:spMkLst>
        </pc:spChg>
        <pc:spChg chg="add mod">
          <ac:chgData name="Aurelien Domont" userId="6da7715ce44349b3" providerId="LiveId" clId="{C0EC2615-26EC-4B12-94C6-D4212846349A}" dt="2025-09-25T03:11:18.798" v="2026" actId="1036"/>
          <ac:spMkLst>
            <pc:docMk/>
            <pc:sldMk cId="3272444503" sldId="2162"/>
            <ac:spMk id="25" creationId="{03BB2102-F856-F88B-2090-8BF0D4F6A3ED}"/>
          </ac:spMkLst>
        </pc:spChg>
        <pc:spChg chg="add mod">
          <ac:chgData name="Aurelien Domont" userId="6da7715ce44349b3" providerId="LiveId" clId="{C0EC2615-26EC-4B12-94C6-D4212846349A}" dt="2025-09-25T03:11:34.089" v="2036" actId="1035"/>
          <ac:spMkLst>
            <pc:docMk/>
            <pc:sldMk cId="3272444503" sldId="2162"/>
            <ac:spMk id="26" creationId="{3CA2429B-A3A1-F4B2-BB37-8FFFDD4A8F4B}"/>
          </ac:spMkLst>
        </pc:spChg>
        <pc:spChg chg="add mod">
          <ac:chgData name="Aurelien Domont" userId="6da7715ce44349b3" providerId="LiveId" clId="{C0EC2615-26EC-4B12-94C6-D4212846349A}" dt="2025-09-25T03:11:21.823" v="2034" actId="1036"/>
          <ac:spMkLst>
            <pc:docMk/>
            <pc:sldMk cId="3272444503" sldId="2162"/>
            <ac:spMk id="27" creationId="{2CC87499-FE5C-5E06-4C83-F29F4450FA3F}"/>
          </ac:spMkLst>
        </pc:spChg>
        <pc:spChg chg="add mod">
          <ac:chgData name="Aurelien Domont" userId="6da7715ce44349b3" providerId="LiveId" clId="{C0EC2615-26EC-4B12-94C6-D4212846349A}" dt="2025-09-25T03:11:24.011" v="2035" actId="1036"/>
          <ac:spMkLst>
            <pc:docMk/>
            <pc:sldMk cId="3272444503" sldId="2162"/>
            <ac:spMk id="28" creationId="{74C95399-E69B-B0C1-6465-A458B75C3223}"/>
          </ac:spMkLst>
        </pc:spChg>
      </pc:sldChg>
      <pc:sldChg chg="modSp mod">
        <pc:chgData name="Aurelien Domont" userId="6da7715ce44349b3" providerId="LiveId" clId="{C0EC2615-26EC-4B12-94C6-D4212846349A}" dt="2025-09-25T02:54:02.121" v="1578" actId="20577"/>
        <pc:sldMkLst>
          <pc:docMk/>
          <pc:sldMk cId="2246164536" sldId="3289"/>
        </pc:sldMkLst>
        <pc:spChg chg="mod">
          <ac:chgData name="Aurelien Domont" userId="6da7715ce44349b3" providerId="LiveId" clId="{C0EC2615-26EC-4B12-94C6-D4212846349A}" dt="2025-09-25T02:54:02.121" v="1578" actId="20577"/>
          <ac:spMkLst>
            <pc:docMk/>
            <pc:sldMk cId="2246164536" sldId="3289"/>
            <ac:spMk id="5" creationId="{DC054480-D828-7B59-3328-48D130C91ED1}"/>
          </ac:spMkLst>
        </pc:spChg>
      </pc:sldChg>
      <pc:sldChg chg="modSp mod">
        <pc:chgData name="Aurelien Domont" userId="6da7715ce44349b3" providerId="LiveId" clId="{C0EC2615-26EC-4B12-94C6-D4212846349A}" dt="2025-09-25T03:13:49.602" v="2081"/>
        <pc:sldMkLst>
          <pc:docMk/>
          <pc:sldMk cId="3892113266" sldId="3377"/>
        </pc:sldMkLst>
        <pc:spChg chg="mod">
          <ac:chgData name="Aurelien Domont" userId="6da7715ce44349b3" providerId="LiveId" clId="{C0EC2615-26EC-4B12-94C6-D4212846349A}" dt="2025-09-25T03:13:49.602" v="2081"/>
          <ac:spMkLst>
            <pc:docMk/>
            <pc:sldMk cId="3892113266" sldId="3377"/>
            <ac:spMk id="2" creationId="{80848328-A156-B728-0E7B-DBD9A3015AFF}"/>
          </ac:spMkLst>
        </pc:spChg>
      </pc:sldChg>
      <pc:sldChg chg="addSp delSp modSp mod">
        <pc:chgData name="Aurelien Domont" userId="6da7715ce44349b3" providerId="LiveId" clId="{C0EC2615-26EC-4B12-94C6-D4212846349A}" dt="2025-09-25T03:19:31.366" v="2147" actId="1076"/>
        <pc:sldMkLst>
          <pc:docMk/>
          <pc:sldMk cId="1454091485" sldId="3396"/>
        </pc:sldMkLst>
        <pc:spChg chg="mod">
          <ac:chgData name="Aurelien Domont" userId="6da7715ce44349b3" providerId="LiveId" clId="{C0EC2615-26EC-4B12-94C6-D4212846349A}" dt="2025-09-25T03:17:11.503" v="2130" actId="20577"/>
          <ac:spMkLst>
            <pc:docMk/>
            <pc:sldMk cId="1454091485" sldId="3396"/>
            <ac:spMk id="2" creationId="{12009DA8-0966-101B-E219-F283F194BD59}"/>
          </ac:spMkLst>
        </pc:spChg>
        <pc:spChg chg="mod topLvl">
          <ac:chgData name="Aurelien Domont" userId="6da7715ce44349b3" providerId="LiveId" clId="{C0EC2615-26EC-4B12-94C6-D4212846349A}" dt="2025-09-25T03:16:43.042" v="2125" actId="165"/>
          <ac:spMkLst>
            <pc:docMk/>
            <pc:sldMk cId="1454091485" sldId="3396"/>
            <ac:spMk id="3" creationId="{3CBF44DF-3165-017A-B9C6-09D32884509D}"/>
          </ac:spMkLst>
        </pc:spChg>
        <pc:spChg chg="mod topLvl">
          <ac:chgData name="Aurelien Domont" userId="6da7715ce44349b3" providerId="LiveId" clId="{C0EC2615-26EC-4B12-94C6-D4212846349A}" dt="2025-09-25T03:16:43.042" v="2125" actId="165"/>
          <ac:spMkLst>
            <pc:docMk/>
            <pc:sldMk cId="1454091485" sldId="3396"/>
            <ac:spMk id="4" creationId="{AC747746-9FF6-3801-46F9-619A62BDCF81}"/>
          </ac:spMkLst>
        </pc:spChg>
        <pc:spChg chg="mod topLvl">
          <ac:chgData name="Aurelien Domont" userId="6da7715ce44349b3" providerId="LiveId" clId="{C0EC2615-26EC-4B12-94C6-D4212846349A}" dt="2025-09-25T03:16:43.042" v="2125" actId="165"/>
          <ac:spMkLst>
            <pc:docMk/>
            <pc:sldMk cId="1454091485" sldId="3396"/>
            <ac:spMk id="5" creationId="{9B08C1B5-CAB5-D16A-42B3-1987B36FDCDE}"/>
          </ac:spMkLst>
        </pc:spChg>
        <pc:spChg chg="add mod topLvl">
          <ac:chgData name="Aurelien Domont" userId="6da7715ce44349b3" providerId="LiveId" clId="{C0EC2615-26EC-4B12-94C6-D4212846349A}" dt="2025-09-25T03:16:43.042" v="2125" actId="165"/>
          <ac:spMkLst>
            <pc:docMk/>
            <pc:sldMk cId="1454091485" sldId="3396"/>
            <ac:spMk id="7" creationId="{6B6AEF5F-F899-31AC-302E-FF903CD67A4C}"/>
          </ac:spMkLst>
        </pc:spChg>
        <pc:spChg chg="add mod topLvl">
          <ac:chgData name="Aurelien Domont" userId="6da7715ce44349b3" providerId="LiveId" clId="{C0EC2615-26EC-4B12-94C6-D4212846349A}" dt="2025-09-25T03:16:43.042" v="2125" actId="165"/>
          <ac:spMkLst>
            <pc:docMk/>
            <pc:sldMk cId="1454091485" sldId="3396"/>
            <ac:spMk id="8" creationId="{E0CE5713-44EB-341E-A08E-B026FCCE98CD}"/>
          </ac:spMkLst>
        </pc:spChg>
        <pc:spChg chg="mod topLvl">
          <ac:chgData name="Aurelien Domont" userId="6da7715ce44349b3" providerId="LiveId" clId="{C0EC2615-26EC-4B12-94C6-D4212846349A}" dt="2025-09-25T03:16:43.042" v="2125" actId="165"/>
          <ac:spMkLst>
            <pc:docMk/>
            <pc:sldMk cId="1454091485" sldId="3396"/>
            <ac:spMk id="11" creationId="{AAAB1D00-FB3B-F424-8B39-6319CB892281}"/>
          </ac:spMkLst>
        </pc:spChg>
        <pc:spChg chg="mod topLvl">
          <ac:chgData name="Aurelien Domont" userId="6da7715ce44349b3" providerId="LiveId" clId="{C0EC2615-26EC-4B12-94C6-D4212846349A}" dt="2025-09-25T03:16:43.042" v="2125" actId="165"/>
          <ac:spMkLst>
            <pc:docMk/>
            <pc:sldMk cId="1454091485" sldId="3396"/>
            <ac:spMk id="12" creationId="{1480D3A4-D212-AA7C-3C2C-8B65A993F8A5}"/>
          </ac:spMkLst>
        </pc:spChg>
        <pc:spChg chg="mod topLvl">
          <ac:chgData name="Aurelien Domont" userId="6da7715ce44349b3" providerId="LiveId" clId="{C0EC2615-26EC-4B12-94C6-D4212846349A}" dt="2025-09-25T03:16:43.042" v="2125" actId="165"/>
          <ac:spMkLst>
            <pc:docMk/>
            <pc:sldMk cId="1454091485" sldId="3396"/>
            <ac:spMk id="13" creationId="{14F86A04-44A7-AC64-331C-AC0FB2088696}"/>
          </ac:spMkLst>
        </pc:spChg>
        <pc:spChg chg="mod topLvl">
          <ac:chgData name="Aurelien Domont" userId="6da7715ce44349b3" providerId="LiveId" clId="{C0EC2615-26EC-4B12-94C6-D4212846349A}" dt="2025-09-25T03:16:43.042" v="2125" actId="165"/>
          <ac:spMkLst>
            <pc:docMk/>
            <pc:sldMk cId="1454091485" sldId="3396"/>
            <ac:spMk id="14" creationId="{90F8D29A-0926-BAEB-D27F-A843C00BFA17}"/>
          </ac:spMkLst>
        </pc:spChg>
        <pc:spChg chg="mod topLvl">
          <ac:chgData name="Aurelien Domont" userId="6da7715ce44349b3" providerId="LiveId" clId="{C0EC2615-26EC-4B12-94C6-D4212846349A}" dt="2025-09-25T03:16:43.042" v="2125" actId="165"/>
          <ac:spMkLst>
            <pc:docMk/>
            <pc:sldMk cId="1454091485" sldId="3396"/>
            <ac:spMk id="15" creationId="{F100E06E-912A-E093-EA35-88E71C645318}"/>
          </ac:spMkLst>
        </pc:spChg>
        <pc:grpChg chg="mod">
          <ac:chgData name="Aurelien Domont" userId="6da7715ce44349b3" providerId="LiveId" clId="{C0EC2615-26EC-4B12-94C6-D4212846349A}" dt="2025-09-25T03:16:35.199" v="2124" actId="1036"/>
          <ac:grpSpMkLst>
            <pc:docMk/>
            <pc:sldMk cId="1454091485" sldId="3396"/>
            <ac:grpSpMk id="9" creationId="{BB1DC753-36D8-08F9-30A8-799D1E4F5334}"/>
          </ac:grpSpMkLst>
        </pc:grpChg>
        <pc:picChg chg="add mod">
          <ac:chgData name="Aurelien Domont" userId="6da7715ce44349b3" providerId="LiveId" clId="{C0EC2615-26EC-4B12-94C6-D4212846349A}" dt="2025-09-25T03:19:31.366" v="2147" actId="1076"/>
          <ac:picMkLst>
            <pc:docMk/>
            <pc:sldMk cId="1454091485" sldId="3396"/>
            <ac:picMk id="10" creationId="{7E80E438-8BC2-2CE4-317C-B59A39139FD4}"/>
          </ac:picMkLst>
        </pc:picChg>
        <pc:picChg chg="add del mod">
          <ac:chgData name="Aurelien Domont" userId="6da7715ce44349b3" providerId="LiveId" clId="{C0EC2615-26EC-4B12-94C6-D4212846349A}" dt="2025-09-25T03:18:48.390" v="2140" actId="478"/>
          <ac:picMkLst>
            <pc:docMk/>
            <pc:sldMk cId="1454091485" sldId="3396"/>
            <ac:picMk id="16" creationId="{66CB4331-32F5-B29B-B614-A6036B0CC835}"/>
          </ac:picMkLst>
        </pc:picChg>
        <pc:picChg chg="add mod">
          <ac:chgData name="Aurelien Domont" userId="6da7715ce44349b3" providerId="LiveId" clId="{C0EC2615-26EC-4B12-94C6-D4212846349A}" dt="2025-09-25T03:19:22.010" v="2144" actId="1076"/>
          <ac:picMkLst>
            <pc:docMk/>
            <pc:sldMk cId="1454091485" sldId="3396"/>
            <ac:picMk id="18" creationId="{721131F1-6D7D-E675-0036-6076E2BFB905}"/>
          </ac:picMkLst>
        </pc:picChg>
        <pc:picChg chg="del">
          <ac:chgData name="Aurelien Domont" userId="6da7715ce44349b3" providerId="LiveId" clId="{C0EC2615-26EC-4B12-94C6-D4212846349A}" dt="2025-09-25T03:17:50.322" v="2133" actId="478"/>
          <ac:picMkLst>
            <pc:docMk/>
            <pc:sldMk cId="1454091485" sldId="3396"/>
            <ac:picMk id="20" creationId="{C45F11A5-0954-A63E-8624-15E517BDB58B}"/>
          </ac:picMkLst>
        </pc:picChg>
        <pc:picChg chg="del">
          <ac:chgData name="Aurelien Domont" userId="6da7715ce44349b3" providerId="LiveId" clId="{C0EC2615-26EC-4B12-94C6-D4212846349A}" dt="2025-09-25T03:17:50.322" v="2133" actId="478"/>
          <ac:picMkLst>
            <pc:docMk/>
            <pc:sldMk cId="1454091485" sldId="3396"/>
            <ac:picMk id="23" creationId="{8E1A7414-6BC2-0022-754C-3FF15D20AF0B}"/>
          </ac:picMkLst>
        </pc:picChg>
        <pc:picChg chg="del">
          <ac:chgData name="Aurelien Domont" userId="6da7715ce44349b3" providerId="LiveId" clId="{C0EC2615-26EC-4B12-94C6-D4212846349A}" dt="2025-09-25T03:17:50.322" v="2133" actId="478"/>
          <ac:picMkLst>
            <pc:docMk/>
            <pc:sldMk cId="1454091485" sldId="3396"/>
            <ac:picMk id="25" creationId="{E5316F2E-92B2-59CF-9909-A5EA090DEF36}"/>
          </ac:picMkLst>
        </pc:picChg>
        <pc:picChg chg="del">
          <ac:chgData name="Aurelien Domont" userId="6da7715ce44349b3" providerId="LiveId" clId="{C0EC2615-26EC-4B12-94C6-D4212846349A}" dt="2025-09-25T03:17:50.322" v="2133" actId="478"/>
          <ac:picMkLst>
            <pc:docMk/>
            <pc:sldMk cId="1454091485" sldId="3396"/>
            <ac:picMk id="26" creationId="{AE3AEFB1-74D6-647D-EC33-B8CC28486417}"/>
          </ac:picMkLst>
        </pc:picChg>
      </pc:sldChg>
      <pc:sldChg chg="modSp mod">
        <pc:chgData name="Aurelien Domont" userId="6da7715ce44349b3" providerId="LiveId" clId="{C0EC2615-26EC-4B12-94C6-D4212846349A}" dt="2025-09-25T02:54:11.479" v="1582" actId="20577"/>
        <pc:sldMkLst>
          <pc:docMk/>
          <pc:sldMk cId="3354756491" sldId="3401"/>
        </pc:sldMkLst>
        <pc:spChg chg="mod">
          <ac:chgData name="Aurelien Domont" userId="6da7715ce44349b3" providerId="LiveId" clId="{C0EC2615-26EC-4B12-94C6-D4212846349A}" dt="2025-09-25T02:54:11.479" v="1582" actId="20577"/>
          <ac:spMkLst>
            <pc:docMk/>
            <pc:sldMk cId="3354756491" sldId="3401"/>
            <ac:spMk id="2" creationId="{F7C4AEFD-F24A-61C6-413F-137EBECACF93}"/>
          </ac:spMkLst>
        </pc:spChg>
      </pc:sldChg>
      <pc:sldChg chg="del">
        <pc:chgData name="Aurelien Domont" userId="6da7715ce44349b3" providerId="LiveId" clId="{C0EC2615-26EC-4B12-94C6-D4212846349A}" dt="2025-09-25T03:33:29.077" v="2228" actId="47"/>
        <pc:sldMkLst>
          <pc:docMk/>
          <pc:sldMk cId="1733104831" sldId="3410"/>
        </pc:sldMkLst>
      </pc:sldChg>
      <pc:sldChg chg="addSp delSp modSp del mod">
        <pc:chgData name="Aurelien Domont" userId="6da7715ce44349b3" providerId="LiveId" clId="{C0EC2615-26EC-4B12-94C6-D4212846349A}" dt="2025-09-25T03:39:07.168" v="2272" actId="47"/>
        <pc:sldMkLst>
          <pc:docMk/>
          <pc:sldMk cId="2587927609" sldId="3411"/>
        </pc:sldMkLst>
        <pc:picChg chg="add del mod">
          <ac:chgData name="Aurelien Domont" userId="6da7715ce44349b3" providerId="LiveId" clId="{C0EC2615-26EC-4B12-94C6-D4212846349A}" dt="2025-09-25T03:34:57.633" v="2245" actId="478"/>
          <ac:picMkLst>
            <pc:docMk/>
            <pc:sldMk cId="2587927609" sldId="3411"/>
            <ac:picMk id="7" creationId="{0F8B1249-741F-CFCC-4D02-C75BFAD02DA4}"/>
          </ac:picMkLst>
        </pc:picChg>
      </pc:sldChg>
      <pc:sldChg chg="del">
        <pc:chgData name="Aurelien Domont" userId="6da7715ce44349b3" providerId="LiveId" clId="{C0EC2615-26EC-4B12-94C6-D4212846349A}" dt="2025-09-25T03:40:01.298" v="2283" actId="47"/>
        <pc:sldMkLst>
          <pc:docMk/>
          <pc:sldMk cId="3442563417" sldId="3412"/>
        </pc:sldMkLst>
      </pc:sldChg>
      <pc:sldChg chg="addSp delSp modSp mod">
        <pc:chgData name="Aurelien Domont" userId="6da7715ce44349b3" providerId="LiveId" clId="{C0EC2615-26EC-4B12-94C6-D4212846349A}" dt="2025-09-25T05:15:44.488" v="2313" actId="20577"/>
        <pc:sldMkLst>
          <pc:docMk/>
          <pc:sldMk cId="434795921" sldId="3413"/>
        </pc:sldMkLst>
        <pc:spChg chg="add del mod">
          <ac:chgData name="Aurelien Domont" userId="6da7715ce44349b3" providerId="LiveId" clId="{C0EC2615-26EC-4B12-94C6-D4212846349A}" dt="2025-09-25T03:42:05.437" v="2297" actId="478"/>
          <ac:spMkLst>
            <pc:docMk/>
            <pc:sldMk cId="434795921" sldId="3413"/>
            <ac:spMk id="2" creationId="{2289A2A4-AB24-83DF-4EA3-8172DB031218}"/>
          </ac:spMkLst>
        </pc:spChg>
        <pc:spChg chg="mod">
          <ac:chgData name="Aurelien Domont" userId="6da7715ce44349b3" providerId="LiveId" clId="{C0EC2615-26EC-4B12-94C6-D4212846349A}" dt="2025-09-25T03:53:10.654" v="2299" actId="20577"/>
          <ac:spMkLst>
            <pc:docMk/>
            <pc:sldMk cId="434795921" sldId="3413"/>
            <ac:spMk id="6" creationId="{1C46DB5B-7851-AD9A-6787-02A3A66A3E5A}"/>
          </ac:spMkLst>
        </pc:spChg>
        <pc:spChg chg="add del mod">
          <ac:chgData name="Aurelien Domont" userId="6da7715ce44349b3" providerId="LiveId" clId="{C0EC2615-26EC-4B12-94C6-D4212846349A}" dt="2025-09-25T03:42:05.437" v="2297" actId="478"/>
          <ac:spMkLst>
            <pc:docMk/>
            <pc:sldMk cId="434795921" sldId="3413"/>
            <ac:spMk id="7" creationId="{268AE61B-B5FA-9CCA-F34A-496DE0692337}"/>
          </ac:spMkLst>
        </pc:spChg>
        <pc:spChg chg="add del mod">
          <ac:chgData name="Aurelien Domont" userId="6da7715ce44349b3" providerId="LiveId" clId="{C0EC2615-26EC-4B12-94C6-D4212846349A}" dt="2025-09-25T03:42:05.437" v="2297" actId="478"/>
          <ac:spMkLst>
            <pc:docMk/>
            <pc:sldMk cId="434795921" sldId="3413"/>
            <ac:spMk id="8" creationId="{0F9268CD-04BD-EBEA-206D-35E82BFCD088}"/>
          </ac:spMkLst>
        </pc:spChg>
        <pc:spChg chg="add del mod">
          <ac:chgData name="Aurelien Domont" userId="6da7715ce44349b3" providerId="LiveId" clId="{C0EC2615-26EC-4B12-94C6-D4212846349A}" dt="2025-09-25T03:42:05.437" v="2297" actId="478"/>
          <ac:spMkLst>
            <pc:docMk/>
            <pc:sldMk cId="434795921" sldId="3413"/>
            <ac:spMk id="9" creationId="{EF3D13C3-8F76-9F3D-B531-AFEAEF27D2D0}"/>
          </ac:spMkLst>
        </pc:spChg>
        <pc:spChg chg="add del mod">
          <ac:chgData name="Aurelien Domont" userId="6da7715ce44349b3" providerId="LiveId" clId="{C0EC2615-26EC-4B12-94C6-D4212846349A}" dt="2025-09-25T03:42:05.437" v="2297" actId="478"/>
          <ac:spMkLst>
            <pc:docMk/>
            <pc:sldMk cId="434795921" sldId="3413"/>
            <ac:spMk id="10" creationId="{8F9A91DF-59B7-4826-9544-04763757BF2E}"/>
          </ac:spMkLst>
        </pc:spChg>
        <pc:spChg chg="add del mod">
          <ac:chgData name="Aurelien Domont" userId="6da7715ce44349b3" providerId="LiveId" clId="{C0EC2615-26EC-4B12-94C6-D4212846349A}" dt="2025-09-25T03:42:05.437" v="2297" actId="478"/>
          <ac:spMkLst>
            <pc:docMk/>
            <pc:sldMk cId="434795921" sldId="3413"/>
            <ac:spMk id="11" creationId="{E7BDBE39-6359-6572-23CB-F67ECD293914}"/>
          </ac:spMkLst>
        </pc:spChg>
        <pc:spChg chg="mod">
          <ac:chgData name="Aurelien Domont" userId="6da7715ce44349b3" providerId="LiveId" clId="{C0EC2615-26EC-4B12-94C6-D4212846349A}" dt="2025-09-25T05:15:44.488" v="2313" actId="20577"/>
          <ac:spMkLst>
            <pc:docMk/>
            <pc:sldMk cId="434795921" sldId="3413"/>
            <ac:spMk id="30" creationId="{3DC62D0C-0157-55A4-E1FB-A56E941DF99C}"/>
          </ac:spMkLst>
        </pc:spChg>
        <pc:spChg chg="mod">
          <ac:chgData name="Aurelien Domont" userId="6da7715ce44349b3" providerId="LiveId" clId="{C0EC2615-26EC-4B12-94C6-D4212846349A}" dt="2025-09-25T03:41:05.468" v="2286" actId="20577"/>
          <ac:spMkLst>
            <pc:docMk/>
            <pc:sldMk cId="434795921" sldId="3413"/>
            <ac:spMk id="31" creationId="{8558C281-4535-78B5-4C8E-562F89EFD04B}"/>
          </ac:spMkLst>
        </pc:spChg>
      </pc:sldChg>
      <pc:sldChg chg="addSp delSp modSp mod ord">
        <pc:chgData name="Aurelien Domont" userId="6da7715ce44349b3" providerId="LiveId" clId="{C0EC2615-26EC-4B12-94C6-D4212846349A}" dt="2025-09-25T03:52:39.006" v="2298" actId="790"/>
        <pc:sldMkLst>
          <pc:docMk/>
          <pc:sldMk cId="1013050787" sldId="3415"/>
        </pc:sldMkLst>
        <pc:spChg chg="mod">
          <ac:chgData name="Aurelien Domont" userId="6da7715ce44349b3" providerId="LiveId" clId="{C0EC2615-26EC-4B12-94C6-D4212846349A}" dt="2025-09-18T04:07:34.320" v="907" actId="1076"/>
          <ac:spMkLst>
            <pc:docMk/>
            <pc:sldMk cId="1013050787" sldId="3415"/>
            <ac:spMk id="3" creationId="{4708139B-4A54-1803-6DA9-B4A683ACC2D6}"/>
          </ac:spMkLst>
        </pc:spChg>
        <pc:spChg chg="add mod">
          <ac:chgData name="Aurelien Domont" userId="6da7715ce44349b3" providerId="LiveId" clId="{C0EC2615-26EC-4B12-94C6-D4212846349A}" dt="2025-09-18T03:57:32.710" v="674" actId="6549"/>
          <ac:spMkLst>
            <pc:docMk/>
            <pc:sldMk cId="1013050787" sldId="3415"/>
            <ac:spMk id="4" creationId="{EC150026-85DB-BF0C-9DA8-AC84CDC352D5}"/>
          </ac:spMkLst>
        </pc:spChg>
        <pc:spChg chg="add mod">
          <ac:chgData name="Aurelien Domont" userId="6da7715ce44349b3" providerId="LiveId" clId="{C0EC2615-26EC-4B12-94C6-D4212846349A}" dt="2025-09-15T04:50:38.122" v="467" actId="20577"/>
          <ac:spMkLst>
            <pc:docMk/>
            <pc:sldMk cId="1013050787" sldId="3415"/>
            <ac:spMk id="5" creationId="{73FFD02B-462D-56F7-A1A7-F208A7A8A160}"/>
          </ac:spMkLst>
        </pc:spChg>
        <pc:spChg chg="add mod">
          <ac:chgData name="Aurelien Domont" userId="6da7715ce44349b3" providerId="LiveId" clId="{C0EC2615-26EC-4B12-94C6-D4212846349A}" dt="2025-09-24T05:54:14.703" v="1223" actId="1038"/>
          <ac:spMkLst>
            <pc:docMk/>
            <pc:sldMk cId="1013050787" sldId="3415"/>
            <ac:spMk id="6" creationId="{E7AF085D-742C-796C-FAEC-F72EB5BADBDE}"/>
          </ac:spMkLst>
        </pc:spChg>
        <pc:spChg chg="mod">
          <ac:chgData name="Aurelien Domont" userId="6da7715ce44349b3" providerId="LiveId" clId="{C0EC2615-26EC-4B12-94C6-D4212846349A}" dt="2025-09-18T04:02:27.887" v="679" actId="1076"/>
          <ac:spMkLst>
            <pc:docMk/>
            <pc:sldMk cId="1013050787" sldId="3415"/>
            <ac:spMk id="7" creationId="{84A74C7D-3446-E3D6-D117-515E1D41A871}"/>
          </ac:spMkLst>
        </pc:spChg>
        <pc:spChg chg="del mod">
          <ac:chgData name="Aurelien Domont" userId="6da7715ce44349b3" providerId="LiveId" clId="{C0EC2615-26EC-4B12-94C6-D4212846349A}" dt="2025-09-24T05:53:38.169" v="1213" actId="478"/>
          <ac:spMkLst>
            <pc:docMk/>
            <pc:sldMk cId="1013050787" sldId="3415"/>
            <ac:spMk id="10" creationId="{112D3DA0-7173-16F9-919A-FC8772C8B035}"/>
          </ac:spMkLst>
        </pc:spChg>
        <pc:spChg chg="add mod">
          <ac:chgData name="Aurelien Domont" userId="6da7715ce44349b3" providerId="LiveId" clId="{C0EC2615-26EC-4B12-94C6-D4212846349A}" dt="2025-09-24T05:53:23.835" v="1202" actId="20577"/>
          <ac:spMkLst>
            <pc:docMk/>
            <pc:sldMk cId="1013050787" sldId="3415"/>
            <ac:spMk id="11" creationId="{06A3C121-92AC-D55A-4F80-4CC1D5A34035}"/>
          </ac:spMkLst>
        </pc:spChg>
        <pc:spChg chg="add mod">
          <ac:chgData name="Aurelien Domont" userId="6da7715ce44349b3" providerId="LiveId" clId="{C0EC2615-26EC-4B12-94C6-D4212846349A}" dt="2025-09-24T05:54:19.411" v="1233" actId="1037"/>
          <ac:spMkLst>
            <pc:docMk/>
            <pc:sldMk cId="1013050787" sldId="3415"/>
            <ac:spMk id="12" creationId="{7DCAFA45-FC1C-9760-AA00-31B3E143A565}"/>
          </ac:spMkLst>
        </pc:spChg>
        <pc:spChg chg="mod">
          <ac:chgData name="Aurelien Domont" userId="6da7715ce44349b3" providerId="LiveId" clId="{C0EC2615-26EC-4B12-94C6-D4212846349A}" dt="2025-09-18T03:57:11.097" v="662" actId="20577"/>
          <ac:spMkLst>
            <pc:docMk/>
            <pc:sldMk cId="1013050787" sldId="3415"/>
            <ac:spMk id="19" creationId="{2BB82381-2C9B-D820-8F01-5E428C20357E}"/>
          </ac:spMkLst>
        </pc:spChg>
        <pc:spChg chg="mod">
          <ac:chgData name="Aurelien Domont" userId="6da7715ce44349b3" providerId="LiveId" clId="{C0EC2615-26EC-4B12-94C6-D4212846349A}" dt="2025-09-25T03:52:39.006" v="2298" actId="790"/>
          <ac:spMkLst>
            <pc:docMk/>
            <pc:sldMk cId="1013050787" sldId="3415"/>
            <ac:spMk id="20" creationId="{FE507F02-5681-9825-E210-502EE9E9A99F}"/>
          </ac:spMkLst>
        </pc:spChg>
        <pc:spChg chg="mod">
          <ac:chgData name="Aurelien Domont" userId="6da7715ce44349b3" providerId="LiveId" clId="{C0EC2615-26EC-4B12-94C6-D4212846349A}" dt="2025-09-15T04:44:58.834" v="250" actId="20577"/>
          <ac:spMkLst>
            <pc:docMk/>
            <pc:sldMk cId="1013050787" sldId="3415"/>
            <ac:spMk id="21" creationId="{87FF4A7C-BD16-467E-4F53-FC489754FB9E}"/>
          </ac:spMkLst>
        </pc:spChg>
        <pc:spChg chg="del mod">
          <ac:chgData name="Aurelien Domont" userId="6da7715ce44349b3" providerId="LiveId" clId="{C0EC2615-26EC-4B12-94C6-D4212846349A}" dt="2025-09-24T05:53:38.169" v="1213" actId="478"/>
          <ac:spMkLst>
            <pc:docMk/>
            <pc:sldMk cId="1013050787" sldId="3415"/>
            <ac:spMk id="46" creationId="{14ECA1E6-D887-5E56-DD93-B17EA590ED7D}"/>
          </ac:spMkLst>
        </pc:spChg>
        <pc:spChg chg="del mod">
          <ac:chgData name="Aurelien Domont" userId="6da7715ce44349b3" providerId="LiveId" clId="{C0EC2615-26EC-4B12-94C6-D4212846349A}" dt="2025-09-24T05:53:38.169" v="1213" actId="478"/>
          <ac:spMkLst>
            <pc:docMk/>
            <pc:sldMk cId="1013050787" sldId="3415"/>
            <ac:spMk id="47" creationId="{F8ADB692-F0BA-9801-EA8A-38C697AD4A8C}"/>
          </ac:spMkLst>
        </pc:spChg>
        <pc:spChg chg="mod">
          <ac:chgData name="Aurelien Domont" userId="6da7715ce44349b3" providerId="LiveId" clId="{C0EC2615-26EC-4B12-94C6-D4212846349A}" dt="2025-09-24T05:54:14.703" v="1223" actId="1038"/>
          <ac:spMkLst>
            <pc:docMk/>
            <pc:sldMk cId="1013050787" sldId="3415"/>
            <ac:spMk id="66" creationId="{0D3C1B66-8E0C-D72F-412D-7755F1A6BB5F}"/>
          </ac:spMkLst>
        </pc:spChg>
        <pc:spChg chg="mod">
          <ac:chgData name="Aurelien Domont" userId="6da7715ce44349b3" providerId="LiveId" clId="{C0EC2615-26EC-4B12-94C6-D4212846349A}" dt="2025-09-24T05:50:34.604" v="1097" actId="408"/>
          <ac:spMkLst>
            <pc:docMk/>
            <pc:sldMk cId="1013050787" sldId="3415"/>
            <ac:spMk id="67" creationId="{F4360C05-2311-74DD-CE5A-C774488B08D5}"/>
          </ac:spMkLst>
        </pc:spChg>
        <pc:spChg chg="mod">
          <ac:chgData name="Aurelien Domont" userId="6da7715ce44349b3" providerId="LiveId" clId="{C0EC2615-26EC-4B12-94C6-D4212846349A}" dt="2025-09-24T05:54:19.411" v="1233" actId="1037"/>
          <ac:spMkLst>
            <pc:docMk/>
            <pc:sldMk cId="1013050787" sldId="3415"/>
            <ac:spMk id="68" creationId="{EBCC46C8-1826-FE2D-12E4-C62BE65C45A0}"/>
          </ac:spMkLst>
        </pc:spChg>
        <pc:spChg chg="mod">
          <ac:chgData name="Aurelien Domont" userId="6da7715ce44349b3" providerId="LiveId" clId="{C0EC2615-26EC-4B12-94C6-D4212846349A}" dt="2025-09-15T04:49:16.579" v="457" actId="20577"/>
          <ac:spMkLst>
            <pc:docMk/>
            <pc:sldMk cId="1013050787" sldId="3415"/>
            <ac:spMk id="76" creationId="{B5B662C6-7823-23B0-740A-7F9E7E62F8BC}"/>
          </ac:spMkLst>
        </pc:spChg>
        <pc:spChg chg="mod">
          <ac:chgData name="Aurelien Domont" userId="6da7715ce44349b3" providerId="LiveId" clId="{C0EC2615-26EC-4B12-94C6-D4212846349A}" dt="2025-09-15T05:06:08.127" v="634" actId="20577"/>
          <ac:spMkLst>
            <pc:docMk/>
            <pc:sldMk cId="1013050787" sldId="3415"/>
            <ac:spMk id="77" creationId="{469040E1-CE12-94DF-DBC8-302AB366D6ED}"/>
          </ac:spMkLst>
        </pc:spChg>
        <pc:spChg chg="mod">
          <ac:chgData name="Aurelien Domont" userId="6da7715ce44349b3" providerId="LiveId" clId="{C0EC2615-26EC-4B12-94C6-D4212846349A}" dt="2025-09-15T04:43:59.856" v="211"/>
          <ac:spMkLst>
            <pc:docMk/>
            <pc:sldMk cId="1013050787" sldId="3415"/>
            <ac:spMk id="94" creationId="{6E5540C0-B2E5-5469-873B-E50CEDA13107}"/>
          </ac:spMkLst>
        </pc:spChg>
        <pc:spChg chg="mod">
          <ac:chgData name="Aurelien Domont" userId="6da7715ce44349b3" providerId="LiveId" clId="{C0EC2615-26EC-4B12-94C6-D4212846349A}" dt="2025-09-15T04:45:02.677" v="251"/>
          <ac:spMkLst>
            <pc:docMk/>
            <pc:sldMk cId="1013050787" sldId="3415"/>
            <ac:spMk id="95" creationId="{025F106E-6DE1-22A3-1443-2FAD6F3490E2}"/>
          </ac:spMkLst>
        </pc:spChg>
        <pc:spChg chg="mod">
          <ac:chgData name="Aurelien Domont" userId="6da7715ce44349b3" providerId="LiveId" clId="{C0EC2615-26EC-4B12-94C6-D4212846349A}" dt="2025-09-15T04:45:10.213" v="252"/>
          <ac:spMkLst>
            <pc:docMk/>
            <pc:sldMk cId="1013050787" sldId="3415"/>
            <ac:spMk id="96" creationId="{3EDDE9AD-C0AD-2F8C-33C5-ED218D1680B0}"/>
          </ac:spMkLst>
        </pc:spChg>
        <pc:spChg chg="mod">
          <ac:chgData name="Aurelien Domont" userId="6da7715ce44349b3" providerId="LiveId" clId="{C0EC2615-26EC-4B12-94C6-D4212846349A}" dt="2025-09-25T03:02:44.897" v="1827" actId="20577"/>
          <ac:spMkLst>
            <pc:docMk/>
            <pc:sldMk cId="1013050787" sldId="3415"/>
            <ac:spMk id="97" creationId="{7CFFCA3A-310B-B8A4-361A-34746AC03DEC}"/>
          </ac:spMkLst>
        </pc:spChg>
        <pc:spChg chg="del">
          <ac:chgData name="Aurelien Domont" userId="6da7715ce44349b3" providerId="LiveId" clId="{C0EC2615-26EC-4B12-94C6-D4212846349A}" dt="2025-09-24T05:49:25.439" v="996" actId="478"/>
          <ac:spMkLst>
            <pc:docMk/>
            <pc:sldMk cId="1013050787" sldId="3415"/>
            <ac:spMk id="100" creationId="{B229DB44-3685-3BB0-C547-3FDE3B0FAD71}"/>
          </ac:spMkLst>
        </pc:spChg>
        <pc:grpChg chg="mod">
          <ac:chgData name="Aurelien Domont" userId="6da7715ce44349b3" providerId="LiveId" clId="{C0EC2615-26EC-4B12-94C6-D4212846349A}" dt="2025-09-15T05:06:16.838" v="648" actId="1037"/>
          <ac:grpSpMkLst>
            <pc:docMk/>
            <pc:sldMk cId="1013050787" sldId="3415"/>
            <ac:grpSpMk id="9" creationId="{A4FDA807-B79E-388C-5731-877C13728AFF}"/>
          </ac:grpSpMkLst>
        </pc:grpChg>
        <pc:grpChg chg="mod">
          <ac:chgData name="Aurelien Domont" userId="6da7715ce44349b3" providerId="LiveId" clId="{C0EC2615-26EC-4B12-94C6-D4212846349A}" dt="2025-09-18T04:06:13.776" v="818" actId="1037"/>
          <ac:grpSpMkLst>
            <pc:docMk/>
            <pc:sldMk cId="1013050787" sldId="3415"/>
            <ac:grpSpMk id="80" creationId="{3170582F-C1E7-B369-127E-4CC5953EF076}"/>
          </ac:grpSpMkLst>
        </pc:grpChg>
        <pc:picChg chg="add mod">
          <ac:chgData name="Aurelien Domont" userId="6da7715ce44349b3" providerId="LiveId" clId="{C0EC2615-26EC-4B12-94C6-D4212846349A}" dt="2025-09-18T04:06:24.274" v="821" actId="14100"/>
          <ac:picMkLst>
            <pc:docMk/>
            <pc:sldMk cId="1013050787" sldId="3415"/>
            <ac:picMk id="15" creationId="{CAEFA5B4-E6EF-5F35-F30B-C5C047061726}"/>
          </ac:picMkLst>
        </pc:picChg>
        <pc:picChg chg="mod">
          <ac:chgData name="Aurelien Domont" userId="6da7715ce44349b3" providerId="LiveId" clId="{C0EC2615-26EC-4B12-94C6-D4212846349A}" dt="2025-09-18T04:06:41.135" v="896" actId="1036"/>
          <ac:picMkLst>
            <pc:docMk/>
            <pc:sldMk cId="1013050787" sldId="3415"/>
            <ac:picMk id="22" creationId="{66692D47-DF8E-6269-54D7-C9CD6CCD53F2}"/>
          </ac:picMkLst>
        </pc:picChg>
        <pc:picChg chg="mod">
          <ac:chgData name="Aurelien Domont" userId="6da7715ce44349b3" providerId="LiveId" clId="{C0EC2615-26EC-4B12-94C6-D4212846349A}" dt="2025-09-18T04:02:59.027" v="762" actId="1076"/>
          <ac:picMkLst>
            <pc:docMk/>
            <pc:sldMk cId="1013050787" sldId="3415"/>
            <ac:picMk id="32" creationId="{4C49323B-A8AB-CC50-CD6D-3F28F4C1476A}"/>
          </ac:picMkLst>
        </pc:picChg>
        <pc:picChg chg="mod">
          <ac:chgData name="Aurelien Domont" userId="6da7715ce44349b3" providerId="LiveId" clId="{C0EC2615-26EC-4B12-94C6-D4212846349A}" dt="2025-09-08T03:04:15.935" v="106" actId="408"/>
          <ac:picMkLst>
            <pc:docMk/>
            <pc:sldMk cId="1013050787" sldId="3415"/>
            <ac:picMk id="62" creationId="{05FD9113-B55B-048B-70F7-80A1F6C3A9FA}"/>
          </ac:picMkLst>
        </pc:picChg>
        <pc:picChg chg="add mod">
          <ac:chgData name="Aurelien Domont" userId="6da7715ce44349b3" providerId="LiveId" clId="{C0EC2615-26EC-4B12-94C6-D4212846349A}" dt="2025-09-18T04:07:38.226" v="915" actId="1037"/>
          <ac:picMkLst>
            <pc:docMk/>
            <pc:sldMk cId="1013050787" sldId="3415"/>
            <ac:picMk id="65" creationId="{23BDD19A-B090-A4A7-1D49-C1D641579180}"/>
          </ac:picMkLst>
        </pc:picChg>
        <pc:picChg chg="mod">
          <ac:chgData name="Aurelien Domont" userId="6da7715ce44349b3" providerId="LiveId" clId="{C0EC2615-26EC-4B12-94C6-D4212846349A}" dt="2025-09-15T04:50:46.445" v="470" actId="1037"/>
          <ac:picMkLst>
            <pc:docMk/>
            <pc:sldMk cId="1013050787" sldId="3415"/>
            <ac:picMk id="101" creationId="{8454AD07-10CC-F45D-1229-610DCD4C7B62}"/>
          </ac:picMkLst>
        </pc:picChg>
        <pc:picChg chg="add mod">
          <ac:chgData name="Aurelien Domont" userId="6da7715ce44349b3" providerId="LiveId" clId="{C0EC2615-26EC-4B12-94C6-D4212846349A}" dt="2025-09-08T03:04:15.935" v="106" actId="408"/>
          <ac:picMkLst>
            <pc:docMk/>
            <pc:sldMk cId="1013050787" sldId="3415"/>
            <ac:picMk id="1026" creationId="{25C752CD-5253-63E9-9E20-08C5E24BC201}"/>
          </ac:picMkLst>
        </pc:picChg>
        <pc:picChg chg="add mod">
          <ac:chgData name="Aurelien Domont" userId="6da7715ce44349b3" providerId="LiveId" clId="{C0EC2615-26EC-4B12-94C6-D4212846349A}" dt="2025-09-08T03:04:15.935" v="106" actId="408"/>
          <ac:picMkLst>
            <pc:docMk/>
            <pc:sldMk cId="1013050787" sldId="3415"/>
            <ac:picMk id="1028" creationId="{92E8AB21-B1E7-EEF5-07E3-87FA244C2D00}"/>
          </ac:picMkLst>
        </pc:picChg>
        <pc:picChg chg="mod">
          <ac:chgData name="Aurelien Domont" userId="6da7715ce44349b3" providerId="LiveId" clId="{C0EC2615-26EC-4B12-94C6-D4212846349A}" dt="2025-09-08T03:04:15.935" v="106" actId="408"/>
          <ac:picMkLst>
            <pc:docMk/>
            <pc:sldMk cId="1013050787" sldId="3415"/>
            <ac:picMk id="3074" creationId="{ED49AD35-5F0F-A240-62A2-BE0DFD27C41A}"/>
          </ac:picMkLst>
        </pc:picChg>
        <pc:picChg chg="mod">
          <ac:chgData name="Aurelien Domont" userId="6da7715ce44349b3" providerId="LiveId" clId="{C0EC2615-26EC-4B12-94C6-D4212846349A}" dt="2025-09-08T03:04:15.935" v="106" actId="408"/>
          <ac:picMkLst>
            <pc:docMk/>
            <pc:sldMk cId="1013050787" sldId="3415"/>
            <ac:picMk id="3076" creationId="{522C777E-D054-9105-FA0D-89836EFE1148}"/>
          </ac:picMkLst>
        </pc:picChg>
        <pc:picChg chg="mod">
          <ac:chgData name="Aurelien Domont" userId="6da7715ce44349b3" providerId="LiveId" clId="{C0EC2615-26EC-4B12-94C6-D4212846349A}" dt="2025-09-08T03:04:15.935" v="106" actId="408"/>
          <ac:picMkLst>
            <pc:docMk/>
            <pc:sldMk cId="1013050787" sldId="3415"/>
            <ac:picMk id="3078" creationId="{1B6EA23E-7791-7EAB-3E22-07FA98D9F483}"/>
          </ac:picMkLst>
        </pc:picChg>
      </pc:sldChg>
      <pc:sldChg chg="addSp delSp modSp add del mod">
        <pc:chgData name="Aurelien Domont" userId="6da7715ce44349b3" providerId="LiveId" clId="{C0EC2615-26EC-4B12-94C6-D4212846349A}" dt="2025-09-25T03:16:54.983" v="2126" actId="47"/>
        <pc:sldMkLst>
          <pc:docMk/>
          <pc:sldMk cId="3699291323" sldId="3416"/>
        </pc:sldMkLst>
        <pc:spChg chg="del">
          <ac:chgData name="Aurelien Domont" userId="6da7715ce44349b3" providerId="LiveId" clId="{C0EC2615-26EC-4B12-94C6-D4212846349A}" dt="2025-09-25T03:14:33.154" v="2083" actId="478"/>
          <ac:spMkLst>
            <pc:docMk/>
            <pc:sldMk cId="3699291323" sldId="3416"/>
            <ac:spMk id="6" creationId="{89DDE501-CDC9-A5DD-8F7C-040F599F6E5D}"/>
          </ac:spMkLst>
        </pc:spChg>
        <pc:spChg chg="add mod topLvl">
          <ac:chgData name="Aurelien Domont" userId="6da7715ce44349b3" providerId="LiveId" clId="{C0EC2615-26EC-4B12-94C6-D4212846349A}" dt="2025-09-25T03:15:05.502" v="2090" actId="165"/>
          <ac:spMkLst>
            <pc:docMk/>
            <pc:sldMk cId="3699291323" sldId="3416"/>
            <ac:spMk id="10" creationId="{DD774863-3568-AECD-C546-D84A9C741C3C}"/>
          </ac:spMkLst>
        </pc:spChg>
        <pc:spChg chg="add mod topLvl">
          <ac:chgData name="Aurelien Domont" userId="6da7715ce44349b3" providerId="LiveId" clId="{C0EC2615-26EC-4B12-94C6-D4212846349A}" dt="2025-09-25T03:15:05.502" v="2090" actId="165"/>
          <ac:spMkLst>
            <pc:docMk/>
            <pc:sldMk cId="3699291323" sldId="3416"/>
            <ac:spMk id="13" creationId="{3F43B358-B5B8-093F-5215-6E88586B7582}"/>
          </ac:spMkLst>
        </pc:spChg>
        <pc:spChg chg="add mod topLvl">
          <ac:chgData name="Aurelien Domont" userId="6da7715ce44349b3" providerId="LiveId" clId="{C0EC2615-26EC-4B12-94C6-D4212846349A}" dt="2025-09-25T03:15:05.502" v="2090" actId="165"/>
          <ac:spMkLst>
            <pc:docMk/>
            <pc:sldMk cId="3699291323" sldId="3416"/>
            <ac:spMk id="14" creationId="{23508656-3B5D-94C2-5D94-0682F740A2B3}"/>
          </ac:spMkLst>
        </pc:spChg>
        <pc:spChg chg="add mod topLvl">
          <ac:chgData name="Aurelien Domont" userId="6da7715ce44349b3" providerId="LiveId" clId="{C0EC2615-26EC-4B12-94C6-D4212846349A}" dt="2025-09-25T03:15:10.517" v="2098" actId="1036"/>
          <ac:spMkLst>
            <pc:docMk/>
            <pc:sldMk cId="3699291323" sldId="3416"/>
            <ac:spMk id="23" creationId="{17FB230E-5EF2-9C5B-19C5-9470E258DF0A}"/>
          </ac:spMkLst>
        </pc:spChg>
        <pc:spChg chg="add mod topLvl">
          <ac:chgData name="Aurelien Domont" userId="6da7715ce44349b3" providerId="LiveId" clId="{C0EC2615-26EC-4B12-94C6-D4212846349A}" dt="2025-09-25T03:15:05.502" v="2090" actId="165"/>
          <ac:spMkLst>
            <pc:docMk/>
            <pc:sldMk cId="3699291323" sldId="3416"/>
            <ac:spMk id="24" creationId="{E5568203-20BE-BD2B-B4B5-51449524006E}"/>
          </ac:spMkLst>
        </pc:spChg>
        <pc:spChg chg="add mod topLvl">
          <ac:chgData name="Aurelien Domont" userId="6da7715ce44349b3" providerId="LiveId" clId="{C0EC2615-26EC-4B12-94C6-D4212846349A}" dt="2025-09-25T03:15:05.502" v="2090" actId="165"/>
          <ac:spMkLst>
            <pc:docMk/>
            <pc:sldMk cId="3699291323" sldId="3416"/>
            <ac:spMk id="37" creationId="{F1B2583F-8E6E-951C-E815-92A18A15FD77}"/>
          </ac:spMkLst>
        </pc:spChg>
        <pc:spChg chg="del">
          <ac:chgData name="Aurelien Domont" userId="6da7715ce44349b3" providerId="LiveId" clId="{C0EC2615-26EC-4B12-94C6-D4212846349A}" dt="2025-09-25T03:14:33.154" v="2083" actId="478"/>
          <ac:spMkLst>
            <pc:docMk/>
            <pc:sldMk cId="3699291323" sldId="3416"/>
            <ac:spMk id="59" creationId="{B7F7BD1A-66F5-223C-ED61-3F3BE8F46552}"/>
          </ac:spMkLst>
        </pc:spChg>
        <pc:spChg chg="del">
          <ac:chgData name="Aurelien Domont" userId="6da7715ce44349b3" providerId="LiveId" clId="{C0EC2615-26EC-4B12-94C6-D4212846349A}" dt="2025-09-25T03:14:33.154" v="2083" actId="478"/>
          <ac:spMkLst>
            <pc:docMk/>
            <pc:sldMk cId="3699291323" sldId="3416"/>
            <ac:spMk id="67" creationId="{1E0A717C-EC3D-717F-8C93-5A62B87DA216}"/>
          </ac:spMkLst>
        </pc:spChg>
        <pc:spChg chg="del">
          <ac:chgData name="Aurelien Domont" userId="6da7715ce44349b3" providerId="LiveId" clId="{C0EC2615-26EC-4B12-94C6-D4212846349A}" dt="2025-09-25T03:14:33.154" v="2083" actId="478"/>
          <ac:spMkLst>
            <pc:docMk/>
            <pc:sldMk cId="3699291323" sldId="3416"/>
            <ac:spMk id="69" creationId="{0282491C-32B2-9B22-A2F5-6042C9E56785}"/>
          </ac:spMkLst>
        </pc:spChg>
        <pc:spChg chg="del">
          <ac:chgData name="Aurelien Domont" userId="6da7715ce44349b3" providerId="LiveId" clId="{C0EC2615-26EC-4B12-94C6-D4212846349A}" dt="2025-09-25T03:14:33.154" v="2083" actId="478"/>
          <ac:spMkLst>
            <pc:docMk/>
            <pc:sldMk cId="3699291323" sldId="3416"/>
            <ac:spMk id="72" creationId="{4121DB68-109B-5B3F-2B69-92624882A0D0}"/>
          </ac:spMkLst>
        </pc:spChg>
        <pc:spChg chg="del">
          <ac:chgData name="Aurelien Domont" userId="6da7715ce44349b3" providerId="LiveId" clId="{C0EC2615-26EC-4B12-94C6-D4212846349A}" dt="2025-09-25T03:14:33.154" v="2083" actId="478"/>
          <ac:spMkLst>
            <pc:docMk/>
            <pc:sldMk cId="3699291323" sldId="3416"/>
            <ac:spMk id="73" creationId="{7A9C4942-6E3A-D836-EF5B-3C26EFA615BF}"/>
          </ac:spMkLst>
        </pc:spChg>
        <pc:spChg chg="del">
          <ac:chgData name="Aurelien Domont" userId="6da7715ce44349b3" providerId="LiveId" clId="{C0EC2615-26EC-4B12-94C6-D4212846349A}" dt="2025-09-25T03:14:33.154" v="2083" actId="478"/>
          <ac:spMkLst>
            <pc:docMk/>
            <pc:sldMk cId="3699291323" sldId="3416"/>
            <ac:spMk id="76" creationId="{17623E9C-9DBB-B3CB-B7B0-37522B5D5C17}"/>
          </ac:spMkLst>
        </pc:spChg>
        <pc:spChg chg="del">
          <ac:chgData name="Aurelien Domont" userId="6da7715ce44349b3" providerId="LiveId" clId="{C0EC2615-26EC-4B12-94C6-D4212846349A}" dt="2025-09-25T03:14:33.154" v="2083" actId="478"/>
          <ac:spMkLst>
            <pc:docMk/>
            <pc:sldMk cId="3699291323" sldId="3416"/>
            <ac:spMk id="77" creationId="{78ACBDB3-42DC-922E-88E3-98AB828E75F6}"/>
          </ac:spMkLst>
        </pc:spChg>
        <pc:spChg chg="del">
          <ac:chgData name="Aurelien Domont" userId="6da7715ce44349b3" providerId="LiveId" clId="{C0EC2615-26EC-4B12-94C6-D4212846349A}" dt="2025-09-25T03:14:33.154" v="2083" actId="478"/>
          <ac:spMkLst>
            <pc:docMk/>
            <pc:sldMk cId="3699291323" sldId="3416"/>
            <ac:spMk id="104" creationId="{2DAE92D5-AE40-15ED-50B0-B03C6EDC646F}"/>
          </ac:spMkLst>
        </pc:spChg>
        <pc:spChg chg="del">
          <ac:chgData name="Aurelien Domont" userId="6da7715ce44349b3" providerId="LiveId" clId="{C0EC2615-26EC-4B12-94C6-D4212846349A}" dt="2025-09-25T03:14:33.154" v="2083" actId="478"/>
          <ac:spMkLst>
            <pc:docMk/>
            <pc:sldMk cId="3699291323" sldId="3416"/>
            <ac:spMk id="107" creationId="{DFEEE5C0-140C-8B8A-E549-3C492D03B887}"/>
          </ac:spMkLst>
        </pc:spChg>
        <pc:grpChg chg="add del mod">
          <ac:chgData name="Aurelien Domont" userId="6da7715ce44349b3" providerId="LiveId" clId="{C0EC2615-26EC-4B12-94C6-D4212846349A}" dt="2025-09-25T03:15:05.502" v="2090" actId="165"/>
          <ac:grpSpMkLst>
            <pc:docMk/>
            <pc:sldMk cId="3699291323" sldId="3416"/>
            <ac:grpSpMk id="38" creationId="{640909E1-8D33-2986-BFA9-BE2C39892A5A}"/>
          </ac:grpSpMkLst>
        </pc:grpChg>
      </pc:sldChg>
      <pc:sldChg chg="add del">
        <pc:chgData name="Aurelien Domont" userId="6da7715ce44349b3" providerId="LiveId" clId="{C0EC2615-26EC-4B12-94C6-D4212846349A}" dt="2025-09-25T03:33:14.964" v="2226" actId="47"/>
        <pc:sldMkLst>
          <pc:docMk/>
          <pc:sldMk cId="4119612977" sldId="3416"/>
        </pc:sldMkLst>
      </pc:sldChg>
      <pc:sldChg chg="addSp delSp new del mod">
        <pc:chgData name="Aurelien Domont" userId="6da7715ce44349b3" providerId="LiveId" clId="{C0EC2615-26EC-4B12-94C6-D4212846349A}" dt="2025-09-25T03:40:03.058" v="2284" actId="47"/>
        <pc:sldMkLst>
          <pc:docMk/>
          <pc:sldMk cId="1623200213" sldId="3417"/>
        </pc:sldMkLst>
        <pc:picChg chg="add del">
          <ac:chgData name="Aurelien Domont" userId="6da7715ce44349b3" providerId="LiveId" clId="{C0EC2615-26EC-4B12-94C6-D4212846349A}" dt="2025-09-25T03:29:41.954" v="2175" actId="21"/>
          <ac:picMkLst>
            <pc:docMk/>
            <pc:sldMk cId="1623200213" sldId="3417"/>
            <ac:picMk id="2" creationId="{9CB0511F-10BA-E9DC-161F-716964FC678D}"/>
          </ac:picMkLst>
        </pc:picChg>
      </pc:sldChg>
      <pc:sldChg chg="addSp delSp modSp add mod">
        <pc:chgData name="Aurelien Domont" userId="6da7715ce44349b3" providerId="LiveId" clId="{C0EC2615-26EC-4B12-94C6-D4212846349A}" dt="2025-09-25T03:32:25.321" v="2211" actId="1035"/>
        <pc:sldMkLst>
          <pc:docMk/>
          <pc:sldMk cId="799297430" sldId="3418"/>
        </pc:sldMkLst>
        <pc:spChg chg="mod">
          <ac:chgData name="Aurelien Domont" userId="6da7715ce44349b3" providerId="LiveId" clId="{C0EC2615-26EC-4B12-94C6-D4212846349A}" dt="2025-09-25T03:20:16.935" v="2158" actId="20577"/>
          <ac:spMkLst>
            <pc:docMk/>
            <pc:sldMk cId="799297430" sldId="3418"/>
            <ac:spMk id="2" creationId="{BFA225CB-E60B-41EC-6DB1-DD20A6884778}"/>
          </ac:spMkLst>
        </pc:spChg>
        <pc:spChg chg="mod">
          <ac:chgData name="Aurelien Domont" userId="6da7715ce44349b3" providerId="LiveId" clId="{C0EC2615-26EC-4B12-94C6-D4212846349A}" dt="2025-09-25T03:20:01.001" v="2150" actId="108"/>
          <ac:spMkLst>
            <pc:docMk/>
            <pc:sldMk cId="799297430" sldId="3418"/>
            <ac:spMk id="7" creationId="{AD86E20F-2336-2DAC-6B2D-32EE68ECD788}"/>
          </ac:spMkLst>
        </pc:spChg>
        <pc:spChg chg="mod">
          <ac:chgData name="Aurelien Domont" userId="6da7715ce44349b3" providerId="LiveId" clId="{C0EC2615-26EC-4B12-94C6-D4212846349A}" dt="2025-09-25T03:20:04.266" v="2151" actId="108"/>
          <ac:spMkLst>
            <pc:docMk/>
            <pc:sldMk cId="799297430" sldId="3418"/>
            <ac:spMk id="8" creationId="{CC93671C-1323-7E18-E46F-85A5A3786E75}"/>
          </ac:spMkLst>
        </pc:spChg>
        <pc:spChg chg="ord">
          <ac:chgData name="Aurelien Domont" userId="6da7715ce44349b3" providerId="LiveId" clId="{C0EC2615-26EC-4B12-94C6-D4212846349A}" dt="2025-09-25T03:30:47.857" v="2191" actId="167"/>
          <ac:spMkLst>
            <pc:docMk/>
            <pc:sldMk cId="799297430" sldId="3418"/>
            <ac:spMk id="24" creationId="{E6D54A99-5854-E699-3BE3-B275DF076246}"/>
          </ac:spMkLst>
        </pc:spChg>
        <pc:picChg chg="add del mod">
          <ac:chgData name="Aurelien Domont" userId="6da7715ce44349b3" providerId="LiveId" clId="{C0EC2615-26EC-4B12-94C6-D4212846349A}" dt="2025-09-25T03:30:43.200" v="2190" actId="478"/>
          <ac:picMkLst>
            <pc:docMk/>
            <pc:sldMk cId="799297430" sldId="3418"/>
            <ac:picMk id="9" creationId="{C9B448D0-19D0-3F7B-B73E-CFFDFC1CD70D}"/>
          </ac:picMkLst>
        </pc:picChg>
        <pc:picChg chg="del">
          <ac:chgData name="Aurelien Domont" userId="6da7715ce44349b3" providerId="LiveId" clId="{C0EC2615-26EC-4B12-94C6-D4212846349A}" dt="2025-09-25T03:19:57.422" v="2149" actId="478"/>
          <ac:picMkLst>
            <pc:docMk/>
            <pc:sldMk cId="799297430" sldId="3418"/>
            <ac:picMk id="10" creationId="{6DA5ED80-B9F3-67B8-7026-A68AD3369E5C}"/>
          </ac:picMkLst>
        </pc:picChg>
        <pc:picChg chg="add del mod">
          <ac:chgData name="Aurelien Domont" userId="6da7715ce44349b3" providerId="LiveId" clId="{C0EC2615-26EC-4B12-94C6-D4212846349A}" dt="2025-09-25T03:30:43.200" v="2190" actId="478"/>
          <ac:picMkLst>
            <pc:docMk/>
            <pc:sldMk cId="799297430" sldId="3418"/>
            <ac:picMk id="16" creationId="{8A8F9A9C-A6D8-A49A-F5BD-5DBB34D23238}"/>
          </ac:picMkLst>
        </pc:picChg>
        <pc:picChg chg="add del mod">
          <ac:chgData name="Aurelien Domont" userId="6da7715ce44349b3" providerId="LiveId" clId="{C0EC2615-26EC-4B12-94C6-D4212846349A}" dt="2025-09-25T03:30:43.200" v="2190" actId="478"/>
          <ac:picMkLst>
            <pc:docMk/>
            <pc:sldMk cId="799297430" sldId="3418"/>
            <ac:picMk id="17" creationId="{6D8E1817-24D9-93EC-6C56-8939C275009D}"/>
          </ac:picMkLst>
        </pc:picChg>
        <pc:picChg chg="del">
          <ac:chgData name="Aurelien Domont" userId="6da7715ce44349b3" providerId="LiveId" clId="{C0EC2615-26EC-4B12-94C6-D4212846349A}" dt="2025-09-25T03:19:57.422" v="2149" actId="478"/>
          <ac:picMkLst>
            <pc:docMk/>
            <pc:sldMk cId="799297430" sldId="3418"/>
            <ac:picMk id="18" creationId="{43B99275-143F-D1CC-B54F-5CF5C14D0A1A}"/>
          </ac:picMkLst>
        </pc:picChg>
        <pc:picChg chg="add del mod">
          <ac:chgData name="Aurelien Domont" userId="6da7715ce44349b3" providerId="LiveId" clId="{C0EC2615-26EC-4B12-94C6-D4212846349A}" dt="2025-09-25T03:30:43.200" v="2190" actId="478"/>
          <ac:picMkLst>
            <pc:docMk/>
            <pc:sldMk cId="799297430" sldId="3418"/>
            <ac:picMk id="19" creationId="{EE9E1A5C-4567-DD60-C5F0-88D992002B00}"/>
          </ac:picMkLst>
        </pc:picChg>
        <pc:picChg chg="add mod ord">
          <ac:chgData name="Aurelien Domont" userId="6da7715ce44349b3" providerId="LiveId" clId="{C0EC2615-26EC-4B12-94C6-D4212846349A}" dt="2025-09-25T03:32:25.321" v="2211" actId="1035"/>
          <ac:picMkLst>
            <pc:docMk/>
            <pc:sldMk cId="799297430" sldId="3418"/>
            <ac:picMk id="20" creationId="{0362717A-2DC7-397D-0C11-067CD1B20D31}"/>
          </ac:picMkLst>
        </pc:picChg>
        <pc:picChg chg="add mod ord">
          <ac:chgData name="Aurelien Domont" userId="6da7715ce44349b3" providerId="LiveId" clId="{C0EC2615-26EC-4B12-94C6-D4212846349A}" dt="2025-09-25T03:32:25.321" v="2211" actId="1035"/>
          <ac:picMkLst>
            <pc:docMk/>
            <pc:sldMk cId="799297430" sldId="3418"/>
            <ac:picMk id="21" creationId="{062F5863-D337-4E4B-361B-0CC565A6AA75}"/>
          </ac:picMkLst>
        </pc:picChg>
        <pc:picChg chg="add mod ord">
          <ac:chgData name="Aurelien Domont" userId="6da7715ce44349b3" providerId="LiveId" clId="{C0EC2615-26EC-4B12-94C6-D4212846349A}" dt="2025-09-25T03:32:25.321" v="2211" actId="1035"/>
          <ac:picMkLst>
            <pc:docMk/>
            <pc:sldMk cId="799297430" sldId="3418"/>
            <ac:picMk id="22" creationId="{7A8BBCDE-00CF-53F7-289A-A229E4702A9F}"/>
          </ac:picMkLst>
        </pc:picChg>
        <pc:picChg chg="add del">
          <ac:chgData name="Aurelien Domont" userId="6da7715ce44349b3" providerId="LiveId" clId="{C0EC2615-26EC-4B12-94C6-D4212846349A}" dt="2025-09-25T03:29:16.297" v="2171" actId="478"/>
          <ac:picMkLst>
            <pc:docMk/>
            <pc:sldMk cId="799297430" sldId="3418"/>
            <ac:picMk id="23" creationId="{00E7EED5-A930-EDAD-E7B2-B29A60711B8A}"/>
          </ac:picMkLst>
        </pc:picChg>
        <pc:picChg chg="add mod ord">
          <ac:chgData name="Aurelien Domont" userId="6da7715ce44349b3" providerId="LiveId" clId="{C0EC2615-26EC-4B12-94C6-D4212846349A}" dt="2025-09-25T03:32:25.321" v="2211" actId="1035"/>
          <ac:picMkLst>
            <pc:docMk/>
            <pc:sldMk cId="799297430" sldId="3418"/>
            <ac:picMk id="25" creationId="{9CB0511F-10BA-E9DC-161F-716964FC678D}"/>
          </ac:picMkLst>
        </pc:picChg>
      </pc:sldChg>
      <pc:sldChg chg="addSp delSp modSp add mod">
        <pc:chgData name="Aurelien Domont" userId="6da7715ce44349b3" providerId="LiveId" clId="{C0EC2615-26EC-4B12-94C6-D4212846349A}" dt="2025-09-25T03:32:30.412" v="2215" actId="1035"/>
        <pc:sldMkLst>
          <pc:docMk/>
          <pc:sldMk cId="1926757300" sldId="3419"/>
        </pc:sldMkLst>
        <pc:spChg chg="mod">
          <ac:chgData name="Aurelien Domont" userId="6da7715ce44349b3" providerId="LiveId" clId="{C0EC2615-26EC-4B12-94C6-D4212846349A}" dt="2025-09-25T03:31:59.209" v="2205" actId="20577"/>
          <ac:spMkLst>
            <pc:docMk/>
            <pc:sldMk cId="1926757300" sldId="3419"/>
            <ac:spMk id="2" creationId="{016126A1-FF1A-24E2-EACD-414AB17A11EE}"/>
          </ac:spMkLst>
        </pc:spChg>
        <pc:spChg chg="mod">
          <ac:chgData name="Aurelien Domont" userId="6da7715ce44349b3" providerId="LiveId" clId="{C0EC2615-26EC-4B12-94C6-D4212846349A}" dt="2025-09-25T03:31:29.895" v="2197" actId="108"/>
          <ac:spMkLst>
            <pc:docMk/>
            <pc:sldMk cId="1926757300" sldId="3419"/>
            <ac:spMk id="5" creationId="{A9D97E40-38E0-78D2-71C1-1B5979C537A0}"/>
          </ac:spMkLst>
        </pc:spChg>
        <pc:spChg chg="mod">
          <ac:chgData name="Aurelien Domont" userId="6da7715ce44349b3" providerId="LiveId" clId="{C0EC2615-26EC-4B12-94C6-D4212846349A}" dt="2025-09-25T03:31:33.060" v="2198" actId="108"/>
          <ac:spMkLst>
            <pc:docMk/>
            <pc:sldMk cId="1926757300" sldId="3419"/>
            <ac:spMk id="7" creationId="{64BD9BF8-72EF-395A-CE54-3087CF1A44FF}"/>
          </ac:spMkLst>
        </pc:spChg>
        <pc:picChg chg="add mod">
          <ac:chgData name="Aurelien Domont" userId="6da7715ce44349b3" providerId="LiveId" clId="{C0EC2615-26EC-4B12-94C6-D4212846349A}" dt="2025-09-25T03:32:30.412" v="2215" actId="1035"/>
          <ac:picMkLst>
            <pc:docMk/>
            <pc:sldMk cId="1926757300" sldId="3419"/>
            <ac:picMk id="9" creationId="{BFF241B1-4110-BB30-35E4-3980275C3E67}"/>
          </ac:picMkLst>
        </pc:picChg>
        <pc:picChg chg="add mod">
          <ac:chgData name="Aurelien Domont" userId="6da7715ce44349b3" providerId="LiveId" clId="{C0EC2615-26EC-4B12-94C6-D4212846349A}" dt="2025-09-25T03:32:30.412" v="2215" actId="1035"/>
          <ac:picMkLst>
            <pc:docMk/>
            <pc:sldMk cId="1926757300" sldId="3419"/>
            <ac:picMk id="10" creationId="{DC445B15-B12E-66B2-E30D-32213359FF86}"/>
          </ac:picMkLst>
        </pc:picChg>
        <pc:picChg chg="add mod">
          <ac:chgData name="Aurelien Domont" userId="6da7715ce44349b3" providerId="LiveId" clId="{C0EC2615-26EC-4B12-94C6-D4212846349A}" dt="2025-09-25T03:32:30.412" v="2215" actId="1035"/>
          <ac:picMkLst>
            <pc:docMk/>
            <pc:sldMk cId="1926757300" sldId="3419"/>
            <ac:picMk id="16" creationId="{D5C1AE82-193F-D4AC-33AF-6E0550CF5658}"/>
          </ac:picMkLst>
        </pc:picChg>
        <pc:picChg chg="add mod">
          <ac:chgData name="Aurelien Domont" userId="6da7715ce44349b3" providerId="LiveId" clId="{C0EC2615-26EC-4B12-94C6-D4212846349A}" dt="2025-09-25T03:32:30.412" v="2215" actId="1035"/>
          <ac:picMkLst>
            <pc:docMk/>
            <pc:sldMk cId="1926757300" sldId="3419"/>
            <ac:picMk id="17" creationId="{675C7ADB-4505-C044-6D46-B4BB8C664340}"/>
          </ac:picMkLst>
        </pc:picChg>
        <pc:picChg chg="del">
          <ac:chgData name="Aurelien Domont" userId="6da7715ce44349b3" providerId="LiveId" clId="{C0EC2615-26EC-4B12-94C6-D4212846349A}" dt="2025-09-25T03:32:03.468" v="2206" actId="478"/>
          <ac:picMkLst>
            <pc:docMk/>
            <pc:sldMk cId="1926757300" sldId="3419"/>
            <ac:picMk id="20" creationId="{2D270A52-BB0C-3ADD-5D2B-CAD3D318CF42}"/>
          </ac:picMkLst>
        </pc:picChg>
        <pc:picChg chg="del">
          <ac:chgData name="Aurelien Domont" userId="6da7715ce44349b3" providerId="LiveId" clId="{C0EC2615-26EC-4B12-94C6-D4212846349A}" dt="2025-09-25T03:32:03.468" v="2206" actId="478"/>
          <ac:picMkLst>
            <pc:docMk/>
            <pc:sldMk cId="1926757300" sldId="3419"/>
            <ac:picMk id="21" creationId="{73EC6ED6-2DF2-0F29-010B-C331E3BAADB4}"/>
          </ac:picMkLst>
        </pc:picChg>
        <pc:picChg chg="del">
          <ac:chgData name="Aurelien Domont" userId="6da7715ce44349b3" providerId="LiveId" clId="{C0EC2615-26EC-4B12-94C6-D4212846349A}" dt="2025-09-25T03:32:03.468" v="2206" actId="478"/>
          <ac:picMkLst>
            <pc:docMk/>
            <pc:sldMk cId="1926757300" sldId="3419"/>
            <ac:picMk id="22" creationId="{5F42EC17-D969-8EBC-52B3-E61AD9B50932}"/>
          </ac:picMkLst>
        </pc:picChg>
        <pc:picChg chg="del">
          <ac:chgData name="Aurelien Domont" userId="6da7715ce44349b3" providerId="LiveId" clId="{C0EC2615-26EC-4B12-94C6-D4212846349A}" dt="2025-09-25T03:32:03.468" v="2206" actId="478"/>
          <ac:picMkLst>
            <pc:docMk/>
            <pc:sldMk cId="1926757300" sldId="3419"/>
            <ac:picMk id="25" creationId="{A4F23B7D-BD3A-755D-4988-D2CF40A2A4C5}"/>
          </ac:picMkLst>
        </pc:picChg>
      </pc:sldChg>
      <pc:sldChg chg="addSp delSp modSp add mod">
        <pc:chgData name="Aurelien Domont" userId="6da7715ce44349b3" providerId="LiveId" clId="{C0EC2615-26EC-4B12-94C6-D4212846349A}" dt="2025-09-25T03:33:22.117" v="2227"/>
        <pc:sldMkLst>
          <pc:docMk/>
          <pc:sldMk cId="411801964" sldId="3420"/>
        </pc:sldMkLst>
        <pc:spChg chg="mod">
          <ac:chgData name="Aurelien Domont" userId="6da7715ce44349b3" providerId="LiveId" clId="{C0EC2615-26EC-4B12-94C6-D4212846349A}" dt="2025-09-25T03:32:58.044" v="2222" actId="27636"/>
          <ac:spMkLst>
            <pc:docMk/>
            <pc:sldMk cId="411801964" sldId="3420"/>
            <ac:spMk id="2" creationId="{6BAFC15A-BF3C-44FF-93D4-D28F232B688B}"/>
          </ac:spMkLst>
        </pc:spChg>
        <pc:spChg chg="mod">
          <ac:chgData name="Aurelien Domont" userId="6da7715ce44349b3" providerId="LiveId" clId="{C0EC2615-26EC-4B12-94C6-D4212846349A}" dt="2025-09-25T03:33:03.125" v="2223" actId="108"/>
          <ac:spMkLst>
            <pc:docMk/>
            <pc:sldMk cId="411801964" sldId="3420"/>
            <ac:spMk id="3" creationId="{118B5148-3B99-8DC1-7ACF-E5FDA4FC9FD5}"/>
          </ac:spMkLst>
        </pc:spChg>
        <pc:spChg chg="mod">
          <ac:chgData name="Aurelien Domont" userId="6da7715ce44349b3" providerId="LiveId" clId="{C0EC2615-26EC-4B12-94C6-D4212846349A}" dt="2025-09-25T03:33:07.569" v="2224" actId="108"/>
          <ac:spMkLst>
            <pc:docMk/>
            <pc:sldMk cId="411801964" sldId="3420"/>
            <ac:spMk id="5" creationId="{78E19FAC-6049-DE94-E43B-EB40551D97DC}"/>
          </ac:spMkLst>
        </pc:spChg>
        <pc:picChg chg="del">
          <ac:chgData name="Aurelien Domont" userId="6da7715ce44349b3" providerId="LiveId" clId="{C0EC2615-26EC-4B12-94C6-D4212846349A}" dt="2025-09-25T03:33:12.099" v="2225" actId="478"/>
          <ac:picMkLst>
            <pc:docMk/>
            <pc:sldMk cId="411801964" sldId="3420"/>
            <ac:picMk id="9" creationId="{49E2C5D0-958C-A669-7E5C-C0C1E80B877C}"/>
          </ac:picMkLst>
        </pc:picChg>
        <pc:picChg chg="del">
          <ac:chgData name="Aurelien Domont" userId="6da7715ce44349b3" providerId="LiveId" clId="{C0EC2615-26EC-4B12-94C6-D4212846349A}" dt="2025-09-25T03:33:12.099" v="2225" actId="478"/>
          <ac:picMkLst>
            <pc:docMk/>
            <pc:sldMk cId="411801964" sldId="3420"/>
            <ac:picMk id="10" creationId="{85322033-7A27-2C2E-165C-63E16D9990BD}"/>
          </ac:picMkLst>
        </pc:picChg>
        <pc:picChg chg="del">
          <ac:chgData name="Aurelien Domont" userId="6da7715ce44349b3" providerId="LiveId" clId="{C0EC2615-26EC-4B12-94C6-D4212846349A}" dt="2025-09-25T03:33:12.099" v="2225" actId="478"/>
          <ac:picMkLst>
            <pc:docMk/>
            <pc:sldMk cId="411801964" sldId="3420"/>
            <ac:picMk id="16" creationId="{CDE9B707-C53E-149B-A213-2CC91C60435E}"/>
          </ac:picMkLst>
        </pc:picChg>
        <pc:picChg chg="del">
          <ac:chgData name="Aurelien Domont" userId="6da7715ce44349b3" providerId="LiveId" clId="{C0EC2615-26EC-4B12-94C6-D4212846349A}" dt="2025-09-25T03:33:12.099" v="2225" actId="478"/>
          <ac:picMkLst>
            <pc:docMk/>
            <pc:sldMk cId="411801964" sldId="3420"/>
            <ac:picMk id="17" creationId="{FCF4CB32-AA56-92CE-48F6-4F4B643334A8}"/>
          </ac:picMkLst>
        </pc:picChg>
        <pc:picChg chg="add mod">
          <ac:chgData name="Aurelien Domont" userId="6da7715ce44349b3" providerId="LiveId" clId="{C0EC2615-26EC-4B12-94C6-D4212846349A}" dt="2025-09-25T03:33:22.117" v="2227"/>
          <ac:picMkLst>
            <pc:docMk/>
            <pc:sldMk cId="411801964" sldId="3420"/>
            <ac:picMk id="18" creationId="{E4A5331C-7854-1E57-19BE-37D2C0AD50FD}"/>
          </ac:picMkLst>
        </pc:picChg>
        <pc:picChg chg="add mod">
          <ac:chgData name="Aurelien Domont" userId="6da7715ce44349b3" providerId="LiveId" clId="{C0EC2615-26EC-4B12-94C6-D4212846349A}" dt="2025-09-25T03:33:22.117" v="2227"/>
          <ac:picMkLst>
            <pc:docMk/>
            <pc:sldMk cId="411801964" sldId="3420"/>
            <ac:picMk id="19" creationId="{5BFFAF81-8642-45E3-85D9-A07258A94F23}"/>
          </ac:picMkLst>
        </pc:picChg>
        <pc:picChg chg="add mod">
          <ac:chgData name="Aurelien Domont" userId="6da7715ce44349b3" providerId="LiveId" clId="{C0EC2615-26EC-4B12-94C6-D4212846349A}" dt="2025-09-25T03:33:22.117" v="2227"/>
          <ac:picMkLst>
            <pc:docMk/>
            <pc:sldMk cId="411801964" sldId="3420"/>
            <ac:picMk id="20" creationId="{E05DCBEA-EA02-C8D3-1644-1C8EF92C4183}"/>
          </ac:picMkLst>
        </pc:picChg>
      </pc:sldChg>
      <pc:sldChg chg="addSp delSp modSp add mod">
        <pc:chgData name="Aurelien Domont" userId="6da7715ce44349b3" providerId="LiveId" clId="{C0EC2615-26EC-4B12-94C6-D4212846349A}" dt="2025-09-25T03:38:55.796" v="2271" actId="14100"/>
        <pc:sldMkLst>
          <pc:docMk/>
          <pc:sldMk cId="57311188" sldId="3421"/>
        </pc:sldMkLst>
        <pc:spChg chg="mod">
          <ac:chgData name="Aurelien Domont" userId="6da7715ce44349b3" providerId="LiveId" clId="{C0EC2615-26EC-4B12-94C6-D4212846349A}" dt="2025-09-25T03:34:13.017" v="2237" actId="27636"/>
          <ac:spMkLst>
            <pc:docMk/>
            <pc:sldMk cId="57311188" sldId="3421"/>
            <ac:spMk id="2" creationId="{B80C0765-2495-66F9-A5C6-D4867CAEA341}"/>
          </ac:spMkLst>
        </pc:spChg>
        <pc:spChg chg="mod">
          <ac:chgData name="Aurelien Domont" userId="6da7715ce44349b3" providerId="LiveId" clId="{C0EC2615-26EC-4B12-94C6-D4212846349A}" dt="2025-09-25T03:34:22.398" v="2239" actId="108"/>
          <ac:spMkLst>
            <pc:docMk/>
            <pc:sldMk cId="57311188" sldId="3421"/>
            <ac:spMk id="3" creationId="{DE895DB0-8430-1631-B699-98A1DDD31159}"/>
          </ac:spMkLst>
        </pc:spChg>
        <pc:spChg chg="mod">
          <ac:chgData name="Aurelien Domont" userId="6da7715ce44349b3" providerId="LiveId" clId="{C0EC2615-26EC-4B12-94C6-D4212846349A}" dt="2025-09-25T03:34:18.991" v="2238" actId="108"/>
          <ac:spMkLst>
            <pc:docMk/>
            <pc:sldMk cId="57311188" sldId="3421"/>
            <ac:spMk id="4" creationId="{44AD76C4-108A-C821-774B-EA8E40D532AD}"/>
          </ac:spMkLst>
        </pc:spChg>
        <pc:picChg chg="add del mod">
          <ac:chgData name="Aurelien Domont" userId="6da7715ce44349b3" providerId="LiveId" clId="{C0EC2615-26EC-4B12-94C6-D4212846349A}" dt="2025-09-25T03:36:15.677" v="2250" actId="478"/>
          <ac:picMkLst>
            <pc:docMk/>
            <pc:sldMk cId="57311188" sldId="3421"/>
            <ac:picMk id="9" creationId="{F78E0A8D-D272-3224-871D-B6D7288EC90F}"/>
          </ac:picMkLst>
        </pc:picChg>
        <pc:picChg chg="add del mod">
          <ac:chgData name="Aurelien Domont" userId="6da7715ce44349b3" providerId="LiveId" clId="{C0EC2615-26EC-4B12-94C6-D4212846349A}" dt="2025-09-25T03:36:24.291" v="2252" actId="478"/>
          <ac:picMkLst>
            <pc:docMk/>
            <pc:sldMk cId="57311188" sldId="3421"/>
            <ac:picMk id="10" creationId="{46BBC89D-BBC4-7CFA-BFC2-37C79485BD77}"/>
          </ac:picMkLst>
        </pc:picChg>
        <pc:picChg chg="add mod">
          <ac:chgData name="Aurelien Domont" userId="6da7715ce44349b3" providerId="LiveId" clId="{C0EC2615-26EC-4B12-94C6-D4212846349A}" dt="2025-09-25T03:38:00.545" v="2264" actId="14100"/>
          <ac:picMkLst>
            <pc:docMk/>
            <pc:sldMk cId="57311188" sldId="3421"/>
            <ac:picMk id="17" creationId="{CFF165AB-24C0-6CC3-CFE4-823467351C1E}"/>
          </ac:picMkLst>
        </pc:picChg>
        <pc:picChg chg="del">
          <ac:chgData name="Aurelien Domont" userId="6da7715ce44349b3" providerId="LiveId" clId="{C0EC2615-26EC-4B12-94C6-D4212846349A}" dt="2025-09-25T03:34:31.912" v="2240" actId="478"/>
          <ac:picMkLst>
            <pc:docMk/>
            <pc:sldMk cId="57311188" sldId="3421"/>
            <ac:picMk id="18" creationId="{18DACB20-B215-C16B-4065-41217978B902}"/>
          </ac:picMkLst>
        </pc:picChg>
        <pc:picChg chg="del">
          <ac:chgData name="Aurelien Domont" userId="6da7715ce44349b3" providerId="LiveId" clId="{C0EC2615-26EC-4B12-94C6-D4212846349A}" dt="2025-09-25T03:34:31.912" v="2240" actId="478"/>
          <ac:picMkLst>
            <pc:docMk/>
            <pc:sldMk cId="57311188" sldId="3421"/>
            <ac:picMk id="19" creationId="{87F29E39-C1CB-23F9-E7A0-004B503A15E9}"/>
          </ac:picMkLst>
        </pc:picChg>
        <pc:picChg chg="del">
          <ac:chgData name="Aurelien Domont" userId="6da7715ce44349b3" providerId="LiveId" clId="{C0EC2615-26EC-4B12-94C6-D4212846349A}" dt="2025-09-25T03:34:31.912" v="2240" actId="478"/>
          <ac:picMkLst>
            <pc:docMk/>
            <pc:sldMk cId="57311188" sldId="3421"/>
            <ac:picMk id="20" creationId="{003A3C1C-69CE-7057-C0D5-9C8FD7ADAEC3}"/>
          </ac:picMkLst>
        </pc:picChg>
        <pc:picChg chg="add del mod">
          <ac:chgData name="Aurelien Domont" userId="6da7715ce44349b3" providerId="LiveId" clId="{C0EC2615-26EC-4B12-94C6-D4212846349A}" dt="2025-09-25T03:38:45.829" v="2265" actId="478"/>
          <ac:picMkLst>
            <pc:docMk/>
            <pc:sldMk cId="57311188" sldId="3421"/>
            <ac:picMk id="22" creationId="{64D943F4-24EB-B101-5360-1A512068D728}"/>
          </ac:picMkLst>
        </pc:picChg>
        <pc:picChg chg="add mod">
          <ac:chgData name="Aurelien Domont" userId="6da7715ce44349b3" providerId="LiveId" clId="{C0EC2615-26EC-4B12-94C6-D4212846349A}" dt="2025-09-25T03:38:55.796" v="2271" actId="14100"/>
          <ac:picMkLst>
            <pc:docMk/>
            <pc:sldMk cId="57311188" sldId="3421"/>
            <ac:picMk id="25" creationId="{4F020799-89C5-F47B-9585-163AE69396BE}"/>
          </ac:picMkLst>
        </pc:picChg>
      </pc:sldChg>
      <pc:sldChg chg="addSp delSp modSp add mod">
        <pc:chgData name="Aurelien Domont" userId="6da7715ce44349b3" providerId="LiveId" clId="{C0EC2615-26EC-4B12-94C6-D4212846349A}" dt="2025-09-25T03:39:56.455" v="2282"/>
        <pc:sldMkLst>
          <pc:docMk/>
          <pc:sldMk cId="208179704" sldId="3422"/>
        </pc:sldMkLst>
        <pc:spChg chg="mod">
          <ac:chgData name="Aurelien Domont" userId="6da7715ce44349b3" providerId="LiveId" clId="{C0EC2615-26EC-4B12-94C6-D4212846349A}" dt="2025-09-25T03:39:44.745" v="2280" actId="14100"/>
          <ac:spMkLst>
            <pc:docMk/>
            <pc:sldMk cId="208179704" sldId="3422"/>
            <ac:spMk id="2" creationId="{644A5B82-11ED-9DCB-C56A-87278CDD0A5F}"/>
          </ac:spMkLst>
        </pc:spChg>
        <pc:spChg chg="mod">
          <ac:chgData name="Aurelien Domont" userId="6da7715ce44349b3" providerId="LiveId" clId="{C0EC2615-26EC-4B12-94C6-D4212846349A}" dt="2025-09-25T03:39:37.963" v="2279" actId="108"/>
          <ac:spMkLst>
            <pc:docMk/>
            <pc:sldMk cId="208179704" sldId="3422"/>
            <ac:spMk id="4" creationId="{819263DA-5E6B-D743-E0E0-31463E17A8A0}"/>
          </ac:spMkLst>
        </pc:spChg>
        <pc:spChg chg="mod">
          <ac:chgData name="Aurelien Domont" userId="6da7715ce44349b3" providerId="LiveId" clId="{C0EC2615-26EC-4B12-94C6-D4212846349A}" dt="2025-09-25T03:39:34.696" v="2278" actId="108"/>
          <ac:spMkLst>
            <pc:docMk/>
            <pc:sldMk cId="208179704" sldId="3422"/>
            <ac:spMk id="11" creationId="{C4FA9F72-FE85-46E6-5258-571B242E7771}"/>
          </ac:spMkLst>
        </pc:spChg>
        <pc:picChg chg="add mod">
          <ac:chgData name="Aurelien Domont" userId="6da7715ce44349b3" providerId="LiveId" clId="{C0EC2615-26EC-4B12-94C6-D4212846349A}" dt="2025-09-25T03:39:56.455" v="2282"/>
          <ac:picMkLst>
            <pc:docMk/>
            <pc:sldMk cId="208179704" sldId="3422"/>
            <ac:picMk id="9" creationId="{81BE76DD-E836-B3BC-1527-0CB19FAF71CF}"/>
          </ac:picMkLst>
        </pc:picChg>
        <pc:picChg chg="add mod">
          <ac:chgData name="Aurelien Domont" userId="6da7715ce44349b3" providerId="LiveId" clId="{C0EC2615-26EC-4B12-94C6-D4212846349A}" dt="2025-09-25T03:39:56.455" v="2282"/>
          <ac:picMkLst>
            <pc:docMk/>
            <pc:sldMk cId="208179704" sldId="3422"/>
            <ac:picMk id="10" creationId="{485A2DCC-4365-AD3C-1ED0-975CBD9CF75D}"/>
          </ac:picMkLst>
        </pc:picChg>
        <pc:picChg chg="del">
          <ac:chgData name="Aurelien Domont" userId="6da7715ce44349b3" providerId="LiveId" clId="{C0EC2615-26EC-4B12-94C6-D4212846349A}" dt="2025-09-25T03:39:56.267" v="2281" actId="478"/>
          <ac:picMkLst>
            <pc:docMk/>
            <pc:sldMk cId="208179704" sldId="3422"/>
            <ac:picMk id="17" creationId="{9C838D36-D35E-B5BA-A07B-006016547007}"/>
          </ac:picMkLst>
        </pc:picChg>
        <pc:picChg chg="del">
          <ac:chgData name="Aurelien Domont" userId="6da7715ce44349b3" providerId="LiveId" clId="{C0EC2615-26EC-4B12-94C6-D4212846349A}" dt="2025-09-25T03:39:56.267" v="2281" actId="478"/>
          <ac:picMkLst>
            <pc:docMk/>
            <pc:sldMk cId="208179704" sldId="3422"/>
            <ac:picMk id="25" creationId="{A0285EBC-9FAF-4A2F-B7E7-53A5FF32D82E}"/>
          </ac:picMkLst>
        </pc:picChg>
      </pc:sldChg>
      <pc:sldChg chg="addSp modSp add del mod">
        <pc:chgData name="Aurelien Domont" userId="6da7715ce44349b3" providerId="LiveId" clId="{C0EC2615-26EC-4B12-94C6-D4212846349A}" dt="2025-09-25T05:14:41.033" v="2307" actId="47"/>
        <pc:sldMkLst>
          <pc:docMk/>
          <pc:sldMk cId="679401651" sldId="3423"/>
        </pc:sldMkLst>
        <pc:spChg chg="add mod">
          <ac:chgData name="Aurelien Domont" userId="6da7715ce44349b3" providerId="LiveId" clId="{C0EC2615-26EC-4B12-94C6-D4212846349A}" dt="2025-09-25T05:11:38.789" v="2305" actId="207"/>
          <ac:spMkLst>
            <pc:docMk/>
            <pc:sldMk cId="679401651" sldId="3423"/>
            <ac:spMk id="4" creationId="{2AF02BD8-6143-22F0-F8B8-5A66B1C4534A}"/>
          </ac:spMkLst>
        </pc:spChg>
        <pc:spChg chg="mod">
          <ac:chgData name="Aurelien Domont" userId="6da7715ce44349b3" providerId="LiveId" clId="{C0EC2615-26EC-4B12-94C6-D4212846349A}" dt="2025-09-25T05:12:31.792" v="2306" actId="12"/>
          <ac:spMkLst>
            <pc:docMk/>
            <pc:sldMk cId="679401651" sldId="3423"/>
            <ac:spMk id="6" creationId="{F9C89F92-5427-263F-413E-7F0E11044618}"/>
          </ac:spMkLst>
        </pc:spChg>
      </pc:sldChg>
      <pc:sldChg chg="add del">
        <pc:chgData name="Aurelien Domont" userId="6da7715ce44349b3" providerId="LiveId" clId="{C0EC2615-26EC-4B12-94C6-D4212846349A}" dt="2025-09-25T03:18:19.246" v="2135"/>
        <pc:sldMkLst>
          <pc:docMk/>
          <pc:sldMk cId="1754274914" sldId="3439"/>
        </pc:sldMkLst>
      </pc:sldChg>
      <pc:sldChg chg="add del">
        <pc:chgData name="Aurelien Domont" userId="6da7715ce44349b3" providerId="LiveId" clId="{C0EC2615-26EC-4B12-94C6-D4212846349A}" dt="2025-09-25T03:29:36.334" v="2173"/>
        <pc:sldMkLst>
          <pc:docMk/>
          <pc:sldMk cId="3781776989" sldId="3468"/>
        </pc:sldMkLst>
      </pc:sld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5794C40F-0C15-4CFF-85C6-085579A5F8D4}"/>
    <pc:docChg chg="undo custSel addSld delSld modSld sldOrd modMainMaster modSection replTag">
      <pc:chgData name="Aurelien Domont" userId="6da7715ce44349b3" providerId="LiveId" clId="{5794C40F-0C15-4CFF-85C6-085579A5F8D4}" dt="2024-04-03T04:44:01.946" v="3898" actId="47"/>
      <pc:docMkLst>
        <pc:docMk/>
      </pc:docMkLst>
      <pc:sldChg chg="modSp mod modNotes">
        <pc:chgData name="Aurelien Domont" userId="6da7715ce44349b3" providerId="LiveId" clId="{5794C40F-0C15-4CFF-85C6-085579A5F8D4}" dt="2024-04-03T04:26:36.682" v="3830" actId="790"/>
        <pc:sldMkLst>
          <pc:docMk/>
          <pc:sldMk cId="1754585881" sldId="1598"/>
        </pc:sldMkLst>
      </pc:sldChg>
      <pc:sldChg chg="modSp mod modNotes">
        <pc:chgData name="Aurelien Domont" userId="6da7715ce44349b3" providerId="LiveId" clId="{5794C40F-0C15-4CFF-85C6-085579A5F8D4}" dt="2024-04-03T04:26:36.686" v="3834" actId="790"/>
        <pc:sldMkLst>
          <pc:docMk/>
          <pc:sldMk cId="2853806433" sldId="1600"/>
        </pc:sldMkLst>
      </pc:sldChg>
      <pc:sldChg chg="modSp mod modNotes">
        <pc:chgData name="Aurelien Domont" userId="6da7715ce44349b3" providerId="LiveId" clId="{5794C40F-0C15-4CFF-85C6-085579A5F8D4}" dt="2024-04-03T04:26:36.680" v="3828" actId="790"/>
        <pc:sldMkLst>
          <pc:docMk/>
          <pc:sldMk cId="1252826214" sldId="1711"/>
        </pc:sldMkLst>
      </pc:sldChg>
      <pc:sldChg chg="modSp mod modNotes">
        <pc:chgData name="Aurelien Domont" userId="6da7715ce44349b3" providerId="LiveId" clId="{5794C40F-0C15-4CFF-85C6-085579A5F8D4}" dt="2024-04-03T04:26:36.678" v="3826" actId="790"/>
        <pc:sldMkLst>
          <pc:docMk/>
          <pc:sldMk cId="3938337455" sldId="2034"/>
        </pc:sldMkLst>
      </pc:sldChg>
      <pc:sldChg chg="addSp delSp modSp mod ord modNotes">
        <pc:chgData name="Aurelien Domont" userId="6da7715ce44349b3" providerId="LiveId" clId="{5794C40F-0C15-4CFF-85C6-085579A5F8D4}" dt="2024-04-03T04:26:36.670" v="3822" actId="790"/>
        <pc:sldMkLst>
          <pc:docMk/>
          <pc:sldMk cId="1590067890" sldId="2217"/>
        </pc:sldMkLst>
      </pc:sldChg>
      <pc:sldChg chg="modSp mod modNotes">
        <pc:chgData name="Aurelien Domont" userId="6da7715ce44349b3" providerId="LiveId" clId="{5794C40F-0C15-4CFF-85C6-085579A5F8D4}" dt="2024-04-03T04:26:36.684" v="3832" actId="790"/>
        <pc:sldMkLst>
          <pc:docMk/>
          <pc:sldMk cId="1534399825" sldId="2240"/>
        </pc:sldMkLst>
      </pc:sldChg>
      <pc:sldChg chg="modSp mod">
        <pc:chgData name="Aurelien Domont" userId="6da7715ce44349b3" providerId="LiveId" clId="{5794C40F-0C15-4CFF-85C6-085579A5F8D4}" dt="2024-04-03T04:26:35.309" v="1992" actId="790"/>
        <pc:sldMkLst>
          <pc:docMk/>
          <pc:sldMk cId="1926619926" sldId="3282"/>
        </pc:sldMkLst>
      </pc:sldChg>
      <pc:sldChg chg="modSp add mod modClrScheme chgLayout modNotes">
        <pc:chgData name="Aurelien Domont" userId="6da7715ce44349b3" providerId="LiveId" clId="{5794C40F-0C15-4CFF-85C6-085579A5F8D4}" dt="2024-04-03T04:26:36.660" v="3814" actId="790"/>
        <pc:sldMkLst>
          <pc:docMk/>
          <pc:sldMk cId="3836240365" sldId="3288"/>
        </pc:sldMkLst>
      </pc:sldChg>
      <pc:sldChg chg="del">
        <pc:chgData name="Aurelien Domont" userId="6da7715ce44349b3" providerId="LiveId" clId="{5794C40F-0C15-4CFF-85C6-085579A5F8D4}" dt="2024-04-03T03:07:53.511" v="56" actId="47"/>
        <pc:sldMkLst>
          <pc:docMk/>
          <pc:sldMk cId="2839640228" sldId="3294"/>
        </pc:sldMkLst>
      </pc:sldChg>
      <pc:sldChg chg="addSp delSp modSp del mod">
        <pc:chgData name="Aurelien Domont" userId="6da7715ce44349b3" providerId="LiveId" clId="{5794C40F-0C15-4CFF-85C6-085579A5F8D4}" dt="2024-04-03T03:11:23.077" v="214" actId="47"/>
        <pc:sldMkLst>
          <pc:docMk/>
          <pc:sldMk cId="3694985765" sldId="3381"/>
        </pc:sldMkLst>
      </pc:sldChg>
      <pc:sldChg chg="addSp delSp modSp mod ord">
        <pc:chgData name="Aurelien Domont" userId="6da7715ce44349b3" providerId="LiveId" clId="{5794C40F-0C15-4CFF-85C6-085579A5F8D4}" dt="2024-04-03T04:26:35.171" v="1893" actId="790"/>
        <pc:sldMkLst>
          <pc:docMk/>
          <pc:sldMk cId="1454091485" sldId="3396"/>
        </pc:sldMkLst>
      </pc:sldChg>
      <pc:sldChg chg="addSp delSp modSp mod ord modNotes">
        <pc:chgData name="Aurelien Domont" userId="6da7715ce44349b3" providerId="LiveId" clId="{5794C40F-0C15-4CFF-85C6-085579A5F8D4}" dt="2024-04-03T04:26:36.665" v="3818" actId="790"/>
        <pc:sldMkLst>
          <pc:docMk/>
          <pc:sldMk cId="3354756491" sldId="3401"/>
        </pc:sldMkLst>
      </pc:sldChg>
      <pc:sldChg chg="del">
        <pc:chgData name="Aurelien Domont" userId="6da7715ce44349b3" providerId="LiveId" clId="{5794C40F-0C15-4CFF-85C6-085579A5F8D4}" dt="2024-04-03T03:28:33.821" v="659" actId="47"/>
        <pc:sldMkLst>
          <pc:docMk/>
          <pc:sldMk cId="3593352743" sldId="3402"/>
        </pc:sldMkLst>
      </pc:sldChg>
      <pc:sldChg chg="del">
        <pc:chgData name="Aurelien Domont" userId="6da7715ce44349b3" providerId="LiveId" clId="{5794C40F-0C15-4CFF-85C6-085579A5F8D4}" dt="2024-04-03T04:23:23.886" v="1728" actId="47"/>
        <pc:sldMkLst>
          <pc:docMk/>
          <pc:sldMk cId="2828308311" sldId="3403"/>
        </pc:sldMkLst>
      </pc:sldChg>
      <pc:sldChg chg="del">
        <pc:chgData name="Aurelien Domont" userId="6da7715ce44349b3" providerId="LiveId" clId="{5794C40F-0C15-4CFF-85C6-085579A5F8D4}" dt="2024-04-03T04:23:35.979" v="1729" actId="47"/>
        <pc:sldMkLst>
          <pc:docMk/>
          <pc:sldMk cId="3487807231" sldId="3404"/>
        </pc:sldMkLst>
      </pc:sldChg>
      <pc:sldChg chg="new del ord">
        <pc:chgData name="Aurelien Domont" userId="6da7715ce44349b3" providerId="LiveId" clId="{5794C40F-0C15-4CFF-85C6-085579A5F8D4}" dt="2024-04-03T04:23:37.740" v="1730" actId="47"/>
        <pc:sldMkLst>
          <pc:docMk/>
          <pc:sldMk cId="1613944045" sldId="3405"/>
        </pc:sldMkLst>
      </pc:sldChg>
      <pc:sldChg chg="modSp add mod modClrScheme chgLayout modNotes">
        <pc:chgData name="Aurelien Domont" userId="6da7715ce44349b3" providerId="LiveId" clId="{5794C40F-0C15-4CFF-85C6-085579A5F8D4}" dt="2024-04-03T04:26:36.662" v="3816" actId="790"/>
        <pc:sldMkLst>
          <pc:docMk/>
          <pc:sldMk cId="4125549953" sldId="3406"/>
        </pc:sldMkLst>
      </pc:sldChg>
      <pc:sldChg chg="addSp delSp modSp add mod">
        <pc:chgData name="Aurelien Domont" userId="6da7715ce44349b3" providerId="LiveId" clId="{5794C40F-0C15-4CFF-85C6-085579A5F8D4}" dt="2024-04-03T04:26:37.322" v="3886"/>
        <pc:sldMkLst>
          <pc:docMk/>
          <pc:sldMk cId="674671439" sldId="3407"/>
        </pc:sldMkLst>
      </pc:sldChg>
      <pc:sldChg chg="addSp delSp modSp add mod">
        <pc:chgData name="Aurelien Domont" userId="6da7715ce44349b3" providerId="LiveId" clId="{5794C40F-0C15-4CFF-85C6-085579A5F8D4}" dt="2024-04-03T04:26:37.309" v="3882"/>
        <pc:sldMkLst>
          <pc:docMk/>
          <pc:sldMk cId="2128965956" sldId="3408"/>
        </pc:sldMkLst>
      </pc:sldChg>
      <pc:sldChg chg="addSp modSp add del mod">
        <pc:chgData name="Aurelien Domont" userId="6da7715ce44349b3" providerId="LiveId" clId="{5794C40F-0C15-4CFF-85C6-085579A5F8D4}" dt="2024-04-03T04:44:01.946" v="3898" actId="47"/>
        <pc:sldMkLst>
          <pc:docMk/>
          <pc:sldMk cId="3240420928" sldId="3409"/>
        </pc:sldMkLst>
      </pc:sldChg>
    </pc:docChg>
  </pc:docChgLst>
  <pc:docChgLst>
    <pc:chgData name="Aurelien Domont" userId="6da7715ce44349b3" providerId="LiveId" clId="{3D1E135D-016C-48AD-8260-E96127232C98}"/>
    <pc:docChg chg="undo custSel addSld delSld modSld sldOrd modMainMaster modSection replTag">
      <pc:chgData name="Aurelien Domont" userId="6da7715ce44349b3" providerId="LiveId" clId="{3D1E135D-016C-48AD-8260-E96127232C98}" dt="2024-03-28T05:40:49.931" v="6414" actId="20577"/>
      <pc:docMkLst>
        <pc:docMk/>
      </pc:docMkLst>
      <pc:sldChg chg="modSp mod modNotes">
        <pc:chgData name="Aurelien Domont" userId="6da7715ce44349b3" providerId="LiveId" clId="{3D1E135D-016C-48AD-8260-E96127232C98}" dt="2024-03-28T05:18:03.047" v="6337" actId="790"/>
        <pc:sldMkLst>
          <pc:docMk/>
          <pc:sldMk cId="1754585881" sldId="1598"/>
        </pc:sldMkLst>
      </pc:sldChg>
      <pc:sldChg chg="modSp mod modNotes">
        <pc:chgData name="Aurelien Domont" userId="6da7715ce44349b3" providerId="LiveId" clId="{3D1E135D-016C-48AD-8260-E96127232C98}" dt="2024-03-28T05:18:03.052" v="6341" actId="790"/>
        <pc:sldMkLst>
          <pc:docMk/>
          <pc:sldMk cId="2853806433" sldId="1600"/>
        </pc:sldMkLst>
      </pc:sldChg>
      <pc:sldChg chg="modSp mod modNotes">
        <pc:chgData name="Aurelien Domont" userId="6da7715ce44349b3" providerId="LiveId" clId="{3D1E135D-016C-48AD-8260-E96127232C98}" dt="2024-03-28T05:18:03.044" v="6335" actId="790"/>
        <pc:sldMkLst>
          <pc:docMk/>
          <pc:sldMk cId="1252826214" sldId="1711"/>
        </pc:sldMkLst>
      </pc:sldChg>
      <pc:sldChg chg="add del">
        <pc:chgData name="Aurelien Domont" userId="6da7715ce44349b3" providerId="LiveId" clId="{3D1E135D-016C-48AD-8260-E96127232C98}" dt="2024-03-28T05:06:51.347" v="4025"/>
        <pc:sldMkLst>
          <pc:docMk/>
          <pc:sldMk cId="3232525629" sldId="1760"/>
        </pc:sldMkLst>
      </pc:sldChg>
      <pc:sldChg chg="modSp mod modNotes">
        <pc:chgData name="Aurelien Domont" userId="6da7715ce44349b3" providerId="LiveId" clId="{3D1E135D-016C-48AD-8260-E96127232C98}" dt="2024-03-28T05:18:03.041" v="6333" actId="790"/>
        <pc:sldMkLst>
          <pc:docMk/>
          <pc:sldMk cId="3938337455" sldId="2034"/>
        </pc:sldMkLst>
      </pc:sldChg>
      <pc:sldChg chg="modSp add mod modNotes">
        <pc:chgData name="Aurelien Domont" userId="6da7715ce44349b3" providerId="LiveId" clId="{3D1E135D-016C-48AD-8260-E96127232C98}" dt="2024-03-28T05:18:03.761" v="6397"/>
        <pc:sldMkLst>
          <pc:docMk/>
          <pc:sldMk cId="1590067890" sldId="2217"/>
        </pc:sldMkLst>
      </pc:sldChg>
      <pc:sldChg chg="modSp mod modNotes">
        <pc:chgData name="Aurelien Domont" userId="6da7715ce44349b3" providerId="LiveId" clId="{3D1E135D-016C-48AD-8260-E96127232C98}" dt="2024-03-28T05:18:03.049" v="6339" actId="790"/>
        <pc:sldMkLst>
          <pc:docMk/>
          <pc:sldMk cId="1534399825" sldId="2240"/>
        </pc:sldMkLst>
      </pc:sldChg>
      <pc:sldChg chg="del">
        <pc:chgData name="Aurelien Domont" userId="6da7715ce44349b3" providerId="LiveId" clId="{3D1E135D-016C-48AD-8260-E96127232C98}" dt="2024-03-28T03:50:18.544" v="2440" actId="47"/>
        <pc:sldMkLst>
          <pc:docMk/>
          <pc:sldMk cId="3988936821" sldId="2403"/>
        </pc:sldMkLst>
      </pc:sldChg>
      <pc:sldChg chg="del">
        <pc:chgData name="Aurelien Domont" userId="6da7715ce44349b3" providerId="LiveId" clId="{3D1E135D-016C-48AD-8260-E96127232C98}" dt="2024-03-28T03:50:18.544" v="2440" actId="47"/>
        <pc:sldMkLst>
          <pc:docMk/>
          <pc:sldMk cId="67415954" sldId="2489"/>
        </pc:sldMkLst>
      </pc:sldChg>
      <pc:sldChg chg="del">
        <pc:chgData name="Aurelien Domont" userId="6da7715ce44349b3" providerId="LiveId" clId="{3D1E135D-016C-48AD-8260-E96127232C98}" dt="2024-03-28T03:50:18.544" v="2440" actId="47"/>
        <pc:sldMkLst>
          <pc:docMk/>
          <pc:sldMk cId="862292938" sldId="2560"/>
        </pc:sldMkLst>
      </pc:sldChg>
      <pc:sldChg chg="del">
        <pc:chgData name="Aurelien Domont" userId="6da7715ce44349b3" providerId="LiveId" clId="{3D1E135D-016C-48AD-8260-E96127232C98}" dt="2024-03-28T03:50:18.544" v="2440" actId="47"/>
        <pc:sldMkLst>
          <pc:docMk/>
          <pc:sldMk cId="3558950444" sldId="2893"/>
        </pc:sldMkLst>
      </pc:sldChg>
      <pc:sldChg chg="del">
        <pc:chgData name="Aurelien Domont" userId="6da7715ce44349b3" providerId="LiveId" clId="{3D1E135D-016C-48AD-8260-E96127232C98}" dt="2024-03-28T03:50:18.544" v="2440" actId="47"/>
        <pc:sldMkLst>
          <pc:docMk/>
          <pc:sldMk cId="2970377299" sldId="2894"/>
        </pc:sldMkLst>
      </pc:sldChg>
      <pc:sldChg chg="del">
        <pc:chgData name="Aurelien Domont" userId="6da7715ce44349b3" providerId="LiveId" clId="{3D1E135D-016C-48AD-8260-E96127232C98}" dt="2024-03-28T04:00:10.847" v="2652" actId="47"/>
        <pc:sldMkLst>
          <pc:docMk/>
          <pc:sldMk cId="105918927" sldId="3254"/>
        </pc:sldMkLst>
      </pc:sldChg>
      <pc:sldChg chg="modSp mod">
        <pc:chgData name="Aurelien Domont" userId="6da7715ce44349b3" providerId="LiveId" clId="{3D1E135D-016C-48AD-8260-E96127232C98}" dt="2024-03-28T05:18:01.664" v="4503" actId="790"/>
        <pc:sldMkLst>
          <pc:docMk/>
          <pc:sldMk cId="1926619926" sldId="3282"/>
        </pc:sldMkLst>
      </pc:sldChg>
      <pc:sldChg chg="addSp delSp modSp add mod modNotes">
        <pc:chgData name="Aurelien Domont" userId="6da7715ce44349b3" providerId="LiveId" clId="{3D1E135D-016C-48AD-8260-E96127232C98}" dt="2024-03-28T05:18:03.674" v="6391"/>
        <pc:sldMkLst>
          <pc:docMk/>
          <pc:sldMk cId="2839640228" sldId="3294"/>
        </pc:sldMkLst>
      </pc:sldChg>
      <pc:sldChg chg="add del">
        <pc:chgData name="Aurelien Domont" userId="6da7715ce44349b3" providerId="LiveId" clId="{3D1E135D-016C-48AD-8260-E96127232C98}" dt="2024-03-28T05:00:25.746" v="3716"/>
        <pc:sldMkLst>
          <pc:docMk/>
          <pc:sldMk cId="3793489448" sldId="3336"/>
        </pc:sldMkLst>
      </pc:sldChg>
      <pc:sldChg chg="addSp delSp modSp mod modNotes">
        <pc:chgData name="Aurelien Domont" userId="6da7715ce44349b3" providerId="LiveId" clId="{3D1E135D-016C-48AD-8260-E96127232C98}" dt="2024-03-28T05:18:03.017" v="6317" actId="790"/>
        <pc:sldMkLst>
          <pc:docMk/>
          <pc:sldMk cId="3694985765" sldId="3381"/>
        </pc:sldMkLst>
      </pc:sldChg>
      <pc:sldChg chg="addSp delSp modSp mod ord">
        <pc:chgData name="Aurelien Domont" userId="6da7715ce44349b3" providerId="LiveId" clId="{3D1E135D-016C-48AD-8260-E96127232C98}" dt="2024-03-28T05:18:01.517" v="4398" actId="790"/>
        <pc:sldMkLst>
          <pc:docMk/>
          <pc:sldMk cId="1454091485" sldId="3396"/>
        </pc:sldMkLst>
      </pc:sldChg>
      <pc:sldChg chg="del">
        <pc:chgData name="Aurelien Domont" userId="6da7715ce44349b3" providerId="LiveId" clId="{3D1E135D-016C-48AD-8260-E96127232C98}" dt="2024-03-28T04:53:15.552" v="3676" actId="47"/>
        <pc:sldMkLst>
          <pc:docMk/>
          <pc:sldMk cId="4141428492" sldId="3397"/>
        </pc:sldMkLst>
      </pc:sldChg>
      <pc:sldChg chg="del">
        <pc:chgData name="Aurelien Domont" userId="6da7715ce44349b3" providerId="LiveId" clId="{3D1E135D-016C-48AD-8260-E96127232C98}" dt="2024-03-28T04:53:15.552" v="3676" actId="47"/>
        <pc:sldMkLst>
          <pc:docMk/>
          <pc:sldMk cId="3139062394" sldId="3398"/>
        </pc:sldMkLst>
      </pc:sldChg>
      <pc:sldChg chg="del">
        <pc:chgData name="Aurelien Domont" userId="6da7715ce44349b3" providerId="LiveId" clId="{3D1E135D-016C-48AD-8260-E96127232C98}" dt="2024-03-28T04:53:15.552" v="3676" actId="47"/>
        <pc:sldMkLst>
          <pc:docMk/>
          <pc:sldMk cId="857221292" sldId="3399"/>
        </pc:sldMkLst>
      </pc:sldChg>
      <pc:sldChg chg="new del ord">
        <pc:chgData name="Aurelien Domont" userId="6da7715ce44349b3" providerId="LiveId" clId="{3D1E135D-016C-48AD-8260-E96127232C98}" dt="2024-03-28T04:56:34.776" v="3701" actId="47"/>
        <pc:sldMkLst>
          <pc:docMk/>
          <pc:sldMk cId="1495766000" sldId="3400"/>
        </pc:sldMkLst>
      </pc:sldChg>
      <pc:sldChg chg="addSp delSp modSp add mod modNotes">
        <pc:chgData name="Aurelien Domont" userId="6da7715ce44349b3" providerId="LiveId" clId="{3D1E135D-016C-48AD-8260-E96127232C98}" dt="2024-03-28T05:18:03.751" v="6395"/>
        <pc:sldMkLst>
          <pc:docMk/>
          <pc:sldMk cId="3354756491" sldId="3401"/>
        </pc:sldMkLst>
      </pc:sldChg>
      <pc:sldChg chg="addSp delSp modSp add mod ord modNotes">
        <pc:chgData name="Aurelien Domont" userId="6da7715ce44349b3" providerId="LiveId" clId="{3D1E135D-016C-48AD-8260-E96127232C98}" dt="2024-03-28T05:18:03.652" v="6387"/>
        <pc:sldMkLst>
          <pc:docMk/>
          <pc:sldMk cId="3593352743" sldId="3402"/>
        </pc:sldMkLst>
      </pc:sldChg>
      <pc:sldChg chg="delSp modSp add del mod">
        <pc:chgData name="Aurelien Domont" userId="6da7715ce44349b3" providerId="LiveId" clId="{3D1E135D-016C-48AD-8260-E96127232C98}" dt="2024-03-28T04:35:22.122" v="3086" actId="47"/>
        <pc:sldMkLst>
          <pc:docMk/>
          <pc:sldMk cId="502321694" sldId="3403"/>
        </pc:sldMkLst>
      </pc:sldChg>
      <pc:sldChg chg="addSp delSp modSp add mod">
        <pc:chgData name="Aurelien Domont" userId="6da7715ce44349b3" providerId="LiveId" clId="{3D1E135D-016C-48AD-8260-E96127232C98}" dt="2024-03-28T05:18:01.532" v="4412" actId="790"/>
        <pc:sldMkLst>
          <pc:docMk/>
          <pc:sldMk cId="2828308311" sldId="3403"/>
        </pc:sldMkLst>
      </pc:sldChg>
      <pc:sldChg chg="addSp delSp modSp add mod">
        <pc:chgData name="Aurelien Domont" userId="6da7715ce44349b3" providerId="LiveId" clId="{3D1E135D-016C-48AD-8260-E96127232C98}" dt="2024-03-28T05:18:01.547" v="4426" actId="790"/>
        <pc:sldMkLst>
          <pc:docMk/>
          <pc:sldMk cId="3487807231" sldId="3404"/>
        </pc:sldMkLst>
      </pc:sldChg>
      <pc:sldChg chg="addSp modSp add del mod">
        <pc:chgData name="Aurelien Domont" userId="6da7715ce44349b3" providerId="LiveId" clId="{3D1E135D-016C-48AD-8260-E96127232C98}" dt="2024-03-28T05:40:43.650" v="6412" actId="47"/>
        <pc:sldMkLst>
          <pc:docMk/>
          <pc:sldMk cId="3577782265" sldId="3405"/>
        </pc:sldMkLst>
      </pc:sldChg>
      <pc:sldMasterChg chg="modSp mod modSldLayout">
        <pc:chgData name="Aurelien Domont" userId="6da7715ce44349b3" providerId="LiveId" clId="{3D1E135D-016C-48AD-8260-E96127232C98}" dt="2024-03-28T05:18:03.014" v="6315" actId="790"/>
        <pc:sldMasterMkLst>
          <pc:docMk/>
          <pc:sldMasterMk cId="3482721130" sldId="2147483828"/>
        </pc:sldMasterMkLst>
        <pc:sldLayoutChg chg="modSp mod">
          <pc:chgData name="Aurelien Domont" userId="6da7715ce44349b3" providerId="LiveId" clId="{3D1E135D-016C-48AD-8260-E96127232C98}" dt="2024-03-28T05:18:03.013" v="6314" actId="139"/>
          <pc:sldLayoutMkLst>
            <pc:docMk/>
            <pc:sldMasterMk cId="3482721130" sldId="2147483828"/>
            <pc:sldLayoutMk cId="250590409" sldId="2147483831"/>
          </pc:sldLayoutMkLst>
        </pc:sldLayoutChg>
        <pc:sldLayoutChg chg="modSp mod">
          <pc:chgData name="Aurelien Domont" userId="6da7715ce44349b3" providerId="LiveId" clId="{3D1E135D-016C-48AD-8260-E96127232C98}" dt="2024-03-28T05:18:03.014" v="6315" actId="790"/>
          <pc:sldLayoutMkLst>
            <pc:docMk/>
            <pc:sldMasterMk cId="3482721130" sldId="2147483828"/>
            <pc:sldLayoutMk cId="1759204997" sldId="2147483835"/>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612D149B-6217-4CE8-B506-13B11F41725F}"/>
    <pc:docChg chg="undo redo custSel addSld delSld modSld sldOrd modMainMaster modSection replTag">
      <pc:chgData name="Aurelien Domont" userId="6da7715ce44349b3" providerId="LiveId" clId="{612D149B-6217-4CE8-B506-13B11F41725F}" dt="2024-03-25T00:18:16.326" v="5693" actId="2696"/>
      <pc:docMkLst>
        <pc:docMk/>
      </pc:docMkLst>
      <pc:sldChg chg="addSp delSp modSp add mod modClrScheme chgLayout">
        <pc:chgData name="Aurelien Domont" userId="6da7715ce44349b3" providerId="LiveId" clId="{612D149B-6217-4CE8-B506-13B11F41725F}" dt="2024-03-25T00:17:43.098" v="3613" actId="790"/>
        <pc:sldMkLst>
          <pc:docMk/>
          <pc:sldMk cId="2321423243" sldId="1578"/>
        </pc:sldMkLst>
      </pc:sldChg>
      <pc:sldChg chg="modSp mod modNotes">
        <pc:chgData name="Aurelien Domont" userId="6da7715ce44349b3" providerId="LiveId" clId="{612D149B-6217-4CE8-B506-13B11F41725F}" dt="2024-03-25T00:17:44.730" v="5610" actId="790"/>
        <pc:sldMkLst>
          <pc:docMk/>
          <pc:sldMk cId="1754585881" sldId="1598"/>
        </pc:sldMkLst>
      </pc:sldChg>
      <pc:sldChg chg="modSp mod modNotes">
        <pc:chgData name="Aurelien Domont" userId="6da7715ce44349b3" providerId="LiveId" clId="{612D149B-6217-4CE8-B506-13B11F41725F}" dt="2024-03-25T00:17:44.736" v="5614" actId="790"/>
        <pc:sldMkLst>
          <pc:docMk/>
          <pc:sldMk cId="2853806433" sldId="1600"/>
        </pc:sldMkLst>
      </pc:sldChg>
      <pc:sldChg chg="modSp mod modNotes">
        <pc:chgData name="Aurelien Domont" userId="6da7715ce44349b3" providerId="LiveId" clId="{612D149B-6217-4CE8-B506-13B11F41725F}" dt="2024-03-25T00:17:44.728" v="5608" actId="790"/>
        <pc:sldMkLst>
          <pc:docMk/>
          <pc:sldMk cId="1252826214" sldId="1711"/>
        </pc:sldMkLst>
      </pc:sldChg>
      <pc:sldChg chg="add del">
        <pc:chgData name="Aurelien Domont" userId="6da7715ce44349b3" providerId="LiveId" clId="{612D149B-6217-4CE8-B506-13B11F41725F}" dt="2024-03-24T23:29:38.321" v="1939"/>
        <pc:sldMkLst>
          <pc:docMk/>
          <pc:sldMk cId="2260287649" sldId="2023"/>
        </pc:sldMkLst>
      </pc:sldChg>
      <pc:sldChg chg="modSp mod modNotes">
        <pc:chgData name="Aurelien Domont" userId="6da7715ce44349b3" providerId="LiveId" clId="{612D149B-6217-4CE8-B506-13B11F41725F}" dt="2024-03-25T00:17:44.726" v="5606" actId="790"/>
        <pc:sldMkLst>
          <pc:docMk/>
          <pc:sldMk cId="3938337455" sldId="2034"/>
        </pc:sldMkLst>
      </pc:sldChg>
      <pc:sldChg chg="modSp mod modNotes">
        <pc:chgData name="Aurelien Domont" userId="6da7715ce44349b3" providerId="LiveId" clId="{612D149B-6217-4CE8-B506-13B11F41725F}" dt="2024-03-25T00:17:44.718" v="5602" actId="790"/>
        <pc:sldMkLst>
          <pc:docMk/>
          <pc:sldMk cId="3272444503" sldId="2162"/>
        </pc:sldMkLst>
      </pc:sldChg>
      <pc:sldChg chg="modSp mod modNotes">
        <pc:chgData name="Aurelien Domont" userId="6da7715ce44349b3" providerId="LiveId" clId="{612D149B-6217-4CE8-B506-13B11F41725F}" dt="2024-03-25T00:17:44.734" v="5612" actId="790"/>
        <pc:sldMkLst>
          <pc:docMk/>
          <pc:sldMk cId="1534399825" sldId="2240"/>
        </pc:sldMkLst>
      </pc:sldChg>
      <pc:sldChg chg="del">
        <pc:chgData name="Aurelien Domont" userId="6da7715ce44349b3" providerId="LiveId" clId="{612D149B-6217-4CE8-B506-13B11F41725F}" dt="2024-03-24T23:12:49.198" v="163" actId="47"/>
        <pc:sldMkLst>
          <pc:docMk/>
          <pc:sldMk cId="2561262077" sldId="2306"/>
        </pc:sldMkLst>
      </pc:sldChg>
      <pc:sldChg chg="addSp delSp modSp mod modNotes">
        <pc:chgData name="Aurelien Domont" userId="6da7715ce44349b3" providerId="LiveId" clId="{612D149B-6217-4CE8-B506-13B11F41725F}" dt="2024-03-25T00:17:56.154" v="5692" actId="313"/>
        <pc:sldMkLst>
          <pc:docMk/>
          <pc:sldMk cId="1209091634" sldId="2338"/>
        </pc:sldMkLst>
      </pc:sldChg>
      <pc:sldChg chg="addSp delSp modSp mod modNotes">
        <pc:chgData name="Aurelien Domont" userId="6da7715ce44349b3" providerId="LiveId" clId="{612D149B-6217-4CE8-B506-13B11F41725F}" dt="2024-03-25T00:17:45.457" v="5687"/>
        <pc:sldMkLst>
          <pc:docMk/>
          <pc:sldMk cId="862292938" sldId="2560"/>
        </pc:sldMkLst>
      </pc:sldChg>
      <pc:sldChg chg="add del">
        <pc:chgData name="Aurelien Domont" userId="6da7715ce44349b3" providerId="LiveId" clId="{612D149B-6217-4CE8-B506-13B11F41725F}" dt="2024-03-24T23:22:31.884" v="1187"/>
        <pc:sldMkLst>
          <pc:docMk/>
          <pc:sldMk cId="2742416715" sldId="2940"/>
        </pc:sldMkLst>
      </pc:sldChg>
      <pc:sldChg chg="modSp mod">
        <pc:chgData name="Aurelien Domont" userId="6da7715ce44349b3" providerId="LiveId" clId="{612D149B-6217-4CE8-B506-13B11F41725F}" dt="2024-03-25T00:17:43.309" v="3778" actId="790"/>
        <pc:sldMkLst>
          <pc:docMk/>
          <pc:sldMk cId="1926619926" sldId="3282"/>
        </pc:sldMkLst>
      </pc:sldChg>
      <pc:sldChg chg="modSp mod ord modNotes">
        <pc:chgData name="Aurelien Domont" userId="6da7715ce44349b3" providerId="LiveId" clId="{612D149B-6217-4CE8-B506-13B11F41725F}" dt="2024-03-25T00:17:44.713" v="5598" actId="790"/>
        <pc:sldMkLst>
          <pc:docMk/>
          <pc:sldMk cId="2246164536" sldId="3289"/>
        </pc:sldMkLst>
      </pc:sldChg>
      <pc:sldChg chg="addSp delSp modSp mod modNotes">
        <pc:chgData name="Aurelien Domont" userId="6da7715ce44349b3" providerId="LiveId" clId="{612D149B-6217-4CE8-B506-13B11F41725F}" dt="2024-03-25T00:17:44.711" v="5596" actId="790"/>
        <pc:sldMkLst>
          <pc:docMk/>
          <pc:sldMk cId="3694985765" sldId="3381"/>
        </pc:sldMkLst>
      </pc:sldChg>
      <pc:sldChg chg="del">
        <pc:chgData name="Aurelien Domont" userId="6da7715ce44349b3" providerId="LiveId" clId="{612D149B-6217-4CE8-B506-13B11F41725F}" dt="2024-03-24T23:12:49.198" v="163" actId="47"/>
        <pc:sldMkLst>
          <pc:docMk/>
          <pc:sldMk cId="2646470254" sldId="3383"/>
        </pc:sldMkLst>
      </pc:sldChg>
      <pc:sldChg chg="del">
        <pc:chgData name="Aurelien Domont" userId="6da7715ce44349b3" providerId="LiveId" clId="{612D149B-6217-4CE8-B506-13B11F41725F}" dt="2024-03-24T23:19:02.745" v="915" actId="47"/>
        <pc:sldMkLst>
          <pc:docMk/>
          <pc:sldMk cId="4260551227" sldId="3384"/>
        </pc:sldMkLst>
      </pc:sldChg>
      <pc:sldChg chg="del">
        <pc:chgData name="Aurelien Domont" userId="6da7715ce44349b3" providerId="LiveId" clId="{612D149B-6217-4CE8-B506-13B11F41725F}" dt="2024-03-24T23:19:02.745" v="915" actId="47"/>
        <pc:sldMkLst>
          <pc:docMk/>
          <pc:sldMk cId="3746721311" sldId="3385"/>
        </pc:sldMkLst>
      </pc:sldChg>
      <pc:sldChg chg="addSp delSp modSp mod ord">
        <pc:chgData name="Aurelien Domont" userId="6da7715ce44349b3" providerId="LiveId" clId="{612D149B-6217-4CE8-B506-13B11F41725F}" dt="2024-03-25T00:17:43.115" v="3628" actId="790"/>
        <pc:sldMkLst>
          <pc:docMk/>
          <pc:sldMk cId="452916749" sldId="3386"/>
        </pc:sldMkLst>
      </pc:sldChg>
      <pc:sldChg chg="addSp delSp modSp del mod">
        <pc:chgData name="Aurelien Domont" userId="6da7715ce44349b3" providerId="LiveId" clId="{612D149B-6217-4CE8-B506-13B11F41725F}" dt="2024-03-24T23:25:48.785" v="1484" actId="47"/>
        <pc:sldMkLst>
          <pc:docMk/>
          <pc:sldMk cId="1912173946" sldId="3387"/>
        </pc:sldMkLst>
      </pc:sldChg>
      <pc:sldChg chg="addSp delSp modSp del mod">
        <pc:chgData name="Aurelien Domont" userId="6da7715ce44349b3" providerId="LiveId" clId="{612D149B-6217-4CE8-B506-13B11F41725F}" dt="2024-03-25T00:15:39.963" v="3495" actId="47"/>
        <pc:sldMkLst>
          <pc:docMk/>
          <pc:sldMk cId="4192861017" sldId="3388"/>
        </pc:sldMkLst>
      </pc:sldChg>
      <pc:sldChg chg="new del ord">
        <pc:chgData name="Aurelien Domont" userId="6da7715ce44349b3" providerId="LiveId" clId="{612D149B-6217-4CE8-B506-13B11F41725F}" dt="2024-03-25T00:15:39.115" v="3494" actId="47"/>
        <pc:sldMkLst>
          <pc:docMk/>
          <pc:sldMk cId="1486828360" sldId="3389"/>
        </pc:sldMkLst>
      </pc:sldChg>
      <pc:sldChg chg="add del">
        <pc:chgData name="Aurelien Domont" userId="6da7715ce44349b3" providerId="LiveId" clId="{612D149B-6217-4CE8-B506-13B11F41725F}" dt="2024-03-24T23:17:04.135" v="854"/>
        <pc:sldMkLst>
          <pc:docMk/>
          <pc:sldMk cId="176372973" sldId="3390"/>
        </pc:sldMkLst>
      </pc:sldChg>
      <pc:sldChg chg="addSp delSp modSp add mod ord">
        <pc:chgData name="Aurelien Domont" userId="6da7715ce44349b3" providerId="LiveId" clId="{612D149B-6217-4CE8-B506-13B11F41725F}" dt="2024-03-25T00:17:43.132" v="3643" actId="790"/>
        <pc:sldMkLst>
          <pc:docMk/>
          <pc:sldMk cId="1716267975" sldId="3390"/>
        </pc:sldMkLst>
      </pc:sldChg>
      <pc:sldChg chg="addSp delSp modSp add mod">
        <pc:chgData name="Aurelien Domont" userId="6da7715ce44349b3" providerId="LiveId" clId="{612D149B-6217-4CE8-B506-13B11F41725F}" dt="2024-03-25T00:17:43.147" v="3658" actId="790"/>
        <pc:sldMkLst>
          <pc:docMk/>
          <pc:sldMk cId="2312222718" sldId="3391"/>
        </pc:sldMkLst>
      </pc:sldChg>
      <pc:sldChg chg="addSp delSp modSp add mod">
        <pc:chgData name="Aurelien Domont" userId="6da7715ce44349b3" providerId="LiveId" clId="{612D149B-6217-4CE8-B506-13B11F41725F}" dt="2024-03-25T00:17:43.164" v="3673" actId="790"/>
        <pc:sldMkLst>
          <pc:docMk/>
          <pc:sldMk cId="1620443066" sldId="3392"/>
        </pc:sldMkLst>
      </pc:sldChg>
      <pc:sldChg chg="addSp delSp modSp add mod">
        <pc:chgData name="Aurelien Domont" userId="6da7715ce44349b3" providerId="LiveId" clId="{612D149B-6217-4CE8-B506-13B11F41725F}" dt="2024-03-25T00:17:45.441" v="5683"/>
        <pc:sldMkLst>
          <pc:docMk/>
          <pc:sldMk cId="2193127411" sldId="3393"/>
        </pc:sldMkLst>
      </pc:sldChg>
      <pc:sldChg chg="addSp delSp modSp add mod">
        <pc:chgData name="Aurelien Domont" userId="6da7715ce44349b3" providerId="LiveId" clId="{612D149B-6217-4CE8-B506-13B11F41725F}" dt="2024-03-25T00:17:45.471" v="5691"/>
        <pc:sldMkLst>
          <pc:docMk/>
          <pc:sldMk cId="4294143004" sldId="3394"/>
        </pc:sldMkLst>
      </pc:sldChg>
      <pc:sldMasterChg chg="modSp mod delSldLayout modSldLayout">
        <pc:chgData name="Aurelien Domont" userId="6da7715ce44349b3" providerId="LiveId" clId="{612D149B-6217-4CE8-B506-13B11F41725F}" dt="2024-03-25T00:18:16.326" v="5693" actId="2696"/>
        <pc:sldMasterMkLst>
          <pc:docMk/>
          <pc:sldMasterMk cId="3482721130" sldId="2147483828"/>
        </pc:sldMasterMkLst>
        <pc:sldLayoutChg chg="modSp mod">
          <pc:chgData name="Aurelien Domont" userId="6da7715ce44349b3" providerId="LiveId" clId="{612D149B-6217-4CE8-B506-13B11F41725F}" dt="2024-03-25T00:17:44.695" v="5589" actId="139"/>
          <pc:sldLayoutMkLst>
            <pc:docMk/>
            <pc:sldMasterMk cId="3482721130" sldId="2147483828"/>
            <pc:sldLayoutMk cId="250590409" sldId="2147483831"/>
          </pc:sldLayoutMkLst>
        </pc:sldLayoutChg>
        <pc:sldLayoutChg chg="modSp mod">
          <pc:chgData name="Aurelien Domont" userId="6da7715ce44349b3" providerId="LiveId" clId="{612D149B-6217-4CE8-B506-13B11F41725F}" dt="2024-03-25T00:17:44.697" v="5590" actId="790"/>
          <pc:sldLayoutMkLst>
            <pc:docMk/>
            <pc:sldMasterMk cId="3482721130" sldId="2147483828"/>
            <pc:sldLayoutMk cId="1759204997" sldId="2147483835"/>
          </pc:sldLayoutMkLst>
        </pc:sldLayoutChg>
        <pc:sldLayoutChg chg="modSp del mod">
          <pc:chgData name="Aurelien Domont" userId="6da7715ce44349b3" providerId="LiveId" clId="{612D149B-6217-4CE8-B506-13B11F41725F}" dt="2024-03-25T00:18:16.326" v="5693" actId="2696"/>
          <pc:sldLayoutMkLst>
            <pc:docMk/>
            <pc:sldMasterMk cId="3482721130" sldId="2147483828"/>
            <pc:sldLayoutMk cId="15540686" sldId="2147483836"/>
          </pc:sldLayoutMkLst>
        </pc:sldLayoutChg>
      </pc:sldMaster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9/25/2025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9/25/2025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4</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13</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16</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2.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6.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7.bin"/><Relationship Id="rId9" Type="http://schemas.openxmlformats.org/officeDocument/2006/relationships/hyperlink" Target="https://www.domontconsulting.co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18" Type="http://schemas.openxmlformats.org/officeDocument/2006/relationships/image" Target="../media/image19.svg"/><Relationship Id="rId3" Type="http://schemas.openxmlformats.org/officeDocument/2006/relationships/slideLayout" Target="../slideLayouts/slideLayout1.xml"/><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tags" Target="../tags/tag16.xml"/><Relationship Id="rId16" Type="http://schemas.openxmlformats.org/officeDocument/2006/relationships/image" Target="../media/image17.svg"/><Relationship Id="rId20" Type="http://schemas.openxmlformats.org/officeDocument/2006/relationships/image" Target="../media/image21.svg"/><Relationship Id="rId1" Type="http://schemas.openxmlformats.org/officeDocument/2006/relationships/tags" Target="../tags/tag15.xml"/><Relationship Id="rId6" Type="http://schemas.openxmlformats.org/officeDocument/2006/relationships/image" Target="../media/image3.emf"/><Relationship Id="rId11" Type="http://schemas.openxmlformats.org/officeDocument/2006/relationships/image" Target="../media/image12.png"/><Relationship Id="rId24" Type="http://schemas.openxmlformats.org/officeDocument/2006/relationships/image" Target="../media/image25.png"/><Relationship Id="rId5" Type="http://schemas.openxmlformats.org/officeDocument/2006/relationships/oleObject" Target="../embeddings/oleObject8.bin"/><Relationship Id="rId15" Type="http://schemas.openxmlformats.org/officeDocument/2006/relationships/image" Target="../media/image16.png"/><Relationship Id="rId23" Type="http://schemas.openxmlformats.org/officeDocument/2006/relationships/image" Target="../media/image24.pn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notesSlide" Target="../notesSlides/notesSlide3.xml"/><Relationship Id="rId9" Type="http://schemas.openxmlformats.org/officeDocument/2006/relationships/image" Target="../media/image10.png"/><Relationship Id="rId14" Type="http://schemas.openxmlformats.org/officeDocument/2006/relationships/image" Target="../media/image15.svg"/><Relationship Id="rId22"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jpeg"/><Relationship Id="rId18" Type="http://schemas.openxmlformats.org/officeDocument/2006/relationships/image" Target="../media/image39.svg"/><Relationship Id="rId3" Type="http://schemas.openxmlformats.org/officeDocument/2006/relationships/slideLayout" Target="../slideLayouts/slideLayout3.xml"/><Relationship Id="rId7" Type="http://schemas.openxmlformats.org/officeDocument/2006/relationships/image" Target="../media/image28.svg"/><Relationship Id="rId12" Type="http://schemas.openxmlformats.org/officeDocument/2006/relationships/image" Target="../media/image33.jpeg"/><Relationship Id="rId17" Type="http://schemas.openxmlformats.org/officeDocument/2006/relationships/image" Target="../media/image38.png"/><Relationship Id="rId2" Type="http://schemas.openxmlformats.org/officeDocument/2006/relationships/tags" Target="../tags/tag19.xml"/><Relationship Id="rId16" Type="http://schemas.openxmlformats.org/officeDocument/2006/relationships/image" Target="../media/image37.svg"/><Relationship Id="rId20" Type="http://schemas.openxmlformats.org/officeDocument/2006/relationships/image" Target="../media/image41.svg"/><Relationship Id="rId1" Type="http://schemas.openxmlformats.org/officeDocument/2006/relationships/tags" Target="../tags/tag18.xml"/><Relationship Id="rId6" Type="http://schemas.openxmlformats.org/officeDocument/2006/relationships/image" Target="../media/image27.png"/><Relationship Id="rId11" Type="http://schemas.openxmlformats.org/officeDocument/2006/relationships/image" Target="../media/image32.jpeg"/><Relationship Id="rId5" Type="http://schemas.openxmlformats.org/officeDocument/2006/relationships/image" Target="../media/image3.emf"/><Relationship Id="rId15" Type="http://schemas.openxmlformats.org/officeDocument/2006/relationships/image" Target="../media/image36.png"/><Relationship Id="rId10" Type="http://schemas.openxmlformats.org/officeDocument/2006/relationships/image" Target="../media/image31.jpeg"/><Relationship Id="rId19" Type="http://schemas.openxmlformats.org/officeDocument/2006/relationships/image" Target="../media/image40.png"/><Relationship Id="rId4" Type="http://schemas.openxmlformats.org/officeDocument/2006/relationships/oleObject" Target="../embeddings/oleObject10.bin"/><Relationship Id="rId9" Type="http://schemas.openxmlformats.org/officeDocument/2006/relationships/image" Target="../media/image30.jpeg"/><Relationship Id="rId14" Type="http://schemas.openxmlformats.org/officeDocument/2006/relationships/image" Target="../media/image35.jpe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43.png"/><Relationship Id="rId2" Type="http://schemas.openxmlformats.org/officeDocument/2006/relationships/slideLayout" Target="../slideLayouts/slideLayout1.xml"/><Relationship Id="rId1" Type="http://schemas.openxmlformats.org/officeDocument/2006/relationships/tags" Target="../tags/tag20.xml"/><Relationship Id="rId6" Type="http://schemas.openxmlformats.org/officeDocument/2006/relationships/image" Target="../media/image42.png"/><Relationship Id="rId5" Type="http://schemas.openxmlformats.org/officeDocument/2006/relationships/hyperlink" Target="https://youtu.be/VlzHk3asBho" TargetMode="Externa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tags" Target="../tags/tag2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46.png"/><Relationship Id="rId7"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tags" Target="../tags/tag2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oleObject" Target="../embeddings/oleObject10.bin"/><Relationship Id="rId7" Type="http://schemas.openxmlformats.org/officeDocument/2006/relationships/image" Target="../media/image52.png"/><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56.png"/><Relationship Id="rId2" Type="http://schemas.openxmlformats.org/officeDocument/2006/relationships/slideLayout" Target="../slideLayouts/slideLayout1.xml"/><Relationship Id="rId1" Type="http://schemas.openxmlformats.org/officeDocument/2006/relationships/tags" Target="../tags/tag24.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notesSlide" Target="../notesSlides/notesSlide5.xml"/><Relationship Id="rId7" Type="http://schemas.openxmlformats.org/officeDocument/2006/relationships/image" Target="../media/image62.png"/><Relationship Id="rId2" Type="http://schemas.openxmlformats.org/officeDocument/2006/relationships/slideLayout" Target="../slideLayouts/slideLayout1.xml"/><Relationship Id="rId1" Type="http://schemas.openxmlformats.org/officeDocument/2006/relationships/tags" Target="../tags/tag27.xml"/><Relationship Id="rId6" Type="http://schemas.openxmlformats.org/officeDocument/2006/relationships/image" Target="../media/image61.png"/><Relationship Id="rId5" Type="http://schemas.openxmlformats.org/officeDocument/2006/relationships/image" Target="../media/image1.emf"/><Relationship Id="rId10" Type="http://schemas.openxmlformats.org/officeDocument/2006/relationships/image" Target="../media/image42.png"/><Relationship Id="rId4" Type="http://schemas.openxmlformats.org/officeDocument/2006/relationships/oleObject" Target="../embeddings/oleObject12.bin"/><Relationship Id="rId9" Type="http://schemas.openxmlformats.org/officeDocument/2006/relationships/image" Target="../media/image64.svg"/></Relationships>
</file>

<file path=ppt/slides/_rels/slide14.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71.png"/><Relationship Id="rId18" Type="http://schemas.openxmlformats.org/officeDocument/2006/relationships/image" Target="../media/image76.svg"/><Relationship Id="rId3" Type="http://schemas.openxmlformats.org/officeDocument/2006/relationships/slideLayout" Target="../slideLayouts/slideLayout1.xml"/><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svg"/><Relationship Id="rId17" Type="http://schemas.openxmlformats.org/officeDocument/2006/relationships/image" Target="../media/image75.png"/><Relationship Id="rId2" Type="http://schemas.openxmlformats.org/officeDocument/2006/relationships/tags" Target="../tags/tag29.xml"/><Relationship Id="rId16" Type="http://schemas.openxmlformats.org/officeDocument/2006/relationships/image" Target="../media/image74.svg"/><Relationship Id="rId20" Type="http://schemas.openxmlformats.org/officeDocument/2006/relationships/image" Target="../media/image78.svg"/><Relationship Id="rId1" Type="http://schemas.openxmlformats.org/officeDocument/2006/relationships/tags" Target="../tags/tag28.xml"/><Relationship Id="rId6" Type="http://schemas.openxmlformats.org/officeDocument/2006/relationships/image" Target="../media/image1.emf"/><Relationship Id="rId11" Type="http://schemas.openxmlformats.org/officeDocument/2006/relationships/image" Target="../media/image69.png"/><Relationship Id="rId24" Type="http://schemas.openxmlformats.org/officeDocument/2006/relationships/image" Target="../media/image82.svg"/><Relationship Id="rId5" Type="http://schemas.openxmlformats.org/officeDocument/2006/relationships/oleObject" Target="../embeddings/oleObject12.bin"/><Relationship Id="rId15" Type="http://schemas.openxmlformats.org/officeDocument/2006/relationships/image" Target="../media/image73.png"/><Relationship Id="rId23" Type="http://schemas.openxmlformats.org/officeDocument/2006/relationships/image" Target="../media/image81.png"/><Relationship Id="rId10" Type="http://schemas.openxmlformats.org/officeDocument/2006/relationships/image" Target="../media/image68.svg"/><Relationship Id="rId19" Type="http://schemas.openxmlformats.org/officeDocument/2006/relationships/image" Target="../media/image77.png"/><Relationship Id="rId4" Type="http://schemas.openxmlformats.org/officeDocument/2006/relationships/notesSlide" Target="../notesSlides/notesSlide6.xml"/><Relationship Id="rId9" Type="http://schemas.openxmlformats.org/officeDocument/2006/relationships/image" Target="../media/image67.png"/><Relationship Id="rId14" Type="http://schemas.openxmlformats.org/officeDocument/2006/relationships/image" Target="../media/image72.svg"/><Relationship Id="rId22" Type="http://schemas.openxmlformats.org/officeDocument/2006/relationships/image" Target="../media/image80.sv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30.xml"/><Relationship Id="rId6" Type="http://schemas.openxmlformats.org/officeDocument/2006/relationships/hyperlink" Target="https://www.domontconsulting.com/pages/reviews" TargetMode="External"/><Relationship Id="rId5" Type="http://schemas.openxmlformats.org/officeDocument/2006/relationships/image" Target="../media/image83.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7.xml"/><Relationship Id="rId7" Type="http://schemas.openxmlformats.org/officeDocument/2006/relationships/image" Target="../media/image22.png"/><Relationship Id="rId2" Type="http://schemas.openxmlformats.org/officeDocument/2006/relationships/slideLayout" Target="../slideLayouts/slideLayout1.xml"/><Relationship Id="rId1" Type="http://schemas.openxmlformats.org/officeDocument/2006/relationships/tags" Target="../tags/tag31.xml"/><Relationship Id="rId6" Type="http://schemas.openxmlformats.org/officeDocument/2006/relationships/image" Target="../media/image84.png"/><Relationship Id="rId11" Type="http://schemas.openxmlformats.org/officeDocument/2006/relationships/image" Target="../media/image26.png"/><Relationship Id="rId5" Type="http://schemas.openxmlformats.org/officeDocument/2006/relationships/image" Target="../media/image1.emf"/><Relationship Id="rId10" Type="http://schemas.openxmlformats.org/officeDocument/2006/relationships/image" Target="../media/image25.png"/><Relationship Id="rId4" Type="http://schemas.openxmlformats.org/officeDocument/2006/relationships/oleObject" Target="../embeddings/oleObject14.bin"/><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2.emf"/><Relationship Id="rId5" Type="http://schemas.openxmlformats.org/officeDocument/2006/relationships/oleObject" Target="../embeddings/oleObject15.bin"/><Relationship Id="rId4" Type="http://schemas.openxmlformats.org/officeDocument/2006/relationships/notesSlide" Target="../notesSlides/notesSlide8.xml"/><Relationship Id="rId9" Type="http://schemas.openxmlformats.org/officeDocument/2006/relationships/hyperlink" Target="https://www.domontconsulting.com/pages/full-access"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90.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emf"/><Relationship Id="rId11" Type="http://schemas.openxmlformats.org/officeDocument/2006/relationships/image" Target="../media/image89.png"/><Relationship Id="rId5" Type="http://schemas.openxmlformats.org/officeDocument/2006/relationships/oleObject" Target="../embeddings/oleObject15.bin"/><Relationship Id="rId10" Type="http://schemas.openxmlformats.org/officeDocument/2006/relationships/image" Target="../media/image88.png"/><Relationship Id="rId4" Type="http://schemas.openxmlformats.org/officeDocument/2006/relationships/notesSlide" Target="../notesSlides/notesSlide9.xml"/><Relationship Id="rId9" Type="http://schemas.openxmlformats.org/officeDocument/2006/relationships/image" Target="../media/image87.png"/></Relationships>
</file>

<file path=ppt/slides/_rels/slide19.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oleObject" Target="../embeddings/oleObject12.bin"/><Relationship Id="rId5" Type="http://schemas.openxmlformats.org/officeDocument/2006/relationships/image" Target="../media/image92.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701948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2" name="Pic">
            <a:extLst>
              <a:ext uri="{FF2B5EF4-FFF2-40B4-BE49-F238E27FC236}">
                <a16:creationId xmlns:a16="http://schemas.microsoft.com/office/drawing/2014/main" id="{357D6C43-8279-2C72-9571-C97024665BC3}"/>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18436" b="18436"/>
          <a:stretch>
            <a:fillRect/>
          </a:stretch>
        </p:blipFill>
        <p:spPr bwMode="auto">
          <a:xfrm>
            <a:off x="0" y="0"/>
            <a:ext cx="12192000" cy="5135563"/>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5082363"/>
            <a:ext cx="12192000" cy="1775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hlinkClick r:id="rId8"/>
            <a:extLst>
              <a:ext uri="{FF2B5EF4-FFF2-40B4-BE49-F238E27FC236}">
                <a16:creationId xmlns:a16="http://schemas.microsoft.com/office/drawing/2014/main" id="{00063173-AAB2-BC28-DBCA-ED0E0758D2E3}"/>
              </a:ext>
            </a:extLst>
          </p:cNvPr>
          <p:cNvPicPr>
            <a:picLocks noChangeAspect="1"/>
          </p:cNvPicPr>
          <p:nvPr/>
        </p:nvPicPr>
        <p:blipFill>
          <a:blip r:embed="rId9"/>
          <a:stretch>
            <a:fillRect/>
          </a:stretch>
        </p:blipFill>
        <p:spPr>
          <a:xfrm>
            <a:off x="7836195" y="5530624"/>
            <a:ext cx="4101954" cy="964769"/>
          </a:xfrm>
          <a:prstGeom prst="rect">
            <a:avLst/>
          </a:prstGeom>
        </p:spPr>
      </p:pic>
      <p:sp>
        <p:nvSpPr>
          <p:cNvPr id="5" name="TextBox 4">
            <a:extLst>
              <a:ext uri="{FF2B5EF4-FFF2-40B4-BE49-F238E27FC236}">
                <a16:creationId xmlns:a16="http://schemas.microsoft.com/office/drawing/2014/main" id="{0133E110-802F-596F-11B8-602235D538D2}"/>
              </a:ext>
            </a:extLst>
          </p:cNvPr>
          <p:cNvSpPr txBox="1"/>
          <p:nvPr/>
        </p:nvSpPr>
        <p:spPr>
          <a:xfrm>
            <a:off x="364830" y="5328129"/>
            <a:ext cx="6323049" cy="1323439"/>
          </a:xfrm>
          <a:prstGeom prst="rect">
            <a:avLst/>
          </a:prstGeom>
          <a:noFill/>
        </p:spPr>
        <p:txBody>
          <a:bodyPr wrap="square" rtlCol="0">
            <a:spAutoFit/>
          </a:bodyPr>
          <a:lstStyle/>
          <a:p>
            <a:r>
              <a:rPr lang="en-US" sz="2800" b="1" dirty="0"/>
              <a:t>Personal Finance and Warren Buffett Investing Strategy Toolkit</a:t>
            </a:r>
          </a:p>
          <a:p>
            <a:r>
              <a:rPr lang="en-US" sz="2400" dirty="0">
                <a:solidFill>
                  <a:schemeClr val="accent2"/>
                </a:solidFill>
              </a:rPr>
              <a:t>Overview</a:t>
            </a:r>
          </a:p>
        </p:txBody>
      </p:sp>
      <p:grpSp>
        <p:nvGrpSpPr>
          <p:cNvPr id="7" name="Group 6">
            <a:extLst>
              <a:ext uri="{FF2B5EF4-FFF2-40B4-BE49-F238E27FC236}">
                <a16:creationId xmlns:a16="http://schemas.microsoft.com/office/drawing/2014/main" id="{1E74DEA8-954D-F4A0-050C-BB50C80CFE26}"/>
              </a:ext>
            </a:extLst>
          </p:cNvPr>
          <p:cNvGrpSpPr/>
          <p:nvPr/>
        </p:nvGrpSpPr>
        <p:grpSpPr>
          <a:xfrm>
            <a:off x="-1122" y="6570"/>
            <a:ext cx="1493372" cy="1459010"/>
            <a:chOff x="-9097" y="-23336"/>
            <a:chExt cx="974935" cy="952500"/>
          </a:xfrm>
        </p:grpSpPr>
        <p:sp>
          <p:nvSpPr>
            <p:cNvPr id="8" name="Diagonal Stripe 7">
              <a:extLst>
                <a:ext uri="{FF2B5EF4-FFF2-40B4-BE49-F238E27FC236}">
                  <a16:creationId xmlns:a16="http://schemas.microsoft.com/office/drawing/2014/main" id="{497802B3-649D-46FC-5AD8-56D4DC6C801A}"/>
                </a:ext>
              </a:extLst>
            </p:cNvPr>
            <p:cNvSpPr/>
            <p:nvPr/>
          </p:nvSpPr>
          <p:spPr>
            <a:xfrm>
              <a:off x="-7091" y="-23336"/>
              <a:ext cx="972929" cy="952500"/>
            </a:xfrm>
            <a:prstGeom prst="diagStripe">
              <a:avLst>
                <a:gd name="adj" fmla="val 61073"/>
              </a:avLst>
            </a:prstGeom>
            <a:gradFill flip="none" rotWithShape="1">
              <a:gsLst>
                <a:gs pos="100000">
                  <a:srgbClr val="FFFFFF">
                    <a:lumMod val="85000"/>
                  </a:srgbClr>
                </a:gs>
                <a:gs pos="34000">
                  <a:srgbClr val="FFFFFF"/>
                </a:gs>
              </a:gsLst>
              <a:path path="circle">
                <a:fillToRect l="50000" t="50000" r="50000" b="50000"/>
              </a:path>
              <a:tileRect/>
            </a:gradFill>
            <a:ln w="9525" cap="flat" cmpd="sng" algn="ctr">
              <a:noFill/>
              <a:prstDash val="solid"/>
            </a:ln>
            <a:effectLst>
              <a:outerShdw blurRad="50800" dist="127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Box 9">
              <a:extLst>
                <a:ext uri="{FF2B5EF4-FFF2-40B4-BE49-F238E27FC236}">
                  <a16:creationId xmlns:a16="http://schemas.microsoft.com/office/drawing/2014/main" id="{FF0BB5C0-686E-D63B-3F36-98FC7D5EAACF}"/>
                </a:ext>
              </a:extLst>
            </p:cNvPr>
            <p:cNvSpPr txBox="1"/>
            <p:nvPr/>
          </p:nvSpPr>
          <p:spPr>
            <a:xfrm rot="18948199">
              <a:off x="20409" y="266480"/>
              <a:ext cx="702416" cy="180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D4B6D"/>
                  </a:solidFill>
                  <a:effectLst/>
                  <a:uLnTx/>
                  <a:uFillTx/>
                  <a:latin typeface="Arial"/>
                  <a:ea typeface="+mn-ea"/>
                  <a:cs typeface="+mn-cs"/>
                </a:rPr>
                <a:t>Confidential</a:t>
              </a:r>
            </a:p>
          </p:txBody>
        </p:sp>
        <p:cxnSp>
          <p:nvCxnSpPr>
            <p:cNvPr id="11" name="Straight Connector 10">
              <a:extLst>
                <a:ext uri="{FF2B5EF4-FFF2-40B4-BE49-F238E27FC236}">
                  <a16:creationId xmlns:a16="http://schemas.microsoft.com/office/drawing/2014/main" id="{BAF4449C-2218-772E-6016-CD6556EFC5A8}"/>
                </a:ext>
              </a:extLst>
            </p:cNvPr>
            <p:cNvCxnSpPr/>
            <p:nvPr/>
          </p:nvCxnSpPr>
          <p:spPr>
            <a:xfrm flipH="1">
              <a:off x="-9097" y="-22860"/>
              <a:ext cx="623270" cy="623272"/>
            </a:xfrm>
            <a:prstGeom prst="line">
              <a:avLst/>
            </a:prstGeom>
            <a:noFill/>
            <a:ln w="6350" cap="flat" cmpd="sng" algn="ctr">
              <a:solidFill>
                <a:srgbClr val="3692D4"/>
              </a:solidFill>
              <a:prstDash val="dash"/>
            </a:ln>
            <a:effectLst/>
          </p:spPr>
        </p:cxnSp>
        <p:cxnSp>
          <p:nvCxnSpPr>
            <p:cNvPr id="12" name="Straight Connector 11">
              <a:extLst>
                <a:ext uri="{FF2B5EF4-FFF2-40B4-BE49-F238E27FC236}">
                  <a16:creationId xmlns:a16="http://schemas.microsoft.com/office/drawing/2014/main" id="{3D10C971-425E-0B85-149B-AABD2E4A665A}"/>
                </a:ext>
              </a:extLst>
            </p:cNvPr>
            <p:cNvCxnSpPr/>
            <p:nvPr/>
          </p:nvCxnSpPr>
          <p:spPr>
            <a:xfrm flipH="1">
              <a:off x="-7091" y="-22860"/>
              <a:ext cx="921493" cy="893213"/>
            </a:xfrm>
            <a:prstGeom prst="line">
              <a:avLst/>
            </a:prstGeom>
            <a:noFill/>
            <a:ln w="6350" cap="flat" cmpd="sng" algn="ctr">
              <a:solidFill>
                <a:srgbClr val="3692D4"/>
              </a:solidFill>
              <a:prstDash val="dash"/>
            </a:ln>
            <a:effectLst/>
          </p:spPr>
        </p:cxnSp>
      </p:grpSp>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comprehensive Toolkit was created by former JP Morgan Investment Bankers, Value Equity Investors &amp; Deloitte Consultants,</a:t>
            </a:r>
            <a:r>
              <a:rPr lang="en-US" sz="1600" dirty="0">
                <a:solidFill>
                  <a:schemeClr val="tx1"/>
                </a:solidFill>
                <a:cs typeface="Arial" panose="020B0604020202020204" pitchFamily="34" charset="0"/>
              </a:rPr>
              <a:t> after more than 4,000 hours of research into Warren Buffett’s methods. It includes frameworks, best practices, templates and Excel models to help you take control of your finances and build long-term wealth. By applying Buffett’s value investing principles—focusing on great companies at fair prices—you’ll learn how to invest with discipline, outperform the market, and make smarter financial decisions.</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43B1301E-ECF1-7307-FC41-E51D4E36CB2E}"/>
              </a:ext>
            </a:extLst>
          </p:cNvPr>
          <p:cNvSpPr>
            <a:spLocks noGrp="1"/>
          </p:cNvSpPr>
          <p:nvPr>
            <p:ph type="ftr" sz="quarter" idx="3"/>
          </p:nvPr>
        </p:nvSpPr>
        <p:spPr/>
        <p:txBody>
          <a:bodyPr/>
          <a:lstStyle/>
          <a:p>
            <a:r>
              <a:rPr lang="en-US" dirty="0"/>
              <a:t>Domont Consulting</a:t>
            </a:r>
          </a:p>
        </p:txBody>
      </p:sp>
      <p:sp>
        <p:nvSpPr>
          <p:cNvPr id="10" name="Slide Number Placeholder 9">
            <a:extLst>
              <a:ext uri="{FF2B5EF4-FFF2-40B4-BE49-F238E27FC236}">
                <a16:creationId xmlns:a16="http://schemas.microsoft.com/office/drawing/2014/main" id="{5EBE6210-3681-8C30-7AF4-2DBDECF1586A}"/>
              </a:ext>
            </a:extLst>
          </p:cNvPr>
          <p:cNvSpPr>
            <a:spLocks noGrp="1"/>
          </p:cNvSpPr>
          <p:nvPr>
            <p:ph type="sldNum" sz="quarter" idx="4"/>
          </p:nvPr>
        </p:nvSpPr>
        <p:spPr/>
        <p:txBody>
          <a:bodyPr/>
          <a:lstStyle/>
          <a:p>
            <a:fld id="{37F5C94B-8C55-478B-B509-BAE6A06B2E2A}" type="slidenum">
              <a:rPr lang="en-US" smtClean="0"/>
              <a:pPr/>
              <a:t>2</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14832593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t>Our firm created this Toolkit to help you take control of your finances and build long-term wealth</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by ex-JP Morgan Investment Bankers, and McKinsey &amp; Deloitte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24" name="Footer Placeholder 23">
            <a:extLst>
              <a:ext uri="{FF2B5EF4-FFF2-40B4-BE49-F238E27FC236}">
                <a16:creationId xmlns:a16="http://schemas.microsoft.com/office/drawing/2014/main" id="{F633A339-EE9A-217A-485A-0F663637710F}"/>
              </a:ext>
            </a:extLst>
          </p:cNvPr>
          <p:cNvSpPr>
            <a:spLocks noGrp="1"/>
          </p:cNvSpPr>
          <p:nvPr>
            <p:ph type="ftr" sz="quarter" idx="3"/>
          </p:nvPr>
        </p:nvSpPr>
        <p:spPr/>
        <p:txBody>
          <a:bodyPr/>
          <a:lstStyle/>
          <a:p>
            <a:r>
              <a:rPr lang="en-US" dirty="0"/>
              <a:t>Domont Consulting</a:t>
            </a:r>
          </a:p>
        </p:txBody>
      </p:sp>
      <p:sp>
        <p:nvSpPr>
          <p:cNvPr id="25" name="Slide Number Placeholder 24">
            <a:extLst>
              <a:ext uri="{FF2B5EF4-FFF2-40B4-BE49-F238E27FC236}">
                <a16:creationId xmlns:a16="http://schemas.microsoft.com/office/drawing/2014/main" id="{4743543A-9F3D-6E72-61EC-BFFBF095D7E1}"/>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3354756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05347"/>
            <a:ext cx="11094412" cy="4706417"/>
          </a:xfrm>
          <a:prstGeom prst="rect">
            <a:avLst/>
          </a:prstGeom>
        </p:spPr>
        <p:txBody>
          <a:bodyPr wrap="square">
            <a:spAutoFit/>
          </a:bodyPr>
          <a:lstStyle/>
          <a:p>
            <a:pPr marL="0" marR="0" lvl="1" algn="l" defTabSz="914400" eaLnBrk="1" fontAlgn="auto" latinLnBrk="0" hangingPunct="1">
              <a:spcBef>
                <a:spcPts val="400"/>
              </a:spcBef>
              <a:spcAft>
                <a:spcPts val="400"/>
              </a:spcAft>
              <a:buClrTx/>
              <a:buSzTx/>
              <a:tabLst/>
              <a:defRPr/>
            </a:pPr>
            <a:r>
              <a:rPr lang="en-US" sz="1600" b="1" dirty="0">
                <a:solidFill>
                  <a:srgbClr val="002060"/>
                </a:solidFill>
                <a:latin typeface="Arial (Body)"/>
              </a:rPr>
              <a:t>The Toolkit includes frameworks, tools, templates, tutorials, real-life examples, video training, and best practices to help you:</a:t>
            </a:r>
            <a:endParaRPr lang="en-US" sz="1600" b="1" dirty="0">
              <a:latin typeface="Arial (Body)"/>
            </a:endParaRPr>
          </a:p>
          <a:p>
            <a:pPr marL="263525" lvl="1" indent="-177800">
              <a:spcBef>
                <a:spcPts val="400"/>
              </a:spcBef>
              <a:spcAft>
                <a:spcPts val="400"/>
              </a:spcAft>
              <a:buFont typeface="Arial" panose="020B0604020202020204" pitchFamily="34" charset="0"/>
              <a:buChar char="•"/>
              <a:defRPr/>
            </a:pPr>
            <a:r>
              <a:rPr lang="en-US" sz="1600" b="1" dirty="0">
                <a:latin typeface="Arial (Body)"/>
              </a:rPr>
              <a:t>Take Control of your Finances: </a:t>
            </a:r>
            <a:r>
              <a:rPr lang="en-US" sz="1600" dirty="0">
                <a:latin typeface="Arial (Body)"/>
              </a:rPr>
              <a:t>(1) Net worth calculator and dashboard, (2) Income, costs and savings calculator and dashboard, (3) Investment options and recommendations for building wealth</a:t>
            </a:r>
          </a:p>
          <a:p>
            <a:pPr marL="263525" lvl="1" indent="-177800">
              <a:spcBef>
                <a:spcPts val="400"/>
              </a:spcBef>
              <a:spcAft>
                <a:spcPts val="400"/>
              </a:spcAft>
              <a:buFont typeface="Arial" panose="020B0604020202020204" pitchFamily="34" charset="0"/>
              <a:buChar char="•"/>
              <a:defRPr/>
            </a:pPr>
            <a:r>
              <a:rPr lang="en-US" sz="1600" b="1" dirty="0">
                <a:latin typeface="Arial (Body)"/>
              </a:rPr>
              <a:t>Understand Warren Buffett’s Value Investing Strategy, which comes from 6 books: </a:t>
            </a:r>
            <a:r>
              <a:rPr lang="en-US" sz="1600" dirty="0">
                <a:latin typeface="Arial (Body)"/>
              </a:rPr>
              <a:t>(1) The Intelligent Investor, (2) Security Analysis, (3) Common Stocks and Uncommon Profits, (4) The Essays of Warren Buffett, (5) The Warren Buffett Way, (6) One Up On Wall Street</a:t>
            </a:r>
          </a:p>
          <a:p>
            <a:pPr marL="263525" lvl="1" indent="-177800">
              <a:spcBef>
                <a:spcPts val="400"/>
              </a:spcBef>
              <a:spcAft>
                <a:spcPts val="400"/>
              </a:spcAft>
              <a:buFont typeface="Arial" panose="020B0604020202020204" pitchFamily="34" charset="0"/>
              <a:buChar char="•"/>
              <a:defRPr/>
            </a:pPr>
            <a:r>
              <a:rPr lang="en-US" sz="1600" b="1" dirty="0">
                <a:latin typeface="Arial (Body)"/>
              </a:rPr>
              <a:t>Define and Implement Warren Buffett Value Investing Strategy: </a:t>
            </a:r>
            <a:r>
              <a:rPr lang="en-US" sz="1600" dirty="0">
                <a:latin typeface="Arial (Body)"/>
              </a:rPr>
              <a:t>(1) Strategic objective, (2) Portfolio strategy, (3) Attitude &amp; mindset, (4) Decision-making process, (5) Investment frequency, (6) Cash on hand, (7) Horizon, (8) Financial models in Excel</a:t>
            </a:r>
          </a:p>
          <a:p>
            <a:pPr marL="263525" lvl="1" indent="-177800">
              <a:spcBef>
                <a:spcPts val="400"/>
              </a:spcBef>
              <a:spcAft>
                <a:spcPts val="400"/>
              </a:spcAft>
              <a:buFont typeface="Arial" panose="020B0604020202020204" pitchFamily="34" charset="0"/>
              <a:buChar char="•"/>
              <a:defRPr/>
            </a:pPr>
            <a:r>
              <a:rPr lang="en-US" sz="1600" b="1" dirty="0">
                <a:latin typeface="Arial (Body)"/>
              </a:rPr>
              <a:t>Identify Opportunities with our Stock Watchlist and Screener in Excel </a:t>
            </a:r>
            <a:r>
              <a:rPr lang="en-US" sz="1600" dirty="0">
                <a:latin typeface="Arial (Body)"/>
              </a:rPr>
              <a:t>including real-time data</a:t>
            </a:r>
          </a:p>
          <a:p>
            <a:pPr marL="263525" lvl="1" indent="-177800">
              <a:spcBef>
                <a:spcPts val="400"/>
              </a:spcBef>
              <a:spcAft>
                <a:spcPts val="400"/>
              </a:spcAft>
              <a:buFont typeface="Arial" panose="020B0604020202020204" pitchFamily="34" charset="0"/>
              <a:buChar char="•"/>
              <a:defRPr/>
            </a:pPr>
            <a:r>
              <a:rPr lang="en-US" sz="1600" b="1" dirty="0">
                <a:latin typeface="Arial (Body)"/>
              </a:rPr>
              <a:t>Implement Warren Buffett’s Stock Investment Decision-making Process: </a:t>
            </a:r>
            <a:r>
              <a:rPr lang="en-US" sz="1600" dirty="0">
                <a:latin typeface="Arial (Body)"/>
              </a:rPr>
              <a:t>(1) Is this investment a good fit for me?, (2) Is it a good company?, (3) Is it a good price?, (4) Should I invest?</a:t>
            </a:r>
            <a:endParaRPr lang="en-US" sz="1600" b="1" dirty="0">
              <a:latin typeface="Arial (Body)"/>
            </a:endParaRPr>
          </a:p>
          <a:p>
            <a:pPr marL="263525" lvl="1" indent="-177800">
              <a:spcBef>
                <a:spcPts val="400"/>
              </a:spcBef>
              <a:spcAft>
                <a:spcPts val="400"/>
              </a:spcAft>
              <a:buFont typeface="Arial" panose="020B0604020202020204" pitchFamily="34" charset="0"/>
              <a:buChar char="•"/>
              <a:defRPr/>
            </a:pPr>
            <a:r>
              <a:rPr lang="en-US" sz="1600" b="1" dirty="0">
                <a:latin typeface="Arial (Body)"/>
              </a:rPr>
              <a:t>Manage your Stock Portfolio Effectively: </a:t>
            </a:r>
            <a:r>
              <a:rPr lang="en-US" sz="1600" dirty="0">
                <a:latin typeface="Arial (Body)"/>
              </a:rPr>
              <a:t>(1) Trade records in Excel, (2) Stock portfolio performance in Excel, (3) Stock portfolio dashboard</a:t>
            </a:r>
          </a:p>
          <a:p>
            <a:pPr marL="263525" lvl="1" indent="-177800">
              <a:spcBef>
                <a:spcPts val="300"/>
              </a:spcBef>
              <a:spcAft>
                <a:spcPts val="300"/>
              </a:spcAft>
              <a:buFont typeface="Arial" panose="020B0604020202020204" pitchFamily="34" charset="0"/>
              <a:buChar char="•"/>
              <a:defRPr/>
            </a:pPr>
            <a:endParaRPr lang="en-US" sz="1400" dirty="0"/>
          </a:p>
        </p:txBody>
      </p:sp>
      <p:sp>
        <p:nvSpPr>
          <p:cNvPr id="2" name="Footer Placeholder 1">
            <a:extLst>
              <a:ext uri="{FF2B5EF4-FFF2-40B4-BE49-F238E27FC236}">
                <a16:creationId xmlns:a16="http://schemas.microsoft.com/office/drawing/2014/main" id="{BB880FC1-22EF-CD49-41F4-728199A71367}"/>
              </a:ext>
            </a:extLst>
          </p:cNvPr>
          <p:cNvSpPr>
            <a:spLocks noGrp="1"/>
          </p:cNvSpPr>
          <p:nvPr>
            <p:ph type="ftr" sz="quarter" idx="3"/>
          </p:nvPr>
        </p:nvSpPr>
        <p:spPr/>
        <p:txBody>
          <a:bodyPr/>
          <a:lstStyle/>
          <a:p>
            <a:r>
              <a:rPr lang="en-US" dirty="0"/>
              <a:t>Domont Consulting</a:t>
            </a:r>
          </a:p>
        </p:txBody>
      </p:sp>
      <p:sp>
        <p:nvSpPr>
          <p:cNvPr id="3" name="Slide Number Placeholder 2">
            <a:extLst>
              <a:ext uri="{FF2B5EF4-FFF2-40B4-BE49-F238E27FC236}">
                <a16:creationId xmlns:a16="http://schemas.microsoft.com/office/drawing/2014/main" id="{18D1122C-F95E-7EBB-DFF1-F8F0CDA7B001}"/>
              </a:ext>
            </a:extLst>
          </p:cNvPr>
          <p:cNvSpPr>
            <a:spLocks noGrp="1"/>
          </p:cNvSpPr>
          <p:nvPr>
            <p:ph type="sldNum" sz="quarter" idx="4"/>
          </p:nvPr>
        </p:nvSpPr>
        <p:spPr/>
        <p:txBody>
          <a:bodyPr/>
          <a:lstStyle/>
          <a:p>
            <a:fld id="{37F5C94B-8C55-478B-B509-BAE6A06B2E2A}" type="slidenum">
              <a:rPr lang="en-US" smtClean="0"/>
              <a:pPr/>
              <a:t>4</a:t>
            </a:fld>
            <a:endParaRPr lang="en-US" dirty="0"/>
          </a:p>
        </p:txBody>
      </p:sp>
      <p:sp>
        <p:nvSpPr>
          <p:cNvPr id="23" name="Oval 22">
            <a:extLst>
              <a:ext uri="{FF2B5EF4-FFF2-40B4-BE49-F238E27FC236}">
                <a16:creationId xmlns:a16="http://schemas.microsoft.com/office/drawing/2014/main" id="{A9E456F5-BAA5-C7D8-79F9-EBB9C2745BCF}"/>
              </a:ext>
            </a:extLst>
          </p:cNvPr>
          <p:cNvSpPr/>
          <p:nvPr/>
        </p:nvSpPr>
        <p:spPr>
          <a:xfrm>
            <a:off x="575900" y="2150275"/>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1</a:t>
            </a:r>
          </a:p>
        </p:txBody>
      </p:sp>
      <p:sp>
        <p:nvSpPr>
          <p:cNvPr id="24" name="Oval 23">
            <a:extLst>
              <a:ext uri="{FF2B5EF4-FFF2-40B4-BE49-F238E27FC236}">
                <a16:creationId xmlns:a16="http://schemas.microsoft.com/office/drawing/2014/main" id="{11883607-16DA-36FA-A22F-0E183A9FF3BB}"/>
              </a:ext>
            </a:extLst>
          </p:cNvPr>
          <p:cNvSpPr/>
          <p:nvPr/>
        </p:nvSpPr>
        <p:spPr>
          <a:xfrm>
            <a:off x="588257" y="2745006"/>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2</a:t>
            </a:r>
          </a:p>
        </p:txBody>
      </p:sp>
      <p:sp>
        <p:nvSpPr>
          <p:cNvPr id="25" name="Oval 24">
            <a:extLst>
              <a:ext uri="{FF2B5EF4-FFF2-40B4-BE49-F238E27FC236}">
                <a16:creationId xmlns:a16="http://schemas.microsoft.com/office/drawing/2014/main" id="{03BB2102-F856-F88B-2090-8BF0D4F6A3ED}"/>
              </a:ext>
            </a:extLst>
          </p:cNvPr>
          <p:cNvSpPr/>
          <p:nvPr/>
        </p:nvSpPr>
        <p:spPr>
          <a:xfrm>
            <a:off x="588257" y="3576906"/>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3</a:t>
            </a:r>
          </a:p>
        </p:txBody>
      </p:sp>
      <p:sp>
        <p:nvSpPr>
          <p:cNvPr id="26" name="Oval 25">
            <a:extLst>
              <a:ext uri="{FF2B5EF4-FFF2-40B4-BE49-F238E27FC236}">
                <a16:creationId xmlns:a16="http://schemas.microsoft.com/office/drawing/2014/main" id="{3CA2429B-A3A1-F4B2-BB37-8FFFDD4A8F4B}"/>
              </a:ext>
            </a:extLst>
          </p:cNvPr>
          <p:cNvSpPr/>
          <p:nvPr/>
        </p:nvSpPr>
        <p:spPr>
          <a:xfrm>
            <a:off x="588257" y="4417911"/>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4</a:t>
            </a:r>
          </a:p>
        </p:txBody>
      </p:sp>
      <p:sp>
        <p:nvSpPr>
          <p:cNvPr id="27" name="Oval 26">
            <a:extLst>
              <a:ext uri="{FF2B5EF4-FFF2-40B4-BE49-F238E27FC236}">
                <a16:creationId xmlns:a16="http://schemas.microsoft.com/office/drawing/2014/main" id="{2CC87499-FE5C-5E06-4C83-F29F4450FA3F}"/>
              </a:ext>
            </a:extLst>
          </p:cNvPr>
          <p:cNvSpPr/>
          <p:nvPr/>
        </p:nvSpPr>
        <p:spPr>
          <a:xfrm>
            <a:off x="588257" y="4732962"/>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5</a:t>
            </a:r>
          </a:p>
        </p:txBody>
      </p:sp>
      <p:sp>
        <p:nvSpPr>
          <p:cNvPr id="28" name="Oval 27">
            <a:extLst>
              <a:ext uri="{FF2B5EF4-FFF2-40B4-BE49-F238E27FC236}">
                <a16:creationId xmlns:a16="http://schemas.microsoft.com/office/drawing/2014/main" id="{74C95399-E69B-B0C1-6465-A458B75C3223}"/>
              </a:ext>
            </a:extLst>
          </p:cNvPr>
          <p:cNvSpPr/>
          <p:nvPr/>
        </p:nvSpPr>
        <p:spPr>
          <a:xfrm>
            <a:off x="588257" y="5327018"/>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6</a:t>
            </a:r>
          </a:p>
        </p:txBody>
      </p:sp>
    </p:spTree>
    <p:extLst>
      <p:ext uri="{BB962C8B-B14F-4D97-AF65-F5344CB8AC3E}">
        <p14:creationId xmlns:p14="http://schemas.microsoft.com/office/powerpoint/2010/main" val="327244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415CF-4EB2-70D3-8249-3A168F1A682D}"/>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84A74C7D-3446-E3D6-D117-515E1D41A871}"/>
              </a:ext>
            </a:extLst>
          </p:cNvPr>
          <p:cNvSpPr/>
          <p:nvPr/>
        </p:nvSpPr>
        <p:spPr>
          <a:xfrm>
            <a:off x="2349043" y="3067109"/>
            <a:ext cx="9345084" cy="642021"/>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98" name="Rectangle: Rounded Corners 97">
            <a:extLst>
              <a:ext uri="{FF2B5EF4-FFF2-40B4-BE49-F238E27FC236}">
                <a16:creationId xmlns:a16="http://schemas.microsoft.com/office/drawing/2014/main" id="{4833BDF9-7AD8-62AF-FC2A-64BD2E305C96}"/>
              </a:ext>
            </a:extLst>
          </p:cNvPr>
          <p:cNvSpPr/>
          <p:nvPr/>
        </p:nvSpPr>
        <p:spPr>
          <a:xfrm>
            <a:off x="2421499" y="3120585"/>
            <a:ext cx="594029" cy="545944"/>
          </a:xfrm>
          <a:prstGeom prst="roundRect">
            <a:avLst/>
          </a:prstGeom>
          <a:solidFill>
            <a:schemeClr val="accent1">
              <a:lumMod val="10000"/>
              <a:lumOff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algn="ctr"/>
            <a:endParaRPr lang="en-US" sz="3200" b="1" dirty="0">
              <a:solidFill>
                <a:schemeClr val="accent3"/>
              </a:solidFill>
            </a:endParaRPr>
          </a:p>
        </p:txBody>
      </p:sp>
      <p:graphicFrame>
        <p:nvGraphicFramePr>
          <p:cNvPr id="40" name="think-cell data - do not delete" hidden="1">
            <a:extLst>
              <a:ext uri="{FF2B5EF4-FFF2-40B4-BE49-F238E27FC236}">
                <a16:creationId xmlns:a16="http://schemas.microsoft.com/office/drawing/2014/main" id="{F0F27721-8379-3178-D0F9-3B90055D25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0" name="think-cell data - do not delete" hidden="1">
                        <a:extLst>
                          <a:ext uri="{FF2B5EF4-FFF2-40B4-BE49-F238E27FC236}">
                            <a16:creationId xmlns:a16="http://schemas.microsoft.com/office/drawing/2014/main" id="{F0F27721-8379-3178-D0F9-3B90055D252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37EEA95-75C3-EED7-C320-0EF90CBCEAC1}"/>
              </a:ext>
            </a:extLst>
          </p:cNvPr>
          <p:cNvSpPr txBox="1">
            <a:spLocks noGrp="1"/>
          </p:cNvSpPr>
          <p:nvPr>
            <p:ph type="title" idx="4294967295"/>
          </p:nvPr>
        </p:nvSpPr>
        <p:spPr>
          <a:xfrm>
            <a:off x="459252" y="180775"/>
            <a:ext cx="10517699" cy="478845"/>
          </a:xfrm>
          <a:prstGeom prst="rect">
            <a:avLst/>
          </a:prstGeom>
        </p:spPr>
        <p:txBody>
          <a:bodyPr anchor="t">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Structure of the Toolkit</a:t>
            </a:r>
            <a:endParaRPr lang="en-US" b="0" kern="0" dirty="0"/>
          </a:p>
        </p:txBody>
      </p:sp>
      <p:sp>
        <p:nvSpPr>
          <p:cNvPr id="2" name="Rectangle: Rounded Corners 1">
            <a:extLst>
              <a:ext uri="{FF2B5EF4-FFF2-40B4-BE49-F238E27FC236}">
                <a16:creationId xmlns:a16="http://schemas.microsoft.com/office/drawing/2014/main" id="{F6DBBE15-B531-FD36-B8D1-51C9C4AEE9F5}"/>
              </a:ext>
            </a:extLst>
          </p:cNvPr>
          <p:cNvSpPr/>
          <p:nvPr/>
        </p:nvSpPr>
        <p:spPr>
          <a:xfrm>
            <a:off x="2349043" y="2452844"/>
            <a:ext cx="9345084" cy="576696"/>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3" name="Rectangle: Rounded Corners 2">
            <a:extLst>
              <a:ext uri="{FF2B5EF4-FFF2-40B4-BE49-F238E27FC236}">
                <a16:creationId xmlns:a16="http://schemas.microsoft.com/office/drawing/2014/main" id="{4708139B-4A54-1803-6DA9-B4A683ACC2D6}"/>
              </a:ext>
            </a:extLst>
          </p:cNvPr>
          <p:cNvSpPr/>
          <p:nvPr/>
        </p:nvSpPr>
        <p:spPr>
          <a:xfrm>
            <a:off x="2349043" y="3744839"/>
            <a:ext cx="9345083" cy="2487323"/>
          </a:xfrm>
          <a:prstGeom prst="roundRect">
            <a:avLst>
              <a:gd name="adj" fmla="val 1319"/>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dirty="0">
              <a:solidFill>
                <a:schemeClr val="tx1"/>
              </a:solidFill>
            </a:endParaRPr>
          </a:p>
        </p:txBody>
      </p:sp>
      <p:sp>
        <p:nvSpPr>
          <p:cNvPr id="76" name="Rectangle 75">
            <a:extLst>
              <a:ext uri="{FF2B5EF4-FFF2-40B4-BE49-F238E27FC236}">
                <a16:creationId xmlns:a16="http://schemas.microsoft.com/office/drawing/2014/main" id="{B5B662C6-7823-23B0-740A-7F9E7E62F8BC}"/>
              </a:ext>
            </a:extLst>
          </p:cNvPr>
          <p:cNvSpPr/>
          <p:nvPr/>
        </p:nvSpPr>
        <p:spPr>
          <a:xfrm>
            <a:off x="2991864" y="4662708"/>
            <a:ext cx="2042100" cy="1326004"/>
          </a:xfrm>
          <a:prstGeom prst="rect">
            <a:avLst/>
          </a:prstGeom>
          <a:effectLst/>
        </p:spPr>
        <p:txBody>
          <a:bodyPr wrap="square" lIns="0">
            <a:spAutoFit/>
          </a:bodyPr>
          <a:lstStyle/>
          <a:p>
            <a:pPr marL="179388" indent="-179388">
              <a:spcBef>
                <a:spcPts val="100"/>
              </a:spcBef>
              <a:spcAft>
                <a:spcPts val="100"/>
              </a:spcAft>
              <a:buFont typeface="+mj-lt"/>
              <a:buAutoNum type="arabicPeriod"/>
              <a:defRPr/>
            </a:pPr>
            <a:r>
              <a:rPr lang="en-US" sz="1050" dirty="0">
                <a:solidFill>
                  <a:srgbClr val="002776"/>
                </a:solidFill>
              </a:rPr>
              <a:t>Business model understanding</a:t>
            </a:r>
          </a:p>
          <a:p>
            <a:pPr marL="179388" indent="-179388">
              <a:spcBef>
                <a:spcPts val="100"/>
              </a:spcBef>
              <a:spcAft>
                <a:spcPts val="100"/>
              </a:spcAft>
              <a:buFont typeface="+mj-lt"/>
              <a:buAutoNum type="arabicPeriod"/>
              <a:defRPr/>
            </a:pPr>
            <a:r>
              <a:rPr lang="en-US" sz="1050" dirty="0">
                <a:solidFill>
                  <a:srgbClr val="002776"/>
                </a:solidFill>
              </a:rPr>
              <a:t>Financial statements understanding</a:t>
            </a:r>
          </a:p>
          <a:p>
            <a:pPr marL="179388" indent="-179388">
              <a:spcBef>
                <a:spcPts val="100"/>
              </a:spcBef>
              <a:spcAft>
                <a:spcPts val="100"/>
              </a:spcAft>
              <a:buFont typeface="+mj-lt"/>
              <a:buAutoNum type="arabicPeriod"/>
              <a:defRPr/>
            </a:pPr>
            <a:r>
              <a:rPr lang="en-US" sz="1050" dirty="0">
                <a:solidFill>
                  <a:srgbClr val="002776"/>
                </a:solidFill>
              </a:rPr>
              <a:t>Industry understanding</a:t>
            </a:r>
          </a:p>
          <a:p>
            <a:pPr marL="179388" indent="-179388">
              <a:spcBef>
                <a:spcPts val="100"/>
              </a:spcBef>
              <a:spcAft>
                <a:spcPts val="100"/>
              </a:spcAft>
              <a:buFont typeface="+mj-lt"/>
              <a:buAutoNum type="arabicPeriod"/>
              <a:defRPr/>
            </a:pPr>
            <a:r>
              <a:rPr lang="en-US" sz="1050" dirty="0">
                <a:solidFill>
                  <a:srgbClr val="002776"/>
                </a:solidFill>
              </a:rPr>
              <a:t>Portfolio strategy alignment</a:t>
            </a:r>
          </a:p>
          <a:p>
            <a:pPr marL="179388" indent="-179388">
              <a:spcBef>
                <a:spcPts val="100"/>
              </a:spcBef>
              <a:spcAft>
                <a:spcPts val="100"/>
              </a:spcAft>
              <a:buFont typeface="+mj-lt"/>
              <a:buAutoNum type="arabicPeriod"/>
              <a:defRPr/>
            </a:pPr>
            <a:r>
              <a:rPr lang="en-US" sz="1050" dirty="0">
                <a:solidFill>
                  <a:srgbClr val="002776"/>
                </a:solidFill>
              </a:rPr>
              <a:t>Etc.</a:t>
            </a:r>
          </a:p>
        </p:txBody>
      </p:sp>
      <p:sp>
        <p:nvSpPr>
          <p:cNvPr id="77" name="Rectangle 76">
            <a:extLst>
              <a:ext uri="{FF2B5EF4-FFF2-40B4-BE49-F238E27FC236}">
                <a16:creationId xmlns:a16="http://schemas.microsoft.com/office/drawing/2014/main" id="{469040E1-CE12-94DF-DBC8-302AB366D6ED}"/>
              </a:ext>
            </a:extLst>
          </p:cNvPr>
          <p:cNvSpPr/>
          <p:nvPr/>
        </p:nvSpPr>
        <p:spPr>
          <a:xfrm>
            <a:off x="7246922" y="4662708"/>
            <a:ext cx="2223462" cy="1326004"/>
          </a:xfrm>
          <a:prstGeom prst="rect">
            <a:avLst/>
          </a:prstGeom>
          <a:effectLst/>
        </p:spPr>
        <p:txBody>
          <a:bodyPr wrap="square" lIns="0">
            <a:spAutoFit/>
          </a:bodyPr>
          <a:lstStyle/>
          <a:p>
            <a:pPr marL="179388" indent="-179388">
              <a:spcBef>
                <a:spcPts val="100"/>
              </a:spcBef>
              <a:spcAft>
                <a:spcPts val="100"/>
              </a:spcAft>
              <a:buFont typeface="+mj-lt"/>
              <a:buAutoNum type="arabicPeriod"/>
              <a:defRPr/>
            </a:pPr>
            <a:r>
              <a:rPr lang="en-US" sz="1050" dirty="0">
                <a:solidFill>
                  <a:srgbClr val="002776"/>
                </a:solidFill>
              </a:rPr>
              <a:t>Discounted cash flow model</a:t>
            </a:r>
          </a:p>
          <a:p>
            <a:pPr marL="179388" indent="-179388">
              <a:spcBef>
                <a:spcPts val="100"/>
              </a:spcBef>
              <a:spcAft>
                <a:spcPts val="100"/>
              </a:spcAft>
              <a:buFont typeface="+mj-lt"/>
              <a:buAutoNum type="arabicPeriod"/>
              <a:defRPr/>
            </a:pPr>
            <a:r>
              <a:rPr lang="en-US" sz="1050" dirty="0">
                <a:solidFill>
                  <a:srgbClr val="002776"/>
                </a:solidFill>
              </a:rPr>
              <a:t>Discounted owner earnings model</a:t>
            </a:r>
          </a:p>
          <a:p>
            <a:pPr marL="179388" indent="-179388">
              <a:spcBef>
                <a:spcPts val="100"/>
              </a:spcBef>
              <a:spcAft>
                <a:spcPts val="100"/>
              </a:spcAft>
              <a:buFont typeface="+mj-lt"/>
              <a:buAutoNum type="arabicPeriod"/>
              <a:defRPr/>
            </a:pPr>
            <a:r>
              <a:rPr lang="en-US" sz="1050" dirty="0">
                <a:solidFill>
                  <a:srgbClr val="002776"/>
                </a:solidFill>
              </a:rPr>
              <a:t>Estimated internal rate of return &gt; 10%</a:t>
            </a:r>
          </a:p>
          <a:p>
            <a:pPr marL="179388" indent="-179388">
              <a:spcBef>
                <a:spcPts val="100"/>
              </a:spcBef>
              <a:spcAft>
                <a:spcPts val="100"/>
              </a:spcAft>
              <a:buFont typeface="+mj-lt"/>
              <a:buAutoNum type="arabicPeriod"/>
              <a:defRPr/>
            </a:pPr>
            <a:r>
              <a:rPr lang="en-US" sz="1050" dirty="0">
                <a:solidFill>
                  <a:srgbClr val="002776"/>
                </a:solidFill>
              </a:rPr>
              <a:t>Insider transactions</a:t>
            </a:r>
          </a:p>
          <a:p>
            <a:pPr marL="179388" indent="-179388">
              <a:spcBef>
                <a:spcPts val="100"/>
              </a:spcBef>
              <a:spcAft>
                <a:spcPts val="100"/>
              </a:spcAft>
              <a:buFont typeface="+mj-lt"/>
              <a:buAutoNum type="arabicPeriod"/>
              <a:defRPr/>
            </a:pPr>
            <a:r>
              <a:rPr lang="en-US" sz="1050" dirty="0">
                <a:solidFill>
                  <a:srgbClr val="002776"/>
                </a:solidFill>
              </a:rPr>
              <a:t>Etc.</a:t>
            </a:r>
          </a:p>
        </p:txBody>
      </p:sp>
      <p:grpSp>
        <p:nvGrpSpPr>
          <p:cNvPr id="80" name="Analytics9" descr="{&quot;Key&quot;:&quot;POWER_USER_SHAPE_ICON&quot;,&quot;Value&quot;:&quot;POWER_USER_SHAPE_ICON_STYLE_1&quot;}">
            <a:extLst>
              <a:ext uri="{FF2B5EF4-FFF2-40B4-BE49-F238E27FC236}">
                <a16:creationId xmlns:a16="http://schemas.microsoft.com/office/drawing/2014/main" id="{3170582F-C1E7-B369-127E-4CC5953EF076}"/>
              </a:ext>
            </a:extLst>
          </p:cNvPr>
          <p:cNvGrpSpPr>
            <a:grpSpLocks noChangeAspect="1"/>
          </p:cNvGrpSpPr>
          <p:nvPr>
            <p:custDataLst>
              <p:tags r:id="rId2"/>
            </p:custDataLst>
          </p:nvPr>
        </p:nvGrpSpPr>
        <p:grpSpPr>
          <a:xfrm>
            <a:off x="6017293" y="3862020"/>
            <a:ext cx="394743" cy="302652"/>
            <a:chOff x="4157663" y="1574800"/>
            <a:chExt cx="935038" cy="793750"/>
          </a:xfrm>
          <a:solidFill>
            <a:schemeClr val="tx1"/>
          </a:solidFill>
        </p:grpSpPr>
        <p:sp>
          <p:nvSpPr>
            <p:cNvPr id="81" name="Freeform 127">
              <a:extLst>
                <a:ext uri="{FF2B5EF4-FFF2-40B4-BE49-F238E27FC236}">
                  <a16:creationId xmlns:a16="http://schemas.microsoft.com/office/drawing/2014/main" id="{03896F6E-4312-C492-DBF1-BF17C3D5624F}"/>
                </a:ext>
              </a:extLst>
            </p:cNvPr>
            <p:cNvSpPr>
              <a:spLocks/>
            </p:cNvSpPr>
            <p:nvPr/>
          </p:nvSpPr>
          <p:spPr bwMode="auto">
            <a:xfrm>
              <a:off x="4157663" y="1846262"/>
              <a:ext cx="306388" cy="177800"/>
            </a:xfrm>
            <a:custGeom>
              <a:avLst/>
              <a:gdLst>
                <a:gd name="T0" fmla="*/ 74 w 402"/>
                <a:gd name="T1" fmla="*/ 196 h 233"/>
                <a:gd name="T2" fmla="*/ 72 w 402"/>
                <a:gd name="T3" fmla="*/ 184 h 233"/>
                <a:gd name="T4" fmla="*/ 127 w 402"/>
                <a:gd name="T5" fmla="*/ 122 h 233"/>
                <a:gd name="T6" fmla="*/ 142 w 402"/>
                <a:gd name="T7" fmla="*/ 126 h 233"/>
                <a:gd name="T8" fmla="*/ 172 w 402"/>
                <a:gd name="T9" fmla="*/ 110 h 233"/>
                <a:gd name="T10" fmla="*/ 240 w 402"/>
                <a:gd name="T11" fmla="*/ 134 h 233"/>
                <a:gd name="T12" fmla="*/ 240 w 402"/>
                <a:gd name="T13" fmla="*/ 134 h 233"/>
                <a:gd name="T14" fmla="*/ 277 w 402"/>
                <a:gd name="T15" fmla="*/ 171 h 233"/>
                <a:gd name="T16" fmla="*/ 314 w 402"/>
                <a:gd name="T17" fmla="*/ 134 h 233"/>
                <a:gd name="T18" fmla="*/ 310 w 402"/>
                <a:gd name="T19" fmla="*/ 118 h 233"/>
                <a:gd name="T20" fmla="*/ 354 w 402"/>
                <a:gd name="T21" fmla="*/ 72 h 233"/>
                <a:gd name="T22" fmla="*/ 365 w 402"/>
                <a:gd name="T23" fmla="*/ 74 h 233"/>
                <a:gd name="T24" fmla="*/ 402 w 402"/>
                <a:gd name="T25" fmla="*/ 37 h 233"/>
                <a:gd name="T26" fmla="*/ 365 w 402"/>
                <a:gd name="T27" fmla="*/ 0 h 233"/>
                <a:gd name="T28" fmla="*/ 329 w 402"/>
                <a:gd name="T29" fmla="*/ 37 h 233"/>
                <a:gd name="T30" fmla="*/ 331 w 402"/>
                <a:gd name="T31" fmla="*/ 50 h 233"/>
                <a:gd name="T32" fmla="*/ 285 w 402"/>
                <a:gd name="T33" fmla="*/ 99 h 233"/>
                <a:gd name="T34" fmla="*/ 277 w 402"/>
                <a:gd name="T35" fmla="*/ 97 h 233"/>
                <a:gd name="T36" fmla="*/ 254 w 402"/>
                <a:gd name="T37" fmla="*/ 105 h 233"/>
                <a:gd name="T38" fmla="*/ 177 w 402"/>
                <a:gd name="T39" fmla="*/ 78 h 233"/>
                <a:gd name="T40" fmla="*/ 142 w 402"/>
                <a:gd name="T41" fmla="*/ 52 h 233"/>
                <a:gd name="T42" fmla="*/ 105 w 402"/>
                <a:gd name="T43" fmla="*/ 89 h 233"/>
                <a:gd name="T44" fmla="*/ 106 w 402"/>
                <a:gd name="T45" fmla="*/ 98 h 233"/>
                <a:gd name="T46" fmla="*/ 50 w 402"/>
                <a:gd name="T47" fmla="*/ 162 h 233"/>
                <a:gd name="T48" fmla="*/ 37 w 402"/>
                <a:gd name="T49" fmla="*/ 159 h 233"/>
                <a:gd name="T50" fmla="*/ 0 w 402"/>
                <a:gd name="T51" fmla="*/ 196 h 233"/>
                <a:gd name="T52" fmla="*/ 37 w 402"/>
                <a:gd name="T53" fmla="*/ 233 h 233"/>
                <a:gd name="T54" fmla="*/ 74 w 402"/>
                <a:gd name="T55" fmla="*/ 1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2" h="233">
                  <a:moveTo>
                    <a:pt x="74" y="196"/>
                  </a:moveTo>
                  <a:cubicBezTo>
                    <a:pt x="74" y="192"/>
                    <a:pt x="73" y="188"/>
                    <a:pt x="72" y="184"/>
                  </a:cubicBezTo>
                  <a:lnTo>
                    <a:pt x="127" y="122"/>
                  </a:lnTo>
                  <a:cubicBezTo>
                    <a:pt x="131" y="124"/>
                    <a:pt x="136" y="126"/>
                    <a:pt x="142" y="126"/>
                  </a:cubicBezTo>
                  <a:cubicBezTo>
                    <a:pt x="154" y="126"/>
                    <a:pt x="165" y="119"/>
                    <a:pt x="172" y="110"/>
                  </a:cubicBezTo>
                  <a:lnTo>
                    <a:pt x="240" y="134"/>
                  </a:lnTo>
                  <a:cubicBezTo>
                    <a:pt x="240" y="134"/>
                    <a:pt x="240" y="134"/>
                    <a:pt x="240" y="134"/>
                  </a:cubicBezTo>
                  <a:cubicBezTo>
                    <a:pt x="240" y="155"/>
                    <a:pt x="257" y="171"/>
                    <a:pt x="277" y="171"/>
                  </a:cubicBezTo>
                  <a:cubicBezTo>
                    <a:pt x="297" y="171"/>
                    <a:pt x="314" y="155"/>
                    <a:pt x="314" y="134"/>
                  </a:cubicBezTo>
                  <a:cubicBezTo>
                    <a:pt x="314" y="128"/>
                    <a:pt x="312" y="123"/>
                    <a:pt x="310" y="118"/>
                  </a:cubicBezTo>
                  <a:lnTo>
                    <a:pt x="354" y="72"/>
                  </a:lnTo>
                  <a:cubicBezTo>
                    <a:pt x="357" y="73"/>
                    <a:pt x="361" y="74"/>
                    <a:pt x="365" y="74"/>
                  </a:cubicBezTo>
                  <a:cubicBezTo>
                    <a:pt x="386" y="74"/>
                    <a:pt x="402" y="57"/>
                    <a:pt x="402" y="37"/>
                  </a:cubicBezTo>
                  <a:cubicBezTo>
                    <a:pt x="402" y="17"/>
                    <a:pt x="386" y="0"/>
                    <a:pt x="365" y="0"/>
                  </a:cubicBezTo>
                  <a:cubicBezTo>
                    <a:pt x="345" y="0"/>
                    <a:pt x="329" y="17"/>
                    <a:pt x="329" y="37"/>
                  </a:cubicBezTo>
                  <a:cubicBezTo>
                    <a:pt x="329" y="42"/>
                    <a:pt x="329" y="46"/>
                    <a:pt x="331" y="50"/>
                  </a:cubicBezTo>
                  <a:lnTo>
                    <a:pt x="285" y="99"/>
                  </a:lnTo>
                  <a:cubicBezTo>
                    <a:pt x="283" y="98"/>
                    <a:pt x="280" y="97"/>
                    <a:pt x="277" y="97"/>
                  </a:cubicBezTo>
                  <a:cubicBezTo>
                    <a:pt x="268" y="97"/>
                    <a:pt x="261" y="101"/>
                    <a:pt x="254" y="105"/>
                  </a:cubicBezTo>
                  <a:lnTo>
                    <a:pt x="177" y="78"/>
                  </a:lnTo>
                  <a:cubicBezTo>
                    <a:pt x="172" y="63"/>
                    <a:pt x="158" y="52"/>
                    <a:pt x="142" y="52"/>
                  </a:cubicBezTo>
                  <a:cubicBezTo>
                    <a:pt x="121" y="52"/>
                    <a:pt x="105" y="68"/>
                    <a:pt x="105" y="89"/>
                  </a:cubicBezTo>
                  <a:cubicBezTo>
                    <a:pt x="105" y="92"/>
                    <a:pt x="106" y="95"/>
                    <a:pt x="106" y="98"/>
                  </a:cubicBezTo>
                  <a:lnTo>
                    <a:pt x="50" y="162"/>
                  </a:lnTo>
                  <a:cubicBezTo>
                    <a:pt x="46" y="160"/>
                    <a:pt x="42" y="159"/>
                    <a:pt x="37" y="159"/>
                  </a:cubicBezTo>
                  <a:cubicBezTo>
                    <a:pt x="17" y="159"/>
                    <a:pt x="0" y="175"/>
                    <a:pt x="0" y="196"/>
                  </a:cubicBezTo>
                  <a:cubicBezTo>
                    <a:pt x="0" y="216"/>
                    <a:pt x="17" y="233"/>
                    <a:pt x="37" y="233"/>
                  </a:cubicBezTo>
                  <a:cubicBezTo>
                    <a:pt x="57" y="233"/>
                    <a:pt x="74" y="216"/>
                    <a:pt x="74" y="19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2" name="Rectangle 128">
              <a:extLst>
                <a:ext uri="{FF2B5EF4-FFF2-40B4-BE49-F238E27FC236}">
                  <a16:creationId xmlns:a16="http://schemas.microsoft.com/office/drawing/2014/main" id="{C8258527-08C5-0CA4-6BF0-0F6045600825}"/>
                </a:ext>
              </a:extLst>
            </p:cNvPr>
            <p:cNvSpPr>
              <a:spLocks noChangeArrowheads="1"/>
            </p:cNvSpPr>
            <p:nvPr/>
          </p:nvSpPr>
          <p:spPr bwMode="auto">
            <a:xfrm>
              <a:off x="4230688" y="1662112"/>
              <a:ext cx="46038" cy="1270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3" name="Rectangle 129">
              <a:extLst>
                <a:ext uri="{FF2B5EF4-FFF2-40B4-BE49-F238E27FC236}">
                  <a16:creationId xmlns:a16="http://schemas.microsoft.com/office/drawing/2014/main" id="{F93D6F3A-142A-462E-6BF5-7FE98E19596F}"/>
                </a:ext>
              </a:extLst>
            </p:cNvPr>
            <p:cNvSpPr>
              <a:spLocks noChangeArrowheads="1"/>
            </p:cNvSpPr>
            <p:nvPr/>
          </p:nvSpPr>
          <p:spPr bwMode="auto">
            <a:xfrm>
              <a:off x="4394201" y="1630362"/>
              <a:ext cx="47625" cy="15875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4" name="Rectangle 130">
              <a:extLst>
                <a:ext uri="{FF2B5EF4-FFF2-40B4-BE49-F238E27FC236}">
                  <a16:creationId xmlns:a16="http://schemas.microsoft.com/office/drawing/2014/main" id="{10D5F19C-4889-4031-48CA-4B792C1AEB8F}"/>
                </a:ext>
              </a:extLst>
            </p:cNvPr>
            <p:cNvSpPr>
              <a:spLocks noChangeArrowheads="1"/>
            </p:cNvSpPr>
            <p:nvPr/>
          </p:nvSpPr>
          <p:spPr bwMode="auto">
            <a:xfrm>
              <a:off x="4313238" y="1574800"/>
              <a:ext cx="46038" cy="21431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5" name="Freeform 131">
              <a:extLst>
                <a:ext uri="{FF2B5EF4-FFF2-40B4-BE49-F238E27FC236}">
                  <a16:creationId xmlns:a16="http://schemas.microsoft.com/office/drawing/2014/main" id="{913E139F-869A-E05B-E215-B5DDC68A3A26}"/>
                </a:ext>
              </a:extLst>
            </p:cNvPr>
            <p:cNvSpPr>
              <a:spLocks/>
            </p:cNvSpPr>
            <p:nvPr/>
          </p:nvSpPr>
          <p:spPr bwMode="auto">
            <a:xfrm>
              <a:off x="4814888" y="1701800"/>
              <a:ext cx="130175" cy="222250"/>
            </a:xfrm>
            <a:custGeom>
              <a:avLst/>
              <a:gdLst>
                <a:gd name="T0" fmla="*/ 57 w 170"/>
                <a:gd name="T1" fmla="*/ 61 h 292"/>
                <a:gd name="T2" fmla="*/ 64 w 170"/>
                <a:gd name="T3" fmla="*/ 292 h 292"/>
                <a:gd name="T4" fmla="*/ 170 w 170"/>
                <a:gd name="T5" fmla="*/ 165 h 292"/>
                <a:gd name="T6" fmla="*/ 170 w 170"/>
                <a:gd name="T7" fmla="*/ 0 h 292"/>
                <a:gd name="T8" fmla="*/ 57 w 170"/>
                <a:gd name="T9" fmla="*/ 61 h 292"/>
              </a:gdLst>
              <a:ahLst/>
              <a:cxnLst>
                <a:cxn ang="0">
                  <a:pos x="T0" y="T1"/>
                </a:cxn>
                <a:cxn ang="0">
                  <a:pos x="T2" y="T3"/>
                </a:cxn>
                <a:cxn ang="0">
                  <a:pos x="T4" y="T5"/>
                </a:cxn>
                <a:cxn ang="0">
                  <a:pos x="T6" y="T7"/>
                </a:cxn>
                <a:cxn ang="0">
                  <a:pos x="T8" y="T9"/>
                </a:cxn>
              </a:cxnLst>
              <a:rect l="0" t="0" r="r" b="b"/>
              <a:pathLst>
                <a:path w="170" h="292">
                  <a:moveTo>
                    <a:pt x="57" y="61"/>
                  </a:moveTo>
                  <a:cubicBezTo>
                    <a:pt x="0" y="129"/>
                    <a:pt x="4" y="229"/>
                    <a:pt x="64" y="292"/>
                  </a:cubicBezTo>
                  <a:lnTo>
                    <a:pt x="170" y="165"/>
                  </a:lnTo>
                  <a:lnTo>
                    <a:pt x="170" y="0"/>
                  </a:lnTo>
                  <a:cubicBezTo>
                    <a:pt x="125" y="5"/>
                    <a:pt x="87" y="25"/>
                    <a:pt x="57" y="6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6" name="Freeform 132">
              <a:extLst>
                <a:ext uri="{FF2B5EF4-FFF2-40B4-BE49-F238E27FC236}">
                  <a16:creationId xmlns:a16="http://schemas.microsoft.com/office/drawing/2014/main" id="{A9251968-9357-1CE6-286D-42791D4C5A10}"/>
                </a:ext>
              </a:extLst>
            </p:cNvPr>
            <p:cNvSpPr>
              <a:spLocks/>
            </p:cNvSpPr>
            <p:nvPr/>
          </p:nvSpPr>
          <p:spPr bwMode="auto">
            <a:xfrm>
              <a:off x="4887913" y="1851025"/>
              <a:ext cx="200025" cy="115888"/>
            </a:xfrm>
            <a:custGeom>
              <a:avLst/>
              <a:gdLst>
                <a:gd name="T0" fmla="*/ 103 w 261"/>
                <a:gd name="T1" fmla="*/ 0 h 151"/>
                <a:gd name="T2" fmla="*/ 0 w 261"/>
                <a:gd name="T3" fmla="*/ 123 h 151"/>
                <a:gd name="T4" fmla="*/ 64 w 261"/>
                <a:gd name="T5" fmla="*/ 148 h 151"/>
                <a:gd name="T6" fmla="*/ 95 w 261"/>
                <a:gd name="T7" fmla="*/ 151 h 151"/>
                <a:gd name="T8" fmla="*/ 261 w 261"/>
                <a:gd name="T9" fmla="*/ 27 h 151"/>
                <a:gd name="T10" fmla="*/ 103 w 261"/>
                <a:gd name="T11" fmla="*/ 0 h 151"/>
              </a:gdLst>
              <a:ahLst/>
              <a:cxnLst>
                <a:cxn ang="0">
                  <a:pos x="T0" y="T1"/>
                </a:cxn>
                <a:cxn ang="0">
                  <a:pos x="T2" y="T3"/>
                </a:cxn>
                <a:cxn ang="0">
                  <a:pos x="T4" y="T5"/>
                </a:cxn>
                <a:cxn ang="0">
                  <a:pos x="T6" y="T7"/>
                </a:cxn>
                <a:cxn ang="0">
                  <a:pos x="T8" y="T9"/>
                </a:cxn>
                <a:cxn ang="0">
                  <a:pos x="T10" y="T11"/>
                </a:cxn>
              </a:cxnLst>
              <a:rect l="0" t="0" r="r" b="b"/>
              <a:pathLst>
                <a:path w="261" h="151">
                  <a:moveTo>
                    <a:pt x="103" y="0"/>
                  </a:moveTo>
                  <a:lnTo>
                    <a:pt x="0" y="123"/>
                  </a:lnTo>
                  <a:cubicBezTo>
                    <a:pt x="19" y="136"/>
                    <a:pt x="40" y="144"/>
                    <a:pt x="64" y="148"/>
                  </a:cubicBezTo>
                  <a:cubicBezTo>
                    <a:pt x="75" y="150"/>
                    <a:pt x="85" y="151"/>
                    <a:pt x="95" y="151"/>
                  </a:cubicBezTo>
                  <a:cubicBezTo>
                    <a:pt x="172" y="151"/>
                    <a:pt x="239" y="100"/>
                    <a:pt x="261" y="27"/>
                  </a:cubicBezTo>
                  <a:lnTo>
                    <a:pt x="103"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7" name="Freeform 133">
              <a:extLst>
                <a:ext uri="{FF2B5EF4-FFF2-40B4-BE49-F238E27FC236}">
                  <a16:creationId xmlns:a16="http://schemas.microsoft.com/office/drawing/2014/main" id="{99B0F518-877E-99F9-0E7B-8AB87BB2331E}"/>
                </a:ext>
              </a:extLst>
            </p:cNvPr>
            <p:cNvSpPr>
              <a:spLocks/>
            </p:cNvSpPr>
            <p:nvPr/>
          </p:nvSpPr>
          <p:spPr bwMode="auto">
            <a:xfrm>
              <a:off x="4976813" y="1701800"/>
              <a:ext cx="115888" cy="138113"/>
            </a:xfrm>
            <a:custGeom>
              <a:avLst/>
              <a:gdLst>
                <a:gd name="T0" fmla="*/ 0 w 153"/>
                <a:gd name="T1" fmla="*/ 0 h 182"/>
                <a:gd name="T2" fmla="*/ 0 w 153"/>
                <a:gd name="T3" fmla="*/ 155 h 182"/>
                <a:gd name="T4" fmla="*/ 152 w 153"/>
                <a:gd name="T5" fmla="*/ 182 h 182"/>
                <a:gd name="T6" fmla="*/ 153 w 153"/>
                <a:gd name="T7" fmla="*/ 173 h 182"/>
                <a:gd name="T8" fmla="*/ 0 w 153"/>
                <a:gd name="T9" fmla="*/ 0 h 182"/>
              </a:gdLst>
              <a:ahLst/>
              <a:cxnLst>
                <a:cxn ang="0">
                  <a:pos x="T0" y="T1"/>
                </a:cxn>
                <a:cxn ang="0">
                  <a:pos x="T2" y="T3"/>
                </a:cxn>
                <a:cxn ang="0">
                  <a:pos x="T4" y="T5"/>
                </a:cxn>
                <a:cxn ang="0">
                  <a:pos x="T6" y="T7"/>
                </a:cxn>
                <a:cxn ang="0">
                  <a:pos x="T8" y="T9"/>
                </a:cxn>
              </a:cxnLst>
              <a:rect l="0" t="0" r="r" b="b"/>
              <a:pathLst>
                <a:path w="153" h="182">
                  <a:moveTo>
                    <a:pt x="0" y="0"/>
                  </a:moveTo>
                  <a:lnTo>
                    <a:pt x="0" y="155"/>
                  </a:lnTo>
                  <a:lnTo>
                    <a:pt x="152" y="182"/>
                  </a:lnTo>
                  <a:cubicBezTo>
                    <a:pt x="153" y="179"/>
                    <a:pt x="153" y="176"/>
                    <a:pt x="153" y="173"/>
                  </a:cubicBezTo>
                  <a:cubicBezTo>
                    <a:pt x="153" y="84"/>
                    <a:pt x="86" y="11"/>
                    <a:pt x="0"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8" name="Oval 134">
              <a:extLst>
                <a:ext uri="{FF2B5EF4-FFF2-40B4-BE49-F238E27FC236}">
                  <a16:creationId xmlns:a16="http://schemas.microsoft.com/office/drawing/2014/main" id="{6D0926E2-374A-4DE2-F6DB-2C8D98C560E9}"/>
                </a:ext>
              </a:extLst>
            </p:cNvPr>
            <p:cNvSpPr>
              <a:spLocks noChangeArrowheads="1"/>
            </p:cNvSpPr>
            <p:nvPr/>
          </p:nvSpPr>
          <p:spPr bwMode="auto">
            <a:xfrm>
              <a:off x="4495801" y="1604962"/>
              <a:ext cx="296863" cy="296863"/>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9" name="Freeform 135">
              <a:extLst>
                <a:ext uri="{FF2B5EF4-FFF2-40B4-BE49-F238E27FC236}">
                  <a16:creationId xmlns:a16="http://schemas.microsoft.com/office/drawing/2014/main" id="{893CB518-D976-A364-7689-ABCDCBB294BC}"/>
                </a:ext>
              </a:extLst>
            </p:cNvPr>
            <p:cNvSpPr>
              <a:spLocks noEditPoints="1"/>
            </p:cNvSpPr>
            <p:nvPr/>
          </p:nvSpPr>
          <p:spPr bwMode="auto">
            <a:xfrm>
              <a:off x="4310063" y="1925637"/>
              <a:ext cx="668338" cy="442913"/>
            </a:xfrm>
            <a:custGeom>
              <a:avLst/>
              <a:gdLst>
                <a:gd name="T0" fmla="*/ 697 w 879"/>
                <a:gd name="T1" fmla="*/ 542 h 580"/>
                <a:gd name="T2" fmla="*/ 181 w 879"/>
                <a:gd name="T3" fmla="*/ 542 h 580"/>
                <a:gd name="T4" fmla="*/ 181 w 879"/>
                <a:gd name="T5" fmla="*/ 223 h 580"/>
                <a:gd name="T6" fmla="*/ 201 w 879"/>
                <a:gd name="T7" fmla="*/ 203 h 580"/>
                <a:gd name="T8" fmla="*/ 677 w 879"/>
                <a:gd name="T9" fmla="*/ 203 h 580"/>
                <a:gd name="T10" fmla="*/ 697 w 879"/>
                <a:gd name="T11" fmla="*/ 223 h 580"/>
                <a:gd name="T12" fmla="*/ 697 w 879"/>
                <a:gd name="T13" fmla="*/ 542 h 580"/>
                <a:gd name="T14" fmla="*/ 562 w 879"/>
                <a:gd name="T15" fmla="*/ 4 h 580"/>
                <a:gd name="T16" fmla="*/ 439 w 879"/>
                <a:gd name="T17" fmla="*/ 101 h 580"/>
                <a:gd name="T18" fmla="*/ 312 w 879"/>
                <a:gd name="T19" fmla="*/ 0 h 580"/>
                <a:gd name="T20" fmla="*/ 96 w 879"/>
                <a:gd name="T21" fmla="*/ 241 h 580"/>
                <a:gd name="T22" fmla="*/ 96 w 879"/>
                <a:gd name="T23" fmla="*/ 322 h 580"/>
                <a:gd name="T24" fmla="*/ 0 w 879"/>
                <a:gd name="T25" fmla="*/ 322 h 580"/>
                <a:gd name="T26" fmla="*/ 0 w 879"/>
                <a:gd name="T27" fmla="*/ 371 h 580"/>
                <a:gd name="T28" fmla="*/ 144 w 879"/>
                <a:gd name="T29" fmla="*/ 371 h 580"/>
                <a:gd name="T30" fmla="*/ 144 w 879"/>
                <a:gd name="T31" fmla="*/ 431 h 580"/>
                <a:gd name="T32" fmla="*/ 120 w 879"/>
                <a:gd name="T33" fmla="*/ 431 h 580"/>
                <a:gd name="T34" fmla="*/ 100 w 879"/>
                <a:gd name="T35" fmla="*/ 442 h 580"/>
                <a:gd name="T36" fmla="*/ 97 w 879"/>
                <a:gd name="T37" fmla="*/ 464 h 580"/>
                <a:gd name="T38" fmla="*/ 133 w 879"/>
                <a:gd name="T39" fmla="*/ 563 h 580"/>
                <a:gd name="T40" fmla="*/ 156 w 879"/>
                <a:gd name="T41" fmla="*/ 580 h 580"/>
                <a:gd name="T42" fmla="*/ 722 w 879"/>
                <a:gd name="T43" fmla="*/ 580 h 580"/>
                <a:gd name="T44" fmla="*/ 745 w 879"/>
                <a:gd name="T45" fmla="*/ 563 h 580"/>
                <a:gd name="T46" fmla="*/ 781 w 879"/>
                <a:gd name="T47" fmla="*/ 464 h 580"/>
                <a:gd name="T48" fmla="*/ 779 w 879"/>
                <a:gd name="T49" fmla="*/ 442 h 580"/>
                <a:gd name="T50" fmla="*/ 758 w 879"/>
                <a:gd name="T51" fmla="*/ 431 h 580"/>
                <a:gd name="T52" fmla="*/ 734 w 879"/>
                <a:gd name="T53" fmla="*/ 431 h 580"/>
                <a:gd name="T54" fmla="*/ 734 w 879"/>
                <a:gd name="T55" fmla="*/ 371 h 580"/>
                <a:gd name="T56" fmla="*/ 879 w 879"/>
                <a:gd name="T57" fmla="*/ 371 h 580"/>
                <a:gd name="T58" fmla="*/ 879 w 879"/>
                <a:gd name="T59" fmla="*/ 322 h 580"/>
                <a:gd name="T60" fmla="*/ 782 w 879"/>
                <a:gd name="T61" fmla="*/ 322 h 580"/>
                <a:gd name="T62" fmla="*/ 782 w 879"/>
                <a:gd name="T63" fmla="*/ 241 h 580"/>
                <a:gd name="T64" fmla="*/ 562 w 879"/>
                <a:gd name="T65" fmla="*/ 4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79" h="580">
                  <a:moveTo>
                    <a:pt x="697" y="542"/>
                  </a:moveTo>
                  <a:lnTo>
                    <a:pt x="181" y="542"/>
                  </a:lnTo>
                  <a:lnTo>
                    <a:pt x="181" y="223"/>
                  </a:lnTo>
                  <a:cubicBezTo>
                    <a:pt x="181" y="212"/>
                    <a:pt x="190" y="203"/>
                    <a:pt x="201" y="203"/>
                  </a:cubicBezTo>
                  <a:lnTo>
                    <a:pt x="677" y="203"/>
                  </a:lnTo>
                  <a:cubicBezTo>
                    <a:pt x="688" y="203"/>
                    <a:pt x="697" y="212"/>
                    <a:pt x="697" y="223"/>
                  </a:cubicBezTo>
                  <a:lnTo>
                    <a:pt x="697" y="542"/>
                  </a:lnTo>
                  <a:close/>
                  <a:moveTo>
                    <a:pt x="562" y="4"/>
                  </a:moveTo>
                  <a:lnTo>
                    <a:pt x="439" y="101"/>
                  </a:lnTo>
                  <a:lnTo>
                    <a:pt x="312" y="0"/>
                  </a:lnTo>
                  <a:cubicBezTo>
                    <a:pt x="185" y="25"/>
                    <a:pt x="96" y="95"/>
                    <a:pt x="96" y="241"/>
                  </a:cubicBezTo>
                  <a:lnTo>
                    <a:pt x="96" y="322"/>
                  </a:lnTo>
                  <a:lnTo>
                    <a:pt x="0" y="322"/>
                  </a:lnTo>
                  <a:lnTo>
                    <a:pt x="0" y="371"/>
                  </a:lnTo>
                  <a:lnTo>
                    <a:pt x="144" y="371"/>
                  </a:lnTo>
                  <a:lnTo>
                    <a:pt x="144" y="431"/>
                  </a:lnTo>
                  <a:lnTo>
                    <a:pt x="120" y="431"/>
                  </a:lnTo>
                  <a:cubicBezTo>
                    <a:pt x="112" y="431"/>
                    <a:pt x="104" y="435"/>
                    <a:pt x="100" y="442"/>
                  </a:cubicBezTo>
                  <a:cubicBezTo>
                    <a:pt x="95" y="448"/>
                    <a:pt x="94" y="457"/>
                    <a:pt x="97" y="464"/>
                  </a:cubicBezTo>
                  <a:lnTo>
                    <a:pt x="133" y="563"/>
                  </a:lnTo>
                  <a:cubicBezTo>
                    <a:pt x="136" y="573"/>
                    <a:pt x="146" y="580"/>
                    <a:pt x="156" y="580"/>
                  </a:cubicBezTo>
                  <a:lnTo>
                    <a:pt x="722" y="580"/>
                  </a:lnTo>
                  <a:cubicBezTo>
                    <a:pt x="733" y="580"/>
                    <a:pt x="742" y="573"/>
                    <a:pt x="745" y="563"/>
                  </a:cubicBezTo>
                  <a:lnTo>
                    <a:pt x="781" y="464"/>
                  </a:lnTo>
                  <a:cubicBezTo>
                    <a:pt x="784" y="456"/>
                    <a:pt x="783" y="448"/>
                    <a:pt x="779" y="442"/>
                  </a:cubicBezTo>
                  <a:cubicBezTo>
                    <a:pt x="774" y="435"/>
                    <a:pt x="766" y="431"/>
                    <a:pt x="758" y="431"/>
                  </a:cubicBezTo>
                  <a:lnTo>
                    <a:pt x="734" y="431"/>
                  </a:lnTo>
                  <a:lnTo>
                    <a:pt x="734" y="371"/>
                  </a:lnTo>
                  <a:lnTo>
                    <a:pt x="879" y="371"/>
                  </a:lnTo>
                  <a:lnTo>
                    <a:pt x="879" y="322"/>
                  </a:lnTo>
                  <a:lnTo>
                    <a:pt x="782" y="322"/>
                  </a:lnTo>
                  <a:lnTo>
                    <a:pt x="782" y="241"/>
                  </a:lnTo>
                  <a:cubicBezTo>
                    <a:pt x="782" y="118"/>
                    <a:pt x="691" y="35"/>
                    <a:pt x="562" y="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0" name="Oval 136">
              <a:extLst>
                <a:ext uri="{FF2B5EF4-FFF2-40B4-BE49-F238E27FC236}">
                  <a16:creationId xmlns:a16="http://schemas.microsoft.com/office/drawing/2014/main" id="{86FDEFAF-F9B3-BE9F-5634-226FD272F397}"/>
                </a:ext>
              </a:extLst>
            </p:cNvPr>
            <p:cNvSpPr>
              <a:spLocks noChangeArrowheads="1"/>
            </p:cNvSpPr>
            <p:nvPr/>
          </p:nvSpPr>
          <p:spPr bwMode="auto">
            <a:xfrm>
              <a:off x="4610101" y="2179637"/>
              <a:ext cx="68263" cy="6985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grpSp>
      <p:sp>
        <p:nvSpPr>
          <p:cNvPr id="94" name="Chevron 17">
            <a:extLst>
              <a:ext uri="{FF2B5EF4-FFF2-40B4-BE49-F238E27FC236}">
                <a16:creationId xmlns:a16="http://schemas.microsoft.com/office/drawing/2014/main" id="{6E5540C0-B2E5-5469-873B-E50CEDA13107}"/>
              </a:ext>
            </a:extLst>
          </p:cNvPr>
          <p:cNvSpPr/>
          <p:nvPr/>
        </p:nvSpPr>
        <p:spPr bwMode="auto">
          <a:xfrm>
            <a:off x="5092955" y="4210159"/>
            <a:ext cx="2232000" cy="432000"/>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Is it a good company?</a:t>
            </a:r>
          </a:p>
        </p:txBody>
      </p:sp>
      <p:sp>
        <p:nvSpPr>
          <p:cNvPr id="95" name="Chevron 17">
            <a:extLst>
              <a:ext uri="{FF2B5EF4-FFF2-40B4-BE49-F238E27FC236}">
                <a16:creationId xmlns:a16="http://schemas.microsoft.com/office/drawing/2014/main" id="{025F106E-6DE1-22A3-1443-2FAD6F3490E2}"/>
              </a:ext>
            </a:extLst>
          </p:cNvPr>
          <p:cNvSpPr/>
          <p:nvPr/>
        </p:nvSpPr>
        <p:spPr bwMode="auto">
          <a:xfrm>
            <a:off x="7238384" y="4210159"/>
            <a:ext cx="2232000" cy="432000"/>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Is it a good price?</a:t>
            </a:r>
          </a:p>
        </p:txBody>
      </p:sp>
      <p:sp>
        <p:nvSpPr>
          <p:cNvPr id="96" name="Chevron 17">
            <a:extLst>
              <a:ext uri="{FF2B5EF4-FFF2-40B4-BE49-F238E27FC236}">
                <a16:creationId xmlns:a16="http://schemas.microsoft.com/office/drawing/2014/main" id="{3EDDE9AD-C0AD-2F8C-33C5-ED218D1680B0}"/>
              </a:ext>
            </a:extLst>
          </p:cNvPr>
          <p:cNvSpPr/>
          <p:nvPr/>
        </p:nvSpPr>
        <p:spPr bwMode="auto">
          <a:xfrm>
            <a:off x="9383813" y="4210159"/>
            <a:ext cx="2232000" cy="432000"/>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Should I invest?</a:t>
            </a:r>
          </a:p>
        </p:txBody>
      </p:sp>
      <p:pic>
        <p:nvPicPr>
          <p:cNvPr id="25" name="Graphic 24" descr="Building with solid fill">
            <a:extLst>
              <a:ext uri="{FF2B5EF4-FFF2-40B4-BE49-F238E27FC236}">
                <a16:creationId xmlns:a16="http://schemas.microsoft.com/office/drawing/2014/main" id="{AB663075-0560-22E8-2878-AAAE248F47F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8737" y="3172868"/>
            <a:ext cx="505224" cy="445712"/>
          </a:xfrm>
          <a:prstGeom prst="rect">
            <a:avLst/>
          </a:prstGeom>
        </p:spPr>
      </p:pic>
      <p:pic>
        <p:nvPicPr>
          <p:cNvPr id="26" name="Graphic 25" descr="Building with solid fill">
            <a:extLst>
              <a:ext uri="{FF2B5EF4-FFF2-40B4-BE49-F238E27FC236}">
                <a16:creationId xmlns:a16="http://schemas.microsoft.com/office/drawing/2014/main" id="{D8C507B1-23FA-A480-C2B7-CBCD05B7EEA1}"/>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3245887" y="3172868"/>
            <a:ext cx="505224" cy="445712"/>
          </a:xfrm>
          <a:prstGeom prst="rect">
            <a:avLst/>
          </a:prstGeom>
        </p:spPr>
      </p:pic>
      <p:pic>
        <p:nvPicPr>
          <p:cNvPr id="27" name="Graphic 26" descr="Building with solid fill">
            <a:extLst>
              <a:ext uri="{FF2B5EF4-FFF2-40B4-BE49-F238E27FC236}">
                <a16:creationId xmlns:a16="http://schemas.microsoft.com/office/drawing/2014/main" id="{1B348AAA-1E69-A30A-752B-37BC3B1ED0BC}"/>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4023037" y="3172868"/>
            <a:ext cx="505224" cy="445712"/>
          </a:xfrm>
          <a:prstGeom prst="rect">
            <a:avLst/>
          </a:prstGeom>
        </p:spPr>
      </p:pic>
      <p:pic>
        <p:nvPicPr>
          <p:cNvPr id="28" name="Graphic 27" descr="Building with solid fill">
            <a:extLst>
              <a:ext uri="{FF2B5EF4-FFF2-40B4-BE49-F238E27FC236}">
                <a16:creationId xmlns:a16="http://schemas.microsoft.com/office/drawing/2014/main" id="{B2B3C9FD-BB08-6E9B-D7CD-756737B9C5F0}"/>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4800187" y="3172868"/>
            <a:ext cx="505224" cy="445712"/>
          </a:xfrm>
          <a:prstGeom prst="rect">
            <a:avLst/>
          </a:prstGeom>
        </p:spPr>
      </p:pic>
      <p:pic>
        <p:nvPicPr>
          <p:cNvPr id="29" name="Graphic 28" descr="Building with solid fill">
            <a:extLst>
              <a:ext uri="{FF2B5EF4-FFF2-40B4-BE49-F238E27FC236}">
                <a16:creationId xmlns:a16="http://schemas.microsoft.com/office/drawing/2014/main" id="{18544F06-928C-8C73-BA97-510449A023E1}"/>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5577337" y="3172868"/>
            <a:ext cx="505224" cy="445712"/>
          </a:xfrm>
          <a:prstGeom prst="rect">
            <a:avLst/>
          </a:prstGeom>
        </p:spPr>
      </p:pic>
      <p:pic>
        <p:nvPicPr>
          <p:cNvPr id="30" name="Graphic 29" descr="Building with solid fill">
            <a:extLst>
              <a:ext uri="{FF2B5EF4-FFF2-40B4-BE49-F238E27FC236}">
                <a16:creationId xmlns:a16="http://schemas.microsoft.com/office/drawing/2014/main" id="{95F94925-F0E9-67E0-D67E-E3C77A6BDE67}"/>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6354487" y="3172868"/>
            <a:ext cx="505224" cy="445712"/>
          </a:xfrm>
          <a:prstGeom prst="rect">
            <a:avLst/>
          </a:prstGeom>
        </p:spPr>
      </p:pic>
      <p:pic>
        <p:nvPicPr>
          <p:cNvPr id="31" name="Graphic 30" descr="Building with solid fill">
            <a:extLst>
              <a:ext uri="{FF2B5EF4-FFF2-40B4-BE49-F238E27FC236}">
                <a16:creationId xmlns:a16="http://schemas.microsoft.com/office/drawing/2014/main" id="{0F3F5107-966D-361D-DC34-CEF700E1D467}"/>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7131637" y="3172868"/>
            <a:ext cx="505224" cy="445712"/>
          </a:xfrm>
          <a:prstGeom prst="rect">
            <a:avLst/>
          </a:prstGeom>
        </p:spPr>
      </p:pic>
      <p:pic>
        <p:nvPicPr>
          <p:cNvPr id="32" name="Graphic 31" descr="Building with solid fill">
            <a:extLst>
              <a:ext uri="{FF2B5EF4-FFF2-40B4-BE49-F238E27FC236}">
                <a16:creationId xmlns:a16="http://schemas.microsoft.com/office/drawing/2014/main" id="{4C49323B-A8AB-CC50-CD6D-3F28F4C1476A}"/>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7908787" y="3172868"/>
            <a:ext cx="505224" cy="445712"/>
          </a:xfrm>
          <a:prstGeom prst="rect">
            <a:avLst/>
          </a:prstGeom>
        </p:spPr>
      </p:pic>
      <p:pic>
        <p:nvPicPr>
          <p:cNvPr id="33" name="Graphic 32" descr="Building with solid fill">
            <a:extLst>
              <a:ext uri="{FF2B5EF4-FFF2-40B4-BE49-F238E27FC236}">
                <a16:creationId xmlns:a16="http://schemas.microsoft.com/office/drawing/2014/main" id="{61251609-BBFB-45C7-17EA-3BCAC6707632}"/>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8685937" y="3172868"/>
            <a:ext cx="505224" cy="445712"/>
          </a:xfrm>
          <a:prstGeom prst="rect">
            <a:avLst/>
          </a:prstGeom>
        </p:spPr>
      </p:pic>
      <p:pic>
        <p:nvPicPr>
          <p:cNvPr id="34" name="Graphic 33" descr="Building with solid fill">
            <a:extLst>
              <a:ext uri="{FF2B5EF4-FFF2-40B4-BE49-F238E27FC236}">
                <a16:creationId xmlns:a16="http://schemas.microsoft.com/office/drawing/2014/main" id="{BCD48295-1C89-CF6E-8305-E6ABA63743BC}"/>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9463087" y="3172868"/>
            <a:ext cx="505224" cy="445712"/>
          </a:xfrm>
          <a:prstGeom prst="rect">
            <a:avLst/>
          </a:prstGeom>
        </p:spPr>
      </p:pic>
      <p:pic>
        <p:nvPicPr>
          <p:cNvPr id="35" name="Graphic 34" descr="Building with solid fill">
            <a:extLst>
              <a:ext uri="{FF2B5EF4-FFF2-40B4-BE49-F238E27FC236}">
                <a16:creationId xmlns:a16="http://schemas.microsoft.com/office/drawing/2014/main" id="{80F67CFC-B720-0806-432A-84F83F7EDCFB}"/>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10240237" y="3172868"/>
            <a:ext cx="505224" cy="445712"/>
          </a:xfrm>
          <a:prstGeom prst="rect">
            <a:avLst/>
          </a:prstGeom>
        </p:spPr>
      </p:pic>
      <p:pic>
        <p:nvPicPr>
          <p:cNvPr id="36" name="Graphic 35" descr="Building with solid fill">
            <a:extLst>
              <a:ext uri="{FF2B5EF4-FFF2-40B4-BE49-F238E27FC236}">
                <a16:creationId xmlns:a16="http://schemas.microsoft.com/office/drawing/2014/main" id="{A6A4AFB3-5625-FB36-A374-603CE9A2256F}"/>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11017386" y="3172868"/>
            <a:ext cx="505224" cy="445712"/>
          </a:xfrm>
          <a:prstGeom prst="rect">
            <a:avLst/>
          </a:prstGeom>
        </p:spPr>
      </p:pic>
      <p:sp>
        <p:nvSpPr>
          <p:cNvPr id="39" name="Rectangle: Rounded Corners 38">
            <a:extLst>
              <a:ext uri="{FF2B5EF4-FFF2-40B4-BE49-F238E27FC236}">
                <a16:creationId xmlns:a16="http://schemas.microsoft.com/office/drawing/2014/main" id="{5ACB1F58-8574-1A1E-9F8A-1EDF426E6989}"/>
              </a:ext>
            </a:extLst>
          </p:cNvPr>
          <p:cNvSpPr/>
          <p:nvPr/>
        </p:nvSpPr>
        <p:spPr>
          <a:xfrm>
            <a:off x="2349043" y="6274665"/>
            <a:ext cx="9345084" cy="432000"/>
          </a:xfrm>
          <a:prstGeom prst="roundRect">
            <a:avLst>
              <a:gd name="adj" fmla="val 9412"/>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grpSp>
        <p:nvGrpSpPr>
          <p:cNvPr id="9" name="Group 8">
            <a:extLst>
              <a:ext uri="{FF2B5EF4-FFF2-40B4-BE49-F238E27FC236}">
                <a16:creationId xmlns:a16="http://schemas.microsoft.com/office/drawing/2014/main" id="{A4FDA807-B79E-388C-5731-877C13728AFF}"/>
              </a:ext>
            </a:extLst>
          </p:cNvPr>
          <p:cNvGrpSpPr/>
          <p:nvPr/>
        </p:nvGrpSpPr>
        <p:grpSpPr>
          <a:xfrm>
            <a:off x="9739721" y="4713548"/>
            <a:ext cx="1476979" cy="1470567"/>
            <a:chOff x="4033360" y="1842896"/>
            <a:chExt cx="3675031" cy="3659075"/>
          </a:xfrm>
        </p:grpSpPr>
        <p:sp>
          <p:nvSpPr>
            <p:cNvPr id="16" name="Freeform 8">
              <a:extLst>
                <a:ext uri="{FF2B5EF4-FFF2-40B4-BE49-F238E27FC236}">
                  <a16:creationId xmlns:a16="http://schemas.microsoft.com/office/drawing/2014/main" id="{82F9C703-7A18-8E0E-73BD-327235D79926}"/>
                </a:ext>
              </a:extLst>
            </p:cNvPr>
            <p:cNvSpPr>
              <a:spLocks noChangeAspect="1"/>
            </p:cNvSpPr>
            <p:nvPr/>
          </p:nvSpPr>
          <p:spPr>
            <a:xfrm>
              <a:off x="4881307" y="3335782"/>
              <a:ext cx="986831" cy="638898"/>
            </a:xfrm>
            <a:custGeom>
              <a:avLst/>
              <a:gdLst>
                <a:gd name="connsiteX0" fmla="*/ 162713 w 763812"/>
                <a:gd name="connsiteY0" fmla="*/ 0 h 494510"/>
                <a:gd name="connsiteX1" fmla="*/ 751478 w 763812"/>
                <a:gd name="connsiteY1" fmla="*/ 243874 h 494510"/>
                <a:gd name="connsiteX2" fmla="*/ 763812 w 763812"/>
                <a:gd name="connsiteY2" fmla="*/ 258823 h 494510"/>
                <a:gd name="connsiteX3" fmla="*/ 665100 w 763812"/>
                <a:gd name="connsiteY3" fmla="*/ 378465 h 494510"/>
                <a:gd name="connsiteX4" fmla="*/ 602113 w 763812"/>
                <a:gd name="connsiteY4" fmla="*/ 494510 h 494510"/>
                <a:gd name="connsiteX5" fmla="*/ 591313 w 763812"/>
                <a:gd name="connsiteY5" fmla="*/ 492862 h 494510"/>
                <a:gd name="connsiteX6" fmla="*/ 68682 w 763812"/>
                <a:gd name="connsiteY6" fmla="*/ 142675 h 494510"/>
                <a:gd name="connsiteX7" fmla="*/ 0 w 763812"/>
                <a:gd name="connsiteY7" fmla="*/ 16139 h 494510"/>
                <a:gd name="connsiteX8" fmla="*/ 77580 w 763812"/>
                <a:gd name="connsiteY8" fmla="*/ 4299 h 494510"/>
                <a:gd name="connsiteX9" fmla="*/ 162713 w 763812"/>
                <a:gd name="connsiteY9" fmla="*/ 0 h 49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3812" h="494510">
                  <a:moveTo>
                    <a:pt x="162713" y="0"/>
                  </a:moveTo>
                  <a:cubicBezTo>
                    <a:pt x="392640" y="0"/>
                    <a:pt x="600800" y="93196"/>
                    <a:pt x="751478" y="243874"/>
                  </a:cubicBezTo>
                  <a:lnTo>
                    <a:pt x="763812" y="258823"/>
                  </a:lnTo>
                  <a:lnTo>
                    <a:pt x="665100" y="378465"/>
                  </a:lnTo>
                  <a:lnTo>
                    <a:pt x="602113" y="494510"/>
                  </a:lnTo>
                  <a:lnTo>
                    <a:pt x="591313" y="492862"/>
                  </a:lnTo>
                  <a:cubicBezTo>
                    <a:pt x="374502" y="448496"/>
                    <a:pt x="188387" y="319862"/>
                    <a:pt x="68682" y="142675"/>
                  </a:cubicBezTo>
                  <a:lnTo>
                    <a:pt x="0" y="16139"/>
                  </a:lnTo>
                  <a:lnTo>
                    <a:pt x="77580" y="4299"/>
                  </a:lnTo>
                  <a:cubicBezTo>
                    <a:pt x="105572" y="1456"/>
                    <a:pt x="133972" y="0"/>
                    <a:pt x="162713" y="0"/>
                  </a:cubicBezTo>
                  <a:close/>
                </a:path>
              </a:pathLst>
            </a:custGeom>
            <a:solidFill>
              <a:schemeClr val="bg2"/>
            </a:solidFill>
            <a:ln w="19050">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en-US" sz="800" b="1" dirty="0">
                <a:latin typeface="Helvetica Neue" charset="0"/>
                <a:ea typeface="Helvetica Neue" charset="0"/>
                <a:cs typeface="Helvetica Neue" charset="0"/>
              </a:endParaRPr>
            </a:p>
          </p:txBody>
        </p:sp>
        <p:sp>
          <p:nvSpPr>
            <p:cNvPr id="17" name="Freeform 9">
              <a:extLst>
                <a:ext uri="{FF2B5EF4-FFF2-40B4-BE49-F238E27FC236}">
                  <a16:creationId xmlns:a16="http://schemas.microsoft.com/office/drawing/2014/main" id="{D8469FF4-4591-C68F-93A4-595924196265}"/>
                </a:ext>
              </a:extLst>
            </p:cNvPr>
            <p:cNvSpPr>
              <a:spLocks noChangeAspect="1"/>
            </p:cNvSpPr>
            <p:nvPr/>
          </p:nvSpPr>
          <p:spPr>
            <a:xfrm>
              <a:off x="5868138" y="3350461"/>
              <a:ext cx="967348" cy="623093"/>
            </a:xfrm>
            <a:custGeom>
              <a:avLst/>
              <a:gdLst>
                <a:gd name="connsiteX0" fmla="*/ 591725 w 748732"/>
                <a:gd name="connsiteY0" fmla="*/ 0 h 482277"/>
                <a:gd name="connsiteX1" fmla="*/ 676858 w 748732"/>
                <a:gd name="connsiteY1" fmla="*/ 4299 h 482277"/>
                <a:gd name="connsiteX2" fmla="*/ 748732 w 748732"/>
                <a:gd name="connsiteY2" fmla="*/ 15268 h 482277"/>
                <a:gd name="connsiteX3" fmla="*/ 685744 w 748732"/>
                <a:gd name="connsiteY3" fmla="*/ 131313 h 482277"/>
                <a:gd name="connsiteX4" fmla="*/ 163113 w 748732"/>
                <a:gd name="connsiteY4" fmla="*/ 481500 h 482277"/>
                <a:gd name="connsiteX5" fmla="*/ 158020 w 748732"/>
                <a:gd name="connsiteY5" fmla="*/ 482277 h 482277"/>
                <a:gd name="connsiteX6" fmla="*/ 89338 w 748732"/>
                <a:gd name="connsiteY6" fmla="*/ 355741 h 482277"/>
                <a:gd name="connsiteX7" fmla="*/ 0 w 748732"/>
                <a:gd name="connsiteY7" fmla="*/ 247461 h 482277"/>
                <a:gd name="connsiteX8" fmla="*/ 2960 w 748732"/>
                <a:gd name="connsiteY8" fmla="*/ 243874 h 482277"/>
                <a:gd name="connsiteX9" fmla="*/ 591725 w 748732"/>
                <a:gd name="connsiteY9" fmla="*/ 0 h 48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732" h="482277">
                  <a:moveTo>
                    <a:pt x="591725" y="0"/>
                  </a:moveTo>
                  <a:cubicBezTo>
                    <a:pt x="620466" y="0"/>
                    <a:pt x="648867" y="1456"/>
                    <a:pt x="676858" y="4299"/>
                  </a:cubicBezTo>
                  <a:lnTo>
                    <a:pt x="748732" y="15268"/>
                  </a:lnTo>
                  <a:lnTo>
                    <a:pt x="685744" y="131313"/>
                  </a:lnTo>
                  <a:cubicBezTo>
                    <a:pt x="566040" y="308500"/>
                    <a:pt x="379924" y="437134"/>
                    <a:pt x="163113" y="481500"/>
                  </a:cubicBezTo>
                  <a:lnTo>
                    <a:pt x="158020" y="482277"/>
                  </a:lnTo>
                  <a:lnTo>
                    <a:pt x="89338" y="355741"/>
                  </a:lnTo>
                  <a:lnTo>
                    <a:pt x="0" y="247461"/>
                  </a:lnTo>
                  <a:lnTo>
                    <a:pt x="2960" y="243874"/>
                  </a:lnTo>
                  <a:cubicBezTo>
                    <a:pt x="153638" y="93196"/>
                    <a:pt x="361798" y="0"/>
                    <a:pt x="591725" y="0"/>
                  </a:cubicBezTo>
                  <a:close/>
                </a:path>
              </a:pathLst>
            </a:custGeom>
            <a:solidFill>
              <a:schemeClr val="bg2"/>
            </a:solidFill>
            <a:ln w="19050">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en-US" sz="800" b="1" dirty="0">
                <a:latin typeface="Helvetica Neue" charset="0"/>
                <a:ea typeface="Helvetica Neue" charset="0"/>
                <a:cs typeface="Helvetica Neue" charset="0"/>
              </a:endParaRPr>
            </a:p>
          </p:txBody>
        </p:sp>
        <p:sp>
          <p:nvSpPr>
            <p:cNvPr id="18" name="Freeform 10">
              <a:extLst>
                <a:ext uri="{FF2B5EF4-FFF2-40B4-BE49-F238E27FC236}">
                  <a16:creationId xmlns:a16="http://schemas.microsoft.com/office/drawing/2014/main" id="{3BCE3EB7-44F4-7A87-7B0C-1F85C11AFB65}"/>
                </a:ext>
              </a:extLst>
            </p:cNvPr>
            <p:cNvSpPr>
              <a:spLocks noChangeAspect="1"/>
            </p:cNvSpPr>
            <p:nvPr/>
          </p:nvSpPr>
          <p:spPr>
            <a:xfrm>
              <a:off x="5569450" y="3973555"/>
              <a:ext cx="610402" cy="1194022"/>
            </a:xfrm>
            <a:custGeom>
              <a:avLst/>
              <a:gdLst>
                <a:gd name="connsiteX0" fmla="*/ 398934 w 472454"/>
                <a:gd name="connsiteY0" fmla="*/ 0 h 924178"/>
                <a:gd name="connsiteX1" fmla="*/ 407021 w 472454"/>
                <a:gd name="connsiteY1" fmla="*/ 14899 h 924178"/>
                <a:gd name="connsiteX2" fmla="*/ 472454 w 472454"/>
                <a:gd name="connsiteY2" fmla="*/ 339000 h 924178"/>
                <a:gd name="connsiteX3" fmla="*/ 330252 w 472454"/>
                <a:gd name="connsiteY3" fmla="*/ 804536 h 924178"/>
                <a:gd name="connsiteX4" fmla="*/ 231540 w 472454"/>
                <a:gd name="connsiteY4" fmla="*/ 924178 h 924178"/>
                <a:gd name="connsiteX5" fmla="*/ 142202 w 472454"/>
                <a:gd name="connsiteY5" fmla="*/ 815898 h 924178"/>
                <a:gd name="connsiteX6" fmla="*/ 0 w 472454"/>
                <a:gd name="connsiteY6" fmla="*/ 350362 h 924178"/>
                <a:gd name="connsiteX7" fmla="*/ 65433 w 472454"/>
                <a:gd name="connsiteY7" fmla="*/ 26261 h 924178"/>
                <a:gd name="connsiteX8" fmla="*/ 79215 w 472454"/>
                <a:gd name="connsiteY8" fmla="*/ 871 h 924178"/>
                <a:gd name="connsiteX9" fmla="*/ 151088 w 472454"/>
                <a:gd name="connsiteY9" fmla="*/ 11840 h 924178"/>
                <a:gd name="connsiteX10" fmla="*/ 236221 w 472454"/>
                <a:gd name="connsiteY10" fmla="*/ 16139 h 924178"/>
                <a:gd name="connsiteX11" fmla="*/ 321354 w 472454"/>
                <a:gd name="connsiteY11" fmla="*/ 11840 h 924178"/>
                <a:gd name="connsiteX12" fmla="*/ 398934 w 472454"/>
                <a:gd name="connsiteY12" fmla="*/ 0 h 92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2454" h="924178">
                  <a:moveTo>
                    <a:pt x="398934" y="0"/>
                  </a:moveTo>
                  <a:lnTo>
                    <a:pt x="407021" y="14899"/>
                  </a:lnTo>
                  <a:cubicBezTo>
                    <a:pt x="449155" y="114515"/>
                    <a:pt x="472454" y="224037"/>
                    <a:pt x="472454" y="339000"/>
                  </a:cubicBezTo>
                  <a:cubicBezTo>
                    <a:pt x="472454" y="511445"/>
                    <a:pt x="420031" y="671647"/>
                    <a:pt x="330252" y="804536"/>
                  </a:cubicBezTo>
                  <a:lnTo>
                    <a:pt x="231540" y="924178"/>
                  </a:lnTo>
                  <a:lnTo>
                    <a:pt x="142202" y="815898"/>
                  </a:lnTo>
                  <a:cubicBezTo>
                    <a:pt x="52423" y="683009"/>
                    <a:pt x="0" y="522807"/>
                    <a:pt x="0" y="350362"/>
                  </a:cubicBezTo>
                  <a:cubicBezTo>
                    <a:pt x="0" y="235399"/>
                    <a:pt x="23299" y="125877"/>
                    <a:pt x="65433" y="26261"/>
                  </a:cubicBezTo>
                  <a:lnTo>
                    <a:pt x="79215" y="871"/>
                  </a:lnTo>
                  <a:lnTo>
                    <a:pt x="151088" y="11840"/>
                  </a:lnTo>
                  <a:cubicBezTo>
                    <a:pt x="179080" y="14683"/>
                    <a:pt x="207480" y="16139"/>
                    <a:pt x="236221" y="16139"/>
                  </a:cubicBezTo>
                  <a:cubicBezTo>
                    <a:pt x="264962" y="16139"/>
                    <a:pt x="293363" y="14683"/>
                    <a:pt x="321354" y="11840"/>
                  </a:cubicBezTo>
                  <a:lnTo>
                    <a:pt x="398934" y="0"/>
                  </a:lnTo>
                  <a:close/>
                </a:path>
              </a:pathLst>
            </a:custGeom>
            <a:solidFill>
              <a:schemeClr val="tx1"/>
            </a:solidFill>
            <a:ln w="19050">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en-US" sz="800" b="1" dirty="0">
                <a:latin typeface="Helvetica Neue" charset="0"/>
                <a:ea typeface="Helvetica Neue" charset="0"/>
                <a:cs typeface="Helvetica Neue" charset="0"/>
              </a:endParaRPr>
            </a:p>
          </p:txBody>
        </p:sp>
        <p:sp>
          <p:nvSpPr>
            <p:cNvPr id="19" name="Freeform 11">
              <a:extLst>
                <a:ext uri="{FF2B5EF4-FFF2-40B4-BE49-F238E27FC236}">
                  <a16:creationId xmlns:a16="http://schemas.microsoft.com/office/drawing/2014/main" id="{2BB82381-2C9B-D820-8F01-5E428C20357E}"/>
                </a:ext>
              </a:extLst>
            </p:cNvPr>
            <p:cNvSpPr>
              <a:spLocks noChangeAspect="1"/>
            </p:cNvSpPr>
            <p:nvPr/>
          </p:nvSpPr>
          <p:spPr>
            <a:xfrm>
              <a:off x="4786319" y="1842896"/>
              <a:ext cx="2151509" cy="1827280"/>
            </a:xfrm>
            <a:custGeom>
              <a:avLst/>
              <a:gdLst>
                <a:gd name="connsiteX0" fmla="*/ 832639 w 1665278"/>
                <a:gd name="connsiteY0" fmla="*/ 0 h 1414323"/>
                <a:gd name="connsiteX1" fmla="*/ 1665278 w 1665278"/>
                <a:gd name="connsiteY1" fmla="*/ 832639 h 1414323"/>
                <a:gd name="connsiteX2" fmla="*/ 1599845 w 1665278"/>
                <a:gd name="connsiteY2" fmla="*/ 1156740 h 1414323"/>
                <a:gd name="connsiteX3" fmla="*/ 1586064 w 1665278"/>
                <a:gd name="connsiteY3" fmla="*/ 1182130 h 1414323"/>
                <a:gd name="connsiteX4" fmla="*/ 1514190 w 1665278"/>
                <a:gd name="connsiteY4" fmla="*/ 1171161 h 1414323"/>
                <a:gd name="connsiteX5" fmla="*/ 1429057 w 1665278"/>
                <a:gd name="connsiteY5" fmla="*/ 1166862 h 1414323"/>
                <a:gd name="connsiteX6" fmla="*/ 840292 w 1665278"/>
                <a:gd name="connsiteY6" fmla="*/ 1410736 h 1414323"/>
                <a:gd name="connsiteX7" fmla="*/ 837332 w 1665278"/>
                <a:gd name="connsiteY7" fmla="*/ 1414323 h 1414323"/>
                <a:gd name="connsiteX8" fmla="*/ 824998 w 1665278"/>
                <a:gd name="connsiteY8" fmla="*/ 1399374 h 1414323"/>
                <a:gd name="connsiteX9" fmla="*/ 236233 w 1665278"/>
                <a:gd name="connsiteY9" fmla="*/ 1155500 h 1414323"/>
                <a:gd name="connsiteX10" fmla="*/ 151100 w 1665278"/>
                <a:gd name="connsiteY10" fmla="*/ 1159799 h 1414323"/>
                <a:gd name="connsiteX11" fmla="*/ 73520 w 1665278"/>
                <a:gd name="connsiteY11" fmla="*/ 1171639 h 1414323"/>
                <a:gd name="connsiteX12" fmla="*/ 65433 w 1665278"/>
                <a:gd name="connsiteY12" fmla="*/ 1156740 h 1414323"/>
                <a:gd name="connsiteX13" fmla="*/ 0 w 1665278"/>
                <a:gd name="connsiteY13" fmla="*/ 832639 h 1414323"/>
                <a:gd name="connsiteX14" fmla="*/ 832639 w 1665278"/>
                <a:gd name="connsiteY14" fmla="*/ 0 h 141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65278" h="1414323">
                  <a:moveTo>
                    <a:pt x="832639" y="0"/>
                  </a:moveTo>
                  <a:cubicBezTo>
                    <a:pt x="1292493" y="0"/>
                    <a:pt x="1665278" y="372785"/>
                    <a:pt x="1665278" y="832639"/>
                  </a:cubicBezTo>
                  <a:cubicBezTo>
                    <a:pt x="1665278" y="947602"/>
                    <a:pt x="1641979" y="1057124"/>
                    <a:pt x="1599845" y="1156740"/>
                  </a:cubicBezTo>
                  <a:lnTo>
                    <a:pt x="1586064" y="1182130"/>
                  </a:lnTo>
                  <a:lnTo>
                    <a:pt x="1514190" y="1171161"/>
                  </a:lnTo>
                  <a:cubicBezTo>
                    <a:pt x="1486199" y="1168318"/>
                    <a:pt x="1457798" y="1166862"/>
                    <a:pt x="1429057" y="1166862"/>
                  </a:cubicBezTo>
                  <a:cubicBezTo>
                    <a:pt x="1199130" y="1166862"/>
                    <a:pt x="990970" y="1260058"/>
                    <a:pt x="840292" y="1410736"/>
                  </a:cubicBezTo>
                  <a:lnTo>
                    <a:pt x="837332" y="1414323"/>
                  </a:lnTo>
                  <a:lnTo>
                    <a:pt x="824998" y="1399374"/>
                  </a:lnTo>
                  <a:cubicBezTo>
                    <a:pt x="674320" y="1248696"/>
                    <a:pt x="466160" y="1155500"/>
                    <a:pt x="236233" y="1155500"/>
                  </a:cubicBezTo>
                  <a:cubicBezTo>
                    <a:pt x="207492" y="1155500"/>
                    <a:pt x="179092" y="1156956"/>
                    <a:pt x="151100" y="1159799"/>
                  </a:cubicBezTo>
                  <a:lnTo>
                    <a:pt x="73520" y="1171639"/>
                  </a:lnTo>
                  <a:lnTo>
                    <a:pt x="65433" y="1156740"/>
                  </a:lnTo>
                  <a:cubicBezTo>
                    <a:pt x="23299" y="1057124"/>
                    <a:pt x="0" y="947602"/>
                    <a:pt x="0" y="832639"/>
                  </a:cubicBezTo>
                  <a:cubicBezTo>
                    <a:pt x="0" y="372785"/>
                    <a:pt x="372785" y="0"/>
                    <a:pt x="832639" y="0"/>
                  </a:cubicBezTo>
                  <a:close/>
                </a:path>
              </a:pathLst>
            </a:custGeom>
            <a:solidFill>
              <a:schemeClr val="bg2"/>
            </a:solidFill>
            <a:ln w="19050">
              <a:solidFill>
                <a:schemeClr val="tx1">
                  <a:lumMod val="10000"/>
                  <a:lumOff val="90000"/>
                </a:schemeClr>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800" b="1" dirty="0">
                  <a:solidFill>
                    <a:schemeClr val="bg1"/>
                  </a:solidFill>
                  <a:latin typeface="Arial (Body)"/>
                  <a:ea typeface="Archer" charset="0"/>
                  <a:cs typeface="Archer" charset="0"/>
                </a:rPr>
                <a:t>Good Fit </a:t>
              </a:r>
            </a:p>
            <a:p>
              <a:pPr algn="ctr"/>
              <a:r>
                <a:rPr lang="en-US" sz="800" b="1" dirty="0">
                  <a:solidFill>
                    <a:schemeClr val="bg1"/>
                  </a:solidFill>
                  <a:latin typeface="Arial (Body)"/>
                  <a:ea typeface="Archer" charset="0"/>
                  <a:cs typeface="Archer" charset="0"/>
                </a:rPr>
                <a:t>For me?</a:t>
              </a:r>
            </a:p>
          </p:txBody>
        </p:sp>
        <p:sp>
          <p:nvSpPr>
            <p:cNvPr id="20" name="Freeform 12">
              <a:extLst>
                <a:ext uri="{FF2B5EF4-FFF2-40B4-BE49-F238E27FC236}">
                  <a16:creationId xmlns:a16="http://schemas.microsoft.com/office/drawing/2014/main" id="{FE507F02-5681-9825-E210-502EE9E9A99F}"/>
                </a:ext>
              </a:extLst>
            </p:cNvPr>
            <p:cNvSpPr>
              <a:spLocks noChangeAspect="1"/>
            </p:cNvSpPr>
            <p:nvPr/>
          </p:nvSpPr>
          <p:spPr>
            <a:xfrm>
              <a:off x="4033360" y="3356633"/>
              <a:ext cx="1840253" cy="2130659"/>
            </a:xfrm>
            <a:custGeom>
              <a:avLst/>
              <a:gdLst>
                <a:gd name="connsiteX0" fmla="*/ 669926 w 1424364"/>
                <a:gd name="connsiteY0" fmla="*/ 0 h 1649139"/>
                <a:gd name="connsiteX1" fmla="*/ 738608 w 1424364"/>
                <a:gd name="connsiteY1" fmla="*/ 126536 h 1649139"/>
                <a:gd name="connsiteX2" fmla="*/ 1261239 w 1424364"/>
                <a:gd name="connsiteY2" fmla="*/ 476723 h 1649139"/>
                <a:gd name="connsiteX3" fmla="*/ 1272039 w 1424364"/>
                <a:gd name="connsiteY3" fmla="*/ 478371 h 1649139"/>
                <a:gd name="connsiteX4" fmla="*/ 1258257 w 1424364"/>
                <a:gd name="connsiteY4" fmla="*/ 503761 h 1649139"/>
                <a:gd name="connsiteX5" fmla="*/ 1192824 w 1424364"/>
                <a:gd name="connsiteY5" fmla="*/ 827862 h 1649139"/>
                <a:gd name="connsiteX6" fmla="*/ 1335026 w 1424364"/>
                <a:gd name="connsiteY6" fmla="*/ 1293398 h 1649139"/>
                <a:gd name="connsiteX7" fmla="*/ 1424364 w 1424364"/>
                <a:gd name="connsiteY7" fmla="*/ 1401678 h 1649139"/>
                <a:gd name="connsiteX8" fmla="*/ 1421404 w 1424364"/>
                <a:gd name="connsiteY8" fmla="*/ 1405265 h 1649139"/>
                <a:gd name="connsiteX9" fmla="*/ 832639 w 1424364"/>
                <a:gd name="connsiteY9" fmla="*/ 1649139 h 1649139"/>
                <a:gd name="connsiteX10" fmla="*/ 0 w 1424364"/>
                <a:gd name="connsiteY10" fmla="*/ 816500 h 1649139"/>
                <a:gd name="connsiteX11" fmla="*/ 664833 w 1424364"/>
                <a:gd name="connsiteY11" fmla="*/ 777 h 1649139"/>
                <a:gd name="connsiteX12" fmla="*/ 669926 w 1424364"/>
                <a:gd name="connsiteY12" fmla="*/ 0 h 164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4364" h="1649139">
                  <a:moveTo>
                    <a:pt x="669926" y="0"/>
                  </a:moveTo>
                  <a:lnTo>
                    <a:pt x="738608" y="126536"/>
                  </a:lnTo>
                  <a:cubicBezTo>
                    <a:pt x="858313" y="303723"/>
                    <a:pt x="1044428" y="432357"/>
                    <a:pt x="1261239" y="476723"/>
                  </a:cubicBezTo>
                  <a:lnTo>
                    <a:pt x="1272039" y="478371"/>
                  </a:lnTo>
                  <a:lnTo>
                    <a:pt x="1258257" y="503761"/>
                  </a:lnTo>
                  <a:cubicBezTo>
                    <a:pt x="1216123" y="603377"/>
                    <a:pt x="1192824" y="712899"/>
                    <a:pt x="1192824" y="827862"/>
                  </a:cubicBezTo>
                  <a:cubicBezTo>
                    <a:pt x="1192824" y="1000307"/>
                    <a:pt x="1245247" y="1160509"/>
                    <a:pt x="1335026" y="1293398"/>
                  </a:cubicBezTo>
                  <a:lnTo>
                    <a:pt x="1424364" y="1401678"/>
                  </a:lnTo>
                  <a:lnTo>
                    <a:pt x="1421404" y="1405265"/>
                  </a:lnTo>
                  <a:cubicBezTo>
                    <a:pt x="1270726" y="1555943"/>
                    <a:pt x="1062566" y="1649139"/>
                    <a:pt x="832639" y="1649139"/>
                  </a:cubicBezTo>
                  <a:cubicBezTo>
                    <a:pt x="372785" y="1649139"/>
                    <a:pt x="0" y="1276354"/>
                    <a:pt x="0" y="816500"/>
                  </a:cubicBezTo>
                  <a:cubicBezTo>
                    <a:pt x="0" y="414128"/>
                    <a:pt x="285414" y="78418"/>
                    <a:pt x="664833" y="777"/>
                  </a:cubicBezTo>
                  <a:lnTo>
                    <a:pt x="669926" y="0"/>
                  </a:lnTo>
                  <a:close/>
                </a:path>
              </a:pathLst>
            </a:custGeom>
            <a:solidFill>
              <a:schemeClr val="tx1"/>
            </a:solidFill>
            <a:ln w="19050">
              <a:solidFill>
                <a:schemeClr val="tx1">
                  <a:lumMod val="10000"/>
                  <a:lumOff val="90000"/>
                </a:schemeClr>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88900"/>
              <a:r>
                <a:rPr lang="en-US" sz="800" b="1" noProof="0" dirty="0">
                  <a:solidFill>
                    <a:schemeClr val="bg1"/>
                  </a:solidFill>
                  <a:latin typeface="Arial (Body)"/>
                  <a:ea typeface="Archer" charset="0"/>
                  <a:cs typeface="Archer" charset="0"/>
                </a:rPr>
                <a:t>  </a:t>
              </a:r>
              <a:r>
                <a:rPr lang="en-US" sz="800" b="1" dirty="0">
                  <a:solidFill>
                    <a:schemeClr val="bg1"/>
                  </a:solidFill>
                  <a:latin typeface="Arial (Body)"/>
                  <a:ea typeface="Archer" charset="0"/>
                  <a:cs typeface="Archer" charset="0"/>
                </a:rPr>
                <a:t>    Good Company? </a:t>
              </a:r>
            </a:p>
          </p:txBody>
        </p:sp>
        <p:sp>
          <p:nvSpPr>
            <p:cNvPr id="21" name="Freeform 13">
              <a:extLst>
                <a:ext uri="{FF2B5EF4-FFF2-40B4-BE49-F238E27FC236}">
                  <a16:creationId xmlns:a16="http://schemas.microsoft.com/office/drawing/2014/main" id="{87FF4A7C-BD16-467E-4F53-FC489754FB9E}"/>
                </a:ext>
              </a:extLst>
            </p:cNvPr>
            <p:cNvSpPr>
              <a:spLocks noChangeAspect="1"/>
            </p:cNvSpPr>
            <p:nvPr/>
          </p:nvSpPr>
          <p:spPr>
            <a:xfrm>
              <a:off x="5856027" y="3370187"/>
              <a:ext cx="1852364" cy="2131784"/>
            </a:xfrm>
            <a:custGeom>
              <a:avLst/>
              <a:gdLst>
                <a:gd name="connsiteX0" fmla="*/ 758106 w 1433738"/>
                <a:gd name="connsiteY0" fmla="*/ 0 h 1650010"/>
                <a:gd name="connsiteX1" fmla="*/ 768905 w 1433738"/>
                <a:gd name="connsiteY1" fmla="*/ 1648 h 1650010"/>
                <a:gd name="connsiteX2" fmla="*/ 1433738 w 1433738"/>
                <a:gd name="connsiteY2" fmla="*/ 817371 h 1650010"/>
                <a:gd name="connsiteX3" fmla="*/ 601099 w 1433738"/>
                <a:gd name="connsiteY3" fmla="*/ 1650010 h 1650010"/>
                <a:gd name="connsiteX4" fmla="*/ 12334 w 1433738"/>
                <a:gd name="connsiteY4" fmla="*/ 1406136 h 1650010"/>
                <a:gd name="connsiteX5" fmla="*/ 0 w 1433738"/>
                <a:gd name="connsiteY5" fmla="*/ 1391187 h 1650010"/>
                <a:gd name="connsiteX6" fmla="*/ 98712 w 1433738"/>
                <a:gd name="connsiteY6" fmla="*/ 1271545 h 1650010"/>
                <a:gd name="connsiteX7" fmla="*/ 240914 w 1433738"/>
                <a:gd name="connsiteY7" fmla="*/ 806009 h 1650010"/>
                <a:gd name="connsiteX8" fmla="*/ 175481 w 1433738"/>
                <a:gd name="connsiteY8" fmla="*/ 481908 h 1650010"/>
                <a:gd name="connsiteX9" fmla="*/ 167394 w 1433738"/>
                <a:gd name="connsiteY9" fmla="*/ 467009 h 1650010"/>
                <a:gd name="connsiteX10" fmla="*/ 172487 w 1433738"/>
                <a:gd name="connsiteY10" fmla="*/ 466232 h 1650010"/>
                <a:gd name="connsiteX11" fmla="*/ 695118 w 1433738"/>
                <a:gd name="connsiteY11" fmla="*/ 116045 h 1650010"/>
                <a:gd name="connsiteX12" fmla="*/ 758106 w 1433738"/>
                <a:gd name="connsiteY12" fmla="*/ 0 h 165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738" h="1650010">
                  <a:moveTo>
                    <a:pt x="758106" y="0"/>
                  </a:moveTo>
                  <a:lnTo>
                    <a:pt x="768905" y="1648"/>
                  </a:lnTo>
                  <a:cubicBezTo>
                    <a:pt x="1148325" y="79289"/>
                    <a:pt x="1433738" y="414999"/>
                    <a:pt x="1433738" y="817371"/>
                  </a:cubicBezTo>
                  <a:cubicBezTo>
                    <a:pt x="1433738" y="1277225"/>
                    <a:pt x="1060953" y="1650010"/>
                    <a:pt x="601099" y="1650010"/>
                  </a:cubicBezTo>
                  <a:cubicBezTo>
                    <a:pt x="371172" y="1650010"/>
                    <a:pt x="163012" y="1556814"/>
                    <a:pt x="12334" y="1406136"/>
                  </a:cubicBezTo>
                  <a:lnTo>
                    <a:pt x="0" y="1391187"/>
                  </a:lnTo>
                  <a:lnTo>
                    <a:pt x="98712" y="1271545"/>
                  </a:lnTo>
                  <a:cubicBezTo>
                    <a:pt x="188491" y="1138656"/>
                    <a:pt x="240914" y="978454"/>
                    <a:pt x="240914" y="806009"/>
                  </a:cubicBezTo>
                  <a:cubicBezTo>
                    <a:pt x="240914" y="691046"/>
                    <a:pt x="217615" y="581524"/>
                    <a:pt x="175481" y="481908"/>
                  </a:cubicBezTo>
                  <a:lnTo>
                    <a:pt x="167394" y="467009"/>
                  </a:lnTo>
                  <a:lnTo>
                    <a:pt x="172487" y="466232"/>
                  </a:lnTo>
                  <a:cubicBezTo>
                    <a:pt x="389298" y="421866"/>
                    <a:pt x="575414" y="293232"/>
                    <a:pt x="695118" y="116045"/>
                  </a:cubicBezTo>
                  <a:lnTo>
                    <a:pt x="758106" y="0"/>
                  </a:lnTo>
                  <a:close/>
                </a:path>
              </a:pathLst>
            </a:custGeom>
            <a:solidFill>
              <a:schemeClr val="tx1"/>
            </a:solidFill>
            <a:ln w="19050">
              <a:solidFill>
                <a:schemeClr val="tx1">
                  <a:lumMod val="10000"/>
                  <a:lumOff val="90000"/>
                </a:schemeClr>
              </a:solidFill>
            </a:ln>
            <a:effectLst/>
          </p:spPr>
          <p:style>
            <a:lnRef idx="1">
              <a:schemeClr val="accent1"/>
            </a:lnRef>
            <a:fillRef idx="3">
              <a:schemeClr val="accent1"/>
            </a:fillRef>
            <a:effectRef idx="2">
              <a:schemeClr val="accent1"/>
            </a:effectRef>
            <a:fontRef idx="minor">
              <a:schemeClr val="lt1"/>
            </a:fontRef>
          </p:style>
          <p:txBody>
            <a:bodyPr lIns="36000" rIns="0" rtlCol="0" anchor="ctr"/>
            <a:lstStyle/>
            <a:p>
              <a:pPr marL="182563" lvl="1"/>
              <a:r>
                <a:rPr lang="en-US" sz="800" b="1" dirty="0">
                  <a:solidFill>
                    <a:schemeClr val="bg1"/>
                  </a:solidFill>
                  <a:latin typeface="Arial (Body)"/>
                  <a:ea typeface="Archer" charset="0"/>
                  <a:cs typeface="Archer" charset="0"/>
                </a:rPr>
                <a:t>Good Price?</a:t>
              </a:r>
            </a:p>
          </p:txBody>
        </p:sp>
        <p:sp>
          <p:nvSpPr>
            <p:cNvPr id="42" name="Freeform 14">
              <a:extLst>
                <a:ext uri="{FF2B5EF4-FFF2-40B4-BE49-F238E27FC236}">
                  <a16:creationId xmlns:a16="http://schemas.microsoft.com/office/drawing/2014/main" id="{30EED9AC-BC9A-07F8-25DE-1FADA68B5B95}"/>
                </a:ext>
              </a:extLst>
            </p:cNvPr>
            <p:cNvSpPr>
              <a:spLocks noChangeAspect="1"/>
            </p:cNvSpPr>
            <p:nvPr/>
          </p:nvSpPr>
          <p:spPr>
            <a:xfrm>
              <a:off x="5659226" y="3670176"/>
              <a:ext cx="413071" cy="324229"/>
            </a:xfrm>
            <a:custGeom>
              <a:avLst/>
              <a:gdLst>
                <a:gd name="connsiteX0" fmla="*/ 161699 w 319719"/>
                <a:gd name="connsiteY0" fmla="*/ 0 h 250955"/>
                <a:gd name="connsiteX1" fmla="*/ 251037 w 319719"/>
                <a:gd name="connsiteY1" fmla="*/ 108280 h 250955"/>
                <a:gd name="connsiteX2" fmla="*/ 319719 w 319719"/>
                <a:gd name="connsiteY2" fmla="*/ 234816 h 250955"/>
                <a:gd name="connsiteX3" fmla="*/ 242139 w 319719"/>
                <a:gd name="connsiteY3" fmla="*/ 246656 h 250955"/>
                <a:gd name="connsiteX4" fmla="*/ 157006 w 319719"/>
                <a:gd name="connsiteY4" fmla="*/ 250955 h 250955"/>
                <a:gd name="connsiteX5" fmla="*/ 71873 w 319719"/>
                <a:gd name="connsiteY5" fmla="*/ 246656 h 250955"/>
                <a:gd name="connsiteX6" fmla="*/ 0 w 319719"/>
                <a:gd name="connsiteY6" fmla="*/ 235687 h 250955"/>
                <a:gd name="connsiteX7" fmla="*/ 62987 w 319719"/>
                <a:gd name="connsiteY7" fmla="*/ 119642 h 250955"/>
                <a:gd name="connsiteX8" fmla="*/ 161699 w 319719"/>
                <a:gd name="connsiteY8" fmla="*/ 0 h 250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719" h="250955">
                  <a:moveTo>
                    <a:pt x="161699" y="0"/>
                  </a:moveTo>
                  <a:lnTo>
                    <a:pt x="251037" y="108280"/>
                  </a:lnTo>
                  <a:lnTo>
                    <a:pt x="319719" y="234816"/>
                  </a:lnTo>
                  <a:lnTo>
                    <a:pt x="242139" y="246656"/>
                  </a:lnTo>
                  <a:cubicBezTo>
                    <a:pt x="214148" y="249499"/>
                    <a:pt x="185747" y="250955"/>
                    <a:pt x="157006" y="250955"/>
                  </a:cubicBezTo>
                  <a:cubicBezTo>
                    <a:pt x="128265" y="250955"/>
                    <a:pt x="99865" y="249499"/>
                    <a:pt x="71873" y="246656"/>
                  </a:cubicBezTo>
                  <a:lnTo>
                    <a:pt x="0" y="235687"/>
                  </a:lnTo>
                  <a:lnTo>
                    <a:pt x="62987" y="119642"/>
                  </a:lnTo>
                  <a:lnTo>
                    <a:pt x="161699" y="0"/>
                  </a:lnTo>
                  <a:close/>
                </a:path>
              </a:pathLst>
            </a:custGeom>
            <a:solidFill>
              <a:schemeClr val="accent3"/>
            </a:solidFill>
            <a:ln w="19050">
              <a:solidFill>
                <a:schemeClr val="tx1">
                  <a:lumMod val="10000"/>
                  <a:lumOff val="90000"/>
                </a:schemeClr>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en-US" sz="800" b="1" dirty="0">
                <a:latin typeface="Helvetica Neue" charset="0"/>
                <a:ea typeface="Helvetica Neue" charset="0"/>
                <a:cs typeface="Helvetica Neue" charset="0"/>
              </a:endParaRPr>
            </a:p>
          </p:txBody>
        </p:sp>
      </p:grpSp>
      <p:sp>
        <p:nvSpPr>
          <p:cNvPr id="41" name="Rectangle: Rounded Corners 40">
            <a:extLst>
              <a:ext uri="{FF2B5EF4-FFF2-40B4-BE49-F238E27FC236}">
                <a16:creationId xmlns:a16="http://schemas.microsoft.com/office/drawing/2014/main" id="{E0F90E21-B1D3-1721-40E5-DBA7DE2BBC71}"/>
              </a:ext>
            </a:extLst>
          </p:cNvPr>
          <p:cNvSpPr/>
          <p:nvPr/>
        </p:nvSpPr>
        <p:spPr>
          <a:xfrm>
            <a:off x="2349043" y="706704"/>
            <a:ext cx="9345084" cy="482815"/>
          </a:xfrm>
          <a:prstGeom prst="roundRect">
            <a:avLst>
              <a:gd name="adj" fmla="val 5002"/>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55" name="Rectangle: Rounded Corners 54">
            <a:extLst>
              <a:ext uri="{FF2B5EF4-FFF2-40B4-BE49-F238E27FC236}">
                <a16:creationId xmlns:a16="http://schemas.microsoft.com/office/drawing/2014/main" id="{20283A14-FB83-7055-0B23-EA4DE22E1C55}"/>
              </a:ext>
            </a:extLst>
          </p:cNvPr>
          <p:cNvSpPr/>
          <p:nvPr/>
        </p:nvSpPr>
        <p:spPr>
          <a:xfrm>
            <a:off x="542118" y="3067109"/>
            <a:ext cx="1766005" cy="642021"/>
          </a:xfrm>
          <a:prstGeom prst="roundRect">
            <a:avLst>
              <a:gd name="adj" fmla="val 338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sz="1200" b="1" kern="0" dirty="0">
                <a:solidFill>
                  <a:schemeClr val="bg1"/>
                </a:solidFill>
              </a:rPr>
              <a:t>Stock Watchlist and Screener in Excel with real-time data</a:t>
            </a:r>
          </a:p>
        </p:txBody>
      </p:sp>
      <p:sp>
        <p:nvSpPr>
          <p:cNvPr id="56" name="Rectangle: Rounded Corners 55">
            <a:extLst>
              <a:ext uri="{FF2B5EF4-FFF2-40B4-BE49-F238E27FC236}">
                <a16:creationId xmlns:a16="http://schemas.microsoft.com/office/drawing/2014/main" id="{0102D67A-7A04-81F0-6A8B-21B3293A568A}"/>
              </a:ext>
            </a:extLst>
          </p:cNvPr>
          <p:cNvSpPr/>
          <p:nvPr/>
        </p:nvSpPr>
        <p:spPr>
          <a:xfrm>
            <a:off x="542118" y="2452844"/>
            <a:ext cx="1766005" cy="576696"/>
          </a:xfrm>
          <a:prstGeom prst="roundRect">
            <a:avLst>
              <a:gd name="adj" fmla="val 338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sz="1200" b="1" kern="0" dirty="0">
                <a:solidFill>
                  <a:schemeClr val="bg1"/>
                </a:solidFill>
              </a:rPr>
              <a:t>Warren Buffett Value Investing Strategy </a:t>
            </a:r>
          </a:p>
        </p:txBody>
      </p:sp>
      <p:sp>
        <p:nvSpPr>
          <p:cNvPr id="57" name="Rectangle: Rounded Corners 56">
            <a:extLst>
              <a:ext uri="{FF2B5EF4-FFF2-40B4-BE49-F238E27FC236}">
                <a16:creationId xmlns:a16="http://schemas.microsoft.com/office/drawing/2014/main" id="{99408376-5CBD-392C-AB11-3ABAE427D0BB}"/>
              </a:ext>
            </a:extLst>
          </p:cNvPr>
          <p:cNvSpPr/>
          <p:nvPr/>
        </p:nvSpPr>
        <p:spPr>
          <a:xfrm>
            <a:off x="542119" y="3744839"/>
            <a:ext cx="1766005" cy="2487323"/>
          </a:xfrm>
          <a:prstGeom prst="roundRect">
            <a:avLst>
              <a:gd name="adj" fmla="val 1319"/>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sz="1200" b="1" kern="0" dirty="0">
                <a:solidFill>
                  <a:schemeClr val="bg1"/>
                </a:solidFill>
              </a:rPr>
              <a:t>Detailed Stock Investment Decision-making Process</a:t>
            </a:r>
            <a:endParaRPr lang="en-US" sz="1200" b="1" dirty="0">
              <a:solidFill>
                <a:schemeClr val="bg1"/>
              </a:solidFill>
            </a:endParaRPr>
          </a:p>
        </p:txBody>
      </p:sp>
      <p:sp>
        <p:nvSpPr>
          <p:cNvPr id="58" name="Rectangle: Rounded Corners 57">
            <a:extLst>
              <a:ext uri="{FF2B5EF4-FFF2-40B4-BE49-F238E27FC236}">
                <a16:creationId xmlns:a16="http://schemas.microsoft.com/office/drawing/2014/main" id="{B80FFF0A-55B1-646F-3E4F-A63311BA7AEB}"/>
              </a:ext>
            </a:extLst>
          </p:cNvPr>
          <p:cNvSpPr/>
          <p:nvPr/>
        </p:nvSpPr>
        <p:spPr>
          <a:xfrm>
            <a:off x="542118" y="6274665"/>
            <a:ext cx="1766005" cy="432000"/>
          </a:xfrm>
          <a:prstGeom prst="roundRect">
            <a:avLst>
              <a:gd name="adj" fmla="val 9412"/>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sz="1200" b="1" kern="0" dirty="0">
                <a:solidFill>
                  <a:schemeClr val="bg1"/>
                </a:solidFill>
              </a:rPr>
              <a:t>Stock Portfolio Management</a:t>
            </a:r>
          </a:p>
        </p:txBody>
      </p:sp>
      <p:sp>
        <p:nvSpPr>
          <p:cNvPr id="59" name="Rectangle: Rounded Corners 58">
            <a:extLst>
              <a:ext uri="{FF2B5EF4-FFF2-40B4-BE49-F238E27FC236}">
                <a16:creationId xmlns:a16="http://schemas.microsoft.com/office/drawing/2014/main" id="{716C4EB8-ACDF-BD73-008C-09CD338D33D6}"/>
              </a:ext>
            </a:extLst>
          </p:cNvPr>
          <p:cNvSpPr/>
          <p:nvPr/>
        </p:nvSpPr>
        <p:spPr>
          <a:xfrm>
            <a:off x="542118" y="706704"/>
            <a:ext cx="1766005" cy="482815"/>
          </a:xfrm>
          <a:prstGeom prst="roundRect">
            <a:avLst>
              <a:gd name="adj" fmla="val 5002"/>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sz="1200" b="1" kern="0" dirty="0">
                <a:solidFill>
                  <a:schemeClr val="bg1"/>
                </a:solidFill>
              </a:rPr>
              <a:t>Personal Finance</a:t>
            </a:r>
          </a:p>
        </p:txBody>
      </p:sp>
      <p:sp>
        <p:nvSpPr>
          <p:cNvPr id="60" name="Rectangle: Rounded Corners 59">
            <a:extLst>
              <a:ext uri="{FF2B5EF4-FFF2-40B4-BE49-F238E27FC236}">
                <a16:creationId xmlns:a16="http://schemas.microsoft.com/office/drawing/2014/main" id="{950386A3-5736-A8AC-AC15-B78EEEEF4849}"/>
              </a:ext>
            </a:extLst>
          </p:cNvPr>
          <p:cNvSpPr/>
          <p:nvPr/>
        </p:nvSpPr>
        <p:spPr>
          <a:xfrm>
            <a:off x="2349043" y="1227089"/>
            <a:ext cx="9345084" cy="1188186"/>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61" name="Rectangle: Rounded Corners 60">
            <a:extLst>
              <a:ext uri="{FF2B5EF4-FFF2-40B4-BE49-F238E27FC236}">
                <a16:creationId xmlns:a16="http://schemas.microsoft.com/office/drawing/2014/main" id="{5A0DE9CB-1E41-0FFE-854F-326E620150E0}"/>
              </a:ext>
            </a:extLst>
          </p:cNvPr>
          <p:cNvSpPr/>
          <p:nvPr/>
        </p:nvSpPr>
        <p:spPr>
          <a:xfrm>
            <a:off x="542118" y="1227089"/>
            <a:ext cx="1766005" cy="1188186"/>
          </a:xfrm>
          <a:prstGeom prst="roundRect">
            <a:avLst>
              <a:gd name="adj" fmla="val 338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US" sz="1200" b="1" kern="0" dirty="0">
                <a:solidFill>
                  <a:schemeClr val="bg1"/>
                </a:solidFill>
              </a:rPr>
              <a:t>Warren Buffett Value Investing Philosophy </a:t>
            </a:r>
          </a:p>
        </p:txBody>
      </p:sp>
      <p:pic>
        <p:nvPicPr>
          <p:cNvPr id="62" name="Picture 2">
            <a:extLst>
              <a:ext uri="{FF2B5EF4-FFF2-40B4-BE49-F238E27FC236}">
                <a16:creationId xmlns:a16="http://schemas.microsoft.com/office/drawing/2014/main" id="{05FD9113-B55B-048B-70F7-80A1F6C3A9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60846" y="1274716"/>
            <a:ext cx="706679" cy="1087200"/>
          </a:xfrm>
          <a:prstGeom prst="rect">
            <a:avLst/>
          </a:prstGeom>
          <a:noFill/>
          <a:extLst>
            <a:ext uri="{909E8E84-426E-40DD-AFC4-6F175D3DCCD1}">
              <a14:hiddenFill xmlns:a14="http://schemas.microsoft.com/office/drawing/2010/main">
                <a:solidFill>
                  <a:srgbClr val="FFFFFF"/>
                </a:solidFill>
              </a14:hiddenFill>
            </a:ext>
          </a:extLst>
        </p:spPr>
      </p:pic>
      <p:sp>
        <p:nvSpPr>
          <p:cNvPr id="66" name="Rectangle: Rounded Corners 65">
            <a:extLst>
              <a:ext uri="{FF2B5EF4-FFF2-40B4-BE49-F238E27FC236}">
                <a16:creationId xmlns:a16="http://schemas.microsoft.com/office/drawing/2014/main" id="{0D3C1B66-8E0C-D72F-412D-7755F1A6BB5F}"/>
              </a:ext>
            </a:extLst>
          </p:cNvPr>
          <p:cNvSpPr/>
          <p:nvPr/>
        </p:nvSpPr>
        <p:spPr>
          <a:xfrm>
            <a:off x="2475286" y="796747"/>
            <a:ext cx="2664000" cy="324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1050" b="1" dirty="0">
                <a:solidFill>
                  <a:schemeClr val="bg1"/>
                </a:solidFill>
              </a:rPr>
              <a:t>Net Worth Calculator and Dashboard</a:t>
            </a:r>
          </a:p>
        </p:txBody>
      </p:sp>
      <p:sp>
        <p:nvSpPr>
          <p:cNvPr id="67" name="Rectangle: Rounded Corners 66">
            <a:extLst>
              <a:ext uri="{FF2B5EF4-FFF2-40B4-BE49-F238E27FC236}">
                <a16:creationId xmlns:a16="http://schemas.microsoft.com/office/drawing/2014/main" id="{F4360C05-2311-74DD-CE5A-C774488B08D5}"/>
              </a:ext>
            </a:extLst>
          </p:cNvPr>
          <p:cNvSpPr/>
          <p:nvPr/>
        </p:nvSpPr>
        <p:spPr>
          <a:xfrm>
            <a:off x="5689751" y="796747"/>
            <a:ext cx="2664000" cy="324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1050" b="1" dirty="0">
                <a:solidFill>
                  <a:schemeClr val="bg1"/>
                </a:solidFill>
              </a:rPr>
              <a:t>Income, Costs and Savings Calculator and Dashboard</a:t>
            </a:r>
          </a:p>
        </p:txBody>
      </p:sp>
      <p:sp>
        <p:nvSpPr>
          <p:cNvPr id="68" name="Rectangle: Rounded Corners 67">
            <a:extLst>
              <a:ext uri="{FF2B5EF4-FFF2-40B4-BE49-F238E27FC236}">
                <a16:creationId xmlns:a16="http://schemas.microsoft.com/office/drawing/2014/main" id="{EBCC46C8-1826-FE2D-12E4-C62BE65C45A0}"/>
              </a:ext>
            </a:extLst>
          </p:cNvPr>
          <p:cNvSpPr/>
          <p:nvPr/>
        </p:nvSpPr>
        <p:spPr>
          <a:xfrm>
            <a:off x="8904216" y="796747"/>
            <a:ext cx="2664000" cy="324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1050" b="1" dirty="0">
                <a:solidFill>
                  <a:schemeClr val="bg1"/>
                </a:solidFill>
              </a:rPr>
              <a:t>Investment Options and Recommendations for Building Wealth</a:t>
            </a:r>
          </a:p>
        </p:txBody>
      </p:sp>
      <p:pic>
        <p:nvPicPr>
          <p:cNvPr id="3074" name="Picture 2">
            <a:extLst>
              <a:ext uri="{FF2B5EF4-FFF2-40B4-BE49-F238E27FC236}">
                <a16:creationId xmlns:a16="http://schemas.microsoft.com/office/drawing/2014/main" id="{ED49AD35-5F0F-A240-62A2-BE0DFD27C4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37959" y="1274716"/>
            <a:ext cx="724800" cy="1087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22C777E-D054-9105-FA0D-89836EFE114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51845" y="1274716"/>
            <a:ext cx="723542" cy="10872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1B6EA23E-7791-7EAB-3E22-07FA98D9F48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53236" y="1274716"/>
            <a:ext cx="723290" cy="1087200"/>
          </a:xfrm>
          <a:prstGeom prst="rect">
            <a:avLst/>
          </a:prstGeom>
          <a:noFill/>
          <a:extLst>
            <a:ext uri="{909E8E84-426E-40DD-AFC4-6F175D3DCCD1}">
              <a14:hiddenFill xmlns:a14="http://schemas.microsoft.com/office/drawing/2010/main">
                <a:solidFill>
                  <a:srgbClr val="FFFFFF"/>
                </a:solidFill>
              </a14:hiddenFill>
            </a:ext>
          </a:extLst>
        </p:spPr>
      </p:pic>
      <p:sp>
        <p:nvSpPr>
          <p:cNvPr id="69" name="Rectangle: Rounded Corners 68">
            <a:extLst>
              <a:ext uri="{FF2B5EF4-FFF2-40B4-BE49-F238E27FC236}">
                <a16:creationId xmlns:a16="http://schemas.microsoft.com/office/drawing/2014/main" id="{3FD7B51F-589E-97B8-8AE2-DEC0B0E062BB}"/>
              </a:ext>
            </a:extLst>
          </p:cNvPr>
          <p:cNvSpPr/>
          <p:nvPr/>
        </p:nvSpPr>
        <p:spPr>
          <a:xfrm>
            <a:off x="2380267" y="2536235"/>
            <a:ext cx="1116000" cy="40751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R="0" lvl="0" algn="ctr" defTabSz="914400" rtl="0" eaLnBrk="1" fontAlgn="auto" latinLnBrk="0" hangingPunct="1">
              <a:lnSpc>
                <a:spcPct val="100000"/>
              </a:lnSpc>
              <a:spcBef>
                <a:spcPts val="0"/>
              </a:spcBef>
              <a:spcAft>
                <a:spcPts val="0"/>
              </a:spcAft>
              <a:buClrTx/>
              <a:buSzTx/>
              <a:tabLst/>
              <a:defRPr/>
            </a:pPr>
            <a:r>
              <a:rPr lang="en-US" sz="1050" b="1" dirty="0">
                <a:solidFill>
                  <a:schemeClr val="bg1"/>
                </a:solidFill>
                <a:latin typeface="Arial" panose="020B0604020202020204"/>
              </a:rPr>
              <a:t>Strategic Objective</a:t>
            </a:r>
          </a:p>
        </p:txBody>
      </p:sp>
      <p:sp>
        <p:nvSpPr>
          <p:cNvPr id="70" name="Rectangle: Rounded Corners 69">
            <a:extLst>
              <a:ext uri="{FF2B5EF4-FFF2-40B4-BE49-F238E27FC236}">
                <a16:creationId xmlns:a16="http://schemas.microsoft.com/office/drawing/2014/main" id="{4CA846D2-03FB-967B-AF59-DFFF797C05D4}"/>
              </a:ext>
            </a:extLst>
          </p:cNvPr>
          <p:cNvSpPr/>
          <p:nvPr/>
        </p:nvSpPr>
        <p:spPr>
          <a:xfrm>
            <a:off x="3545783" y="2536235"/>
            <a:ext cx="1116000" cy="40751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R="0" lvl="0" algn="ctr" defTabSz="914400" rtl="0" eaLnBrk="1" fontAlgn="auto" latinLnBrk="0" hangingPunct="1">
              <a:lnSpc>
                <a:spcPct val="100000"/>
              </a:lnSpc>
              <a:spcBef>
                <a:spcPts val="0"/>
              </a:spcBef>
              <a:spcAft>
                <a:spcPts val="0"/>
              </a:spcAft>
              <a:buClrTx/>
              <a:buSzTx/>
              <a:tabLst/>
              <a:defRPr/>
            </a:pPr>
            <a:r>
              <a:rPr lang="en-US" sz="1050" b="1" dirty="0">
                <a:solidFill>
                  <a:schemeClr val="bg1"/>
                </a:solidFill>
                <a:latin typeface="Arial" panose="020B0604020202020204"/>
              </a:rPr>
              <a:t>Portfolio Strategy</a:t>
            </a:r>
          </a:p>
        </p:txBody>
      </p:sp>
      <p:sp>
        <p:nvSpPr>
          <p:cNvPr id="71" name="Rectangle: Rounded Corners 70">
            <a:extLst>
              <a:ext uri="{FF2B5EF4-FFF2-40B4-BE49-F238E27FC236}">
                <a16:creationId xmlns:a16="http://schemas.microsoft.com/office/drawing/2014/main" id="{CBAF8D3F-E34F-077D-AAB8-469F5CCE64A0}"/>
              </a:ext>
            </a:extLst>
          </p:cNvPr>
          <p:cNvSpPr/>
          <p:nvPr/>
        </p:nvSpPr>
        <p:spPr>
          <a:xfrm>
            <a:off x="4711299" y="2536235"/>
            <a:ext cx="1116000" cy="40751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R="0" lvl="0" algn="ctr" defTabSz="914400" rtl="0" eaLnBrk="1" fontAlgn="auto" latinLnBrk="0" hangingPunct="1">
              <a:lnSpc>
                <a:spcPct val="100000"/>
              </a:lnSpc>
              <a:spcBef>
                <a:spcPts val="0"/>
              </a:spcBef>
              <a:spcAft>
                <a:spcPts val="0"/>
              </a:spcAft>
              <a:buClrTx/>
              <a:buSzTx/>
              <a:tabLst/>
              <a:defRPr/>
            </a:pPr>
            <a:r>
              <a:rPr lang="en-US" sz="1050" b="1" dirty="0">
                <a:solidFill>
                  <a:schemeClr val="bg1"/>
                </a:solidFill>
                <a:latin typeface="Arial" panose="020B0604020202020204"/>
              </a:rPr>
              <a:t>Attitude &amp; Mindset</a:t>
            </a:r>
          </a:p>
        </p:txBody>
      </p:sp>
      <p:sp>
        <p:nvSpPr>
          <p:cNvPr id="72" name="Rectangle: Rounded Corners 71">
            <a:extLst>
              <a:ext uri="{FF2B5EF4-FFF2-40B4-BE49-F238E27FC236}">
                <a16:creationId xmlns:a16="http://schemas.microsoft.com/office/drawing/2014/main" id="{A0385373-D147-3354-FCA6-746515CEBAB4}"/>
              </a:ext>
            </a:extLst>
          </p:cNvPr>
          <p:cNvSpPr/>
          <p:nvPr/>
        </p:nvSpPr>
        <p:spPr>
          <a:xfrm>
            <a:off x="7042331" y="2536235"/>
            <a:ext cx="1116000" cy="40751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R="0" lvl="0" algn="ctr" defTabSz="914400" rtl="0" eaLnBrk="1" fontAlgn="auto" latinLnBrk="0" hangingPunct="1">
              <a:lnSpc>
                <a:spcPct val="100000"/>
              </a:lnSpc>
              <a:spcBef>
                <a:spcPts val="0"/>
              </a:spcBef>
              <a:spcAft>
                <a:spcPts val="0"/>
              </a:spcAft>
              <a:buClrTx/>
              <a:buSzTx/>
              <a:tabLst/>
              <a:defRPr/>
            </a:pPr>
            <a:r>
              <a:rPr lang="en-US" sz="1050" b="1" dirty="0">
                <a:solidFill>
                  <a:schemeClr val="bg1"/>
                </a:solidFill>
                <a:latin typeface="Arial" panose="020B0604020202020204"/>
              </a:rPr>
              <a:t>Investment Frequency</a:t>
            </a:r>
          </a:p>
        </p:txBody>
      </p:sp>
      <p:sp>
        <p:nvSpPr>
          <p:cNvPr id="73" name="Rectangle: Rounded Corners 72">
            <a:extLst>
              <a:ext uri="{FF2B5EF4-FFF2-40B4-BE49-F238E27FC236}">
                <a16:creationId xmlns:a16="http://schemas.microsoft.com/office/drawing/2014/main" id="{AF899BE3-085E-6A4F-3296-60A5A0C80576}"/>
              </a:ext>
            </a:extLst>
          </p:cNvPr>
          <p:cNvSpPr/>
          <p:nvPr/>
        </p:nvSpPr>
        <p:spPr>
          <a:xfrm>
            <a:off x="9373363" y="2536235"/>
            <a:ext cx="1116000" cy="40751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R="0" lvl="0" algn="ctr" defTabSz="914400" rtl="0" eaLnBrk="1" fontAlgn="auto" latinLnBrk="0" hangingPunct="1">
              <a:lnSpc>
                <a:spcPct val="100000"/>
              </a:lnSpc>
              <a:spcBef>
                <a:spcPts val="0"/>
              </a:spcBef>
              <a:spcAft>
                <a:spcPts val="0"/>
              </a:spcAft>
              <a:buClrTx/>
              <a:buSzTx/>
              <a:tabLst/>
              <a:defRPr/>
            </a:pPr>
            <a:r>
              <a:rPr lang="en-US" sz="1050" b="1" dirty="0">
                <a:solidFill>
                  <a:schemeClr val="bg1"/>
                </a:solidFill>
                <a:latin typeface="Arial" panose="020B0604020202020204"/>
              </a:rPr>
              <a:t>Horizon</a:t>
            </a:r>
          </a:p>
        </p:txBody>
      </p:sp>
      <p:sp>
        <p:nvSpPr>
          <p:cNvPr id="74" name="Rectangle: Rounded Corners 73">
            <a:extLst>
              <a:ext uri="{FF2B5EF4-FFF2-40B4-BE49-F238E27FC236}">
                <a16:creationId xmlns:a16="http://schemas.microsoft.com/office/drawing/2014/main" id="{3C5FD702-39AC-C898-5D50-3E71DD95A112}"/>
              </a:ext>
            </a:extLst>
          </p:cNvPr>
          <p:cNvSpPr/>
          <p:nvPr/>
        </p:nvSpPr>
        <p:spPr>
          <a:xfrm>
            <a:off x="5876815" y="2536235"/>
            <a:ext cx="1116000" cy="40751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R="0" lvl="0" algn="ctr" defTabSz="914400" rtl="0" eaLnBrk="1" fontAlgn="auto" latinLnBrk="0" hangingPunct="1">
              <a:lnSpc>
                <a:spcPct val="100000"/>
              </a:lnSpc>
              <a:spcBef>
                <a:spcPts val="0"/>
              </a:spcBef>
              <a:spcAft>
                <a:spcPts val="0"/>
              </a:spcAft>
              <a:buClrTx/>
              <a:buSzTx/>
              <a:tabLst/>
              <a:defRPr/>
            </a:pPr>
            <a:r>
              <a:rPr lang="en-US" sz="1050" b="1" dirty="0">
                <a:solidFill>
                  <a:schemeClr val="bg1"/>
                </a:solidFill>
                <a:latin typeface="Arial" panose="020B0604020202020204"/>
              </a:rPr>
              <a:t>Decision-making Process</a:t>
            </a:r>
          </a:p>
        </p:txBody>
      </p:sp>
      <p:sp>
        <p:nvSpPr>
          <p:cNvPr id="78" name="Rectangle: Rounded Corners 77">
            <a:extLst>
              <a:ext uri="{FF2B5EF4-FFF2-40B4-BE49-F238E27FC236}">
                <a16:creationId xmlns:a16="http://schemas.microsoft.com/office/drawing/2014/main" id="{40E6CE1F-BC83-C638-17CC-F7E3B440DDE8}"/>
              </a:ext>
            </a:extLst>
          </p:cNvPr>
          <p:cNvSpPr/>
          <p:nvPr/>
        </p:nvSpPr>
        <p:spPr>
          <a:xfrm>
            <a:off x="8207847" y="2536235"/>
            <a:ext cx="1116000" cy="40751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R="0" lvl="0" algn="ctr" defTabSz="914400" rtl="0" eaLnBrk="1" fontAlgn="auto" latinLnBrk="0" hangingPunct="1">
              <a:lnSpc>
                <a:spcPct val="100000"/>
              </a:lnSpc>
              <a:spcBef>
                <a:spcPts val="0"/>
              </a:spcBef>
              <a:spcAft>
                <a:spcPts val="0"/>
              </a:spcAft>
              <a:buClrTx/>
              <a:buSzTx/>
              <a:tabLst/>
              <a:defRPr/>
            </a:pPr>
            <a:r>
              <a:rPr lang="en-US" sz="1050" b="1" dirty="0">
                <a:solidFill>
                  <a:schemeClr val="bg1"/>
                </a:solidFill>
                <a:latin typeface="Arial" panose="020B0604020202020204"/>
              </a:rPr>
              <a:t>Cash on Hand</a:t>
            </a:r>
          </a:p>
        </p:txBody>
      </p:sp>
      <p:sp>
        <p:nvSpPr>
          <p:cNvPr id="97" name="Rectangle: Rounded Corners 96">
            <a:extLst>
              <a:ext uri="{FF2B5EF4-FFF2-40B4-BE49-F238E27FC236}">
                <a16:creationId xmlns:a16="http://schemas.microsoft.com/office/drawing/2014/main" id="{7CFFCA3A-310B-B8A4-361A-34746AC03DEC}"/>
              </a:ext>
            </a:extLst>
          </p:cNvPr>
          <p:cNvSpPr/>
          <p:nvPr/>
        </p:nvSpPr>
        <p:spPr>
          <a:xfrm>
            <a:off x="10538879" y="2536235"/>
            <a:ext cx="1116000" cy="40751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R="0" lvl="0" algn="ctr" defTabSz="914400" rtl="0" eaLnBrk="1" fontAlgn="auto" latinLnBrk="0" hangingPunct="1">
              <a:lnSpc>
                <a:spcPct val="100000"/>
              </a:lnSpc>
              <a:spcBef>
                <a:spcPts val="0"/>
              </a:spcBef>
              <a:spcAft>
                <a:spcPts val="0"/>
              </a:spcAft>
              <a:buClrTx/>
              <a:buSzTx/>
              <a:tabLst/>
              <a:defRPr/>
            </a:pPr>
            <a:r>
              <a:rPr lang="en-US" sz="1050" b="1" dirty="0">
                <a:solidFill>
                  <a:schemeClr val="bg1"/>
                </a:solidFill>
                <a:latin typeface="Arial" panose="020B0604020202020204"/>
              </a:rPr>
              <a:t>Financial Models in Excel</a:t>
            </a:r>
          </a:p>
        </p:txBody>
      </p:sp>
      <p:sp>
        <p:nvSpPr>
          <p:cNvPr id="99" name="Arrow: Down 98">
            <a:extLst>
              <a:ext uri="{FF2B5EF4-FFF2-40B4-BE49-F238E27FC236}">
                <a16:creationId xmlns:a16="http://schemas.microsoft.com/office/drawing/2014/main" id="{9A03CDE5-D639-40FD-4021-2C80B4A029FF}"/>
              </a:ext>
            </a:extLst>
          </p:cNvPr>
          <p:cNvSpPr/>
          <p:nvPr/>
        </p:nvSpPr>
        <p:spPr>
          <a:xfrm>
            <a:off x="2517678" y="3667498"/>
            <a:ext cx="428919" cy="456383"/>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1" name="Graphic 100" descr="Building with solid fill">
            <a:extLst>
              <a:ext uri="{FF2B5EF4-FFF2-40B4-BE49-F238E27FC236}">
                <a16:creationId xmlns:a16="http://schemas.microsoft.com/office/drawing/2014/main" id="{8454AD07-10CC-F45D-1229-610DCD4C7B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8737" y="4173758"/>
            <a:ext cx="505224" cy="445712"/>
          </a:xfrm>
          <a:prstGeom prst="rect">
            <a:avLst/>
          </a:prstGeom>
        </p:spPr>
      </p:pic>
      <p:sp>
        <p:nvSpPr>
          <p:cNvPr id="102" name="Oval 101">
            <a:extLst>
              <a:ext uri="{FF2B5EF4-FFF2-40B4-BE49-F238E27FC236}">
                <a16:creationId xmlns:a16="http://schemas.microsoft.com/office/drawing/2014/main" id="{17083174-88FC-62D4-220C-EE59824DBAA1}"/>
              </a:ext>
            </a:extLst>
          </p:cNvPr>
          <p:cNvSpPr/>
          <p:nvPr/>
        </p:nvSpPr>
        <p:spPr>
          <a:xfrm>
            <a:off x="340788" y="817999"/>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1</a:t>
            </a:r>
          </a:p>
        </p:txBody>
      </p:sp>
      <p:sp>
        <p:nvSpPr>
          <p:cNvPr id="103" name="Oval 102">
            <a:extLst>
              <a:ext uri="{FF2B5EF4-FFF2-40B4-BE49-F238E27FC236}">
                <a16:creationId xmlns:a16="http://schemas.microsoft.com/office/drawing/2014/main" id="{BC03ABCC-E240-9C1B-ABDD-0F488E70090D}"/>
              </a:ext>
            </a:extLst>
          </p:cNvPr>
          <p:cNvSpPr/>
          <p:nvPr/>
        </p:nvSpPr>
        <p:spPr>
          <a:xfrm>
            <a:off x="340788" y="1654554"/>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2</a:t>
            </a:r>
          </a:p>
        </p:txBody>
      </p:sp>
      <p:sp>
        <p:nvSpPr>
          <p:cNvPr id="104" name="Oval 103">
            <a:extLst>
              <a:ext uri="{FF2B5EF4-FFF2-40B4-BE49-F238E27FC236}">
                <a16:creationId xmlns:a16="http://schemas.microsoft.com/office/drawing/2014/main" id="{636CC52A-2248-FC95-D256-087C0990F2EB}"/>
              </a:ext>
            </a:extLst>
          </p:cNvPr>
          <p:cNvSpPr/>
          <p:nvPr/>
        </p:nvSpPr>
        <p:spPr>
          <a:xfrm>
            <a:off x="340788" y="2610748"/>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3</a:t>
            </a:r>
          </a:p>
        </p:txBody>
      </p:sp>
      <p:sp>
        <p:nvSpPr>
          <p:cNvPr id="105" name="Oval 104">
            <a:extLst>
              <a:ext uri="{FF2B5EF4-FFF2-40B4-BE49-F238E27FC236}">
                <a16:creationId xmlns:a16="http://schemas.microsoft.com/office/drawing/2014/main" id="{80CA7C5E-37BC-78C2-730E-1916E4E72687}"/>
              </a:ext>
            </a:extLst>
          </p:cNvPr>
          <p:cNvSpPr/>
          <p:nvPr/>
        </p:nvSpPr>
        <p:spPr>
          <a:xfrm>
            <a:off x="340788" y="3221813"/>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4</a:t>
            </a:r>
          </a:p>
        </p:txBody>
      </p:sp>
      <p:sp>
        <p:nvSpPr>
          <p:cNvPr id="106" name="Oval 105">
            <a:extLst>
              <a:ext uri="{FF2B5EF4-FFF2-40B4-BE49-F238E27FC236}">
                <a16:creationId xmlns:a16="http://schemas.microsoft.com/office/drawing/2014/main" id="{ABC22F67-B8E2-8ED3-8058-7F522D2ABF18}"/>
              </a:ext>
            </a:extLst>
          </p:cNvPr>
          <p:cNvSpPr/>
          <p:nvPr/>
        </p:nvSpPr>
        <p:spPr>
          <a:xfrm>
            <a:off x="340788" y="4851078"/>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5</a:t>
            </a:r>
          </a:p>
        </p:txBody>
      </p:sp>
      <p:sp>
        <p:nvSpPr>
          <p:cNvPr id="107" name="Oval 106">
            <a:extLst>
              <a:ext uri="{FF2B5EF4-FFF2-40B4-BE49-F238E27FC236}">
                <a16:creationId xmlns:a16="http://schemas.microsoft.com/office/drawing/2014/main" id="{4E7E3274-80AB-FCB1-4CF2-D401230BAE1B}"/>
              </a:ext>
            </a:extLst>
          </p:cNvPr>
          <p:cNvSpPr/>
          <p:nvPr/>
        </p:nvSpPr>
        <p:spPr>
          <a:xfrm>
            <a:off x="340788" y="6349620"/>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6</a:t>
            </a:r>
          </a:p>
        </p:txBody>
      </p:sp>
      <p:pic>
        <p:nvPicPr>
          <p:cNvPr id="1026" name="Picture 2" descr="Security Analysis, Seventh Edition : Principles and Techniques - Benjamin Graham">
            <a:extLst>
              <a:ext uri="{FF2B5EF4-FFF2-40B4-BE49-F238E27FC236}">
                <a16:creationId xmlns:a16="http://schemas.microsoft.com/office/drawing/2014/main" id="{25C752CD-5253-63E9-9E20-08C5E24BC201}"/>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22812" r="23040"/>
          <a:stretch>
            <a:fillRect/>
          </a:stretch>
        </p:blipFill>
        <p:spPr bwMode="auto">
          <a:xfrm>
            <a:off x="4247079" y="1269271"/>
            <a:ext cx="721837" cy="1087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ne Up On Wall Street : How To Use What You Already Know To Make Money In The Market - Peter Lynch">
            <a:extLst>
              <a:ext uri="{FF2B5EF4-FFF2-40B4-BE49-F238E27FC236}">
                <a16:creationId xmlns:a16="http://schemas.microsoft.com/office/drawing/2014/main" id="{92E8AB21-B1E7-EEF5-07E3-87FA244C2D00}"/>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23459" r="23881"/>
          <a:stretch>
            <a:fillRect/>
          </a:stretch>
        </p:blipFill>
        <p:spPr bwMode="auto">
          <a:xfrm>
            <a:off x="10659708" y="1269271"/>
            <a:ext cx="706679" cy="1094468"/>
          </a:xfrm>
          <a:prstGeom prst="rect">
            <a:avLst/>
          </a:prstGeom>
          <a:noFill/>
          <a:extLst>
            <a:ext uri="{909E8E84-426E-40DD-AFC4-6F175D3DCCD1}">
              <a14:hiddenFill xmlns:a14="http://schemas.microsoft.com/office/drawing/2010/main">
                <a:solidFill>
                  <a:srgbClr val="FFFFFF"/>
                </a:solidFill>
              </a14:hiddenFill>
            </a:ext>
          </a:extLst>
        </p:spPr>
      </p:pic>
      <p:sp>
        <p:nvSpPr>
          <p:cNvPr id="4" name="Chevron 17">
            <a:extLst>
              <a:ext uri="{FF2B5EF4-FFF2-40B4-BE49-F238E27FC236}">
                <a16:creationId xmlns:a16="http://schemas.microsoft.com/office/drawing/2014/main" id="{EC150026-85DB-BF0C-9DA8-AC84CDC352D5}"/>
              </a:ext>
            </a:extLst>
          </p:cNvPr>
          <p:cNvSpPr/>
          <p:nvPr/>
        </p:nvSpPr>
        <p:spPr bwMode="auto">
          <a:xfrm>
            <a:off x="2947526" y="4210159"/>
            <a:ext cx="2232000" cy="432000"/>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Is this investment a good fit for me?</a:t>
            </a:r>
          </a:p>
        </p:txBody>
      </p:sp>
      <p:sp>
        <p:nvSpPr>
          <p:cNvPr id="5" name="Rectangle 4">
            <a:extLst>
              <a:ext uri="{FF2B5EF4-FFF2-40B4-BE49-F238E27FC236}">
                <a16:creationId xmlns:a16="http://schemas.microsoft.com/office/drawing/2014/main" id="{73FFD02B-462D-56F7-A1A7-F208A7A8A160}"/>
              </a:ext>
            </a:extLst>
          </p:cNvPr>
          <p:cNvSpPr/>
          <p:nvPr/>
        </p:nvSpPr>
        <p:spPr>
          <a:xfrm>
            <a:off x="5115938" y="4662708"/>
            <a:ext cx="2042100" cy="1623521"/>
          </a:xfrm>
          <a:prstGeom prst="rect">
            <a:avLst/>
          </a:prstGeom>
          <a:effectLst/>
        </p:spPr>
        <p:txBody>
          <a:bodyPr wrap="square" lIns="0">
            <a:spAutoFit/>
          </a:bodyPr>
          <a:lstStyle/>
          <a:p>
            <a:pPr marL="179388" indent="-179388">
              <a:spcBef>
                <a:spcPts val="100"/>
              </a:spcBef>
              <a:spcAft>
                <a:spcPts val="100"/>
              </a:spcAft>
              <a:buFont typeface="+mj-lt"/>
              <a:buAutoNum type="arabicPeriod"/>
              <a:defRPr/>
            </a:pPr>
            <a:r>
              <a:rPr lang="en-US" sz="1050" dirty="0">
                <a:solidFill>
                  <a:srgbClr val="002776"/>
                </a:solidFill>
              </a:rPr>
              <a:t>A product/service that is needed/desired</a:t>
            </a:r>
          </a:p>
          <a:p>
            <a:pPr marL="179388" indent="-179388">
              <a:spcBef>
                <a:spcPts val="100"/>
              </a:spcBef>
              <a:spcAft>
                <a:spcPts val="100"/>
              </a:spcAft>
              <a:buFont typeface="+mj-lt"/>
              <a:buAutoNum type="arabicPeriod"/>
              <a:defRPr/>
            </a:pPr>
            <a:r>
              <a:rPr lang="en-US" sz="1050" dirty="0">
                <a:solidFill>
                  <a:srgbClr val="002776"/>
                </a:solidFill>
              </a:rPr>
              <a:t>A solid and lasting MOAT/Competitive advantage</a:t>
            </a:r>
          </a:p>
          <a:p>
            <a:pPr marL="179388" indent="-179388">
              <a:spcBef>
                <a:spcPts val="100"/>
              </a:spcBef>
              <a:spcAft>
                <a:spcPts val="100"/>
              </a:spcAft>
              <a:buFont typeface="+mj-lt"/>
              <a:buAutoNum type="arabicPeriod"/>
              <a:defRPr/>
            </a:pPr>
            <a:r>
              <a:rPr lang="en-US" sz="1050" dirty="0">
                <a:solidFill>
                  <a:srgbClr val="002776"/>
                </a:solidFill>
              </a:rPr>
              <a:t>Earnings growth over the next 5 years above inflation without dilution</a:t>
            </a:r>
          </a:p>
          <a:p>
            <a:pPr marL="179388" indent="-179388">
              <a:spcBef>
                <a:spcPts val="100"/>
              </a:spcBef>
              <a:spcAft>
                <a:spcPts val="100"/>
              </a:spcAft>
              <a:buFont typeface="+mj-lt"/>
              <a:buAutoNum type="arabicPeriod"/>
              <a:defRPr/>
            </a:pPr>
            <a:r>
              <a:rPr lang="en-US" sz="1050" dirty="0">
                <a:solidFill>
                  <a:srgbClr val="002776"/>
                </a:solidFill>
              </a:rPr>
              <a:t>Etc.</a:t>
            </a:r>
          </a:p>
        </p:txBody>
      </p:sp>
      <p:pic>
        <p:nvPicPr>
          <p:cNvPr id="15" name="Graphic 14" descr="Label with solid fill">
            <a:extLst>
              <a:ext uri="{FF2B5EF4-FFF2-40B4-BE49-F238E27FC236}">
                <a16:creationId xmlns:a16="http://schemas.microsoft.com/office/drawing/2014/main" id="{CAEFA5B4-E6EF-5F35-F30B-C5C04706172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074414" y="3761963"/>
            <a:ext cx="507578" cy="507578"/>
          </a:xfrm>
          <a:prstGeom prst="rect">
            <a:avLst/>
          </a:prstGeom>
        </p:spPr>
      </p:pic>
      <p:pic>
        <p:nvPicPr>
          <p:cNvPr id="22" name="Graphic 21" descr="User network with solid fill">
            <a:extLst>
              <a:ext uri="{FF2B5EF4-FFF2-40B4-BE49-F238E27FC236}">
                <a16:creationId xmlns:a16="http://schemas.microsoft.com/office/drawing/2014/main" id="{66692D47-DF8E-6269-54D7-C9CD6CCD53F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844832" y="3805650"/>
            <a:ext cx="426715" cy="426715"/>
          </a:xfrm>
          <a:prstGeom prst="rect">
            <a:avLst/>
          </a:prstGeom>
        </p:spPr>
      </p:pic>
      <p:pic>
        <p:nvPicPr>
          <p:cNvPr id="65" name="Graphic 64" descr="Inbox Check with solid fill">
            <a:extLst>
              <a:ext uri="{FF2B5EF4-FFF2-40B4-BE49-F238E27FC236}">
                <a16:creationId xmlns:a16="http://schemas.microsoft.com/office/drawing/2014/main" id="{23BDD19A-B090-A4A7-1D49-C1D64157918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247421" y="3768107"/>
            <a:ext cx="439047" cy="439047"/>
          </a:xfrm>
          <a:prstGeom prst="rect">
            <a:avLst/>
          </a:prstGeom>
        </p:spPr>
      </p:pic>
      <p:sp>
        <p:nvSpPr>
          <p:cNvPr id="6" name="Rectangle: Rounded Corners 5">
            <a:extLst>
              <a:ext uri="{FF2B5EF4-FFF2-40B4-BE49-F238E27FC236}">
                <a16:creationId xmlns:a16="http://schemas.microsoft.com/office/drawing/2014/main" id="{E7AF085D-742C-796C-FAEC-F72EB5BADBDE}"/>
              </a:ext>
            </a:extLst>
          </p:cNvPr>
          <p:cNvSpPr/>
          <p:nvPr/>
        </p:nvSpPr>
        <p:spPr>
          <a:xfrm>
            <a:off x="2475286" y="6328900"/>
            <a:ext cx="2664000" cy="324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1050" b="1" dirty="0">
                <a:solidFill>
                  <a:schemeClr val="bg1"/>
                </a:solidFill>
              </a:rPr>
              <a:t>Trade Records in Excel</a:t>
            </a:r>
          </a:p>
        </p:txBody>
      </p:sp>
      <p:sp>
        <p:nvSpPr>
          <p:cNvPr id="11" name="Rectangle: Rounded Corners 10">
            <a:extLst>
              <a:ext uri="{FF2B5EF4-FFF2-40B4-BE49-F238E27FC236}">
                <a16:creationId xmlns:a16="http://schemas.microsoft.com/office/drawing/2014/main" id="{06A3C121-92AC-D55A-4F80-4CC1D5A34035}"/>
              </a:ext>
            </a:extLst>
          </p:cNvPr>
          <p:cNvSpPr/>
          <p:nvPr/>
        </p:nvSpPr>
        <p:spPr>
          <a:xfrm>
            <a:off x="5689751" y="6328900"/>
            <a:ext cx="2664000" cy="324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1050" b="1" dirty="0">
                <a:solidFill>
                  <a:schemeClr val="bg1"/>
                </a:solidFill>
              </a:rPr>
              <a:t>Stock Portfolio Performance in Excel</a:t>
            </a:r>
          </a:p>
        </p:txBody>
      </p:sp>
      <p:sp>
        <p:nvSpPr>
          <p:cNvPr id="12" name="Rectangle: Rounded Corners 11">
            <a:extLst>
              <a:ext uri="{FF2B5EF4-FFF2-40B4-BE49-F238E27FC236}">
                <a16:creationId xmlns:a16="http://schemas.microsoft.com/office/drawing/2014/main" id="{7DCAFA45-FC1C-9760-AA00-31B3E143A565}"/>
              </a:ext>
            </a:extLst>
          </p:cNvPr>
          <p:cNvSpPr/>
          <p:nvPr/>
        </p:nvSpPr>
        <p:spPr>
          <a:xfrm>
            <a:off x="8904216" y="6328900"/>
            <a:ext cx="2664000" cy="324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defRPr/>
            </a:pPr>
            <a:r>
              <a:rPr lang="en-US" sz="1050" b="1" dirty="0">
                <a:solidFill>
                  <a:schemeClr val="bg1"/>
                </a:solidFill>
              </a:rPr>
              <a:t>Stock Portfolio Dashboard</a:t>
            </a:r>
          </a:p>
        </p:txBody>
      </p:sp>
    </p:spTree>
    <p:extLst>
      <p:ext uri="{BB962C8B-B14F-4D97-AF65-F5344CB8AC3E}">
        <p14:creationId xmlns:p14="http://schemas.microsoft.com/office/powerpoint/2010/main" val="101305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sections 3–6 of the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dirty="0"/>
              <a:t>Domont Consulting</a:t>
            </a:r>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6</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https://youtu.be/VlzHk3asBho</a:t>
            </a:r>
            <a:endParaRPr lang="en-US" sz="1600" dirty="0"/>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F2FE8424-6BA9-2F52-AD40-D866A9C6180B}"/>
              </a:ext>
            </a:extLst>
          </p:cNvPr>
          <p:cNvPicPr>
            <a:picLocks noChangeAspect="1"/>
          </p:cNvPicPr>
          <p:nvPr/>
        </p:nvPicPr>
        <p:blipFill>
          <a:blip r:embed="rId7"/>
          <a:stretch>
            <a:fillRect/>
          </a:stretch>
        </p:blipFill>
        <p:spPr>
          <a:xfrm>
            <a:off x="6476567" y="2094999"/>
            <a:ext cx="5114771" cy="2842760"/>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6180532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1 “Personal Finance”</a:t>
            </a:r>
            <a:endParaRPr lang="en-US" b="0" dirty="0"/>
          </a:p>
        </p:txBody>
      </p:sp>
      <p:sp>
        <p:nvSpPr>
          <p:cNvPr id="27" name="Footer Placeholder 26">
            <a:extLst>
              <a:ext uri="{FF2B5EF4-FFF2-40B4-BE49-F238E27FC236}">
                <a16:creationId xmlns:a16="http://schemas.microsoft.com/office/drawing/2014/main" id="{8B3DC4F6-50D8-8751-7463-7E0C74047E0F}"/>
              </a:ext>
            </a:extLst>
          </p:cNvPr>
          <p:cNvSpPr>
            <a:spLocks noGrp="1"/>
          </p:cNvSpPr>
          <p:nvPr>
            <p:ph type="ftr" sz="quarter" idx="3"/>
          </p:nvPr>
        </p:nvSpPr>
        <p:spPr/>
        <p:txBody>
          <a:bodyPr/>
          <a:lstStyle/>
          <a:p>
            <a:r>
              <a:rPr lang="en-US" dirty="0"/>
              <a:t>Domont Consulting</a:t>
            </a:r>
          </a:p>
        </p:txBody>
      </p:sp>
      <p:sp>
        <p:nvSpPr>
          <p:cNvPr id="28" name="Slide Number Placeholder 27">
            <a:extLst>
              <a:ext uri="{FF2B5EF4-FFF2-40B4-BE49-F238E27FC236}">
                <a16:creationId xmlns:a16="http://schemas.microsoft.com/office/drawing/2014/main" id="{5DCCD373-B978-B807-ACC1-126F3E0C6138}"/>
              </a:ext>
            </a:extLst>
          </p:cNvPr>
          <p:cNvSpPr>
            <a:spLocks noGrp="1"/>
          </p:cNvSpPr>
          <p:nvPr>
            <p:ph type="sldNum" sz="quarter" idx="4"/>
          </p:nvPr>
        </p:nvSpPr>
        <p:spPr/>
        <p:txBody>
          <a:bodyPr/>
          <a:lstStyle/>
          <a:p>
            <a:fld id="{37F5C94B-8C55-478B-B509-BAE6A06B2E2A}" type="slidenum">
              <a:rPr lang="en-US" smtClean="0"/>
              <a:pPr/>
              <a:t>7</a:t>
            </a:fld>
            <a:endParaRPr lang="en-US" dirty="0"/>
          </a:p>
        </p:txBody>
      </p:sp>
      <p:sp>
        <p:nvSpPr>
          <p:cNvPr id="5" name="Rectangle: Rounded Corners 4">
            <a:extLst>
              <a:ext uri="{FF2B5EF4-FFF2-40B4-BE49-F238E27FC236}">
                <a16:creationId xmlns:a16="http://schemas.microsoft.com/office/drawing/2014/main" id="{9B08C1B5-CAB5-D16A-42B3-1987B36FDCDE}"/>
              </a:ext>
            </a:extLst>
          </p:cNvPr>
          <p:cNvSpPr/>
          <p:nvPr/>
        </p:nvSpPr>
        <p:spPr>
          <a:xfrm>
            <a:off x="10058404" y="69522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3" name="Rectangle: Rounded Corners 2">
            <a:extLst>
              <a:ext uri="{FF2B5EF4-FFF2-40B4-BE49-F238E27FC236}">
                <a16:creationId xmlns:a16="http://schemas.microsoft.com/office/drawing/2014/main" id="{3CBF44DF-3165-017A-B9C6-09D32884509D}"/>
              </a:ext>
            </a:extLst>
          </p:cNvPr>
          <p:cNvSpPr/>
          <p:nvPr/>
        </p:nvSpPr>
        <p:spPr>
          <a:xfrm>
            <a:off x="10058404" y="85609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4" name="Rectangle: Rounded Corners 3">
            <a:extLst>
              <a:ext uri="{FF2B5EF4-FFF2-40B4-BE49-F238E27FC236}">
                <a16:creationId xmlns:a16="http://schemas.microsoft.com/office/drawing/2014/main" id="{AC747746-9FF6-3801-46F9-619A62BDCF81}"/>
              </a:ext>
            </a:extLst>
          </p:cNvPr>
          <p:cNvSpPr/>
          <p:nvPr/>
        </p:nvSpPr>
        <p:spPr>
          <a:xfrm>
            <a:off x="10058404" y="1016967"/>
            <a:ext cx="1512000" cy="271989"/>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1" name="Rectangle: Rounded Corners 10">
            <a:extLst>
              <a:ext uri="{FF2B5EF4-FFF2-40B4-BE49-F238E27FC236}">
                <a16:creationId xmlns:a16="http://schemas.microsoft.com/office/drawing/2014/main" id="{AAAB1D00-FB3B-F424-8B39-6319CB892281}"/>
              </a:ext>
            </a:extLst>
          </p:cNvPr>
          <p:cNvSpPr/>
          <p:nvPr/>
        </p:nvSpPr>
        <p:spPr>
          <a:xfrm>
            <a:off x="10058404" y="1325729"/>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2" name="Chevron 17">
            <a:extLst>
              <a:ext uri="{FF2B5EF4-FFF2-40B4-BE49-F238E27FC236}">
                <a16:creationId xmlns:a16="http://schemas.microsoft.com/office/drawing/2014/main" id="{1480D3A4-D212-AA7C-3C2C-8B65A993F8A5}"/>
              </a:ext>
            </a:extLst>
          </p:cNvPr>
          <p:cNvSpPr/>
          <p:nvPr/>
        </p:nvSpPr>
        <p:spPr bwMode="auto">
          <a:xfrm>
            <a:off x="10128129"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3" name="Chevron 17">
            <a:extLst>
              <a:ext uri="{FF2B5EF4-FFF2-40B4-BE49-F238E27FC236}">
                <a16:creationId xmlns:a16="http://schemas.microsoft.com/office/drawing/2014/main" id="{14F86A04-44A7-AC64-331C-AC0FB2088696}"/>
              </a:ext>
            </a:extLst>
          </p:cNvPr>
          <p:cNvSpPr/>
          <p:nvPr/>
        </p:nvSpPr>
        <p:spPr bwMode="auto">
          <a:xfrm>
            <a:off x="10476613"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4" name="Chevron 17">
            <a:extLst>
              <a:ext uri="{FF2B5EF4-FFF2-40B4-BE49-F238E27FC236}">
                <a16:creationId xmlns:a16="http://schemas.microsoft.com/office/drawing/2014/main" id="{90F8D29A-0926-BAEB-D27F-A843C00BFA17}"/>
              </a:ext>
            </a:extLst>
          </p:cNvPr>
          <p:cNvSpPr/>
          <p:nvPr/>
        </p:nvSpPr>
        <p:spPr bwMode="auto">
          <a:xfrm>
            <a:off x="10825097"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5" name="Chevron 17">
            <a:extLst>
              <a:ext uri="{FF2B5EF4-FFF2-40B4-BE49-F238E27FC236}">
                <a16:creationId xmlns:a16="http://schemas.microsoft.com/office/drawing/2014/main" id="{F100E06E-912A-E093-EA35-88E71C645318}"/>
              </a:ext>
            </a:extLst>
          </p:cNvPr>
          <p:cNvSpPr/>
          <p:nvPr/>
        </p:nvSpPr>
        <p:spPr bwMode="auto">
          <a:xfrm>
            <a:off x="11173581"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7" name="Rectangle: Rounded Corners 6">
            <a:extLst>
              <a:ext uri="{FF2B5EF4-FFF2-40B4-BE49-F238E27FC236}">
                <a16:creationId xmlns:a16="http://schemas.microsoft.com/office/drawing/2014/main" id="{6B6AEF5F-F899-31AC-302E-FF903CD67A4C}"/>
              </a:ext>
            </a:extLst>
          </p:cNvPr>
          <p:cNvSpPr/>
          <p:nvPr/>
        </p:nvSpPr>
        <p:spPr>
          <a:xfrm>
            <a:off x="10058404" y="53193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Rectangle: Rounded Corners 7">
            <a:extLst>
              <a:ext uri="{FF2B5EF4-FFF2-40B4-BE49-F238E27FC236}">
                <a16:creationId xmlns:a16="http://schemas.microsoft.com/office/drawing/2014/main" id="{E0CE5713-44EB-341E-A08E-B026FCCE98CD}"/>
              </a:ext>
            </a:extLst>
          </p:cNvPr>
          <p:cNvSpPr/>
          <p:nvPr/>
        </p:nvSpPr>
        <p:spPr>
          <a:xfrm>
            <a:off x="10058404" y="368116"/>
            <a:ext cx="1512000" cy="124097"/>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pic>
        <p:nvPicPr>
          <p:cNvPr id="10" name="Picture 9">
            <a:extLst>
              <a:ext uri="{FF2B5EF4-FFF2-40B4-BE49-F238E27FC236}">
                <a16:creationId xmlns:a16="http://schemas.microsoft.com/office/drawing/2014/main" id="{7E80E438-8BC2-2CE4-317C-B59A39139FD4}"/>
              </a:ext>
            </a:extLst>
          </p:cNvPr>
          <p:cNvPicPr>
            <a:picLocks noChangeAspect="1"/>
          </p:cNvPicPr>
          <p:nvPr/>
        </p:nvPicPr>
        <p:blipFill>
          <a:blip r:embed="rId5"/>
          <a:stretch>
            <a:fillRect/>
          </a:stretch>
        </p:blipFill>
        <p:spPr>
          <a:xfrm>
            <a:off x="782840" y="1747465"/>
            <a:ext cx="6096528" cy="3429297"/>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721131F1-6D7D-E675-0036-6076E2BFB905}"/>
              </a:ext>
            </a:extLst>
          </p:cNvPr>
          <p:cNvPicPr>
            <a:picLocks noChangeAspect="1"/>
          </p:cNvPicPr>
          <p:nvPr/>
        </p:nvPicPr>
        <p:blipFill>
          <a:blip r:embed="rId6"/>
          <a:stretch>
            <a:fillRect/>
          </a:stretch>
        </p:blipFill>
        <p:spPr>
          <a:xfrm>
            <a:off x="4885771" y="4354884"/>
            <a:ext cx="6449647" cy="197573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454091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93D88-DFC8-CF17-3F44-45A2973FB25E}"/>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E6D54A99-5854-E699-3BE3-B275DF076246}"/>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0" name="Picture 19">
            <a:extLst>
              <a:ext uri="{FF2B5EF4-FFF2-40B4-BE49-F238E27FC236}">
                <a16:creationId xmlns:a16="http://schemas.microsoft.com/office/drawing/2014/main" id="{0362717A-2DC7-397D-0C11-067CD1B20D31}"/>
              </a:ext>
            </a:extLst>
          </p:cNvPr>
          <p:cNvPicPr>
            <a:picLocks noChangeAspect="1"/>
          </p:cNvPicPr>
          <p:nvPr/>
        </p:nvPicPr>
        <p:blipFill>
          <a:blip r:embed="rId3"/>
          <a:stretch>
            <a:fillRect/>
          </a:stretch>
        </p:blipFill>
        <p:spPr>
          <a:xfrm>
            <a:off x="1561336" y="1740181"/>
            <a:ext cx="3980800" cy="22392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062F5863-D337-4E4B-361B-0CC565A6AA75}"/>
              </a:ext>
            </a:extLst>
          </p:cNvPr>
          <p:cNvPicPr>
            <a:picLocks noChangeAspect="1"/>
          </p:cNvPicPr>
          <p:nvPr/>
        </p:nvPicPr>
        <p:blipFill>
          <a:blip r:embed="rId4"/>
          <a:stretch>
            <a:fillRect/>
          </a:stretch>
        </p:blipFill>
        <p:spPr>
          <a:xfrm>
            <a:off x="6567425" y="1740181"/>
            <a:ext cx="3980800" cy="22392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7A8BBCDE-00CF-53F7-289A-A229E4702A9F}"/>
              </a:ext>
            </a:extLst>
          </p:cNvPr>
          <p:cNvPicPr>
            <a:picLocks noChangeAspect="1"/>
          </p:cNvPicPr>
          <p:nvPr/>
        </p:nvPicPr>
        <p:blipFill>
          <a:blip r:embed="rId5"/>
          <a:stretch>
            <a:fillRect/>
          </a:stretch>
        </p:blipFill>
        <p:spPr>
          <a:xfrm>
            <a:off x="1561336" y="4121001"/>
            <a:ext cx="3980800" cy="2239200"/>
          </a:xfrm>
          <a:prstGeom prst="rect">
            <a:avLst/>
          </a:pr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9CB0511F-10BA-E9DC-161F-716964FC678D}"/>
              </a:ext>
            </a:extLst>
          </p:cNvPr>
          <p:cNvPicPr>
            <a:picLocks noChangeAspect="1"/>
          </p:cNvPicPr>
          <p:nvPr/>
        </p:nvPicPr>
        <p:blipFill>
          <a:blip r:embed="rId6"/>
          <a:stretch>
            <a:fillRect/>
          </a:stretch>
        </p:blipFill>
        <p:spPr>
          <a:xfrm>
            <a:off x="6567425" y="4121001"/>
            <a:ext cx="3980799" cy="2239200"/>
          </a:xfrm>
          <a:prstGeom prst="rect">
            <a:avLst/>
          </a:prstGeom>
          <a:effectLst>
            <a:outerShdw blurRad="50800" dist="38100" dir="5400000" algn="t" rotWithShape="0">
              <a:prstClr val="black">
                <a:alpha val="40000"/>
              </a:prstClr>
            </a:outerShdw>
          </a:effectLst>
        </p:spPr>
      </p:pic>
      <p:graphicFrame>
        <p:nvGraphicFramePr>
          <p:cNvPr id="6" name="think-cell data - do not delete" hidden="1">
            <a:extLst>
              <a:ext uri="{FF2B5EF4-FFF2-40B4-BE49-F238E27FC236}">
                <a16:creationId xmlns:a16="http://schemas.microsoft.com/office/drawing/2014/main" id="{E46F1984-713A-2C18-F74E-47202D3DC9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think-cell data - do not delete" hidden="1">
                        <a:extLst>
                          <a:ext uri="{FF2B5EF4-FFF2-40B4-BE49-F238E27FC236}">
                            <a16:creationId xmlns:a16="http://schemas.microsoft.com/office/drawing/2014/main" id="{E46F1984-713A-2C18-F74E-47202D3DC966}"/>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FA225CB-E60B-41EC-6DB1-DD20A6884778}"/>
              </a:ext>
            </a:extLst>
          </p:cNvPr>
          <p:cNvSpPr>
            <a:spLocks noGrp="1"/>
          </p:cNvSpPr>
          <p:nvPr>
            <p:ph type="title"/>
          </p:nvPr>
        </p:nvSpPr>
        <p:spPr>
          <a:xfrm>
            <a:off x="514115" y="365126"/>
            <a:ext cx="8916756" cy="1081710"/>
          </a:xfrm>
        </p:spPr>
        <p:txBody>
          <a:bodyPr vert="horz">
            <a:normAutofit/>
          </a:bodyPr>
          <a:lstStyle/>
          <a:p>
            <a:r>
              <a:rPr lang="en-US" dirty="0"/>
              <a:t>Small preview of the section 2 “Warren Buffett Value Investing Philosophy”</a:t>
            </a:r>
            <a:endParaRPr lang="en-US" b="0" dirty="0"/>
          </a:p>
        </p:txBody>
      </p:sp>
      <p:sp>
        <p:nvSpPr>
          <p:cNvPr id="27" name="Footer Placeholder 26">
            <a:extLst>
              <a:ext uri="{FF2B5EF4-FFF2-40B4-BE49-F238E27FC236}">
                <a16:creationId xmlns:a16="http://schemas.microsoft.com/office/drawing/2014/main" id="{600083C5-1228-E6F3-9CD2-60CE00398DA4}"/>
              </a:ext>
            </a:extLst>
          </p:cNvPr>
          <p:cNvSpPr>
            <a:spLocks noGrp="1"/>
          </p:cNvSpPr>
          <p:nvPr>
            <p:ph type="ftr" sz="quarter" idx="3"/>
          </p:nvPr>
        </p:nvSpPr>
        <p:spPr/>
        <p:txBody>
          <a:bodyPr/>
          <a:lstStyle/>
          <a:p>
            <a:r>
              <a:rPr lang="en-US" dirty="0"/>
              <a:t>Domont Consulting</a:t>
            </a:r>
          </a:p>
        </p:txBody>
      </p:sp>
      <p:sp>
        <p:nvSpPr>
          <p:cNvPr id="28" name="Slide Number Placeholder 27">
            <a:extLst>
              <a:ext uri="{FF2B5EF4-FFF2-40B4-BE49-F238E27FC236}">
                <a16:creationId xmlns:a16="http://schemas.microsoft.com/office/drawing/2014/main" id="{E59AE3FD-400F-9F27-29A6-4D67CA7F7489}"/>
              </a:ext>
            </a:extLst>
          </p:cNvPr>
          <p:cNvSpPr>
            <a:spLocks noGrp="1"/>
          </p:cNvSpPr>
          <p:nvPr>
            <p:ph type="sldNum" sz="quarter" idx="4"/>
          </p:nvPr>
        </p:nvSpPr>
        <p:spPr/>
        <p:txBody>
          <a:bodyPr/>
          <a:lstStyle/>
          <a:p>
            <a:fld id="{37F5C94B-8C55-478B-B509-BAE6A06B2E2A}" type="slidenum">
              <a:rPr lang="en-US" smtClean="0"/>
              <a:pPr/>
              <a:t>8</a:t>
            </a:fld>
            <a:endParaRPr lang="en-US" dirty="0"/>
          </a:p>
        </p:txBody>
      </p:sp>
      <p:sp>
        <p:nvSpPr>
          <p:cNvPr id="5" name="Rectangle: Rounded Corners 4">
            <a:extLst>
              <a:ext uri="{FF2B5EF4-FFF2-40B4-BE49-F238E27FC236}">
                <a16:creationId xmlns:a16="http://schemas.microsoft.com/office/drawing/2014/main" id="{8A15B16D-2156-BB9F-4350-577F1A05A19B}"/>
              </a:ext>
            </a:extLst>
          </p:cNvPr>
          <p:cNvSpPr/>
          <p:nvPr/>
        </p:nvSpPr>
        <p:spPr>
          <a:xfrm>
            <a:off x="10058404" y="69522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3" name="Rectangle: Rounded Corners 2">
            <a:extLst>
              <a:ext uri="{FF2B5EF4-FFF2-40B4-BE49-F238E27FC236}">
                <a16:creationId xmlns:a16="http://schemas.microsoft.com/office/drawing/2014/main" id="{1BC715BC-B403-8DD6-DF28-68F2D75F8458}"/>
              </a:ext>
            </a:extLst>
          </p:cNvPr>
          <p:cNvSpPr/>
          <p:nvPr/>
        </p:nvSpPr>
        <p:spPr>
          <a:xfrm>
            <a:off x="10058404" y="85609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4" name="Rectangle: Rounded Corners 3">
            <a:extLst>
              <a:ext uri="{FF2B5EF4-FFF2-40B4-BE49-F238E27FC236}">
                <a16:creationId xmlns:a16="http://schemas.microsoft.com/office/drawing/2014/main" id="{53CA2D10-B0F8-4137-2CF0-EFD207B1BB8A}"/>
              </a:ext>
            </a:extLst>
          </p:cNvPr>
          <p:cNvSpPr/>
          <p:nvPr/>
        </p:nvSpPr>
        <p:spPr>
          <a:xfrm>
            <a:off x="10058404" y="1016967"/>
            <a:ext cx="1512000" cy="271989"/>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1" name="Rectangle: Rounded Corners 10">
            <a:extLst>
              <a:ext uri="{FF2B5EF4-FFF2-40B4-BE49-F238E27FC236}">
                <a16:creationId xmlns:a16="http://schemas.microsoft.com/office/drawing/2014/main" id="{501A043D-C0C1-4D58-0C63-608D6E76681B}"/>
              </a:ext>
            </a:extLst>
          </p:cNvPr>
          <p:cNvSpPr/>
          <p:nvPr/>
        </p:nvSpPr>
        <p:spPr>
          <a:xfrm>
            <a:off x="10058404" y="1325729"/>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2" name="Chevron 17">
            <a:extLst>
              <a:ext uri="{FF2B5EF4-FFF2-40B4-BE49-F238E27FC236}">
                <a16:creationId xmlns:a16="http://schemas.microsoft.com/office/drawing/2014/main" id="{4553D4CB-5EA1-DAF4-CA35-3A1916B39E67}"/>
              </a:ext>
            </a:extLst>
          </p:cNvPr>
          <p:cNvSpPr/>
          <p:nvPr/>
        </p:nvSpPr>
        <p:spPr bwMode="auto">
          <a:xfrm>
            <a:off x="10128129"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3" name="Chevron 17">
            <a:extLst>
              <a:ext uri="{FF2B5EF4-FFF2-40B4-BE49-F238E27FC236}">
                <a16:creationId xmlns:a16="http://schemas.microsoft.com/office/drawing/2014/main" id="{24030807-4368-CB69-B5F8-1E473137C129}"/>
              </a:ext>
            </a:extLst>
          </p:cNvPr>
          <p:cNvSpPr/>
          <p:nvPr/>
        </p:nvSpPr>
        <p:spPr bwMode="auto">
          <a:xfrm>
            <a:off x="10476613"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4" name="Chevron 17">
            <a:extLst>
              <a:ext uri="{FF2B5EF4-FFF2-40B4-BE49-F238E27FC236}">
                <a16:creationId xmlns:a16="http://schemas.microsoft.com/office/drawing/2014/main" id="{F9DF3CBE-2F71-30D4-ABCD-4F9BF609CFA0}"/>
              </a:ext>
            </a:extLst>
          </p:cNvPr>
          <p:cNvSpPr/>
          <p:nvPr/>
        </p:nvSpPr>
        <p:spPr bwMode="auto">
          <a:xfrm>
            <a:off x="10825097"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5" name="Chevron 17">
            <a:extLst>
              <a:ext uri="{FF2B5EF4-FFF2-40B4-BE49-F238E27FC236}">
                <a16:creationId xmlns:a16="http://schemas.microsoft.com/office/drawing/2014/main" id="{C290F810-C363-7EE1-273E-15EFAB0B07F8}"/>
              </a:ext>
            </a:extLst>
          </p:cNvPr>
          <p:cNvSpPr/>
          <p:nvPr/>
        </p:nvSpPr>
        <p:spPr bwMode="auto">
          <a:xfrm>
            <a:off x="11173581"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7" name="Rectangle: Rounded Corners 6">
            <a:extLst>
              <a:ext uri="{FF2B5EF4-FFF2-40B4-BE49-F238E27FC236}">
                <a16:creationId xmlns:a16="http://schemas.microsoft.com/office/drawing/2014/main" id="{AD86E20F-2336-2DAC-6B2D-32EE68ECD788}"/>
              </a:ext>
            </a:extLst>
          </p:cNvPr>
          <p:cNvSpPr/>
          <p:nvPr/>
        </p:nvSpPr>
        <p:spPr>
          <a:xfrm>
            <a:off x="10058404" y="531936"/>
            <a:ext cx="1512000" cy="124097"/>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Rectangle: Rounded Corners 7">
            <a:extLst>
              <a:ext uri="{FF2B5EF4-FFF2-40B4-BE49-F238E27FC236}">
                <a16:creationId xmlns:a16="http://schemas.microsoft.com/office/drawing/2014/main" id="{CC93671C-1323-7E18-E46F-85A5A3786E75}"/>
              </a:ext>
            </a:extLst>
          </p:cNvPr>
          <p:cNvSpPr/>
          <p:nvPr/>
        </p:nvSpPr>
        <p:spPr>
          <a:xfrm>
            <a:off x="10058404" y="36811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Tree>
    <p:extLst>
      <p:ext uri="{BB962C8B-B14F-4D97-AF65-F5344CB8AC3E}">
        <p14:creationId xmlns:p14="http://schemas.microsoft.com/office/powerpoint/2010/main" val="799297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5FF26-86E6-68EF-F561-4CA29DC63A3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52EBF19-7C94-B350-0E8E-2CC5DC26F231}"/>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aphicFrame>
        <p:nvGraphicFramePr>
          <p:cNvPr id="6" name="think-cell data - do not delete" hidden="1">
            <a:extLst>
              <a:ext uri="{FF2B5EF4-FFF2-40B4-BE49-F238E27FC236}">
                <a16:creationId xmlns:a16="http://schemas.microsoft.com/office/drawing/2014/main" id="{E2E9D635-F9D8-7FD3-F471-14C01C77B9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E2E9D635-F9D8-7FD3-F471-14C01C77B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6126A1-FF1A-24E2-EACD-414AB17A11EE}"/>
              </a:ext>
            </a:extLst>
          </p:cNvPr>
          <p:cNvSpPr>
            <a:spLocks noGrp="1"/>
          </p:cNvSpPr>
          <p:nvPr>
            <p:ph type="title"/>
          </p:nvPr>
        </p:nvSpPr>
        <p:spPr>
          <a:xfrm>
            <a:off x="514115" y="365126"/>
            <a:ext cx="8916756" cy="1081710"/>
          </a:xfrm>
        </p:spPr>
        <p:txBody>
          <a:bodyPr vert="horz">
            <a:normAutofit/>
          </a:bodyPr>
          <a:lstStyle/>
          <a:p>
            <a:r>
              <a:rPr lang="en-US" dirty="0"/>
              <a:t>Small preview of the section 3 “Warren Buffett Value Investing Strategy”</a:t>
            </a:r>
            <a:endParaRPr lang="en-US" b="0" dirty="0"/>
          </a:p>
        </p:txBody>
      </p:sp>
      <p:sp>
        <p:nvSpPr>
          <p:cNvPr id="27" name="Footer Placeholder 26">
            <a:extLst>
              <a:ext uri="{FF2B5EF4-FFF2-40B4-BE49-F238E27FC236}">
                <a16:creationId xmlns:a16="http://schemas.microsoft.com/office/drawing/2014/main" id="{28D6587A-E41E-11EB-CB0A-8A494DE7E4EF}"/>
              </a:ext>
            </a:extLst>
          </p:cNvPr>
          <p:cNvSpPr>
            <a:spLocks noGrp="1"/>
          </p:cNvSpPr>
          <p:nvPr>
            <p:ph type="ftr" sz="quarter" idx="3"/>
          </p:nvPr>
        </p:nvSpPr>
        <p:spPr/>
        <p:txBody>
          <a:bodyPr/>
          <a:lstStyle/>
          <a:p>
            <a:r>
              <a:rPr lang="en-US" dirty="0"/>
              <a:t>Domont Consulting</a:t>
            </a:r>
          </a:p>
        </p:txBody>
      </p:sp>
      <p:sp>
        <p:nvSpPr>
          <p:cNvPr id="28" name="Slide Number Placeholder 27">
            <a:extLst>
              <a:ext uri="{FF2B5EF4-FFF2-40B4-BE49-F238E27FC236}">
                <a16:creationId xmlns:a16="http://schemas.microsoft.com/office/drawing/2014/main" id="{9E53C980-710B-6AE2-0472-A3A3C11D5D41}"/>
              </a:ext>
            </a:extLst>
          </p:cNvPr>
          <p:cNvSpPr>
            <a:spLocks noGrp="1"/>
          </p:cNvSpPr>
          <p:nvPr>
            <p:ph type="sldNum" sz="quarter" idx="4"/>
          </p:nvPr>
        </p:nvSpPr>
        <p:spPr/>
        <p:txBody>
          <a:bodyPr/>
          <a:lstStyle/>
          <a:p>
            <a:fld id="{37F5C94B-8C55-478B-B509-BAE6A06B2E2A}" type="slidenum">
              <a:rPr lang="en-US" smtClean="0"/>
              <a:pPr/>
              <a:t>9</a:t>
            </a:fld>
            <a:endParaRPr lang="en-US" dirty="0"/>
          </a:p>
        </p:txBody>
      </p:sp>
      <p:sp>
        <p:nvSpPr>
          <p:cNvPr id="5" name="Rectangle: Rounded Corners 4">
            <a:extLst>
              <a:ext uri="{FF2B5EF4-FFF2-40B4-BE49-F238E27FC236}">
                <a16:creationId xmlns:a16="http://schemas.microsoft.com/office/drawing/2014/main" id="{A9D97E40-38E0-78D2-71C1-1B5979C537A0}"/>
              </a:ext>
            </a:extLst>
          </p:cNvPr>
          <p:cNvSpPr/>
          <p:nvPr/>
        </p:nvSpPr>
        <p:spPr>
          <a:xfrm>
            <a:off x="10058404" y="695228"/>
            <a:ext cx="1512000" cy="124097"/>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3" name="Rectangle: Rounded Corners 2">
            <a:extLst>
              <a:ext uri="{FF2B5EF4-FFF2-40B4-BE49-F238E27FC236}">
                <a16:creationId xmlns:a16="http://schemas.microsoft.com/office/drawing/2014/main" id="{7F042A0A-6161-F2AA-3753-24993C15EE54}"/>
              </a:ext>
            </a:extLst>
          </p:cNvPr>
          <p:cNvSpPr/>
          <p:nvPr/>
        </p:nvSpPr>
        <p:spPr>
          <a:xfrm>
            <a:off x="10058404" y="85609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4" name="Rectangle: Rounded Corners 3">
            <a:extLst>
              <a:ext uri="{FF2B5EF4-FFF2-40B4-BE49-F238E27FC236}">
                <a16:creationId xmlns:a16="http://schemas.microsoft.com/office/drawing/2014/main" id="{74D7BB74-1A50-2AB2-21BC-820142AF14E1}"/>
              </a:ext>
            </a:extLst>
          </p:cNvPr>
          <p:cNvSpPr/>
          <p:nvPr/>
        </p:nvSpPr>
        <p:spPr>
          <a:xfrm>
            <a:off x="10058404" y="1016967"/>
            <a:ext cx="1512000" cy="271989"/>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1" name="Rectangle: Rounded Corners 10">
            <a:extLst>
              <a:ext uri="{FF2B5EF4-FFF2-40B4-BE49-F238E27FC236}">
                <a16:creationId xmlns:a16="http://schemas.microsoft.com/office/drawing/2014/main" id="{1F744CC7-E54E-F9B5-9CEA-744F0979C9FD}"/>
              </a:ext>
            </a:extLst>
          </p:cNvPr>
          <p:cNvSpPr/>
          <p:nvPr/>
        </p:nvSpPr>
        <p:spPr>
          <a:xfrm>
            <a:off x="10058404" y="1325729"/>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2" name="Chevron 17">
            <a:extLst>
              <a:ext uri="{FF2B5EF4-FFF2-40B4-BE49-F238E27FC236}">
                <a16:creationId xmlns:a16="http://schemas.microsoft.com/office/drawing/2014/main" id="{4EF05511-7679-1B0A-700D-4EC7664BF3D8}"/>
              </a:ext>
            </a:extLst>
          </p:cNvPr>
          <p:cNvSpPr/>
          <p:nvPr/>
        </p:nvSpPr>
        <p:spPr bwMode="auto">
          <a:xfrm>
            <a:off x="10128129"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3" name="Chevron 17">
            <a:extLst>
              <a:ext uri="{FF2B5EF4-FFF2-40B4-BE49-F238E27FC236}">
                <a16:creationId xmlns:a16="http://schemas.microsoft.com/office/drawing/2014/main" id="{BB6251A9-2FFF-E7F5-E096-C72EC6B35ABC}"/>
              </a:ext>
            </a:extLst>
          </p:cNvPr>
          <p:cNvSpPr/>
          <p:nvPr/>
        </p:nvSpPr>
        <p:spPr bwMode="auto">
          <a:xfrm>
            <a:off x="10476613"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4" name="Chevron 17">
            <a:extLst>
              <a:ext uri="{FF2B5EF4-FFF2-40B4-BE49-F238E27FC236}">
                <a16:creationId xmlns:a16="http://schemas.microsoft.com/office/drawing/2014/main" id="{B19AFF00-51DB-8FF7-F40F-A942E8A4C9A7}"/>
              </a:ext>
            </a:extLst>
          </p:cNvPr>
          <p:cNvSpPr/>
          <p:nvPr/>
        </p:nvSpPr>
        <p:spPr bwMode="auto">
          <a:xfrm>
            <a:off x="10825097"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5" name="Chevron 17">
            <a:extLst>
              <a:ext uri="{FF2B5EF4-FFF2-40B4-BE49-F238E27FC236}">
                <a16:creationId xmlns:a16="http://schemas.microsoft.com/office/drawing/2014/main" id="{F8E6D7B3-9025-1ED0-CE19-D9224BC6A0A1}"/>
              </a:ext>
            </a:extLst>
          </p:cNvPr>
          <p:cNvSpPr/>
          <p:nvPr/>
        </p:nvSpPr>
        <p:spPr bwMode="auto">
          <a:xfrm>
            <a:off x="11173581"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7" name="Rectangle: Rounded Corners 6">
            <a:extLst>
              <a:ext uri="{FF2B5EF4-FFF2-40B4-BE49-F238E27FC236}">
                <a16:creationId xmlns:a16="http://schemas.microsoft.com/office/drawing/2014/main" id="{64BD9BF8-72EF-395A-CE54-3087CF1A44FF}"/>
              </a:ext>
            </a:extLst>
          </p:cNvPr>
          <p:cNvSpPr/>
          <p:nvPr/>
        </p:nvSpPr>
        <p:spPr>
          <a:xfrm>
            <a:off x="10058404" y="53193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Rectangle: Rounded Corners 7">
            <a:extLst>
              <a:ext uri="{FF2B5EF4-FFF2-40B4-BE49-F238E27FC236}">
                <a16:creationId xmlns:a16="http://schemas.microsoft.com/office/drawing/2014/main" id="{97115D83-C308-184C-2375-BAA082788E3A}"/>
              </a:ext>
            </a:extLst>
          </p:cNvPr>
          <p:cNvSpPr/>
          <p:nvPr/>
        </p:nvSpPr>
        <p:spPr>
          <a:xfrm>
            <a:off x="10058404" y="36811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pic>
        <p:nvPicPr>
          <p:cNvPr id="9" name="Picture 8">
            <a:extLst>
              <a:ext uri="{FF2B5EF4-FFF2-40B4-BE49-F238E27FC236}">
                <a16:creationId xmlns:a16="http://schemas.microsoft.com/office/drawing/2014/main" id="{BFF241B1-4110-BB30-35E4-3980275C3E67}"/>
              </a:ext>
            </a:extLst>
          </p:cNvPr>
          <p:cNvPicPr>
            <a:picLocks noChangeAspect="1"/>
          </p:cNvPicPr>
          <p:nvPr/>
        </p:nvPicPr>
        <p:blipFill>
          <a:blip r:embed="rId5"/>
          <a:stretch>
            <a:fillRect/>
          </a:stretch>
        </p:blipFill>
        <p:spPr>
          <a:xfrm>
            <a:off x="6568150" y="1714861"/>
            <a:ext cx="3979350" cy="2238384"/>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DC445B15-B12E-66B2-E30D-32213359FF86}"/>
              </a:ext>
            </a:extLst>
          </p:cNvPr>
          <p:cNvPicPr>
            <a:picLocks noChangeAspect="1"/>
          </p:cNvPicPr>
          <p:nvPr/>
        </p:nvPicPr>
        <p:blipFill>
          <a:blip r:embed="rId6"/>
          <a:stretch>
            <a:fillRect/>
          </a:stretch>
        </p:blipFill>
        <p:spPr>
          <a:xfrm>
            <a:off x="1546041" y="1740181"/>
            <a:ext cx="3980801" cy="22392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D5C1AE82-193F-D4AC-33AF-6E0550CF5658}"/>
              </a:ext>
            </a:extLst>
          </p:cNvPr>
          <p:cNvPicPr>
            <a:picLocks noChangeAspect="1"/>
          </p:cNvPicPr>
          <p:nvPr/>
        </p:nvPicPr>
        <p:blipFill>
          <a:blip r:embed="rId7"/>
          <a:stretch>
            <a:fillRect/>
          </a:stretch>
        </p:blipFill>
        <p:spPr>
          <a:xfrm>
            <a:off x="1546042" y="4123735"/>
            <a:ext cx="3980800" cy="22392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675C7ADB-4505-C044-6D46-B4BB8C664340}"/>
              </a:ext>
            </a:extLst>
          </p:cNvPr>
          <p:cNvPicPr>
            <a:picLocks noChangeAspect="1"/>
          </p:cNvPicPr>
          <p:nvPr/>
        </p:nvPicPr>
        <p:blipFill>
          <a:blip r:embed="rId8"/>
          <a:stretch>
            <a:fillRect/>
          </a:stretch>
        </p:blipFill>
        <p:spPr>
          <a:xfrm>
            <a:off x="6568150" y="4142727"/>
            <a:ext cx="3980800" cy="22392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926757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206B6-AA26-219E-3E9A-D4EE628FE216}"/>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D41782DC-42F1-60E1-AF31-02497CFC40F5}"/>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aphicFrame>
        <p:nvGraphicFramePr>
          <p:cNvPr id="6" name="think-cell data - do not delete" hidden="1">
            <a:extLst>
              <a:ext uri="{FF2B5EF4-FFF2-40B4-BE49-F238E27FC236}">
                <a16:creationId xmlns:a16="http://schemas.microsoft.com/office/drawing/2014/main" id="{2403DFDF-EE77-165D-9E32-C5F8CB30197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2403DFDF-EE77-165D-9E32-C5F8CB3019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BAFC15A-BF3C-44FF-93D4-D28F232B688B}"/>
              </a:ext>
            </a:extLst>
          </p:cNvPr>
          <p:cNvSpPr>
            <a:spLocks noGrp="1"/>
          </p:cNvSpPr>
          <p:nvPr>
            <p:ph type="title"/>
          </p:nvPr>
        </p:nvSpPr>
        <p:spPr>
          <a:xfrm>
            <a:off x="514115" y="365126"/>
            <a:ext cx="8916756" cy="1081710"/>
          </a:xfrm>
        </p:spPr>
        <p:txBody>
          <a:bodyPr vert="horz">
            <a:normAutofit/>
          </a:bodyPr>
          <a:lstStyle/>
          <a:p>
            <a:r>
              <a:rPr lang="en-US" dirty="0"/>
              <a:t>Small preview of the section 4 “Stock Watchlist and Screener in Excel with real-time data”</a:t>
            </a:r>
            <a:endParaRPr lang="en-US" b="0" dirty="0"/>
          </a:p>
        </p:txBody>
      </p:sp>
      <p:sp>
        <p:nvSpPr>
          <p:cNvPr id="27" name="Footer Placeholder 26">
            <a:extLst>
              <a:ext uri="{FF2B5EF4-FFF2-40B4-BE49-F238E27FC236}">
                <a16:creationId xmlns:a16="http://schemas.microsoft.com/office/drawing/2014/main" id="{337FB71A-66B2-F955-F8BB-71BA502387EC}"/>
              </a:ext>
            </a:extLst>
          </p:cNvPr>
          <p:cNvSpPr>
            <a:spLocks noGrp="1"/>
          </p:cNvSpPr>
          <p:nvPr>
            <p:ph type="ftr" sz="quarter" idx="3"/>
          </p:nvPr>
        </p:nvSpPr>
        <p:spPr/>
        <p:txBody>
          <a:bodyPr/>
          <a:lstStyle/>
          <a:p>
            <a:r>
              <a:rPr lang="en-US" dirty="0"/>
              <a:t>Domont Consulting</a:t>
            </a:r>
          </a:p>
        </p:txBody>
      </p:sp>
      <p:sp>
        <p:nvSpPr>
          <p:cNvPr id="28" name="Slide Number Placeholder 27">
            <a:extLst>
              <a:ext uri="{FF2B5EF4-FFF2-40B4-BE49-F238E27FC236}">
                <a16:creationId xmlns:a16="http://schemas.microsoft.com/office/drawing/2014/main" id="{CFC43637-392C-FD67-E693-E6AA4A6F17DF}"/>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
        <p:nvSpPr>
          <p:cNvPr id="5" name="Rectangle: Rounded Corners 4">
            <a:extLst>
              <a:ext uri="{FF2B5EF4-FFF2-40B4-BE49-F238E27FC236}">
                <a16:creationId xmlns:a16="http://schemas.microsoft.com/office/drawing/2014/main" id="{78E19FAC-6049-DE94-E43B-EB40551D97DC}"/>
              </a:ext>
            </a:extLst>
          </p:cNvPr>
          <p:cNvSpPr/>
          <p:nvPr/>
        </p:nvSpPr>
        <p:spPr>
          <a:xfrm>
            <a:off x="10058404" y="69522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3" name="Rectangle: Rounded Corners 2">
            <a:extLst>
              <a:ext uri="{FF2B5EF4-FFF2-40B4-BE49-F238E27FC236}">
                <a16:creationId xmlns:a16="http://schemas.microsoft.com/office/drawing/2014/main" id="{118B5148-3B99-8DC1-7ACF-E5FDA4FC9FD5}"/>
              </a:ext>
            </a:extLst>
          </p:cNvPr>
          <p:cNvSpPr/>
          <p:nvPr/>
        </p:nvSpPr>
        <p:spPr>
          <a:xfrm>
            <a:off x="10058404" y="856098"/>
            <a:ext cx="1512000" cy="124097"/>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4" name="Rectangle: Rounded Corners 3">
            <a:extLst>
              <a:ext uri="{FF2B5EF4-FFF2-40B4-BE49-F238E27FC236}">
                <a16:creationId xmlns:a16="http://schemas.microsoft.com/office/drawing/2014/main" id="{13D249B3-8F6B-8A0C-6075-F28A7B433711}"/>
              </a:ext>
            </a:extLst>
          </p:cNvPr>
          <p:cNvSpPr/>
          <p:nvPr/>
        </p:nvSpPr>
        <p:spPr>
          <a:xfrm>
            <a:off x="10058404" y="1016967"/>
            <a:ext cx="1512000" cy="271989"/>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1" name="Rectangle: Rounded Corners 10">
            <a:extLst>
              <a:ext uri="{FF2B5EF4-FFF2-40B4-BE49-F238E27FC236}">
                <a16:creationId xmlns:a16="http://schemas.microsoft.com/office/drawing/2014/main" id="{B892EB1B-9CA2-4C27-4A33-6C5F19CC7780}"/>
              </a:ext>
            </a:extLst>
          </p:cNvPr>
          <p:cNvSpPr/>
          <p:nvPr/>
        </p:nvSpPr>
        <p:spPr>
          <a:xfrm>
            <a:off x="10058404" y="1325729"/>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2" name="Chevron 17">
            <a:extLst>
              <a:ext uri="{FF2B5EF4-FFF2-40B4-BE49-F238E27FC236}">
                <a16:creationId xmlns:a16="http://schemas.microsoft.com/office/drawing/2014/main" id="{37519070-AD82-6B4D-D0D5-71BADF35D089}"/>
              </a:ext>
            </a:extLst>
          </p:cNvPr>
          <p:cNvSpPr/>
          <p:nvPr/>
        </p:nvSpPr>
        <p:spPr bwMode="auto">
          <a:xfrm>
            <a:off x="10128129"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3" name="Chevron 17">
            <a:extLst>
              <a:ext uri="{FF2B5EF4-FFF2-40B4-BE49-F238E27FC236}">
                <a16:creationId xmlns:a16="http://schemas.microsoft.com/office/drawing/2014/main" id="{70E5570C-7993-E430-2F53-29F7F6760B2D}"/>
              </a:ext>
            </a:extLst>
          </p:cNvPr>
          <p:cNvSpPr/>
          <p:nvPr/>
        </p:nvSpPr>
        <p:spPr bwMode="auto">
          <a:xfrm>
            <a:off x="10476613"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4" name="Chevron 17">
            <a:extLst>
              <a:ext uri="{FF2B5EF4-FFF2-40B4-BE49-F238E27FC236}">
                <a16:creationId xmlns:a16="http://schemas.microsoft.com/office/drawing/2014/main" id="{B810EB72-B2BB-462D-8DFC-29F29222B524}"/>
              </a:ext>
            </a:extLst>
          </p:cNvPr>
          <p:cNvSpPr/>
          <p:nvPr/>
        </p:nvSpPr>
        <p:spPr bwMode="auto">
          <a:xfrm>
            <a:off x="10825097"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5" name="Chevron 17">
            <a:extLst>
              <a:ext uri="{FF2B5EF4-FFF2-40B4-BE49-F238E27FC236}">
                <a16:creationId xmlns:a16="http://schemas.microsoft.com/office/drawing/2014/main" id="{12227E94-6674-9352-8F00-A92B038EBA9B}"/>
              </a:ext>
            </a:extLst>
          </p:cNvPr>
          <p:cNvSpPr/>
          <p:nvPr/>
        </p:nvSpPr>
        <p:spPr bwMode="auto">
          <a:xfrm>
            <a:off x="11173581"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7" name="Rectangle: Rounded Corners 6">
            <a:extLst>
              <a:ext uri="{FF2B5EF4-FFF2-40B4-BE49-F238E27FC236}">
                <a16:creationId xmlns:a16="http://schemas.microsoft.com/office/drawing/2014/main" id="{EA6CFB55-656D-C51F-5B48-EF72A51289F1}"/>
              </a:ext>
            </a:extLst>
          </p:cNvPr>
          <p:cNvSpPr/>
          <p:nvPr/>
        </p:nvSpPr>
        <p:spPr>
          <a:xfrm>
            <a:off x="10058404" y="53193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Rectangle: Rounded Corners 7">
            <a:extLst>
              <a:ext uri="{FF2B5EF4-FFF2-40B4-BE49-F238E27FC236}">
                <a16:creationId xmlns:a16="http://schemas.microsoft.com/office/drawing/2014/main" id="{2B696C9F-F4C3-354D-92AC-06A59E567294}"/>
              </a:ext>
            </a:extLst>
          </p:cNvPr>
          <p:cNvSpPr/>
          <p:nvPr/>
        </p:nvSpPr>
        <p:spPr>
          <a:xfrm>
            <a:off x="10058404" y="36811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pic>
        <p:nvPicPr>
          <p:cNvPr id="18" name="Picture 17">
            <a:extLst>
              <a:ext uri="{FF2B5EF4-FFF2-40B4-BE49-F238E27FC236}">
                <a16:creationId xmlns:a16="http://schemas.microsoft.com/office/drawing/2014/main" id="{E4A5331C-7854-1E57-19BE-37D2C0AD50FD}"/>
              </a:ext>
            </a:extLst>
          </p:cNvPr>
          <p:cNvPicPr>
            <a:picLocks noChangeAspect="1"/>
          </p:cNvPicPr>
          <p:nvPr/>
        </p:nvPicPr>
        <p:blipFill>
          <a:blip r:embed="rId5"/>
          <a:stretch>
            <a:fillRect/>
          </a:stretch>
        </p:blipFill>
        <p:spPr>
          <a:xfrm>
            <a:off x="1650385" y="4079134"/>
            <a:ext cx="4126188" cy="2320981"/>
          </a:xfrm>
          <a:prstGeom prst="rect">
            <a:avLst/>
          </a:prstGeom>
          <a:effectLst>
            <a:outerShdw blurRad="63500" sx="102000" sy="102000" algn="ctr" rotWithShape="0">
              <a:prstClr val="black">
                <a:alpha val="40000"/>
              </a:prstClr>
            </a:outerShdw>
          </a:effectLst>
        </p:spPr>
      </p:pic>
      <p:pic>
        <p:nvPicPr>
          <p:cNvPr id="19" name="Picture 18">
            <a:extLst>
              <a:ext uri="{FF2B5EF4-FFF2-40B4-BE49-F238E27FC236}">
                <a16:creationId xmlns:a16="http://schemas.microsoft.com/office/drawing/2014/main" id="{5BFFAF81-8642-45E3-85D9-A07258A94F23}"/>
              </a:ext>
            </a:extLst>
          </p:cNvPr>
          <p:cNvPicPr>
            <a:picLocks noChangeAspect="1"/>
          </p:cNvPicPr>
          <p:nvPr/>
        </p:nvPicPr>
        <p:blipFill rotWithShape="1">
          <a:blip r:embed="rId6"/>
          <a:srcRect b="10254"/>
          <a:stretch/>
        </p:blipFill>
        <p:spPr>
          <a:xfrm>
            <a:off x="1657445" y="1681139"/>
            <a:ext cx="8354107" cy="2259251"/>
          </a:xfrm>
          <a:custGeom>
            <a:avLst/>
            <a:gdLst>
              <a:gd name="connsiteX0" fmla="*/ 10871811 w 10871811"/>
              <a:gd name="connsiteY0" fmla="*/ 2930109 h 2940129"/>
              <a:gd name="connsiteX1" fmla="*/ 10871811 w 10871811"/>
              <a:gd name="connsiteY1" fmla="*/ 2934922 h 2940129"/>
              <a:gd name="connsiteX2" fmla="*/ 10866138 w 10871811"/>
              <a:gd name="connsiteY2" fmla="*/ 2934199 h 2940129"/>
              <a:gd name="connsiteX3" fmla="*/ 0 w 10871811"/>
              <a:gd name="connsiteY3" fmla="*/ 0 h 2940129"/>
              <a:gd name="connsiteX4" fmla="*/ 10871811 w 10871811"/>
              <a:gd name="connsiteY4" fmla="*/ 0 h 2940129"/>
              <a:gd name="connsiteX5" fmla="*/ 10871811 w 10871811"/>
              <a:gd name="connsiteY5" fmla="*/ 10073 h 2940129"/>
              <a:gd name="connsiteX6" fmla="*/ 10858269 w 10871811"/>
              <a:gd name="connsiteY6" fmla="*/ 490 h 2940129"/>
              <a:gd name="connsiteX7" fmla="*/ 10794760 w 10871811"/>
              <a:gd name="connsiteY7" fmla="*/ 49209 h 2940129"/>
              <a:gd name="connsiteX8" fmla="*/ 10693147 w 10871811"/>
              <a:gd name="connsiteY8" fmla="*/ 97928 h 2940129"/>
              <a:gd name="connsiteX9" fmla="*/ 10705849 w 10871811"/>
              <a:gd name="connsiteY9" fmla="*/ 227846 h 2940129"/>
              <a:gd name="connsiteX10" fmla="*/ 10731252 w 10871811"/>
              <a:gd name="connsiteY10" fmla="*/ 309044 h 2940129"/>
              <a:gd name="connsiteX11" fmla="*/ 10743954 w 10871811"/>
              <a:gd name="connsiteY11" fmla="*/ 357763 h 2940129"/>
              <a:gd name="connsiteX12" fmla="*/ 10769357 w 10871811"/>
              <a:gd name="connsiteY12" fmla="*/ 585118 h 2940129"/>
              <a:gd name="connsiteX13" fmla="*/ 10731252 w 10871811"/>
              <a:gd name="connsiteY13" fmla="*/ 861193 h 2940129"/>
              <a:gd name="connsiteX14" fmla="*/ 10743954 w 10871811"/>
              <a:gd name="connsiteY14" fmla="*/ 1056069 h 2940129"/>
              <a:gd name="connsiteX15" fmla="*/ 10807462 w 10871811"/>
              <a:gd name="connsiteY15" fmla="*/ 1283424 h 2940129"/>
              <a:gd name="connsiteX16" fmla="*/ 10731252 w 10871811"/>
              <a:gd name="connsiteY16" fmla="*/ 1478300 h 2940129"/>
              <a:gd name="connsiteX17" fmla="*/ 10807462 w 10871811"/>
              <a:gd name="connsiteY17" fmla="*/ 1786854 h 2940129"/>
              <a:gd name="connsiteX18" fmla="*/ 10667744 w 10871811"/>
              <a:gd name="connsiteY18" fmla="*/ 2014209 h 2940129"/>
              <a:gd name="connsiteX19" fmla="*/ 10693147 w 10871811"/>
              <a:gd name="connsiteY19" fmla="*/ 2176606 h 2940129"/>
              <a:gd name="connsiteX20" fmla="*/ 10731252 w 10871811"/>
              <a:gd name="connsiteY20" fmla="*/ 2322763 h 2940129"/>
              <a:gd name="connsiteX21" fmla="*/ 10756655 w 10871811"/>
              <a:gd name="connsiteY21" fmla="*/ 2420201 h 2940129"/>
              <a:gd name="connsiteX22" fmla="*/ 10782059 w 10871811"/>
              <a:gd name="connsiteY22" fmla="*/ 2550118 h 2940129"/>
              <a:gd name="connsiteX23" fmla="*/ 10794760 w 10871811"/>
              <a:gd name="connsiteY23" fmla="*/ 2858672 h 2940129"/>
              <a:gd name="connsiteX24" fmla="*/ 10818079 w 10871811"/>
              <a:gd name="connsiteY24" fmla="*/ 2914782 h 2940129"/>
              <a:gd name="connsiteX25" fmla="*/ 10832706 w 10871811"/>
              <a:gd name="connsiteY25" fmla="*/ 2929933 h 2940129"/>
              <a:gd name="connsiteX26" fmla="*/ 10822578 w 10871811"/>
              <a:gd name="connsiteY26" fmla="*/ 2928641 h 2940129"/>
              <a:gd name="connsiteX27" fmla="*/ 10788981 w 10871811"/>
              <a:gd name="connsiteY27" fmla="*/ 2917211 h 2940129"/>
              <a:gd name="connsiteX28" fmla="*/ 10766583 w 10871811"/>
              <a:gd name="connsiteY28" fmla="*/ 2882921 h 2940129"/>
              <a:gd name="connsiteX29" fmla="*/ 10542604 w 10871811"/>
              <a:gd name="connsiteY29" fmla="*/ 2848631 h 2940129"/>
              <a:gd name="connsiteX30" fmla="*/ 10497808 w 10871811"/>
              <a:gd name="connsiteY30" fmla="*/ 2825771 h 2940129"/>
              <a:gd name="connsiteX31" fmla="*/ 10296227 w 10871811"/>
              <a:gd name="connsiteY31" fmla="*/ 2825771 h 2940129"/>
              <a:gd name="connsiteX32" fmla="*/ 10217834 w 10871811"/>
              <a:gd name="connsiteY32" fmla="*/ 2814341 h 2940129"/>
              <a:gd name="connsiteX33" fmla="*/ 10161839 w 10871811"/>
              <a:gd name="connsiteY33" fmla="*/ 2825771 h 2940129"/>
              <a:gd name="connsiteX34" fmla="*/ 10105844 w 10871811"/>
              <a:gd name="connsiteY34" fmla="*/ 2848631 h 2940129"/>
              <a:gd name="connsiteX35" fmla="*/ 9971457 w 10871811"/>
              <a:gd name="connsiteY35" fmla="*/ 2802911 h 2940129"/>
              <a:gd name="connsiteX36" fmla="*/ 9646687 w 10871811"/>
              <a:gd name="connsiteY36" fmla="*/ 2837201 h 2940129"/>
              <a:gd name="connsiteX37" fmla="*/ 9534698 w 10871811"/>
              <a:gd name="connsiteY37" fmla="*/ 2825771 h 2940129"/>
              <a:gd name="connsiteX38" fmla="*/ 9411509 w 10871811"/>
              <a:gd name="connsiteY38" fmla="*/ 2848631 h 2940129"/>
              <a:gd name="connsiteX39" fmla="*/ 9198729 w 10871811"/>
              <a:gd name="connsiteY39" fmla="*/ 2860061 h 2940129"/>
              <a:gd name="connsiteX40" fmla="*/ 9120336 w 10871811"/>
              <a:gd name="connsiteY40" fmla="*/ 2871491 h 2940129"/>
              <a:gd name="connsiteX41" fmla="*/ 8907556 w 10871811"/>
              <a:gd name="connsiteY41" fmla="*/ 2894351 h 2940129"/>
              <a:gd name="connsiteX42" fmla="*/ 8649980 w 10871811"/>
              <a:gd name="connsiteY42" fmla="*/ 2871491 h 2940129"/>
              <a:gd name="connsiteX43" fmla="*/ 8280415 w 10871811"/>
              <a:gd name="connsiteY43" fmla="*/ 2825771 h 2940129"/>
              <a:gd name="connsiteX44" fmla="*/ 8123629 w 10871811"/>
              <a:gd name="connsiteY44" fmla="*/ 2848631 h 2940129"/>
              <a:gd name="connsiteX45" fmla="*/ 8011639 w 10871811"/>
              <a:gd name="connsiteY45" fmla="*/ 2928641 h 2940129"/>
              <a:gd name="connsiteX46" fmla="*/ 7933247 w 10871811"/>
              <a:gd name="connsiteY46" fmla="*/ 2848631 h 2940129"/>
              <a:gd name="connsiteX47" fmla="*/ 7843655 w 10871811"/>
              <a:gd name="connsiteY47" fmla="*/ 2825771 h 2940129"/>
              <a:gd name="connsiteX48" fmla="*/ 7642074 w 10871811"/>
              <a:gd name="connsiteY48" fmla="*/ 2837201 h 2940129"/>
              <a:gd name="connsiteX49" fmla="*/ 7518885 w 10871811"/>
              <a:gd name="connsiteY49" fmla="*/ 2848631 h 2940129"/>
              <a:gd name="connsiteX50" fmla="*/ 7294906 w 10871811"/>
              <a:gd name="connsiteY50" fmla="*/ 2837201 h 2940129"/>
              <a:gd name="connsiteX51" fmla="*/ 7126922 w 10871811"/>
              <a:gd name="connsiteY51" fmla="*/ 2848631 h 2940129"/>
              <a:gd name="connsiteX52" fmla="*/ 6757356 w 10871811"/>
              <a:gd name="connsiteY52" fmla="*/ 2814341 h 2940129"/>
              <a:gd name="connsiteX53" fmla="*/ 6320597 w 10871811"/>
              <a:gd name="connsiteY53" fmla="*/ 2871491 h 2940129"/>
              <a:gd name="connsiteX54" fmla="*/ 5704654 w 10871811"/>
              <a:gd name="connsiteY54" fmla="*/ 2894351 h 2940129"/>
              <a:gd name="connsiteX55" fmla="*/ 5570267 w 10871811"/>
              <a:gd name="connsiteY55" fmla="*/ 2825771 h 2940129"/>
              <a:gd name="connsiteX56" fmla="*/ 5491874 w 10871811"/>
              <a:gd name="connsiteY56" fmla="*/ 2802911 h 2940129"/>
              <a:gd name="connsiteX57" fmla="*/ 5211900 w 10871811"/>
              <a:gd name="connsiteY57" fmla="*/ 2848631 h 2940129"/>
              <a:gd name="connsiteX58" fmla="*/ 4887130 w 10871811"/>
              <a:gd name="connsiteY58" fmla="*/ 2860061 h 2940129"/>
              <a:gd name="connsiteX59" fmla="*/ 4819937 w 10871811"/>
              <a:gd name="connsiteY59" fmla="*/ 2837201 h 2940129"/>
              <a:gd name="connsiteX60" fmla="*/ 4763942 w 10871811"/>
              <a:gd name="connsiteY60" fmla="*/ 2802911 h 2940129"/>
              <a:gd name="connsiteX61" fmla="*/ 4752743 w 10871811"/>
              <a:gd name="connsiteY61" fmla="*/ 2837201 h 2940129"/>
              <a:gd name="connsiteX62" fmla="*/ 4618355 w 10871811"/>
              <a:gd name="connsiteY62" fmla="*/ 2894351 h 2940129"/>
              <a:gd name="connsiteX63" fmla="*/ 4551162 w 10871811"/>
              <a:gd name="connsiteY63" fmla="*/ 2860061 h 2940129"/>
              <a:gd name="connsiteX64" fmla="*/ 4495167 w 10871811"/>
              <a:gd name="connsiteY64" fmla="*/ 2882921 h 2940129"/>
              <a:gd name="connsiteX65" fmla="*/ 4439172 w 10871811"/>
              <a:gd name="connsiteY65" fmla="*/ 2871491 h 2940129"/>
              <a:gd name="connsiteX66" fmla="*/ 4405575 w 10871811"/>
              <a:gd name="connsiteY66" fmla="*/ 2860061 h 2940129"/>
              <a:gd name="connsiteX67" fmla="*/ 4304785 w 10871811"/>
              <a:gd name="connsiteY67" fmla="*/ 2848631 h 2940129"/>
              <a:gd name="connsiteX68" fmla="*/ 3644046 w 10871811"/>
              <a:gd name="connsiteY68" fmla="*/ 2837201 h 2940129"/>
              <a:gd name="connsiteX69" fmla="*/ 3319276 w 10871811"/>
              <a:gd name="connsiteY69" fmla="*/ 2871491 h 2940129"/>
              <a:gd name="connsiteX70" fmla="*/ 3050501 w 10871811"/>
              <a:gd name="connsiteY70" fmla="*/ 2928641 h 2940129"/>
              <a:gd name="connsiteX71" fmla="*/ 2837721 w 10871811"/>
              <a:gd name="connsiteY71" fmla="*/ 2894351 h 2940129"/>
              <a:gd name="connsiteX72" fmla="*/ 2770528 w 10871811"/>
              <a:gd name="connsiteY72" fmla="*/ 2905781 h 2940129"/>
              <a:gd name="connsiteX73" fmla="*/ 2658538 w 10871811"/>
              <a:gd name="connsiteY73" fmla="*/ 2917211 h 2940129"/>
              <a:gd name="connsiteX74" fmla="*/ 2602543 w 10871811"/>
              <a:gd name="connsiteY74" fmla="*/ 2905781 h 2940129"/>
              <a:gd name="connsiteX75" fmla="*/ 2568946 w 10871811"/>
              <a:gd name="connsiteY75" fmla="*/ 2871491 h 2940129"/>
              <a:gd name="connsiteX76" fmla="*/ 2367365 w 10871811"/>
              <a:gd name="connsiteY76" fmla="*/ 2860061 h 2940129"/>
              <a:gd name="connsiteX77" fmla="*/ 2232978 w 10871811"/>
              <a:gd name="connsiteY77" fmla="*/ 2871491 h 2940129"/>
              <a:gd name="connsiteX78" fmla="*/ 2143386 w 10871811"/>
              <a:gd name="connsiteY78" fmla="*/ 2860061 h 2940129"/>
              <a:gd name="connsiteX79" fmla="*/ 1997799 w 10871811"/>
              <a:gd name="connsiteY79" fmla="*/ 2917211 h 2940129"/>
              <a:gd name="connsiteX80" fmla="*/ 1807417 w 10871811"/>
              <a:gd name="connsiteY80" fmla="*/ 2928641 h 2940129"/>
              <a:gd name="connsiteX81" fmla="*/ 1773820 w 10871811"/>
              <a:gd name="connsiteY81" fmla="*/ 2905781 h 2940129"/>
              <a:gd name="connsiteX82" fmla="*/ 1583438 w 10871811"/>
              <a:gd name="connsiteY82" fmla="*/ 2905781 h 2940129"/>
              <a:gd name="connsiteX83" fmla="*/ 1381857 w 10871811"/>
              <a:gd name="connsiteY83" fmla="*/ 2928641 h 2940129"/>
              <a:gd name="connsiteX84" fmla="*/ 1247469 w 10871811"/>
              <a:gd name="connsiteY84" fmla="*/ 2860061 h 2940129"/>
              <a:gd name="connsiteX85" fmla="*/ 1180275 w 10871811"/>
              <a:gd name="connsiteY85" fmla="*/ 2791481 h 2940129"/>
              <a:gd name="connsiteX86" fmla="*/ 1101883 w 10871811"/>
              <a:gd name="connsiteY86" fmla="*/ 2802911 h 2940129"/>
              <a:gd name="connsiteX87" fmla="*/ 810710 w 10871811"/>
              <a:gd name="connsiteY87" fmla="*/ 2837201 h 2940129"/>
              <a:gd name="connsiteX88" fmla="*/ 732317 w 10871811"/>
              <a:gd name="connsiteY88" fmla="*/ 2825771 h 2940129"/>
              <a:gd name="connsiteX89" fmla="*/ 620328 w 10871811"/>
              <a:gd name="connsiteY89" fmla="*/ 2780051 h 2940129"/>
              <a:gd name="connsiteX90" fmla="*/ 541935 w 10871811"/>
              <a:gd name="connsiteY90" fmla="*/ 2837201 h 2940129"/>
              <a:gd name="connsiteX91" fmla="*/ 273160 w 10871811"/>
              <a:gd name="connsiteY91" fmla="*/ 2882921 h 2940129"/>
              <a:gd name="connsiteX92" fmla="*/ 228364 w 10871811"/>
              <a:gd name="connsiteY92" fmla="*/ 2848631 h 2940129"/>
              <a:gd name="connsiteX93" fmla="*/ 37982 w 10871811"/>
              <a:gd name="connsiteY93" fmla="*/ 2848631 h 2940129"/>
              <a:gd name="connsiteX94" fmla="*/ 4675 w 10871811"/>
              <a:gd name="connsiteY94" fmla="*/ 2872284 h 2940129"/>
              <a:gd name="connsiteX95" fmla="*/ 0 w 10871811"/>
              <a:gd name="connsiteY95" fmla="*/ 2879186 h 294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0871811" h="2940129">
                <a:moveTo>
                  <a:pt x="10871811" y="2930109"/>
                </a:moveTo>
                <a:lnTo>
                  <a:pt x="10871811" y="2934922"/>
                </a:lnTo>
                <a:lnTo>
                  <a:pt x="10866138" y="2934199"/>
                </a:lnTo>
                <a:close/>
                <a:moveTo>
                  <a:pt x="0" y="0"/>
                </a:moveTo>
                <a:lnTo>
                  <a:pt x="10871811" y="0"/>
                </a:lnTo>
                <a:lnTo>
                  <a:pt x="10871811" y="10073"/>
                </a:lnTo>
                <a:lnTo>
                  <a:pt x="10858269" y="490"/>
                </a:lnTo>
                <a:cubicBezTo>
                  <a:pt x="10837099" y="-4923"/>
                  <a:pt x="10817176" y="35982"/>
                  <a:pt x="10794760" y="49209"/>
                </a:cubicBezTo>
                <a:cubicBezTo>
                  <a:pt x="10761916" y="68590"/>
                  <a:pt x="10712569" y="58909"/>
                  <a:pt x="10693147" y="97928"/>
                </a:cubicBezTo>
                <a:cubicBezTo>
                  <a:pt x="10674822" y="134748"/>
                  <a:pt x="10698173" y="185320"/>
                  <a:pt x="10705849" y="227846"/>
                </a:cubicBezTo>
                <a:cubicBezTo>
                  <a:pt x="10710976" y="256250"/>
                  <a:pt x="10723247" y="281749"/>
                  <a:pt x="10731252" y="309044"/>
                </a:cubicBezTo>
                <a:cubicBezTo>
                  <a:pt x="10735953" y="325072"/>
                  <a:pt x="10740707" y="341155"/>
                  <a:pt x="10743954" y="357763"/>
                </a:cubicBezTo>
                <a:cubicBezTo>
                  <a:pt x="10760130" y="440493"/>
                  <a:pt x="10761454" y="494171"/>
                  <a:pt x="10769357" y="585118"/>
                </a:cubicBezTo>
                <a:cubicBezTo>
                  <a:pt x="10756655" y="677143"/>
                  <a:pt x="10736281" y="767967"/>
                  <a:pt x="10731252" y="861193"/>
                </a:cubicBezTo>
                <a:cubicBezTo>
                  <a:pt x="10727744" y="926223"/>
                  <a:pt x="10735573" y="991772"/>
                  <a:pt x="10743954" y="1056069"/>
                </a:cubicBezTo>
                <a:cubicBezTo>
                  <a:pt x="10747638" y="1084331"/>
                  <a:pt x="10804749" y="1274175"/>
                  <a:pt x="10807462" y="1283424"/>
                </a:cubicBezTo>
                <a:cubicBezTo>
                  <a:pt x="10782059" y="1348383"/>
                  <a:pt x="10740985" y="1406748"/>
                  <a:pt x="10731252" y="1478300"/>
                </a:cubicBezTo>
                <a:cubicBezTo>
                  <a:pt x="10716720" y="1585133"/>
                  <a:pt x="10772853" y="1698357"/>
                  <a:pt x="10807462" y="1786854"/>
                </a:cubicBezTo>
                <a:cubicBezTo>
                  <a:pt x="10760889" y="1862639"/>
                  <a:pt x="10694213" y="1923966"/>
                  <a:pt x="10667744" y="2014209"/>
                </a:cubicBezTo>
                <a:cubicBezTo>
                  <a:pt x="10652583" y="2065899"/>
                  <a:pt x="10682159" y="2123220"/>
                  <a:pt x="10693147" y="2176606"/>
                </a:cubicBezTo>
                <a:cubicBezTo>
                  <a:pt x="10703370" y="2226270"/>
                  <a:pt x="10718551" y="2274044"/>
                  <a:pt x="10731252" y="2322763"/>
                </a:cubicBezTo>
                <a:cubicBezTo>
                  <a:pt x="10739720" y="2355242"/>
                  <a:pt x="10750161" y="2386987"/>
                  <a:pt x="10756655" y="2420201"/>
                </a:cubicBezTo>
                <a:lnTo>
                  <a:pt x="10782059" y="2550118"/>
                </a:lnTo>
                <a:cubicBezTo>
                  <a:pt x="10786293" y="2652970"/>
                  <a:pt x="10775223" y="2758753"/>
                  <a:pt x="10794760" y="2858672"/>
                </a:cubicBezTo>
                <a:cubicBezTo>
                  <a:pt x="10798391" y="2877239"/>
                  <a:pt x="10806829" y="2898596"/>
                  <a:pt x="10818079" y="2914782"/>
                </a:cubicBezTo>
                <a:lnTo>
                  <a:pt x="10832706" y="2929933"/>
                </a:lnTo>
                <a:lnTo>
                  <a:pt x="10822578" y="2928641"/>
                </a:lnTo>
                <a:cubicBezTo>
                  <a:pt x="10810963" y="2926486"/>
                  <a:pt x="10798199" y="2924737"/>
                  <a:pt x="10788981" y="2917211"/>
                </a:cubicBezTo>
                <a:cubicBezTo>
                  <a:pt x="10778471" y="2908629"/>
                  <a:pt x="10774049" y="2894351"/>
                  <a:pt x="10766583" y="2882921"/>
                </a:cubicBezTo>
                <a:cubicBezTo>
                  <a:pt x="10673169" y="2819360"/>
                  <a:pt x="10779120" y="2883116"/>
                  <a:pt x="10542604" y="2848631"/>
                </a:cubicBezTo>
                <a:cubicBezTo>
                  <a:pt x="10526077" y="2846221"/>
                  <a:pt x="10512740" y="2833391"/>
                  <a:pt x="10497808" y="2825771"/>
                </a:cubicBezTo>
                <a:cubicBezTo>
                  <a:pt x="10369333" y="2799546"/>
                  <a:pt x="10524086" y="2825771"/>
                  <a:pt x="10296227" y="2825771"/>
                </a:cubicBezTo>
                <a:cubicBezTo>
                  <a:pt x="10269830" y="2825771"/>
                  <a:pt x="10243965" y="2818151"/>
                  <a:pt x="10217834" y="2814341"/>
                </a:cubicBezTo>
                <a:cubicBezTo>
                  <a:pt x="10199169" y="2818151"/>
                  <a:pt x="10180071" y="2820189"/>
                  <a:pt x="10161839" y="2825771"/>
                </a:cubicBezTo>
                <a:cubicBezTo>
                  <a:pt x="10142584" y="2831667"/>
                  <a:pt x="10125809" y="2851028"/>
                  <a:pt x="10105844" y="2848631"/>
                </a:cubicBezTo>
                <a:cubicBezTo>
                  <a:pt x="10058949" y="2843000"/>
                  <a:pt x="10018662" y="2804086"/>
                  <a:pt x="9971457" y="2802911"/>
                </a:cubicBezTo>
                <a:cubicBezTo>
                  <a:pt x="9862655" y="2800203"/>
                  <a:pt x="9754944" y="2825771"/>
                  <a:pt x="9646687" y="2837201"/>
                </a:cubicBezTo>
                <a:cubicBezTo>
                  <a:pt x="9609357" y="2833391"/>
                  <a:pt x="9572214" y="2825771"/>
                  <a:pt x="9534698" y="2825771"/>
                </a:cubicBezTo>
                <a:cubicBezTo>
                  <a:pt x="9494570" y="2825771"/>
                  <a:pt x="9450716" y="2838627"/>
                  <a:pt x="9411509" y="2848631"/>
                </a:cubicBezTo>
                <a:cubicBezTo>
                  <a:pt x="9340582" y="2852441"/>
                  <a:pt x="9269545" y="2854501"/>
                  <a:pt x="9198729" y="2860061"/>
                </a:cubicBezTo>
                <a:cubicBezTo>
                  <a:pt x="9172411" y="2862127"/>
                  <a:pt x="9146558" y="2868403"/>
                  <a:pt x="9120336" y="2871491"/>
                </a:cubicBezTo>
                <a:lnTo>
                  <a:pt x="8907556" y="2894351"/>
                </a:lnTo>
                <a:cubicBezTo>
                  <a:pt x="8907556" y="2894351"/>
                  <a:pt x="8735497" y="2882401"/>
                  <a:pt x="8649980" y="2871491"/>
                </a:cubicBezTo>
                <a:cubicBezTo>
                  <a:pt x="8195345" y="2813489"/>
                  <a:pt x="8714586" y="2853467"/>
                  <a:pt x="8280415" y="2825771"/>
                </a:cubicBezTo>
                <a:cubicBezTo>
                  <a:pt x="8228153" y="2833391"/>
                  <a:pt x="8173060" y="2829712"/>
                  <a:pt x="8123629" y="2848631"/>
                </a:cubicBezTo>
                <a:cubicBezTo>
                  <a:pt x="8080963" y="2864961"/>
                  <a:pt x="8057206" y="2928641"/>
                  <a:pt x="8011639" y="2928641"/>
                </a:cubicBezTo>
                <a:cubicBezTo>
                  <a:pt x="7974685" y="2928641"/>
                  <a:pt x="7964935" y="2868036"/>
                  <a:pt x="7933247" y="2848631"/>
                </a:cubicBezTo>
                <a:cubicBezTo>
                  <a:pt x="7906850" y="2832467"/>
                  <a:pt x="7873519" y="2833391"/>
                  <a:pt x="7843655" y="2825771"/>
                </a:cubicBezTo>
                <a:cubicBezTo>
                  <a:pt x="7776461" y="2829581"/>
                  <a:pt x="7709212" y="2832475"/>
                  <a:pt x="7642074" y="2837201"/>
                </a:cubicBezTo>
                <a:cubicBezTo>
                  <a:pt x="7600940" y="2840096"/>
                  <a:pt x="7559913" y="2852818"/>
                  <a:pt x="7518885" y="2848631"/>
                </a:cubicBezTo>
                <a:cubicBezTo>
                  <a:pt x="7262268" y="2822440"/>
                  <a:pt x="7589919" y="2782456"/>
                  <a:pt x="7294906" y="2837201"/>
                </a:cubicBezTo>
                <a:cubicBezTo>
                  <a:pt x="7238911" y="2841011"/>
                  <a:pt x="7183041" y="2848631"/>
                  <a:pt x="7126922" y="2848631"/>
                </a:cubicBezTo>
                <a:cubicBezTo>
                  <a:pt x="6794972" y="2848631"/>
                  <a:pt x="6882087" y="2899211"/>
                  <a:pt x="6757356" y="2814341"/>
                </a:cubicBezTo>
                <a:cubicBezTo>
                  <a:pt x="6598600" y="2846747"/>
                  <a:pt x="6568845" y="2854410"/>
                  <a:pt x="6320597" y="2871491"/>
                </a:cubicBezTo>
                <a:cubicBezTo>
                  <a:pt x="6115612" y="2885595"/>
                  <a:pt x="5909968" y="2886731"/>
                  <a:pt x="5704654" y="2894351"/>
                </a:cubicBezTo>
                <a:cubicBezTo>
                  <a:pt x="5556422" y="2869136"/>
                  <a:pt x="5722031" y="2909176"/>
                  <a:pt x="5570267" y="2825771"/>
                </a:cubicBezTo>
                <a:cubicBezTo>
                  <a:pt x="5546338" y="2812621"/>
                  <a:pt x="5518005" y="2810531"/>
                  <a:pt x="5491874" y="2802911"/>
                </a:cubicBezTo>
                <a:cubicBezTo>
                  <a:pt x="5245169" y="2774934"/>
                  <a:pt x="5578330" y="2798766"/>
                  <a:pt x="5211900" y="2848631"/>
                </a:cubicBezTo>
                <a:cubicBezTo>
                  <a:pt x="5104529" y="2863242"/>
                  <a:pt x="4995387" y="2856251"/>
                  <a:pt x="4887130" y="2860061"/>
                </a:cubicBezTo>
                <a:cubicBezTo>
                  <a:pt x="4864732" y="2852441"/>
                  <a:pt x="4841430" y="2847172"/>
                  <a:pt x="4819937" y="2837201"/>
                </a:cubicBezTo>
                <a:cubicBezTo>
                  <a:pt x="4800120" y="2828008"/>
                  <a:pt x="4785709" y="2802911"/>
                  <a:pt x="4763942" y="2802911"/>
                </a:cubicBezTo>
                <a:cubicBezTo>
                  <a:pt x="4752137" y="2802911"/>
                  <a:pt x="4762796" y="2830887"/>
                  <a:pt x="4752743" y="2837201"/>
                </a:cubicBezTo>
                <a:cubicBezTo>
                  <a:pt x="4711413" y="2863160"/>
                  <a:pt x="4663151" y="2875301"/>
                  <a:pt x="4618355" y="2894351"/>
                </a:cubicBezTo>
                <a:cubicBezTo>
                  <a:pt x="4605543" y="2885633"/>
                  <a:pt x="4570684" y="2857570"/>
                  <a:pt x="4551162" y="2860061"/>
                </a:cubicBezTo>
                <a:cubicBezTo>
                  <a:pt x="4531214" y="2862606"/>
                  <a:pt x="4513832" y="2875301"/>
                  <a:pt x="4495167" y="2882921"/>
                </a:cubicBezTo>
                <a:cubicBezTo>
                  <a:pt x="4476502" y="2879111"/>
                  <a:pt x="4457638" y="2876203"/>
                  <a:pt x="4439172" y="2871491"/>
                </a:cubicBezTo>
                <a:cubicBezTo>
                  <a:pt x="4427719" y="2868569"/>
                  <a:pt x="4417219" y="2862042"/>
                  <a:pt x="4405575" y="2860061"/>
                </a:cubicBezTo>
                <a:cubicBezTo>
                  <a:pt x="4372231" y="2854389"/>
                  <a:pt x="4338573" y="2849645"/>
                  <a:pt x="4304785" y="2848631"/>
                </a:cubicBezTo>
                <a:lnTo>
                  <a:pt x="3644046" y="2837201"/>
                </a:lnTo>
                <a:cubicBezTo>
                  <a:pt x="3644046" y="2837201"/>
                  <a:pt x="3426891" y="2854912"/>
                  <a:pt x="3319276" y="2871491"/>
                </a:cubicBezTo>
                <a:cubicBezTo>
                  <a:pt x="3228786" y="2885432"/>
                  <a:pt x="3140093" y="2909591"/>
                  <a:pt x="3050501" y="2928641"/>
                </a:cubicBezTo>
                <a:cubicBezTo>
                  <a:pt x="3050501" y="2928641"/>
                  <a:pt x="2909298" y="2900195"/>
                  <a:pt x="2837721" y="2894351"/>
                </a:cubicBezTo>
                <a:cubicBezTo>
                  <a:pt x="2815086" y="2892503"/>
                  <a:pt x="2793059" y="2902906"/>
                  <a:pt x="2770528" y="2905781"/>
                </a:cubicBezTo>
                <a:cubicBezTo>
                  <a:pt x="2733302" y="2910530"/>
                  <a:pt x="2695868" y="2913401"/>
                  <a:pt x="2658538" y="2917211"/>
                </a:cubicBezTo>
                <a:cubicBezTo>
                  <a:pt x="2639873" y="2913401"/>
                  <a:pt x="2619568" y="2914469"/>
                  <a:pt x="2602543" y="2905781"/>
                </a:cubicBezTo>
                <a:cubicBezTo>
                  <a:pt x="2588377" y="2898552"/>
                  <a:pt x="2584504" y="2874516"/>
                  <a:pt x="2568946" y="2871491"/>
                </a:cubicBezTo>
                <a:cubicBezTo>
                  <a:pt x="2502837" y="2858639"/>
                  <a:pt x="2434559" y="2863871"/>
                  <a:pt x="2367365" y="2860061"/>
                </a:cubicBezTo>
                <a:cubicBezTo>
                  <a:pt x="2322569" y="2863871"/>
                  <a:pt x="2277928" y="2871491"/>
                  <a:pt x="2232978" y="2871491"/>
                </a:cubicBezTo>
                <a:cubicBezTo>
                  <a:pt x="2202881" y="2871491"/>
                  <a:pt x="2172951" y="2854313"/>
                  <a:pt x="2143386" y="2860061"/>
                </a:cubicBezTo>
                <a:cubicBezTo>
                  <a:pt x="2092309" y="2869991"/>
                  <a:pt x="2046328" y="2898161"/>
                  <a:pt x="1997799" y="2917211"/>
                </a:cubicBezTo>
                <a:cubicBezTo>
                  <a:pt x="1922124" y="2930084"/>
                  <a:pt x="1875466" y="2954686"/>
                  <a:pt x="1807417" y="2928641"/>
                </a:cubicBezTo>
                <a:cubicBezTo>
                  <a:pt x="1794815" y="2923818"/>
                  <a:pt x="1785019" y="2913401"/>
                  <a:pt x="1773820" y="2905781"/>
                </a:cubicBezTo>
                <a:cubicBezTo>
                  <a:pt x="1684718" y="2883046"/>
                  <a:pt x="1735158" y="2890796"/>
                  <a:pt x="1583438" y="2905781"/>
                </a:cubicBezTo>
                <a:lnTo>
                  <a:pt x="1381857" y="2928641"/>
                </a:lnTo>
                <a:cubicBezTo>
                  <a:pt x="1346442" y="2913150"/>
                  <a:pt x="1279618" y="2888186"/>
                  <a:pt x="1247469" y="2860061"/>
                </a:cubicBezTo>
                <a:cubicBezTo>
                  <a:pt x="1217252" y="2833626"/>
                  <a:pt x="1232326" y="2801140"/>
                  <a:pt x="1180275" y="2791481"/>
                </a:cubicBezTo>
                <a:cubicBezTo>
                  <a:pt x="1154305" y="2786662"/>
                  <a:pt x="1128087" y="2799669"/>
                  <a:pt x="1101883" y="2802911"/>
                </a:cubicBezTo>
                <a:lnTo>
                  <a:pt x="810710" y="2837201"/>
                </a:lnTo>
                <a:cubicBezTo>
                  <a:pt x="784579" y="2833391"/>
                  <a:pt x="757641" y="2833373"/>
                  <a:pt x="732317" y="2825771"/>
                </a:cubicBezTo>
                <a:cubicBezTo>
                  <a:pt x="693745" y="2814192"/>
                  <a:pt x="659503" y="2789278"/>
                  <a:pt x="620328" y="2780051"/>
                </a:cubicBezTo>
                <a:cubicBezTo>
                  <a:pt x="591278" y="2773209"/>
                  <a:pt x="551107" y="2827840"/>
                  <a:pt x="541935" y="2837201"/>
                </a:cubicBezTo>
                <a:cubicBezTo>
                  <a:pt x="448984" y="2868824"/>
                  <a:pt x="414226" y="2882921"/>
                  <a:pt x="273160" y="2882921"/>
                </a:cubicBezTo>
                <a:cubicBezTo>
                  <a:pt x="254495" y="2882921"/>
                  <a:pt x="243296" y="2860061"/>
                  <a:pt x="228364" y="2848631"/>
                </a:cubicBezTo>
                <a:cubicBezTo>
                  <a:pt x="150908" y="2835455"/>
                  <a:pt x="102164" y="2802777"/>
                  <a:pt x="37982" y="2848631"/>
                </a:cubicBezTo>
                <a:cubicBezTo>
                  <a:pt x="27169" y="2856356"/>
                  <a:pt x="15037" y="2863500"/>
                  <a:pt x="4675" y="2872284"/>
                </a:cubicBezTo>
                <a:lnTo>
                  <a:pt x="0" y="2879186"/>
                </a:lnTo>
                <a:close/>
              </a:path>
            </a:pathLst>
          </a:custGeom>
          <a:effectLst>
            <a:outerShdw blurRad="63500" sx="102000" sy="102000" algn="ctr" rotWithShape="0">
              <a:prstClr val="black">
                <a:alpha val="40000"/>
              </a:prstClr>
            </a:outerShdw>
          </a:effectLst>
        </p:spPr>
      </p:pic>
      <p:pic>
        <p:nvPicPr>
          <p:cNvPr id="20" name="Picture 19">
            <a:extLst>
              <a:ext uri="{FF2B5EF4-FFF2-40B4-BE49-F238E27FC236}">
                <a16:creationId xmlns:a16="http://schemas.microsoft.com/office/drawing/2014/main" id="{E05DCBEA-EA02-C8D3-1644-1C8EF92C4183}"/>
              </a:ext>
            </a:extLst>
          </p:cNvPr>
          <p:cNvPicPr>
            <a:picLocks noChangeAspect="1"/>
          </p:cNvPicPr>
          <p:nvPr/>
        </p:nvPicPr>
        <p:blipFill>
          <a:blip r:embed="rId7"/>
          <a:stretch>
            <a:fillRect/>
          </a:stretch>
        </p:blipFill>
        <p:spPr>
          <a:xfrm>
            <a:off x="5864250" y="4079134"/>
            <a:ext cx="4128000" cy="2322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11801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6E54E-8CF9-4FA6-8E62-48C9F65C8DC3}"/>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1155C44-A4EA-595B-E108-AC5D06058B85}"/>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aphicFrame>
        <p:nvGraphicFramePr>
          <p:cNvPr id="6" name="think-cell data - do not delete" hidden="1">
            <a:extLst>
              <a:ext uri="{FF2B5EF4-FFF2-40B4-BE49-F238E27FC236}">
                <a16:creationId xmlns:a16="http://schemas.microsoft.com/office/drawing/2014/main" id="{E8B5C6AA-B817-9668-DE7A-5A4C4A066C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E8B5C6AA-B817-9668-DE7A-5A4C4A066C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80C0765-2495-66F9-A5C6-D4867CAEA341}"/>
              </a:ext>
            </a:extLst>
          </p:cNvPr>
          <p:cNvSpPr>
            <a:spLocks noGrp="1"/>
          </p:cNvSpPr>
          <p:nvPr>
            <p:ph type="title"/>
          </p:nvPr>
        </p:nvSpPr>
        <p:spPr>
          <a:xfrm>
            <a:off x="514115" y="365126"/>
            <a:ext cx="8916756" cy="1081710"/>
          </a:xfrm>
        </p:spPr>
        <p:txBody>
          <a:bodyPr vert="horz">
            <a:normAutofit/>
          </a:bodyPr>
          <a:lstStyle/>
          <a:p>
            <a:r>
              <a:rPr lang="en-US" dirty="0"/>
              <a:t>Small preview of the section 5 “Detailed Stock Investment Decision-making Process”</a:t>
            </a:r>
            <a:endParaRPr lang="en-US" b="0" dirty="0"/>
          </a:p>
        </p:txBody>
      </p:sp>
      <p:sp>
        <p:nvSpPr>
          <p:cNvPr id="27" name="Footer Placeholder 26">
            <a:extLst>
              <a:ext uri="{FF2B5EF4-FFF2-40B4-BE49-F238E27FC236}">
                <a16:creationId xmlns:a16="http://schemas.microsoft.com/office/drawing/2014/main" id="{5F856679-6B40-E93E-D587-8B230FAE2316}"/>
              </a:ext>
            </a:extLst>
          </p:cNvPr>
          <p:cNvSpPr>
            <a:spLocks noGrp="1"/>
          </p:cNvSpPr>
          <p:nvPr>
            <p:ph type="ftr" sz="quarter" idx="3"/>
          </p:nvPr>
        </p:nvSpPr>
        <p:spPr/>
        <p:txBody>
          <a:bodyPr/>
          <a:lstStyle/>
          <a:p>
            <a:r>
              <a:rPr lang="en-US" dirty="0"/>
              <a:t>Domont Consulting</a:t>
            </a:r>
          </a:p>
        </p:txBody>
      </p:sp>
      <p:sp>
        <p:nvSpPr>
          <p:cNvPr id="28" name="Slide Number Placeholder 27">
            <a:extLst>
              <a:ext uri="{FF2B5EF4-FFF2-40B4-BE49-F238E27FC236}">
                <a16:creationId xmlns:a16="http://schemas.microsoft.com/office/drawing/2014/main" id="{A1C69283-6E18-3441-763A-D34642E3EEA0}"/>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
        <p:nvSpPr>
          <p:cNvPr id="5" name="Rectangle: Rounded Corners 4">
            <a:extLst>
              <a:ext uri="{FF2B5EF4-FFF2-40B4-BE49-F238E27FC236}">
                <a16:creationId xmlns:a16="http://schemas.microsoft.com/office/drawing/2014/main" id="{89936498-01E5-19F0-FCC9-068C30A3D7F8}"/>
              </a:ext>
            </a:extLst>
          </p:cNvPr>
          <p:cNvSpPr/>
          <p:nvPr/>
        </p:nvSpPr>
        <p:spPr>
          <a:xfrm>
            <a:off x="10058404" y="69522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3" name="Rectangle: Rounded Corners 2">
            <a:extLst>
              <a:ext uri="{FF2B5EF4-FFF2-40B4-BE49-F238E27FC236}">
                <a16:creationId xmlns:a16="http://schemas.microsoft.com/office/drawing/2014/main" id="{DE895DB0-8430-1631-B699-98A1DDD31159}"/>
              </a:ext>
            </a:extLst>
          </p:cNvPr>
          <p:cNvSpPr/>
          <p:nvPr/>
        </p:nvSpPr>
        <p:spPr>
          <a:xfrm>
            <a:off x="10058404" y="85609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4" name="Rectangle: Rounded Corners 3">
            <a:extLst>
              <a:ext uri="{FF2B5EF4-FFF2-40B4-BE49-F238E27FC236}">
                <a16:creationId xmlns:a16="http://schemas.microsoft.com/office/drawing/2014/main" id="{44AD76C4-108A-C821-774B-EA8E40D532AD}"/>
              </a:ext>
            </a:extLst>
          </p:cNvPr>
          <p:cNvSpPr/>
          <p:nvPr/>
        </p:nvSpPr>
        <p:spPr>
          <a:xfrm>
            <a:off x="10058404" y="1016967"/>
            <a:ext cx="1512000" cy="271989"/>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1" name="Rectangle: Rounded Corners 10">
            <a:extLst>
              <a:ext uri="{FF2B5EF4-FFF2-40B4-BE49-F238E27FC236}">
                <a16:creationId xmlns:a16="http://schemas.microsoft.com/office/drawing/2014/main" id="{A5A9544D-F9A4-B0CF-9DF7-FB0E83A9ADEA}"/>
              </a:ext>
            </a:extLst>
          </p:cNvPr>
          <p:cNvSpPr/>
          <p:nvPr/>
        </p:nvSpPr>
        <p:spPr>
          <a:xfrm>
            <a:off x="10058404" y="1325729"/>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2" name="Chevron 17">
            <a:extLst>
              <a:ext uri="{FF2B5EF4-FFF2-40B4-BE49-F238E27FC236}">
                <a16:creationId xmlns:a16="http://schemas.microsoft.com/office/drawing/2014/main" id="{A1E30A67-BFBC-A9EC-8135-A10634A2EE4F}"/>
              </a:ext>
            </a:extLst>
          </p:cNvPr>
          <p:cNvSpPr/>
          <p:nvPr/>
        </p:nvSpPr>
        <p:spPr bwMode="auto">
          <a:xfrm>
            <a:off x="10128129"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3" name="Chevron 17">
            <a:extLst>
              <a:ext uri="{FF2B5EF4-FFF2-40B4-BE49-F238E27FC236}">
                <a16:creationId xmlns:a16="http://schemas.microsoft.com/office/drawing/2014/main" id="{3121DA97-44DE-7E4E-A10C-5C3957257741}"/>
              </a:ext>
            </a:extLst>
          </p:cNvPr>
          <p:cNvSpPr/>
          <p:nvPr/>
        </p:nvSpPr>
        <p:spPr bwMode="auto">
          <a:xfrm>
            <a:off x="10476613"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4" name="Chevron 17">
            <a:extLst>
              <a:ext uri="{FF2B5EF4-FFF2-40B4-BE49-F238E27FC236}">
                <a16:creationId xmlns:a16="http://schemas.microsoft.com/office/drawing/2014/main" id="{5B599D82-76F3-F9F3-6050-7FF6CA2706C6}"/>
              </a:ext>
            </a:extLst>
          </p:cNvPr>
          <p:cNvSpPr/>
          <p:nvPr/>
        </p:nvSpPr>
        <p:spPr bwMode="auto">
          <a:xfrm>
            <a:off x="10825097"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5" name="Chevron 17">
            <a:extLst>
              <a:ext uri="{FF2B5EF4-FFF2-40B4-BE49-F238E27FC236}">
                <a16:creationId xmlns:a16="http://schemas.microsoft.com/office/drawing/2014/main" id="{A4CB017C-FF1A-2DBD-D562-B2E557323372}"/>
              </a:ext>
            </a:extLst>
          </p:cNvPr>
          <p:cNvSpPr/>
          <p:nvPr/>
        </p:nvSpPr>
        <p:spPr bwMode="auto">
          <a:xfrm>
            <a:off x="11173581"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7" name="Rectangle: Rounded Corners 6">
            <a:extLst>
              <a:ext uri="{FF2B5EF4-FFF2-40B4-BE49-F238E27FC236}">
                <a16:creationId xmlns:a16="http://schemas.microsoft.com/office/drawing/2014/main" id="{6C6222D1-D390-0451-285C-7571EBA8B23E}"/>
              </a:ext>
            </a:extLst>
          </p:cNvPr>
          <p:cNvSpPr/>
          <p:nvPr/>
        </p:nvSpPr>
        <p:spPr>
          <a:xfrm>
            <a:off x="10058404" y="53193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Rectangle: Rounded Corners 7">
            <a:extLst>
              <a:ext uri="{FF2B5EF4-FFF2-40B4-BE49-F238E27FC236}">
                <a16:creationId xmlns:a16="http://schemas.microsoft.com/office/drawing/2014/main" id="{B7DDD2CB-35DA-B460-1C5C-201AE0BB06C9}"/>
              </a:ext>
            </a:extLst>
          </p:cNvPr>
          <p:cNvSpPr/>
          <p:nvPr/>
        </p:nvSpPr>
        <p:spPr>
          <a:xfrm>
            <a:off x="10058404" y="36811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pic>
        <p:nvPicPr>
          <p:cNvPr id="17" name="Picture 16">
            <a:extLst>
              <a:ext uri="{FF2B5EF4-FFF2-40B4-BE49-F238E27FC236}">
                <a16:creationId xmlns:a16="http://schemas.microsoft.com/office/drawing/2014/main" id="{CFF165AB-24C0-6CC3-CFE4-823467351C1E}"/>
              </a:ext>
            </a:extLst>
          </p:cNvPr>
          <p:cNvPicPr>
            <a:picLocks noChangeAspect="1"/>
          </p:cNvPicPr>
          <p:nvPr/>
        </p:nvPicPr>
        <p:blipFill>
          <a:blip r:embed="rId5"/>
          <a:stretch>
            <a:fillRect/>
          </a:stretch>
        </p:blipFill>
        <p:spPr>
          <a:xfrm>
            <a:off x="694734" y="1691702"/>
            <a:ext cx="6781839" cy="2607453"/>
          </a:xfrm>
          <a:custGeom>
            <a:avLst/>
            <a:gdLst>
              <a:gd name="connsiteX0" fmla="*/ 0 w 5054860"/>
              <a:gd name="connsiteY0" fmla="*/ 0 h 3274048"/>
              <a:gd name="connsiteX1" fmla="*/ 5054860 w 5054860"/>
              <a:gd name="connsiteY1" fmla="*/ 0 h 3274048"/>
              <a:gd name="connsiteX2" fmla="*/ 5054860 w 5054860"/>
              <a:gd name="connsiteY2" fmla="*/ 3274048 h 3274048"/>
              <a:gd name="connsiteX3" fmla="*/ 5047478 w 5054860"/>
              <a:gd name="connsiteY3" fmla="*/ 3264366 h 3274048"/>
              <a:gd name="connsiteX4" fmla="*/ 5036904 w 5054860"/>
              <a:gd name="connsiteY4" fmla="*/ 3218646 h 3274048"/>
              <a:gd name="connsiteX5" fmla="*/ 4994608 w 5054860"/>
              <a:gd name="connsiteY5" fmla="*/ 3207216 h 3274048"/>
              <a:gd name="connsiteX6" fmla="*/ 4978747 w 5054860"/>
              <a:gd name="connsiteY6" fmla="*/ 3195786 h 3274048"/>
              <a:gd name="connsiteX7" fmla="*/ 4968173 w 5054860"/>
              <a:gd name="connsiteY7" fmla="*/ 3161496 h 3274048"/>
              <a:gd name="connsiteX8" fmla="*/ 4862432 w 5054860"/>
              <a:gd name="connsiteY8" fmla="*/ 3127206 h 3274048"/>
              <a:gd name="connsiteX9" fmla="*/ 4841284 w 5054860"/>
              <a:gd name="connsiteY9" fmla="*/ 3104346 h 3274048"/>
              <a:gd name="connsiteX10" fmla="*/ 4746117 w 5054860"/>
              <a:gd name="connsiteY10" fmla="*/ 3104346 h 3274048"/>
              <a:gd name="connsiteX11" fmla="*/ 4709108 w 5054860"/>
              <a:gd name="connsiteY11" fmla="*/ 3092916 h 3274048"/>
              <a:gd name="connsiteX12" fmla="*/ 4682673 w 5054860"/>
              <a:gd name="connsiteY12" fmla="*/ 3104346 h 3274048"/>
              <a:gd name="connsiteX13" fmla="*/ 4656238 w 5054860"/>
              <a:gd name="connsiteY13" fmla="*/ 3127206 h 3274048"/>
              <a:gd name="connsiteX14" fmla="*/ 4592793 w 5054860"/>
              <a:gd name="connsiteY14" fmla="*/ 3081486 h 3274048"/>
              <a:gd name="connsiteX15" fmla="*/ 4439469 w 5054860"/>
              <a:gd name="connsiteY15" fmla="*/ 3115776 h 3274048"/>
              <a:gd name="connsiteX16" fmla="*/ 4386599 w 5054860"/>
              <a:gd name="connsiteY16" fmla="*/ 3104346 h 3274048"/>
              <a:gd name="connsiteX17" fmla="*/ 4328441 w 5054860"/>
              <a:gd name="connsiteY17" fmla="*/ 3127206 h 3274048"/>
              <a:gd name="connsiteX18" fmla="*/ 4227988 w 5054860"/>
              <a:gd name="connsiteY18" fmla="*/ 3138636 h 3274048"/>
              <a:gd name="connsiteX19" fmla="*/ 4190978 w 5054860"/>
              <a:gd name="connsiteY19" fmla="*/ 3150066 h 3274048"/>
              <a:gd name="connsiteX20" fmla="*/ 4090525 w 5054860"/>
              <a:gd name="connsiteY20" fmla="*/ 3172926 h 3274048"/>
              <a:gd name="connsiteX21" fmla="*/ 3968923 w 5054860"/>
              <a:gd name="connsiteY21" fmla="*/ 3150066 h 3274048"/>
              <a:gd name="connsiteX22" fmla="*/ 3794451 w 5054860"/>
              <a:gd name="connsiteY22" fmla="*/ 3104346 h 3274048"/>
              <a:gd name="connsiteX23" fmla="*/ 3720432 w 5054860"/>
              <a:gd name="connsiteY23" fmla="*/ 3127206 h 3274048"/>
              <a:gd name="connsiteX24" fmla="*/ 3667562 w 5054860"/>
              <a:gd name="connsiteY24" fmla="*/ 3207216 h 3274048"/>
              <a:gd name="connsiteX25" fmla="*/ 3630553 w 5054860"/>
              <a:gd name="connsiteY25" fmla="*/ 3127206 h 3274048"/>
              <a:gd name="connsiteX26" fmla="*/ 3588256 w 5054860"/>
              <a:gd name="connsiteY26" fmla="*/ 3104346 h 3274048"/>
              <a:gd name="connsiteX27" fmla="*/ 3493090 w 5054860"/>
              <a:gd name="connsiteY27" fmla="*/ 3115776 h 3274048"/>
              <a:gd name="connsiteX28" fmla="*/ 3434932 w 5054860"/>
              <a:gd name="connsiteY28" fmla="*/ 3127206 h 3274048"/>
              <a:gd name="connsiteX29" fmla="*/ 3329192 w 5054860"/>
              <a:gd name="connsiteY29" fmla="*/ 3115776 h 3274048"/>
              <a:gd name="connsiteX30" fmla="*/ 3249886 w 5054860"/>
              <a:gd name="connsiteY30" fmla="*/ 3127206 h 3274048"/>
              <a:gd name="connsiteX31" fmla="*/ 3075414 w 5054860"/>
              <a:gd name="connsiteY31" fmla="*/ 3092916 h 3274048"/>
              <a:gd name="connsiteX32" fmla="*/ 2869220 w 5054860"/>
              <a:gd name="connsiteY32" fmla="*/ 3150066 h 3274048"/>
              <a:gd name="connsiteX33" fmla="*/ 2578433 w 5054860"/>
              <a:gd name="connsiteY33" fmla="*/ 3172926 h 3274048"/>
              <a:gd name="connsiteX34" fmla="*/ 2514988 w 5054860"/>
              <a:gd name="connsiteY34" fmla="*/ 3104346 h 3274048"/>
              <a:gd name="connsiteX35" fmla="*/ 2477979 w 5054860"/>
              <a:gd name="connsiteY35" fmla="*/ 3081486 h 3274048"/>
              <a:gd name="connsiteX36" fmla="*/ 2345803 w 5054860"/>
              <a:gd name="connsiteY36" fmla="*/ 3127206 h 3274048"/>
              <a:gd name="connsiteX37" fmla="*/ 2192479 w 5054860"/>
              <a:gd name="connsiteY37" fmla="*/ 3138636 h 3274048"/>
              <a:gd name="connsiteX38" fmla="*/ 2160757 w 5054860"/>
              <a:gd name="connsiteY38" fmla="*/ 3115776 h 3274048"/>
              <a:gd name="connsiteX39" fmla="*/ 2134322 w 5054860"/>
              <a:gd name="connsiteY39" fmla="*/ 3081486 h 3274048"/>
              <a:gd name="connsiteX40" fmla="*/ 2129035 w 5054860"/>
              <a:gd name="connsiteY40" fmla="*/ 3115776 h 3274048"/>
              <a:gd name="connsiteX41" fmla="*/ 2065590 w 5054860"/>
              <a:gd name="connsiteY41" fmla="*/ 3172926 h 3274048"/>
              <a:gd name="connsiteX42" fmla="*/ 2033868 w 5054860"/>
              <a:gd name="connsiteY42" fmla="*/ 3138636 h 3274048"/>
              <a:gd name="connsiteX43" fmla="*/ 2007433 w 5054860"/>
              <a:gd name="connsiteY43" fmla="*/ 3161496 h 3274048"/>
              <a:gd name="connsiteX44" fmla="*/ 1980998 w 5054860"/>
              <a:gd name="connsiteY44" fmla="*/ 3150066 h 3274048"/>
              <a:gd name="connsiteX45" fmla="*/ 1965137 w 5054860"/>
              <a:gd name="connsiteY45" fmla="*/ 3138636 h 3274048"/>
              <a:gd name="connsiteX46" fmla="*/ 1917554 w 5054860"/>
              <a:gd name="connsiteY46" fmla="*/ 3127206 h 3274048"/>
              <a:gd name="connsiteX47" fmla="*/ 1605618 w 5054860"/>
              <a:gd name="connsiteY47" fmla="*/ 3115776 h 3274048"/>
              <a:gd name="connsiteX48" fmla="*/ 1452294 w 5054860"/>
              <a:gd name="connsiteY48" fmla="*/ 3150066 h 3274048"/>
              <a:gd name="connsiteX49" fmla="*/ 1325406 w 5054860"/>
              <a:gd name="connsiteY49" fmla="*/ 3207216 h 3274048"/>
              <a:gd name="connsiteX50" fmla="*/ 1224952 w 5054860"/>
              <a:gd name="connsiteY50" fmla="*/ 3172926 h 3274048"/>
              <a:gd name="connsiteX51" fmla="*/ 1193230 w 5054860"/>
              <a:gd name="connsiteY51" fmla="*/ 3184356 h 3274048"/>
              <a:gd name="connsiteX52" fmla="*/ 1140359 w 5054860"/>
              <a:gd name="connsiteY52" fmla="*/ 3195786 h 3274048"/>
              <a:gd name="connsiteX53" fmla="*/ 1113924 w 5054860"/>
              <a:gd name="connsiteY53" fmla="*/ 3184356 h 3274048"/>
              <a:gd name="connsiteX54" fmla="*/ 1098063 w 5054860"/>
              <a:gd name="connsiteY54" fmla="*/ 3150066 h 3274048"/>
              <a:gd name="connsiteX55" fmla="*/ 1002896 w 5054860"/>
              <a:gd name="connsiteY55" fmla="*/ 3138636 h 3274048"/>
              <a:gd name="connsiteX56" fmla="*/ 939452 w 5054860"/>
              <a:gd name="connsiteY56" fmla="*/ 3150066 h 3274048"/>
              <a:gd name="connsiteX57" fmla="*/ 897156 w 5054860"/>
              <a:gd name="connsiteY57" fmla="*/ 3138636 h 3274048"/>
              <a:gd name="connsiteX58" fmla="*/ 828424 w 5054860"/>
              <a:gd name="connsiteY58" fmla="*/ 3195786 h 3274048"/>
              <a:gd name="connsiteX59" fmla="*/ 738545 w 5054860"/>
              <a:gd name="connsiteY59" fmla="*/ 3207216 h 3274048"/>
              <a:gd name="connsiteX60" fmla="*/ 722684 w 5054860"/>
              <a:gd name="connsiteY60" fmla="*/ 3184356 h 3274048"/>
              <a:gd name="connsiteX61" fmla="*/ 632804 w 5054860"/>
              <a:gd name="connsiteY61" fmla="*/ 3184356 h 3274048"/>
              <a:gd name="connsiteX62" fmla="*/ 537637 w 5054860"/>
              <a:gd name="connsiteY62" fmla="*/ 3207216 h 3274048"/>
              <a:gd name="connsiteX63" fmla="*/ 474193 w 5054860"/>
              <a:gd name="connsiteY63" fmla="*/ 3138636 h 3274048"/>
              <a:gd name="connsiteX64" fmla="*/ 442471 w 5054860"/>
              <a:gd name="connsiteY64" fmla="*/ 3070056 h 3274048"/>
              <a:gd name="connsiteX65" fmla="*/ 405462 w 5054860"/>
              <a:gd name="connsiteY65" fmla="*/ 3081486 h 3274048"/>
              <a:gd name="connsiteX66" fmla="*/ 267999 w 5054860"/>
              <a:gd name="connsiteY66" fmla="*/ 3115776 h 3274048"/>
              <a:gd name="connsiteX67" fmla="*/ 230989 w 5054860"/>
              <a:gd name="connsiteY67" fmla="*/ 3104346 h 3274048"/>
              <a:gd name="connsiteX68" fmla="*/ 178119 w 5054860"/>
              <a:gd name="connsiteY68" fmla="*/ 3058626 h 3274048"/>
              <a:gd name="connsiteX69" fmla="*/ 141110 w 5054860"/>
              <a:gd name="connsiteY69" fmla="*/ 3115776 h 3274048"/>
              <a:gd name="connsiteX70" fmla="*/ 14221 w 5054860"/>
              <a:gd name="connsiteY70" fmla="*/ 3161496 h 3274048"/>
              <a:gd name="connsiteX71" fmla="*/ 2986 w 5054860"/>
              <a:gd name="connsiteY71" fmla="*/ 3148637 h 3274048"/>
              <a:gd name="connsiteX72" fmla="*/ 0 w 5054860"/>
              <a:gd name="connsiteY72" fmla="*/ 3142182 h 3274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5054860" h="3274048">
                <a:moveTo>
                  <a:pt x="0" y="0"/>
                </a:moveTo>
                <a:lnTo>
                  <a:pt x="5054860" y="0"/>
                </a:lnTo>
                <a:lnTo>
                  <a:pt x="5054860" y="3274048"/>
                </a:lnTo>
                <a:lnTo>
                  <a:pt x="5047478" y="3264366"/>
                </a:lnTo>
                <a:cubicBezTo>
                  <a:pt x="5042432" y="3251276"/>
                  <a:pt x="5040429" y="3233886"/>
                  <a:pt x="5036904" y="3218646"/>
                </a:cubicBezTo>
                <a:cubicBezTo>
                  <a:pt x="5022805" y="3214836"/>
                  <a:pt x="5008587" y="3212711"/>
                  <a:pt x="4994608" y="3207216"/>
                </a:cubicBezTo>
                <a:cubicBezTo>
                  <a:pt x="4989125" y="3205061"/>
                  <a:pt x="4983098" y="3203312"/>
                  <a:pt x="4978747" y="3195786"/>
                </a:cubicBezTo>
                <a:cubicBezTo>
                  <a:pt x="4973785" y="3187204"/>
                  <a:pt x="4971697" y="3172926"/>
                  <a:pt x="4968173" y="3161496"/>
                </a:cubicBezTo>
                <a:cubicBezTo>
                  <a:pt x="4924072" y="3097935"/>
                  <a:pt x="4974091" y="3161691"/>
                  <a:pt x="4862432" y="3127206"/>
                </a:cubicBezTo>
                <a:cubicBezTo>
                  <a:pt x="4854629" y="3124796"/>
                  <a:pt x="4848333" y="3111966"/>
                  <a:pt x="4841284" y="3104346"/>
                </a:cubicBezTo>
                <a:cubicBezTo>
                  <a:pt x="4780631" y="3078121"/>
                  <a:pt x="4853690" y="3104346"/>
                  <a:pt x="4746117" y="3104346"/>
                </a:cubicBezTo>
                <a:cubicBezTo>
                  <a:pt x="4733655" y="3104346"/>
                  <a:pt x="4721444" y="3096726"/>
                  <a:pt x="4709108" y="3092916"/>
                </a:cubicBezTo>
                <a:cubicBezTo>
                  <a:pt x="4700296" y="3096726"/>
                  <a:pt x="4691280" y="3098764"/>
                  <a:pt x="4682673" y="3104346"/>
                </a:cubicBezTo>
                <a:cubicBezTo>
                  <a:pt x="4673583" y="3110242"/>
                  <a:pt x="4665663" y="3129603"/>
                  <a:pt x="4656238" y="3127206"/>
                </a:cubicBezTo>
                <a:cubicBezTo>
                  <a:pt x="4634098" y="3121575"/>
                  <a:pt x="4615079" y="3082661"/>
                  <a:pt x="4592793" y="3081486"/>
                </a:cubicBezTo>
                <a:cubicBezTo>
                  <a:pt x="4541427" y="3078778"/>
                  <a:pt x="4490577" y="3104346"/>
                  <a:pt x="4439469" y="3115776"/>
                </a:cubicBezTo>
                <a:cubicBezTo>
                  <a:pt x="4421846" y="3111966"/>
                  <a:pt x="4404310" y="3104346"/>
                  <a:pt x="4386599" y="3104346"/>
                </a:cubicBezTo>
                <a:cubicBezTo>
                  <a:pt x="4367655" y="3104346"/>
                  <a:pt x="4346951" y="3117202"/>
                  <a:pt x="4328441" y="3127206"/>
                </a:cubicBezTo>
                <a:cubicBezTo>
                  <a:pt x="4294957" y="3131016"/>
                  <a:pt x="4261420" y="3133076"/>
                  <a:pt x="4227988" y="3138636"/>
                </a:cubicBezTo>
                <a:cubicBezTo>
                  <a:pt x="4215563" y="3140702"/>
                  <a:pt x="4203358" y="3146978"/>
                  <a:pt x="4190978" y="3150066"/>
                </a:cubicBezTo>
                <a:lnTo>
                  <a:pt x="4090525" y="3172926"/>
                </a:lnTo>
                <a:cubicBezTo>
                  <a:pt x="4090525" y="3172926"/>
                  <a:pt x="4009295" y="3160976"/>
                  <a:pt x="3968923" y="3150066"/>
                </a:cubicBezTo>
                <a:cubicBezTo>
                  <a:pt x="3754290" y="3092064"/>
                  <a:pt x="3999423" y="3132042"/>
                  <a:pt x="3794451" y="3104346"/>
                </a:cubicBezTo>
                <a:cubicBezTo>
                  <a:pt x="3769778" y="3111966"/>
                  <a:pt x="3743769" y="3108287"/>
                  <a:pt x="3720432" y="3127206"/>
                </a:cubicBezTo>
                <a:cubicBezTo>
                  <a:pt x="3700290" y="3143536"/>
                  <a:pt x="3689074" y="3207216"/>
                  <a:pt x="3667562" y="3207216"/>
                </a:cubicBezTo>
                <a:cubicBezTo>
                  <a:pt x="3650116" y="3207216"/>
                  <a:pt x="3645513" y="3146611"/>
                  <a:pt x="3630553" y="3127206"/>
                </a:cubicBezTo>
                <a:cubicBezTo>
                  <a:pt x="3618091" y="3111042"/>
                  <a:pt x="3602355" y="3111966"/>
                  <a:pt x="3588256" y="3104346"/>
                </a:cubicBezTo>
                <a:cubicBezTo>
                  <a:pt x="3556534" y="3108156"/>
                  <a:pt x="3524786" y="3111050"/>
                  <a:pt x="3493090" y="3115776"/>
                </a:cubicBezTo>
                <a:cubicBezTo>
                  <a:pt x="3473670" y="3118671"/>
                  <a:pt x="3454302" y="3131393"/>
                  <a:pt x="3434932" y="3127206"/>
                </a:cubicBezTo>
                <a:cubicBezTo>
                  <a:pt x="3313783" y="3101015"/>
                  <a:pt x="3468467" y="3061031"/>
                  <a:pt x="3329192" y="3115776"/>
                </a:cubicBezTo>
                <a:cubicBezTo>
                  <a:pt x="3302757" y="3119586"/>
                  <a:pt x="3276380" y="3127206"/>
                  <a:pt x="3249886" y="3127206"/>
                </a:cubicBezTo>
                <a:cubicBezTo>
                  <a:pt x="3093173" y="3127206"/>
                  <a:pt x="3134299" y="3177786"/>
                  <a:pt x="3075414" y="3092916"/>
                </a:cubicBezTo>
                <a:cubicBezTo>
                  <a:pt x="3000465" y="3125322"/>
                  <a:pt x="2986418" y="3132985"/>
                  <a:pt x="2869220" y="3150066"/>
                </a:cubicBezTo>
                <a:cubicBezTo>
                  <a:pt x="2772446" y="3164170"/>
                  <a:pt x="2675362" y="3165306"/>
                  <a:pt x="2578433" y="3172926"/>
                </a:cubicBezTo>
                <a:cubicBezTo>
                  <a:pt x="2508452" y="3147711"/>
                  <a:pt x="2586636" y="3187751"/>
                  <a:pt x="2514988" y="3104346"/>
                </a:cubicBezTo>
                <a:cubicBezTo>
                  <a:pt x="2503692" y="3091196"/>
                  <a:pt x="2490316" y="3089106"/>
                  <a:pt x="2477979" y="3081486"/>
                </a:cubicBezTo>
                <a:cubicBezTo>
                  <a:pt x="2361509" y="3053509"/>
                  <a:pt x="2518795" y="3077341"/>
                  <a:pt x="2345803" y="3127206"/>
                </a:cubicBezTo>
                <a:cubicBezTo>
                  <a:pt x="2295113" y="3141817"/>
                  <a:pt x="2243587" y="3134826"/>
                  <a:pt x="2192479" y="3138636"/>
                </a:cubicBezTo>
                <a:cubicBezTo>
                  <a:pt x="2181905" y="3131016"/>
                  <a:pt x="2170904" y="3125747"/>
                  <a:pt x="2160757" y="3115776"/>
                </a:cubicBezTo>
                <a:cubicBezTo>
                  <a:pt x="2151402" y="3106583"/>
                  <a:pt x="2144598" y="3081486"/>
                  <a:pt x="2134322" y="3081486"/>
                </a:cubicBezTo>
                <a:cubicBezTo>
                  <a:pt x="2128749" y="3081486"/>
                  <a:pt x="2133781" y="3109462"/>
                  <a:pt x="2129035" y="3115776"/>
                </a:cubicBezTo>
                <a:cubicBezTo>
                  <a:pt x="2109523" y="3141735"/>
                  <a:pt x="2086739" y="3153876"/>
                  <a:pt x="2065590" y="3172926"/>
                </a:cubicBezTo>
                <a:cubicBezTo>
                  <a:pt x="2059542" y="3164208"/>
                  <a:pt x="2043085" y="3136145"/>
                  <a:pt x="2033868" y="3138636"/>
                </a:cubicBezTo>
                <a:cubicBezTo>
                  <a:pt x="2024451" y="3141181"/>
                  <a:pt x="2016245" y="3153876"/>
                  <a:pt x="2007433" y="3161496"/>
                </a:cubicBezTo>
                <a:cubicBezTo>
                  <a:pt x="1998621" y="3157686"/>
                  <a:pt x="1989716" y="3154778"/>
                  <a:pt x="1980998" y="3150066"/>
                </a:cubicBezTo>
                <a:cubicBezTo>
                  <a:pt x="1975591" y="3147144"/>
                  <a:pt x="1970634" y="3140617"/>
                  <a:pt x="1965137" y="3138636"/>
                </a:cubicBezTo>
                <a:cubicBezTo>
                  <a:pt x="1949395" y="3132964"/>
                  <a:pt x="1933505" y="3128220"/>
                  <a:pt x="1917554" y="3127206"/>
                </a:cubicBezTo>
                <a:lnTo>
                  <a:pt x="1605618" y="3115776"/>
                </a:lnTo>
                <a:cubicBezTo>
                  <a:pt x="1605618" y="3115776"/>
                  <a:pt x="1503100" y="3133487"/>
                  <a:pt x="1452294" y="3150066"/>
                </a:cubicBezTo>
                <a:cubicBezTo>
                  <a:pt x="1409574" y="3164007"/>
                  <a:pt x="1367702" y="3188166"/>
                  <a:pt x="1325406" y="3207216"/>
                </a:cubicBezTo>
                <a:cubicBezTo>
                  <a:pt x="1325406" y="3207216"/>
                  <a:pt x="1258743" y="3178770"/>
                  <a:pt x="1224952" y="3172926"/>
                </a:cubicBezTo>
                <a:cubicBezTo>
                  <a:pt x="1214266" y="3171078"/>
                  <a:pt x="1203867" y="3181481"/>
                  <a:pt x="1193230" y="3184356"/>
                </a:cubicBezTo>
                <a:cubicBezTo>
                  <a:pt x="1175655" y="3189105"/>
                  <a:pt x="1157983" y="3191976"/>
                  <a:pt x="1140359" y="3195786"/>
                </a:cubicBezTo>
                <a:cubicBezTo>
                  <a:pt x="1131548" y="3191976"/>
                  <a:pt x="1121962" y="3193044"/>
                  <a:pt x="1113924" y="3184356"/>
                </a:cubicBezTo>
                <a:cubicBezTo>
                  <a:pt x="1107236" y="3177127"/>
                  <a:pt x="1105408" y="3153091"/>
                  <a:pt x="1098063" y="3150066"/>
                </a:cubicBezTo>
                <a:cubicBezTo>
                  <a:pt x="1066853" y="3137214"/>
                  <a:pt x="1034619" y="3142446"/>
                  <a:pt x="1002896" y="3138636"/>
                </a:cubicBezTo>
                <a:cubicBezTo>
                  <a:pt x="981748" y="3142446"/>
                  <a:pt x="960673" y="3150066"/>
                  <a:pt x="939452" y="3150066"/>
                </a:cubicBezTo>
                <a:cubicBezTo>
                  <a:pt x="925244" y="3150066"/>
                  <a:pt x="911113" y="3132888"/>
                  <a:pt x="897156" y="3138636"/>
                </a:cubicBezTo>
                <a:cubicBezTo>
                  <a:pt x="873043" y="3148566"/>
                  <a:pt x="851335" y="3176736"/>
                  <a:pt x="828424" y="3195786"/>
                </a:cubicBezTo>
                <a:cubicBezTo>
                  <a:pt x="792698" y="3208659"/>
                  <a:pt x="770671" y="3233261"/>
                  <a:pt x="738545" y="3207216"/>
                </a:cubicBezTo>
                <a:cubicBezTo>
                  <a:pt x="732595" y="3202393"/>
                  <a:pt x="727971" y="3191976"/>
                  <a:pt x="722684" y="3184356"/>
                </a:cubicBezTo>
                <a:cubicBezTo>
                  <a:pt x="680619" y="3161621"/>
                  <a:pt x="704431" y="3169371"/>
                  <a:pt x="632804" y="3184356"/>
                </a:cubicBezTo>
                <a:lnTo>
                  <a:pt x="537637" y="3207216"/>
                </a:lnTo>
                <a:cubicBezTo>
                  <a:pt x="520918" y="3191725"/>
                  <a:pt x="489371" y="3166761"/>
                  <a:pt x="474193" y="3138636"/>
                </a:cubicBezTo>
                <a:cubicBezTo>
                  <a:pt x="459927" y="3112201"/>
                  <a:pt x="467044" y="3079715"/>
                  <a:pt x="442471" y="3070056"/>
                </a:cubicBezTo>
                <a:cubicBezTo>
                  <a:pt x="430210" y="3065237"/>
                  <a:pt x="417833" y="3078244"/>
                  <a:pt x="405462" y="3081486"/>
                </a:cubicBezTo>
                <a:lnTo>
                  <a:pt x="267999" y="3115776"/>
                </a:lnTo>
                <a:cubicBezTo>
                  <a:pt x="255662" y="3111966"/>
                  <a:pt x="242945" y="3111948"/>
                  <a:pt x="230989" y="3104346"/>
                </a:cubicBezTo>
                <a:cubicBezTo>
                  <a:pt x="212779" y="3092767"/>
                  <a:pt x="196614" y="3067853"/>
                  <a:pt x="178119" y="3058626"/>
                </a:cubicBezTo>
                <a:cubicBezTo>
                  <a:pt x="164405" y="3051784"/>
                  <a:pt x="145440" y="3106415"/>
                  <a:pt x="141110" y="3115776"/>
                </a:cubicBezTo>
                <a:cubicBezTo>
                  <a:pt x="97228" y="3147399"/>
                  <a:pt x="80818" y="3161496"/>
                  <a:pt x="14221" y="3161496"/>
                </a:cubicBezTo>
                <a:cubicBezTo>
                  <a:pt x="9815" y="3161496"/>
                  <a:pt x="6290" y="3155781"/>
                  <a:pt x="2986" y="3148637"/>
                </a:cubicBezTo>
                <a:lnTo>
                  <a:pt x="0" y="3142182"/>
                </a:lnTo>
                <a:close/>
              </a:path>
            </a:pathLst>
          </a:cu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4F020799-89C5-F47B-9585-163AE69396BE}"/>
              </a:ext>
            </a:extLst>
          </p:cNvPr>
          <p:cNvPicPr>
            <a:picLocks noChangeAspect="1"/>
          </p:cNvPicPr>
          <p:nvPr/>
        </p:nvPicPr>
        <p:blipFill>
          <a:blip r:embed="rId6"/>
          <a:stretch>
            <a:fillRect/>
          </a:stretch>
        </p:blipFill>
        <p:spPr>
          <a:xfrm>
            <a:off x="6813755" y="3290774"/>
            <a:ext cx="4678697" cy="3134595"/>
          </a:xfrm>
          <a:custGeom>
            <a:avLst/>
            <a:gdLst>
              <a:gd name="connsiteX0" fmla="*/ 0 w 5054860"/>
              <a:gd name="connsiteY0" fmla="*/ 0 h 3274048"/>
              <a:gd name="connsiteX1" fmla="*/ 5054860 w 5054860"/>
              <a:gd name="connsiteY1" fmla="*/ 0 h 3274048"/>
              <a:gd name="connsiteX2" fmla="*/ 5054860 w 5054860"/>
              <a:gd name="connsiteY2" fmla="*/ 3274048 h 3274048"/>
              <a:gd name="connsiteX3" fmla="*/ 5047478 w 5054860"/>
              <a:gd name="connsiteY3" fmla="*/ 3264366 h 3274048"/>
              <a:gd name="connsiteX4" fmla="*/ 5036904 w 5054860"/>
              <a:gd name="connsiteY4" fmla="*/ 3218646 h 3274048"/>
              <a:gd name="connsiteX5" fmla="*/ 4994608 w 5054860"/>
              <a:gd name="connsiteY5" fmla="*/ 3207216 h 3274048"/>
              <a:gd name="connsiteX6" fmla="*/ 4978747 w 5054860"/>
              <a:gd name="connsiteY6" fmla="*/ 3195786 h 3274048"/>
              <a:gd name="connsiteX7" fmla="*/ 4968173 w 5054860"/>
              <a:gd name="connsiteY7" fmla="*/ 3161496 h 3274048"/>
              <a:gd name="connsiteX8" fmla="*/ 4862432 w 5054860"/>
              <a:gd name="connsiteY8" fmla="*/ 3127206 h 3274048"/>
              <a:gd name="connsiteX9" fmla="*/ 4841284 w 5054860"/>
              <a:gd name="connsiteY9" fmla="*/ 3104346 h 3274048"/>
              <a:gd name="connsiteX10" fmla="*/ 4746117 w 5054860"/>
              <a:gd name="connsiteY10" fmla="*/ 3104346 h 3274048"/>
              <a:gd name="connsiteX11" fmla="*/ 4709108 w 5054860"/>
              <a:gd name="connsiteY11" fmla="*/ 3092916 h 3274048"/>
              <a:gd name="connsiteX12" fmla="*/ 4682673 w 5054860"/>
              <a:gd name="connsiteY12" fmla="*/ 3104346 h 3274048"/>
              <a:gd name="connsiteX13" fmla="*/ 4656238 w 5054860"/>
              <a:gd name="connsiteY13" fmla="*/ 3127206 h 3274048"/>
              <a:gd name="connsiteX14" fmla="*/ 4592793 w 5054860"/>
              <a:gd name="connsiteY14" fmla="*/ 3081486 h 3274048"/>
              <a:gd name="connsiteX15" fmla="*/ 4439469 w 5054860"/>
              <a:gd name="connsiteY15" fmla="*/ 3115776 h 3274048"/>
              <a:gd name="connsiteX16" fmla="*/ 4386599 w 5054860"/>
              <a:gd name="connsiteY16" fmla="*/ 3104346 h 3274048"/>
              <a:gd name="connsiteX17" fmla="*/ 4328441 w 5054860"/>
              <a:gd name="connsiteY17" fmla="*/ 3127206 h 3274048"/>
              <a:gd name="connsiteX18" fmla="*/ 4227988 w 5054860"/>
              <a:gd name="connsiteY18" fmla="*/ 3138636 h 3274048"/>
              <a:gd name="connsiteX19" fmla="*/ 4190978 w 5054860"/>
              <a:gd name="connsiteY19" fmla="*/ 3150066 h 3274048"/>
              <a:gd name="connsiteX20" fmla="*/ 4090525 w 5054860"/>
              <a:gd name="connsiteY20" fmla="*/ 3172926 h 3274048"/>
              <a:gd name="connsiteX21" fmla="*/ 3968923 w 5054860"/>
              <a:gd name="connsiteY21" fmla="*/ 3150066 h 3274048"/>
              <a:gd name="connsiteX22" fmla="*/ 3794451 w 5054860"/>
              <a:gd name="connsiteY22" fmla="*/ 3104346 h 3274048"/>
              <a:gd name="connsiteX23" fmla="*/ 3720432 w 5054860"/>
              <a:gd name="connsiteY23" fmla="*/ 3127206 h 3274048"/>
              <a:gd name="connsiteX24" fmla="*/ 3667562 w 5054860"/>
              <a:gd name="connsiteY24" fmla="*/ 3207216 h 3274048"/>
              <a:gd name="connsiteX25" fmla="*/ 3630553 w 5054860"/>
              <a:gd name="connsiteY25" fmla="*/ 3127206 h 3274048"/>
              <a:gd name="connsiteX26" fmla="*/ 3588256 w 5054860"/>
              <a:gd name="connsiteY26" fmla="*/ 3104346 h 3274048"/>
              <a:gd name="connsiteX27" fmla="*/ 3493090 w 5054860"/>
              <a:gd name="connsiteY27" fmla="*/ 3115776 h 3274048"/>
              <a:gd name="connsiteX28" fmla="*/ 3434932 w 5054860"/>
              <a:gd name="connsiteY28" fmla="*/ 3127206 h 3274048"/>
              <a:gd name="connsiteX29" fmla="*/ 3329192 w 5054860"/>
              <a:gd name="connsiteY29" fmla="*/ 3115776 h 3274048"/>
              <a:gd name="connsiteX30" fmla="*/ 3249886 w 5054860"/>
              <a:gd name="connsiteY30" fmla="*/ 3127206 h 3274048"/>
              <a:gd name="connsiteX31" fmla="*/ 3075414 w 5054860"/>
              <a:gd name="connsiteY31" fmla="*/ 3092916 h 3274048"/>
              <a:gd name="connsiteX32" fmla="*/ 2869220 w 5054860"/>
              <a:gd name="connsiteY32" fmla="*/ 3150066 h 3274048"/>
              <a:gd name="connsiteX33" fmla="*/ 2578433 w 5054860"/>
              <a:gd name="connsiteY33" fmla="*/ 3172926 h 3274048"/>
              <a:gd name="connsiteX34" fmla="*/ 2514988 w 5054860"/>
              <a:gd name="connsiteY34" fmla="*/ 3104346 h 3274048"/>
              <a:gd name="connsiteX35" fmla="*/ 2477979 w 5054860"/>
              <a:gd name="connsiteY35" fmla="*/ 3081486 h 3274048"/>
              <a:gd name="connsiteX36" fmla="*/ 2345803 w 5054860"/>
              <a:gd name="connsiteY36" fmla="*/ 3127206 h 3274048"/>
              <a:gd name="connsiteX37" fmla="*/ 2192479 w 5054860"/>
              <a:gd name="connsiteY37" fmla="*/ 3138636 h 3274048"/>
              <a:gd name="connsiteX38" fmla="*/ 2160757 w 5054860"/>
              <a:gd name="connsiteY38" fmla="*/ 3115776 h 3274048"/>
              <a:gd name="connsiteX39" fmla="*/ 2134322 w 5054860"/>
              <a:gd name="connsiteY39" fmla="*/ 3081486 h 3274048"/>
              <a:gd name="connsiteX40" fmla="*/ 2129035 w 5054860"/>
              <a:gd name="connsiteY40" fmla="*/ 3115776 h 3274048"/>
              <a:gd name="connsiteX41" fmla="*/ 2065590 w 5054860"/>
              <a:gd name="connsiteY41" fmla="*/ 3172926 h 3274048"/>
              <a:gd name="connsiteX42" fmla="*/ 2033868 w 5054860"/>
              <a:gd name="connsiteY42" fmla="*/ 3138636 h 3274048"/>
              <a:gd name="connsiteX43" fmla="*/ 2007433 w 5054860"/>
              <a:gd name="connsiteY43" fmla="*/ 3161496 h 3274048"/>
              <a:gd name="connsiteX44" fmla="*/ 1980998 w 5054860"/>
              <a:gd name="connsiteY44" fmla="*/ 3150066 h 3274048"/>
              <a:gd name="connsiteX45" fmla="*/ 1965137 w 5054860"/>
              <a:gd name="connsiteY45" fmla="*/ 3138636 h 3274048"/>
              <a:gd name="connsiteX46" fmla="*/ 1917554 w 5054860"/>
              <a:gd name="connsiteY46" fmla="*/ 3127206 h 3274048"/>
              <a:gd name="connsiteX47" fmla="*/ 1605618 w 5054860"/>
              <a:gd name="connsiteY47" fmla="*/ 3115776 h 3274048"/>
              <a:gd name="connsiteX48" fmla="*/ 1452294 w 5054860"/>
              <a:gd name="connsiteY48" fmla="*/ 3150066 h 3274048"/>
              <a:gd name="connsiteX49" fmla="*/ 1325406 w 5054860"/>
              <a:gd name="connsiteY49" fmla="*/ 3207216 h 3274048"/>
              <a:gd name="connsiteX50" fmla="*/ 1224952 w 5054860"/>
              <a:gd name="connsiteY50" fmla="*/ 3172926 h 3274048"/>
              <a:gd name="connsiteX51" fmla="*/ 1193230 w 5054860"/>
              <a:gd name="connsiteY51" fmla="*/ 3184356 h 3274048"/>
              <a:gd name="connsiteX52" fmla="*/ 1140359 w 5054860"/>
              <a:gd name="connsiteY52" fmla="*/ 3195786 h 3274048"/>
              <a:gd name="connsiteX53" fmla="*/ 1113924 w 5054860"/>
              <a:gd name="connsiteY53" fmla="*/ 3184356 h 3274048"/>
              <a:gd name="connsiteX54" fmla="*/ 1098063 w 5054860"/>
              <a:gd name="connsiteY54" fmla="*/ 3150066 h 3274048"/>
              <a:gd name="connsiteX55" fmla="*/ 1002896 w 5054860"/>
              <a:gd name="connsiteY55" fmla="*/ 3138636 h 3274048"/>
              <a:gd name="connsiteX56" fmla="*/ 939452 w 5054860"/>
              <a:gd name="connsiteY56" fmla="*/ 3150066 h 3274048"/>
              <a:gd name="connsiteX57" fmla="*/ 897156 w 5054860"/>
              <a:gd name="connsiteY57" fmla="*/ 3138636 h 3274048"/>
              <a:gd name="connsiteX58" fmla="*/ 828424 w 5054860"/>
              <a:gd name="connsiteY58" fmla="*/ 3195786 h 3274048"/>
              <a:gd name="connsiteX59" fmla="*/ 738545 w 5054860"/>
              <a:gd name="connsiteY59" fmla="*/ 3207216 h 3274048"/>
              <a:gd name="connsiteX60" fmla="*/ 722684 w 5054860"/>
              <a:gd name="connsiteY60" fmla="*/ 3184356 h 3274048"/>
              <a:gd name="connsiteX61" fmla="*/ 632804 w 5054860"/>
              <a:gd name="connsiteY61" fmla="*/ 3184356 h 3274048"/>
              <a:gd name="connsiteX62" fmla="*/ 537637 w 5054860"/>
              <a:gd name="connsiteY62" fmla="*/ 3207216 h 3274048"/>
              <a:gd name="connsiteX63" fmla="*/ 474193 w 5054860"/>
              <a:gd name="connsiteY63" fmla="*/ 3138636 h 3274048"/>
              <a:gd name="connsiteX64" fmla="*/ 442471 w 5054860"/>
              <a:gd name="connsiteY64" fmla="*/ 3070056 h 3274048"/>
              <a:gd name="connsiteX65" fmla="*/ 405462 w 5054860"/>
              <a:gd name="connsiteY65" fmla="*/ 3081486 h 3274048"/>
              <a:gd name="connsiteX66" fmla="*/ 267999 w 5054860"/>
              <a:gd name="connsiteY66" fmla="*/ 3115776 h 3274048"/>
              <a:gd name="connsiteX67" fmla="*/ 230989 w 5054860"/>
              <a:gd name="connsiteY67" fmla="*/ 3104346 h 3274048"/>
              <a:gd name="connsiteX68" fmla="*/ 178119 w 5054860"/>
              <a:gd name="connsiteY68" fmla="*/ 3058626 h 3274048"/>
              <a:gd name="connsiteX69" fmla="*/ 141110 w 5054860"/>
              <a:gd name="connsiteY69" fmla="*/ 3115776 h 3274048"/>
              <a:gd name="connsiteX70" fmla="*/ 14221 w 5054860"/>
              <a:gd name="connsiteY70" fmla="*/ 3161496 h 3274048"/>
              <a:gd name="connsiteX71" fmla="*/ 2986 w 5054860"/>
              <a:gd name="connsiteY71" fmla="*/ 3148637 h 3274048"/>
              <a:gd name="connsiteX72" fmla="*/ 0 w 5054860"/>
              <a:gd name="connsiteY72" fmla="*/ 3142182 h 3274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5054860" h="3274048">
                <a:moveTo>
                  <a:pt x="0" y="0"/>
                </a:moveTo>
                <a:lnTo>
                  <a:pt x="5054860" y="0"/>
                </a:lnTo>
                <a:lnTo>
                  <a:pt x="5054860" y="3274048"/>
                </a:lnTo>
                <a:lnTo>
                  <a:pt x="5047478" y="3264366"/>
                </a:lnTo>
                <a:cubicBezTo>
                  <a:pt x="5042432" y="3251276"/>
                  <a:pt x="5040429" y="3233886"/>
                  <a:pt x="5036904" y="3218646"/>
                </a:cubicBezTo>
                <a:cubicBezTo>
                  <a:pt x="5022805" y="3214836"/>
                  <a:pt x="5008587" y="3212711"/>
                  <a:pt x="4994608" y="3207216"/>
                </a:cubicBezTo>
                <a:cubicBezTo>
                  <a:pt x="4989125" y="3205061"/>
                  <a:pt x="4983098" y="3203312"/>
                  <a:pt x="4978747" y="3195786"/>
                </a:cubicBezTo>
                <a:cubicBezTo>
                  <a:pt x="4973785" y="3187204"/>
                  <a:pt x="4971697" y="3172926"/>
                  <a:pt x="4968173" y="3161496"/>
                </a:cubicBezTo>
                <a:cubicBezTo>
                  <a:pt x="4924072" y="3097935"/>
                  <a:pt x="4974091" y="3161691"/>
                  <a:pt x="4862432" y="3127206"/>
                </a:cubicBezTo>
                <a:cubicBezTo>
                  <a:pt x="4854629" y="3124796"/>
                  <a:pt x="4848333" y="3111966"/>
                  <a:pt x="4841284" y="3104346"/>
                </a:cubicBezTo>
                <a:cubicBezTo>
                  <a:pt x="4780631" y="3078121"/>
                  <a:pt x="4853690" y="3104346"/>
                  <a:pt x="4746117" y="3104346"/>
                </a:cubicBezTo>
                <a:cubicBezTo>
                  <a:pt x="4733655" y="3104346"/>
                  <a:pt x="4721444" y="3096726"/>
                  <a:pt x="4709108" y="3092916"/>
                </a:cubicBezTo>
                <a:cubicBezTo>
                  <a:pt x="4700296" y="3096726"/>
                  <a:pt x="4691280" y="3098764"/>
                  <a:pt x="4682673" y="3104346"/>
                </a:cubicBezTo>
                <a:cubicBezTo>
                  <a:pt x="4673583" y="3110242"/>
                  <a:pt x="4665663" y="3129603"/>
                  <a:pt x="4656238" y="3127206"/>
                </a:cubicBezTo>
                <a:cubicBezTo>
                  <a:pt x="4634098" y="3121575"/>
                  <a:pt x="4615079" y="3082661"/>
                  <a:pt x="4592793" y="3081486"/>
                </a:cubicBezTo>
                <a:cubicBezTo>
                  <a:pt x="4541427" y="3078778"/>
                  <a:pt x="4490577" y="3104346"/>
                  <a:pt x="4439469" y="3115776"/>
                </a:cubicBezTo>
                <a:cubicBezTo>
                  <a:pt x="4421846" y="3111966"/>
                  <a:pt x="4404310" y="3104346"/>
                  <a:pt x="4386599" y="3104346"/>
                </a:cubicBezTo>
                <a:cubicBezTo>
                  <a:pt x="4367655" y="3104346"/>
                  <a:pt x="4346951" y="3117202"/>
                  <a:pt x="4328441" y="3127206"/>
                </a:cubicBezTo>
                <a:cubicBezTo>
                  <a:pt x="4294957" y="3131016"/>
                  <a:pt x="4261420" y="3133076"/>
                  <a:pt x="4227988" y="3138636"/>
                </a:cubicBezTo>
                <a:cubicBezTo>
                  <a:pt x="4215563" y="3140702"/>
                  <a:pt x="4203358" y="3146978"/>
                  <a:pt x="4190978" y="3150066"/>
                </a:cubicBezTo>
                <a:lnTo>
                  <a:pt x="4090525" y="3172926"/>
                </a:lnTo>
                <a:cubicBezTo>
                  <a:pt x="4090525" y="3172926"/>
                  <a:pt x="4009295" y="3160976"/>
                  <a:pt x="3968923" y="3150066"/>
                </a:cubicBezTo>
                <a:cubicBezTo>
                  <a:pt x="3754290" y="3092064"/>
                  <a:pt x="3999423" y="3132042"/>
                  <a:pt x="3794451" y="3104346"/>
                </a:cubicBezTo>
                <a:cubicBezTo>
                  <a:pt x="3769778" y="3111966"/>
                  <a:pt x="3743769" y="3108287"/>
                  <a:pt x="3720432" y="3127206"/>
                </a:cubicBezTo>
                <a:cubicBezTo>
                  <a:pt x="3700290" y="3143536"/>
                  <a:pt x="3689074" y="3207216"/>
                  <a:pt x="3667562" y="3207216"/>
                </a:cubicBezTo>
                <a:cubicBezTo>
                  <a:pt x="3650116" y="3207216"/>
                  <a:pt x="3645513" y="3146611"/>
                  <a:pt x="3630553" y="3127206"/>
                </a:cubicBezTo>
                <a:cubicBezTo>
                  <a:pt x="3618091" y="3111042"/>
                  <a:pt x="3602355" y="3111966"/>
                  <a:pt x="3588256" y="3104346"/>
                </a:cubicBezTo>
                <a:cubicBezTo>
                  <a:pt x="3556534" y="3108156"/>
                  <a:pt x="3524786" y="3111050"/>
                  <a:pt x="3493090" y="3115776"/>
                </a:cubicBezTo>
                <a:cubicBezTo>
                  <a:pt x="3473670" y="3118671"/>
                  <a:pt x="3454302" y="3131393"/>
                  <a:pt x="3434932" y="3127206"/>
                </a:cubicBezTo>
                <a:cubicBezTo>
                  <a:pt x="3313783" y="3101015"/>
                  <a:pt x="3468467" y="3061031"/>
                  <a:pt x="3329192" y="3115776"/>
                </a:cubicBezTo>
                <a:cubicBezTo>
                  <a:pt x="3302757" y="3119586"/>
                  <a:pt x="3276380" y="3127206"/>
                  <a:pt x="3249886" y="3127206"/>
                </a:cubicBezTo>
                <a:cubicBezTo>
                  <a:pt x="3093173" y="3127206"/>
                  <a:pt x="3134299" y="3177786"/>
                  <a:pt x="3075414" y="3092916"/>
                </a:cubicBezTo>
                <a:cubicBezTo>
                  <a:pt x="3000465" y="3125322"/>
                  <a:pt x="2986418" y="3132985"/>
                  <a:pt x="2869220" y="3150066"/>
                </a:cubicBezTo>
                <a:cubicBezTo>
                  <a:pt x="2772446" y="3164170"/>
                  <a:pt x="2675362" y="3165306"/>
                  <a:pt x="2578433" y="3172926"/>
                </a:cubicBezTo>
                <a:cubicBezTo>
                  <a:pt x="2508452" y="3147711"/>
                  <a:pt x="2586636" y="3187751"/>
                  <a:pt x="2514988" y="3104346"/>
                </a:cubicBezTo>
                <a:cubicBezTo>
                  <a:pt x="2503692" y="3091196"/>
                  <a:pt x="2490316" y="3089106"/>
                  <a:pt x="2477979" y="3081486"/>
                </a:cubicBezTo>
                <a:cubicBezTo>
                  <a:pt x="2361509" y="3053509"/>
                  <a:pt x="2518795" y="3077341"/>
                  <a:pt x="2345803" y="3127206"/>
                </a:cubicBezTo>
                <a:cubicBezTo>
                  <a:pt x="2295113" y="3141817"/>
                  <a:pt x="2243587" y="3134826"/>
                  <a:pt x="2192479" y="3138636"/>
                </a:cubicBezTo>
                <a:cubicBezTo>
                  <a:pt x="2181905" y="3131016"/>
                  <a:pt x="2170904" y="3125747"/>
                  <a:pt x="2160757" y="3115776"/>
                </a:cubicBezTo>
                <a:cubicBezTo>
                  <a:pt x="2151402" y="3106583"/>
                  <a:pt x="2144598" y="3081486"/>
                  <a:pt x="2134322" y="3081486"/>
                </a:cubicBezTo>
                <a:cubicBezTo>
                  <a:pt x="2128749" y="3081486"/>
                  <a:pt x="2133781" y="3109462"/>
                  <a:pt x="2129035" y="3115776"/>
                </a:cubicBezTo>
                <a:cubicBezTo>
                  <a:pt x="2109523" y="3141735"/>
                  <a:pt x="2086739" y="3153876"/>
                  <a:pt x="2065590" y="3172926"/>
                </a:cubicBezTo>
                <a:cubicBezTo>
                  <a:pt x="2059542" y="3164208"/>
                  <a:pt x="2043085" y="3136145"/>
                  <a:pt x="2033868" y="3138636"/>
                </a:cubicBezTo>
                <a:cubicBezTo>
                  <a:pt x="2024451" y="3141181"/>
                  <a:pt x="2016245" y="3153876"/>
                  <a:pt x="2007433" y="3161496"/>
                </a:cubicBezTo>
                <a:cubicBezTo>
                  <a:pt x="1998621" y="3157686"/>
                  <a:pt x="1989716" y="3154778"/>
                  <a:pt x="1980998" y="3150066"/>
                </a:cubicBezTo>
                <a:cubicBezTo>
                  <a:pt x="1975591" y="3147144"/>
                  <a:pt x="1970634" y="3140617"/>
                  <a:pt x="1965137" y="3138636"/>
                </a:cubicBezTo>
                <a:cubicBezTo>
                  <a:pt x="1949395" y="3132964"/>
                  <a:pt x="1933505" y="3128220"/>
                  <a:pt x="1917554" y="3127206"/>
                </a:cubicBezTo>
                <a:lnTo>
                  <a:pt x="1605618" y="3115776"/>
                </a:lnTo>
                <a:cubicBezTo>
                  <a:pt x="1605618" y="3115776"/>
                  <a:pt x="1503100" y="3133487"/>
                  <a:pt x="1452294" y="3150066"/>
                </a:cubicBezTo>
                <a:cubicBezTo>
                  <a:pt x="1409574" y="3164007"/>
                  <a:pt x="1367702" y="3188166"/>
                  <a:pt x="1325406" y="3207216"/>
                </a:cubicBezTo>
                <a:cubicBezTo>
                  <a:pt x="1325406" y="3207216"/>
                  <a:pt x="1258743" y="3178770"/>
                  <a:pt x="1224952" y="3172926"/>
                </a:cubicBezTo>
                <a:cubicBezTo>
                  <a:pt x="1214266" y="3171078"/>
                  <a:pt x="1203867" y="3181481"/>
                  <a:pt x="1193230" y="3184356"/>
                </a:cubicBezTo>
                <a:cubicBezTo>
                  <a:pt x="1175655" y="3189105"/>
                  <a:pt x="1157983" y="3191976"/>
                  <a:pt x="1140359" y="3195786"/>
                </a:cubicBezTo>
                <a:cubicBezTo>
                  <a:pt x="1131548" y="3191976"/>
                  <a:pt x="1121962" y="3193044"/>
                  <a:pt x="1113924" y="3184356"/>
                </a:cubicBezTo>
                <a:cubicBezTo>
                  <a:pt x="1107236" y="3177127"/>
                  <a:pt x="1105408" y="3153091"/>
                  <a:pt x="1098063" y="3150066"/>
                </a:cubicBezTo>
                <a:cubicBezTo>
                  <a:pt x="1066853" y="3137214"/>
                  <a:pt x="1034619" y="3142446"/>
                  <a:pt x="1002896" y="3138636"/>
                </a:cubicBezTo>
                <a:cubicBezTo>
                  <a:pt x="981748" y="3142446"/>
                  <a:pt x="960673" y="3150066"/>
                  <a:pt x="939452" y="3150066"/>
                </a:cubicBezTo>
                <a:cubicBezTo>
                  <a:pt x="925244" y="3150066"/>
                  <a:pt x="911113" y="3132888"/>
                  <a:pt x="897156" y="3138636"/>
                </a:cubicBezTo>
                <a:cubicBezTo>
                  <a:pt x="873043" y="3148566"/>
                  <a:pt x="851335" y="3176736"/>
                  <a:pt x="828424" y="3195786"/>
                </a:cubicBezTo>
                <a:cubicBezTo>
                  <a:pt x="792698" y="3208659"/>
                  <a:pt x="770671" y="3233261"/>
                  <a:pt x="738545" y="3207216"/>
                </a:cubicBezTo>
                <a:cubicBezTo>
                  <a:pt x="732595" y="3202393"/>
                  <a:pt x="727971" y="3191976"/>
                  <a:pt x="722684" y="3184356"/>
                </a:cubicBezTo>
                <a:cubicBezTo>
                  <a:pt x="680619" y="3161621"/>
                  <a:pt x="704431" y="3169371"/>
                  <a:pt x="632804" y="3184356"/>
                </a:cubicBezTo>
                <a:lnTo>
                  <a:pt x="537637" y="3207216"/>
                </a:lnTo>
                <a:cubicBezTo>
                  <a:pt x="520918" y="3191725"/>
                  <a:pt x="489371" y="3166761"/>
                  <a:pt x="474193" y="3138636"/>
                </a:cubicBezTo>
                <a:cubicBezTo>
                  <a:pt x="459927" y="3112201"/>
                  <a:pt x="467044" y="3079715"/>
                  <a:pt x="442471" y="3070056"/>
                </a:cubicBezTo>
                <a:cubicBezTo>
                  <a:pt x="430210" y="3065237"/>
                  <a:pt x="417833" y="3078244"/>
                  <a:pt x="405462" y="3081486"/>
                </a:cubicBezTo>
                <a:lnTo>
                  <a:pt x="267999" y="3115776"/>
                </a:lnTo>
                <a:cubicBezTo>
                  <a:pt x="255662" y="3111966"/>
                  <a:pt x="242945" y="3111948"/>
                  <a:pt x="230989" y="3104346"/>
                </a:cubicBezTo>
                <a:cubicBezTo>
                  <a:pt x="212779" y="3092767"/>
                  <a:pt x="196614" y="3067853"/>
                  <a:pt x="178119" y="3058626"/>
                </a:cubicBezTo>
                <a:cubicBezTo>
                  <a:pt x="164405" y="3051784"/>
                  <a:pt x="145440" y="3106415"/>
                  <a:pt x="141110" y="3115776"/>
                </a:cubicBezTo>
                <a:cubicBezTo>
                  <a:pt x="97228" y="3147399"/>
                  <a:pt x="80818" y="3161496"/>
                  <a:pt x="14221" y="3161496"/>
                </a:cubicBezTo>
                <a:cubicBezTo>
                  <a:pt x="9815" y="3161496"/>
                  <a:pt x="6290" y="3155781"/>
                  <a:pt x="2986" y="3148637"/>
                </a:cubicBezTo>
                <a:lnTo>
                  <a:pt x="0" y="3142182"/>
                </a:lnTo>
                <a:close/>
              </a:path>
            </a:pathLst>
          </a:cu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57311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465-A344-73F2-DC1A-22B76A2B172E}"/>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E6639B71-F835-D58B-2087-09F87C915D30}"/>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aphicFrame>
        <p:nvGraphicFramePr>
          <p:cNvPr id="6" name="think-cell data - do not delete" hidden="1">
            <a:extLst>
              <a:ext uri="{FF2B5EF4-FFF2-40B4-BE49-F238E27FC236}">
                <a16:creationId xmlns:a16="http://schemas.microsoft.com/office/drawing/2014/main" id="{932B9B8B-6AEE-0EE7-28E9-ABA0572740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932B9B8B-6AEE-0EE7-28E9-ABA0572740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4A5B82-11ED-9DCB-C56A-87278CDD0A5F}"/>
              </a:ext>
            </a:extLst>
          </p:cNvPr>
          <p:cNvSpPr>
            <a:spLocks noGrp="1"/>
          </p:cNvSpPr>
          <p:nvPr>
            <p:ph type="title"/>
          </p:nvPr>
        </p:nvSpPr>
        <p:spPr>
          <a:xfrm>
            <a:off x="514114" y="365126"/>
            <a:ext cx="9519479" cy="1081710"/>
          </a:xfrm>
        </p:spPr>
        <p:txBody>
          <a:bodyPr vert="horz">
            <a:normAutofit/>
          </a:bodyPr>
          <a:lstStyle/>
          <a:p>
            <a:r>
              <a:rPr lang="en-US" dirty="0"/>
              <a:t>Small preview of the section 6 “Stock Portfolio Management”</a:t>
            </a:r>
            <a:endParaRPr lang="en-US" b="0" dirty="0"/>
          </a:p>
        </p:txBody>
      </p:sp>
      <p:sp>
        <p:nvSpPr>
          <p:cNvPr id="27" name="Footer Placeholder 26">
            <a:extLst>
              <a:ext uri="{FF2B5EF4-FFF2-40B4-BE49-F238E27FC236}">
                <a16:creationId xmlns:a16="http://schemas.microsoft.com/office/drawing/2014/main" id="{1024E9E7-ED30-E362-7E28-5350C59D4F17}"/>
              </a:ext>
            </a:extLst>
          </p:cNvPr>
          <p:cNvSpPr>
            <a:spLocks noGrp="1"/>
          </p:cNvSpPr>
          <p:nvPr>
            <p:ph type="ftr" sz="quarter" idx="3"/>
          </p:nvPr>
        </p:nvSpPr>
        <p:spPr/>
        <p:txBody>
          <a:bodyPr/>
          <a:lstStyle/>
          <a:p>
            <a:r>
              <a:rPr lang="en-US" dirty="0"/>
              <a:t>Domont Consulting</a:t>
            </a:r>
          </a:p>
        </p:txBody>
      </p:sp>
      <p:sp>
        <p:nvSpPr>
          <p:cNvPr id="28" name="Slide Number Placeholder 27">
            <a:extLst>
              <a:ext uri="{FF2B5EF4-FFF2-40B4-BE49-F238E27FC236}">
                <a16:creationId xmlns:a16="http://schemas.microsoft.com/office/drawing/2014/main" id="{006750D9-0DE4-5D88-CE19-8ADBA5F72698}"/>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
        <p:nvSpPr>
          <p:cNvPr id="5" name="Rectangle: Rounded Corners 4">
            <a:extLst>
              <a:ext uri="{FF2B5EF4-FFF2-40B4-BE49-F238E27FC236}">
                <a16:creationId xmlns:a16="http://schemas.microsoft.com/office/drawing/2014/main" id="{4478CE45-624C-8615-1EA3-5A4E4EB06ABA}"/>
              </a:ext>
            </a:extLst>
          </p:cNvPr>
          <p:cNvSpPr/>
          <p:nvPr/>
        </p:nvSpPr>
        <p:spPr>
          <a:xfrm>
            <a:off x="10058404" y="69522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3" name="Rectangle: Rounded Corners 2">
            <a:extLst>
              <a:ext uri="{FF2B5EF4-FFF2-40B4-BE49-F238E27FC236}">
                <a16:creationId xmlns:a16="http://schemas.microsoft.com/office/drawing/2014/main" id="{02149E85-6FF8-26F4-187A-4B0A5A548713}"/>
              </a:ext>
            </a:extLst>
          </p:cNvPr>
          <p:cNvSpPr/>
          <p:nvPr/>
        </p:nvSpPr>
        <p:spPr>
          <a:xfrm>
            <a:off x="10058404" y="856098"/>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4" name="Rectangle: Rounded Corners 3">
            <a:extLst>
              <a:ext uri="{FF2B5EF4-FFF2-40B4-BE49-F238E27FC236}">
                <a16:creationId xmlns:a16="http://schemas.microsoft.com/office/drawing/2014/main" id="{819263DA-5E6B-D743-E0E0-31463E17A8A0}"/>
              </a:ext>
            </a:extLst>
          </p:cNvPr>
          <p:cNvSpPr/>
          <p:nvPr/>
        </p:nvSpPr>
        <p:spPr>
          <a:xfrm>
            <a:off x="10058404" y="1016967"/>
            <a:ext cx="1512000" cy="271989"/>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1" name="Rectangle: Rounded Corners 10">
            <a:extLst>
              <a:ext uri="{FF2B5EF4-FFF2-40B4-BE49-F238E27FC236}">
                <a16:creationId xmlns:a16="http://schemas.microsoft.com/office/drawing/2014/main" id="{C4FA9F72-FE85-46E6-5258-571B242E7771}"/>
              </a:ext>
            </a:extLst>
          </p:cNvPr>
          <p:cNvSpPr/>
          <p:nvPr/>
        </p:nvSpPr>
        <p:spPr>
          <a:xfrm>
            <a:off x="10058404" y="1325729"/>
            <a:ext cx="1512000" cy="124097"/>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12" name="Chevron 17">
            <a:extLst>
              <a:ext uri="{FF2B5EF4-FFF2-40B4-BE49-F238E27FC236}">
                <a16:creationId xmlns:a16="http://schemas.microsoft.com/office/drawing/2014/main" id="{42017168-0A8D-C645-0F12-0DBF752041F8}"/>
              </a:ext>
            </a:extLst>
          </p:cNvPr>
          <p:cNvSpPr/>
          <p:nvPr/>
        </p:nvSpPr>
        <p:spPr bwMode="auto">
          <a:xfrm>
            <a:off x="10128129"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3" name="Chevron 17">
            <a:extLst>
              <a:ext uri="{FF2B5EF4-FFF2-40B4-BE49-F238E27FC236}">
                <a16:creationId xmlns:a16="http://schemas.microsoft.com/office/drawing/2014/main" id="{BB4C9AE0-DAFD-A93F-FC42-E1D77656F4EA}"/>
              </a:ext>
            </a:extLst>
          </p:cNvPr>
          <p:cNvSpPr/>
          <p:nvPr/>
        </p:nvSpPr>
        <p:spPr bwMode="auto">
          <a:xfrm>
            <a:off x="10476613"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4" name="Chevron 17">
            <a:extLst>
              <a:ext uri="{FF2B5EF4-FFF2-40B4-BE49-F238E27FC236}">
                <a16:creationId xmlns:a16="http://schemas.microsoft.com/office/drawing/2014/main" id="{FA06E58A-3944-F325-2999-0DCC2640594F}"/>
              </a:ext>
            </a:extLst>
          </p:cNvPr>
          <p:cNvSpPr/>
          <p:nvPr/>
        </p:nvSpPr>
        <p:spPr bwMode="auto">
          <a:xfrm>
            <a:off x="10825097"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5" name="Chevron 17">
            <a:extLst>
              <a:ext uri="{FF2B5EF4-FFF2-40B4-BE49-F238E27FC236}">
                <a16:creationId xmlns:a16="http://schemas.microsoft.com/office/drawing/2014/main" id="{4558D88C-A9D3-290D-EEFD-86C268666CF6}"/>
              </a:ext>
            </a:extLst>
          </p:cNvPr>
          <p:cNvSpPr/>
          <p:nvPr/>
        </p:nvSpPr>
        <p:spPr bwMode="auto">
          <a:xfrm>
            <a:off x="11173581" y="1083494"/>
            <a:ext cx="323674" cy="145054"/>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7" name="Rectangle: Rounded Corners 6">
            <a:extLst>
              <a:ext uri="{FF2B5EF4-FFF2-40B4-BE49-F238E27FC236}">
                <a16:creationId xmlns:a16="http://schemas.microsoft.com/office/drawing/2014/main" id="{35497B7C-7897-AB8B-A75D-4645463E90E7}"/>
              </a:ext>
            </a:extLst>
          </p:cNvPr>
          <p:cNvSpPr/>
          <p:nvPr/>
        </p:nvSpPr>
        <p:spPr>
          <a:xfrm>
            <a:off x="10058404" y="53193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Rectangle: Rounded Corners 7">
            <a:extLst>
              <a:ext uri="{FF2B5EF4-FFF2-40B4-BE49-F238E27FC236}">
                <a16:creationId xmlns:a16="http://schemas.microsoft.com/office/drawing/2014/main" id="{AF296711-DE79-FB4C-D257-34517F4757B7}"/>
              </a:ext>
            </a:extLst>
          </p:cNvPr>
          <p:cNvSpPr/>
          <p:nvPr/>
        </p:nvSpPr>
        <p:spPr>
          <a:xfrm>
            <a:off x="10058404" y="368116"/>
            <a:ext cx="1512000" cy="124097"/>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pic>
        <p:nvPicPr>
          <p:cNvPr id="9" name="Picture 8">
            <a:extLst>
              <a:ext uri="{FF2B5EF4-FFF2-40B4-BE49-F238E27FC236}">
                <a16:creationId xmlns:a16="http://schemas.microsoft.com/office/drawing/2014/main" id="{81BE76DD-E836-B3BC-1527-0CB19FAF71CF}"/>
              </a:ext>
            </a:extLst>
          </p:cNvPr>
          <p:cNvPicPr>
            <a:picLocks noChangeAspect="1"/>
          </p:cNvPicPr>
          <p:nvPr/>
        </p:nvPicPr>
        <p:blipFill>
          <a:blip r:embed="rId5"/>
          <a:srcRect/>
          <a:stretch>
            <a:fillRect/>
          </a:stretch>
        </p:blipFill>
        <p:spPr>
          <a:xfrm>
            <a:off x="716011" y="1679124"/>
            <a:ext cx="9697108" cy="1797719"/>
          </a:xfrm>
          <a:custGeom>
            <a:avLst/>
            <a:gdLst>
              <a:gd name="connsiteX0" fmla="*/ 11097195 w 11097195"/>
              <a:gd name="connsiteY0" fmla="*/ 2050706 h 2057277"/>
              <a:gd name="connsiteX1" fmla="*/ 11097195 w 11097195"/>
              <a:gd name="connsiteY1" fmla="*/ 2057277 h 2057277"/>
              <a:gd name="connsiteX2" fmla="*/ 11093590 w 11097195"/>
              <a:gd name="connsiteY2" fmla="*/ 2057277 h 2057277"/>
              <a:gd name="connsiteX3" fmla="*/ 0 w 11097195"/>
              <a:gd name="connsiteY3" fmla="*/ 0 h 2057277"/>
              <a:gd name="connsiteX4" fmla="*/ 11097195 w 11097195"/>
              <a:gd name="connsiteY4" fmla="*/ 0 h 2057277"/>
              <a:gd name="connsiteX5" fmla="*/ 11097195 w 11097195"/>
              <a:gd name="connsiteY5" fmla="*/ 14315 h 2057277"/>
              <a:gd name="connsiteX6" fmla="*/ 11091937 w 11097195"/>
              <a:gd name="connsiteY6" fmla="*/ 9205 h 2057277"/>
              <a:gd name="connsiteX7" fmla="*/ 11075929 w 11097195"/>
              <a:gd name="connsiteY7" fmla="*/ 345 h 2057277"/>
              <a:gd name="connsiteX8" fmla="*/ 11018779 w 11097195"/>
              <a:gd name="connsiteY8" fmla="*/ 34635 h 2057277"/>
              <a:gd name="connsiteX9" fmla="*/ 10927339 w 11097195"/>
              <a:gd name="connsiteY9" fmla="*/ 68925 h 2057277"/>
              <a:gd name="connsiteX10" fmla="*/ 10938769 w 11097195"/>
              <a:gd name="connsiteY10" fmla="*/ 160365 h 2057277"/>
              <a:gd name="connsiteX11" fmla="*/ 10961629 w 11097195"/>
              <a:gd name="connsiteY11" fmla="*/ 217515 h 2057277"/>
              <a:gd name="connsiteX12" fmla="*/ 10973059 w 11097195"/>
              <a:gd name="connsiteY12" fmla="*/ 251805 h 2057277"/>
              <a:gd name="connsiteX13" fmla="*/ 10995919 w 11097195"/>
              <a:gd name="connsiteY13" fmla="*/ 411825 h 2057277"/>
              <a:gd name="connsiteX14" fmla="*/ 10961629 w 11097195"/>
              <a:gd name="connsiteY14" fmla="*/ 606135 h 2057277"/>
              <a:gd name="connsiteX15" fmla="*/ 10973059 w 11097195"/>
              <a:gd name="connsiteY15" fmla="*/ 743295 h 2057277"/>
              <a:gd name="connsiteX16" fmla="*/ 11030209 w 11097195"/>
              <a:gd name="connsiteY16" fmla="*/ 903315 h 2057277"/>
              <a:gd name="connsiteX17" fmla="*/ 10961629 w 11097195"/>
              <a:gd name="connsiteY17" fmla="*/ 1040475 h 2057277"/>
              <a:gd name="connsiteX18" fmla="*/ 11030209 w 11097195"/>
              <a:gd name="connsiteY18" fmla="*/ 1257645 h 2057277"/>
              <a:gd name="connsiteX19" fmla="*/ 10904479 w 11097195"/>
              <a:gd name="connsiteY19" fmla="*/ 1417665 h 2057277"/>
              <a:gd name="connsiteX20" fmla="*/ 10927339 w 11097195"/>
              <a:gd name="connsiteY20" fmla="*/ 1531965 h 2057277"/>
              <a:gd name="connsiteX21" fmla="*/ 10961629 w 11097195"/>
              <a:gd name="connsiteY21" fmla="*/ 1634835 h 2057277"/>
              <a:gd name="connsiteX22" fmla="*/ 10984489 w 11097195"/>
              <a:gd name="connsiteY22" fmla="*/ 1703415 h 2057277"/>
              <a:gd name="connsiteX23" fmla="*/ 11007349 w 11097195"/>
              <a:gd name="connsiteY23" fmla="*/ 1794855 h 2057277"/>
              <a:gd name="connsiteX24" fmla="*/ 11018779 w 11097195"/>
              <a:gd name="connsiteY24" fmla="*/ 2012025 h 2057277"/>
              <a:gd name="connsiteX25" fmla="*/ 11030754 w 11097195"/>
              <a:gd name="connsiteY25" fmla="*/ 2034561 h 2057277"/>
              <a:gd name="connsiteX26" fmla="*/ 11027450 w 11097195"/>
              <a:gd name="connsiteY26" fmla="*/ 2030344 h 2057277"/>
              <a:gd name="connsiteX27" fmla="*/ 11017185 w 11097195"/>
              <a:gd name="connsiteY27" fmla="*/ 2012131 h 2057277"/>
              <a:gd name="connsiteX28" fmla="*/ 10788585 w 11097195"/>
              <a:gd name="connsiteY28" fmla="*/ 1977841 h 2057277"/>
              <a:gd name="connsiteX29" fmla="*/ 10742865 w 11097195"/>
              <a:gd name="connsiteY29" fmla="*/ 1954981 h 2057277"/>
              <a:gd name="connsiteX30" fmla="*/ 10537125 w 11097195"/>
              <a:gd name="connsiteY30" fmla="*/ 1954981 h 2057277"/>
              <a:gd name="connsiteX31" fmla="*/ 10457115 w 11097195"/>
              <a:gd name="connsiteY31" fmla="*/ 1943551 h 2057277"/>
              <a:gd name="connsiteX32" fmla="*/ 10399965 w 11097195"/>
              <a:gd name="connsiteY32" fmla="*/ 1954981 h 2057277"/>
              <a:gd name="connsiteX33" fmla="*/ 10342815 w 11097195"/>
              <a:gd name="connsiteY33" fmla="*/ 1977841 h 2057277"/>
              <a:gd name="connsiteX34" fmla="*/ 10205655 w 11097195"/>
              <a:gd name="connsiteY34" fmla="*/ 1932121 h 2057277"/>
              <a:gd name="connsiteX35" fmla="*/ 9874185 w 11097195"/>
              <a:gd name="connsiteY35" fmla="*/ 1966411 h 2057277"/>
              <a:gd name="connsiteX36" fmla="*/ 9759885 w 11097195"/>
              <a:gd name="connsiteY36" fmla="*/ 1954981 h 2057277"/>
              <a:gd name="connsiteX37" fmla="*/ 9634155 w 11097195"/>
              <a:gd name="connsiteY37" fmla="*/ 1977841 h 2057277"/>
              <a:gd name="connsiteX38" fmla="*/ 9416985 w 11097195"/>
              <a:gd name="connsiteY38" fmla="*/ 1989271 h 2057277"/>
              <a:gd name="connsiteX39" fmla="*/ 9336975 w 11097195"/>
              <a:gd name="connsiteY39" fmla="*/ 2000701 h 2057277"/>
              <a:gd name="connsiteX40" fmla="*/ 9119805 w 11097195"/>
              <a:gd name="connsiteY40" fmla="*/ 2023561 h 2057277"/>
              <a:gd name="connsiteX41" fmla="*/ 8856915 w 11097195"/>
              <a:gd name="connsiteY41" fmla="*/ 2000701 h 2057277"/>
              <a:gd name="connsiteX42" fmla="*/ 8479725 w 11097195"/>
              <a:gd name="connsiteY42" fmla="*/ 1954981 h 2057277"/>
              <a:gd name="connsiteX43" fmla="*/ 8319705 w 11097195"/>
              <a:gd name="connsiteY43" fmla="*/ 1977841 h 2057277"/>
              <a:gd name="connsiteX44" fmla="*/ 8236761 w 11097195"/>
              <a:gd name="connsiteY44" fmla="*/ 2047646 h 2057277"/>
              <a:gd name="connsiteX45" fmla="*/ 8207169 w 11097195"/>
              <a:gd name="connsiteY45" fmla="*/ 2057277 h 2057277"/>
              <a:gd name="connsiteX46" fmla="*/ 8204003 w 11097195"/>
              <a:gd name="connsiteY46" fmla="*/ 2057277 h 2057277"/>
              <a:gd name="connsiteX47" fmla="*/ 8181540 w 11097195"/>
              <a:gd name="connsiteY47" fmla="*/ 2048079 h 2057277"/>
              <a:gd name="connsiteX48" fmla="*/ 8125395 w 11097195"/>
              <a:gd name="connsiteY48" fmla="*/ 1977841 h 2057277"/>
              <a:gd name="connsiteX49" fmla="*/ 8033955 w 11097195"/>
              <a:gd name="connsiteY49" fmla="*/ 1954981 h 2057277"/>
              <a:gd name="connsiteX50" fmla="*/ 7828215 w 11097195"/>
              <a:gd name="connsiteY50" fmla="*/ 1966411 h 2057277"/>
              <a:gd name="connsiteX51" fmla="*/ 7702485 w 11097195"/>
              <a:gd name="connsiteY51" fmla="*/ 1977841 h 2057277"/>
              <a:gd name="connsiteX52" fmla="*/ 7473885 w 11097195"/>
              <a:gd name="connsiteY52" fmla="*/ 1966411 h 2057277"/>
              <a:gd name="connsiteX53" fmla="*/ 7302435 w 11097195"/>
              <a:gd name="connsiteY53" fmla="*/ 1977841 h 2057277"/>
              <a:gd name="connsiteX54" fmla="*/ 6925245 w 11097195"/>
              <a:gd name="connsiteY54" fmla="*/ 1943551 h 2057277"/>
              <a:gd name="connsiteX55" fmla="*/ 6479475 w 11097195"/>
              <a:gd name="connsiteY55" fmla="*/ 2000701 h 2057277"/>
              <a:gd name="connsiteX56" fmla="*/ 5850825 w 11097195"/>
              <a:gd name="connsiteY56" fmla="*/ 2023561 h 2057277"/>
              <a:gd name="connsiteX57" fmla="*/ 5713665 w 11097195"/>
              <a:gd name="connsiteY57" fmla="*/ 1954981 h 2057277"/>
              <a:gd name="connsiteX58" fmla="*/ 5633655 w 11097195"/>
              <a:gd name="connsiteY58" fmla="*/ 1932121 h 2057277"/>
              <a:gd name="connsiteX59" fmla="*/ 5347905 w 11097195"/>
              <a:gd name="connsiteY59" fmla="*/ 1977841 h 2057277"/>
              <a:gd name="connsiteX60" fmla="*/ 5016435 w 11097195"/>
              <a:gd name="connsiteY60" fmla="*/ 1989271 h 2057277"/>
              <a:gd name="connsiteX61" fmla="*/ 4947855 w 11097195"/>
              <a:gd name="connsiteY61" fmla="*/ 1966411 h 2057277"/>
              <a:gd name="connsiteX62" fmla="*/ 4890705 w 11097195"/>
              <a:gd name="connsiteY62" fmla="*/ 1932121 h 2057277"/>
              <a:gd name="connsiteX63" fmla="*/ 4879275 w 11097195"/>
              <a:gd name="connsiteY63" fmla="*/ 1966411 h 2057277"/>
              <a:gd name="connsiteX64" fmla="*/ 4742115 w 11097195"/>
              <a:gd name="connsiteY64" fmla="*/ 2023561 h 2057277"/>
              <a:gd name="connsiteX65" fmla="*/ 4673535 w 11097195"/>
              <a:gd name="connsiteY65" fmla="*/ 1989271 h 2057277"/>
              <a:gd name="connsiteX66" fmla="*/ 4616385 w 11097195"/>
              <a:gd name="connsiteY66" fmla="*/ 2012131 h 2057277"/>
              <a:gd name="connsiteX67" fmla="*/ 4559235 w 11097195"/>
              <a:gd name="connsiteY67" fmla="*/ 2000701 h 2057277"/>
              <a:gd name="connsiteX68" fmla="*/ 4524945 w 11097195"/>
              <a:gd name="connsiteY68" fmla="*/ 1989271 h 2057277"/>
              <a:gd name="connsiteX69" fmla="*/ 4422075 w 11097195"/>
              <a:gd name="connsiteY69" fmla="*/ 1977841 h 2057277"/>
              <a:gd name="connsiteX70" fmla="*/ 3747705 w 11097195"/>
              <a:gd name="connsiteY70" fmla="*/ 1966411 h 2057277"/>
              <a:gd name="connsiteX71" fmla="*/ 3416235 w 11097195"/>
              <a:gd name="connsiteY71" fmla="*/ 2000701 h 2057277"/>
              <a:gd name="connsiteX72" fmla="*/ 3278731 w 11097195"/>
              <a:gd name="connsiteY72" fmla="*/ 2027360 h 2057277"/>
              <a:gd name="connsiteX73" fmla="*/ 3144491 w 11097195"/>
              <a:gd name="connsiteY73" fmla="*/ 2057277 h 2057277"/>
              <a:gd name="connsiteX74" fmla="*/ 3138921 w 11097195"/>
              <a:gd name="connsiteY74" fmla="*/ 2057277 h 2057277"/>
              <a:gd name="connsiteX75" fmla="*/ 3118256 w 11097195"/>
              <a:gd name="connsiteY75" fmla="*/ 2053315 h 2057277"/>
              <a:gd name="connsiteX76" fmla="*/ 2924745 w 11097195"/>
              <a:gd name="connsiteY76" fmla="*/ 2023561 h 2057277"/>
              <a:gd name="connsiteX77" fmla="*/ 2856165 w 11097195"/>
              <a:gd name="connsiteY77" fmla="*/ 2034991 h 2057277"/>
              <a:gd name="connsiteX78" fmla="*/ 2741865 w 11097195"/>
              <a:gd name="connsiteY78" fmla="*/ 2046421 h 2057277"/>
              <a:gd name="connsiteX79" fmla="*/ 2684715 w 11097195"/>
              <a:gd name="connsiteY79" fmla="*/ 2034991 h 2057277"/>
              <a:gd name="connsiteX80" fmla="*/ 2650425 w 11097195"/>
              <a:gd name="connsiteY80" fmla="*/ 2000701 h 2057277"/>
              <a:gd name="connsiteX81" fmla="*/ 2444685 w 11097195"/>
              <a:gd name="connsiteY81" fmla="*/ 1989271 h 2057277"/>
              <a:gd name="connsiteX82" fmla="*/ 2307525 w 11097195"/>
              <a:gd name="connsiteY82" fmla="*/ 2000701 h 2057277"/>
              <a:gd name="connsiteX83" fmla="*/ 2216085 w 11097195"/>
              <a:gd name="connsiteY83" fmla="*/ 1989271 h 2057277"/>
              <a:gd name="connsiteX84" fmla="*/ 2067495 w 11097195"/>
              <a:gd name="connsiteY84" fmla="*/ 2046421 h 2057277"/>
              <a:gd name="connsiteX85" fmla="*/ 2014002 w 11097195"/>
              <a:gd name="connsiteY85" fmla="*/ 2057277 h 2057277"/>
              <a:gd name="connsiteX86" fmla="*/ 1872207 w 11097195"/>
              <a:gd name="connsiteY86" fmla="*/ 2057277 h 2057277"/>
              <a:gd name="connsiteX87" fmla="*/ 1855503 w 11097195"/>
              <a:gd name="connsiteY87" fmla="*/ 2047470 h 2057277"/>
              <a:gd name="connsiteX88" fmla="*/ 1838895 w 11097195"/>
              <a:gd name="connsiteY88" fmla="*/ 2034991 h 2057277"/>
              <a:gd name="connsiteX89" fmla="*/ 1644585 w 11097195"/>
              <a:gd name="connsiteY89" fmla="*/ 2034991 h 2057277"/>
              <a:gd name="connsiteX90" fmla="*/ 1444011 w 11097195"/>
              <a:gd name="connsiteY90" fmla="*/ 2057277 h 2057277"/>
              <a:gd name="connsiteX91" fmla="*/ 1437489 w 11097195"/>
              <a:gd name="connsiteY91" fmla="*/ 2057277 h 2057277"/>
              <a:gd name="connsiteX92" fmla="*/ 1369015 w 11097195"/>
              <a:gd name="connsiteY92" fmla="*/ 2028299 h 2057277"/>
              <a:gd name="connsiteX93" fmla="*/ 1301685 w 11097195"/>
              <a:gd name="connsiteY93" fmla="*/ 1989271 h 2057277"/>
              <a:gd name="connsiteX94" fmla="*/ 1233105 w 11097195"/>
              <a:gd name="connsiteY94" fmla="*/ 1920691 h 2057277"/>
              <a:gd name="connsiteX95" fmla="*/ 1153095 w 11097195"/>
              <a:gd name="connsiteY95" fmla="*/ 1932121 h 2057277"/>
              <a:gd name="connsiteX96" fmla="*/ 855915 w 11097195"/>
              <a:gd name="connsiteY96" fmla="*/ 1966411 h 2057277"/>
              <a:gd name="connsiteX97" fmla="*/ 775905 w 11097195"/>
              <a:gd name="connsiteY97" fmla="*/ 1954981 h 2057277"/>
              <a:gd name="connsiteX98" fmla="*/ 661605 w 11097195"/>
              <a:gd name="connsiteY98" fmla="*/ 1909261 h 2057277"/>
              <a:gd name="connsiteX99" fmla="*/ 581595 w 11097195"/>
              <a:gd name="connsiteY99" fmla="*/ 1966411 h 2057277"/>
              <a:gd name="connsiteX100" fmla="*/ 307275 w 11097195"/>
              <a:gd name="connsiteY100" fmla="*/ 2012131 h 2057277"/>
              <a:gd name="connsiteX101" fmla="*/ 261555 w 11097195"/>
              <a:gd name="connsiteY101" fmla="*/ 1977841 h 2057277"/>
              <a:gd name="connsiteX102" fmla="*/ 67245 w 11097195"/>
              <a:gd name="connsiteY102" fmla="*/ 1977841 h 2057277"/>
              <a:gd name="connsiteX103" fmla="*/ 10095 w 11097195"/>
              <a:gd name="connsiteY103" fmla="*/ 2034991 h 2057277"/>
              <a:gd name="connsiteX104" fmla="*/ 3465 w 11097195"/>
              <a:gd name="connsiteY104" fmla="*/ 2049303 h 2057277"/>
              <a:gd name="connsiteX105" fmla="*/ 541 w 11097195"/>
              <a:gd name="connsiteY105" fmla="*/ 2057277 h 2057277"/>
              <a:gd name="connsiteX106" fmla="*/ 0 w 11097195"/>
              <a:gd name="connsiteY106" fmla="*/ 2057277 h 205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11097195" h="2057277">
                <a:moveTo>
                  <a:pt x="11097195" y="2050706"/>
                </a:moveTo>
                <a:lnTo>
                  <a:pt x="11097195" y="2057277"/>
                </a:lnTo>
                <a:lnTo>
                  <a:pt x="11093590" y="2057277"/>
                </a:lnTo>
                <a:close/>
                <a:moveTo>
                  <a:pt x="0" y="0"/>
                </a:moveTo>
                <a:lnTo>
                  <a:pt x="11097195" y="0"/>
                </a:lnTo>
                <a:lnTo>
                  <a:pt x="11097195" y="14315"/>
                </a:lnTo>
                <a:lnTo>
                  <a:pt x="11091937" y="9205"/>
                </a:lnTo>
                <a:cubicBezTo>
                  <a:pt x="11086219" y="4600"/>
                  <a:pt x="11080692" y="1298"/>
                  <a:pt x="11075929" y="345"/>
                </a:cubicBezTo>
                <a:cubicBezTo>
                  <a:pt x="11056879" y="-3465"/>
                  <a:pt x="11038950" y="25325"/>
                  <a:pt x="11018779" y="34635"/>
                </a:cubicBezTo>
                <a:cubicBezTo>
                  <a:pt x="10989223" y="48276"/>
                  <a:pt x="10944816" y="41462"/>
                  <a:pt x="10927339" y="68925"/>
                </a:cubicBezTo>
                <a:cubicBezTo>
                  <a:pt x="10910848" y="94840"/>
                  <a:pt x="10931862" y="130434"/>
                  <a:pt x="10938769" y="160365"/>
                </a:cubicBezTo>
                <a:cubicBezTo>
                  <a:pt x="10943383" y="180357"/>
                  <a:pt x="10954425" y="198304"/>
                  <a:pt x="10961629" y="217515"/>
                </a:cubicBezTo>
                <a:cubicBezTo>
                  <a:pt x="10965859" y="228796"/>
                  <a:pt x="10970137" y="240116"/>
                  <a:pt x="10973059" y="251805"/>
                </a:cubicBezTo>
                <a:cubicBezTo>
                  <a:pt x="10987616" y="310033"/>
                  <a:pt x="10988807" y="347813"/>
                  <a:pt x="10995919" y="411825"/>
                </a:cubicBezTo>
                <a:cubicBezTo>
                  <a:pt x="10984489" y="476595"/>
                  <a:pt x="10966154" y="540520"/>
                  <a:pt x="10961629" y="606135"/>
                </a:cubicBezTo>
                <a:cubicBezTo>
                  <a:pt x="10958472" y="651905"/>
                  <a:pt x="10965517" y="698041"/>
                  <a:pt x="10973059" y="743295"/>
                </a:cubicBezTo>
                <a:cubicBezTo>
                  <a:pt x="10976374" y="763187"/>
                  <a:pt x="11027768" y="896805"/>
                  <a:pt x="11030209" y="903315"/>
                </a:cubicBezTo>
                <a:cubicBezTo>
                  <a:pt x="11007349" y="949035"/>
                  <a:pt x="10970387" y="990114"/>
                  <a:pt x="10961629" y="1040475"/>
                </a:cubicBezTo>
                <a:cubicBezTo>
                  <a:pt x="10948552" y="1115667"/>
                  <a:pt x="10999065" y="1195358"/>
                  <a:pt x="11030209" y="1257645"/>
                </a:cubicBezTo>
                <a:cubicBezTo>
                  <a:pt x="10988299" y="1310985"/>
                  <a:pt x="10928298" y="1354149"/>
                  <a:pt x="10904479" y="1417665"/>
                </a:cubicBezTo>
                <a:cubicBezTo>
                  <a:pt x="10890836" y="1454046"/>
                  <a:pt x="10917451" y="1494390"/>
                  <a:pt x="10927339" y="1531965"/>
                </a:cubicBezTo>
                <a:cubicBezTo>
                  <a:pt x="10936538" y="1566920"/>
                  <a:pt x="10950199" y="1600545"/>
                  <a:pt x="10961629" y="1634835"/>
                </a:cubicBezTo>
                <a:cubicBezTo>
                  <a:pt x="10969249" y="1657695"/>
                  <a:pt x="10978645" y="1680038"/>
                  <a:pt x="10984489" y="1703415"/>
                </a:cubicBezTo>
                <a:lnTo>
                  <a:pt x="11007349" y="1794855"/>
                </a:lnTo>
                <a:cubicBezTo>
                  <a:pt x="11011159" y="1867245"/>
                  <a:pt x="11001198" y="1941699"/>
                  <a:pt x="11018779" y="2012025"/>
                </a:cubicBezTo>
                <a:lnTo>
                  <a:pt x="11030754" y="2034561"/>
                </a:lnTo>
                <a:lnTo>
                  <a:pt x="11027450" y="2030344"/>
                </a:lnTo>
                <a:cubicBezTo>
                  <a:pt x="11024028" y="2024273"/>
                  <a:pt x="11020995" y="2017846"/>
                  <a:pt x="11017185" y="2012131"/>
                </a:cubicBezTo>
                <a:cubicBezTo>
                  <a:pt x="10921844" y="1948570"/>
                  <a:pt x="11029981" y="2012326"/>
                  <a:pt x="10788585" y="1977841"/>
                </a:cubicBezTo>
                <a:cubicBezTo>
                  <a:pt x="10771717" y="1975431"/>
                  <a:pt x="10758105" y="1962601"/>
                  <a:pt x="10742865" y="1954981"/>
                </a:cubicBezTo>
                <a:cubicBezTo>
                  <a:pt x="10611740" y="1928756"/>
                  <a:pt x="10769685" y="1954981"/>
                  <a:pt x="10537125" y="1954981"/>
                </a:cubicBezTo>
                <a:cubicBezTo>
                  <a:pt x="10510184" y="1954981"/>
                  <a:pt x="10483785" y="1947361"/>
                  <a:pt x="10457115" y="1943551"/>
                </a:cubicBezTo>
                <a:cubicBezTo>
                  <a:pt x="10438065" y="1947361"/>
                  <a:pt x="10418573" y="1949399"/>
                  <a:pt x="10399965" y="1954981"/>
                </a:cubicBezTo>
                <a:cubicBezTo>
                  <a:pt x="10380313" y="1960877"/>
                  <a:pt x="10363192" y="1980238"/>
                  <a:pt x="10342815" y="1977841"/>
                </a:cubicBezTo>
                <a:cubicBezTo>
                  <a:pt x="10294952" y="1972210"/>
                  <a:pt x="10253834" y="1933296"/>
                  <a:pt x="10205655" y="1932121"/>
                </a:cubicBezTo>
                <a:cubicBezTo>
                  <a:pt x="10094608" y="1929413"/>
                  <a:pt x="9984675" y="1954981"/>
                  <a:pt x="9874185" y="1966411"/>
                </a:cubicBezTo>
                <a:cubicBezTo>
                  <a:pt x="9836085" y="1962601"/>
                  <a:pt x="9798175" y="1954981"/>
                  <a:pt x="9759885" y="1954981"/>
                </a:cubicBezTo>
                <a:cubicBezTo>
                  <a:pt x="9718930" y="1954981"/>
                  <a:pt x="9674171" y="1967837"/>
                  <a:pt x="9634155" y="1977841"/>
                </a:cubicBezTo>
                <a:cubicBezTo>
                  <a:pt x="9561765" y="1981651"/>
                  <a:pt x="9489262" y="1983711"/>
                  <a:pt x="9416985" y="1989271"/>
                </a:cubicBezTo>
                <a:cubicBezTo>
                  <a:pt x="9390124" y="1991337"/>
                  <a:pt x="9363738" y="1997613"/>
                  <a:pt x="9336975" y="2000701"/>
                </a:cubicBezTo>
                <a:lnTo>
                  <a:pt x="9119805" y="2023561"/>
                </a:lnTo>
                <a:cubicBezTo>
                  <a:pt x="9119805" y="2023561"/>
                  <a:pt x="8944196" y="2011611"/>
                  <a:pt x="8856915" y="2000701"/>
                </a:cubicBezTo>
                <a:cubicBezTo>
                  <a:pt x="8392901" y="1942699"/>
                  <a:pt x="8922854" y="1982677"/>
                  <a:pt x="8479725" y="1954981"/>
                </a:cubicBezTo>
                <a:cubicBezTo>
                  <a:pt x="8426385" y="1962601"/>
                  <a:pt x="8370156" y="1958922"/>
                  <a:pt x="8319705" y="1977841"/>
                </a:cubicBezTo>
                <a:cubicBezTo>
                  <a:pt x="8287045" y="1990089"/>
                  <a:pt x="8265242" y="2028971"/>
                  <a:pt x="8236761" y="2047646"/>
                </a:cubicBezTo>
                <a:lnTo>
                  <a:pt x="8207169" y="2057277"/>
                </a:lnTo>
                <a:lnTo>
                  <a:pt x="8204003" y="2057277"/>
                </a:lnTo>
                <a:lnTo>
                  <a:pt x="8181540" y="2048079"/>
                </a:lnTo>
                <a:cubicBezTo>
                  <a:pt x="8161313" y="2030124"/>
                  <a:pt x="8149652" y="1992395"/>
                  <a:pt x="8125395" y="1977841"/>
                </a:cubicBezTo>
                <a:cubicBezTo>
                  <a:pt x="8098454" y="1961677"/>
                  <a:pt x="8064435" y="1962601"/>
                  <a:pt x="8033955" y="1954981"/>
                </a:cubicBezTo>
                <a:cubicBezTo>
                  <a:pt x="7965375" y="1958791"/>
                  <a:pt x="7896738" y="1961685"/>
                  <a:pt x="7828215" y="1966411"/>
                </a:cubicBezTo>
                <a:cubicBezTo>
                  <a:pt x="7786232" y="1969306"/>
                  <a:pt x="7744359" y="1982028"/>
                  <a:pt x="7702485" y="1977841"/>
                </a:cubicBezTo>
                <a:cubicBezTo>
                  <a:pt x="7440573" y="1951650"/>
                  <a:pt x="7774984" y="1911666"/>
                  <a:pt x="7473885" y="1966411"/>
                </a:cubicBezTo>
                <a:cubicBezTo>
                  <a:pt x="7416735" y="1970221"/>
                  <a:pt x="7359712" y="1977841"/>
                  <a:pt x="7302435" y="1977841"/>
                </a:cubicBezTo>
                <a:cubicBezTo>
                  <a:pt x="6963637" y="1977841"/>
                  <a:pt x="7052549" y="2028421"/>
                  <a:pt x="6925245" y="1943551"/>
                </a:cubicBezTo>
                <a:cubicBezTo>
                  <a:pt x="6763213" y="1975957"/>
                  <a:pt x="6732845" y="1983620"/>
                  <a:pt x="6479475" y="2000701"/>
                </a:cubicBezTo>
                <a:cubicBezTo>
                  <a:pt x="6270261" y="2014805"/>
                  <a:pt x="6060375" y="2015941"/>
                  <a:pt x="5850825" y="2023561"/>
                </a:cubicBezTo>
                <a:cubicBezTo>
                  <a:pt x="5699535" y="1998346"/>
                  <a:pt x="5868560" y="2038386"/>
                  <a:pt x="5713665" y="1954981"/>
                </a:cubicBezTo>
                <a:cubicBezTo>
                  <a:pt x="5689243" y="1941831"/>
                  <a:pt x="5660325" y="1939741"/>
                  <a:pt x="5633655" y="1932121"/>
                </a:cubicBezTo>
                <a:cubicBezTo>
                  <a:pt x="5381860" y="1904144"/>
                  <a:pt x="5721895" y="1927976"/>
                  <a:pt x="5347905" y="1977841"/>
                </a:cubicBezTo>
                <a:cubicBezTo>
                  <a:pt x="5238320" y="1992452"/>
                  <a:pt x="5126925" y="1985461"/>
                  <a:pt x="5016435" y="1989271"/>
                </a:cubicBezTo>
                <a:cubicBezTo>
                  <a:pt x="4993575" y="1981651"/>
                  <a:pt x="4969792" y="1976382"/>
                  <a:pt x="4947855" y="1966411"/>
                </a:cubicBezTo>
                <a:cubicBezTo>
                  <a:pt x="4927630" y="1957218"/>
                  <a:pt x="4912921" y="1932121"/>
                  <a:pt x="4890705" y="1932121"/>
                </a:cubicBezTo>
                <a:cubicBezTo>
                  <a:pt x="4878657" y="1932121"/>
                  <a:pt x="4889536" y="1960097"/>
                  <a:pt x="4879275" y="1966411"/>
                </a:cubicBezTo>
                <a:cubicBezTo>
                  <a:pt x="4837092" y="1992370"/>
                  <a:pt x="4787835" y="2004511"/>
                  <a:pt x="4742115" y="2023561"/>
                </a:cubicBezTo>
                <a:cubicBezTo>
                  <a:pt x="4729038" y="2014843"/>
                  <a:pt x="4693460" y="1986780"/>
                  <a:pt x="4673535" y="1989271"/>
                </a:cubicBezTo>
                <a:cubicBezTo>
                  <a:pt x="4653176" y="1991816"/>
                  <a:pt x="4635435" y="2004511"/>
                  <a:pt x="4616385" y="2012131"/>
                </a:cubicBezTo>
                <a:cubicBezTo>
                  <a:pt x="4597335" y="2008321"/>
                  <a:pt x="4578082" y="2005413"/>
                  <a:pt x="4559235" y="2000701"/>
                </a:cubicBezTo>
                <a:cubicBezTo>
                  <a:pt x="4547546" y="1997779"/>
                  <a:pt x="4536829" y="1991252"/>
                  <a:pt x="4524945" y="1989271"/>
                </a:cubicBezTo>
                <a:cubicBezTo>
                  <a:pt x="4490913" y="1983599"/>
                  <a:pt x="4456561" y="1978855"/>
                  <a:pt x="4422075" y="1977841"/>
                </a:cubicBezTo>
                <a:lnTo>
                  <a:pt x="3747705" y="1966411"/>
                </a:lnTo>
                <a:cubicBezTo>
                  <a:pt x="3747705" y="1966411"/>
                  <a:pt x="3526070" y="1984122"/>
                  <a:pt x="3416235" y="2000701"/>
                </a:cubicBezTo>
                <a:cubicBezTo>
                  <a:pt x="3370057" y="2007672"/>
                  <a:pt x="3324337" y="2017197"/>
                  <a:pt x="3278731" y="2027360"/>
                </a:cubicBezTo>
                <a:lnTo>
                  <a:pt x="3144491" y="2057277"/>
                </a:lnTo>
                <a:lnTo>
                  <a:pt x="3138921" y="2057277"/>
                </a:lnTo>
                <a:lnTo>
                  <a:pt x="3118256" y="2053315"/>
                </a:lnTo>
                <a:cubicBezTo>
                  <a:pt x="3074298" y="2045041"/>
                  <a:pt x="2979535" y="2027944"/>
                  <a:pt x="2924745" y="2023561"/>
                </a:cubicBezTo>
                <a:cubicBezTo>
                  <a:pt x="2901643" y="2021713"/>
                  <a:pt x="2879161" y="2032116"/>
                  <a:pt x="2856165" y="2034991"/>
                </a:cubicBezTo>
                <a:cubicBezTo>
                  <a:pt x="2818171" y="2039740"/>
                  <a:pt x="2779965" y="2042611"/>
                  <a:pt x="2741865" y="2046421"/>
                </a:cubicBezTo>
                <a:cubicBezTo>
                  <a:pt x="2722815" y="2042611"/>
                  <a:pt x="2702091" y="2043679"/>
                  <a:pt x="2684715" y="2034991"/>
                </a:cubicBezTo>
                <a:cubicBezTo>
                  <a:pt x="2670257" y="2027762"/>
                  <a:pt x="2666304" y="2003726"/>
                  <a:pt x="2650425" y="2000701"/>
                </a:cubicBezTo>
                <a:cubicBezTo>
                  <a:pt x="2582952" y="1987849"/>
                  <a:pt x="2513265" y="1993081"/>
                  <a:pt x="2444685" y="1989271"/>
                </a:cubicBezTo>
                <a:cubicBezTo>
                  <a:pt x="2398965" y="1993081"/>
                  <a:pt x="2353403" y="2000701"/>
                  <a:pt x="2307525" y="2000701"/>
                </a:cubicBezTo>
                <a:cubicBezTo>
                  <a:pt x="2276808" y="2000701"/>
                  <a:pt x="2246260" y="1983523"/>
                  <a:pt x="2216085" y="1989271"/>
                </a:cubicBezTo>
                <a:cubicBezTo>
                  <a:pt x="2163955" y="1999201"/>
                  <a:pt x="2117025" y="2027371"/>
                  <a:pt x="2067495" y="2046421"/>
                </a:cubicBezTo>
                <a:lnTo>
                  <a:pt x="2014002" y="2057277"/>
                </a:lnTo>
                <a:lnTo>
                  <a:pt x="1872207" y="2057277"/>
                </a:lnTo>
                <a:lnTo>
                  <a:pt x="1855503" y="2047470"/>
                </a:lnTo>
                <a:cubicBezTo>
                  <a:pt x="1849967" y="2043311"/>
                  <a:pt x="1844610" y="2038801"/>
                  <a:pt x="1838895" y="2034991"/>
                </a:cubicBezTo>
                <a:cubicBezTo>
                  <a:pt x="1747955" y="2012256"/>
                  <a:pt x="1799435" y="2020006"/>
                  <a:pt x="1644585" y="2034991"/>
                </a:cubicBezTo>
                <a:lnTo>
                  <a:pt x="1444011" y="2057277"/>
                </a:lnTo>
                <a:lnTo>
                  <a:pt x="1437489" y="2057277"/>
                </a:lnTo>
                <a:lnTo>
                  <a:pt x="1369015" y="2028299"/>
                </a:lnTo>
                <a:cubicBezTo>
                  <a:pt x="1343345" y="2016606"/>
                  <a:pt x="1318091" y="2003334"/>
                  <a:pt x="1301685" y="1989271"/>
                </a:cubicBezTo>
                <a:cubicBezTo>
                  <a:pt x="1270844" y="1962836"/>
                  <a:pt x="1286229" y="1930350"/>
                  <a:pt x="1233105" y="1920691"/>
                </a:cubicBezTo>
                <a:cubicBezTo>
                  <a:pt x="1206599" y="1915872"/>
                  <a:pt x="1179840" y="1928879"/>
                  <a:pt x="1153095" y="1932121"/>
                </a:cubicBezTo>
                <a:lnTo>
                  <a:pt x="855915" y="1966411"/>
                </a:lnTo>
                <a:cubicBezTo>
                  <a:pt x="829245" y="1962601"/>
                  <a:pt x="801751" y="1962583"/>
                  <a:pt x="775905" y="1954981"/>
                </a:cubicBezTo>
                <a:cubicBezTo>
                  <a:pt x="736537" y="1943402"/>
                  <a:pt x="701589" y="1918488"/>
                  <a:pt x="661605" y="1909261"/>
                </a:cubicBezTo>
                <a:cubicBezTo>
                  <a:pt x="631956" y="1902419"/>
                  <a:pt x="590956" y="1957050"/>
                  <a:pt x="581595" y="1966411"/>
                </a:cubicBezTo>
                <a:cubicBezTo>
                  <a:pt x="486727" y="1998034"/>
                  <a:pt x="451251" y="2012131"/>
                  <a:pt x="307275" y="2012131"/>
                </a:cubicBezTo>
                <a:cubicBezTo>
                  <a:pt x="288225" y="2012131"/>
                  <a:pt x="276795" y="1989271"/>
                  <a:pt x="261555" y="1977841"/>
                </a:cubicBezTo>
                <a:cubicBezTo>
                  <a:pt x="182501" y="1964665"/>
                  <a:pt x="132751" y="1931987"/>
                  <a:pt x="67245" y="1977841"/>
                </a:cubicBezTo>
                <a:cubicBezTo>
                  <a:pt x="45174" y="1993291"/>
                  <a:pt x="17715" y="2006416"/>
                  <a:pt x="10095" y="2034991"/>
                </a:cubicBezTo>
                <a:cubicBezTo>
                  <a:pt x="8190" y="2042135"/>
                  <a:pt x="5641" y="2045916"/>
                  <a:pt x="3465" y="2049303"/>
                </a:cubicBezTo>
                <a:lnTo>
                  <a:pt x="541" y="2057277"/>
                </a:lnTo>
                <a:lnTo>
                  <a:pt x="0" y="2057277"/>
                </a:lnTo>
                <a:close/>
              </a:path>
            </a:pathLst>
          </a:cu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485A2DCC-4365-AD3C-1ED0-975CBD9CF75D}"/>
              </a:ext>
            </a:extLst>
          </p:cNvPr>
          <p:cNvPicPr>
            <a:picLocks noChangeAspect="1"/>
          </p:cNvPicPr>
          <p:nvPr/>
        </p:nvPicPr>
        <p:blipFill>
          <a:blip r:embed="rId6"/>
          <a:stretch>
            <a:fillRect/>
          </a:stretch>
        </p:blipFill>
        <p:spPr>
          <a:xfrm>
            <a:off x="7116728" y="3083627"/>
            <a:ext cx="4346284" cy="331496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08179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5" name="Rectangle: Rounded Corners 4">
            <a:extLst>
              <a:ext uri="{FF2B5EF4-FFF2-40B4-BE49-F238E27FC236}">
                <a16:creationId xmlns:a16="http://schemas.microsoft.com/office/drawing/2014/main" id="{A06D5FD9-3D93-33B7-6637-3FA343080225}"/>
              </a:ext>
            </a:extLst>
          </p:cNvPr>
          <p:cNvSpPr/>
          <p:nvPr/>
        </p:nvSpPr>
        <p:spPr>
          <a:xfrm>
            <a:off x="621153" y="4954265"/>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CF416F9A-C352-3074-251B-889FB995E05D}"/>
              </a:ext>
            </a:extLst>
          </p:cNvPr>
          <p:cNvSpPr/>
          <p:nvPr/>
        </p:nvSpPr>
        <p:spPr>
          <a:xfrm>
            <a:off x="621153" y="3882015"/>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57D4F4D-9809-C5E4-8FEE-40326BC7600D}"/>
              </a:ext>
            </a:extLst>
          </p:cNvPr>
          <p:cNvSpPr/>
          <p:nvPr/>
        </p:nvSpPr>
        <p:spPr>
          <a:xfrm>
            <a:off x="621153" y="2816044"/>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7B03DF6F-FDFC-9A25-94AC-E81409379EDA}"/>
              </a:ext>
            </a:extLst>
          </p:cNvPr>
          <p:cNvSpPr/>
          <p:nvPr/>
        </p:nvSpPr>
        <p:spPr>
          <a:xfrm>
            <a:off x="621153" y="1720039"/>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231F7364-437E-EA47-81EA-B15950F57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5D2EEB69-E89B-D473-F4E1-F4A6E4E82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29" name="Graphic 28" descr="Open folder outline">
            <a:extLst>
              <a:ext uri="{FF2B5EF4-FFF2-40B4-BE49-F238E27FC236}">
                <a16:creationId xmlns:a16="http://schemas.microsoft.com/office/drawing/2014/main" id="{8EF0C873-5A8E-4CCA-CE81-3CF858C763E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30" name="TextBox 29">
            <a:extLst>
              <a:ext uri="{FF2B5EF4-FFF2-40B4-BE49-F238E27FC236}">
                <a16:creationId xmlns:a16="http://schemas.microsoft.com/office/drawing/2014/main" id="{3DC62D0C-0157-55A4-E1FB-A56E941DF99C}"/>
              </a:ext>
            </a:extLst>
          </p:cNvPr>
          <p:cNvSpPr txBox="1"/>
          <p:nvPr/>
        </p:nvSpPr>
        <p:spPr>
          <a:xfrm>
            <a:off x="1863088" y="1994804"/>
            <a:ext cx="4400551" cy="338554"/>
          </a:xfrm>
          <a:prstGeom prst="rect">
            <a:avLst/>
          </a:prstGeom>
          <a:noFill/>
        </p:spPr>
        <p:txBody>
          <a:bodyPr wrap="square" rtlCol="0">
            <a:spAutoFit/>
          </a:bodyPr>
          <a:lstStyle/>
          <a:p>
            <a:r>
              <a:rPr lang="en-US" sz="1600" b="1"/>
              <a:t>300 </a:t>
            </a:r>
            <a:r>
              <a:rPr lang="en-US" sz="1600" b="1" dirty="0"/>
              <a:t>editable PowerPoint slides*</a:t>
            </a:r>
          </a:p>
        </p:txBody>
      </p:sp>
      <p:sp>
        <p:nvSpPr>
          <p:cNvPr id="31" name="TextBox 30">
            <a:extLst>
              <a:ext uri="{FF2B5EF4-FFF2-40B4-BE49-F238E27FC236}">
                <a16:creationId xmlns:a16="http://schemas.microsoft.com/office/drawing/2014/main" id="{8558C281-4535-78B5-4C8E-562F89EFD04B}"/>
              </a:ext>
            </a:extLst>
          </p:cNvPr>
          <p:cNvSpPr txBox="1"/>
          <p:nvPr/>
        </p:nvSpPr>
        <p:spPr>
          <a:xfrm>
            <a:off x="1863088" y="3125122"/>
            <a:ext cx="3005768" cy="338554"/>
          </a:xfrm>
          <a:prstGeom prst="rect">
            <a:avLst/>
          </a:prstGeom>
          <a:noFill/>
        </p:spPr>
        <p:txBody>
          <a:bodyPr wrap="square" rtlCol="0">
            <a:spAutoFit/>
          </a:bodyPr>
          <a:lstStyle/>
          <a:p>
            <a:r>
              <a:rPr lang="en-US" sz="1600" b="1" dirty="0"/>
              <a:t>24 Excel sheets*</a:t>
            </a:r>
          </a:p>
        </p:txBody>
      </p:sp>
      <p:sp>
        <p:nvSpPr>
          <p:cNvPr id="32" name="TextBox 31">
            <a:extLst>
              <a:ext uri="{FF2B5EF4-FFF2-40B4-BE49-F238E27FC236}">
                <a16:creationId xmlns:a16="http://schemas.microsoft.com/office/drawing/2014/main" id="{476CB7AD-2E4C-C66A-5D37-CDDE25478CAC}"/>
              </a:ext>
            </a:extLst>
          </p:cNvPr>
          <p:cNvSpPr txBox="1"/>
          <p:nvPr/>
        </p:nvSpPr>
        <p:spPr>
          <a:xfrm>
            <a:off x="1863088" y="4153332"/>
            <a:ext cx="3450672" cy="338554"/>
          </a:xfrm>
          <a:prstGeom prst="rect">
            <a:avLst/>
          </a:prstGeom>
          <a:noFill/>
        </p:spPr>
        <p:txBody>
          <a:bodyPr wrap="square" rtlCol="0">
            <a:spAutoFit/>
          </a:bodyPr>
          <a:lstStyle/>
          <a:p>
            <a:r>
              <a:rPr lang="en-US" sz="1600" b="1" dirty="0"/>
              <a:t>19 minutes of Video training</a:t>
            </a:r>
          </a:p>
        </p:txBody>
      </p:sp>
      <p:sp>
        <p:nvSpPr>
          <p:cNvPr id="34" name="Rectangle 33">
            <a:extLst>
              <a:ext uri="{FF2B5EF4-FFF2-40B4-BE49-F238E27FC236}">
                <a16:creationId xmlns:a16="http://schemas.microsoft.com/office/drawing/2014/main" id="{666B5B4D-70D7-A179-C644-9D1E6C984E46}"/>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E174769-6919-6173-DE6D-5FAD3983EE47}"/>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E60AE3E-9035-B7FB-670F-C52F829E389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34079ED-F6EA-A879-2A08-BD0B6D5D3A68}"/>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74E4C74D-FC09-6180-594A-8445B3A1002B}"/>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3" name="Footer Placeholder 2">
            <a:extLst>
              <a:ext uri="{FF2B5EF4-FFF2-40B4-BE49-F238E27FC236}">
                <a16:creationId xmlns:a16="http://schemas.microsoft.com/office/drawing/2014/main" id="{267A7057-F4CA-137B-F2D4-837B87E5E098}"/>
              </a:ext>
            </a:extLst>
          </p:cNvPr>
          <p:cNvSpPr>
            <a:spLocks noGrp="1"/>
          </p:cNvSpPr>
          <p:nvPr>
            <p:ph type="ftr" sz="quarter" idx="3"/>
          </p:nvPr>
        </p:nvSpPr>
        <p:spPr/>
        <p:txBody>
          <a:bodyPr/>
          <a:lstStyle/>
          <a:p>
            <a:r>
              <a:rPr lang="en-US" dirty="0"/>
              <a:t>Domont Consulting</a:t>
            </a:r>
          </a:p>
        </p:txBody>
      </p:sp>
      <p:sp>
        <p:nvSpPr>
          <p:cNvPr id="4" name="Slide Number Placeholder 3">
            <a:extLst>
              <a:ext uri="{FF2B5EF4-FFF2-40B4-BE49-F238E27FC236}">
                <a16:creationId xmlns:a16="http://schemas.microsoft.com/office/drawing/2014/main" id="{1DE629F4-3BAA-3256-0994-F18B94683C76}"/>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
        <p:nvSpPr>
          <p:cNvPr id="6" name="TextBox 5">
            <a:extLst>
              <a:ext uri="{FF2B5EF4-FFF2-40B4-BE49-F238E27FC236}">
                <a16:creationId xmlns:a16="http://schemas.microsoft.com/office/drawing/2014/main" id="{1C46DB5B-7851-AD9A-6787-02A3A66A3E5A}"/>
              </a:ext>
            </a:extLst>
          </p:cNvPr>
          <p:cNvSpPr txBox="1"/>
          <p:nvPr/>
        </p:nvSpPr>
        <p:spPr>
          <a:xfrm>
            <a:off x="1863087" y="4976019"/>
            <a:ext cx="9098283" cy="871477"/>
          </a:xfrm>
          <a:prstGeom prst="rect">
            <a:avLst/>
          </a:prstGeom>
          <a:noFill/>
        </p:spPr>
        <p:txBody>
          <a:bodyPr wrap="square" numCol="2" rtlCol="0">
            <a:noAutofit/>
          </a:bodyPr>
          <a:lstStyle/>
          <a:p>
            <a:pPr marL="228600" indent="-228600">
              <a:spcBef>
                <a:spcPts val="200"/>
              </a:spcBef>
              <a:spcAft>
                <a:spcPts val="200"/>
              </a:spcAft>
              <a:buFont typeface="+mj-lt"/>
              <a:buAutoNum type="arabicPeriod"/>
            </a:pPr>
            <a:r>
              <a:rPr lang="en-US" sz="1400" b="1" dirty="0"/>
              <a:t>Personal Finance</a:t>
            </a:r>
          </a:p>
          <a:p>
            <a:pPr marL="228600" indent="-228600">
              <a:spcBef>
                <a:spcPts val="200"/>
              </a:spcBef>
              <a:spcAft>
                <a:spcPts val="200"/>
              </a:spcAft>
              <a:buFont typeface="+mj-lt"/>
              <a:buAutoNum type="arabicPeriod"/>
            </a:pPr>
            <a:r>
              <a:rPr lang="en-US" sz="1400" b="1"/>
              <a:t>Warren </a:t>
            </a:r>
            <a:r>
              <a:rPr lang="en-US" sz="1400" b="1" dirty="0"/>
              <a:t>Buffett Value Investing Philosophy </a:t>
            </a:r>
          </a:p>
          <a:p>
            <a:pPr marL="228600" indent="-228600">
              <a:spcBef>
                <a:spcPts val="200"/>
              </a:spcBef>
              <a:spcAft>
                <a:spcPts val="200"/>
              </a:spcAft>
              <a:buFont typeface="+mj-lt"/>
              <a:buAutoNum type="arabicPeriod"/>
            </a:pPr>
            <a:r>
              <a:rPr lang="en-US" sz="1400" b="1" dirty="0"/>
              <a:t>Warren Buffett Value Investing Strategy </a:t>
            </a:r>
          </a:p>
          <a:p>
            <a:pPr marL="228600" indent="-228600">
              <a:spcBef>
                <a:spcPts val="200"/>
              </a:spcBef>
              <a:spcAft>
                <a:spcPts val="200"/>
              </a:spcAft>
              <a:buFont typeface="+mj-lt"/>
              <a:buAutoNum type="arabicPeriod"/>
            </a:pPr>
            <a:endParaRPr lang="en-US" sz="1400" b="1" dirty="0"/>
          </a:p>
          <a:p>
            <a:pPr marL="228600" indent="-228600">
              <a:spcBef>
                <a:spcPts val="200"/>
              </a:spcBef>
              <a:spcAft>
                <a:spcPts val="200"/>
              </a:spcAft>
              <a:buFont typeface="+mj-lt"/>
              <a:buAutoNum type="arabicPeriod"/>
            </a:pPr>
            <a:r>
              <a:rPr lang="en-US" sz="1400" b="1" dirty="0"/>
              <a:t>Stock Watchlist and Screener</a:t>
            </a:r>
          </a:p>
          <a:p>
            <a:pPr marL="228600" indent="-228600">
              <a:spcBef>
                <a:spcPts val="200"/>
              </a:spcBef>
              <a:spcAft>
                <a:spcPts val="200"/>
              </a:spcAft>
              <a:buFont typeface="+mj-lt"/>
              <a:buAutoNum type="arabicPeriod"/>
            </a:pPr>
            <a:r>
              <a:rPr lang="en-US" sz="1400" b="1" dirty="0"/>
              <a:t>Investment Decision-making Process</a:t>
            </a:r>
          </a:p>
          <a:p>
            <a:pPr marL="228600" indent="-228600">
              <a:spcBef>
                <a:spcPts val="200"/>
              </a:spcBef>
              <a:spcAft>
                <a:spcPts val="200"/>
              </a:spcAft>
              <a:buFont typeface="+mj-lt"/>
              <a:buAutoNum type="arabicPeriod"/>
            </a:pPr>
            <a:r>
              <a:rPr lang="en-US" sz="1400" b="1" dirty="0"/>
              <a:t>Stock Portfolio Management</a:t>
            </a:r>
          </a:p>
        </p:txBody>
      </p:sp>
    </p:spTree>
    <p:extLst>
      <p:ext uri="{BB962C8B-B14F-4D97-AF65-F5344CB8AC3E}">
        <p14:creationId xmlns:p14="http://schemas.microsoft.com/office/powerpoint/2010/main" val="434795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BC8A023B-7F2D-D230-E9BB-E73BF2A79882}"/>
              </a:ext>
            </a:extLst>
          </p:cNvPr>
          <p:cNvSpPr>
            <a:spLocks noGrp="1"/>
          </p:cNvSpPr>
          <p:nvPr>
            <p:ph type="ftr" sz="quarter" idx="3"/>
          </p:nvPr>
        </p:nvSpPr>
        <p:spPr/>
        <p:txBody>
          <a:bodyPr/>
          <a:lstStyle/>
          <a:p>
            <a:r>
              <a:rPr lang="en-US" dirty="0"/>
              <a:t>Domont Consulting</a:t>
            </a:r>
          </a:p>
        </p:txBody>
      </p:sp>
      <p:sp>
        <p:nvSpPr>
          <p:cNvPr id="9" name="Slide Number Placeholder 8">
            <a:extLst>
              <a:ext uri="{FF2B5EF4-FFF2-40B4-BE49-F238E27FC236}">
                <a16:creationId xmlns:a16="http://schemas.microsoft.com/office/drawing/2014/main" id="{4EEB407B-F3C7-7C7C-7B0D-08665592EEBC}"/>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0A305324-DD4C-60E1-0251-72C93E312111}"/>
              </a:ext>
            </a:extLst>
          </p:cNvPr>
          <p:cNvSpPr>
            <a:spLocks noGrp="1"/>
          </p:cNvSpPr>
          <p:nvPr>
            <p:ph type="ftr" sz="quarter" idx="3"/>
          </p:nvPr>
        </p:nvSpPr>
        <p:spPr/>
        <p:txBody>
          <a:bodyPr/>
          <a:lstStyle/>
          <a:p>
            <a:r>
              <a:rPr lang="en-US" dirty="0"/>
              <a:t>Domont Consulting</a:t>
            </a:r>
          </a:p>
        </p:txBody>
      </p:sp>
      <p:sp>
        <p:nvSpPr>
          <p:cNvPr id="5" name="Slide Number Placeholder 4">
            <a:extLst>
              <a:ext uri="{FF2B5EF4-FFF2-40B4-BE49-F238E27FC236}">
                <a16:creationId xmlns:a16="http://schemas.microsoft.com/office/drawing/2014/main" id="{8EAB1F7C-4C36-3DAE-D1F7-0D408192163F}"/>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3"/>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4"/>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5"/>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6"/>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5"/>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43"/>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69"/>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42"/>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9"/>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48"/>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EB95E135-D1E6-E1CA-55D0-BF7CD11A57E5}"/>
              </a:ext>
            </a:extLst>
          </p:cNvPr>
          <p:cNvSpPr>
            <a:spLocks noGrp="1"/>
          </p:cNvSpPr>
          <p:nvPr>
            <p:ph type="ftr" sz="quarter" idx="3"/>
          </p:nvPr>
        </p:nvSpPr>
        <p:spPr/>
        <p:txBody>
          <a:bodyPr/>
          <a:lstStyle/>
          <a:p>
            <a:r>
              <a:rPr lang="en-US" dirty="0"/>
              <a:t>Domont Consulting</a:t>
            </a:r>
          </a:p>
        </p:txBody>
      </p:sp>
      <p:sp>
        <p:nvSpPr>
          <p:cNvPr id="10" name="Slide Number Placeholder 9">
            <a:extLst>
              <a:ext uri="{FF2B5EF4-FFF2-40B4-BE49-F238E27FC236}">
                <a16:creationId xmlns:a16="http://schemas.microsoft.com/office/drawing/2014/main" id="{EC32A756-4676-E18A-A9CF-55FA4508CB55}"/>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F5BF8125-6B60-3161-B8AF-CA495B9C731A}"/>
              </a:ext>
            </a:extLst>
          </p:cNvPr>
          <p:cNvSpPr>
            <a:spLocks noGrp="1"/>
          </p:cNvSpPr>
          <p:nvPr>
            <p:ph type="ftr" sz="quarter" idx="3"/>
          </p:nvPr>
        </p:nvSpPr>
        <p:spPr/>
        <p:txBody>
          <a:bodyPr/>
          <a:lstStyle/>
          <a:p>
            <a:r>
              <a:rPr lang="en-US" dirty="0"/>
              <a:t>Domont Consulting</a:t>
            </a:r>
          </a:p>
        </p:txBody>
      </p:sp>
      <p:sp>
        <p:nvSpPr>
          <p:cNvPr id="6" name="Slide Number Placeholder 5">
            <a:extLst>
              <a:ext uri="{FF2B5EF4-FFF2-40B4-BE49-F238E27FC236}">
                <a16:creationId xmlns:a16="http://schemas.microsoft.com/office/drawing/2014/main" id="{EA5FA03D-7F8E-5D60-D394-A7FB031D657E}"/>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71D1C0F5-8BB7-D9F6-F02A-1BBBF2EA70A6}"/>
              </a:ext>
            </a:extLst>
          </p:cNvPr>
          <p:cNvSpPr>
            <a:spLocks noGrp="1"/>
          </p:cNvSpPr>
          <p:nvPr>
            <p:ph type="ftr" sz="quarter" idx="3"/>
          </p:nvPr>
        </p:nvSpPr>
        <p:spPr/>
        <p:txBody>
          <a:bodyPr/>
          <a:lstStyle/>
          <a:p>
            <a:r>
              <a:rPr lang="en-US" dirty="0"/>
              <a:t>Domont Consulting</a:t>
            </a:r>
          </a:p>
        </p:txBody>
      </p:sp>
      <p:sp>
        <p:nvSpPr>
          <p:cNvPr id="6" name="Slide Number Placeholder 5">
            <a:extLst>
              <a:ext uri="{FF2B5EF4-FFF2-40B4-BE49-F238E27FC236}">
                <a16:creationId xmlns:a16="http://schemas.microsoft.com/office/drawing/2014/main" id="{D8F7DE36-51A9-B90C-2884-8AD4DA08CB7E}"/>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4QGst70eo1_fIwIxud.Qk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Domont Consulting 2024">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7738</TotalTime>
  <Words>1402</Words>
  <Application>Microsoft Office PowerPoint</Application>
  <PresentationFormat>Widescreen</PresentationFormat>
  <Paragraphs>188</Paragraphs>
  <Slides>19</Slides>
  <Notes>10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9" baseType="lpstr">
      <vt:lpstr>ＭＳ Ｐゴシック</vt:lpstr>
      <vt:lpstr>Arial</vt:lpstr>
      <vt:lpstr>Arial (Body)</vt:lpstr>
      <vt:lpstr>Calibri</vt:lpstr>
      <vt:lpstr>Helvetica</vt:lpstr>
      <vt:lpstr>Helvetica Neue</vt:lpstr>
      <vt:lpstr>Lato Light</vt:lpstr>
      <vt:lpstr>Times New Roman</vt:lpstr>
      <vt:lpstr>Domont Consulting 2024</vt:lpstr>
      <vt:lpstr>think-cell Slide</vt:lpstr>
      <vt:lpstr>PowerPoint Presentation</vt:lpstr>
      <vt:lpstr>Introduction</vt:lpstr>
      <vt:lpstr>Our firm created this Toolkit to help you take control of your finances and build long-term wealth</vt:lpstr>
      <vt:lpstr>Our Toolkit will help you fulfill multiple objectives</vt:lpstr>
      <vt:lpstr>Structure of the Toolkit</vt:lpstr>
      <vt:lpstr>Video demonstration of the sections 3–6 of the Toolkit</vt:lpstr>
      <vt:lpstr>Small preview of the section 1 “Personal Finance”</vt:lpstr>
      <vt:lpstr>Small preview of the section 2 “Warren Buffett Value Investing Philosophy”</vt:lpstr>
      <vt:lpstr>Small preview of the section 3 “Warren Buffett Value Investing Strategy”</vt:lpstr>
      <vt:lpstr>Small preview of the section 4 “Stock Watchlist and Screener in Excel with real-time data”</vt:lpstr>
      <vt:lpstr>Small preview of the section 5 “Detailed Stock Investment Decision-making Process”</vt:lpstr>
      <vt:lpstr>Small preview of the section 6 “Stock Portfolio Management”</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2025-09-25T05:15:46Z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