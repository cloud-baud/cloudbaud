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5.xml" ContentType="application/vnd.openxmlformats-officedocument.presentationml.notesSlide+xml"/>
  <Override PartName="/ppt/charts/chart2.xml" ContentType="application/vnd.openxmlformats-officedocument.drawingml.chart+xml"/>
  <Override PartName="/ppt/tags/tag36.xml" ContentType="application/vnd.openxmlformats-officedocument.presentationml.tags+xml"/>
  <Override PartName="/ppt/tags/tag37.xml" ContentType="application/vnd.openxmlformats-officedocument.presentationml.tags+xml"/>
  <Override PartName="/ppt/notesSlides/notesSlide6.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7.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8.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9.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10.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notesSlides/notesSlide11.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notesSlides/notesSlide12.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8"/>
  </p:notesMasterIdLst>
  <p:handoutMasterIdLst>
    <p:handoutMasterId r:id="rId29"/>
  </p:handoutMasterIdLst>
  <p:sldIdLst>
    <p:sldId id="526" r:id="rId5"/>
    <p:sldId id="534" r:id="rId6"/>
    <p:sldId id="3289" r:id="rId7"/>
    <p:sldId id="3300" r:id="rId8"/>
    <p:sldId id="3381" r:id="rId9"/>
    <p:sldId id="2560" r:id="rId10"/>
    <p:sldId id="3383" r:id="rId11"/>
    <p:sldId id="2162" r:id="rId12"/>
    <p:sldId id="3366" r:id="rId13"/>
    <p:sldId id="3303" r:id="rId14"/>
    <p:sldId id="3376" r:id="rId15"/>
    <p:sldId id="3377" r:id="rId16"/>
    <p:sldId id="3382" r:id="rId17"/>
    <p:sldId id="3378" r:id="rId18"/>
    <p:sldId id="3379" r:id="rId19"/>
    <p:sldId id="3380" r:id="rId20"/>
    <p:sldId id="2338" r:id="rId21"/>
    <p:sldId id="2034" r:id="rId22"/>
    <p:sldId id="3282" r:id="rId23"/>
    <p:sldId id="1711" r:id="rId24"/>
    <p:sldId id="1598" r:id="rId25"/>
    <p:sldId id="2240" r:id="rId26"/>
    <p:sldId id="1600" r:id="rId27"/>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526"/>
            <p14:sldId id="534"/>
            <p14:sldId id="3289"/>
            <p14:sldId id="3300"/>
            <p14:sldId id="3381"/>
          </p14:sldIdLst>
        </p14:section>
        <p14:section name="Toolkit overview" id="{F236E09D-F1BA-49AA-851C-9B6FC4C418CC}">
          <p14:sldIdLst>
            <p14:sldId id="2560"/>
            <p14:sldId id="3383"/>
            <p14:sldId id="2162"/>
            <p14:sldId id="3366"/>
            <p14:sldId id="3303"/>
            <p14:sldId id="3376"/>
            <p14:sldId id="3377"/>
            <p14:sldId id="3382"/>
            <p14:sldId id="3378"/>
            <p14:sldId id="3379"/>
            <p14:sldId id="3380"/>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F69560-6FB5-44DA-91C4-ED24F4AA17C6}" v="4" dt="2025-07-02T04:45:57.331"/>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44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2792"/>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5F8561DF-FF46-4F11-8C1A-C948D949B268}"/>
    <pc:docChg chg="undo custSel addSld delSld modSld">
      <pc:chgData name="Aurelien Domont" userId="6da7715ce44349b3" providerId="LiveId" clId="{5F8561DF-FF46-4F11-8C1A-C948D949B268}" dt="2025-06-05T04:40:58.535" v="601"/>
      <pc:docMkLst>
        <pc:docMk/>
      </pc:docMkLst>
      <pc:sldChg chg="modSp mod">
        <pc:chgData name="Aurelien Domont" userId="6da7715ce44349b3" providerId="LiveId" clId="{5F8561DF-FF46-4F11-8C1A-C948D949B268}" dt="2025-06-05T01:03:10.525" v="14" actId="20577"/>
        <pc:sldMkLst>
          <pc:docMk/>
          <pc:sldMk cId="3956982643" sldId="526"/>
        </pc:sldMkLst>
        <pc:spChg chg="mod">
          <ac:chgData name="Aurelien Domont" userId="6da7715ce44349b3" providerId="LiveId" clId="{5F8561DF-FF46-4F11-8C1A-C948D949B268}" dt="2025-06-05T01:03:10.525" v="14" actId="20577"/>
          <ac:spMkLst>
            <pc:docMk/>
            <pc:sldMk cId="3956982643" sldId="526"/>
            <ac:spMk id="2" creationId="{F431BC18-A461-9459-FF13-870ACCC7D4F5}"/>
          </ac:spMkLst>
        </pc:spChg>
      </pc:sldChg>
      <pc:sldChg chg="addSp delSp modSp mod">
        <pc:chgData name="Aurelien Domont" userId="6da7715ce44349b3" providerId="LiveId" clId="{5F8561DF-FF46-4F11-8C1A-C948D949B268}" dt="2025-06-05T01:18:21.291" v="247" actId="20577"/>
        <pc:sldMkLst>
          <pc:docMk/>
          <pc:sldMk cId="3272444503" sldId="2162"/>
        </pc:sldMkLst>
        <pc:spChg chg="mod">
          <ac:chgData name="Aurelien Domont" userId="6da7715ce44349b3" providerId="LiveId" clId="{5F8561DF-FF46-4F11-8C1A-C948D949B268}" dt="2025-06-05T01:18:21.291" v="247" actId="20577"/>
          <ac:spMkLst>
            <pc:docMk/>
            <pc:sldMk cId="3272444503" sldId="2162"/>
            <ac:spMk id="6" creationId="{22D27BA3-CC85-4DD2-AEDB-C22AC367D60A}"/>
          </ac:spMkLst>
        </pc:spChg>
      </pc:sldChg>
      <pc:sldChg chg="modSp mod">
        <pc:chgData name="Aurelien Domont" userId="6da7715ce44349b3" providerId="LiveId" clId="{5F8561DF-FF46-4F11-8C1A-C948D949B268}" dt="2025-06-05T01:02:58.197" v="5" actId="20577"/>
        <pc:sldMkLst>
          <pc:docMk/>
          <pc:sldMk cId="1209091634" sldId="2338"/>
        </pc:sldMkLst>
        <pc:spChg chg="mod">
          <ac:chgData name="Aurelien Domont" userId="6da7715ce44349b3" providerId="LiveId" clId="{5F8561DF-FF46-4F11-8C1A-C948D949B268}" dt="2025-06-05T01:02:58.197" v="5" actId="20577"/>
          <ac:spMkLst>
            <pc:docMk/>
            <pc:sldMk cId="1209091634" sldId="2338"/>
            <ac:spMk id="14" creationId="{4A437ECF-467E-1AD6-2C2E-4087FF953203}"/>
          </ac:spMkLst>
        </pc:spChg>
        <pc:spChg chg="mod">
          <ac:chgData name="Aurelien Domont" userId="6da7715ce44349b3" providerId="LiveId" clId="{5F8561DF-FF46-4F11-8C1A-C948D949B268}" dt="2025-06-05T01:02:35.657" v="3" actId="20577"/>
          <ac:spMkLst>
            <pc:docMk/>
            <pc:sldMk cId="1209091634" sldId="2338"/>
            <ac:spMk id="15" creationId="{777600B6-F58C-3E6A-BB6D-D47C974412BF}"/>
          </ac:spMkLst>
        </pc:spChg>
      </pc:sldChg>
      <pc:sldChg chg="addSp delSp modSp mod">
        <pc:chgData name="Aurelien Domont" userId="6da7715ce44349b3" providerId="LiveId" clId="{5F8561DF-FF46-4F11-8C1A-C948D949B268}" dt="2025-06-05T01:04:50.999" v="166" actId="34807"/>
        <pc:sldMkLst>
          <pc:docMk/>
          <pc:sldMk cId="862292938" sldId="2560"/>
        </pc:sldMkLst>
        <pc:spChg chg="mod">
          <ac:chgData name="Aurelien Domont" userId="6da7715ce44349b3" providerId="LiveId" clId="{5F8561DF-FF46-4F11-8C1A-C948D949B268}" dt="2025-06-05T01:04:50.999" v="166" actId="34807"/>
          <ac:spMkLst>
            <pc:docMk/>
            <pc:sldMk cId="862292938" sldId="2560"/>
            <ac:spMk id="2" creationId="{F7C4AEFD-F24A-61C6-413F-137EBECACF93}"/>
          </ac:spMkLst>
        </pc:spChg>
        <pc:graphicFrameChg chg="mod">
          <ac:chgData name="Aurelien Domont" userId="6da7715ce44349b3" providerId="LiveId" clId="{5F8561DF-FF46-4F11-8C1A-C948D949B268}" dt="2025-06-05T01:04:49.282" v="165"/>
          <ac:graphicFrameMkLst>
            <pc:docMk/>
            <pc:sldMk cId="862292938" sldId="2560"/>
            <ac:graphicFrameMk id="6" creationId="{C74B90F8-16E2-149E-13EF-2AEEB8172E8E}"/>
          </ac:graphicFrameMkLst>
        </pc:graphicFrameChg>
      </pc:sldChg>
      <pc:sldChg chg="modSp mod">
        <pc:chgData name="Aurelien Domont" userId="6da7715ce44349b3" providerId="LiveId" clId="{5F8561DF-FF46-4F11-8C1A-C948D949B268}" dt="2025-06-05T01:19:48.575" v="275" actId="20577"/>
        <pc:sldMkLst>
          <pc:docMk/>
          <pc:sldMk cId="2246164536" sldId="3289"/>
        </pc:sldMkLst>
        <pc:spChg chg="mod">
          <ac:chgData name="Aurelien Domont" userId="6da7715ce44349b3" providerId="LiveId" clId="{5F8561DF-FF46-4F11-8C1A-C948D949B268}" dt="2025-06-05T01:19:48.575" v="275" actId="20577"/>
          <ac:spMkLst>
            <pc:docMk/>
            <pc:sldMk cId="2246164536" sldId="3289"/>
            <ac:spMk id="5" creationId="{DC054480-D828-7B59-3328-48D130C91ED1}"/>
          </ac:spMkLst>
        </pc:spChg>
      </pc:sldChg>
      <pc:sldChg chg="modSp mod">
        <pc:chgData name="Aurelien Domont" userId="6da7715ce44349b3" providerId="LiveId" clId="{5F8561DF-FF46-4F11-8C1A-C948D949B268}" dt="2025-06-05T01:03:48.695" v="36"/>
        <pc:sldMkLst>
          <pc:docMk/>
          <pc:sldMk cId="3931065156" sldId="3300"/>
        </pc:sldMkLst>
        <pc:spChg chg="mod">
          <ac:chgData name="Aurelien Domont" userId="6da7715ce44349b3" providerId="LiveId" clId="{5F8561DF-FF46-4F11-8C1A-C948D949B268}" dt="2025-06-05T01:03:48.191" v="34"/>
          <ac:spMkLst>
            <pc:docMk/>
            <pc:sldMk cId="3931065156" sldId="3300"/>
            <ac:spMk id="16" creationId="{6C2BB713-9637-4B9B-938F-E9768876782A}"/>
          </ac:spMkLst>
        </pc:spChg>
        <pc:graphicFrameChg chg="mod">
          <ac:chgData name="Aurelien Domont" userId="6da7715ce44349b3" providerId="LiveId" clId="{5F8561DF-FF46-4F11-8C1A-C948D949B268}" dt="2025-06-05T01:03:48.695" v="36"/>
          <ac:graphicFrameMkLst>
            <pc:docMk/>
            <pc:sldMk cId="3931065156" sldId="3300"/>
            <ac:graphicFrameMk id="13" creationId="{A073AF91-5325-42B9-A31A-3D179304022A}"/>
          </ac:graphicFrameMkLst>
        </pc:graphicFrameChg>
      </pc:sldChg>
      <pc:sldChg chg="addSp delSp modSp mod">
        <pc:chgData name="Aurelien Domont" userId="6da7715ce44349b3" providerId="LiveId" clId="{5F8561DF-FF46-4F11-8C1A-C948D949B268}" dt="2025-06-05T01:02:07.456" v="1"/>
        <pc:sldMkLst>
          <pc:docMk/>
          <pc:sldMk cId="2387808226" sldId="3366"/>
        </pc:sldMkLst>
        <pc:spChg chg="add mod">
          <ac:chgData name="Aurelien Domont" userId="6da7715ce44349b3" providerId="LiveId" clId="{5F8561DF-FF46-4F11-8C1A-C948D949B268}" dt="2025-06-05T01:02:07.456" v="1"/>
          <ac:spMkLst>
            <pc:docMk/>
            <pc:sldMk cId="2387808226" sldId="3366"/>
            <ac:spMk id="5" creationId="{874690FC-4F8A-CF08-1E94-48A92CBEB724}"/>
          </ac:spMkLst>
        </pc:spChg>
      </pc:sldChg>
      <pc:sldChg chg="addSp delSp modSp mod">
        <pc:chgData name="Aurelien Domont" userId="6da7715ce44349b3" providerId="LiveId" clId="{5F8561DF-FF46-4F11-8C1A-C948D949B268}" dt="2025-06-05T04:40:49.267" v="547"/>
        <pc:sldMkLst>
          <pc:docMk/>
          <pc:sldMk cId="2269690018" sldId="3376"/>
        </pc:sldMkLst>
        <pc:spChg chg="mod">
          <ac:chgData name="Aurelien Domont" userId="6da7715ce44349b3" providerId="LiveId" clId="{5F8561DF-FF46-4F11-8C1A-C948D949B268}" dt="2025-06-05T04:40:49.183" v="523" actId="948"/>
          <ac:spMkLst>
            <pc:docMk/>
            <pc:sldMk cId="2269690018" sldId="3376"/>
            <ac:spMk id="2" creationId="{12009DA8-0966-101B-E219-F283F194BD59}"/>
          </ac:spMkLst>
        </pc:spChg>
        <pc:graphicFrameChg chg="mod">
          <ac:chgData name="Aurelien Domont" userId="6da7715ce44349b3" providerId="LiveId" clId="{5F8561DF-FF46-4F11-8C1A-C948D949B268}" dt="2025-06-05T04:40:49.267" v="547"/>
          <ac:graphicFrameMkLst>
            <pc:docMk/>
            <pc:sldMk cId="2269690018" sldId="3376"/>
            <ac:graphicFrameMk id="6" creationId="{F5887244-1866-E102-5FD5-79FA1304146D}"/>
          </ac:graphicFrameMkLst>
        </pc:graphicFrameChg>
      </pc:sldChg>
      <pc:sldChg chg="addSp delSp modSp mod">
        <pc:chgData name="Aurelien Domont" userId="6da7715ce44349b3" providerId="LiveId" clId="{5F8561DF-FF46-4F11-8C1A-C948D949B268}" dt="2025-06-05T04:40:54.944" v="574"/>
        <pc:sldMkLst>
          <pc:docMk/>
          <pc:sldMk cId="2120394965" sldId="3377"/>
        </pc:sldMkLst>
        <pc:spChg chg="mod">
          <ac:chgData name="Aurelien Domont" userId="6da7715ce44349b3" providerId="LiveId" clId="{5F8561DF-FF46-4F11-8C1A-C948D949B268}" dt="2025-06-05T04:40:54.891" v="550" actId="948"/>
          <ac:spMkLst>
            <pc:docMk/>
            <pc:sldMk cId="2120394965" sldId="3377"/>
            <ac:spMk id="2" creationId="{12009DA8-0966-101B-E219-F283F194BD59}"/>
          </ac:spMkLst>
        </pc:spChg>
        <pc:graphicFrameChg chg="mod">
          <ac:chgData name="Aurelien Domont" userId="6da7715ce44349b3" providerId="LiveId" clId="{5F8561DF-FF46-4F11-8C1A-C948D949B268}" dt="2025-06-05T04:40:54.944" v="574"/>
          <ac:graphicFrameMkLst>
            <pc:docMk/>
            <pc:sldMk cId="2120394965" sldId="3377"/>
            <ac:graphicFrameMk id="6" creationId="{F5887244-1866-E102-5FD5-79FA1304146D}"/>
          </ac:graphicFrameMkLst>
        </pc:graphicFrameChg>
        <pc:picChg chg="mod">
          <ac:chgData name="Aurelien Domont" userId="6da7715ce44349b3" providerId="LiveId" clId="{5F8561DF-FF46-4F11-8C1A-C948D949B268}" dt="2025-06-05T01:29:17.599" v="520" actId="552"/>
          <ac:picMkLst>
            <pc:docMk/>
            <pc:sldMk cId="2120394965" sldId="3377"/>
            <ac:picMk id="10" creationId="{02278123-F5D1-7570-A973-B93D61F58ADA}"/>
          </ac:picMkLst>
        </pc:picChg>
        <pc:picChg chg="add mod">
          <ac:chgData name="Aurelien Domont" userId="6da7715ce44349b3" providerId="LiveId" clId="{5F8561DF-FF46-4F11-8C1A-C948D949B268}" dt="2025-06-05T01:29:01.313" v="517" actId="1076"/>
          <ac:picMkLst>
            <pc:docMk/>
            <pc:sldMk cId="2120394965" sldId="3377"/>
            <ac:picMk id="22" creationId="{E0E16586-CDDF-1844-D657-452505586EC7}"/>
          </ac:picMkLst>
        </pc:picChg>
        <pc:picChg chg="add mod">
          <ac:chgData name="Aurelien Domont" userId="6da7715ce44349b3" providerId="LiveId" clId="{5F8561DF-FF46-4F11-8C1A-C948D949B268}" dt="2025-06-05T01:29:17.599" v="520" actId="552"/>
          <ac:picMkLst>
            <pc:docMk/>
            <pc:sldMk cId="2120394965" sldId="3377"/>
            <ac:picMk id="30" creationId="{11508E6B-48A3-84C7-A42F-0284DF046FE5}"/>
          </ac:picMkLst>
        </pc:picChg>
      </pc:sldChg>
      <pc:sldChg chg="modSp mod">
        <pc:chgData name="Aurelien Domont" userId="6da7715ce44349b3" providerId="LiveId" clId="{5F8561DF-FF46-4F11-8C1A-C948D949B268}" dt="2025-06-05T01:03:44.967" v="33"/>
        <pc:sldMkLst>
          <pc:docMk/>
          <pc:sldMk cId="3125945359" sldId="3381"/>
        </pc:sldMkLst>
        <pc:spChg chg="mod">
          <ac:chgData name="Aurelien Domont" userId="6da7715ce44349b3" providerId="LiveId" clId="{5F8561DF-FF46-4F11-8C1A-C948D949B268}" dt="2025-06-05T01:03:44.443" v="31" actId="20577"/>
          <ac:spMkLst>
            <pc:docMk/>
            <pc:sldMk cId="3125945359" sldId="3381"/>
            <ac:spMk id="16" creationId="{4A7BABFF-71D2-706E-2819-61C2E2C79C0F}"/>
          </ac:spMkLst>
        </pc:spChg>
        <pc:graphicFrameChg chg="mod">
          <ac:chgData name="Aurelien Domont" userId="6da7715ce44349b3" providerId="LiveId" clId="{5F8561DF-FF46-4F11-8C1A-C948D949B268}" dt="2025-06-05T01:03:44.967" v="33"/>
          <ac:graphicFrameMkLst>
            <pc:docMk/>
            <pc:sldMk cId="3125945359" sldId="3381"/>
            <ac:graphicFrameMk id="13" creationId="{62FAC289-D65F-F526-24BA-9717CAD220C5}"/>
          </ac:graphicFrameMkLst>
        </pc:graphicFrameChg>
      </pc:sldChg>
      <pc:sldChg chg="addSp delSp modSp add mod">
        <pc:chgData name="Aurelien Domont" userId="6da7715ce44349b3" providerId="LiveId" clId="{5F8561DF-FF46-4F11-8C1A-C948D949B268}" dt="2025-06-05T04:40:58.535" v="601"/>
        <pc:sldMkLst>
          <pc:docMk/>
          <pc:sldMk cId="819275424" sldId="3382"/>
        </pc:sldMkLst>
        <pc:spChg chg="mod ord">
          <ac:chgData name="Aurelien Domont" userId="6da7715ce44349b3" providerId="LiveId" clId="{5F8561DF-FF46-4F11-8C1A-C948D949B268}" dt="2025-06-05T04:40:58.491" v="577" actId="948"/>
          <ac:spMkLst>
            <pc:docMk/>
            <pc:sldMk cId="819275424" sldId="3382"/>
            <ac:spMk id="2" creationId="{47F95D15-5D11-68F1-E26D-03DE2FCC8729}"/>
          </ac:spMkLst>
        </pc:spChg>
        <pc:spChg chg="mod ord">
          <ac:chgData name="Aurelien Domont" userId="6da7715ce44349b3" providerId="LiveId" clId="{5F8561DF-FF46-4F11-8C1A-C948D949B268}" dt="2025-06-05T01:27:29.890" v="490"/>
          <ac:spMkLst>
            <pc:docMk/>
            <pc:sldMk cId="819275424" sldId="3382"/>
            <ac:spMk id="3" creationId="{50A0487C-84D1-78F4-3D8A-97983F1BDB4E}"/>
          </ac:spMkLst>
        </pc:spChg>
        <pc:spChg chg="mod ord">
          <ac:chgData name="Aurelien Domont" userId="6da7715ce44349b3" providerId="LiveId" clId="{5F8561DF-FF46-4F11-8C1A-C948D949B268}" dt="2025-06-05T01:27:29.890" v="492"/>
          <ac:spMkLst>
            <pc:docMk/>
            <pc:sldMk cId="819275424" sldId="3382"/>
            <ac:spMk id="4" creationId="{AAE88F32-370D-346B-BD04-C4C609D3D05E}"/>
          </ac:spMkLst>
        </pc:spChg>
        <pc:spChg chg="mod ord">
          <ac:chgData name="Aurelien Domont" userId="6da7715ce44349b3" providerId="LiveId" clId="{5F8561DF-FF46-4F11-8C1A-C948D949B268}" dt="2025-06-05T01:27:29.890" v="484"/>
          <ac:spMkLst>
            <pc:docMk/>
            <pc:sldMk cId="819275424" sldId="3382"/>
            <ac:spMk id="11" creationId="{3AA5C0D9-C6E2-4DE8-74D9-BEDD7D322BC4}"/>
          </ac:spMkLst>
        </pc:spChg>
        <pc:spChg chg="mod ord">
          <ac:chgData name="Aurelien Domont" userId="6da7715ce44349b3" providerId="LiveId" clId="{5F8561DF-FF46-4F11-8C1A-C948D949B268}" dt="2025-06-05T01:27:29.890" v="494"/>
          <ac:spMkLst>
            <pc:docMk/>
            <pc:sldMk cId="819275424" sldId="3382"/>
            <ac:spMk id="12" creationId="{D4818AEC-F8EA-4A4D-5157-6F7A8D4833DA}"/>
          </ac:spMkLst>
        </pc:spChg>
        <pc:spChg chg="mod ord">
          <ac:chgData name="Aurelien Domont" userId="6da7715ce44349b3" providerId="LiveId" clId="{5F8561DF-FF46-4F11-8C1A-C948D949B268}" dt="2025-06-05T01:27:29.890" v="472"/>
          <ac:spMkLst>
            <pc:docMk/>
            <pc:sldMk cId="819275424" sldId="3382"/>
            <ac:spMk id="13" creationId="{9C1C73A4-5DCD-9FD0-43E0-2057AF9C5EF9}"/>
          </ac:spMkLst>
        </pc:spChg>
        <pc:spChg chg="mod ord">
          <ac:chgData name="Aurelien Domont" userId="6da7715ce44349b3" providerId="LiveId" clId="{5F8561DF-FF46-4F11-8C1A-C948D949B268}" dt="2025-06-05T01:27:29.890" v="474"/>
          <ac:spMkLst>
            <pc:docMk/>
            <pc:sldMk cId="819275424" sldId="3382"/>
            <ac:spMk id="14" creationId="{5430F782-FA50-C892-DD65-6525CDECEA4A}"/>
          </ac:spMkLst>
        </pc:spChg>
        <pc:spChg chg="mod ord">
          <ac:chgData name="Aurelien Domont" userId="6da7715ce44349b3" providerId="LiveId" clId="{5F8561DF-FF46-4F11-8C1A-C948D949B268}" dt="2025-06-05T01:27:29.890" v="476"/>
          <ac:spMkLst>
            <pc:docMk/>
            <pc:sldMk cId="819275424" sldId="3382"/>
            <ac:spMk id="15" creationId="{CF74B743-F90F-7404-762F-8679A78B9242}"/>
          </ac:spMkLst>
        </pc:spChg>
        <pc:spChg chg="mod ord">
          <ac:chgData name="Aurelien Domont" userId="6da7715ce44349b3" providerId="LiveId" clId="{5F8561DF-FF46-4F11-8C1A-C948D949B268}" dt="2025-06-05T01:27:29.890" v="478"/>
          <ac:spMkLst>
            <pc:docMk/>
            <pc:sldMk cId="819275424" sldId="3382"/>
            <ac:spMk id="16" creationId="{5A4FD4EA-6B0B-B0B0-75A1-A947AC7F7772}"/>
          </ac:spMkLst>
        </pc:spChg>
        <pc:spChg chg="mod ord">
          <ac:chgData name="Aurelien Domont" userId="6da7715ce44349b3" providerId="LiveId" clId="{5F8561DF-FF46-4F11-8C1A-C948D949B268}" dt="2025-06-05T01:27:29.890" v="480"/>
          <ac:spMkLst>
            <pc:docMk/>
            <pc:sldMk cId="819275424" sldId="3382"/>
            <ac:spMk id="17" creationId="{B31D4B27-D64A-4632-6C7A-6DF061A7D0E4}"/>
          </ac:spMkLst>
        </pc:spChg>
        <pc:spChg chg="mod ord">
          <ac:chgData name="Aurelien Domont" userId="6da7715ce44349b3" providerId="LiveId" clId="{5F8561DF-FF46-4F11-8C1A-C948D949B268}" dt="2025-06-05T01:27:29.890" v="482"/>
          <ac:spMkLst>
            <pc:docMk/>
            <pc:sldMk cId="819275424" sldId="3382"/>
            <ac:spMk id="18" creationId="{E0BF95FA-7AF9-DDA4-F80D-E5D53CC9BCED}"/>
          </ac:spMkLst>
        </pc:spChg>
        <pc:spChg chg="mod ord">
          <ac:chgData name="Aurelien Domont" userId="6da7715ce44349b3" providerId="LiveId" clId="{5F8561DF-FF46-4F11-8C1A-C948D949B268}" dt="2025-06-05T01:27:29.890" v="496"/>
          <ac:spMkLst>
            <pc:docMk/>
            <pc:sldMk cId="819275424" sldId="3382"/>
            <ac:spMk id="19" creationId="{3FE186EE-40B2-4C39-A69C-201327279AD2}"/>
          </ac:spMkLst>
        </pc:spChg>
        <pc:spChg chg="mod ord">
          <ac:chgData name="Aurelien Domont" userId="6da7715ce44349b3" providerId="LiveId" clId="{5F8561DF-FF46-4F11-8C1A-C948D949B268}" dt="2025-06-05T01:27:29.906" v="498"/>
          <ac:spMkLst>
            <pc:docMk/>
            <pc:sldMk cId="819275424" sldId="3382"/>
            <ac:spMk id="20" creationId="{CA55C210-A002-5BA0-A0B6-BFF3B861FEA1}"/>
          </ac:spMkLst>
        </pc:spChg>
        <pc:spChg chg="mod ord">
          <ac:chgData name="Aurelien Domont" userId="6da7715ce44349b3" providerId="LiveId" clId="{5F8561DF-FF46-4F11-8C1A-C948D949B268}" dt="2025-06-05T01:27:29.890" v="456"/>
          <ac:spMkLst>
            <pc:docMk/>
            <pc:sldMk cId="819275424" sldId="3382"/>
            <ac:spMk id="24" creationId="{1D7F7BC9-BB73-F83C-864E-8285A091C4E9}"/>
          </ac:spMkLst>
        </pc:spChg>
        <pc:spChg chg="mod ord">
          <ac:chgData name="Aurelien Domont" userId="6da7715ce44349b3" providerId="LiveId" clId="{5F8561DF-FF46-4F11-8C1A-C948D949B268}" dt="2025-06-05T01:27:29.890" v="486"/>
          <ac:spMkLst>
            <pc:docMk/>
            <pc:sldMk cId="819275424" sldId="3382"/>
            <ac:spMk id="31" creationId="{5B5024E7-CD6F-25DB-BF18-20394E318F25}"/>
          </ac:spMkLst>
        </pc:spChg>
        <pc:spChg chg="mod ord">
          <ac:chgData name="Aurelien Domont" userId="6da7715ce44349b3" providerId="LiveId" clId="{5F8561DF-FF46-4F11-8C1A-C948D949B268}" dt="2025-06-05T01:27:29.890" v="488"/>
          <ac:spMkLst>
            <pc:docMk/>
            <pc:sldMk cId="819275424" sldId="3382"/>
            <ac:spMk id="32" creationId="{7784585E-FB1B-42D7-6A8B-C3EA110F8439}"/>
          </ac:spMkLst>
        </pc:spChg>
        <pc:graphicFrameChg chg="mod">
          <ac:chgData name="Aurelien Domont" userId="6da7715ce44349b3" providerId="LiveId" clId="{5F8561DF-FF46-4F11-8C1A-C948D949B268}" dt="2025-06-05T04:40:58.535" v="601"/>
          <ac:graphicFrameMkLst>
            <pc:docMk/>
            <pc:sldMk cId="819275424" sldId="3382"/>
            <ac:graphicFrameMk id="6" creationId="{EA9912FB-162A-49D7-C0A0-80563FC6611D}"/>
          </ac:graphicFrameMkLst>
        </pc:graphicFrameChg>
        <pc:picChg chg="add mod ord">
          <ac:chgData name="Aurelien Domont" userId="6da7715ce44349b3" providerId="LiveId" clId="{5F8561DF-FF46-4F11-8C1A-C948D949B268}" dt="2025-06-05T01:27:29.890" v="458"/>
          <ac:picMkLst>
            <pc:docMk/>
            <pc:sldMk cId="819275424" sldId="3382"/>
            <ac:picMk id="22" creationId="{0F014E14-0BA3-ED5E-1D91-B9A088B247F2}"/>
          </ac:picMkLst>
        </pc:picChg>
        <pc:picChg chg="add mod ord">
          <ac:chgData name="Aurelien Domont" userId="6da7715ce44349b3" providerId="LiveId" clId="{5F8561DF-FF46-4F11-8C1A-C948D949B268}" dt="2025-06-05T01:27:29.890" v="460"/>
          <ac:picMkLst>
            <pc:docMk/>
            <pc:sldMk cId="819275424" sldId="3382"/>
            <ac:picMk id="23" creationId="{3EA9CFC8-0F25-AF45-9575-52C10D2BAF17}"/>
          </ac:picMkLst>
        </pc:picChg>
        <pc:picChg chg="add mod ord">
          <ac:chgData name="Aurelien Domont" userId="6da7715ce44349b3" providerId="LiveId" clId="{5F8561DF-FF46-4F11-8C1A-C948D949B268}" dt="2025-06-05T01:27:29.890" v="462"/>
          <ac:picMkLst>
            <pc:docMk/>
            <pc:sldMk cId="819275424" sldId="3382"/>
            <ac:picMk id="25" creationId="{BF4FF606-5603-5E5F-6795-DA6779226E03}"/>
          </ac:picMkLst>
        </pc:picChg>
        <pc:picChg chg="add mod ord">
          <ac:chgData name="Aurelien Domont" userId="6da7715ce44349b3" providerId="LiveId" clId="{5F8561DF-FF46-4F11-8C1A-C948D949B268}" dt="2025-06-05T01:27:29.890" v="464"/>
          <ac:picMkLst>
            <pc:docMk/>
            <pc:sldMk cId="819275424" sldId="3382"/>
            <ac:picMk id="27" creationId="{1C8F54DA-E127-CD3D-4A84-0FB56A98EF2E}"/>
          </ac:picMkLst>
        </pc:picChg>
        <pc:picChg chg="add mod ord">
          <ac:chgData name="Aurelien Domont" userId="6da7715ce44349b3" providerId="LiveId" clId="{5F8561DF-FF46-4F11-8C1A-C948D949B268}" dt="2025-06-05T01:27:29.890" v="466"/>
          <ac:picMkLst>
            <pc:docMk/>
            <pc:sldMk cId="819275424" sldId="3382"/>
            <ac:picMk id="28" creationId="{13B1A1D4-B4D0-AE37-5A1F-489963BB440E}"/>
          </ac:picMkLst>
        </pc:picChg>
        <pc:picChg chg="add mod ord">
          <ac:chgData name="Aurelien Domont" userId="6da7715ce44349b3" providerId="LiveId" clId="{5F8561DF-FF46-4F11-8C1A-C948D949B268}" dt="2025-06-05T01:27:29.890" v="468"/>
          <ac:picMkLst>
            <pc:docMk/>
            <pc:sldMk cId="819275424" sldId="3382"/>
            <ac:picMk id="29" creationId="{5EAF63EF-A7EF-7756-DE8A-5612A11AFC7D}"/>
          </ac:picMkLst>
        </pc:picChg>
      </pc:sldChg>
      <pc:sldChg chg="add del">
        <pc:chgData name="Aurelien Domont" userId="6da7715ce44349b3" providerId="LiveId" clId="{5F8561DF-FF46-4F11-8C1A-C948D949B268}" dt="2025-06-05T01:28:21.742" v="506"/>
        <pc:sldMkLst>
          <pc:docMk/>
          <pc:sldMk cId="3982685423" sldId="3524"/>
        </pc:sldMkLst>
      </pc:sld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4-03-11T23:15:40.673" v="14932" actId="47"/>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4-03-11T23:09:49.919" v="14915" actId="790"/>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4-03-11T23:09:49.972" v="14917" actId="79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4-03-11T23:09:49.910" v="14909" actId="790"/>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4-03-11T23:09:47.912" v="12700" actId="139"/>
        <pc:sldMkLst>
          <pc:docMk/>
          <pc:sldMk cId="601276562" sldId="3321"/>
        </pc:sldMkLst>
      </pc:sldChg>
      <pc:sldChg chg="addSp delSp modSp add mod">
        <pc:chgData name="Aurelien Domont" userId="6da7715ce44349b3" providerId="LiveId" clId="{B52C3AF2-5076-4BF5-AF33-C7553B05AF76}" dt="2024-03-11T23:09:47.954" v="12731" actId="139"/>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4-03-11T23:09:48.174" v="12859" actId="790"/>
        <pc:sldMkLst>
          <pc:docMk/>
          <pc:sldMk cId="2387808226" sldId="3366"/>
        </pc:sldMkLst>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4-03-11T23:09:48.351" v="13020" actId="790"/>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addSp modSp mod ord">
        <pc:chgData name="Aurelien Domont" userId="6da7715ce44349b3" providerId="LiveId" clId="{9149B00E-810E-48AB-9153-54C78195225C}" dt="2023-11-22T00:23:50.916" v="6023" actId="1076"/>
        <pc:sldMkLst>
          <pc:docMk/>
          <pc:sldMk cId="3272444503" sldId="2162"/>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mod ord">
        <pc:chgData name="Aurelien Domont" userId="6da7715ce44349b3" providerId="LiveId" clId="{9149B00E-810E-48AB-9153-54C78195225C}" dt="2023-11-22T00:22:54.262" v="6014" actId="20577"/>
        <pc:sldMkLst>
          <pc:docMk/>
          <pc:sldMk cId="862292938" sldId="2560"/>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modSp mod ord">
        <pc:chgData name="Aurelien Domont" userId="6da7715ce44349b3" providerId="LiveId" clId="{9149B00E-810E-48AB-9153-54C78195225C}" dt="2023-11-21T23:56:24.281" v="184" actId="20577"/>
        <pc:sldMkLst>
          <pc:docMk/>
          <pc:sldMk cId="2246164536" sldId="3289"/>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sldMasterChg chg="delSldLayout">
        <pc:chgData name="Aurelien Domont" userId="6da7715ce44349b3" providerId="LiveId" clId="{9149B00E-810E-48AB-9153-54C78195225C}" dt="2023-11-21T23:57:54.169" v="192" actId="2696"/>
        <pc:sldMasterMkLst>
          <pc:docMk/>
          <pc:sldMasterMk cId="3482721130" sldId="2147483828"/>
        </pc:sldMasterMkLst>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docChgLst>
    <pc:chgData name="Aurelien Domont" userId="6da7715ce44349b3" providerId="LiveId" clId="{20F69560-6FB5-44DA-91C4-ED24F4AA17C6}"/>
    <pc:docChg chg="custSel addSld modSld">
      <pc:chgData name="Aurelien Domont" userId="6da7715ce44349b3" providerId="LiveId" clId="{20F69560-6FB5-44DA-91C4-ED24F4AA17C6}" dt="2025-07-02T04:45:57.331" v="5"/>
      <pc:docMkLst>
        <pc:docMk/>
      </pc:docMkLst>
      <pc:sldChg chg="add">
        <pc:chgData name="Aurelien Domont" userId="6da7715ce44349b3" providerId="LiveId" clId="{20F69560-6FB5-44DA-91C4-ED24F4AA17C6}" dt="2025-07-02T04:45:19.368" v="0"/>
        <pc:sldMkLst>
          <pc:docMk/>
          <pc:sldMk cId="2031142577" sldId="534"/>
        </pc:sldMkLst>
      </pc:sldChg>
      <pc:sldChg chg="addSp delSp modSp add mod">
        <pc:chgData name="Aurelien Domont" userId="6da7715ce44349b3" providerId="LiveId" clId="{20F69560-6FB5-44DA-91C4-ED24F4AA17C6}" dt="2025-07-02T04:45:57.331" v="5"/>
        <pc:sldMkLst>
          <pc:docMk/>
          <pc:sldMk cId="3892113266" sldId="3383"/>
        </pc:sldMkLst>
        <pc:spChg chg="mod">
          <ac:chgData name="Aurelien Domont" userId="6da7715ce44349b3" providerId="LiveId" clId="{20F69560-6FB5-44DA-91C4-ED24F4AA17C6}" dt="2025-07-02T04:45:33.007" v="2" actId="20577"/>
          <ac:spMkLst>
            <pc:docMk/>
            <pc:sldMk cId="3892113266" sldId="3383"/>
            <ac:spMk id="2" creationId="{80848328-A156-B728-0E7B-DBD9A3015AFF}"/>
          </ac:spMkLst>
        </pc:spChg>
        <pc:spChg chg="mod">
          <ac:chgData name="Aurelien Domont" userId="6da7715ce44349b3" providerId="LiveId" clId="{20F69560-6FB5-44DA-91C4-ED24F4AA17C6}" dt="2025-07-02T04:45:53.188" v="3"/>
          <ac:spMkLst>
            <pc:docMk/>
            <pc:sldMk cId="3892113266" sldId="3383"/>
            <ac:spMk id="14" creationId="{ABF9D4B2-53D2-60E9-FECC-79B008226F65}"/>
          </ac:spMkLst>
        </pc:spChg>
        <pc:picChg chg="add mod">
          <ac:chgData name="Aurelien Domont" userId="6da7715ce44349b3" providerId="LiveId" clId="{20F69560-6FB5-44DA-91C4-ED24F4AA17C6}" dt="2025-07-02T04:45:57.331" v="5"/>
          <ac:picMkLst>
            <pc:docMk/>
            <pc:sldMk cId="3892113266" sldId="3383"/>
            <ac:picMk id="10" creationId="{68E95C1C-4553-2FA1-0213-965EA31B1928}"/>
          </ac:picMkLst>
        </pc:picChg>
        <pc:picChg chg="del">
          <ac:chgData name="Aurelien Domont" userId="6da7715ce44349b3" providerId="LiveId" clId="{20F69560-6FB5-44DA-91C4-ED24F4AA17C6}" dt="2025-07-02T04:45:57.073" v="4" actId="478"/>
          <ac:picMkLst>
            <pc:docMk/>
            <pc:sldMk cId="3892113266" sldId="3383"/>
            <ac:picMk id="17" creationId="{1EE5AC12-F00C-61C3-8EF9-F68A052AD79D}"/>
          </ac:picMkLst>
        </pc:picChg>
      </pc:sld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BA095A81-6963-459F-8BD4-70478DA41F8A}"/>
    <pc:docChg chg="undo redo custSel addSld delSld modSld sldOrd modMainMaster modSection replTag">
      <pc:chgData name="Aurelien Domont" userId="6da7715ce44349b3" providerId="LiveId" clId="{BA095A81-6963-459F-8BD4-70478DA41F8A}" dt="2025-05-13T04:59:39.737" v="12761" actId="20577"/>
      <pc:docMkLst>
        <pc:docMk/>
      </pc:docMkLst>
      <pc:sldChg chg="add del">
        <pc:chgData name="Aurelien Domont" userId="6da7715ce44349b3" providerId="LiveId" clId="{BA095A81-6963-459F-8BD4-70478DA41F8A}" dt="2025-03-11T02:21:53.162" v="12717" actId="47"/>
        <pc:sldMkLst>
          <pc:docMk/>
          <pc:sldMk cId="731148435" sldId="523"/>
        </pc:sldMkLst>
      </pc:sldChg>
      <pc:sldChg chg="addSp delSp modSp add mod modNotes">
        <pc:chgData name="Aurelien Domont" userId="6da7715ce44349b3" providerId="LiveId" clId="{BA095A81-6963-459F-8BD4-70478DA41F8A}" dt="2025-03-10T04:23:57.986" v="12623" actId="790"/>
        <pc:sldMkLst>
          <pc:docMk/>
          <pc:sldMk cId="3956982643" sldId="526"/>
        </pc:sldMkLst>
      </pc:sldChg>
      <pc:sldChg chg="add del">
        <pc:chgData name="Aurelien Domont" userId="6da7715ce44349b3" providerId="LiveId" clId="{BA095A81-6963-459F-8BD4-70478DA41F8A}" dt="2025-03-11T02:21:53.162" v="12717" actId="47"/>
        <pc:sldMkLst>
          <pc:docMk/>
          <pc:sldMk cId="180467632" sldId="534"/>
        </pc:sldMkLst>
      </pc:sldChg>
      <pc:sldChg chg="modSp mod modNotes">
        <pc:chgData name="Aurelien Domont" userId="6da7715ce44349b3" providerId="LiveId" clId="{BA095A81-6963-459F-8BD4-70478DA41F8A}" dt="2025-03-10T04:23:58.020" v="12641" actId="790"/>
        <pc:sldMkLst>
          <pc:docMk/>
          <pc:sldMk cId="1754585881" sldId="1598"/>
        </pc:sldMkLst>
      </pc:sldChg>
      <pc:sldChg chg="modSp mod modNotes">
        <pc:chgData name="Aurelien Domont" userId="6da7715ce44349b3" providerId="LiveId" clId="{BA095A81-6963-459F-8BD4-70478DA41F8A}" dt="2025-03-10T04:23:58.029" v="12645" actId="790"/>
        <pc:sldMkLst>
          <pc:docMk/>
          <pc:sldMk cId="2853806433" sldId="1600"/>
        </pc:sldMkLst>
      </pc:sldChg>
      <pc:sldChg chg="modSp mod modNotes">
        <pc:chgData name="Aurelien Domont" userId="6da7715ce44349b3" providerId="LiveId" clId="{BA095A81-6963-459F-8BD4-70478DA41F8A}" dt="2025-03-10T04:23:58.016" v="12639" actId="790"/>
        <pc:sldMkLst>
          <pc:docMk/>
          <pc:sldMk cId="1252826214" sldId="1711"/>
        </pc:sldMkLst>
      </pc:sldChg>
      <pc:sldChg chg="modSp mod modNotes">
        <pc:chgData name="Aurelien Domont" userId="6da7715ce44349b3" providerId="LiveId" clId="{BA095A81-6963-459F-8BD4-70478DA41F8A}" dt="2025-03-10T04:23:58.012" v="12637" actId="790"/>
        <pc:sldMkLst>
          <pc:docMk/>
          <pc:sldMk cId="3938337455" sldId="2034"/>
        </pc:sldMkLst>
      </pc:sldChg>
      <pc:sldChg chg="addSp delSp modSp mod modNotes">
        <pc:chgData name="Aurelien Domont" userId="6da7715ce44349b3" providerId="LiveId" clId="{BA095A81-6963-459F-8BD4-70478DA41F8A}" dt="2025-05-13T04:59:39.737" v="12761" actId="20577"/>
        <pc:sldMkLst>
          <pc:docMk/>
          <pc:sldMk cId="3272444503" sldId="2162"/>
        </pc:sldMkLst>
        <pc:spChg chg="mod">
          <ac:chgData name="Aurelien Domont" userId="6da7715ce44349b3" providerId="LiveId" clId="{BA095A81-6963-459F-8BD4-70478DA41F8A}" dt="2025-05-13T04:59:39.737" v="12761" actId="20577"/>
          <ac:spMkLst>
            <pc:docMk/>
            <pc:sldMk cId="3272444503" sldId="2162"/>
            <ac:spMk id="6" creationId="{22D27BA3-CC85-4DD2-AEDB-C22AC367D60A}"/>
          </ac:spMkLst>
        </pc:spChg>
      </pc:sldChg>
      <pc:sldChg chg="modSp mod modNotes">
        <pc:chgData name="Aurelien Domont" userId="6da7715ce44349b3" providerId="LiveId" clId="{BA095A81-6963-459F-8BD4-70478DA41F8A}" dt="2025-03-10T04:23:58.025" v="12643" actId="790"/>
        <pc:sldMkLst>
          <pc:docMk/>
          <pc:sldMk cId="1534399825" sldId="2240"/>
        </pc:sldMkLst>
      </pc:sldChg>
      <pc:sldChg chg="addSp delSp modSp mod modNotes">
        <pc:chgData name="Aurelien Domont" userId="6da7715ce44349b3" providerId="LiveId" clId="{BA095A81-6963-459F-8BD4-70478DA41F8A}" dt="2025-03-10T04:26:16.504" v="12665" actId="1035"/>
        <pc:sldMkLst>
          <pc:docMk/>
          <pc:sldMk cId="1209091634" sldId="2338"/>
        </pc:sldMkLst>
      </pc:sldChg>
      <pc:sldChg chg="addSp delSp modSp mod ord modNotes">
        <pc:chgData name="Aurelien Domont" userId="6da7715ce44349b3" providerId="LiveId" clId="{BA095A81-6963-459F-8BD4-70478DA41F8A}" dt="2025-03-10T04:23:58.001" v="12631" actId="790"/>
        <pc:sldMkLst>
          <pc:docMk/>
          <pc:sldMk cId="862292938" sldId="2560"/>
        </pc:sldMkLst>
      </pc:sldChg>
      <pc:sldChg chg="modSp mod">
        <pc:chgData name="Aurelien Domont" userId="6da7715ce44349b3" providerId="LiveId" clId="{BA095A81-6963-459F-8BD4-70478DA41F8A}" dt="2025-03-10T04:23:55.730" v="10809" actId="790"/>
        <pc:sldMkLst>
          <pc:docMk/>
          <pc:sldMk cId="1926619926" sldId="3282"/>
        </pc:sldMkLst>
      </pc:sldChg>
      <pc:sldChg chg="modSp mod ord modNotes">
        <pc:chgData name="Aurelien Domont" userId="6da7715ce44349b3" providerId="LiveId" clId="{BA095A81-6963-459F-8BD4-70478DA41F8A}" dt="2025-03-10T04:23:57.989" v="12625" actId="790"/>
        <pc:sldMkLst>
          <pc:docMk/>
          <pc:sldMk cId="2246164536" sldId="3289"/>
        </pc:sldMkLst>
      </pc:sldChg>
      <pc:sldChg chg="addSp delSp modSp add mod modClrScheme chgLayout modNotes">
        <pc:chgData name="Aurelien Domont" userId="6da7715ce44349b3" providerId="LiveId" clId="{BA095A81-6963-459F-8BD4-70478DA41F8A}" dt="2025-03-11T02:22:46.305" v="12726" actId="20577"/>
        <pc:sldMkLst>
          <pc:docMk/>
          <pc:sldMk cId="3931065156" sldId="3300"/>
        </pc:sldMkLst>
      </pc:sldChg>
      <pc:sldChg chg="modSp add del mod modClrScheme chgLayout modNotes">
        <pc:chgData name="Aurelien Domont" userId="6da7715ce44349b3" providerId="LiveId" clId="{BA095A81-6963-459F-8BD4-70478DA41F8A}" dt="2025-03-10T03:49:40.525" v="8610" actId="47"/>
        <pc:sldMkLst>
          <pc:docMk/>
          <pc:sldMk cId="4273032646" sldId="3301"/>
        </pc:sldMkLst>
      </pc:sldChg>
      <pc:sldChg chg="addSp delSp modSp mod ord">
        <pc:chgData name="Aurelien Domont" userId="6da7715ce44349b3" providerId="LiveId" clId="{BA095A81-6963-459F-8BD4-70478DA41F8A}" dt="2025-03-10T04:29:29.508" v="12674" actId="408"/>
        <pc:sldMkLst>
          <pc:docMk/>
          <pc:sldMk cId="348420775" sldId="3303"/>
        </pc:sldMkLst>
      </pc:sldChg>
      <pc:sldChg chg="del">
        <pc:chgData name="Aurelien Domont" userId="6da7715ce44349b3" providerId="LiveId" clId="{BA095A81-6963-459F-8BD4-70478DA41F8A}" dt="2024-03-19T04:47:42.853" v="44" actId="47"/>
        <pc:sldMkLst>
          <pc:docMk/>
          <pc:sldMk cId="3071151777" sldId="3309"/>
        </pc:sldMkLst>
      </pc:sldChg>
      <pc:sldChg chg="del">
        <pc:chgData name="Aurelien Domont" userId="6da7715ce44349b3" providerId="LiveId" clId="{BA095A81-6963-459F-8BD4-70478DA41F8A}" dt="2024-03-19T04:52:32.446" v="523" actId="47"/>
        <pc:sldMkLst>
          <pc:docMk/>
          <pc:sldMk cId="601276562" sldId="3321"/>
        </pc:sldMkLst>
      </pc:sldChg>
      <pc:sldChg chg="del">
        <pc:chgData name="Aurelien Domont" userId="6da7715ce44349b3" providerId="LiveId" clId="{BA095A81-6963-459F-8BD4-70478DA41F8A}" dt="2024-03-19T04:52:32.446" v="523" actId="47"/>
        <pc:sldMkLst>
          <pc:docMk/>
          <pc:sldMk cId="361454376" sldId="3322"/>
        </pc:sldMkLst>
      </pc:sldChg>
      <pc:sldChg chg="addSp delSp modSp mod ord">
        <pc:chgData name="Aurelien Domont" userId="6da7715ce44349b3" providerId="LiveId" clId="{BA095A81-6963-459F-8BD4-70478DA41F8A}" dt="2025-03-10T04:23:55.363" v="10632" actId="139"/>
        <pc:sldMkLst>
          <pc:docMk/>
          <pc:sldMk cId="2387808226" sldId="3366"/>
        </pc:sldMkLst>
      </pc:sldChg>
      <pc:sldChg chg="del">
        <pc:chgData name="Aurelien Domont" userId="6da7715ce44349b3" providerId="LiveId" clId="{BA095A81-6963-459F-8BD4-70478DA41F8A}" dt="2024-03-19T05:14:46.833" v="1484" actId="47"/>
        <pc:sldMkLst>
          <pc:docMk/>
          <pc:sldMk cId="1598780141" sldId="3368"/>
        </pc:sldMkLst>
      </pc:sldChg>
      <pc:sldChg chg="addSp delSp modSp del mod">
        <pc:chgData name="Aurelien Domont" userId="6da7715ce44349b3" providerId="LiveId" clId="{BA095A81-6963-459F-8BD4-70478DA41F8A}" dt="2024-03-19T05:16:54.192" v="1772" actId="47"/>
        <pc:sldMkLst>
          <pc:docMk/>
          <pc:sldMk cId="3823632917" sldId="3370"/>
        </pc:sldMkLst>
      </pc:sldChg>
      <pc:sldChg chg="del">
        <pc:chgData name="Aurelien Domont" userId="6da7715ce44349b3" providerId="LiveId" clId="{BA095A81-6963-459F-8BD4-70478DA41F8A}" dt="2024-03-19T05:16:55.733" v="1773" actId="47"/>
        <pc:sldMkLst>
          <pc:docMk/>
          <pc:sldMk cId="3016347705" sldId="3371"/>
        </pc:sldMkLst>
      </pc:sldChg>
      <pc:sldChg chg="del">
        <pc:chgData name="Aurelien Domont" userId="6da7715ce44349b3" providerId="LiveId" clId="{BA095A81-6963-459F-8BD4-70478DA41F8A}" dt="2024-03-19T05:18:04.363" v="1829" actId="47"/>
        <pc:sldMkLst>
          <pc:docMk/>
          <pc:sldMk cId="4075100597" sldId="3372"/>
        </pc:sldMkLst>
      </pc:sldChg>
      <pc:sldChg chg="del">
        <pc:chgData name="Aurelien Domont" userId="6da7715ce44349b3" providerId="LiveId" clId="{BA095A81-6963-459F-8BD4-70478DA41F8A}" dt="2024-03-19T05:25:35.690" v="1994" actId="47"/>
        <pc:sldMkLst>
          <pc:docMk/>
          <pc:sldMk cId="773617390" sldId="3373"/>
        </pc:sldMkLst>
      </pc:sldChg>
      <pc:sldChg chg="del">
        <pc:chgData name="Aurelien Domont" userId="6da7715ce44349b3" providerId="LiveId" clId="{BA095A81-6963-459F-8BD4-70478DA41F8A}" dt="2024-03-19T05:14:48.643" v="1485" actId="47"/>
        <pc:sldMkLst>
          <pc:docMk/>
          <pc:sldMk cId="2985957761" sldId="3374"/>
        </pc:sldMkLst>
      </pc:sldChg>
      <pc:sldChg chg="new del ord">
        <pc:chgData name="Aurelien Domont" userId="6da7715ce44349b3" providerId="LiveId" clId="{BA095A81-6963-459F-8BD4-70478DA41F8A}" dt="2024-03-19T05:25:37.073" v="1995" actId="47"/>
        <pc:sldMkLst>
          <pc:docMk/>
          <pc:sldMk cId="493646158" sldId="3375"/>
        </pc:sldMkLst>
      </pc:sldChg>
      <pc:sldChg chg="addSp delSp modSp add mod">
        <pc:chgData name="Aurelien Domont" userId="6da7715ce44349b3" providerId="LiveId" clId="{BA095A81-6963-459F-8BD4-70478DA41F8A}" dt="2025-03-10T04:29:38.759" v="12676"/>
        <pc:sldMkLst>
          <pc:docMk/>
          <pc:sldMk cId="2269690018" sldId="3376"/>
        </pc:sldMkLst>
      </pc:sldChg>
      <pc:sldChg chg="addSp delSp modSp add mod">
        <pc:chgData name="Aurelien Domont" userId="6da7715ce44349b3" providerId="LiveId" clId="{BA095A81-6963-459F-8BD4-70478DA41F8A}" dt="2025-03-10T04:29:44.474" v="12678"/>
        <pc:sldMkLst>
          <pc:docMk/>
          <pc:sldMk cId="2120394965" sldId="3377"/>
        </pc:sldMkLst>
      </pc:sldChg>
      <pc:sldChg chg="addSp delSp modSp add mod">
        <pc:chgData name="Aurelien Domont" userId="6da7715ce44349b3" providerId="LiveId" clId="{BA095A81-6963-459F-8BD4-70478DA41F8A}" dt="2025-03-10T04:29:48.510" v="12680"/>
        <pc:sldMkLst>
          <pc:docMk/>
          <pc:sldMk cId="1083748519" sldId="3378"/>
        </pc:sldMkLst>
      </pc:sldChg>
      <pc:sldChg chg="addSp delSp modSp add mod">
        <pc:chgData name="Aurelien Domont" userId="6da7715ce44349b3" providerId="LiveId" clId="{BA095A81-6963-459F-8BD4-70478DA41F8A}" dt="2025-03-10T04:29:52.727" v="12682"/>
        <pc:sldMkLst>
          <pc:docMk/>
          <pc:sldMk cId="55671321" sldId="3379"/>
        </pc:sldMkLst>
      </pc:sldChg>
      <pc:sldChg chg="addSp delSp modSp add mod">
        <pc:chgData name="Aurelien Domont" userId="6da7715ce44349b3" providerId="LiveId" clId="{BA095A81-6963-459F-8BD4-70478DA41F8A}" dt="2025-03-10T04:29:55.741" v="12684"/>
        <pc:sldMkLst>
          <pc:docMk/>
          <pc:sldMk cId="3592377542" sldId="3380"/>
        </pc:sldMkLst>
      </pc:sldChg>
      <pc:sldChg chg="addSp modSp add del mod">
        <pc:chgData name="Aurelien Domont" userId="6da7715ce44349b3" providerId="LiveId" clId="{BA095A81-6963-459F-8BD4-70478DA41F8A}" dt="2024-03-19T06:16:18.062" v="4383" actId="47"/>
        <pc:sldMkLst>
          <pc:docMk/>
          <pc:sldMk cId="571704221" sldId="3381"/>
        </pc:sldMkLst>
      </pc:sldChg>
      <pc:sldChg chg="addSp modSp new del">
        <pc:chgData name="Aurelien Domont" userId="6da7715ce44349b3" providerId="LiveId" clId="{BA095A81-6963-459F-8BD4-70478DA41F8A}" dt="2025-03-04T03:17:02.653" v="4885" actId="47"/>
        <pc:sldMkLst>
          <pc:docMk/>
          <pc:sldMk cId="1962230606" sldId="3381"/>
        </pc:sldMkLst>
      </pc:sldChg>
      <pc:sldChg chg="add del">
        <pc:chgData name="Aurelien Domont" userId="6da7715ce44349b3" providerId="LiveId" clId="{BA095A81-6963-459F-8BD4-70478DA41F8A}" dt="2025-03-10T03:49:38.706" v="8609" actId="47"/>
        <pc:sldMkLst>
          <pc:docMk/>
          <pc:sldMk cId="2381434200" sldId="3381"/>
        </pc:sldMkLst>
      </pc:sldChg>
      <pc:sldChg chg="addSp delSp modSp add mod modNotes">
        <pc:chgData name="Aurelien Domont" userId="6da7715ce44349b3" providerId="LiveId" clId="{BA095A81-6963-459F-8BD4-70478DA41F8A}" dt="2025-03-11T02:22:51.934" v="12727" actId="20577"/>
        <pc:sldMkLst>
          <pc:docMk/>
          <pc:sldMk cId="3125945359" sldId="3381"/>
        </pc:sldMkLst>
      </pc:sldChg>
      <pc:sldChg chg="add del">
        <pc:chgData name="Aurelien Domont" userId="6da7715ce44349b3" providerId="LiveId" clId="{BA095A81-6963-459F-8BD4-70478DA41F8A}" dt="2025-03-04T03:25:46.791" v="4933"/>
        <pc:sldMkLst>
          <pc:docMk/>
          <pc:sldMk cId="1283258617" sldId="2147473035"/>
        </pc:sldMkLst>
      </pc:sldChg>
      <pc:sldChg chg="add del">
        <pc:chgData name="Aurelien Domont" userId="6da7715ce44349b3" providerId="LiveId" clId="{BA095A81-6963-459F-8BD4-70478DA41F8A}" dt="2025-03-11T02:21:53.162" v="12717" actId="47"/>
        <pc:sldMkLst>
          <pc:docMk/>
          <pc:sldMk cId="1351861955" sldId="2147473119"/>
        </pc:sldMkLst>
      </pc:sldChg>
      <pc:sldChg chg="add del">
        <pc:chgData name="Aurelien Domont" userId="6da7715ce44349b3" providerId="LiveId" clId="{BA095A81-6963-459F-8BD4-70478DA41F8A}" dt="2025-03-11T02:22:58.544" v="12728" actId="47"/>
        <pc:sldMkLst>
          <pc:docMk/>
          <pc:sldMk cId="2361689884" sldId="2147473119"/>
        </pc:sldMkLst>
      </pc:sldChg>
      <pc:sldChg chg="add del">
        <pc:chgData name="Aurelien Domont" userId="6da7715ce44349b3" providerId="LiveId" clId="{BA095A81-6963-459F-8BD4-70478DA41F8A}" dt="2025-03-11T02:21:53.162" v="12717" actId="47"/>
        <pc:sldMkLst>
          <pc:docMk/>
          <pc:sldMk cId="2880397892" sldId="2147473120"/>
        </pc:sldMkLst>
      </pc:sldChg>
      <pc:sldChg chg="add del">
        <pc:chgData name="Aurelien Domont" userId="6da7715ce44349b3" providerId="LiveId" clId="{BA095A81-6963-459F-8BD4-70478DA41F8A}" dt="2025-03-11T02:21:53.162" v="12717" actId="47"/>
        <pc:sldMkLst>
          <pc:docMk/>
          <pc:sldMk cId="4109613861" sldId="2147473121"/>
        </pc:sldMkLst>
      </pc:sldChg>
      <pc:sldChg chg="add del">
        <pc:chgData name="Aurelien Domont" userId="6da7715ce44349b3" providerId="LiveId" clId="{BA095A81-6963-459F-8BD4-70478DA41F8A}" dt="2025-03-11T02:21:53.162" v="12717" actId="47"/>
        <pc:sldMkLst>
          <pc:docMk/>
          <pc:sldMk cId="1068334723" sldId="2147473122"/>
        </pc:sldMkLst>
      </pc:sldChg>
      <pc:sldChg chg="add del">
        <pc:chgData name="Aurelien Domont" userId="6da7715ce44349b3" providerId="LiveId" clId="{BA095A81-6963-459F-8BD4-70478DA41F8A}" dt="2025-03-11T02:21:53.162" v="12717" actId="47"/>
        <pc:sldMkLst>
          <pc:docMk/>
          <pc:sldMk cId="1088320151" sldId="2147473123"/>
        </pc:sldMkLst>
      </pc:sldChg>
      <pc:sldChg chg="add del">
        <pc:chgData name="Aurelien Domont" userId="6da7715ce44349b3" providerId="LiveId" clId="{BA095A81-6963-459F-8BD4-70478DA41F8A}" dt="2025-03-11T02:21:53.162" v="12717" actId="47"/>
        <pc:sldMkLst>
          <pc:docMk/>
          <pc:sldMk cId="1452593085" sldId="2147473124"/>
        </pc:sldMkLst>
      </pc:sldChg>
      <pc:sldChg chg="add del">
        <pc:chgData name="Aurelien Domont" userId="6da7715ce44349b3" providerId="LiveId" clId="{BA095A81-6963-459F-8BD4-70478DA41F8A}" dt="2025-03-11T02:21:53.162" v="12717" actId="47"/>
        <pc:sldMkLst>
          <pc:docMk/>
          <pc:sldMk cId="313352219" sldId="2147473125"/>
        </pc:sldMkLst>
      </pc:sldChg>
      <pc:sldChg chg="add del">
        <pc:chgData name="Aurelien Domont" userId="6da7715ce44349b3" providerId="LiveId" clId="{BA095A81-6963-459F-8BD4-70478DA41F8A}" dt="2025-03-11T02:21:53.162" v="12717" actId="47"/>
        <pc:sldMkLst>
          <pc:docMk/>
          <pc:sldMk cId="911614415" sldId="2147473126"/>
        </pc:sldMkLst>
      </pc:sldChg>
      <pc:sldChg chg="add del">
        <pc:chgData name="Aurelien Domont" userId="6da7715ce44349b3" providerId="LiveId" clId="{BA095A81-6963-459F-8BD4-70478DA41F8A}" dt="2025-03-11T02:21:53.162" v="12717" actId="47"/>
        <pc:sldMkLst>
          <pc:docMk/>
          <pc:sldMk cId="515871838" sldId="2147473131"/>
        </pc:sldMkLst>
      </pc:sldChg>
      <pc:sldChg chg="add del">
        <pc:chgData name="Aurelien Domont" userId="6da7715ce44349b3" providerId="LiveId" clId="{BA095A81-6963-459F-8BD4-70478DA41F8A}" dt="2025-03-11T02:21:53.162" v="12717" actId="47"/>
        <pc:sldMkLst>
          <pc:docMk/>
          <pc:sldMk cId="3786888255" sldId="2147473132"/>
        </pc:sldMkLst>
      </pc:sldChg>
      <pc:sldMasterChg chg="modSp mod delSldLayout modSldLayout">
        <pc:chgData name="Aurelien Domont" userId="6da7715ce44349b3" providerId="LiveId" clId="{BA095A81-6963-459F-8BD4-70478DA41F8A}" dt="2025-03-11T02:22:58.544" v="12728" actId="47"/>
        <pc:sldMasterMkLst>
          <pc:docMk/>
          <pc:sldMasterMk cId="3482721130" sldId="2147483828"/>
        </pc:sldMasterMkLst>
        <pc:sldLayoutChg chg="modSp mod">
          <pc:chgData name="Aurelien Domont" userId="6da7715ce44349b3" providerId="LiveId" clId="{BA095A81-6963-459F-8BD4-70478DA41F8A}" dt="2025-03-10T04:23:57.979" v="12620" actId="139"/>
          <pc:sldLayoutMkLst>
            <pc:docMk/>
            <pc:sldMasterMk cId="3482721130" sldId="2147483828"/>
            <pc:sldLayoutMk cId="250590409" sldId="2147483831"/>
          </pc:sldLayoutMkLst>
        </pc:sldLayoutChg>
        <pc:sldLayoutChg chg="modSp mod">
          <pc:chgData name="Aurelien Domont" userId="6da7715ce44349b3" providerId="LiveId" clId="{BA095A81-6963-459F-8BD4-70478DA41F8A}" dt="2025-03-10T04:23:57.982" v="12621" actId="790"/>
          <pc:sldLayoutMkLst>
            <pc:docMk/>
            <pc:sldMasterMk cId="3482721130" sldId="2147483828"/>
            <pc:sldLayoutMk cId="1759204997" sldId="2147483835"/>
          </pc:sldLayoutMkLst>
        </pc:sldLayoutChg>
        <pc:sldLayoutChg chg="del">
          <pc:chgData name="Aurelien Domont" userId="6da7715ce44349b3" providerId="LiveId" clId="{BA095A81-6963-459F-8BD4-70478DA41F8A}" dt="2025-03-11T02:21:53.162" v="12717" actId="47"/>
          <pc:sldLayoutMkLst>
            <pc:docMk/>
            <pc:sldMasterMk cId="3482721130" sldId="2147483828"/>
            <pc:sldLayoutMk cId="911087981" sldId="2147483836"/>
          </pc:sldLayoutMkLst>
        </pc:sldLayoutChg>
        <pc:sldLayoutChg chg="modSp del mod">
          <pc:chgData name="Aurelien Domont" userId="6da7715ce44349b3" providerId="LiveId" clId="{BA095A81-6963-459F-8BD4-70478DA41F8A}" dt="2024-03-19T05:34:29.043" v="4365" actId="2696"/>
          <pc:sldLayoutMkLst>
            <pc:docMk/>
            <pc:sldMasterMk cId="3482721130" sldId="2147483828"/>
            <pc:sldLayoutMk cId="1506458806" sldId="2147483836"/>
          </pc:sldLayoutMkLst>
        </pc:sldLayoutChg>
        <pc:sldLayoutChg chg="del">
          <pc:chgData name="Aurelien Domont" userId="6da7715ce44349b3" providerId="LiveId" clId="{BA095A81-6963-459F-8BD4-70478DA41F8A}" dt="2025-03-11T02:22:58.544" v="12728" actId="47"/>
          <pc:sldLayoutMkLst>
            <pc:docMk/>
            <pc:sldMasterMk cId="3482721130" sldId="2147483828"/>
            <pc:sldLayoutMk cId="4161747130" sldId="2147483836"/>
          </pc:sldLayoutMkLst>
        </pc:sldLayoutChg>
      </pc:sldMaster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517755893763056E-2"/>
          <c:y val="0.12633040259139289"/>
          <c:w val="0.96896448821247394"/>
          <c:h val="0.78435909301249418"/>
        </c:manualLayout>
      </c:layout>
      <c:barChart>
        <c:barDir val="col"/>
        <c:grouping val="stacked"/>
        <c:varyColors val="0"/>
        <c:ser>
          <c:idx val="0"/>
          <c:order val="0"/>
          <c:spPr>
            <a:solidFill>
              <a:schemeClr val="accent1"/>
            </a:solidFill>
            <a:ln>
              <a:noFill/>
            </a:ln>
          </c:spPr>
          <c:invertIfNegative val="0"/>
          <c:dLbls>
            <c:dLbl>
              <c:idx val="0"/>
              <c:layout>
                <c:manualLayout>
                  <c:x val="0"/>
                  <c:y val="-0.17954650624710783"/>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E81-4B5D-9E74-155648AF1B0E}"/>
                </c:ext>
              </c:extLst>
            </c:dLbl>
            <c:dLbl>
              <c:idx val="1"/>
              <c:layout>
                <c:manualLayout>
                  <c:x val="0"/>
                  <c:y val="-0.2091624248033318"/>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E81-4B5D-9E74-155648AF1B0E}"/>
                </c:ext>
              </c:extLst>
            </c:dLbl>
            <c:dLbl>
              <c:idx val="2"/>
              <c:layout>
                <c:manualLayout>
                  <c:x val="0"/>
                  <c:y val="-0.27440999537251271"/>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E81-4B5D-9E74-155648AF1B0E}"/>
                </c:ext>
              </c:extLst>
            </c:dLbl>
            <c:dLbl>
              <c:idx val="3"/>
              <c:layout>
                <c:manualLayout>
                  <c:x val="0"/>
                  <c:y val="-0.32531235539102266"/>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E81-4B5D-9E74-155648AF1B0E}"/>
                </c:ext>
              </c:extLst>
            </c:dLbl>
            <c:dLbl>
              <c:idx val="4"/>
              <c:layout>
                <c:manualLayout>
                  <c:x val="0"/>
                  <c:y val="-0.35307727903748265"/>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DE81-4B5D-9E74-155648AF1B0E}"/>
                </c:ext>
              </c:extLst>
            </c:dLbl>
            <c:dLbl>
              <c:idx val="5"/>
              <c:layout>
                <c:manualLayout>
                  <c:x val="0"/>
                  <c:y val="-0.3900971772327626"/>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DE81-4B5D-9E74-155648AF1B0E}"/>
                </c:ext>
              </c:extLst>
            </c:dLbl>
            <c:dLbl>
              <c:idx val="6"/>
              <c:layout>
                <c:manualLayout>
                  <c:x val="0"/>
                  <c:y val="-0.42943081906524755"/>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DE81-4B5D-9E74-155648AF1B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232</c:v>
                </c:pt>
                <c:pt idx="1">
                  <c:v>280</c:v>
                </c:pt>
                <c:pt idx="2">
                  <c:v>386</c:v>
                </c:pt>
                <c:pt idx="3">
                  <c:v>469</c:v>
                </c:pt>
                <c:pt idx="4">
                  <c:v>514</c:v>
                </c:pt>
                <c:pt idx="5">
                  <c:v>574</c:v>
                </c:pt>
                <c:pt idx="6">
                  <c:v>638</c:v>
                </c:pt>
              </c:numCache>
            </c:numRef>
          </c:val>
          <c:extLst>
            <c:ext xmlns:c16="http://schemas.microsoft.com/office/drawing/2014/chart" uri="{C3380CC4-5D6E-409C-BE32-E72D297353CC}">
              <c16:uniqueId val="{00000007-DE81-4B5D-9E74-155648AF1B0E}"/>
            </c:ext>
          </c:extLst>
        </c:ser>
        <c:dLbls>
          <c:showLegendKey val="0"/>
          <c:showVal val="0"/>
          <c:showCatName val="0"/>
          <c:showSerName val="0"/>
          <c:showPercent val="0"/>
          <c:showBubbleSize val="0"/>
        </c:dLbls>
        <c:gapWidth val="80"/>
        <c:overlap val="100"/>
        <c:axId val="211674800"/>
        <c:axId val="1"/>
      </c:barChart>
      <c:catAx>
        <c:axId val="21167480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638"/>
          <c:min val="0"/>
        </c:scaling>
        <c:delete val="1"/>
        <c:axPos val="l"/>
        <c:numFmt formatCode="General" sourceLinked="1"/>
        <c:majorTickMark val="out"/>
        <c:minorTickMark val="none"/>
        <c:tickLblPos val="nextTo"/>
        <c:crossAx val="211674800"/>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848826577263029E-2"/>
          <c:y val="0.12633040259139289"/>
          <c:w val="0.96830234684547389"/>
          <c:h val="0.78435909301249418"/>
        </c:manualLayout>
      </c:layout>
      <c:barChart>
        <c:barDir val="col"/>
        <c:grouping val="stacked"/>
        <c:varyColors val="0"/>
        <c:ser>
          <c:idx val="0"/>
          <c:order val="0"/>
          <c:spPr>
            <a:solidFill>
              <a:schemeClr val="accent1"/>
            </a:solidFill>
            <a:ln>
              <a:noFill/>
            </a:ln>
          </c:spPr>
          <c:invertIfNegative val="0"/>
          <c:dLbls>
            <c:dLbl>
              <c:idx val="0"/>
              <c:layout>
                <c:manualLayout>
                  <c:x val="0"/>
                  <c:y val="-0.31235539102267468"/>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5BE-4A07-AE3D-61582621865E}"/>
                </c:ext>
              </c:extLst>
            </c:dLbl>
            <c:dLbl>
              <c:idx val="1"/>
              <c:layout>
                <c:manualLayout>
                  <c:x val="0"/>
                  <c:y val="-0.35400277649236467"/>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65BE-4A07-AE3D-61582621865E}"/>
                </c:ext>
              </c:extLst>
            </c:dLbl>
            <c:dLbl>
              <c:idx val="2"/>
              <c:layout>
                <c:manualLayout>
                  <c:x val="0"/>
                  <c:y val="-0.39611291068949561"/>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65BE-4A07-AE3D-61582621865E}"/>
                </c:ext>
              </c:extLst>
            </c:dLbl>
            <c:dLbl>
              <c:idx val="3"/>
              <c:layout>
                <c:manualLayout>
                  <c:x val="0"/>
                  <c:y val="-0.41277186487737161"/>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65BE-4A07-AE3D-61582621865E}"/>
                </c:ext>
              </c:extLst>
            </c:dLbl>
            <c:dLbl>
              <c:idx val="4"/>
              <c:layout>
                <c:manualLayout>
                  <c:x val="0"/>
                  <c:y val="-0.42943081906524755"/>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65BE-4A07-AE3D-61582621865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33</c:v>
                </c:pt>
                <c:pt idx="1">
                  <c:v>38</c:v>
                </c:pt>
                <c:pt idx="2">
                  <c:v>43</c:v>
                </c:pt>
                <c:pt idx="3">
                  <c:v>45</c:v>
                </c:pt>
                <c:pt idx="4">
                  <c:v>47</c:v>
                </c:pt>
              </c:numCache>
            </c:numRef>
          </c:val>
          <c:extLst>
            <c:ext xmlns:c16="http://schemas.microsoft.com/office/drawing/2014/chart" uri="{C3380CC4-5D6E-409C-BE32-E72D297353CC}">
              <c16:uniqueId val="{00000005-65BE-4A07-AE3D-61582621865E}"/>
            </c:ext>
          </c:extLst>
        </c:ser>
        <c:dLbls>
          <c:showLegendKey val="0"/>
          <c:showVal val="0"/>
          <c:showCatName val="0"/>
          <c:showSerName val="0"/>
          <c:showPercent val="0"/>
          <c:showBubbleSize val="0"/>
        </c:dLbls>
        <c:gapWidth val="80"/>
        <c:overlap val="100"/>
        <c:axId val="211669040"/>
        <c:axId val="1"/>
      </c:barChart>
      <c:catAx>
        <c:axId val="2116690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7"/>
          <c:min val="0"/>
        </c:scaling>
        <c:delete val="1"/>
        <c:axPos val="l"/>
        <c:numFmt formatCode="General" sourceLinked="1"/>
        <c:majorTickMark val="out"/>
        <c:minorTickMark val="none"/>
        <c:tickLblPos val="nextTo"/>
        <c:crossAx val="211669040"/>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1563315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dirty="0"/>
          </a:p>
        </p:txBody>
      </p:sp>
    </p:spTree>
    <p:extLst>
      <p:ext uri="{BB962C8B-B14F-4D97-AF65-F5344CB8AC3E}">
        <p14:creationId xmlns:p14="http://schemas.microsoft.com/office/powerpoint/2010/main" val="4216088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A0E3A-EA1B-0E0F-A463-30940C614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21A15-770E-5DC7-6302-F33A1F1051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B2256-1141-AABE-42F7-0D4CFD3F76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08D32C-EC04-2BC1-261D-F57B0902012C}"/>
              </a:ext>
            </a:extLst>
          </p:cNvPr>
          <p:cNvSpPr>
            <a:spLocks noGrp="1"/>
          </p:cNvSpPr>
          <p:nvPr>
            <p:ph type="sldNum" sz="quarter" idx="5"/>
          </p:nvPr>
        </p:nvSpPr>
        <p:spPr/>
        <p:txBody>
          <a:bodyPr/>
          <a:lstStyle/>
          <a:p>
            <a:fld id="{DF61EA0F-A667-4B49-8422-0062BC55E249}" type="slidenum">
              <a:rPr lang="en-US" smtClean="0"/>
              <a:t>5</a:t>
            </a:fld>
            <a:endParaRPr lang="en-US" dirty="0"/>
          </a:p>
        </p:txBody>
      </p:sp>
    </p:spTree>
    <p:extLst>
      <p:ext uri="{BB962C8B-B14F-4D97-AF65-F5344CB8AC3E}">
        <p14:creationId xmlns:p14="http://schemas.microsoft.com/office/powerpoint/2010/main" val="4061856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8</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23</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3.emf"/><Relationship Id="rId10" Type="http://schemas.openxmlformats.org/officeDocument/2006/relationships/image" Target="../media/image10.png"/><Relationship Id="rId4" Type="http://schemas.openxmlformats.org/officeDocument/2006/relationships/oleObject" Target="../embeddings/oleObject7.bin"/><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8.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notesSlide" Target="../notesSlides/notesSlide4.xml"/><Relationship Id="rId18" Type="http://schemas.openxmlformats.org/officeDocument/2006/relationships/image" Target="../media/image19.sv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slideLayout" Target="../slideLayouts/slideLayout1.xml"/><Relationship Id="rId17" Type="http://schemas.openxmlformats.org/officeDocument/2006/relationships/image" Target="../media/image18.png"/><Relationship Id="rId2" Type="http://schemas.openxmlformats.org/officeDocument/2006/relationships/tags" Target="../tags/tag17.xml"/><Relationship Id="rId16" Type="http://schemas.openxmlformats.org/officeDocument/2006/relationships/image" Target="../media/image17.png"/><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5" Type="http://schemas.openxmlformats.org/officeDocument/2006/relationships/image" Target="../media/image1.emf"/><Relationship Id="rId10" Type="http://schemas.openxmlformats.org/officeDocument/2006/relationships/tags" Target="../tags/tag25.xml"/><Relationship Id="rId19" Type="http://schemas.openxmlformats.org/officeDocument/2006/relationships/chart" Target="../charts/chart1.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image" Target="../media/image1.emf"/><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oleObject" Target="../embeddings/oleObject10.bin"/><Relationship Id="rId17" Type="http://schemas.openxmlformats.org/officeDocument/2006/relationships/image" Target="../media/image20.png"/><Relationship Id="rId2" Type="http://schemas.openxmlformats.org/officeDocument/2006/relationships/tags" Target="../tags/tag28.xml"/><Relationship Id="rId16" Type="http://schemas.openxmlformats.org/officeDocument/2006/relationships/chart" Target="../charts/chart2.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notesSlide" Target="../notesSlides/notesSlide5.xml"/><Relationship Id="rId5" Type="http://schemas.openxmlformats.org/officeDocument/2006/relationships/tags" Target="../tags/tag31.xml"/><Relationship Id="rId15" Type="http://schemas.openxmlformats.org/officeDocument/2006/relationships/image" Target="../media/image19.svg"/><Relationship Id="rId10" Type="http://schemas.openxmlformats.org/officeDocument/2006/relationships/slideLayout" Target="../slideLayouts/slideLayout1.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18" Type="http://schemas.openxmlformats.org/officeDocument/2006/relationships/image" Target="../media/image32.svg"/><Relationship Id="rId3" Type="http://schemas.openxmlformats.org/officeDocument/2006/relationships/slideLayout" Target="../slideLayouts/slideLayout1.xml"/><Relationship Id="rId21" Type="http://schemas.openxmlformats.org/officeDocument/2006/relationships/image" Target="../media/image35.png"/><Relationship Id="rId7" Type="http://schemas.openxmlformats.org/officeDocument/2006/relationships/image" Target="../media/image21.png"/><Relationship Id="rId12" Type="http://schemas.openxmlformats.org/officeDocument/2006/relationships/image" Target="../media/image26.svg"/><Relationship Id="rId17" Type="http://schemas.openxmlformats.org/officeDocument/2006/relationships/image" Target="../media/image31.png"/><Relationship Id="rId25" Type="http://schemas.openxmlformats.org/officeDocument/2006/relationships/image" Target="../media/image39.png"/><Relationship Id="rId2" Type="http://schemas.openxmlformats.org/officeDocument/2006/relationships/tags" Target="../tags/tag37.xml"/><Relationship Id="rId16" Type="http://schemas.openxmlformats.org/officeDocument/2006/relationships/image" Target="../media/image30.svg"/><Relationship Id="rId20" Type="http://schemas.openxmlformats.org/officeDocument/2006/relationships/image" Target="../media/image34.svg"/><Relationship Id="rId1" Type="http://schemas.openxmlformats.org/officeDocument/2006/relationships/tags" Target="../tags/tag36.xml"/><Relationship Id="rId6" Type="http://schemas.openxmlformats.org/officeDocument/2006/relationships/image" Target="../media/image3.emf"/><Relationship Id="rId11" Type="http://schemas.openxmlformats.org/officeDocument/2006/relationships/image" Target="../media/image25.png"/><Relationship Id="rId24" Type="http://schemas.openxmlformats.org/officeDocument/2006/relationships/image" Target="../media/image38.png"/><Relationship Id="rId5" Type="http://schemas.openxmlformats.org/officeDocument/2006/relationships/oleObject" Target="../embeddings/oleObject11.bin"/><Relationship Id="rId15" Type="http://schemas.openxmlformats.org/officeDocument/2006/relationships/image" Target="../media/image29.png"/><Relationship Id="rId23" Type="http://schemas.openxmlformats.org/officeDocument/2006/relationships/image" Target="../media/image37.png"/><Relationship Id="rId10" Type="http://schemas.openxmlformats.org/officeDocument/2006/relationships/image" Target="../media/image24.svg"/><Relationship Id="rId19" Type="http://schemas.openxmlformats.org/officeDocument/2006/relationships/image" Target="../media/image33.png"/><Relationship Id="rId4" Type="http://schemas.openxmlformats.org/officeDocument/2006/relationships/notesSlide" Target="../notesSlides/notesSlide6.xml"/><Relationship Id="rId9" Type="http://schemas.openxmlformats.org/officeDocument/2006/relationships/image" Target="../media/image23.png"/><Relationship Id="rId14" Type="http://schemas.openxmlformats.org/officeDocument/2006/relationships/image" Target="../media/image28.svg"/><Relationship Id="rId22" Type="http://schemas.openxmlformats.org/officeDocument/2006/relationships/image" Target="../media/image36.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41.png"/><Relationship Id="rId2" Type="http://schemas.openxmlformats.org/officeDocument/2006/relationships/slideLayout" Target="../slideLayouts/slideLayout1.xml"/><Relationship Id="rId1" Type="http://schemas.openxmlformats.org/officeDocument/2006/relationships/tags" Target="../tags/tag38.xml"/><Relationship Id="rId6" Type="http://schemas.openxmlformats.org/officeDocument/2006/relationships/image" Target="../media/image40.png"/><Relationship Id="rId5" Type="http://schemas.openxmlformats.org/officeDocument/2006/relationships/hyperlink" Target="https://youtu.be/gkz-s7rnZ_s" TargetMode="Externa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39.xml"/><Relationship Id="rId5" Type="http://schemas.openxmlformats.org/officeDocument/2006/relationships/image" Target="../media/image1.emf"/><Relationship Id="rId4" Type="http://schemas.openxmlformats.org/officeDocument/2006/relationships/oleObject" Target="../embeddings/oleObject13.bin"/></Relationships>
</file>

<file path=ppt/slides/_rels/slide9.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50.png"/><Relationship Id="rId3" Type="http://schemas.openxmlformats.org/officeDocument/2006/relationships/oleObject" Target="../embeddings/oleObject14.bin"/><Relationship Id="rId7" Type="http://schemas.openxmlformats.org/officeDocument/2006/relationships/image" Target="../media/image44.png"/><Relationship Id="rId12" Type="http://schemas.openxmlformats.org/officeDocument/2006/relationships/image" Target="../media/image49.svg"/><Relationship Id="rId2" Type="http://schemas.openxmlformats.org/officeDocument/2006/relationships/slideLayout" Target="../slideLayouts/slideLayout1.xml"/><Relationship Id="rId1" Type="http://schemas.openxmlformats.org/officeDocument/2006/relationships/tags" Target="../tags/tag40.xml"/><Relationship Id="rId6" Type="http://schemas.openxmlformats.org/officeDocument/2006/relationships/image" Target="../media/image43.sv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3.emf"/><Relationship Id="rId9" Type="http://schemas.openxmlformats.org/officeDocument/2006/relationships/image" Target="../media/image46.png"/><Relationship Id="rId14" Type="http://schemas.openxmlformats.org/officeDocument/2006/relationships/image" Target="../media/image51.sv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15.bin"/><Relationship Id="rId7" Type="http://schemas.openxmlformats.org/officeDocument/2006/relationships/image" Target="../media/image52.png"/><Relationship Id="rId2" Type="http://schemas.openxmlformats.org/officeDocument/2006/relationships/slideLayout" Target="../slideLayouts/slideLayout1.xml"/><Relationship Id="rId1" Type="http://schemas.openxmlformats.org/officeDocument/2006/relationships/tags" Target="../tags/tag4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6.png"/><Relationship Id="rId4" Type="http://schemas.openxmlformats.org/officeDocument/2006/relationships/image" Target="../media/image3.emf"/><Relationship Id="rId9" Type="http://schemas.openxmlformats.org/officeDocument/2006/relationships/image" Target="../media/image53.png"/></Relationships>
</file>

<file path=ppt/slides/_rels/slide1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oleObject" Target="../embeddings/oleObject16.bin"/><Relationship Id="rId7" Type="http://schemas.openxmlformats.org/officeDocument/2006/relationships/image" Target="../media/image55.png"/><Relationship Id="rId2" Type="http://schemas.openxmlformats.org/officeDocument/2006/relationships/slideLayout" Target="../slideLayouts/slideLayout1.xml"/><Relationship Id="rId1" Type="http://schemas.openxmlformats.org/officeDocument/2006/relationships/tags" Target="../tags/tag42.xml"/><Relationship Id="rId6" Type="http://schemas.openxmlformats.org/officeDocument/2006/relationships/image" Target="../media/image54.png"/><Relationship Id="rId5" Type="http://schemas.openxmlformats.org/officeDocument/2006/relationships/image" Target="../media/image13.png"/><Relationship Id="rId10" Type="http://schemas.openxmlformats.org/officeDocument/2006/relationships/image" Target="../media/image58.png"/><Relationship Id="rId4" Type="http://schemas.openxmlformats.org/officeDocument/2006/relationships/image" Target="../media/image3.emf"/><Relationship Id="rId9" Type="http://schemas.openxmlformats.org/officeDocument/2006/relationships/image" Target="../media/image57.png"/></Relationships>
</file>

<file path=ppt/slides/_rels/slide1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oleObject" Target="../embeddings/oleObject17.bin"/><Relationship Id="rId7" Type="http://schemas.openxmlformats.org/officeDocument/2006/relationships/image" Target="../media/image61.png"/><Relationship Id="rId2" Type="http://schemas.openxmlformats.org/officeDocument/2006/relationships/slideLayout" Target="../slideLayouts/slideLayout1.xml"/><Relationship Id="rId1" Type="http://schemas.openxmlformats.org/officeDocument/2006/relationships/tags" Target="../tags/tag43.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3.emf"/><Relationship Id="rId9" Type="http://schemas.openxmlformats.org/officeDocument/2006/relationships/image" Target="../media/image63.png"/></Relationships>
</file>

<file path=ppt/slides/_rels/slide13.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oleObject" Target="../embeddings/oleObject18.bin"/><Relationship Id="rId7" Type="http://schemas.openxmlformats.org/officeDocument/2006/relationships/image" Target="../media/image67.png"/><Relationship Id="rId2" Type="http://schemas.openxmlformats.org/officeDocument/2006/relationships/slideLayout" Target="../slideLayouts/slideLayout1.xml"/><Relationship Id="rId1" Type="http://schemas.openxmlformats.org/officeDocument/2006/relationships/tags" Target="../tags/tag44.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3.emf"/><Relationship Id="rId9" Type="http://schemas.openxmlformats.org/officeDocument/2006/relationships/image" Target="../media/image69.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9.bin"/><Relationship Id="rId7" Type="http://schemas.openxmlformats.org/officeDocument/2006/relationships/image" Target="../media/image73.png"/><Relationship Id="rId2" Type="http://schemas.openxmlformats.org/officeDocument/2006/relationships/slideLayout" Target="../slideLayouts/slideLayout1.xml"/><Relationship Id="rId1" Type="http://schemas.openxmlformats.org/officeDocument/2006/relationships/tags" Target="../tags/tag45.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oleObject" Target="../embeddings/oleObject20.bin"/><Relationship Id="rId7" Type="http://schemas.openxmlformats.org/officeDocument/2006/relationships/image" Target="../media/image76.png"/><Relationship Id="rId2" Type="http://schemas.openxmlformats.org/officeDocument/2006/relationships/slideLayout" Target="../slideLayouts/slideLayout1.xml"/><Relationship Id="rId1" Type="http://schemas.openxmlformats.org/officeDocument/2006/relationships/tags" Target="../tags/tag46.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oleObject" Target="../embeddings/oleObject21.bin"/><Relationship Id="rId7" Type="http://schemas.openxmlformats.org/officeDocument/2006/relationships/image" Target="../media/image80.png"/><Relationship Id="rId2" Type="http://schemas.openxmlformats.org/officeDocument/2006/relationships/slideLayout" Target="../slideLayouts/slideLayout1.xml"/><Relationship Id="rId1" Type="http://schemas.openxmlformats.org/officeDocument/2006/relationships/tags" Target="../tags/tag47.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notesSlide" Target="../notesSlides/notesSlide8.xml"/><Relationship Id="rId7" Type="http://schemas.openxmlformats.org/officeDocument/2006/relationships/image" Target="../media/image83.png"/><Relationship Id="rId2" Type="http://schemas.openxmlformats.org/officeDocument/2006/relationships/slideLayout" Target="../slideLayouts/slideLayout1.xml"/><Relationship Id="rId1" Type="http://schemas.openxmlformats.org/officeDocument/2006/relationships/tags" Target="../tags/tag48.xml"/><Relationship Id="rId6" Type="http://schemas.openxmlformats.org/officeDocument/2006/relationships/image" Target="../media/image82.png"/><Relationship Id="rId5" Type="http://schemas.openxmlformats.org/officeDocument/2006/relationships/image" Target="../media/image1.emf"/><Relationship Id="rId10" Type="http://schemas.openxmlformats.org/officeDocument/2006/relationships/image" Target="../media/image40.png"/><Relationship Id="rId4" Type="http://schemas.openxmlformats.org/officeDocument/2006/relationships/oleObject" Target="../embeddings/oleObject22.bin"/><Relationship Id="rId9" Type="http://schemas.openxmlformats.org/officeDocument/2006/relationships/image" Target="../media/image85.svg"/></Relationships>
</file>

<file path=ppt/slides/_rels/slide18.xml.rels><?xml version="1.0" encoding="UTF-8" standalone="yes"?>
<Relationships xmlns="http://schemas.openxmlformats.org/package/2006/relationships"><Relationship Id="rId8" Type="http://schemas.openxmlformats.org/officeDocument/2006/relationships/image" Target="../media/image87.svg"/><Relationship Id="rId13" Type="http://schemas.openxmlformats.org/officeDocument/2006/relationships/image" Target="../media/image92.png"/><Relationship Id="rId18" Type="http://schemas.openxmlformats.org/officeDocument/2006/relationships/image" Target="../media/image97.svg"/><Relationship Id="rId3" Type="http://schemas.openxmlformats.org/officeDocument/2006/relationships/slideLayout" Target="../slideLayouts/slideLayout1.xml"/><Relationship Id="rId21" Type="http://schemas.openxmlformats.org/officeDocument/2006/relationships/image" Target="../media/image100.png"/><Relationship Id="rId7" Type="http://schemas.openxmlformats.org/officeDocument/2006/relationships/image" Target="../media/image86.png"/><Relationship Id="rId12" Type="http://schemas.openxmlformats.org/officeDocument/2006/relationships/image" Target="../media/image91.svg"/><Relationship Id="rId17" Type="http://schemas.openxmlformats.org/officeDocument/2006/relationships/image" Target="../media/image96.png"/><Relationship Id="rId2" Type="http://schemas.openxmlformats.org/officeDocument/2006/relationships/tags" Target="../tags/tag50.xml"/><Relationship Id="rId16" Type="http://schemas.openxmlformats.org/officeDocument/2006/relationships/image" Target="../media/image95.svg"/><Relationship Id="rId20" Type="http://schemas.openxmlformats.org/officeDocument/2006/relationships/image" Target="../media/image99.svg"/><Relationship Id="rId1" Type="http://schemas.openxmlformats.org/officeDocument/2006/relationships/tags" Target="../tags/tag49.xml"/><Relationship Id="rId6" Type="http://schemas.openxmlformats.org/officeDocument/2006/relationships/image" Target="../media/image1.emf"/><Relationship Id="rId11" Type="http://schemas.openxmlformats.org/officeDocument/2006/relationships/image" Target="../media/image90.png"/><Relationship Id="rId24" Type="http://schemas.openxmlformats.org/officeDocument/2006/relationships/image" Target="../media/image103.svg"/><Relationship Id="rId5" Type="http://schemas.openxmlformats.org/officeDocument/2006/relationships/oleObject" Target="../embeddings/oleObject23.bin"/><Relationship Id="rId15" Type="http://schemas.openxmlformats.org/officeDocument/2006/relationships/image" Target="../media/image94.png"/><Relationship Id="rId23" Type="http://schemas.openxmlformats.org/officeDocument/2006/relationships/image" Target="../media/image102.png"/><Relationship Id="rId10" Type="http://schemas.openxmlformats.org/officeDocument/2006/relationships/image" Target="../media/image89.svg"/><Relationship Id="rId19" Type="http://schemas.openxmlformats.org/officeDocument/2006/relationships/image" Target="../media/image98.png"/><Relationship Id="rId4" Type="http://schemas.openxmlformats.org/officeDocument/2006/relationships/notesSlide" Target="../notesSlides/notesSlide9.xml"/><Relationship Id="rId9" Type="http://schemas.openxmlformats.org/officeDocument/2006/relationships/image" Target="../media/image88.png"/><Relationship Id="rId14" Type="http://schemas.openxmlformats.org/officeDocument/2006/relationships/image" Target="../media/image93.svg"/><Relationship Id="rId22" Type="http://schemas.openxmlformats.org/officeDocument/2006/relationships/image" Target="../media/image101.sv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51.xml"/><Relationship Id="rId6" Type="http://schemas.openxmlformats.org/officeDocument/2006/relationships/hyperlink" Target="https://www.domontconsulting.com/pages/reviews" TargetMode="External"/><Relationship Id="rId5" Type="http://schemas.openxmlformats.org/officeDocument/2006/relationships/image" Target="../media/image104.png"/><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10.xml"/><Relationship Id="rId7" Type="http://schemas.openxmlformats.org/officeDocument/2006/relationships/image" Target="../media/image35.png"/><Relationship Id="rId2" Type="http://schemas.openxmlformats.org/officeDocument/2006/relationships/slideLayout" Target="../slideLayouts/slideLayout1.xml"/><Relationship Id="rId1" Type="http://schemas.openxmlformats.org/officeDocument/2006/relationships/tags" Target="../tags/tag52.xml"/><Relationship Id="rId6" Type="http://schemas.openxmlformats.org/officeDocument/2006/relationships/image" Target="../media/image105.png"/><Relationship Id="rId11" Type="http://schemas.openxmlformats.org/officeDocument/2006/relationships/image" Target="../media/image39.png"/><Relationship Id="rId5" Type="http://schemas.openxmlformats.org/officeDocument/2006/relationships/image" Target="../media/image1.emf"/><Relationship Id="rId10" Type="http://schemas.openxmlformats.org/officeDocument/2006/relationships/image" Target="../media/image38.png"/><Relationship Id="rId4" Type="http://schemas.openxmlformats.org/officeDocument/2006/relationships/oleObject" Target="../embeddings/oleObject25.bin"/><Relationship Id="rId9" Type="http://schemas.openxmlformats.org/officeDocument/2006/relationships/image" Target="../media/image37.png"/></Relationships>
</file>

<file path=ppt/slides/_rels/slide21.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slideLayout" Target="../slideLayouts/slideLayout1.xml"/><Relationship Id="rId7" Type="http://schemas.openxmlformats.org/officeDocument/2006/relationships/hyperlink" Target="https://www.domontconsulting.com/pages/full-access" TargetMode="Externa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2.emf"/><Relationship Id="rId5" Type="http://schemas.openxmlformats.org/officeDocument/2006/relationships/oleObject" Target="../embeddings/oleObject26.bin"/><Relationship Id="rId4"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11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1.emf"/><Relationship Id="rId11" Type="http://schemas.openxmlformats.org/officeDocument/2006/relationships/image" Target="../media/image110.png"/><Relationship Id="rId5" Type="http://schemas.openxmlformats.org/officeDocument/2006/relationships/oleObject" Target="../embeddings/oleObject26.bin"/><Relationship Id="rId10" Type="http://schemas.openxmlformats.org/officeDocument/2006/relationships/image" Target="../media/image109.png"/><Relationship Id="rId4" Type="http://schemas.openxmlformats.org/officeDocument/2006/relationships/notesSlide" Target="../notesSlides/notesSlide12.xml"/><Relationship Id="rId9" Type="http://schemas.openxmlformats.org/officeDocument/2006/relationships/image" Target="../media/image108.png"/></Relationships>
</file>

<file path=ppt/slides/_rels/slide23.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oleObject" Target="../embeddings/oleObject26.bin"/><Relationship Id="rId5" Type="http://schemas.openxmlformats.org/officeDocument/2006/relationships/image" Target="../media/image113.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7" name="Pic">
            <a:extLst>
              <a:ext uri="{FF2B5EF4-FFF2-40B4-BE49-F238E27FC236}">
                <a16:creationId xmlns:a16="http://schemas.microsoft.com/office/drawing/2014/main" id="{291E2932-689F-8234-293F-BD7EE04406AF}"/>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20107" b="20107"/>
          <a:stretch>
            <a:fillRect/>
          </a:stretch>
        </p:blipFill>
        <p:spPr bwMode="auto">
          <a:xfrm>
            <a:off x="0" y="0"/>
            <a:ext cx="12192000" cy="4859338"/>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4954772"/>
            <a:ext cx="12192000" cy="19032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350982" y="5239481"/>
            <a:ext cx="7450100" cy="1323439"/>
          </a:xfrm>
          <a:prstGeom prst="rect">
            <a:avLst/>
          </a:prstGeom>
          <a:noFill/>
        </p:spPr>
        <p:txBody>
          <a:bodyPr wrap="square" rtlCol="0">
            <a:spAutoFit/>
          </a:bodyPr>
          <a:lstStyle/>
          <a:p>
            <a:r>
              <a:rPr lang="en-US" sz="2800" b="1" dirty="0"/>
              <a:t>Sales, Marketing, Pricing and Communication Strategy Toolkit</a:t>
            </a:r>
          </a:p>
          <a:p>
            <a:r>
              <a:rPr lang="en-US" sz="2400" dirty="0">
                <a:solidFill>
                  <a:schemeClr val="accent2"/>
                </a:solidFill>
              </a:rPr>
              <a:t>Overview</a:t>
            </a:r>
            <a:endParaRPr lang="en-US" sz="3200" dirty="0">
              <a:solidFill>
                <a:schemeClr val="accent2"/>
              </a:solidFill>
            </a:endParaRPr>
          </a:p>
        </p:txBody>
      </p:sp>
      <p:pic>
        <p:nvPicPr>
          <p:cNvPr id="5" name="Picture 4">
            <a:hlinkClick r:id="rId8"/>
            <a:extLst>
              <a:ext uri="{FF2B5EF4-FFF2-40B4-BE49-F238E27FC236}">
                <a16:creationId xmlns:a16="http://schemas.microsoft.com/office/drawing/2014/main" id="{BA145D3D-E938-B793-7700-FA96DEA4DF9D}"/>
              </a:ext>
            </a:extLst>
          </p:cNvPr>
          <p:cNvPicPr>
            <a:picLocks noChangeAspect="1"/>
          </p:cNvPicPr>
          <p:nvPr/>
        </p:nvPicPr>
        <p:blipFill>
          <a:blip r:embed="rId9"/>
          <a:stretch>
            <a:fillRect/>
          </a:stretch>
        </p:blipFill>
        <p:spPr>
          <a:xfrm>
            <a:off x="7873356" y="5343839"/>
            <a:ext cx="4087071" cy="961269"/>
          </a:xfrm>
          <a:prstGeom prst="rect">
            <a:avLst/>
          </a:prstGeom>
        </p:spPr>
      </p:pic>
    </p:spTree>
    <p:extLst>
      <p:ext uri="{BB962C8B-B14F-4D97-AF65-F5344CB8AC3E}">
        <p14:creationId xmlns:p14="http://schemas.microsoft.com/office/powerpoint/2010/main" val="3956982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5" name="Picture 14">
            <a:extLst>
              <a:ext uri="{FF2B5EF4-FFF2-40B4-BE49-F238E27FC236}">
                <a16:creationId xmlns:a16="http://schemas.microsoft.com/office/drawing/2014/main" id="{AE64E035-EAB5-3E23-54F4-263F5CB81D1C}"/>
              </a:ext>
            </a:extLst>
          </p:cNvPr>
          <p:cNvPicPr>
            <a:picLocks noChangeAspect="1"/>
          </p:cNvPicPr>
          <p:nvPr/>
        </p:nvPicPr>
        <p:blipFill>
          <a:blip r:embed="rId6"/>
          <a:stretch>
            <a:fillRect/>
          </a:stretch>
        </p:blipFill>
        <p:spPr>
          <a:xfrm>
            <a:off x="4442211" y="4615635"/>
            <a:ext cx="3334400" cy="1875600"/>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681D1E60-7360-4345-6488-6EC976147728}"/>
              </a:ext>
            </a:extLst>
          </p:cNvPr>
          <p:cNvPicPr>
            <a:picLocks noChangeAspect="1"/>
          </p:cNvPicPr>
          <p:nvPr/>
        </p:nvPicPr>
        <p:blipFill>
          <a:blip r:embed="rId7"/>
          <a:stretch>
            <a:fillRect/>
          </a:stretch>
        </p:blipFill>
        <p:spPr>
          <a:xfrm>
            <a:off x="8198199" y="4615635"/>
            <a:ext cx="3403552" cy="1980113"/>
          </a:xfrm>
          <a:prstGeom prst="rect">
            <a:avLst/>
          </a:prstGeom>
          <a:effectLst>
            <a:outerShdw blurRad="50800" dist="38100" dir="5400000" algn="t" rotWithShape="0">
              <a:prstClr val="black">
                <a:alpha val="40000"/>
              </a:prstClr>
            </a:outerShdw>
          </a:effectLst>
        </p:spPr>
      </p:pic>
      <p:pic>
        <p:nvPicPr>
          <p:cNvPr id="8" name="Picture 7" descr="A blue and white screen with white text&#10;&#10;Description automatically generated">
            <a:extLst>
              <a:ext uri="{FF2B5EF4-FFF2-40B4-BE49-F238E27FC236}">
                <a16:creationId xmlns:a16="http://schemas.microsoft.com/office/drawing/2014/main" id="{172149F6-753F-E72D-311E-B741B746E729}"/>
              </a:ext>
            </a:extLst>
          </p:cNvPr>
          <p:cNvPicPr>
            <a:picLocks noChangeAspect="1"/>
          </p:cNvPicPr>
          <p:nvPr/>
        </p:nvPicPr>
        <p:blipFill>
          <a:blip r:embed="rId8"/>
          <a:stretch>
            <a:fillRect/>
          </a:stretch>
        </p:blipFill>
        <p:spPr>
          <a:xfrm>
            <a:off x="4426959" y="368582"/>
            <a:ext cx="3334400" cy="1875600"/>
          </a:xfrm>
          <a:prstGeom prst="rect">
            <a:avLst/>
          </a:prstGeom>
          <a:effectLst>
            <a:outerShdw blurRad="50800" dist="38100" dir="5400000" algn="t" rotWithShape="0">
              <a:prstClr val="black">
                <a:alpha val="40000"/>
              </a:prstClr>
            </a:outerShdw>
          </a:effectLst>
        </p:spPr>
      </p:pic>
      <p:pic>
        <p:nvPicPr>
          <p:cNvPr id="10" name="Picture 9" descr="A page of a product market&#10;&#10;Description automatically generated with medium confidence">
            <a:extLst>
              <a:ext uri="{FF2B5EF4-FFF2-40B4-BE49-F238E27FC236}">
                <a16:creationId xmlns:a16="http://schemas.microsoft.com/office/drawing/2014/main" id="{6DF52518-7658-52E5-402B-4B9AD975CE85}"/>
              </a:ext>
            </a:extLst>
          </p:cNvPr>
          <p:cNvPicPr>
            <a:picLocks noChangeAspect="1"/>
          </p:cNvPicPr>
          <p:nvPr/>
        </p:nvPicPr>
        <p:blipFill>
          <a:blip r:embed="rId9"/>
          <a:stretch>
            <a:fillRect/>
          </a:stretch>
        </p:blipFill>
        <p:spPr>
          <a:xfrm>
            <a:off x="8255083" y="368582"/>
            <a:ext cx="3334400" cy="18756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BA34092F-6D64-6B69-F1AB-06F189A2AAC5}"/>
              </a:ext>
            </a:extLst>
          </p:cNvPr>
          <p:cNvPicPr>
            <a:picLocks noChangeAspect="1"/>
          </p:cNvPicPr>
          <p:nvPr/>
        </p:nvPicPr>
        <p:blipFill>
          <a:blip r:embed="rId10"/>
          <a:stretch>
            <a:fillRect/>
          </a:stretch>
        </p:blipFill>
        <p:spPr>
          <a:xfrm>
            <a:off x="644851" y="2491200"/>
            <a:ext cx="3334400" cy="1875600"/>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18B6820E-CF22-DF31-6857-49E47774B9E3}"/>
              </a:ext>
            </a:extLst>
          </p:cNvPr>
          <p:cNvPicPr>
            <a:picLocks noChangeAspect="1"/>
          </p:cNvPicPr>
          <p:nvPr/>
        </p:nvPicPr>
        <p:blipFill>
          <a:blip r:embed="rId11"/>
          <a:stretch>
            <a:fillRect/>
          </a:stretch>
        </p:blipFill>
        <p:spPr>
          <a:xfrm>
            <a:off x="4442212" y="2491200"/>
            <a:ext cx="3334400" cy="18756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E95CEB06-087B-4691-B163-09A98FF287D2}"/>
              </a:ext>
            </a:extLst>
          </p:cNvPr>
          <p:cNvPicPr>
            <a:picLocks noChangeAspect="1"/>
          </p:cNvPicPr>
          <p:nvPr/>
        </p:nvPicPr>
        <p:blipFill>
          <a:blip r:embed="rId12"/>
          <a:stretch>
            <a:fillRect/>
          </a:stretch>
        </p:blipFill>
        <p:spPr>
          <a:xfrm>
            <a:off x="655719" y="4615635"/>
            <a:ext cx="3334400" cy="18756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F1BB8741-80AE-DED3-1DBD-5CF8DED3717C}"/>
              </a:ext>
            </a:extLst>
          </p:cNvPr>
          <p:cNvPicPr>
            <a:picLocks noChangeAspect="1"/>
          </p:cNvPicPr>
          <p:nvPr/>
        </p:nvPicPr>
        <p:blipFill rotWithShape="1">
          <a:blip r:embed="rId13"/>
          <a:srcRect l="1600"/>
          <a:stretch/>
        </p:blipFill>
        <p:spPr>
          <a:xfrm>
            <a:off x="8244497" y="2491200"/>
            <a:ext cx="3324253" cy="1875600"/>
          </a:xfrm>
          <a:prstGeom prst="rect">
            <a:avLst/>
          </a:prstGeom>
          <a:effectLst>
            <a:outerShdw blurRad="50800" dist="38100" dir="5400000" algn="t" rotWithShape="0">
              <a:prstClr val="black">
                <a:alpha val="40000"/>
              </a:prstClr>
            </a:outerShdw>
          </a:effectLst>
        </p:spPr>
      </p:pic>
      <p:pic>
        <p:nvPicPr>
          <p:cNvPr id="2" name="Picture 1">
            <a:extLst>
              <a:ext uri="{FF2B5EF4-FFF2-40B4-BE49-F238E27FC236}">
                <a16:creationId xmlns:a16="http://schemas.microsoft.com/office/drawing/2014/main" id="{0123C171-A7C2-6BC7-9237-FB73EA8CDF12}"/>
              </a:ext>
            </a:extLst>
          </p:cNvPr>
          <p:cNvPicPr>
            <a:picLocks noChangeAspect="1"/>
          </p:cNvPicPr>
          <p:nvPr/>
        </p:nvPicPr>
        <p:blipFill>
          <a:blip r:embed="rId14"/>
          <a:stretch>
            <a:fillRect/>
          </a:stretch>
        </p:blipFill>
        <p:spPr>
          <a:xfrm>
            <a:off x="655719" y="366765"/>
            <a:ext cx="3334400" cy="18756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031142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Toolkit was created by ex-McKinsey, Havas &amp; Deloitte consultants</a:t>
            </a:r>
            <a:r>
              <a:rPr lang="en-US" sz="1600" dirty="0">
                <a:solidFill>
                  <a:schemeClr val="tx1"/>
                </a:solidFill>
                <a:cs typeface="Arial" panose="020B0604020202020204" pitchFamily="34" charset="0"/>
              </a:rPr>
              <a:t>. It is considered the world's best &amp; most comprehensive Sales, Marketing, Pricing and Communication Toolkit. It includes all the Frameworks, Best Practices &amp; Templates required to design and implement a robust Sales, Marketing, Pricing and Communication strategy.</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697A8C82-E1A0-B87B-B673-C4583FF9F87F}"/>
              </a:ext>
            </a:extLst>
          </p:cNvPr>
          <p:cNvSpPr>
            <a:spLocks noGrp="1"/>
          </p:cNvSpPr>
          <p:nvPr>
            <p:ph type="ftr" sz="quarter" idx="3"/>
          </p:nvPr>
        </p:nvSpPr>
        <p:spPr/>
        <p:txBody>
          <a:bodyPr>
            <a:spAutoFit/>
          </a:bodyPr>
          <a:lstStyle/>
          <a:p>
            <a:r>
              <a:rPr lang="en-US" dirty="0"/>
              <a:t>Domont Consulting</a:t>
            </a:r>
          </a:p>
        </p:txBody>
      </p:sp>
      <p:sp>
        <p:nvSpPr>
          <p:cNvPr id="10" name="Slide Number Placeholder 9">
            <a:extLst>
              <a:ext uri="{FF2B5EF4-FFF2-40B4-BE49-F238E27FC236}">
                <a16:creationId xmlns:a16="http://schemas.microsoft.com/office/drawing/2014/main" id="{9B1365EF-5C85-2DAE-C17A-9ABBBCFCE263}"/>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0606429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44" imgH="344" progId="TCLayout.ActiveDocument.1">
                  <p:embed/>
                </p:oleObj>
              </mc:Choice>
              <mc:Fallback>
                <p:oleObj name="think-cell Slide" r:id="rId1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8704313" cy="1081710"/>
          </a:xfrm>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using a robust sales, marketing, pricing and communication strategy</a:t>
            </a:r>
            <a:endParaRPr lang="en-US" sz="1600" b="0" kern="0" dirty="0"/>
          </a:p>
        </p:txBody>
      </p:sp>
      <p:sp>
        <p:nvSpPr>
          <p:cNvPr id="4" name="Footer Placeholder 3">
            <a:extLst>
              <a:ext uri="{FF2B5EF4-FFF2-40B4-BE49-F238E27FC236}">
                <a16:creationId xmlns:a16="http://schemas.microsoft.com/office/drawing/2014/main" id="{3757AB62-B7CA-6FC5-9404-91B32897BD06}"/>
              </a:ext>
            </a:extLst>
          </p:cNvPr>
          <p:cNvSpPr>
            <a:spLocks noGrp="1"/>
          </p:cNvSpPr>
          <p:nvPr>
            <p:ph type="ftr" sz="quarter" idx="3"/>
          </p:nvPr>
        </p:nvSpPr>
        <p:spPr/>
        <p:txBody>
          <a:bodyPr>
            <a:spAutoFit/>
          </a:bodyPr>
          <a:lstStyle/>
          <a:p>
            <a:r>
              <a:rPr lang="en-US" dirty="0"/>
              <a:t>Domont Consulting</a:t>
            </a:r>
          </a:p>
        </p:txBody>
      </p:sp>
      <p:sp>
        <p:nvSpPr>
          <p:cNvPr id="5" name="Slide Number Placeholder 4">
            <a:extLst>
              <a:ext uri="{FF2B5EF4-FFF2-40B4-BE49-F238E27FC236}">
                <a16:creationId xmlns:a16="http://schemas.microsoft.com/office/drawing/2014/main" id="{BDBD17AD-DC79-B301-F565-B180589BF113}"/>
              </a:ext>
            </a:extLst>
          </p:cNvPr>
          <p:cNvSpPr>
            <a:spLocks noGrp="1"/>
          </p:cNvSpPr>
          <p:nvPr>
            <p:ph type="sldNum" sz="quarter" idx="4"/>
          </p:nvPr>
        </p:nvSpPr>
        <p:spPr/>
        <p:txBody>
          <a:bodyPr/>
          <a:lstStyle/>
          <a:p>
            <a:fld id="{37F5C94B-8C55-478B-B509-BAE6A06B2E2A}" type="slidenum">
              <a:rPr lang="en-US" smtClean="0"/>
              <a:pPr/>
              <a:t>4</a:t>
            </a:fld>
            <a:endParaRPr lang="en-US" dirty="0"/>
          </a:p>
        </p:txBody>
      </p:sp>
      <p:pic>
        <p:nvPicPr>
          <p:cNvPr id="1026" name="Picture 2">
            <a:extLst>
              <a:ext uri="{FF2B5EF4-FFF2-40B4-BE49-F238E27FC236}">
                <a16:creationId xmlns:a16="http://schemas.microsoft.com/office/drawing/2014/main" id="{DF4083BE-D715-2412-F9AE-DCBEB62EB3A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236500" y="667213"/>
            <a:ext cx="2271696" cy="68565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88B0BA8E-66A1-3328-E611-EF181BC3D5F5}"/>
              </a:ext>
            </a:extLst>
          </p:cNvPr>
          <p:cNvGrpSpPr/>
          <p:nvPr/>
        </p:nvGrpSpPr>
        <p:grpSpPr>
          <a:xfrm>
            <a:off x="599178" y="1686792"/>
            <a:ext cx="5127265" cy="338554"/>
            <a:chOff x="599178" y="1686792"/>
            <a:chExt cx="5127265" cy="338554"/>
          </a:xfrm>
        </p:grpSpPr>
        <p:cxnSp>
          <p:nvCxnSpPr>
            <p:cNvPr id="9" name="Straight Connector 8">
              <a:extLst>
                <a:ext uri="{FF2B5EF4-FFF2-40B4-BE49-F238E27FC236}">
                  <a16:creationId xmlns:a16="http://schemas.microsoft.com/office/drawing/2014/main" id="{18005ACA-E286-7710-D40D-1C73E4B3741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BDCCE85-07DB-48B3-559D-D069F00F3DD4}"/>
                </a:ext>
              </a:extLst>
            </p:cNvPr>
            <p:cNvSpPr txBox="1"/>
            <p:nvPr/>
          </p:nvSpPr>
          <p:spPr>
            <a:xfrm>
              <a:off x="599178" y="1686792"/>
              <a:ext cx="5112000" cy="338554"/>
            </a:xfrm>
            <a:prstGeom prst="rect">
              <a:avLst/>
            </a:prstGeom>
            <a:noFill/>
          </p:spPr>
          <p:txBody>
            <a:bodyPr wrap="square" rtlCol="0">
              <a:spAutoFit/>
            </a:bodyPr>
            <a:lstStyle/>
            <a:p>
              <a:r>
                <a:rPr lang="en-US" sz="1600" b="1" dirty="0"/>
                <a:t>Sales, Marketing and Communication Strategy</a:t>
              </a:r>
            </a:p>
          </p:txBody>
        </p:sp>
      </p:grpSp>
      <p:grpSp>
        <p:nvGrpSpPr>
          <p:cNvPr id="11" name="Group 10">
            <a:extLst>
              <a:ext uri="{FF2B5EF4-FFF2-40B4-BE49-F238E27FC236}">
                <a16:creationId xmlns:a16="http://schemas.microsoft.com/office/drawing/2014/main" id="{CC9F717A-7177-B688-4ECA-D11B75CF62AC}"/>
              </a:ext>
            </a:extLst>
          </p:cNvPr>
          <p:cNvGrpSpPr/>
          <p:nvPr/>
        </p:nvGrpSpPr>
        <p:grpSpPr>
          <a:xfrm>
            <a:off x="6448425" y="1687513"/>
            <a:ext cx="5127625" cy="338138"/>
            <a:chOff x="599178" y="1686792"/>
            <a:chExt cx="5127265" cy="338554"/>
          </a:xfrm>
        </p:grpSpPr>
        <p:cxnSp>
          <p:nvCxnSpPr>
            <p:cNvPr id="12" name="Straight Connector 11">
              <a:extLst>
                <a:ext uri="{FF2B5EF4-FFF2-40B4-BE49-F238E27FC236}">
                  <a16:creationId xmlns:a16="http://schemas.microsoft.com/office/drawing/2014/main" id="{B2BAFE7C-32FE-CB67-98D5-757DA9DB1BEA}"/>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04F92F4-4045-2ED6-EF93-48E7CC39B435}"/>
                </a:ext>
              </a:extLst>
            </p:cNvPr>
            <p:cNvSpPr txBox="1"/>
            <p:nvPr/>
          </p:nvSpPr>
          <p:spPr>
            <a:xfrm>
              <a:off x="599178" y="1686792"/>
              <a:ext cx="5112000" cy="338554"/>
            </a:xfrm>
            <a:prstGeom prst="rect">
              <a:avLst/>
            </a:prstGeom>
            <a:noFill/>
          </p:spPr>
          <p:txBody>
            <a:bodyPr wrap="square" rtlCol="0">
              <a:spAutoFit/>
            </a:bodyPr>
            <a:lstStyle/>
            <a:p>
              <a:r>
                <a:rPr lang="en-US" sz="1600" b="1" dirty="0"/>
                <a:t>Amazon’s Revenue ($bn)</a:t>
              </a:r>
            </a:p>
          </p:txBody>
        </p:sp>
      </p:grpSp>
      <p:sp>
        <p:nvSpPr>
          <p:cNvPr id="15" name="TextBox 14">
            <a:extLst>
              <a:ext uri="{FF2B5EF4-FFF2-40B4-BE49-F238E27FC236}">
                <a16:creationId xmlns:a16="http://schemas.microsoft.com/office/drawing/2014/main" id="{CD86E468-8CD9-E8F5-E1D2-3FCC57DB091D}"/>
              </a:ext>
            </a:extLst>
          </p:cNvPr>
          <p:cNvSpPr txBox="1"/>
          <p:nvPr/>
        </p:nvSpPr>
        <p:spPr>
          <a:xfrm>
            <a:off x="599177" y="2080435"/>
            <a:ext cx="5127265" cy="4278094"/>
          </a:xfrm>
          <a:prstGeom prst="rect">
            <a:avLst/>
          </a:prstGeom>
          <a:noFill/>
        </p:spPr>
        <p:txBody>
          <a:bodyPr wrap="square" rtlCol="0">
            <a:spAutoFit/>
          </a:bodyPr>
          <a:lstStyle/>
          <a:p>
            <a:pPr marL="180975" indent="-180975">
              <a:spcBef>
                <a:spcPts val="300"/>
              </a:spcBef>
              <a:spcAft>
                <a:spcPts val="300"/>
              </a:spcAft>
              <a:buFont typeface="Arial" panose="020B0604020202020204" pitchFamily="34" charset="0"/>
              <a:buChar char="•"/>
            </a:pPr>
            <a:r>
              <a:rPr lang="en-US" sz="1400" b="1" dirty="0">
                <a:latin typeface="+mj-lt"/>
              </a:rPr>
              <a:t>Customer-Centric Approach: </a:t>
            </a:r>
            <a:r>
              <a:rPr lang="en-US" sz="1400" dirty="0">
                <a:latin typeface="+mj-lt"/>
              </a:rPr>
              <a:t>Amazon places a strong emphasis on customer satisfaction, offering a wide range of products, competitive pricing, and excellent customer service.</a:t>
            </a:r>
          </a:p>
          <a:p>
            <a:pPr marL="180975" indent="-180975">
              <a:spcBef>
                <a:spcPts val="300"/>
              </a:spcBef>
              <a:spcAft>
                <a:spcPts val="300"/>
              </a:spcAft>
              <a:buFont typeface="Arial" panose="020B0604020202020204" pitchFamily="34" charset="0"/>
              <a:buChar char="•"/>
            </a:pPr>
            <a:r>
              <a:rPr lang="en-US" sz="1400" b="1" dirty="0">
                <a:latin typeface="+mj-lt"/>
              </a:rPr>
              <a:t>Personalization: </a:t>
            </a:r>
            <a:r>
              <a:rPr lang="en-US" sz="1400" dirty="0">
                <a:latin typeface="+mj-lt"/>
              </a:rPr>
              <a:t>They use data analytics to personalize the shopping experience, recommending products based on customer behavior and preferences.</a:t>
            </a:r>
          </a:p>
          <a:p>
            <a:pPr marL="180975" indent="-180975">
              <a:spcBef>
                <a:spcPts val="300"/>
              </a:spcBef>
              <a:spcAft>
                <a:spcPts val="300"/>
              </a:spcAft>
              <a:buFont typeface="Arial" panose="020B0604020202020204" pitchFamily="34" charset="0"/>
              <a:buChar char="•"/>
            </a:pPr>
            <a:r>
              <a:rPr lang="en-US" sz="1400" b="1" dirty="0">
                <a:latin typeface="+mj-lt"/>
              </a:rPr>
              <a:t>Prime Membership: </a:t>
            </a:r>
            <a:r>
              <a:rPr lang="en-US" sz="1400" dirty="0">
                <a:latin typeface="+mj-lt"/>
              </a:rPr>
              <a:t>Amazon Prime offers benefits like free shipping, exclusive deals, and access to streaming services, which encourages customer loyalty and repeat purchases.</a:t>
            </a:r>
          </a:p>
          <a:p>
            <a:pPr marL="180975" indent="-180975">
              <a:spcBef>
                <a:spcPts val="300"/>
              </a:spcBef>
              <a:spcAft>
                <a:spcPts val="300"/>
              </a:spcAft>
              <a:buFont typeface="Arial" panose="020B0604020202020204" pitchFamily="34" charset="0"/>
              <a:buChar char="•"/>
            </a:pPr>
            <a:r>
              <a:rPr lang="en-US" sz="1400" b="1" dirty="0">
                <a:latin typeface="+mj-lt"/>
              </a:rPr>
              <a:t>Innovative Marketing: </a:t>
            </a:r>
            <a:r>
              <a:rPr lang="en-US" sz="1400" dirty="0">
                <a:latin typeface="+mj-lt"/>
              </a:rPr>
              <a:t>Amazon uses a mix of digital marketing, social media, and traditional advertising to reach a broad audience. They also leverage user-generated content, such as reviews and ratings, to build trust.</a:t>
            </a:r>
          </a:p>
          <a:p>
            <a:pPr marL="180975" indent="-180975">
              <a:spcBef>
                <a:spcPts val="300"/>
              </a:spcBef>
              <a:spcAft>
                <a:spcPts val="300"/>
              </a:spcAft>
              <a:buFont typeface="Arial" panose="020B0604020202020204" pitchFamily="34" charset="0"/>
              <a:buChar char="•"/>
            </a:pPr>
            <a:r>
              <a:rPr lang="en-US" sz="1400" b="1" dirty="0">
                <a:latin typeface="+mj-lt"/>
              </a:rPr>
              <a:t>Expansion and Diversification: </a:t>
            </a:r>
            <a:r>
              <a:rPr lang="en-US" sz="1400" dirty="0">
                <a:latin typeface="+mj-lt"/>
              </a:rPr>
              <a:t>Amazon continuously expands its product offerings and services, including cloud computing (AWS), streaming (Amazon Prime Video), and physical stores (Whole Foods).</a:t>
            </a:r>
            <a:endParaRPr lang="en-US" sz="1200" dirty="0"/>
          </a:p>
        </p:txBody>
      </p:sp>
      <p:sp>
        <p:nvSpPr>
          <p:cNvPr id="17" name="TextBox 16">
            <a:extLst>
              <a:ext uri="{FF2B5EF4-FFF2-40B4-BE49-F238E27FC236}">
                <a16:creationId xmlns:a16="http://schemas.microsoft.com/office/drawing/2014/main" id="{474BF486-9F87-3F6F-1D1C-E272866A110B}"/>
              </a:ext>
            </a:extLst>
          </p:cNvPr>
          <p:cNvSpPr txBox="1"/>
          <p:nvPr/>
        </p:nvSpPr>
        <p:spPr>
          <a:xfrm>
            <a:off x="6460245" y="2080435"/>
            <a:ext cx="5127265" cy="738664"/>
          </a:xfrm>
          <a:prstGeom prst="rect">
            <a:avLst/>
          </a:prstGeom>
          <a:noFill/>
        </p:spPr>
        <p:txBody>
          <a:bodyPr wrap="square" rtlCol="0">
            <a:spAutoFit/>
          </a:bodyPr>
          <a:lstStyle/>
          <a:p>
            <a:pPr>
              <a:spcBef>
                <a:spcPts val="300"/>
              </a:spcBef>
              <a:spcAft>
                <a:spcPts val="300"/>
              </a:spcAft>
            </a:pPr>
            <a:r>
              <a:rPr lang="en-US" sz="1400" dirty="0">
                <a:latin typeface="+mj-lt"/>
              </a:rPr>
              <a:t>With a compounded annual growth rate (CAGR) of 18%, Amazon's strategy has led to significant revenue growth over the years. </a:t>
            </a:r>
            <a:endParaRPr lang="en-US" sz="1200" dirty="0"/>
          </a:p>
        </p:txBody>
      </p:sp>
      <p:cxnSp>
        <p:nvCxnSpPr>
          <p:cNvPr id="18" name="Straight Connector 17">
            <a:extLst>
              <a:ext uri="{FF2B5EF4-FFF2-40B4-BE49-F238E27FC236}">
                <a16:creationId xmlns:a16="http://schemas.microsoft.com/office/drawing/2014/main" id="{159BA87A-B53D-4071-E2BC-8D32D18A7899}"/>
              </a:ext>
            </a:extLst>
          </p:cNvPr>
          <p:cNvCxnSpPr>
            <a:cxnSpLocks/>
          </p:cNvCxnSpPr>
          <p:nvPr/>
        </p:nvCxnSpPr>
        <p:spPr>
          <a:xfrm>
            <a:off x="6096000" y="2328530"/>
            <a:ext cx="0" cy="4093535"/>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19" name="arrow botton next right">
            <a:extLst>
              <a:ext uri="{FF2B5EF4-FFF2-40B4-BE49-F238E27FC236}">
                <a16:creationId xmlns:a16="http://schemas.microsoft.com/office/drawing/2014/main" id="{836F0A0F-5321-9837-465B-3B062E75A10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891614" y="1765363"/>
            <a:ext cx="435578" cy="435578"/>
          </a:xfrm>
          <a:prstGeom prst="rect">
            <a:avLst/>
          </a:prstGeom>
        </p:spPr>
      </p:pic>
      <p:graphicFrame>
        <p:nvGraphicFramePr>
          <p:cNvPr id="1049" name="Chart 1048">
            <a:extLst>
              <a:ext uri="{FF2B5EF4-FFF2-40B4-BE49-F238E27FC236}">
                <a16:creationId xmlns:a16="http://schemas.microsoft.com/office/drawing/2014/main" id="{0DC230F0-CBFD-66CE-71FB-67044DA6AEB9}"/>
              </a:ext>
            </a:extLst>
          </p:cNvPr>
          <p:cNvGraphicFramePr/>
          <p:nvPr>
            <p:custDataLst>
              <p:tags r:id="rId2"/>
            </p:custDataLst>
            <p:extLst>
              <p:ext uri="{D42A27DB-BD31-4B8C-83A1-F6EECF244321}">
                <p14:modId xmlns:p14="http://schemas.microsoft.com/office/powerpoint/2010/main" val="2125735654"/>
              </p:ext>
            </p:extLst>
          </p:nvPr>
        </p:nvGraphicFramePr>
        <p:xfrm>
          <a:off x="6365875" y="3160713"/>
          <a:ext cx="5319713" cy="3430587"/>
        </p:xfrm>
        <a:graphic>
          <a:graphicData uri="http://schemas.openxmlformats.org/drawingml/2006/chart">
            <c:chart xmlns:c="http://schemas.openxmlformats.org/drawingml/2006/chart" xmlns:r="http://schemas.openxmlformats.org/officeDocument/2006/relationships" r:id="rId19"/>
          </a:graphicData>
        </a:graphic>
      </p:graphicFrame>
      <p:cxnSp>
        <p:nvCxnSpPr>
          <p:cNvPr id="21" name="Straight Connector 20">
            <a:extLst>
              <a:ext uri="{FF2B5EF4-FFF2-40B4-BE49-F238E27FC236}">
                <a16:creationId xmlns:a16="http://schemas.microsoft.com/office/drawing/2014/main" id="{BEAB2A26-D51C-A467-D0E7-B25B89727B8F}"/>
              </a:ext>
            </a:extLst>
          </p:cNvPr>
          <p:cNvCxnSpPr/>
          <p:nvPr>
            <p:custDataLst>
              <p:tags r:id="rId3"/>
            </p:custDataLst>
          </p:nvPr>
        </p:nvCxnSpPr>
        <p:spPr bwMode="auto">
          <a:xfrm flipV="1">
            <a:off x="6816725" y="2790826"/>
            <a:ext cx="4418013" cy="1712913"/>
          </a:xfrm>
          <a:prstGeom prst="line">
            <a:avLst/>
          </a:prstGeom>
          <a:ln w="28575"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30067FB8-9F69-8E9B-9F6B-71BD99FD4ACF}"/>
              </a:ext>
            </a:extLst>
          </p:cNvPr>
          <p:cNvSpPr/>
          <p:nvPr>
            <p:custDataLst>
              <p:tags r:id="rId4"/>
            </p:custDataLst>
          </p:nvPr>
        </p:nvSpPr>
        <p:spPr bwMode="auto">
          <a:xfrm>
            <a:off x="6613525"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7667B4F9-F634-4C9D-9FF0-A0E0B72A8706}" type="datetime'''''''''''''2''0''''1''''''''''''''''''''''''''8'''''''">
              <a:rPr lang="en-US" altLang="en-US" sz="1400" smtClean="0">
                <a:solidFill>
                  <a:schemeClr val="tx1"/>
                </a:solidFill>
              </a:rPr>
              <a:pPr/>
              <a:t>2018</a:t>
            </a:fld>
            <a:endParaRPr lang="en-US" sz="1400" dirty="0">
              <a:solidFill>
                <a:schemeClr val="tx1"/>
              </a:solidFill>
            </a:endParaRPr>
          </a:p>
        </p:txBody>
      </p:sp>
      <p:sp>
        <p:nvSpPr>
          <p:cNvPr id="23" name="Rectangle 22">
            <a:extLst>
              <a:ext uri="{FF2B5EF4-FFF2-40B4-BE49-F238E27FC236}">
                <a16:creationId xmlns:a16="http://schemas.microsoft.com/office/drawing/2014/main" id="{0407B89F-8F47-CB48-0DCB-114B29A6F152}"/>
              </a:ext>
            </a:extLst>
          </p:cNvPr>
          <p:cNvSpPr/>
          <p:nvPr>
            <p:custDataLst>
              <p:tags r:id="rId5"/>
            </p:custDataLst>
          </p:nvPr>
        </p:nvSpPr>
        <p:spPr bwMode="auto">
          <a:xfrm>
            <a:off x="7350125"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75642AC3-49C8-4062-9D94-80FE9A94A840}" type="datetime'''''''''''''''''2''''''''0''''''1''''''''''9'">
              <a:rPr lang="en-US" altLang="en-US" sz="1400" smtClean="0">
                <a:solidFill>
                  <a:schemeClr val="tx1"/>
                </a:solidFill>
              </a:rPr>
              <a:pPr/>
              <a:t>2019</a:t>
            </a:fld>
            <a:endParaRPr lang="en-US" sz="1400" dirty="0">
              <a:solidFill>
                <a:schemeClr val="tx1"/>
              </a:solidFill>
            </a:endParaRPr>
          </a:p>
        </p:txBody>
      </p:sp>
      <p:sp>
        <p:nvSpPr>
          <p:cNvPr id="24" name="Rectangle 23">
            <a:extLst>
              <a:ext uri="{FF2B5EF4-FFF2-40B4-BE49-F238E27FC236}">
                <a16:creationId xmlns:a16="http://schemas.microsoft.com/office/drawing/2014/main" id="{D93FCB9B-965D-056B-9F97-B23A56139C95}"/>
              </a:ext>
            </a:extLst>
          </p:cNvPr>
          <p:cNvSpPr/>
          <p:nvPr>
            <p:custDataLst>
              <p:tags r:id="rId6"/>
            </p:custDataLst>
          </p:nvPr>
        </p:nvSpPr>
        <p:spPr bwMode="auto">
          <a:xfrm>
            <a:off x="8086725"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AD1692C2-0BAE-4F5B-ADCA-C77A7D517E11}" type="datetime'''''''''''''''''''''''2''0''''''''2''''''''0'''''''''">
              <a:rPr lang="en-US" altLang="en-US" sz="1400" smtClean="0">
                <a:solidFill>
                  <a:schemeClr val="tx1"/>
                </a:solidFill>
              </a:rPr>
              <a:pPr/>
              <a:t>2020</a:t>
            </a:fld>
            <a:endParaRPr lang="en-US" sz="1400" dirty="0">
              <a:solidFill>
                <a:schemeClr val="tx1"/>
              </a:solidFill>
            </a:endParaRPr>
          </a:p>
        </p:txBody>
      </p:sp>
      <p:sp>
        <p:nvSpPr>
          <p:cNvPr id="25" name="Rectangle 24">
            <a:extLst>
              <a:ext uri="{FF2B5EF4-FFF2-40B4-BE49-F238E27FC236}">
                <a16:creationId xmlns:a16="http://schemas.microsoft.com/office/drawing/2014/main" id="{8D68ECF5-4789-9302-769D-56A2211FA580}"/>
              </a:ext>
            </a:extLst>
          </p:cNvPr>
          <p:cNvSpPr/>
          <p:nvPr>
            <p:custDataLst>
              <p:tags r:id="rId7"/>
            </p:custDataLst>
          </p:nvPr>
        </p:nvSpPr>
        <p:spPr bwMode="auto">
          <a:xfrm>
            <a:off x="8821738"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00DB1558-194B-4CAA-A195-5474B88F50BF}" type="datetime'''''''''''''2''''''''''''''0''''''''''''''''2''''''''''''''1'">
              <a:rPr lang="en-US" altLang="en-US" sz="1400" smtClean="0">
                <a:solidFill>
                  <a:schemeClr val="tx1"/>
                </a:solidFill>
              </a:rPr>
              <a:pPr/>
              <a:t>2021</a:t>
            </a:fld>
            <a:endParaRPr lang="en-US" sz="1400" dirty="0">
              <a:solidFill>
                <a:schemeClr val="tx1"/>
              </a:solidFill>
            </a:endParaRPr>
          </a:p>
        </p:txBody>
      </p:sp>
      <p:sp>
        <p:nvSpPr>
          <p:cNvPr id="26" name="Rectangle 25">
            <a:extLst>
              <a:ext uri="{FF2B5EF4-FFF2-40B4-BE49-F238E27FC236}">
                <a16:creationId xmlns:a16="http://schemas.microsoft.com/office/drawing/2014/main" id="{BC58231E-BE01-B5FB-43CD-2889B5375CC1}"/>
              </a:ext>
            </a:extLst>
          </p:cNvPr>
          <p:cNvSpPr/>
          <p:nvPr>
            <p:custDataLst>
              <p:tags r:id="rId8"/>
            </p:custDataLst>
          </p:nvPr>
        </p:nvSpPr>
        <p:spPr bwMode="auto">
          <a:xfrm>
            <a:off x="9558338"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83B8AE5E-D11B-4162-BCE3-A7619FF780C4}" type="datetime'''''''''''''''''2''''''''''0''''''''''2''2'''''''''''''''''">
              <a:rPr lang="en-US" altLang="en-US" sz="1400" smtClean="0">
                <a:solidFill>
                  <a:schemeClr val="tx1"/>
                </a:solidFill>
              </a:rPr>
              <a:pPr/>
              <a:t>2022</a:t>
            </a:fld>
            <a:endParaRPr lang="en-US" sz="1400" dirty="0">
              <a:solidFill>
                <a:schemeClr val="tx1"/>
              </a:solidFill>
            </a:endParaRPr>
          </a:p>
        </p:txBody>
      </p:sp>
      <p:sp>
        <p:nvSpPr>
          <p:cNvPr id="27" name="Rectangle 26">
            <a:extLst>
              <a:ext uri="{FF2B5EF4-FFF2-40B4-BE49-F238E27FC236}">
                <a16:creationId xmlns:a16="http://schemas.microsoft.com/office/drawing/2014/main" id="{453CA689-558C-4D10-C194-0407BE07BB80}"/>
              </a:ext>
            </a:extLst>
          </p:cNvPr>
          <p:cNvSpPr/>
          <p:nvPr>
            <p:custDataLst>
              <p:tags r:id="rId9"/>
            </p:custDataLst>
          </p:nvPr>
        </p:nvSpPr>
        <p:spPr bwMode="auto">
          <a:xfrm>
            <a:off x="10294938"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934219A6-6B0C-4CA9-9A09-E2C469205792}" type="datetime'''''''2''''''''''''''0''''''''''''''''''''''2''''''''3'">
              <a:rPr lang="en-US" altLang="en-US" sz="1400" smtClean="0">
                <a:solidFill>
                  <a:schemeClr val="tx1"/>
                </a:solidFill>
              </a:rPr>
              <a:pPr/>
              <a:t>2023</a:t>
            </a:fld>
            <a:endParaRPr lang="en-US" sz="1400" dirty="0">
              <a:solidFill>
                <a:schemeClr val="tx1"/>
              </a:solidFill>
            </a:endParaRPr>
          </a:p>
        </p:txBody>
      </p:sp>
      <p:sp>
        <p:nvSpPr>
          <p:cNvPr id="28" name="Rectangle 27">
            <a:extLst>
              <a:ext uri="{FF2B5EF4-FFF2-40B4-BE49-F238E27FC236}">
                <a16:creationId xmlns:a16="http://schemas.microsoft.com/office/drawing/2014/main" id="{4E04903E-8A19-1A97-28D2-359354D6D598}"/>
              </a:ext>
            </a:extLst>
          </p:cNvPr>
          <p:cNvSpPr/>
          <p:nvPr>
            <p:custDataLst>
              <p:tags r:id="rId10"/>
            </p:custDataLst>
          </p:nvPr>
        </p:nvSpPr>
        <p:spPr bwMode="auto">
          <a:xfrm>
            <a:off x="11031538"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EAA2F5C5-7D6C-43F2-8CD8-EDFFBF158944}" type="datetime'''20''''''''2''''''''''''''''''''''''''''4'''''''">
              <a:rPr lang="en-US" altLang="en-US" sz="1400" smtClean="0">
                <a:solidFill>
                  <a:schemeClr val="tx1"/>
                </a:solidFill>
              </a:rPr>
              <a:pPr/>
              <a:t>2024</a:t>
            </a:fld>
            <a:endParaRPr lang="en-US" sz="1400" dirty="0">
              <a:solidFill>
                <a:schemeClr val="tx1"/>
              </a:solidFill>
            </a:endParaRPr>
          </a:p>
        </p:txBody>
      </p:sp>
      <p:sp>
        <p:nvSpPr>
          <p:cNvPr id="30" name="Oval 29">
            <a:extLst>
              <a:ext uri="{FF2B5EF4-FFF2-40B4-BE49-F238E27FC236}">
                <a16:creationId xmlns:a16="http://schemas.microsoft.com/office/drawing/2014/main" id="{B9EA0F48-32F0-8B02-3E3D-94FF9B6A59E6}"/>
              </a:ext>
            </a:extLst>
          </p:cNvPr>
          <p:cNvSpPr/>
          <p:nvPr>
            <p:custDataLst>
              <p:tags r:id="rId11"/>
            </p:custDataLst>
          </p:nvPr>
        </p:nvSpPr>
        <p:spPr bwMode="auto">
          <a:xfrm>
            <a:off x="8253413" y="3495675"/>
            <a:ext cx="1543050"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ctr">
              <a:spcBef>
                <a:spcPct val="0"/>
              </a:spcBef>
              <a:spcAft>
                <a:spcPct val="0"/>
              </a:spcAft>
            </a:pPr>
            <a:r>
              <a:rPr lang="en-US" altLang="en-US" sz="1400" b="1" dirty="0">
                <a:solidFill>
                  <a:schemeClr val="tx1"/>
                </a:solidFill>
                <a:effectLst/>
              </a:rPr>
              <a:t>CAGR: </a:t>
            </a:r>
            <a:fld id="{D8E7DDF8-84EC-4E5E-8C5F-FE2386BA943C}" type="datetime'''''+''''''''1''''''''8''''''''''''''''%'''''''''''''''''''">
              <a:rPr lang="en-US" altLang="en-US" sz="1400" b="1" smtClean="0">
                <a:solidFill>
                  <a:schemeClr val="tx1"/>
                </a:solidFill>
                <a:effectLst/>
              </a:rPr>
              <a:pPr/>
              <a:t>+18%</a:t>
            </a:fld>
            <a:endParaRPr lang="en-US" sz="1400" b="1" dirty="0">
              <a:solidFill>
                <a:schemeClr val="tx1"/>
              </a:solidFill>
            </a:endParaRPr>
          </a:p>
        </p:txBody>
      </p:sp>
    </p:spTree>
    <p:extLst>
      <p:ext uri="{BB962C8B-B14F-4D97-AF65-F5344CB8AC3E}">
        <p14:creationId xmlns:p14="http://schemas.microsoft.com/office/powerpoint/2010/main" val="3931065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BEFCE-5B5F-BE28-459E-447CF7471FCD}"/>
            </a:ext>
          </a:extLst>
        </p:cNvPr>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62FAC289-D65F-F526-24BA-9717CAD220C5}"/>
              </a:ext>
            </a:extLst>
          </p:cNvPr>
          <p:cNvGraphicFramePr>
            <a:graphicFrameLocks noChangeAspect="1"/>
          </p:cNvGraphicFramePr>
          <p:nvPr>
            <p:custDataLst>
              <p:tags r:id="rId1"/>
            </p:custDataLst>
            <p:extLst>
              <p:ext uri="{D42A27DB-BD31-4B8C-83A1-F6EECF244321}">
                <p14:modId xmlns:p14="http://schemas.microsoft.com/office/powerpoint/2010/main" val="14418433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44" imgH="344" progId="TCLayout.ActiveDocument.1">
                  <p:embed/>
                </p:oleObj>
              </mc:Choice>
              <mc:Fallback>
                <p:oleObj name="think-cell Slide" r:id="rId12" imgW="344" imgH="344" progId="TCLayout.ActiveDocument.1">
                  <p:embed/>
                  <p:pic>
                    <p:nvPicPr>
                      <p:cNvPr id="13" name="Object 12" hidden="1">
                        <a:extLst>
                          <a:ext uri="{FF2B5EF4-FFF2-40B4-BE49-F238E27FC236}">
                            <a16:creationId xmlns:a16="http://schemas.microsoft.com/office/drawing/2014/main" id="{62FAC289-D65F-F526-24BA-9717CAD220C5}"/>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4A7BABFF-71D2-706E-2819-61C2E2C79C0F}"/>
              </a:ext>
            </a:extLst>
          </p:cNvPr>
          <p:cNvSpPr txBox="1">
            <a:spLocks noGrp="1"/>
          </p:cNvSpPr>
          <p:nvPr>
            <p:ph type="title"/>
          </p:nvPr>
        </p:nvSpPr>
        <p:spPr>
          <a:xfrm>
            <a:off x="514115" y="365126"/>
            <a:ext cx="8704313" cy="1081710"/>
          </a:xfrm>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using a robust sales, marketing, pricing and communication strategy</a:t>
            </a:r>
            <a:endParaRPr lang="en-US" sz="1600" b="0" kern="0" dirty="0"/>
          </a:p>
        </p:txBody>
      </p:sp>
      <p:sp>
        <p:nvSpPr>
          <p:cNvPr id="4" name="Footer Placeholder 3">
            <a:extLst>
              <a:ext uri="{FF2B5EF4-FFF2-40B4-BE49-F238E27FC236}">
                <a16:creationId xmlns:a16="http://schemas.microsoft.com/office/drawing/2014/main" id="{C4BE80DB-8FA0-C485-B88D-47F0FF1ECDB1}"/>
              </a:ext>
            </a:extLst>
          </p:cNvPr>
          <p:cNvSpPr>
            <a:spLocks noGrp="1"/>
          </p:cNvSpPr>
          <p:nvPr>
            <p:ph type="ftr" sz="quarter" idx="3"/>
          </p:nvPr>
        </p:nvSpPr>
        <p:spPr/>
        <p:txBody>
          <a:bodyPr>
            <a:spAutoFit/>
          </a:bodyPr>
          <a:lstStyle/>
          <a:p>
            <a:r>
              <a:rPr lang="en-US" dirty="0"/>
              <a:t>Domont Consulting</a:t>
            </a:r>
          </a:p>
        </p:txBody>
      </p:sp>
      <p:sp>
        <p:nvSpPr>
          <p:cNvPr id="5" name="Slide Number Placeholder 4">
            <a:extLst>
              <a:ext uri="{FF2B5EF4-FFF2-40B4-BE49-F238E27FC236}">
                <a16:creationId xmlns:a16="http://schemas.microsoft.com/office/drawing/2014/main" id="{6286A347-1B79-C5D4-6EF1-89E066B2734F}"/>
              </a:ext>
            </a:extLst>
          </p:cNvPr>
          <p:cNvSpPr>
            <a:spLocks noGrp="1"/>
          </p:cNvSpPr>
          <p:nvPr>
            <p:ph type="sldNum" sz="quarter" idx="4"/>
          </p:nvPr>
        </p:nvSpPr>
        <p:spPr/>
        <p:txBody>
          <a:bodyPr/>
          <a:lstStyle/>
          <a:p>
            <a:fld id="{37F5C94B-8C55-478B-B509-BAE6A06B2E2A}" type="slidenum">
              <a:rPr lang="en-US" smtClean="0"/>
              <a:pPr/>
              <a:t>5</a:t>
            </a:fld>
            <a:endParaRPr lang="en-US" dirty="0"/>
          </a:p>
        </p:txBody>
      </p:sp>
      <p:grpSp>
        <p:nvGrpSpPr>
          <p:cNvPr id="3" name="Group 2">
            <a:extLst>
              <a:ext uri="{FF2B5EF4-FFF2-40B4-BE49-F238E27FC236}">
                <a16:creationId xmlns:a16="http://schemas.microsoft.com/office/drawing/2014/main" id="{72B06968-9527-6FC9-333F-9A7F57B12A45}"/>
              </a:ext>
            </a:extLst>
          </p:cNvPr>
          <p:cNvGrpSpPr/>
          <p:nvPr/>
        </p:nvGrpSpPr>
        <p:grpSpPr>
          <a:xfrm>
            <a:off x="599178" y="1686792"/>
            <a:ext cx="5127265" cy="338554"/>
            <a:chOff x="599178" y="1686792"/>
            <a:chExt cx="5127265" cy="338554"/>
          </a:xfrm>
        </p:grpSpPr>
        <p:cxnSp>
          <p:nvCxnSpPr>
            <p:cNvPr id="9" name="Straight Connector 8">
              <a:extLst>
                <a:ext uri="{FF2B5EF4-FFF2-40B4-BE49-F238E27FC236}">
                  <a16:creationId xmlns:a16="http://schemas.microsoft.com/office/drawing/2014/main" id="{021EBB4A-A970-CD26-1902-80608CFF870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FCF4AB1-FC05-0790-95EE-D5E6B8702C50}"/>
                </a:ext>
              </a:extLst>
            </p:cNvPr>
            <p:cNvSpPr txBox="1"/>
            <p:nvPr/>
          </p:nvSpPr>
          <p:spPr>
            <a:xfrm>
              <a:off x="599178" y="1686792"/>
              <a:ext cx="5112000" cy="338554"/>
            </a:xfrm>
            <a:prstGeom prst="rect">
              <a:avLst/>
            </a:prstGeom>
            <a:noFill/>
          </p:spPr>
          <p:txBody>
            <a:bodyPr wrap="square" rtlCol="0">
              <a:spAutoFit/>
            </a:bodyPr>
            <a:lstStyle/>
            <a:p>
              <a:r>
                <a:rPr lang="en-US" sz="1600" b="1" dirty="0"/>
                <a:t>Sales, Marketing and Communication Strategy</a:t>
              </a:r>
            </a:p>
          </p:txBody>
        </p:sp>
      </p:grpSp>
      <p:grpSp>
        <p:nvGrpSpPr>
          <p:cNvPr id="11" name="Group 10">
            <a:extLst>
              <a:ext uri="{FF2B5EF4-FFF2-40B4-BE49-F238E27FC236}">
                <a16:creationId xmlns:a16="http://schemas.microsoft.com/office/drawing/2014/main" id="{17E3B724-58E4-65EE-71D3-0B91052E4C9C}"/>
              </a:ext>
            </a:extLst>
          </p:cNvPr>
          <p:cNvGrpSpPr/>
          <p:nvPr/>
        </p:nvGrpSpPr>
        <p:grpSpPr>
          <a:xfrm>
            <a:off x="6448425" y="1687513"/>
            <a:ext cx="5127625" cy="338138"/>
            <a:chOff x="599178" y="1686792"/>
            <a:chExt cx="5127265" cy="338554"/>
          </a:xfrm>
        </p:grpSpPr>
        <p:cxnSp>
          <p:nvCxnSpPr>
            <p:cNvPr id="12" name="Straight Connector 11">
              <a:extLst>
                <a:ext uri="{FF2B5EF4-FFF2-40B4-BE49-F238E27FC236}">
                  <a16:creationId xmlns:a16="http://schemas.microsoft.com/office/drawing/2014/main" id="{B7C43262-A8B8-0FBA-C67B-94BDF32712DA}"/>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949B66B-7F62-580C-2B64-BF7704D2ABBA}"/>
                </a:ext>
              </a:extLst>
            </p:cNvPr>
            <p:cNvSpPr txBox="1"/>
            <p:nvPr/>
          </p:nvSpPr>
          <p:spPr>
            <a:xfrm>
              <a:off x="599178" y="1686792"/>
              <a:ext cx="5112000" cy="338554"/>
            </a:xfrm>
            <a:prstGeom prst="rect">
              <a:avLst/>
            </a:prstGeom>
            <a:noFill/>
          </p:spPr>
          <p:txBody>
            <a:bodyPr wrap="square" rtlCol="0">
              <a:spAutoFit/>
            </a:bodyPr>
            <a:lstStyle/>
            <a:p>
              <a:r>
                <a:rPr lang="en-US" sz="1600" b="1" dirty="0"/>
                <a:t>Coca-Cola’s Revenue ($bn)</a:t>
              </a:r>
            </a:p>
          </p:txBody>
        </p:sp>
      </p:grpSp>
      <p:sp>
        <p:nvSpPr>
          <p:cNvPr id="15" name="TextBox 14">
            <a:extLst>
              <a:ext uri="{FF2B5EF4-FFF2-40B4-BE49-F238E27FC236}">
                <a16:creationId xmlns:a16="http://schemas.microsoft.com/office/drawing/2014/main" id="{264C76DC-C776-201B-3A07-8E0B8074D5FE}"/>
              </a:ext>
            </a:extLst>
          </p:cNvPr>
          <p:cNvSpPr txBox="1"/>
          <p:nvPr/>
        </p:nvSpPr>
        <p:spPr>
          <a:xfrm>
            <a:off x="599177" y="2080435"/>
            <a:ext cx="5127265" cy="4555093"/>
          </a:xfrm>
          <a:prstGeom prst="rect">
            <a:avLst/>
          </a:prstGeom>
          <a:noFill/>
        </p:spPr>
        <p:txBody>
          <a:bodyPr wrap="square" rtlCol="0">
            <a:spAutoFit/>
          </a:bodyPr>
          <a:lstStyle/>
          <a:p>
            <a:pPr marL="180975" indent="-180975">
              <a:spcBef>
                <a:spcPts val="300"/>
              </a:spcBef>
              <a:spcAft>
                <a:spcPts val="300"/>
              </a:spcAft>
              <a:buFont typeface="Arial" panose="020B0604020202020204" pitchFamily="34" charset="0"/>
              <a:buChar char="•"/>
            </a:pPr>
            <a:r>
              <a:rPr lang="en-US" sz="1350" b="1" dirty="0">
                <a:latin typeface="+mj-lt"/>
              </a:rPr>
              <a:t>Brand Consistency: </a:t>
            </a:r>
            <a:r>
              <a:rPr lang="en-US" sz="1350" dirty="0">
                <a:latin typeface="+mj-lt"/>
              </a:rPr>
              <a:t>Coca-Cola has maintained a consistent brand image and message across all its marketing channels. Their iconic red and white logo and the classic "Coca-Cola" script are instantly recognizable worldwide.</a:t>
            </a:r>
          </a:p>
          <a:p>
            <a:pPr marL="180975" indent="-180975">
              <a:spcBef>
                <a:spcPts val="300"/>
              </a:spcBef>
              <a:spcAft>
                <a:spcPts val="300"/>
              </a:spcAft>
              <a:buFont typeface="Arial" panose="020B0604020202020204" pitchFamily="34" charset="0"/>
              <a:buChar char="•"/>
            </a:pPr>
            <a:r>
              <a:rPr lang="en-US" sz="1350" b="1" dirty="0">
                <a:latin typeface="+mj-lt"/>
              </a:rPr>
              <a:t>Emotional Marketing: </a:t>
            </a:r>
            <a:r>
              <a:rPr lang="en-US" sz="1350" dirty="0">
                <a:latin typeface="+mj-lt"/>
              </a:rPr>
              <a:t>Coca-Cola's campaigns often focus on creating emotional connections with consumers. Their "Share a Coke" campaign, which personalized bottles with people's names, is a prime example of this approach.</a:t>
            </a:r>
          </a:p>
          <a:p>
            <a:pPr marL="180975" indent="-180975">
              <a:spcBef>
                <a:spcPts val="300"/>
              </a:spcBef>
              <a:spcAft>
                <a:spcPts val="300"/>
              </a:spcAft>
              <a:buFont typeface="Arial" panose="020B0604020202020204" pitchFamily="34" charset="0"/>
              <a:buChar char="•"/>
            </a:pPr>
            <a:r>
              <a:rPr lang="en-US" sz="1350" b="1" dirty="0">
                <a:latin typeface="+mj-lt"/>
              </a:rPr>
              <a:t>Global and Local Marketing: </a:t>
            </a:r>
            <a:r>
              <a:rPr lang="en-US" sz="1350" dirty="0">
                <a:latin typeface="+mj-lt"/>
              </a:rPr>
              <a:t>While Coca-Cola runs global campaigns, they also tailor their marketing efforts to local markets. This ensures relevance and resonance with diverse consumer bases.</a:t>
            </a:r>
          </a:p>
          <a:p>
            <a:pPr marL="180975" indent="-180975">
              <a:spcBef>
                <a:spcPts val="300"/>
              </a:spcBef>
              <a:spcAft>
                <a:spcPts val="300"/>
              </a:spcAft>
              <a:buFont typeface="Arial" panose="020B0604020202020204" pitchFamily="34" charset="0"/>
              <a:buChar char="•"/>
            </a:pPr>
            <a:r>
              <a:rPr lang="en-US" sz="1350" b="1" dirty="0">
                <a:latin typeface="+mj-lt"/>
              </a:rPr>
              <a:t>Innovative Advertising: </a:t>
            </a:r>
            <a:r>
              <a:rPr lang="en-US" sz="1350" dirty="0">
                <a:latin typeface="+mj-lt"/>
              </a:rPr>
              <a:t>Coca-Cola has a history of memorable advertisements, from the "I'd Like to Buy the World a Coke" jingle to their festive holiday commercials featuring Santa Claus.</a:t>
            </a:r>
          </a:p>
          <a:p>
            <a:pPr marL="180975" indent="-180975">
              <a:spcBef>
                <a:spcPts val="300"/>
              </a:spcBef>
              <a:spcAft>
                <a:spcPts val="300"/>
              </a:spcAft>
              <a:buFont typeface="Arial" panose="020B0604020202020204" pitchFamily="34" charset="0"/>
              <a:buChar char="•"/>
            </a:pPr>
            <a:r>
              <a:rPr lang="en-US" sz="1350" b="1" dirty="0">
                <a:latin typeface="+mj-lt"/>
              </a:rPr>
              <a:t>Sponsorships and Partnerships: </a:t>
            </a:r>
            <a:r>
              <a:rPr lang="en-US" sz="1350" dirty="0">
                <a:latin typeface="+mj-lt"/>
              </a:rPr>
              <a:t>Coca-Cola sponsors major events like the FIFA World Cup and the Olympics, which helps them reach a vast audience and associate their brand with positive, high-profile events.</a:t>
            </a:r>
            <a:endParaRPr lang="en-US" sz="1350" dirty="0"/>
          </a:p>
        </p:txBody>
      </p:sp>
      <p:sp>
        <p:nvSpPr>
          <p:cNvPr id="17" name="TextBox 16">
            <a:extLst>
              <a:ext uri="{FF2B5EF4-FFF2-40B4-BE49-F238E27FC236}">
                <a16:creationId xmlns:a16="http://schemas.microsoft.com/office/drawing/2014/main" id="{A66C6BC6-7B20-3078-4082-DAE3C735683E}"/>
              </a:ext>
            </a:extLst>
          </p:cNvPr>
          <p:cNvSpPr txBox="1"/>
          <p:nvPr/>
        </p:nvSpPr>
        <p:spPr>
          <a:xfrm>
            <a:off x="6460245" y="2080435"/>
            <a:ext cx="5127265" cy="738664"/>
          </a:xfrm>
          <a:prstGeom prst="rect">
            <a:avLst/>
          </a:prstGeom>
          <a:noFill/>
        </p:spPr>
        <p:txBody>
          <a:bodyPr wrap="square" rtlCol="0">
            <a:spAutoFit/>
          </a:bodyPr>
          <a:lstStyle/>
          <a:p>
            <a:pPr>
              <a:spcBef>
                <a:spcPts val="300"/>
              </a:spcBef>
              <a:spcAft>
                <a:spcPts val="300"/>
              </a:spcAft>
            </a:pPr>
            <a:r>
              <a:rPr lang="en-US" sz="1400" dirty="0">
                <a:latin typeface="+mj-lt"/>
              </a:rPr>
              <a:t>With a compounded annual growth rate (CAGR) of 9%, Coca-Cola's strategy has led to significant revenue growth over the years.</a:t>
            </a:r>
            <a:endParaRPr lang="en-US" sz="1200" dirty="0"/>
          </a:p>
        </p:txBody>
      </p:sp>
      <p:cxnSp>
        <p:nvCxnSpPr>
          <p:cNvPr id="18" name="Straight Connector 17">
            <a:extLst>
              <a:ext uri="{FF2B5EF4-FFF2-40B4-BE49-F238E27FC236}">
                <a16:creationId xmlns:a16="http://schemas.microsoft.com/office/drawing/2014/main" id="{895D85DE-D656-3A5B-6094-B7427419FAF8}"/>
              </a:ext>
            </a:extLst>
          </p:cNvPr>
          <p:cNvCxnSpPr>
            <a:cxnSpLocks/>
          </p:cNvCxnSpPr>
          <p:nvPr/>
        </p:nvCxnSpPr>
        <p:spPr>
          <a:xfrm>
            <a:off x="6096000" y="2328530"/>
            <a:ext cx="0" cy="4093535"/>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19" name="arrow botton next right">
            <a:extLst>
              <a:ext uri="{FF2B5EF4-FFF2-40B4-BE49-F238E27FC236}">
                <a16:creationId xmlns:a16="http://schemas.microsoft.com/office/drawing/2014/main" id="{3DB3D08B-9B5B-535A-48AF-6ADDB078104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91614" y="1765363"/>
            <a:ext cx="435578" cy="435578"/>
          </a:xfrm>
          <a:prstGeom prst="rect">
            <a:avLst/>
          </a:prstGeom>
        </p:spPr>
      </p:pic>
      <p:graphicFrame>
        <p:nvGraphicFramePr>
          <p:cNvPr id="52" name="Chart 51">
            <a:extLst>
              <a:ext uri="{FF2B5EF4-FFF2-40B4-BE49-F238E27FC236}">
                <a16:creationId xmlns:a16="http://schemas.microsoft.com/office/drawing/2014/main" id="{4BEECB92-2184-910B-267F-9FE4B66AE502}"/>
              </a:ext>
            </a:extLst>
          </p:cNvPr>
          <p:cNvGraphicFramePr/>
          <p:nvPr>
            <p:custDataLst>
              <p:tags r:id="rId2"/>
            </p:custDataLst>
            <p:extLst>
              <p:ext uri="{D42A27DB-BD31-4B8C-83A1-F6EECF244321}">
                <p14:modId xmlns:p14="http://schemas.microsoft.com/office/powerpoint/2010/main" val="193310935"/>
              </p:ext>
            </p:extLst>
          </p:nvPr>
        </p:nvGraphicFramePr>
        <p:xfrm>
          <a:off x="6365875" y="3160713"/>
          <a:ext cx="5208588" cy="3430587"/>
        </p:xfrm>
        <a:graphic>
          <a:graphicData uri="http://schemas.openxmlformats.org/drawingml/2006/chart">
            <c:chart xmlns:c="http://schemas.openxmlformats.org/drawingml/2006/chart" xmlns:r="http://schemas.openxmlformats.org/officeDocument/2006/relationships" r:id="rId16"/>
          </a:graphicData>
        </a:graphic>
      </p:graphicFrame>
      <p:cxnSp>
        <p:nvCxnSpPr>
          <p:cNvPr id="21" name="Straight Connector 20">
            <a:extLst>
              <a:ext uri="{FF2B5EF4-FFF2-40B4-BE49-F238E27FC236}">
                <a16:creationId xmlns:a16="http://schemas.microsoft.com/office/drawing/2014/main" id="{F4A18A51-2A26-BAE8-2B83-70CE04022BED}"/>
              </a:ext>
            </a:extLst>
          </p:cNvPr>
          <p:cNvCxnSpPr/>
          <p:nvPr>
            <p:custDataLst>
              <p:tags r:id="rId3"/>
            </p:custDataLst>
          </p:nvPr>
        </p:nvCxnSpPr>
        <p:spPr bwMode="auto">
          <a:xfrm flipV="1">
            <a:off x="6951663" y="2952750"/>
            <a:ext cx="4035425" cy="801688"/>
          </a:xfrm>
          <a:prstGeom prst="line">
            <a:avLst/>
          </a:prstGeom>
          <a:ln w="28575"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AF8B5BFD-61CA-6979-B2CE-6D9680E1B8F9}"/>
              </a:ext>
            </a:extLst>
          </p:cNvPr>
          <p:cNvSpPr/>
          <p:nvPr>
            <p:custDataLst>
              <p:tags r:id="rId4"/>
            </p:custDataLst>
          </p:nvPr>
        </p:nvSpPr>
        <p:spPr bwMode="auto">
          <a:xfrm>
            <a:off x="6748463"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D5231CDE-8018-4D0E-AE45-70F2D135AF31}" type="datetime'''2''''''''''''''''0''20'''''''''''''''''">
              <a:rPr lang="en-US" altLang="en-US" sz="1400" smtClean="0">
                <a:solidFill>
                  <a:schemeClr val="tx1"/>
                </a:solidFill>
              </a:rPr>
              <a:pPr/>
              <a:t>2020</a:t>
            </a:fld>
            <a:endParaRPr lang="en-US" sz="1400" dirty="0">
              <a:solidFill>
                <a:schemeClr val="tx1"/>
              </a:solidFill>
            </a:endParaRPr>
          </a:p>
        </p:txBody>
      </p:sp>
      <p:sp>
        <p:nvSpPr>
          <p:cNvPr id="20" name="Rectangle 19">
            <a:extLst>
              <a:ext uri="{FF2B5EF4-FFF2-40B4-BE49-F238E27FC236}">
                <a16:creationId xmlns:a16="http://schemas.microsoft.com/office/drawing/2014/main" id="{419A7851-3419-EA12-CCAA-169E372FF122}"/>
              </a:ext>
            </a:extLst>
          </p:cNvPr>
          <p:cNvSpPr/>
          <p:nvPr>
            <p:custDataLst>
              <p:tags r:id="rId5"/>
            </p:custDataLst>
          </p:nvPr>
        </p:nvSpPr>
        <p:spPr bwMode="auto">
          <a:xfrm>
            <a:off x="7758113"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6299540D-7156-4A63-B7BB-C67C77FFACE0}" type="datetime'''''''2''''''''''''0''''''''''''21'''''''''''''''''''''''''''">
              <a:rPr lang="en-US" altLang="en-US" sz="1400" smtClean="0">
                <a:solidFill>
                  <a:schemeClr val="tx1"/>
                </a:solidFill>
              </a:rPr>
              <a:pPr/>
              <a:t>2021</a:t>
            </a:fld>
            <a:endParaRPr lang="en-US" sz="1400" dirty="0">
              <a:solidFill>
                <a:schemeClr val="tx1"/>
              </a:solidFill>
            </a:endParaRPr>
          </a:p>
        </p:txBody>
      </p:sp>
      <p:sp>
        <p:nvSpPr>
          <p:cNvPr id="29" name="Rectangle 28">
            <a:extLst>
              <a:ext uri="{FF2B5EF4-FFF2-40B4-BE49-F238E27FC236}">
                <a16:creationId xmlns:a16="http://schemas.microsoft.com/office/drawing/2014/main" id="{BCF474C0-0947-3C5E-4756-8D4881DF6B6D}"/>
              </a:ext>
            </a:extLst>
          </p:cNvPr>
          <p:cNvSpPr/>
          <p:nvPr>
            <p:custDataLst>
              <p:tags r:id="rId6"/>
            </p:custDataLst>
          </p:nvPr>
        </p:nvSpPr>
        <p:spPr bwMode="auto">
          <a:xfrm>
            <a:off x="8766175"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3180E2B9-B347-46CE-8629-6B428DDF4997}" type="datetime'''''''''''''''''2''''''''''''''''''0''''22'''''''''''''''''">
              <a:rPr lang="en-US" altLang="en-US" sz="1400" smtClean="0">
                <a:solidFill>
                  <a:schemeClr val="tx1"/>
                </a:solidFill>
              </a:rPr>
              <a:pPr/>
              <a:t>2022</a:t>
            </a:fld>
            <a:endParaRPr lang="en-US" sz="1400" dirty="0">
              <a:solidFill>
                <a:schemeClr val="tx1"/>
              </a:solidFill>
            </a:endParaRPr>
          </a:p>
        </p:txBody>
      </p:sp>
      <p:sp>
        <p:nvSpPr>
          <p:cNvPr id="31" name="Rectangle 30">
            <a:extLst>
              <a:ext uri="{FF2B5EF4-FFF2-40B4-BE49-F238E27FC236}">
                <a16:creationId xmlns:a16="http://schemas.microsoft.com/office/drawing/2014/main" id="{110ED1EF-09F1-2341-39E1-2A38A2939237}"/>
              </a:ext>
            </a:extLst>
          </p:cNvPr>
          <p:cNvSpPr/>
          <p:nvPr>
            <p:custDataLst>
              <p:tags r:id="rId7"/>
            </p:custDataLst>
          </p:nvPr>
        </p:nvSpPr>
        <p:spPr bwMode="auto">
          <a:xfrm>
            <a:off x="9775825"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B0FA6A8D-FEB2-4285-9A1F-9D4913104C54}" type="datetime'''2''0''2''''''''''''''''''''''''''''3'">
              <a:rPr lang="en-US" altLang="en-US" sz="1400" smtClean="0">
                <a:solidFill>
                  <a:schemeClr val="tx1"/>
                </a:solidFill>
              </a:rPr>
              <a:pPr/>
              <a:t>2023</a:t>
            </a:fld>
            <a:endParaRPr lang="en-US" sz="1400" dirty="0">
              <a:solidFill>
                <a:schemeClr val="tx1"/>
              </a:solidFill>
            </a:endParaRPr>
          </a:p>
        </p:txBody>
      </p:sp>
      <p:sp>
        <p:nvSpPr>
          <p:cNvPr id="32" name="Rectangle 31">
            <a:extLst>
              <a:ext uri="{FF2B5EF4-FFF2-40B4-BE49-F238E27FC236}">
                <a16:creationId xmlns:a16="http://schemas.microsoft.com/office/drawing/2014/main" id="{9C95F7C2-3E95-0173-EDB7-9BE58F96BCCB}"/>
              </a:ext>
            </a:extLst>
          </p:cNvPr>
          <p:cNvSpPr/>
          <p:nvPr>
            <p:custDataLst>
              <p:tags r:id="rId8"/>
            </p:custDataLst>
          </p:nvPr>
        </p:nvSpPr>
        <p:spPr bwMode="auto">
          <a:xfrm>
            <a:off x="10783888" y="6343650"/>
            <a:ext cx="4064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644E41E4-83CD-4AD8-9E92-9AE011BED704}" type="datetime'''''''''2''''''''''''''0''''''''''2''''''''''4'">
              <a:rPr lang="en-US" altLang="en-US" sz="1400" smtClean="0">
                <a:solidFill>
                  <a:schemeClr val="tx1"/>
                </a:solidFill>
              </a:rPr>
              <a:pPr/>
              <a:t>2024</a:t>
            </a:fld>
            <a:endParaRPr lang="en-US" sz="1400" dirty="0">
              <a:solidFill>
                <a:schemeClr val="tx1"/>
              </a:solidFill>
            </a:endParaRPr>
          </a:p>
        </p:txBody>
      </p:sp>
      <p:sp>
        <p:nvSpPr>
          <p:cNvPr id="30" name="Oval 29">
            <a:extLst>
              <a:ext uri="{FF2B5EF4-FFF2-40B4-BE49-F238E27FC236}">
                <a16:creationId xmlns:a16="http://schemas.microsoft.com/office/drawing/2014/main" id="{EF441A9B-AF0D-9A74-FC7F-554B2D149CD5}"/>
              </a:ext>
            </a:extLst>
          </p:cNvPr>
          <p:cNvSpPr/>
          <p:nvPr>
            <p:custDataLst>
              <p:tags r:id="rId9"/>
            </p:custDataLst>
          </p:nvPr>
        </p:nvSpPr>
        <p:spPr bwMode="auto">
          <a:xfrm>
            <a:off x="8267700" y="3201988"/>
            <a:ext cx="1403350"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ctr">
              <a:spcBef>
                <a:spcPct val="0"/>
              </a:spcBef>
              <a:spcAft>
                <a:spcPct val="0"/>
              </a:spcAft>
            </a:pPr>
            <a:r>
              <a:rPr lang="en-US" altLang="en-US" sz="1400" b="1" dirty="0">
                <a:solidFill>
                  <a:schemeClr val="tx1"/>
                </a:solidFill>
                <a:effectLst/>
              </a:rPr>
              <a:t>CAGR: </a:t>
            </a:r>
            <a:fld id="{BCC64A1C-CB1D-4DD8-A1F0-BE21F3DFC493}" type="datetime'''+''''''''''''9''''''''''''''''''''''''''''''''''''''%'''">
              <a:rPr lang="en-US" altLang="en-US" sz="1400" b="1" smtClean="0">
                <a:solidFill>
                  <a:schemeClr val="tx1"/>
                </a:solidFill>
                <a:effectLst/>
              </a:rPr>
              <a:pPr/>
              <a:t>+9%</a:t>
            </a:fld>
            <a:endParaRPr lang="en-US" sz="1400" b="1" dirty="0">
              <a:solidFill>
                <a:schemeClr val="tx1"/>
              </a:solidFill>
            </a:endParaRPr>
          </a:p>
        </p:txBody>
      </p:sp>
      <p:pic>
        <p:nvPicPr>
          <p:cNvPr id="2050" name="Picture 2">
            <a:extLst>
              <a:ext uri="{FF2B5EF4-FFF2-40B4-BE49-F238E27FC236}">
                <a16:creationId xmlns:a16="http://schemas.microsoft.com/office/drawing/2014/main" id="{916F8CA7-0ADA-AEF7-2B3E-15742F496FD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449752" y="642950"/>
            <a:ext cx="2100435" cy="660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5945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3234240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fontScale="90000"/>
          </a:bodyPr>
          <a:lstStyle/>
          <a:p>
            <a:r>
              <a:rPr lang="en-US">
                <a:solidFill>
                  <a:schemeClr val="tx1"/>
                </a:solidFill>
              </a:rPr>
              <a:t>To help you create your own success stories, our ex-McKinsey, Deloitte &amp; BCG consultants created a Sales, Marketing, Pricing &amp; Communication Strategy Toolkit</a:t>
            </a:r>
            <a:endParaRPr lang="en-US" dirty="0">
              <a:solidFill>
                <a:schemeClr val="tx1"/>
              </a:solidFill>
            </a:endParaRP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by former McKinsey, Deloitte &amp; BCG management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28" name="Footer Placeholder 27">
            <a:extLst>
              <a:ext uri="{FF2B5EF4-FFF2-40B4-BE49-F238E27FC236}">
                <a16:creationId xmlns:a16="http://schemas.microsoft.com/office/drawing/2014/main" id="{1684A22A-B314-99D5-40AA-905592FF082D}"/>
              </a:ext>
            </a:extLst>
          </p:cNvPr>
          <p:cNvSpPr>
            <a:spLocks noGrp="1"/>
          </p:cNvSpPr>
          <p:nvPr>
            <p:ph type="ftr" sz="quarter" idx="3"/>
          </p:nvPr>
        </p:nvSpPr>
        <p:spPr/>
        <p:txBody>
          <a:bodyPr>
            <a:spAutoFit/>
          </a:bodyPr>
          <a:lstStyle/>
          <a:p>
            <a:r>
              <a:rPr lang="en-US" dirty="0"/>
              <a:t>Domont Consulting</a:t>
            </a:r>
          </a:p>
        </p:txBody>
      </p:sp>
      <p:sp>
        <p:nvSpPr>
          <p:cNvPr id="29" name="Slide Number Placeholder 28">
            <a:extLst>
              <a:ext uri="{FF2B5EF4-FFF2-40B4-BE49-F238E27FC236}">
                <a16:creationId xmlns:a16="http://schemas.microsoft.com/office/drawing/2014/main" id="{9E48F9BA-6757-0131-C4B3-BE032E76B308}"/>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7</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latin typeface="Aptos" panose="020B0004020202020204" pitchFamily="34" charset="0"/>
                <a:ea typeface="Aptos" panose="020B0004020202020204" pitchFamily="34" charset="0"/>
                <a:cs typeface="Aptos" panose="020B0004020202020204" pitchFamily="34" charset="0"/>
                <a:hlinkClick r:id="rId5"/>
              </a:rPr>
              <a:t>https://youtu.be/gkz-s7rnZ_s</a:t>
            </a:r>
            <a:r>
              <a:rPr lang="en-US" sz="1600" dirty="0">
                <a:latin typeface="Aptos" panose="020B0004020202020204" pitchFamily="34" charset="0"/>
                <a:ea typeface="Aptos" panose="020B0004020202020204" pitchFamily="34" charset="0"/>
                <a:cs typeface="Aptos" panose="020B0004020202020204" pitchFamily="34" charset="0"/>
              </a:rPr>
              <a:t> </a:t>
            </a:r>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68E95C1C-4553-2FA1-0213-965EA31B1928}"/>
              </a:ext>
            </a:extLst>
          </p:cNvPr>
          <p:cNvPicPr>
            <a:picLocks noChangeAspect="1"/>
          </p:cNvPicPr>
          <p:nvPr/>
        </p:nvPicPr>
        <p:blipFill>
          <a:blip r:embed="rId7"/>
          <a:stretch>
            <a:fillRect/>
          </a:stretch>
        </p:blipFill>
        <p:spPr>
          <a:xfrm>
            <a:off x="6465559" y="2080435"/>
            <a:ext cx="5109421" cy="2845893"/>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503788" y="1494714"/>
            <a:ext cx="11094412" cy="5055230"/>
          </a:xfrm>
          <a:prstGeom prst="rect">
            <a:avLst/>
          </a:prstGeom>
        </p:spPr>
        <p:txBody>
          <a:bodyPr wrap="square">
            <a:spAutoFit/>
          </a:bodyPr>
          <a:lstStyle/>
          <a:p>
            <a:pPr marL="0" marR="0" lvl="1" algn="l" defTabSz="914400" eaLnBrk="1" fontAlgn="auto" latinLnBrk="0" hangingPunct="1">
              <a:spcBef>
                <a:spcPts val="400"/>
              </a:spcBef>
              <a:spcAft>
                <a:spcPts val="400"/>
              </a:spcAft>
              <a:buClrTx/>
              <a:buSzTx/>
              <a:tabLst/>
              <a:defRPr/>
            </a:pPr>
            <a:r>
              <a:rPr lang="en-US" sz="1150" b="1" dirty="0">
                <a:solidFill>
                  <a:srgbClr val="002060"/>
                </a:solidFill>
                <a:latin typeface="Arial (Body)"/>
              </a:rPr>
              <a:t>The Sales, Marketing, Pricing &amp; Communication Strategy Toolkit includes frameworks, tools, templates, tutorials, real-life examples, video training, and best practices to help you:</a:t>
            </a:r>
          </a:p>
          <a:p>
            <a:pPr marL="263525" lvl="1" indent="-177800">
              <a:spcBef>
                <a:spcPts val="200"/>
              </a:spcBef>
              <a:spcAft>
                <a:spcPts val="200"/>
              </a:spcAft>
              <a:buFont typeface="Arial" panose="020B0604020202020204" pitchFamily="34" charset="0"/>
              <a:buChar char="•"/>
              <a:defRPr/>
            </a:pPr>
            <a:r>
              <a:rPr lang="en-US" sz="1150" b="1" dirty="0"/>
              <a:t>Define and Implement your Sales &amp; Marketing Strategy: </a:t>
            </a:r>
            <a:r>
              <a:rPr lang="en-US" sz="1150" dirty="0"/>
              <a:t>(1) Market analysis, (2) Competitor analysis, (3) Sales analysis, (4) Marketing analysis, (5) Funnel process, (6) Company swot analysis, (7) Strategy frameworks, (8) Sales function vision, mission &amp; values, (9) Marketing function vision, mission &amp; values, (10) Sales strategic objectives &amp; KPIs to reach our vision, (11) Marketing strategic objectives &amp; KPIs to reach our vision, (12) Sales team &amp; budget, (13) Marketing team &amp; budget, (14) Five pillars: Product/Service positioning &amp; value proposition, Communication strategy, Sales distribution strategy, Pricing strategy, and Digital strategy</a:t>
            </a:r>
          </a:p>
          <a:p>
            <a:pPr marL="263525" lvl="1" indent="-177800">
              <a:spcBef>
                <a:spcPts val="200"/>
              </a:spcBef>
              <a:spcAft>
                <a:spcPts val="200"/>
              </a:spcAft>
              <a:buFont typeface="Arial" panose="020B0604020202020204" pitchFamily="34" charset="0"/>
              <a:buChar char="•"/>
              <a:defRPr/>
            </a:pPr>
            <a:r>
              <a:rPr lang="en-US" sz="1150" b="1" dirty="0"/>
              <a:t>Define your Product/Service Positioning &amp; Value Proposition: </a:t>
            </a:r>
            <a:r>
              <a:rPr lang="en-US" sz="1150" dirty="0"/>
              <a:t>(1) Target market, (2) Product/service offering, (3) Product life cycle, (4) Product/service positioning: Key attributes, customer benefits &amp; unique selling proposition (USP), (5) Value proposition, (6) Product packaging and design, (7) Product bundling, (8) Customer feedback integration</a:t>
            </a:r>
            <a:endParaRPr lang="en-US" sz="1150" b="1" dirty="0"/>
          </a:p>
          <a:p>
            <a:pPr marL="263525" lvl="1" indent="-177800">
              <a:spcBef>
                <a:spcPts val="200"/>
              </a:spcBef>
              <a:spcAft>
                <a:spcPts val="200"/>
              </a:spcAft>
              <a:buFont typeface="Arial" panose="020B0604020202020204" pitchFamily="34" charset="0"/>
              <a:buChar char="•"/>
              <a:defRPr/>
            </a:pPr>
            <a:r>
              <a:rPr lang="en-US" sz="1150" b="1" dirty="0"/>
              <a:t>Define and Implement your Communication Strategy: </a:t>
            </a:r>
            <a:r>
              <a:rPr lang="en-US" sz="1150" dirty="0"/>
              <a:t>(1) Background &amp; context, (2) Communication objectives, (3) Approach, (4) Communication principles, (5) Overarching messages, (6) Stakeholder analysis, (7) Communication channels, (8) Key dependencies, (9) Communication risks, (10) High-level communication plan, (11) Detailed communication plan</a:t>
            </a:r>
          </a:p>
          <a:p>
            <a:pPr marL="263525" lvl="1" indent="-177800">
              <a:spcBef>
                <a:spcPts val="200"/>
              </a:spcBef>
              <a:spcAft>
                <a:spcPts val="200"/>
              </a:spcAft>
              <a:buFont typeface="Arial" panose="020B0604020202020204" pitchFamily="34" charset="0"/>
              <a:buChar char="•"/>
              <a:defRPr/>
            </a:pPr>
            <a:r>
              <a:rPr lang="en-US" sz="1150" b="1" dirty="0"/>
              <a:t>Define and Implement your Sales Distribution Strategy: </a:t>
            </a:r>
            <a:r>
              <a:rPr lang="en-US" sz="1150" dirty="0"/>
              <a:t>(1) Retail distribution, (2) Wholesale distribution, (3) Online distribution, (4) Own physical store distribution, (5) Franchising, (6) Strategic partnerships, (7) Multi-channel distribution, (8) Sales team structure, (9) Sales distribution strategy selection matrix</a:t>
            </a:r>
            <a:endParaRPr lang="en-US" sz="1150" b="1" dirty="0"/>
          </a:p>
          <a:p>
            <a:pPr marL="263525" lvl="1" indent="-177800">
              <a:spcBef>
                <a:spcPts val="200"/>
              </a:spcBef>
              <a:spcAft>
                <a:spcPts val="200"/>
              </a:spcAft>
              <a:buFont typeface="Arial" panose="020B0604020202020204" pitchFamily="34" charset="0"/>
              <a:buChar char="•"/>
              <a:defRPr/>
            </a:pPr>
            <a:r>
              <a:rPr lang="en-US" sz="1150" b="1" dirty="0"/>
              <a:t>Define and Implement your Pricing Strategy: </a:t>
            </a:r>
            <a:r>
              <a:rPr lang="en-US" sz="1150" dirty="0"/>
              <a:t>(1) </a:t>
            </a:r>
            <a:r>
              <a:rPr lang="en-GB" sz="1150" dirty="0"/>
              <a:t>Pricing fundamentals, (2) Pricing maturity model, (3) Current and target pricing maturity levels, (4) Pricing strategies, (5) Price sensitivity analysis, (6) Setting up prices, (7) Discount strategies, (8) Avoiding price war, (9) Performance monitoring</a:t>
            </a:r>
          </a:p>
          <a:p>
            <a:pPr marL="263525" lvl="1" indent="-177800">
              <a:spcBef>
                <a:spcPts val="200"/>
              </a:spcBef>
              <a:spcAft>
                <a:spcPts val="200"/>
              </a:spcAft>
              <a:buFont typeface="Arial" panose="020B0604020202020204" pitchFamily="34" charset="0"/>
              <a:buChar char="•"/>
              <a:defRPr/>
            </a:pPr>
            <a:r>
              <a:rPr lang="en-US" sz="1150" b="1" dirty="0"/>
              <a:t>Define and Implement your Digital Strategy: </a:t>
            </a:r>
            <a:r>
              <a:rPr lang="en-US" sz="1150" dirty="0"/>
              <a:t>(1) Branding guidelines, (2) Website design and development, (3) Search engine optimization, (4) Pay per click strategy, (5) Social media strategy, (6) Emailing strategy</a:t>
            </a:r>
          </a:p>
          <a:p>
            <a:pPr marL="263525" marR="0" lvl="1" indent="-177800" algn="l" defTabSz="914400" rtl="0" eaLnBrk="1" fontAlgn="auto" latinLnBrk="0" hangingPunct="1">
              <a:spcBef>
                <a:spcPts val="200"/>
              </a:spcBef>
              <a:spcAft>
                <a:spcPts val="200"/>
              </a:spcAft>
              <a:buClrTx/>
              <a:buSzTx/>
              <a:buFont typeface="Arial" panose="020B0604020202020204" pitchFamily="34" charset="0"/>
              <a:buChar char="•"/>
              <a:tabLst/>
              <a:defRPr/>
            </a:pPr>
            <a:r>
              <a:rPr kumimoji="0" lang="en-US" sz="1150" b="1" i="0" u="none" strike="noStrike" kern="1200" cap="none" spc="0" normalizeH="0" baseline="0" dirty="0">
                <a:ln>
                  <a:noFill/>
                </a:ln>
                <a:solidFill>
                  <a:srgbClr val="002060"/>
                </a:solidFill>
                <a:effectLst/>
                <a:uLnTx/>
                <a:uFillTx/>
                <a:latin typeface="Arial (Body)"/>
              </a:rPr>
              <a:t>List your Potential Initiatives </a:t>
            </a:r>
            <a:r>
              <a:rPr kumimoji="0" lang="en-US" sz="1150" i="0" u="none" strike="noStrike" kern="1200" cap="none" spc="0" normalizeH="0" baseline="0" dirty="0">
                <a:ln>
                  <a:noFill/>
                </a:ln>
                <a:solidFill>
                  <a:srgbClr val="002060"/>
                </a:solidFill>
                <a:effectLst/>
                <a:uLnTx/>
                <a:uFillTx/>
                <a:latin typeface="Arial (Body)"/>
              </a:rPr>
              <a:t>for each pillar</a:t>
            </a:r>
          </a:p>
          <a:p>
            <a:pPr marL="263525" marR="0" lvl="1" indent="-177800" algn="l" defTabSz="914400" rtl="0" eaLnBrk="1" fontAlgn="auto" latinLnBrk="0" hangingPunct="1">
              <a:spcBef>
                <a:spcPts val="200"/>
              </a:spcBef>
              <a:spcAft>
                <a:spcPts val="200"/>
              </a:spcAft>
              <a:buClrTx/>
              <a:buSzTx/>
              <a:buFont typeface="Arial" panose="020B0604020202020204" pitchFamily="34" charset="0"/>
              <a:buChar char="•"/>
              <a:tabLst/>
              <a:defRPr/>
            </a:pPr>
            <a:r>
              <a:rPr kumimoji="0" lang="en-US" sz="1150" b="1" i="0" u="none" strike="noStrike" kern="1200" cap="none" spc="0" normalizeH="0" baseline="0" dirty="0">
                <a:ln>
                  <a:noFill/>
                </a:ln>
                <a:solidFill>
                  <a:srgbClr val="002060"/>
                </a:solidFill>
                <a:effectLst/>
                <a:uLnTx/>
                <a:uFillTx/>
                <a:latin typeface="Arial (Body)"/>
              </a:rPr>
              <a:t>Create your Business Cases and Financial Models </a:t>
            </a:r>
            <a:r>
              <a:rPr kumimoji="0" lang="en-US" sz="1150" i="0" u="none" strike="noStrike" kern="1200" cap="none" spc="0" normalizeH="0" baseline="0" dirty="0">
                <a:ln>
                  <a:noFill/>
                </a:ln>
                <a:solidFill>
                  <a:srgbClr val="002060"/>
                </a:solidFill>
                <a:effectLst/>
                <a:uLnTx/>
                <a:uFillTx/>
                <a:latin typeface="Arial (Body)"/>
              </a:rPr>
              <a:t>to assess Potential Initiatives</a:t>
            </a:r>
          </a:p>
          <a:p>
            <a:pPr marL="263525" marR="0" lvl="1" indent="-177800" algn="l" defTabSz="914400" rtl="0" eaLnBrk="1" fontAlgn="auto" latinLnBrk="0" hangingPunct="1">
              <a:spcBef>
                <a:spcPts val="200"/>
              </a:spcBef>
              <a:spcAft>
                <a:spcPts val="200"/>
              </a:spcAft>
              <a:buClrTx/>
              <a:buSzTx/>
              <a:buFont typeface="Arial" panose="020B0604020202020204" pitchFamily="34" charset="0"/>
              <a:buChar char="•"/>
              <a:tabLst/>
              <a:defRPr/>
            </a:pPr>
            <a:r>
              <a:rPr kumimoji="0" lang="en-US" sz="1150" b="1" i="0" u="none" strike="noStrike" kern="1200" cap="none" spc="0" normalizeH="0" baseline="0" dirty="0">
                <a:ln>
                  <a:noFill/>
                </a:ln>
                <a:solidFill>
                  <a:srgbClr val="002060"/>
                </a:solidFill>
                <a:effectLst/>
                <a:uLnTx/>
                <a:uFillTx/>
                <a:latin typeface="Arial (Body)"/>
              </a:rPr>
              <a:t>Prioritize, Plan and Implement your Projects: </a:t>
            </a:r>
            <a:r>
              <a:rPr kumimoji="0" lang="en-US" sz="1150" i="0" u="none" strike="noStrike" kern="1200" cap="none" spc="0" normalizeH="0" baseline="0" dirty="0">
                <a:ln>
                  <a:noFill/>
                </a:ln>
                <a:solidFill>
                  <a:srgbClr val="002060"/>
                </a:solidFill>
                <a:effectLst/>
                <a:uLnTx/>
                <a:uFillTx/>
                <a:latin typeface="Arial (Body)"/>
              </a:rPr>
              <a:t>(1) Project Prioritization, (2) Business Roadmap, (3) Governance, (4) Dashboards, (5) Project Implementation: Agile Methodology, Design Thinking and Traditional Methodology, (6) Continuous Improvement (7) Post Projects Evaluation and Lessons Learnt, (8) Post Program Evaluation and Lessons Learnt</a:t>
            </a:r>
          </a:p>
          <a:p>
            <a:pPr marL="263525" marR="0" lvl="1" indent="-177800" algn="l" defTabSz="914400" rtl="0" eaLnBrk="1" fontAlgn="auto" latinLnBrk="0" hangingPunct="1">
              <a:spcBef>
                <a:spcPts val="200"/>
              </a:spcBef>
              <a:spcAft>
                <a:spcPts val="200"/>
              </a:spcAft>
              <a:buClrTx/>
              <a:buSzTx/>
              <a:buFont typeface="Arial" panose="020B0604020202020204" pitchFamily="34" charset="0"/>
              <a:buChar char="•"/>
              <a:tabLst/>
              <a:defRPr/>
            </a:pPr>
            <a:r>
              <a:rPr kumimoji="0" lang="en-US" sz="1150" b="1" i="0" u="none" strike="noStrike" kern="1200" cap="none" spc="0" normalizeH="0" baseline="0" dirty="0">
                <a:ln>
                  <a:noFill/>
                </a:ln>
                <a:solidFill>
                  <a:srgbClr val="002060"/>
                </a:solidFill>
                <a:effectLst/>
                <a:uLnTx/>
                <a:uFillTx/>
                <a:latin typeface="Arial (Body)"/>
              </a:rPr>
              <a:t>Define and implement your change management strategy and internal communication strategy: </a:t>
            </a:r>
            <a:r>
              <a:rPr kumimoji="0" lang="en-US" sz="1150" i="0" u="none" strike="noStrike" kern="1200" cap="none" spc="0" normalizeH="0" baseline="0" dirty="0">
                <a:ln>
                  <a:noFill/>
                </a:ln>
                <a:solidFill>
                  <a:srgbClr val="002060"/>
                </a:solidFill>
                <a:effectLst/>
                <a:uLnTx/>
                <a:uFillTx/>
                <a:latin typeface="Arial (Body)"/>
              </a:rPr>
              <a:t>(1) Change management strategy, (2) Change management plans, (3) Implementation, tracking and progress management, (4) Effective communication, (5) Stakeholder engagement strategy</a:t>
            </a:r>
          </a:p>
        </p:txBody>
      </p:sp>
      <p:sp>
        <p:nvSpPr>
          <p:cNvPr id="4" name="Footer Placeholder 3">
            <a:extLst>
              <a:ext uri="{FF2B5EF4-FFF2-40B4-BE49-F238E27FC236}">
                <a16:creationId xmlns:a16="http://schemas.microsoft.com/office/drawing/2014/main" id="{B952678C-6093-6E35-DF49-CA0F0D21A0D7}"/>
              </a:ext>
            </a:extLst>
          </p:cNvPr>
          <p:cNvSpPr>
            <a:spLocks noGrp="1"/>
          </p:cNvSpPr>
          <p:nvPr>
            <p:ph type="ftr" sz="quarter" idx="3"/>
          </p:nvPr>
        </p:nvSpPr>
        <p:spPr/>
        <p:txBody>
          <a:bodyPr>
            <a:spAutoFit/>
          </a:bodyPr>
          <a:lstStyle/>
          <a:p>
            <a:r>
              <a:rPr lang="en-US" dirty="0"/>
              <a:t>Domont Consulting</a:t>
            </a:r>
          </a:p>
        </p:txBody>
      </p:sp>
      <p:sp>
        <p:nvSpPr>
          <p:cNvPr id="5" name="Slide Number Placeholder 4">
            <a:extLst>
              <a:ext uri="{FF2B5EF4-FFF2-40B4-BE49-F238E27FC236}">
                <a16:creationId xmlns:a16="http://schemas.microsoft.com/office/drawing/2014/main" id="{0BCCD314-41A0-30BE-9BB8-BCF8E132CB62}"/>
              </a:ext>
            </a:extLst>
          </p:cNvPr>
          <p:cNvSpPr>
            <a:spLocks noGrp="1"/>
          </p:cNvSpPr>
          <p:nvPr>
            <p:ph type="sldNum" sz="quarter" idx="4"/>
          </p:nvPr>
        </p:nvSpPr>
        <p:spPr/>
        <p:txBody>
          <a:bodyPr/>
          <a:lstStyle/>
          <a:p>
            <a:fld id="{37F5C94B-8C55-478B-B509-BAE6A06B2E2A}" type="slidenum">
              <a:rPr lang="en-US" smtClean="0"/>
              <a:pPr/>
              <a:t>8</a:t>
            </a:fld>
            <a:endParaRPr lang="en-US" dirty="0"/>
          </a:p>
        </p:txBody>
      </p:sp>
      <p:sp>
        <p:nvSpPr>
          <p:cNvPr id="3" name="Oval 2">
            <a:extLst>
              <a:ext uri="{FF2B5EF4-FFF2-40B4-BE49-F238E27FC236}">
                <a16:creationId xmlns:a16="http://schemas.microsoft.com/office/drawing/2014/main" id="{1EF32380-9D1E-90D4-7999-80358D699D1C}"/>
              </a:ext>
            </a:extLst>
          </p:cNvPr>
          <p:cNvSpPr/>
          <p:nvPr/>
        </p:nvSpPr>
        <p:spPr>
          <a:xfrm>
            <a:off x="600614" y="1977081"/>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1</a:t>
            </a:r>
          </a:p>
        </p:txBody>
      </p:sp>
      <p:sp>
        <p:nvSpPr>
          <p:cNvPr id="8" name="Oval 7">
            <a:extLst>
              <a:ext uri="{FF2B5EF4-FFF2-40B4-BE49-F238E27FC236}">
                <a16:creationId xmlns:a16="http://schemas.microsoft.com/office/drawing/2014/main" id="{0D7CCCF1-F331-E795-DCC4-EEB14483A530}"/>
              </a:ext>
            </a:extLst>
          </p:cNvPr>
          <p:cNvSpPr/>
          <p:nvPr/>
        </p:nvSpPr>
        <p:spPr>
          <a:xfrm>
            <a:off x="600614" y="2700162"/>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2</a:t>
            </a:r>
          </a:p>
        </p:txBody>
      </p:sp>
      <p:sp>
        <p:nvSpPr>
          <p:cNvPr id="9" name="Oval 8">
            <a:extLst>
              <a:ext uri="{FF2B5EF4-FFF2-40B4-BE49-F238E27FC236}">
                <a16:creationId xmlns:a16="http://schemas.microsoft.com/office/drawing/2014/main" id="{8D3AB2C6-9879-D9BA-DE7F-6012A8F973AA}"/>
              </a:ext>
            </a:extLst>
          </p:cNvPr>
          <p:cNvSpPr/>
          <p:nvPr/>
        </p:nvSpPr>
        <p:spPr>
          <a:xfrm>
            <a:off x="600614" y="3315243"/>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3</a:t>
            </a:r>
          </a:p>
        </p:txBody>
      </p:sp>
      <p:sp>
        <p:nvSpPr>
          <p:cNvPr id="10" name="Oval 9">
            <a:extLst>
              <a:ext uri="{FF2B5EF4-FFF2-40B4-BE49-F238E27FC236}">
                <a16:creationId xmlns:a16="http://schemas.microsoft.com/office/drawing/2014/main" id="{D714E4AA-DBCC-F35D-D466-22DB604F0EC9}"/>
              </a:ext>
            </a:extLst>
          </p:cNvPr>
          <p:cNvSpPr/>
          <p:nvPr/>
        </p:nvSpPr>
        <p:spPr>
          <a:xfrm>
            <a:off x="600614" y="3831043"/>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4</a:t>
            </a:r>
          </a:p>
        </p:txBody>
      </p:sp>
      <p:sp>
        <p:nvSpPr>
          <p:cNvPr id="11" name="Oval 10">
            <a:extLst>
              <a:ext uri="{FF2B5EF4-FFF2-40B4-BE49-F238E27FC236}">
                <a16:creationId xmlns:a16="http://schemas.microsoft.com/office/drawing/2014/main" id="{E1E7C6D0-3441-BB72-6494-9B4A748C902A}"/>
              </a:ext>
            </a:extLst>
          </p:cNvPr>
          <p:cNvSpPr/>
          <p:nvPr/>
        </p:nvSpPr>
        <p:spPr>
          <a:xfrm>
            <a:off x="600614" y="4238843"/>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5</a:t>
            </a:r>
          </a:p>
        </p:txBody>
      </p:sp>
      <p:sp>
        <p:nvSpPr>
          <p:cNvPr id="12" name="Oval 11">
            <a:extLst>
              <a:ext uri="{FF2B5EF4-FFF2-40B4-BE49-F238E27FC236}">
                <a16:creationId xmlns:a16="http://schemas.microsoft.com/office/drawing/2014/main" id="{D1F88398-4C3A-6E5F-3AD6-9C8A5947C7DF}"/>
              </a:ext>
            </a:extLst>
          </p:cNvPr>
          <p:cNvSpPr/>
          <p:nvPr/>
        </p:nvSpPr>
        <p:spPr>
          <a:xfrm>
            <a:off x="600614" y="4646643"/>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6</a:t>
            </a:r>
          </a:p>
        </p:txBody>
      </p:sp>
      <p:sp>
        <p:nvSpPr>
          <p:cNvPr id="14" name="Oval 13">
            <a:extLst>
              <a:ext uri="{FF2B5EF4-FFF2-40B4-BE49-F238E27FC236}">
                <a16:creationId xmlns:a16="http://schemas.microsoft.com/office/drawing/2014/main" id="{E83EF7BA-BAC9-920E-8752-73332EFACB61}"/>
              </a:ext>
            </a:extLst>
          </p:cNvPr>
          <p:cNvSpPr/>
          <p:nvPr/>
        </p:nvSpPr>
        <p:spPr>
          <a:xfrm>
            <a:off x="600614" y="5029729"/>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7</a:t>
            </a:r>
          </a:p>
        </p:txBody>
      </p:sp>
      <p:sp>
        <p:nvSpPr>
          <p:cNvPr id="15" name="Oval 14">
            <a:extLst>
              <a:ext uri="{FF2B5EF4-FFF2-40B4-BE49-F238E27FC236}">
                <a16:creationId xmlns:a16="http://schemas.microsoft.com/office/drawing/2014/main" id="{2DCBE0AB-42ED-FC76-1612-B132ACD812E9}"/>
              </a:ext>
            </a:extLst>
          </p:cNvPr>
          <p:cNvSpPr/>
          <p:nvPr/>
        </p:nvSpPr>
        <p:spPr>
          <a:xfrm>
            <a:off x="600614" y="5281250"/>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8</a:t>
            </a:r>
          </a:p>
        </p:txBody>
      </p:sp>
      <p:sp>
        <p:nvSpPr>
          <p:cNvPr id="17" name="Oval 16">
            <a:extLst>
              <a:ext uri="{FF2B5EF4-FFF2-40B4-BE49-F238E27FC236}">
                <a16:creationId xmlns:a16="http://schemas.microsoft.com/office/drawing/2014/main" id="{A08096A1-3D39-D6BC-E982-E5268FCAAA03}"/>
              </a:ext>
            </a:extLst>
          </p:cNvPr>
          <p:cNvSpPr/>
          <p:nvPr/>
        </p:nvSpPr>
        <p:spPr>
          <a:xfrm>
            <a:off x="600614" y="5532771"/>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9</a:t>
            </a:r>
          </a:p>
        </p:txBody>
      </p:sp>
      <p:sp>
        <p:nvSpPr>
          <p:cNvPr id="18" name="Oval 17">
            <a:extLst>
              <a:ext uri="{FF2B5EF4-FFF2-40B4-BE49-F238E27FC236}">
                <a16:creationId xmlns:a16="http://schemas.microsoft.com/office/drawing/2014/main" id="{ABE67E68-3AA5-1323-A3EB-A2EA51FECB35}"/>
              </a:ext>
            </a:extLst>
          </p:cNvPr>
          <p:cNvSpPr/>
          <p:nvPr/>
        </p:nvSpPr>
        <p:spPr>
          <a:xfrm>
            <a:off x="600614" y="6081727"/>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72000" rIns="0" rtlCol="0" anchor="ctr"/>
          <a:lstStyle/>
          <a:p>
            <a:pPr algn="ctr"/>
            <a:r>
              <a:rPr lang="en-US" sz="1050" b="1" dirty="0">
                <a:solidFill>
                  <a:schemeClr val="bg1"/>
                </a:solidFill>
              </a:rPr>
              <a:t>10</a:t>
            </a:r>
          </a:p>
        </p:txBody>
      </p:sp>
    </p:spTree>
    <p:extLst>
      <p:ext uri="{BB962C8B-B14F-4D97-AF65-F5344CB8AC3E}">
        <p14:creationId xmlns:p14="http://schemas.microsoft.com/office/powerpoint/2010/main" val="3272444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CBAB5F-6097-B188-7084-E55816703BBF}"/>
              </a:ext>
            </a:extLst>
          </p:cNvPr>
          <p:cNvGraphicFramePr>
            <a:graphicFrameLocks noChangeAspect="1"/>
          </p:cNvGraphicFramePr>
          <p:nvPr>
            <p:custDataLst>
              <p:tags r:id="rId1"/>
            </p:custDataLst>
            <p:extLst>
              <p:ext uri="{D42A27DB-BD31-4B8C-83A1-F6EECF244321}">
                <p14:modId xmlns:p14="http://schemas.microsoft.com/office/powerpoint/2010/main" val="25415842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think-cell data - do not delete" hidden="1">
                        <a:extLst>
                          <a:ext uri="{FF2B5EF4-FFF2-40B4-BE49-F238E27FC236}">
                            <a16:creationId xmlns:a16="http://schemas.microsoft.com/office/drawing/2014/main" id="{15CBAB5F-6097-B188-7084-E55816703B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A2D38F72-8AF6-8581-339B-E5F29CA8880E}"/>
              </a:ext>
            </a:extLst>
          </p:cNvPr>
          <p:cNvSpPr txBox="1">
            <a:spLocks noGrp="1"/>
          </p:cNvSpPr>
          <p:nvPr>
            <p:ph type="title"/>
          </p:nvPr>
        </p:nvSpPr>
        <p:spPr>
          <a:prstGeom prst="rect">
            <a:avLst/>
          </a:prstGeom>
        </p:spPr>
        <p:txBody>
          <a:bodyPr anchor="t">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a 6-phase approach that we have built and refined over the past 20 years through constant trial and error</a:t>
            </a:r>
            <a:endParaRPr lang="en-US" sz="1800" b="0" kern="0" dirty="0"/>
          </a:p>
        </p:txBody>
      </p:sp>
      <p:sp>
        <p:nvSpPr>
          <p:cNvPr id="12" name="Rectangle: Rounded Corners 11">
            <a:extLst>
              <a:ext uri="{FF2B5EF4-FFF2-40B4-BE49-F238E27FC236}">
                <a16:creationId xmlns:a16="http://schemas.microsoft.com/office/drawing/2014/main" id="{0B56F67D-75F0-176E-B48B-3451274D508D}"/>
              </a:ext>
            </a:extLst>
          </p:cNvPr>
          <p:cNvSpPr/>
          <p:nvPr/>
        </p:nvSpPr>
        <p:spPr>
          <a:xfrm>
            <a:off x="591671" y="1182750"/>
            <a:ext cx="10995492" cy="1260000"/>
          </a:xfrm>
          <a:prstGeom prst="roundRect">
            <a:avLst>
              <a:gd name="adj" fmla="val 338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bg1">
                    <a:lumMod val="95000"/>
                  </a:schemeClr>
                </a:solidFill>
              </a:rPr>
              <a:t>I. Sales &amp; Marketing Strategy</a:t>
            </a:r>
            <a:endParaRPr lang="en-US" sz="1300" b="1" dirty="0">
              <a:solidFill>
                <a:schemeClr val="bg1">
                  <a:lumMod val="95000"/>
                </a:schemeClr>
              </a:solidFill>
            </a:endParaRPr>
          </a:p>
        </p:txBody>
      </p:sp>
      <p:sp>
        <p:nvSpPr>
          <p:cNvPr id="17" name="Rectangle: Rounded Corners 16">
            <a:extLst>
              <a:ext uri="{FF2B5EF4-FFF2-40B4-BE49-F238E27FC236}">
                <a16:creationId xmlns:a16="http://schemas.microsoft.com/office/drawing/2014/main" id="{4D87DA93-51B6-8D8F-2E55-DD2E01D277B6}"/>
              </a:ext>
            </a:extLst>
          </p:cNvPr>
          <p:cNvSpPr/>
          <p:nvPr/>
        </p:nvSpPr>
        <p:spPr>
          <a:xfrm>
            <a:off x="591671" y="2475698"/>
            <a:ext cx="10995492" cy="3111755"/>
          </a:xfrm>
          <a:prstGeom prst="roundRect">
            <a:avLst>
              <a:gd name="adj" fmla="val 609"/>
            </a:avLst>
          </a:prstGeom>
          <a:solidFill>
            <a:srgbClr val="EBF1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tx1"/>
                </a:solidFill>
              </a:rPr>
              <a:t>II. Five Pillars to reach our Sales &amp; Marketing Strategic Objectives</a:t>
            </a:r>
            <a:endParaRPr lang="en-US" sz="1300" b="1" dirty="0">
              <a:solidFill>
                <a:schemeClr val="tx1"/>
              </a:solidFill>
            </a:endParaRPr>
          </a:p>
        </p:txBody>
      </p:sp>
      <p:sp>
        <p:nvSpPr>
          <p:cNvPr id="22" name="Rectangle: Rounded Corners 21">
            <a:extLst>
              <a:ext uri="{FF2B5EF4-FFF2-40B4-BE49-F238E27FC236}">
                <a16:creationId xmlns:a16="http://schemas.microsoft.com/office/drawing/2014/main" id="{3F906A12-6D99-80DA-E56A-BC69E41A3991}"/>
              </a:ext>
            </a:extLst>
          </p:cNvPr>
          <p:cNvSpPr/>
          <p:nvPr/>
        </p:nvSpPr>
        <p:spPr>
          <a:xfrm>
            <a:off x="625871" y="3150343"/>
            <a:ext cx="2160000" cy="360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Product/Service Positioning &amp; Value Proposition</a:t>
            </a:r>
          </a:p>
        </p:txBody>
      </p:sp>
      <p:sp>
        <p:nvSpPr>
          <p:cNvPr id="23" name="Rectangle: Rounded Corners 22">
            <a:extLst>
              <a:ext uri="{FF2B5EF4-FFF2-40B4-BE49-F238E27FC236}">
                <a16:creationId xmlns:a16="http://schemas.microsoft.com/office/drawing/2014/main" id="{A291CA11-0DA0-9BF3-7720-54834A449150}"/>
              </a:ext>
            </a:extLst>
          </p:cNvPr>
          <p:cNvSpPr/>
          <p:nvPr/>
        </p:nvSpPr>
        <p:spPr>
          <a:xfrm>
            <a:off x="2819930" y="3150343"/>
            <a:ext cx="2160000" cy="360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Communication Strategy</a:t>
            </a:r>
          </a:p>
        </p:txBody>
      </p:sp>
      <p:sp>
        <p:nvSpPr>
          <p:cNvPr id="24" name="Rectangle: Rounded Corners 23">
            <a:extLst>
              <a:ext uri="{FF2B5EF4-FFF2-40B4-BE49-F238E27FC236}">
                <a16:creationId xmlns:a16="http://schemas.microsoft.com/office/drawing/2014/main" id="{EFFC3A4D-174C-4F6A-9820-7D10C72C50B9}"/>
              </a:ext>
            </a:extLst>
          </p:cNvPr>
          <p:cNvSpPr/>
          <p:nvPr/>
        </p:nvSpPr>
        <p:spPr>
          <a:xfrm>
            <a:off x="5013989" y="3150343"/>
            <a:ext cx="2160000" cy="360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Sales Distribution Strategy</a:t>
            </a:r>
          </a:p>
        </p:txBody>
      </p:sp>
      <p:sp>
        <p:nvSpPr>
          <p:cNvPr id="25" name="Rectangle: Rounded Corners 24">
            <a:extLst>
              <a:ext uri="{FF2B5EF4-FFF2-40B4-BE49-F238E27FC236}">
                <a16:creationId xmlns:a16="http://schemas.microsoft.com/office/drawing/2014/main" id="{8BB1ABDD-9AE2-35C5-572B-DBDD7FEDAFD3}"/>
              </a:ext>
            </a:extLst>
          </p:cNvPr>
          <p:cNvSpPr/>
          <p:nvPr/>
        </p:nvSpPr>
        <p:spPr>
          <a:xfrm>
            <a:off x="7208048" y="3150343"/>
            <a:ext cx="2160000" cy="360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Pricing Strategy</a:t>
            </a:r>
          </a:p>
        </p:txBody>
      </p:sp>
      <p:sp>
        <p:nvSpPr>
          <p:cNvPr id="26" name="Rectangle 25">
            <a:extLst>
              <a:ext uri="{FF2B5EF4-FFF2-40B4-BE49-F238E27FC236}">
                <a16:creationId xmlns:a16="http://schemas.microsoft.com/office/drawing/2014/main" id="{B8755C9B-7A60-02C6-5ADE-73237AB97938}"/>
              </a:ext>
            </a:extLst>
          </p:cNvPr>
          <p:cNvSpPr/>
          <p:nvPr/>
        </p:nvSpPr>
        <p:spPr>
          <a:xfrm>
            <a:off x="716163" y="3513631"/>
            <a:ext cx="2063264" cy="2144177"/>
          </a:xfrm>
          <a:prstGeom prst="rect">
            <a:avLst/>
          </a:prstGeom>
          <a:effectLst/>
        </p:spPr>
        <p:txBody>
          <a:bodyPr wrap="square" lIns="0">
            <a:spAutoFit/>
          </a:bodyPr>
          <a:lstStyle/>
          <a:p>
            <a:pPr marL="179388" indent="-179388">
              <a:spcBef>
                <a:spcPts val="200"/>
              </a:spcBef>
              <a:spcAft>
                <a:spcPts val="200"/>
              </a:spcAft>
              <a:buFont typeface="+mj-lt"/>
              <a:buAutoNum type="arabicPeriod"/>
              <a:defRPr/>
            </a:pPr>
            <a:r>
              <a:rPr lang="en-US" sz="1000" dirty="0">
                <a:solidFill>
                  <a:srgbClr val="002776"/>
                </a:solidFill>
              </a:rPr>
              <a:t>Target market</a:t>
            </a:r>
          </a:p>
          <a:p>
            <a:pPr marL="179388" indent="-179388">
              <a:spcBef>
                <a:spcPts val="200"/>
              </a:spcBef>
              <a:spcAft>
                <a:spcPts val="200"/>
              </a:spcAft>
              <a:buFont typeface="+mj-lt"/>
              <a:buAutoNum type="arabicPeriod"/>
              <a:defRPr/>
            </a:pPr>
            <a:r>
              <a:rPr lang="en-US" sz="1000" dirty="0">
                <a:solidFill>
                  <a:srgbClr val="002776"/>
                </a:solidFill>
              </a:rPr>
              <a:t>Product/service offering</a:t>
            </a:r>
          </a:p>
          <a:p>
            <a:pPr marL="179388" indent="-179388">
              <a:spcBef>
                <a:spcPts val="200"/>
              </a:spcBef>
              <a:spcAft>
                <a:spcPts val="200"/>
              </a:spcAft>
              <a:buFont typeface="+mj-lt"/>
              <a:buAutoNum type="arabicPeriod"/>
              <a:defRPr/>
            </a:pPr>
            <a:r>
              <a:rPr lang="en-US" sz="1000" dirty="0">
                <a:solidFill>
                  <a:srgbClr val="002776"/>
                </a:solidFill>
              </a:rPr>
              <a:t>Product life cycle</a:t>
            </a:r>
          </a:p>
          <a:p>
            <a:pPr marL="179388" indent="-179388">
              <a:spcBef>
                <a:spcPts val="200"/>
              </a:spcBef>
              <a:spcAft>
                <a:spcPts val="200"/>
              </a:spcAft>
              <a:buFont typeface="+mj-lt"/>
              <a:buAutoNum type="arabicPeriod"/>
              <a:defRPr/>
            </a:pPr>
            <a:r>
              <a:rPr lang="en-US" sz="1000" dirty="0">
                <a:solidFill>
                  <a:srgbClr val="002776"/>
                </a:solidFill>
              </a:rPr>
              <a:t>Product/service positioning: Key attributes, customer benefits &amp; unique selling proposition (USP)</a:t>
            </a:r>
          </a:p>
          <a:p>
            <a:pPr marL="179388" indent="-179388">
              <a:spcBef>
                <a:spcPts val="200"/>
              </a:spcBef>
              <a:spcAft>
                <a:spcPts val="200"/>
              </a:spcAft>
              <a:buFont typeface="+mj-lt"/>
              <a:buAutoNum type="arabicPeriod"/>
              <a:defRPr/>
            </a:pPr>
            <a:r>
              <a:rPr lang="en-US" sz="1000" dirty="0"/>
              <a:t>Value proposition</a:t>
            </a:r>
          </a:p>
          <a:p>
            <a:pPr marL="179388" indent="-179388">
              <a:spcBef>
                <a:spcPts val="200"/>
              </a:spcBef>
              <a:spcAft>
                <a:spcPts val="200"/>
              </a:spcAft>
              <a:buFont typeface="+mj-lt"/>
              <a:buAutoNum type="arabicPeriod"/>
              <a:defRPr/>
            </a:pPr>
            <a:r>
              <a:rPr lang="en-US" sz="1000" dirty="0">
                <a:solidFill>
                  <a:srgbClr val="002776"/>
                </a:solidFill>
              </a:rPr>
              <a:t>Product packaging and design</a:t>
            </a:r>
          </a:p>
          <a:p>
            <a:pPr marL="179388" indent="-179388">
              <a:spcBef>
                <a:spcPts val="200"/>
              </a:spcBef>
              <a:spcAft>
                <a:spcPts val="200"/>
              </a:spcAft>
              <a:buFont typeface="+mj-lt"/>
              <a:buAutoNum type="arabicPeriod"/>
              <a:defRPr/>
            </a:pPr>
            <a:r>
              <a:rPr lang="en-US" sz="1000" dirty="0">
                <a:solidFill>
                  <a:srgbClr val="002776"/>
                </a:solidFill>
              </a:rPr>
              <a:t>Product bundling</a:t>
            </a:r>
          </a:p>
          <a:p>
            <a:pPr marL="179388" indent="-179388">
              <a:spcBef>
                <a:spcPts val="200"/>
              </a:spcBef>
              <a:spcAft>
                <a:spcPts val="200"/>
              </a:spcAft>
              <a:buFont typeface="+mj-lt"/>
              <a:buAutoNum type="arabicPeriod"/>
              <a:defRPr/>
            </a:pPr>
            <a:r>
              <a:rPr lang="en-US" sz="1000" dirty="0">
                <a:solidFill>
                  <a:srgbClr val="002776"/>
                </a:solidFill>
              </a:rPr>
              <a:t>Customer feedback integration</a:t>
            </a:r>
          </a:p>
        </p:txBody>
      </p:sp>
      <p:sp>
        <p:nvSpPr>
          <p:cNvPr id="27" name="Rectangle 26">
            <a:extLst>
              <a:ext uri="{FF2B5EF4-FFF2-40B4-BE49-F238E27FC236}">
                <a16:creationId xmlns:a16="http://schemas.microsoft.com/office/drawing/2014/main" id="{0CA426E1-4CF8-DE0A-23E2-4B4F74E9B5F9}"/>
              </a:ext>
            </a:extLst>
          </p:cNvPr>
          <p:cNvSpPr/>
          <p:nvPr/>
        </p:nvSpPr>
        <p:spPr>
          <a:xfrm>
            <a:off x="2846265" y="3513631"/>
            <a:ext cx="2093604" cy="2041585"/>
          </a:xfrm>
          <a:prstGeom prst="rect">
            <a:avLst/>
          </a:prstGeom>
          <a:effectLst/>
        </p:spPr>
        <p:txBody>
          <a:bodyPr wrap="square" lIns="0">
            <a:spAutoFit/>
          </a:bodyPr>
          <a:lstStyle/>
          <a:p>
            <a:pPr marL="179388" indent="-179388">
              <a:spcBef>
                <a:spcPts val="100"/>
              </a:spcBef>
              <a:spcAft>
                <a:spcPts val="100"/>
              </a:spcAft>
              <a:buFont typeface="+mj-lt"/>
              <a:buAutoNum type="arabicPeriod"/>
              <a:defRPr/>
            </a:pPr>
            <a:r>
              <a:rPr lang="en-US" sz="1000" dirty="0">
                <a:solidFill>
                  <a:srgbClr val="002776"/>
                </a:solidFill>
              </a:rPr>
              <a:t>Background &amp; context</a:t>
            </a:r>
          </a:p>
          <a:p>
            <a:pPr marL="179388" indent="-179388">
              <a:spcBef>
                <a:spcPts val="100"/>
              </a:spcBef>
              <a:spcAft>
                <a:spcPts val="100"/>
              </a:spcAft>
              <a:buFont typeface="+mj-lt"/>
              <a:buAutoNum type="arabicPeriod"/>
              <a:defRPr/>
            </a:pPr>
            <a:r>
              <a:rPr lang="en-US" sz="1000" dirty="0">
                <a:solidFill>
                  <a:srgbClr val="002776"/>
                </a:solidFill>
              </a:rPr>
              <a:t>Communication objectives</a:t>
            </a:r>
          </a:p>
          <a:p>
            <a:pPr marL="179388" indent="-179388">
              <a:spcBef>
                <a:spcPts val="100"/>
              </a:spcBef>
              <a:spcAft>
                <a:spcPts val="100"/>
              </a:spcAft>
              <a:buFont typeface="+mj-lt"/>
              <a:buAutoNum type="arabicPeriod"/>
              <a:defRPr/>
            </a:pPr>
            <a:r>
              <a:rPr lang="en-US" sz="1000" dirty="0">
                <a:solidFill>
                  <a:srgbClr val="002776"/>
                </a:solidFill>
              </a:rPr>
              <a:t>Approach</a:t>
            </a:r>
          </a:p>
          <a:p>
            <a:pPr marL="179388" indent="-179388">
              <a:spcBef>
                <a:spcPts val="100"/>
              </a:spcBef>
              <a:spcAft>
                <a:spcPts val="100"/>
              </a:spcAft>
              <a:buFont typeface="+mj-lt"/>
              <a:buAutoNum type="arabicPeriod"/>
              <a:defRPr/>
            </a:pPr>
            <a:r>
              <a:rPr lang="en-US" sz="1000" dirty="0">
                <a:solidFill>
                  <a:srgbClr val="002776"/>
                </a:solidFill>
              </a:rPr>
              <a:t>Communication principles</a:t>
            </a:r>
          </a:p>
          <a:p>
            <a:pPr marL="179388" indent="-179388">
              <a:spcBef>
                <a:spcPts val="100"/>
              </a:spcBef>
              <a:spcAft>
                <a:spcPts val="100"/>
              </a:spcAft>
              <a:buFont typeface="+mj-lt"/>
              <a:buAutoNum type="arabicPeriod"/>
              <a:defRPr/>
            </a:pPr>
            <a:r>
              <a:rPr lang="en-US" sz="1000" dirty="0">
                <a:solidFill>
                  <a:srgbClr val="002776"/>
                </a:solidFill>
              </a:rPr>
              <a:t>Overarching messages</a:t>
            </a:r>
          </a:p>
          <a:p>
            <a:pPr marL="179388" indent="-179388">
              <a:spcBef>
                <a:spcPts val="100"/>
              </a:spcBef>
              <a:spcAft>
                <a:spcPts val="100"/>
              </a:spcAft>
              <a:buFont typeface="+mj-lt"/>
              <a:buAutoNum type="arabicPeriod"/>
              <a:defRPr/>
            </a:pPr>
            <a:r>
              <a:rPr lang="en-US" sz="1000" dirty="0">
                <a:solidFill>
                  <a:srgbClr val="002776"/>
                </a:solidFill>
              </a:rPr>
              <a:t>Stakeholder analysis</a:t>
            </a:r>
          </a:p>
          <a:p>
            <a:pPr marL="179388" indent="-179388">
              <a:spcBef>
                <a:spcPts val="100"/>
              </a:spcBef>
              <a:spcAft>
                <a:spcPts val="100"/>
              </a:spcAft>
              <a:buFont typeface="+mj-lt"/>
              <a:buAutoNum type="arabicPeriod"/>
              <a:defRPr/>
            </a:pPr>
            <a:r>
              <a:rPr lang="en-US" sz="1000" dirty="0">
                <a:solidFill>
                  <a:srgbClr val="002776"/>
                </a:solidFill>
              </a:rPr>
              <a:t>Communication channels</a:t>
            </a:r>
          </a:p>
          <a:p>
            <a:pPr marL="179388" indent="-179388">
              <a:spcBef>
                <a:spcPts val="100"/>
              </a:spcBef>
              <a:spcAft>
                <a:spcPts val="100"/>
              </a:spcAft>
              <a:buFont typeface="+mj-lt"/>
              <a:buAutoNum type="arabicPeriod"/>
              <a:defRPr/>
            </a:pPr>
            <a:r>
              <a:rPr lang="en-US" sz="1000" dirty="0">
                <a:solidFill>
                  <a:srgbClr val="002776"/>
                </a:solidFill>
              </a:rPr>
              <a:t>Key dependencies</a:t>
            </a:r>
          </a:p>
          <a:p>
            <a:pPr marL="179388" indent="-179388">
              <a:spcBef>
                <a:spcPts val="100"/>
              </a:spcBef>
              <a:spcAft>
                <a:spcPts val="100"/>
              </a:spcAft>
              <a:buFont typeface="+mj-lt"/>
              <a:buAutoNum type="arabicPeriod"/>
              <a:defRPr/>
            </a:pPr>
            <a:r>
              <a:rPr lang="en-US" sz="1000" dirty="0">
                <a:solidFill>
                  <a:srgbClr val="002776"/>
                </a:solidFill>
              </a:rPr>
              <a:t>Communication risks</a:t>
            </a:r>
          </a:p>
          <a:p>
            <a:pPr marL="179388" indent="-179388">
              <a:spcBef>
                <a:spcPts val="100"/>
              </a:spcBef>
              <a:spcAft>
                <a:spcPts val="100"/>
              </a:spcAft>
              <a:buFont typeface="+mj-lt"/>
              <a:buAutoNum type="arabicPeriod"/>
              <a:defRPr/>
            </a:pPr>
            <a:r>
              <a:rPr lang="en-US" sz="1000" dirty="0"/>
              <a:t>High-level communication plan</a:t>
            </a:r>
          </a:p>
          <a:p>
            <a:pPr marL="179388" indent="-179388">
              <a:spcBef>
                <a:spcPts val="100"/>
              </a:spcBef>
              <a:spcAft>
                <a:spcPts val="100"/>
              </a:spcAft>
              <a:buFont typeface="+mj-lt"/>
              <a:buAutoNum type="arabicPeriod"/>
              <a:defRPr/>
            </a:pPr>
            <a:r>
              <a:rPr lang="en-US" sz="1000" dirty="0"/>
              <a:t>Detailed communication plan</a:t>
            </a:r>
            <a:endParaRPr lang="en-US" sz="1000" dirty="0">
              <a:solidFill>
                <a:srgbClr val="002776"/>
              </a:solidFill>
            </a:endParaRPr>
          </a:p>
        </p:txBody>
      </p:sp>
      <p:sp>
        <p:nvSpPr>
          <p:cNvPr id="32" name="Rectangle: Rounded Corners 31">
            <a:extLst>
              <a:ext uri="{FF2B5EF4-FFF2-40B4-BE49-F238E27FC236}">
                <a16:creationId xmlns:a16="http://schemas.microsoft.com/office/drawing/2014/main" id="{A8BDA40C-FD67-D2DD-07A8-17E8D1A30ED3}"/>
              </a:ext>
            </a:extLst>
          </p:cNvPr>
          <p:cNvSpPr/>
          <p:nvPr/>
        </p:nvSpPr>
        <p:spPr>
          <a:xfrm>
            <a:off x="591671" y="5870951"/>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IV. Business Cases and Financial Models to assess Potential Projects</a:t>
            </a:r>
          </a:p>
        </p:txBody>
      </p:sp>
      <p:sp>
        <p:nvSpPr>
          <p:cNvPr id="33" name="Rectangle: Rounded Corners 32">
            <a:extLst>
              <a:ext uri="{FF2B5EF4-FFF2-40B4-BE49-F238E27FC236}">
                <a16:creationId xmlns:a16="http://schemas.microsoft.com/office/drawing/2014/main" id="{A5059485-17AC-B616-C157-07F5A3DCCDCD}"/>
              </a:ext>
            </a:extLst>
          </p:cNvPr>
          <p:cNvSpPr/>
          <p:nvPr/>
        </p:nvSpPr>
        <p:spPr>
          <a:xfrm>
            <a:off x="591671" y="6119899"/>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 Project Prioritization, Business Roadmap and Implementation</a:t>
            </a:r>
            <a:endParaRPr lang="en-US" sz="1200" b="1" dirty="0">
              <a:solidFill>
                <a:schemeClr val="tx1"/>
              </a:solidFill>
            </a:endParaRPr>
          </a:p>
        </p:txBody>
      </p:sp>
      <p:sp>
        <p:nvSpPr>
          <p:cNvPr id="34" name="Rectangle: Rounded Corners 33">
            <a:extLst>
              <a:ext uri="{FF2B5EF4-FFF2-40B4-BE49-F238E27FC236}">
                <a16:creationId xmlns:a16="http://schemas.microsoft.com/office/drawing/2014/main" id="{CD280BF4-C20C-F779-5359-63C24DA0F64D}"/>
              </a:ext>
            </a:extLst>
          </p:cNvPr>
          <p:cNvSpPr/>
          <p:nvPr/>
        </p:nvSpPr>
        <p:spPr>
          <a:xfrm>
            <a:off x="591671" y="6368846"/>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VI. Change Management, Internal Communication and Stakeholder Engagement</a:t>
            </a:r>
          </a:p>
        </p:txBody>
      </p:sp>
      <p:sp>
        <p:nvSpPr>
          <p:cNvPr id="35" name="Rectangle: Rounded Corners 34">
            <a:extLst>
              <a:ext uri="{FF2B5EF4-FFF2-40B4-BE49-F238E27FC236}">
                <a16:creationId xmlns:a16="http://schemas.microsoft.com/office/drawing/2014/main" id="{BCA5A31B-FA88-E76C-447D-0575A952DE09}"/>
              </a:ext>
            </a:extLst>
          </p:cNvPr>
          <p:cNvSpPr/>
          <p:nvPr/>
        </p:nvSpPr>
        <p:spPr>
          <a:xfrm>
            <a:off x="626756" y="1483207"/>
            <a:ext cx="1404000" cy="432000"/>
          </a:xfrm>
          <a:prstGeom prst="roundRect">
            <a:avLst>
              <a:gd name="adj" fmla="val 51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Market Analysis</a:t>
            </a:r>
          </a:p>
        </p:txBody>
      </p:sp>
      <p:sp>
        <p:nvSpPr>
          <p:cNvPr id="41" name="Rectangle: Rounded Corners 40">
            <a:extLst>
              <a:ext uri="{FF2B5EF4-FFF2-40B4-BE49-F238E27FC236}">
                <a16:creationId xmlns:a16="http://schemas.microsoft.com/office/drawing/2014/main" id="{CA50F40F-F9B4-BBDE-3E01-CD15DC60E122}"/>
              </a:ext>
            </a:extLst>
          </p:cNvPr>
          <p:cNvSpPr/>
          <p:nvPr/>
        </p:nvSpPr>
        <p:spPr>
          <a:xfrm>
            <a:off x="2090677" y="1483207"/>
            <a:ext cx="1404000" cy="432000"/>
          </a:xfrm>
          <a:prstGeom prst="roundRect">
            <a:avLst>
              <a:gd name="adj" fmla="val 768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Sales Analysis</a:t>
            </a:r>
          </a:p>
        </p:txBody>
      </p:sp>
      <p:sp>
        <p:nvSpPr>
          <p:cNvPr id="62" name="Rectangle: Rounded Corners 61">
            <a:extLst>
              <a:ext uri="{FF2B5EF4-FFF2-40B4-BE49-F238E27FC236}">
                <a16:creationId xmlns:a16="http://schemas.microsoft.com/office/drawing/2014/main" id="{BBDF3274-AF0F-CD5B-7931-DD273F4E840E}"/>
              </a:ext>
            </a:extLst>
          </p:cNvPr>
          <p:cNvSpPr/>
          <p:nvPr/>
        </p:nvSpPr>
        <p:spPr>
          <a:xfrm>
            <a:off x="3554598" y="1942129"/>
            <a:ext cx="1404000" cy="432000"/>
          </a:xfrm>
          <a:prstGeom prst="roundRect">
            <a:avLst>
              <a:gd name="adj" fmla="val 640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Company SWOT Analysis</a:t>
            </a:r>
          </a:p>
        </p:txBody>
      </p:sp>
      <p:sp>
        <p:nvSpPr>
          <p:cNvPr id="63" name="Rectangle: Rounded Corners 62">
            <a:extLst>
              <a:ext uri="{FF2B5EF4-FFF2-40B4-BE49-F238E27FC236}">
                <a16:creationId xmlns:a16="http://schemas.microsoft.com/office/drawing/2014/main" id="{2A870C0B-F8C9-DB31-555C-5363653C5F2F}"/>
              </a:ext>
            </a:extLst>
          </p:cNvPr>
          <p:cNvSpPr/>
          <p:nvPr/>
        </p:nvSpPr>
        <p:spPr>
          <a:xfrm>
            <a:off x="7238440" y="1483206"/>
            <a:ext cx="1404000" cy="432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Sales Function Vision, Mission &amp; Values</a:t>
            </a:r>
          </a:p>
        </p:txBody>
      </p:sp>
      <p:sp>
        <p:nvSpPr>
          <p:cNvPr id="65" name="Rectangle: Rounded Corners 64">
            <a:extLst>
              <a:ext uri="{FF2B5EF4-FFF2-40B4-BE49-F238E27FC236}">
                <a16:creationId xmlns:a16="http://schemas.microsoft.com/office/drawing/2014/main" id="{EC7AB67C-D57D-F167-CF0B-B6DD3244386E}"/>
              </a:ext>
            </a:extLst>
          </p:cNvPr>
          <p:cNvSpPr/>
          <p:nvPr/>
        </p:nvSpPr>
        <p:spPr>
          <a:xfrm>
            <a:off x="591671" y="5622003"/>
            <a:ext cx="10995492" cy="216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III. Potential Initiatives for each Pillar</a:t>
            </a:r>
            <a:endParaRPr lang="en-US" sz="1200" b="1" dirty="0">
              <a:solidFill>
                <a:schemeClr val="tx1"/>
              </a:solidFill>
            </a:endParaRPr>
          </a:p>
        </p:txBody>
      </p:sp>
      <p:sp>
        <p:nvSpPr>
          <p:cNvPr id="66" name="Rectangle: Rounded Corners 65">
            <a:extLst>
              <a:ext uri="{FF2B5EF4-FFF2-40B4-BE49-F238E27FC236}">
                <a16:creationId xmlns:a16="http://schemas.microsoft.com/office/drawing/2014/main" id="{D43C3A4D-E351-49E9-A9B0-C741E88E7394}"/>
              </a:ext>
            </a:extLst>
          </p:cNvPr>
          <p:cNvSpPr/>
          <p:nvPr/>
        </p:nvSpPr>
        <p:spPr>
          <a:xfrm>
            <a:off x="7238440" y="1942129"/>
            <a:ext cx="1404000" cy="432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Marketing Function Vision, Mission &amp; Values</a:t>
            </a:r>
          </a:p>
        </p:txBody>
      </p:sp>
      <p:sp>
        <p:nvSpPr>
          <p:cNvPr id="67" name="Rectangle: Rounded Corners 66">
            <a:extLst>
              <a:ext uri="{FF2B5EF4-FFF2-40B4-BE49-F238E27FC236}">
                <a16:creationId xmlns:a16="http://schemas.microsoft.com/office/drawing/2014/main" id="{1E85F1BD-0FEE-3A68-5602-61B7F9980B99}"/>
              </a:ext>
            </a:extLst>
          </p:cNvPr>
          <p:cNvSpPr/>
          <p:nvPr/>
        </p:nvSpPr>
        <p:spPr>
          <a:xfrm>
            <a:off x="8702361" y="1483206"/>
            <a:ext cx="1404000" cy="432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Sales Strategic Objectives &amp; KPIs to reach our Vision</a:t>
            </a:r>
          </a:p>
        </p:txBody>
      </p:sp>
      <p:sp>
        <p:nvSpPr>
          <p:cNvPr id="68" name="Rectangle: Rounded Corners 67">
            <a:extLst>
              <a:ext uri="{FF2B5EF4-FFF2-40B4-BE49-F238E27FC236}">
                <a16:creationId xmlns:a16="http://schemas.microsoft.com/office/drawing/2014/main" id="{D9DAB276-EA7A-6543-ABA7-F58C42438BDE}"/>
              </a:ext>
            </a:extLst>
          </p:cNvPr>
          <p:cNvSpPr/>
          <p:nvPr/>
        </p:nvSpPr>
        <p:spPr>
          <a:xfrm>
            <a:off x="8702361" y="1942129"/>
            <a:ext cx="1404000" cy="432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Marketing Strategic Objectives &amp; KPIs to reach our Vision</a:t>
            </a:r>
          </a:p>
        </p:txBody>
      </p:sp>
      <p:sp>
        <p:nvSpPr>
          <p:cNvPr id="70" name="Rectangle: Rounded Corners 69">
            <a:extLst>
              <a:ext uri="{FF2B5EF4-FFF2-40B4-BE49-F238E27FC236}">
                <a16:creationId xmlns:a16="http://schemas.microsoft.com/office/drawing/2014/main" id="{C3145BB7-43A2-5AF2-9261-E02CB899DD76}"/>
              </a:ext>
            </a:extLst>
          </p:cNvPr>
          <p:cNvSpPr/>
          <p:nvPr/>
        </p:nvSpPr>
        <p:spPr>
          <a:xfrm>
            <a:off x="10166284" y="1483206"/>
            <a:ext cx="1404000" cy="432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Sales Team &amp; Budget</a:t>
            </a:r>
          </a:p>
        </p:txBody>
      </p:sp>
      <p:sp>
        <p:nvSpPr>
          <p:cNvPr id="71" name="Rectangle: Rounded Corners 70">
            <a:extLst>
              <a:ext uri="{FF2B5EF4-FFF2-40B4-BE49-F238E27FC236}">
                <a16:creationId xmlns:a16="http://schemas.microsoft.com/office/drawing/2014/main" id="{50788017-C74F-829D-F429-AD8B60B6679F}"/>
              </a:ext>
            </a:extLst>
          </p:cNvPr>
          <p:cNvSpPr/>
          <p:nvPr/>
        </p:nvSpPr>
        <p:spPr>
          <a:xfrm>
            <a:off x="10166284" y="1942129"/>
            <a:ext cx="1404000" cy="432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Marketing Team &amp; Budget</a:t>
            </a:r>
          </a:p>
        </p:txBody>
      </p:sp>
      <p:pic>
        <p:nvPicPr>
          <p:cNvPr id="72" name="Graphic 71" descr="User network with solid fill">
            <a:extLst>
              <a:ext uri="{FF2B5EF4-FFF2-40B4-BE49-F238E27FC236}">
                <a16:creationId xmlns:a16="http://schemas.microsoft.com/office/drawing/2014/main" id="{6174ED83-9F80-2D2B-B08F-25AA6DEB5A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83483" y="2724857"/>
            <a:ext cx="426715" cy="426715"/>
          </a:xfrm>
          <a:prstGeom prst="rect">
            <a:avLst/>
          </a:prstGeom>
        </p:spPr>
      </p:pic>
      <p:pic>
        <p:nvPicPr>
          <p:cNvPr id="73" name="Graphic 72" descr="Diamond with solid fill">
            <a:extLst>
              <a:ext uri="{FF2B5EF4-FFF2-40B4-BE49-F238E27FC236}">
                <a16:creationId xmlns:a16="http://schemas.microsoft.com/office/drawing/2014/main" id="{D2B07ACC-B8DC-4137-B075-5B3C4664263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89871" y="2749206"/>
            <a:ext cx="432000" cy="432000"/>
          </a:xfrm>
          <a:prstGeom prst="rect">
            <a:avLst/>
          </a:prstGeom>
        </p:spPr>
      </p:pic>
      <p:pic>
        <p:nvPicPr>
          <p:cNvPr id="74" name="Graphic 73" descr="Label with solid fill">
            <a:extLst>
              <a:ext uri="{FF2B5EF4-FFF2-40B4-BE49-F238E27FC236}">
                <a16:creationId xmlns:a16="http://schemas.microsoft.com/office/drawing/2014/main" id="{1C69BAD3-B126-893B-F6D6-6C07D4788A1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16198" y="2732086"/>
            <a:ext cx="468000" cy="468000"/>
          </a:xfrm>
          <a:prstGeom prst="rect">
            <a:avLst/>
          </a:prstGeom>
        </p:spPr>
      </p:pic>
      <p:pic>
        <p:nvPicPr>
          <p:cNvPr id="75" name="Graphic 74" descr="Store">
            <a:extLst>
              <a:ext uri="{FF2B5EF4-FFF2-40B4-BE49-F238E27FC236}">
                <a16:creationId xmlns:a16="http://schemas.microsoft.com/office/drawing/2014/main" id="{41006E71-D8F8-6BE2-CBE0-ADE19DB0F92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902393" y="2784967"/>
            <a:ext cx="396000" cy="396000"/>
          </a:xfrm>
          <a:prstGeom prst="rect">
            <a:avLst/>
          </a:prstGeom>
        </p:spPr>
      </p:pic>
      <p:sp>
        <p:nvSpPr>
          <p:cNvPr id="76" name="Rectangle 75">
            <a:extLst>
              <a:ext uri="{FF2B5EF4-FFF2-40B4-BE49-F238E27FC236}">
                <a16:creationId xmlns:a16="http://schemas.microsoft.com/office/drawing/2014/main" id="{93C1CEC4-46A6-B45C-4C52-7EF3C5B7AF50}"/>
              </a:ext>
            </a:extLst>
          </p:cNvPr>
          <p:cNvSpPr/>
          <p:nvPr/>
        </p:nvSpPr>
        <p:spPr>
          <a:xfrm>
            <a:off x="5023961" y="3513631"/>
            <a:ext cx="2143846" cy="2041585"/>
          </a:xfrm>
          <a:prstGeom prst="rect">
            <a:avLst/>
          </a:prstGeom>
          <a:effectLst/>
        </p:spPr>
        <p:txBody>
          <a:bodyPr wrap="square" lIns="0">
            <a:spAutoFit/>
          </a:bodyPr>
          <a:lstStyle/>
          <a:p>
            <a:pPr marL="179388" indent="-179388">
              <a:spcBef>
                <a:spcPts val="200"/>
              </a:spcBef>
              <a:spcAft>
                <a:spcPts val="200"/>
              </a:spcAft>
              <a:buFont typeface="+mj-lt"/>
              <a:buAutoNum type="arabicPeriod"/>
              <a:defRPr/>
            </a:pPr>
            <a:r>
              <a:rPr lang="en-US" sz="1000" dirty="0">
                <a:solidFill>
                  <a:srgbClr val="002776"/>
                </a:solidFill>
              </a:rPr>
              <a:t>Retail distribution</a:t>
            </a:r>
          </a:p>
          <a:p>
            <a:pPr marL="179388" indent="-179388">
              <a:spcBef>
                <a:spcPts val="200"/>
              </a:spcBef>
              <a:spcAft>
                <a:spcPts val="200"/>
              </a:spcAft>
              <a:buFont typeface="+mj-lt"/>
              <a:buAutoNum type="arabicPeriod"/>
              <a:defRPr/>
            </a:pPr>
            <a:r>
              <a:rPr lang="en-US" sz="1000" dirty="0">
                <a:solidFill>
                  <a:srgbClr val="002776"/>
                </a:solidFill>
              </a:rPr>
              <a:t>Wholesale distribution</a:t>
            </a:r>
          </a:p>
          <a:p>
            <a:pPr marL="179388" indent="-179388">
              <a:spcBef>
                <a:spcPts val="200"/>
              </a:spcBef>
              <a:spcAft>
                <a:spcPts val="200"/>
              </a:spcAft>
              <a:buFont typeface="+mj-lt"/>
              <a:buAutoNum type="arabicPeriod"/>
              <a:defRPr/>
            </a:pPr>
            <a:r>
              <a:rPr lang="en-US" sz="1000" dirty="0">
                <a:solidFill>
                  <a:srgbClr val="002776"/>
                </a:solidFill>
              </a:rPr>
              <a:t>Online distribution</a:t>
            </a:r>
          </a:p>
          <a:p>
            <a:pPr marL="179388" indent="-179388">
              <a:spcBef>
                <a:spcPts val="200"/>
              </a:spcBef>
              <a:spcAft>
                <a:spcPts val="200"/>
              </a:spcAft>
              <a:buFont typeface="+mj-lt"/>
              <a:buAutoNum type="arabicPeriod"/>
              <a:defRPr/>
            </a:pPr>
            <a:r>
              <a:rPr lang="en-US" sz="1000" dirty="0">
                <a:solidFill>
                  <a:srgbClr val="002776"/>
                </a:solidFill>
              </a:rPr>
              <a:t>Own physical store distribution</a:t>
            </a:r>
          </a:p>
          <a:p>
            <a:pPr marL="179388" indent="-179388">
              <a:spcBef>
                <a:spcPts val="200"/>
              </a:spcBef>
              <a:spcAft>
                <a:spcPts val="200"/>
              </a:spcAft>
              <a:buFont typeface="+mj-lt"/>
              <a:buAutoNum type="arabicPeriod"/>
              <a:defRPr/>
            </a:pPr>
            <a:r>
              <a:rPr lang="en-US" sz="1000" dirty="0">
                <a:solidFill>
                  <a:srgbClr val="002776"/>
                </a:solidFill>
              </a:rPr>
              <a:t>Franchising</a:t>
            </a:r>
          </a:p>
          <a:p>
            <a:pPr marL="179388" indent="-179388">
              <a:spcBef>
                <a:spcPts val="200"/>
              </a:spcBef>
              <a:spcAft>
                <a:spcPts val="200"/>
              </a:spcAft>
              <a:buFont typeface="+mj-lt"/>
              <a:buAutoNum type="arabicPeriod"/>
              <a:defRPr/>
            </a:pPr>
            <a:r>
              <a:rPr lang="en-US" sz="1000" dirty="0">
                <a:solidFill>
                  <a:srgbClr val="002776"/>
                </a:solidFill>
              </a:rPr>
              <a:t>Strategic partnerships</a:t>
            </a:r>
          </a:p>
          <a:p>
            <a:pPr marL="179388" indent="-179388">
              <a:spcBef>
                <a:spcPts val="200"/>
              </a:spcBef>
              <a:spcAft>
                <a:spcPts val="200"/>
              </a:spcAft>
              <a:buFont typeface="+mj-lt"/>
              <a:buAutoNum type="arabicPeriod"/>
              <a:defRPr/>
            </a:pPr>
            <a:r>
              <a:rPr lang="en-US" sz="1000" dirty="0">
                <a:solidFill>
                  <a:srgbClr val="002776"/>
                </a:solidFill>
              </a:rPr>
              <a:t>Multi-channel distribution</a:t>
            </a:r>
          </a:p>
          <a:p>
            <a:pPr marL="179388" indent="-179388">
              <a:spcBef>
                <a:spcPts val="200"/>
              </a:spcBef>
              <a:spcAft>
                <a:spcPts val="200"/>
              </a:spcAft>
              <a:buFont typeface="+mj-lt"/>
              <a:buAutoNum type="arabicPeriod"/>
              <a:defRPr/>
            </a:pPr>
            <a:r>
              <a:rPr lang="en-US" sz="1000" dirty="0">
                <a:solidFill>
                  <a:srgbClr val="002776"/>
                </a:solidFill>
              </a:rPr>
              <a:t>Sales team structure</a:t>
            </a:r>
          </a:p>
          <a:p>
            <a:pPr marL="179388" indent="-179388">
              <a:spcBef>
                <a:spcPts val="200"/>
              </a:spcBef>
              <a:spcAft>
                <a:spcPts val="200"/>
              </a:spcAft>
              <a:buFont typeface="+mj-lt"/>
              <a:buAutoNum type="arabicPeriod"/>
              <a:defRPr/>
            </a:pPr>
            <a:r>
              <a:rPr lang="en-US" sz="1000" dirty="0">
                <a:solidFill>
                  <a:srgbClr val="002776"/>
                </a:solidFill>
              </a:rPr>
              <a:t>Sales distribution strategy selection matrix</a:t>
            </a:r>
          </a:p>
        </p:txBody>
      </p:sp>
      <p:sp>
        <p:nvSpPr>
          <p:cNvPr id="77" name="Rectangle: Rounded Corners 76">
            <a:extLst>
              <a:ext uri="{FF2B5EF4-FFF2-40B4-BE49-F238E27FC236}">
                <a16:creationId xmlns:a16="http://schemas.microsoft.com/office/drawing/2014/main" id="{9EE3C427-86C0-C81E-0C1D-5C0739B1365D}"/>
              </a:ext>
            </a:extLst>
          </p:cNvPr>
          <p:cNvSpPr/>
          <p:nvPr/>
        </p:nvSpPr>
        <p:spPr>
          <a:xfrm>
            <a:off x="626756" y="1942129"/>
            <a:ext cx="1404000" cy="432000"/>
          </a:xfrm>
          <a:prstGeom prst="roundRect">
            <a:avLst>
              <a:gd name="adj" fmla="val 51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Competitor Analysis</a:t>
            </a:r>
          </a:p>
        </p:txBody>
      </p:sp>
      <p:sp>
        <p:nvSpPr>
          <p:cNvPr id="78" name="Rectangle: Rounded Corners 77">
            <a:extLst>
              <a:ext uri="{FF2B5EF4-FFF2-40B4-BE49-F238E27FC236}">
                <a16:creationId xmlns:a16="http://schemas.microsoft.com/office/drawing/2014/main" id="{6FC70E90-B4B5-DE40-5692-47E63178F73E}"/>
              </a:ext>
            </a:extLst>
          </p:cNvPr>
          <p:cNvSpPr/>
          <p:nvPr/>
        </p:nvSpPr>
        <p:spPr>
          <a:xfrm>
            <a:off x="2090677" y="1942129"/>
            <a:ext cx="1404000" cy="432000"/>
          </a:xfrm>
          <a:prstGeom prst="roundRect">
            <a:avLst>
              <a:gd name="adj" fmla="val 768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Marketing Analysis</a:t>
            </a:r>
          </a:p>
        </p:txBody>
      </p:sp>
      <p:sp>
        <p:nvSpPr>
          <p:cNvPr id="79" name="Rectangle: Rounded Corners 78">
            <a:extLst>
              <a:ext uri="{FF2B5EF4-FFF2-40B4-BE49-F238E27FC236}">
                <a16:creationId xmlns:a16="http://schemas.microsoft.com/office/drawing/2014/main" id="{8652C956-6D33-D42B-BD8D-D816279ECB2F}"/>
              </a:ext>
            </a:extLst>
          </p:cNvPr>
          <p:cNvSpPr/>
          <p:nvPr/>
        </p:nvSpPr>
        <p:spPr>
          <a:xfrm>
            <a:off x="3554598" y="1483207"/>
            <a:ext cx="1404000" cy="432000"/>
          </a:xfrm>
          <a:prstGeom prst="roundRect">
            <a:avLst>
              <a:gd name="adj" fmla="val 768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Funnel Process</a:t>
            </a:r>
          </a:p>
        </p:txBody>
      </p:sp>
      <p:sp>
        <p:nvSpPr>
          <p:cNvPr id="80" name="Rectangle: Rounded Corners 79">
            <a:extLst>
              <a:ext uri="{FF2B5EF4-FFF2-40B4-BE49-F238E27FC236}">
                <a16:creationId xmlns:a16="http://schemas.microsoft.com/office/drawing/2014/main" id="{98B266BA-31AF-95ED-C118-F6EC55720F60}"/>
              </a:ext>
            </a:extLst>
          </p:cNvPr>
          <p:cNvSpPr/>
          <p:nvPr/>
        </p:nvSpPr>
        <p:spPr>
          <a:xfrm>
            <a:off x="5018519" y="1483207"/>
            <a:ext cx="2160000" cy="901750"/>
          </a:xfrm>
          <a:prstGeom prst="roundRect">
            <a:avLst>
              <a:gd name="adj" fmla="val 515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1000" b="1" dirty="0">
                <a:solidFill>
                  <a:schemeClr val="tx1"/>
                </a:solidFill>
              </a:rPr>
              <a:t>Strategy Frameworks</a:t>
            </a:r>
          </a:p>
        </p:txBody>
      </p:sp>
      <p:sp>
        <p:nvSpPr>
          <p:cNvPr id="81" name="TextBox 80">
            <a:extLst>
              <a:ext uri="{FF2B5EF4-FFF2-40B4-BE49-F238E27FC236}">
                <a16:creationId xmlns:a16="http://schemas.microsoft.com/office/drawing/2014/main" id="{21707F9A-6173-F981-7F9E-4030715B3C43}"/>
              </a:ext>
            </a:extLst>
          </p:cNvPr>
          <p:cNvSpPr txBox="1"/>
          <p:nvPr/>
        </p:nvSpPr>
        <p:spPr>
          <a:xfrm>
            <a:off x="4969099" y="1622954"/>
            <a:ext cx="2256166" cy="705618"/>
          </a:xfrm>
          <a:prstGeom prst="rect">
            <a:avLst/>
          </a:prstGeom>
          <a:noFill/>
        </p:spPr>
        <p:txBody>
          <a:bodyPr wrap="square" numCol="1" spcCol="0" rtlCol="0">
            <a:noAutofit/>
          </a:bodyPr>
          <a:lstStyle/>
          <a:p>
            <a:pPr marL="92075" indent="-92075">
              <a:buFont typeface="Arial" panose="020B0604020202020204" pitchFamily="34" charset="0"/>
              <a:buChar char="•"/>
            </a:pPr>
            <a:r>
              <a:rPr lang="en-US" sz="900" dirty="0">
                <a:solidFill>
                  <a:schemeClr val="tx1"/>
                </a:solidFill>
              </a:rPr>
              <a:t>Ansoff Matrix</a:t>
            </a:r>
          </a:p>
          <a:p>
            <a:pPr marL="92075" indent="-92075">
              <a:buFont typeface="Arial" panose="020B0604020202020204" pitchFamily="34" charset="0"/>
              <a:buChar char="•"/>
            </a:pPr>
            <a:r>
              <a:rPr lang="en-US" sz="900" dirty="0">
                <a:solidFill>
                  <a:schemeClr val="tx1"/>
                </a:solidFill>
              </a:rPr>
              <a:t>Blue Ocean Strategy</a:t>
            </a:r>
          </a:p>
          <a:p>
            <a:pPr marL="92075" indent="-92075">
              <a:buFont typeface="Arial" panose="020B0604020202020204" pitchFamily="34" charset="0"/>
              <a:buChar char="•"/>
            </a:pPr>
            <a:r>
              <a:rPr lang="en-US" sz="900" dirty="0"/>
              <a:t>Entering a New Market</a:t>
            </a:r>
          </a:p>
          <a:p>
            <a:pPr marL="92075" indent="-92075">
              <a:buFont typeface="Arial" panose="020B0604020202020204" pitchFamily="34" charset="0"/>
              <a:buChar char="•"/>
            </a:pPr>
            <a:r>
              <a:rPr lang="en-US" sz="900" dirty="0"/>
              <a:t>Introducing a New Product</a:t>
            </a:r>
          </a:p>
          <a:p>
            <a:pPr marL="92075" indent="-92075">
              <a:buFont typeface="Arial" panose="020B0604020202020204" pitchFamily="34" charset="0"/>
              <a:buChar char="•"/>
            </a:pPr>
            <a:r>
              <a:rPr lang="en-US" sz="900" dirty="0">
                <a:solidFill>
                  <a:schemeClr val="tx1"/>
                </a:solidFill>
              </a:rPr>
              <a:t>Segmentation, Targeting &amp; Positioning</a:t>
            </a:r>
            <a:endParaRPr lang="en-US" sz="1000" dirty="0">
              <a:solidFill>
                <a:schemeClr val="tx1"/>
              </a:solidFill>
            </a:endParaRPr>
          </a:p>
        </p:txBody>
      </p:sp>
      <p:sp>
        <p:nvSpPr>
          <p:cNvPr id="82" name="Footer Placeholder 81">
            <a:extLst>
              <a:ext uri="{FF2B5EF4-FFF2-40B4-BE49-F238E27FC236}">
                <a16:creationId xmlns:a16="http://schemas.microsoft.com/office/drawing/2014/main" id="{BBF9C70F-63BE-54BC-DF98-DD507084A657}"/>
              </a:ext>
            </a:extLst>
          </p:cNvPr>
          <p:cNvSpPr>
            <a:spLocks noGrp="1"/>
          </p:cNvSpPr>
          <p:nvPr>
            <p:ph type="ftr" sz="quarter" idx="3"/>
          </p:nvPr>
        </p:nvSpPr>
        <p:spPr/>
        <p:txBody>
          <a:bodyPr>
            <a:spAutoFit/>
          </a:bodyPr>
          <a:lstStyle/>
          <a:p>
            <a:r>
              <a:rPr lang="en-US" dirty="0"/>
              <a:t>Domont Consulting</a:t>
            </a:r>
          </a:p>
        </p:txBody>
      </p:sp>
      <p:sp>
        <p:nvSpPr>
          <p:cNvPr id="83" name="Slide Number Placeholder 82">
            <a:extLst>
              <a:ext uri="{FF2B5EF4-FFF2-40B4-BE49-F238E27FC236}">
                <a16:creationId xmlns:a16="http://schemas.microsoft.com/office/drawing/2014/main" id="{25F398DE-A990-48BC-6BCD-C6FD56DE2C33}"/>
              </a:ext>
            </a:extLst>
          </p:cNvPr>
          <p:cNvSpPr>
            <a:spLocks noGrp="1"/>
          </p:cNvSpPr>
          <p:nvPr>
            <p:ph type="sldNum" sz="quarter" idx="4"/>
          </p:nvPr>
        </p:nvSpPr>
        <p:spPr/>
        <p:txBody>
          <a:bodyPr/>
          <a:lstStyle/>
          <a:p>
            <a:fld id="{37F5C94B-8C55-478B-B509-BAE6A06B2E2A}" type="slidenum">
              <a:rPr lang="en-US" smtClean="0"/>
              <a:pPr/>
              <a:t>9</a:t>
            </a:fld>
            <a:endParaRPr lang="en-US" dirty="0"/>
          </a:p>
        </p:txBody>
      </p:sp>
      <p:sp>
        <p:nvSpPr>
          <p:cNvPr id="2" name="Rectangle: Rounded Corners 1">
            <a:extLst>
              <a:ext uri="{FF2B5EF4-FFF2-40B4-BE49-F238E27FC236}">
                <a16:creationId xmlns:a16="http://schemas.microsoft.com/office/drawing/2014/main" id="{80394C50-7C42-5CEF-E3BB-DED965D8098A}"/>
              </a:ext>
            </a:extLst>
          </p:cNvPr>
          <p:cNvSpPr/>
          <p:nvPr/>
        </p:nvSpPr>
        <p:spPr>
          <a:xfrm>
            <a:off x="9402106" y="3150343"/>
            <a:ext cx="2160000" cy="3600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Digital Strategy</a:t>
            </a:r>
          </a:p>
        </p:txBody>
      </p:sp>
      <p:sp>
        <p:nvSpPr>
          <p:cNvPr id="3" name="Rectangle 2">
            <a:extLst>
              <a:ext uri="{FF2B5EF4-FFF2-40B4-BE49-F238E27FC236}">
                <a16:creationId xmlns:a16="http://schemas.microsoft.com/office/drawing/2014/main" id="{D680A722-AC48-EF23-BD71-4591E5D627A8}"/>
              </a:ext>
            </a:extLst>
          </p:cNvPr>
          <p:cNvSpPr/>
          <p:nvPr/>
        </p:nvSpPr>
        <p:spPr>
          <a:xfrm>
            <a:off x="9430550" y="3523156"/>
            <a:ext cx="2131556" cy="1579920"/>
          </a:xfrm>
          <a:prstGeom prst="rect">
            <a:avLst/>
          </a:prstGeom>
          <a:effectLst/>
        </p:spPr>
        <p:txBody>
          <a:bodyPr wrap="square" lIns="0">
            <a:spAutoFit/>
          </a:bodyPr>
          <a:lstStyle/>
          <a:p>
            <a:pPr marL="179388" indent="-179388">
              <a:spcBef>
                <a:spcPts val="200"/>
              </a:spcBef>
              <a:spcAft>
                <a:spcPts val="200"/>
              </a:spcAft>
              <a:buFont typeface="+mj-lt"/>
              <a:buAutoNum type="arabicPeriod"/>
              <a:defRPr/>
            </a:pPr>
            <a:r>
              <a:rPr lang="en-US" sz="1000" dirty="0"/>
              <a:t>Branding guidelines </a:t>
            </a:r>
          </a:p>
          <a:p>
            <a:pPr marL="179388" indent="-179388">
              <a:spcBef>
                <a:spcPts val="200"/>
              </a:spcBef>
              <a:spcAft>
                <a:spcPts val="200"/>
              </a:spcAft>
              <a:buFont typeface="+mj-lt"/>
              <a:buAutoNum type="arabicPeriod"/>
              <a:defRPr/>
            </a:pPr>
            <a:r>
              <a:rPr lang="en-US" sz="1000" dirty="0"/>
              <a:t>Website design and development</a:t>
            </a:r>
          </a:p>
          <a:p>
            <a:pPr marL="179388" indent="-179388">
              <a:spcBef>
                <a:spcPts val="200"/>
              </a:spcBef>
              <a:spcAft>
                <a:spcPts val="200"/>
              </a:spcAft>
              <a:buFont typeface="+mj-lt"/>
              <a:buAutoNum type="arabicPeriod"/>
              <a:defRPr/>
            </a:pPr>
            <a:r>
              <a:rPr lang="en-US" sz="1000" dirty="0"/>
              <a:t>Search engine optimization (SEO)</a:t>
            </a:r>
          </a:p>
          <a:p>
            <a:pPr marL="179388" indent="-179388">
              <a:spcBef>
                <a:spcPts val="200"/>
              </a:spcBef>
              <a:spcAft>
                <a:spcPts val="200"/>
              </a:spcAft>
              <a:buFont typeface="+mj-lt"/>
              <a:buAutoNum type="arabicPeriod"/>
              <a:defRPr/>
            </a:pPr>
            <a:r>
              <a:rPr lang="en-US" sz="1000" dirty="0"/>
              <a:t>Pay per click (PPC) strategy</a:t>
            </a:r>
          </a:p>
          <a:p>
            <a:pPr marL="179388" indent="-179388">
              <a:spcBef>
                <a:spcPts val="200"/>
              </a:spcBef>
              <a:spcAft>
                <a:spcPts val="200"/>
              </a:spcAft>
              <a:buFont typeface="+mj-lt"/>
              <a:buAutoNum type="arabicPeriod"/>
              <a:defRPr/>
            </a:pPr>
            <a:r>
              <a:rPr lang="en-US" sz="1000" dirty="0"/>
              <a:t>Social media strategy</a:t>
            </a:r>
          </a:p>
          <a:p>
            <a:pPr marL="179388" indent="-179388">
              <a:spcBef>
                <a:spcPts val="200"/>
              </a:spcBef>
              <a:spcAft>
                <a:spcPts val="200"/>
              </a:spcAft>
              <a:buFont typeface="+mj-lt"/>
              <a:buAutoNum type="arabicPeriod"/>
              <a:defRPr/>
            </a:pPr>
            <a:r>
              <a:rPr lang="en-US" sz="1000" dirty="0"/>
              <a:t>Emailing strategy</a:t>
            </a:r>
          </a:p>
        </p:txBody>
      </p:sp>
      <p:pic>
        <p:nvPicPr>
          <p:cNvPr id="7" name="Graphic 6" descr="Internet with solid fill">
            <a:extLst>
              <a:ext uri="{FF2B5EF4-FFF2-40B4-BE49-F238E27FC236}">
                <a16:creationId xmlns:a16="http://schemas.microsoft.com/office/drawing/2014/main" id="{7440E4DA-FA5B-F282-5F6B-9222D0F1903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14360" y="2654071"/>
            <a:ext cx="552504" cy="552504"/>
          </a:xfrm>
          <a:prstGeom prst="rect">
            <a:avLst/>
          </a:prstGeom>
        </p:spPr>
      </p:pic>
      <p:sp>
        <p:nvSpPr>
          <p:cNvPr id="5" name="Rectangle 4">
            <a:extLst>
              <a:ext uri="{FF2B5EF4-FFF2-40B4-BE49-F238E27FC236}">
                <a16:creationId xmlns:a16="http://schemas.microsoft.com/office/drawing/2014/main" id="{874690FC-4F8A-CF08-1E94-48A92CBEB724}"/>
              </a:ext>
            </a:extLst>
          </p:cNvPr>
          <p:cNvSpPr/>
          <p:nvPr/>
        </p:nvSpPr>
        <p:spPr>
          <a:xfrm>
            <a:off x="7247428" y="3523156"/>
            <a:ext cx="2098307" cy="2041585"/>
          </a:xfrm>
          <a:prstGeom prst="rect">
            <a:avLst/>
          </a:prstGeom>
          <a:effectLst/>
        </p:spPr>
        <p:txBody>
          <a:bodyPr wrap="square" lIns="0">
            <a:spAutoFit/>
          </a:bodyPr>
          <a:lstStyle/>
          <a:p>
            <a:pPr marL="179388" indent="-179388">
              <a:spcBef>
                <a:spcPts val="200"/>
              </a:spcBef>
              <a:spcAft>
                <a:spcPts val="200"/>
              </a:spcAft>
              <a:buFont typeface="+mj-lt"/>
              <a:buAutoNum type="arabicPeriod"/>
              <a:defRPr/>
            </a:pPr>
            <a:r>
              <a:rPr lang="en-US" sz="1000" dirty="0"/>
              <a:t>Pricing fundamentals</a:t>
            </a:r>
          </a:p>
          <a:p>
            <a:pPr marL="179388" indent="-179388">
              <a:spcBef>
                <a:spcPts val="200"/>
              </a:spcBef>
              <a:spcAft>
                <a:spcPts val="200"/>
              </a:spcAft>
              <a:buFont typeface="+mj-lt"/>
              <a:buAutoNum type="arabicPeriod"/>
              <a:defRPr/>
            </a:pPr>
            <a:r>
              <a:rPr lang="en-US" sz="1000" dirty="0"/>
              <a:t>Pricing maturity model</a:t>
            </a:r>
          </a:p>
          <a:p>
            <a:pPr marL="179388" indent="-179388">
              <a:spcBef>
                <a:spcPts val="200"/>
              </a:spcBef>
              <a:spcAft>
                <a:spcPts val="200"/>
              </a:spcAft>
              <a:buFont typeface="+mj-lt"/>
              <a:buAutoNum type="arabicPeriod"/>
              <a:defRPr/>
            </a:pPr>
            <a:r>
              <a:rPr lang="en-US" sz="1000" dirty="0"/>
              <a:t>Current and target pricing maturity levels</a:t>
            </a:r>
          </a:p>
          <a:p>
            <a:pPr marL="179388" indent="-179388">
              <a:spcBef>
                <a:spcPts val="200"/>
              </a:spcBef>
              <a:spcAft>
                <a:spcPts val="200"/>
              </a:spcAft>
              <a:buFont typeface="+mj-lt"/>
              <a:buAutoNum type="arabicPeriod"/>
              <a:defRPr/>
            </a:pPr>
            <a:r>
              <a:rPr lang="en-US" sz="1000" dirty="0"/>
              <a:t>Pricing strategies</a:t>
            </a:r>
          </a:p>
          <a:p>
            <a:pPr marL="179388" indent="-179388">
              <a:spcBef>
                <a:spcPts val="200"/>
              </a:spcBef>
              <a:spcAft>
                <a:spcPts val="200"/>
              </a:spcAft>
              <a:buFont typeface="+mj-lt"/>
              <a:buAutoNum type="arabicPeriod"/>
              <a:defRPr/>
            </a:pPr>
            <a:r>
              <a:rPr lang="en-US" sz="1000" dirty="0"/>
              <a:t>Price sensitivity analysis</a:t>
            </a:r>
          </a:p>
          <a:p>
            <a:pPr marL="179388" indent="-179388">
              <a:spcBef>
                <a:spcPts val="200"/>
              </a:spcBef>
              <a:spcAft>
                <a:spcPts val="200"/>
              </a:spcAft>
              <a:buFont typeface="+mj-lt"/>
              <a:buAutoNum type="arabicPeriod"/>
              <a:defRPr/>
            </a:pPr>
            <a:r>
              <a:rPr lang="en-US" sz="1000" dirty="0"/>
              <a:t>Setting up prices</a:t>
            </a:r>
          </a:p>
          <a:p>
            <a:pPr marL="179388" indent="-179388">
              <a:spcBef>
                <a:spcPts val="200"/>
              </a:spcBef>
              <a:spcAft>
                <a:spcPts val="200"/>
              </a:spcAft>
              <a:buFont typeface="+mj-lt"/>
              <a:buAutoNum type="arabicPeriod"/>
              <a:defRPr/>
            </a:pPr>
            <a:r>
              <a:rPr lang="en-US" sz="1000" dirty="0"/>
              <a:t>Discount strategies</a:t>
            </a:r>
          </a:p>
          <a:p>
            <a:pPr marL="179388" indent="-179388">
              <a:spcBef>
                <a:spcPts val="200"/>
              </a:spcBef>
              <a:spcAft>
                <a:spcPts val="200"/>
              </a:spcAft>
              <a:buFont typeface="+mj-lt"/>
              <a:buAutoNum type="arabicPeriod"/>
              <a:defRPr/>
            </a:pPr>
            <a:r>
              <a:rPr lang="en-US" sz="1000" dirty="0"/>
              <a:t>Avoiding price war</a:t>
            </a:r>
          </a:p>
          <a:p>
            <a:pPr marL="179388" indent="-179388">
              <a:spcBef>
                <a:spcPts val="200"/>
              </a:spcBef>
              <a:spcAft>
                <a:spcPts val="200"/>
              </a:spcAft>
              <a:buFont typeface="+mj-lt"/>
              <a:buAutoNum type="arabicPeriod"/>
              <a:defRPr/>
            </a:pPr>
            <a:r>
              <a:rPr lang="en-US" sz="1000" dirty="0">
                <a:solidFill>
                  <a:srgbClr val="002776"/>
                </a:solidFill>
              </a:rPr>
              <a:t>Performance monitoring</a:t>
            </a:r>
          </a:p>
        </p:txBody>
      </p:sp>
    </p:spTree>
    <p:extLst>
      <p:ext uri="{BB962C8B-B14F-4D97-AF65-F5344CB8AC3E}">
        <p14:creationId xmlns:p14="http://schemas.microsoft.com/office/powerpoint/2010/main" val="2387808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406584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3" name="Picture 32">
            <a:extLst>
              <a:ext uri="{FF2B5EF4-FFF2-40B4-BE49-F238E27FC236}">
                <a16:creationId xmlns:a16="http://schemas.microsoft.com/office/drawing/2014/main" id="{FDA8DA06-097D-AA04-A41F-5E3004613515}"/>
              </a:ext>
            </a:extLst>
          </p:cNvPr>
          <p:cNvPicPr>
            <a:picLocks noChangeAspect="1"/>
          </p:cNvPicPr>
          <p:nvPr/>
        </p:nvPicPr>
        <p:blipFill>
          <a:blip r:embed="rId5"/>
          <a:stretch>
            <a:fillRect/>
          </a:stretch>
        </p:blipFill>
        <p:spPr>
          <a:xfrm>
            <a:off x="719200" y="1803462"/>
            <a:ext cx="3520000" cy="1980000"/>
          </a:xfrm>
          <a:prstGeom prst="rect">
            <a:avLst/>
          </a:prstGeom>
          <a:effectLst>
            <a:outerShdw blurRad="50800" dist="38100" dir="5400000" algn="t" rotWithShape="0">
              <a:prstClr val="black">
                <a:alpha val="40000"/>
              </a:prstClr>
            </a:outerShdw>
          </a:effectLst>
        </p:spPr>
      </p:pic>
      <p:pic>
        <p:nvPicPr>
          <p:cNvPr id="34" name="Picture 33">
            <a:extLst>
              <a:ext uri="{FF2B5EF4-FFF2-40B4-BE49-F238E27FC236}">
                <a16:creationId xmlns:a16="http://schemas.microsoft.com/office/drawing/2014/main" id="{DA976C0D-0E2E-233B-670A-A1D5661960F5}"/>
              </a:ext>
            </a:extLst>
          </p:cNvPr>
          <p:cNvPicPr>
            <a:picLocks noChangeAspect="1"/>
          </p:cNvPicPr>
          <p:nvPr/>
        </p:nvPicPr>
        <p:blipFill>
          <a:blip r:embed="rId6"/>
          <a:stretch>
            <a:fillRect/>
          </a:stretch>
        </p:blipFill>
        <p:spPr>
          <a:xfrm>
            <a:off x="4322246" y="1803462"/>
            <a:ext cx="3520000" cy="1980000"/>
          </a:xfrm>
          <a:prstGeom prst="rect">
            <a:avLst/>
          </a:prstGeom>
          <a:effectLst>
            <a:outerShdw blurRad="50800" dist="38100" dir="5400000" algn="t" rotWithShape="0">
              <a:prstClr val="black">
                <a:alpha val="40000"/>
              </a:prstClr>
            </a:outerShdw>
          </a:effectLst>
        </p:spPr>
      </p:pic>
      <p:pic>
        <p:nvPicPr>
          <p:cNvPr id="37" name="Picture 36">
            <a:extLst>
              <a:ext uri="{FF2B5EF4-FFF2-40B4-BE49-F238E27FC236}">
                <a16:creationId xmlns:a16="http://schemas.microsoft.com/office/drawing/2014/main" id="{D49CF3F3-851C-A9E5-6C26-08339989F414}"/>
              </a:ext>
            </a:extLst>
          </p:cNvPr>
          <p:cNvPicPr>
            <a:picLocks noChangeAspect="1"/>
          </p:cNvPicPr>
          <p:nvPr/>
        </p:nvPicPr>
        <p:blipFill>
          <a:blip r:embed="rId7"/>
          <a:stretch>
            <a:fillRect/>
          </a:stretch>
        </p:blipFill>
        <p:spPr>
          <a:xfrm>
            <a:off x="7925293" y="1803462"/>
            <a:ext cx="3520000" cy="1980000"/>
          </a:xfrm>
          <a:prstGeom prst="rect">
            <a:avLst/>
          </a:prstGeom>
          <a:effectLst>
            <a:outerShdw blurRad="50800" dist="38100" dir="5400000" algn="t" rotWithShape="0">
              <a:prstClr val="black">
                <a:alpha val="40000"/>
              </a:prstClr>
            </a:outerShdw>
          </a:effectLst>
        </p:spPr>
      </p:pic>
      <p:pic>
        <p:nvPicPr>
          <p:cNvPr id="35" name="Picture 34">
            <a:extLst>
              <a:ext uri="{FF2B5EF4-FFF2-40B4-BE49-F238E27FC236}">
                <a16:creationId xmlns:a16="http://schemas.microsoft.com/office/drawing/2014/main" id="{EE4330E5-F779-ED0C-90EC-47846406D6B0}"/>
              </a:ext>
            </a:extLst>
          </p:cNvPr>
          <p:cNvPicPr>
            <a:picLocks noChangeAspect="1"/>
          </p:cNvPicPr>
          <p:nvPr/>
        </p:nvPicPr>
        <p:blipFill>
          <a:blip r:embed="rId8"/>
          <a:stretch>
            <a:fillRect/>
          </a:stretch>
        </p:blipFill>
        <p:spPr>
          <a:xfrm>
            <a:off x="719199" y="4258306"/>
            <a:ext cx="3520000" cy="1980000"/>
          </a:xfrm>
          <a:prstGeom prst="rect">
            <a:avLst/>
          </a:prstGeom>
          <a:effectLst>
            <a:outerShdw blurRad="50800" dist="38100" dir="5400000" algn="t" rotWithShape="0">
              <a:prstClr val="black">
                <a:alpha val="40000"/>
              </a:prstClr>
            </a:outerShdw>
          </a:effectLst>
        </p:spPr>
      </p:pic>
      <p:pic>
        <p:nvPicPr>
          <p:cNvPr id="36" name="Picture 35">
            <a:extLst>
              <a:ext uri="{FF2B5EF4-FFF2-40B4-BE49-F238E27FC236}">
                <a16:creationId xmlns:a16="http://schemas.microsoft.com/office/drawing/2014/main" id="{B08364C6-8C35-EA24-1E7C-825B2C624D66}"/>
              </a:ext>
            </a:extLst>
          </p:cNvPr>
          <p:cNvPicPr>
            <a:picLocks noChangeAspect="1"/>
          </p:cNvPicPr>
          <p:nvPr/>
        </p:nvPicPr>
        <p:blipFill>
          <a:blip r:embed="rId9"/>
          <a:stretch>
            <a:fillRect/>
          </a:stretch>
        </p:blipFill>
        <p:spPr>
          <a:xfrm>
            <a:off x="4322245" y="4258306"/>
            <a:ext cx="3520001"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1 ‘Sales &amp; Marketing Strategy’ </a:t>
            </a:r>
            <a:endParaRPr lang="en-US" b="0" dirty="0"/>
          </a:p>
        </p:txBody>
      </p:sp>
      <p:pic>
        <p:nvPicPr>
          <p:cNvPr id="38" name="Picture 37">
            <a:extLst>
              <a:ext uri="{FF2B5EF4-FFF2-40B4-BE49-F238E27FC236}">
                <a16:creationId xmlns:a16="http://schemas.microsoft.com/office/drawing/2014/main" id="{CC9F6F0C-2EC4-3775-3823-51186786441D}"/>
              </a:ext>
            </a:extLst>
          </p:cNvPr>
          <p:cNvPicPr>
            <a:picLocks noChangeAspect="1"/>
          </p:cNvPicPr>
          <p:nvPr/>
        </p:nvPicPr>
        <p:blipFill>
          <a:blip r:embed="rId10"/>
          <a:stretch>
            <a:fillRect/>
          </a:stretch>
        </p:blipFill>
        <p:spPr>
          <a:xfrm>
            <a:off x="7925293" y="4258306"/>
            <a:ext cx="3520000" cy="1980000"/>
          </a:xfrm>
          <a:prstGeom prst="rect">
            <a:avLst/>
          </a:prstGeom>
          <a:effectLst>
            <a:outerShdw blurRad="50800" dist="38100" dir="5400000" algn="t" rotWithShape="0">
              <a:prstClr val="black">
                <a:alpha val="40000"/>
              </a:prstClr>
            </a:outerShdw>
          </a:effectLst>
        </p:spPr>
      </p:pic>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76" name="Rectangle: Rounded Corners 75">
            <a:extLst>
              <a:ext uri="{FF2B5EF4-FFF2-40B4-BE49-F238E27FC236}">
                <a16:creationId xmlns:a16="http://schemas.microsoft.com/office/drawing/2014/main" id="{CFBE3C49-B4E1-51BB-C14B-91B7BE9BE64B}"/>
              </a:ext>
            </a:extLst>
          </p:cNvPr>
          <p:cNvSpPr/>
          <p:nvPr/>
        </p:nvSpPr>
        <p:spPr>
          <a:xfrm>
            <a:off x="9910611"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FD7EE931-6AD5-D45D-476B-2726384F99CA}"/>
              </a:ext>
            </a:extLst>
          </p:cNvPr>
          <p:cNvSpPr/>
          <p:nvPr/>
        </p:nvSpPr>
        <p:spPr>
          <a:xfrm>
            <a:off x="9649778" y="294574"/>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Rounded Corners 26">
            <a:extLst>
              <a:ext uri="{FF2B5EF4-FFF2-40B4-BE49-F238E27FC236}">
                <a16:creationId xmlns:a16="http://schemas.microsoft.com/office/drawing/2014/main" id="{AA6BB218-D79F-6331-2162-F8D4766064E8}"/>
              </a:ext>
            </a:extLst>
          </p:cNvPr>
          <p:cNvSpPr/>
          <p:nvPr/>
        </p:nvSpPr>
        <p:spPr>
          <a:xfrm>
            <a:off x="10253793"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28" name="Rectangle: Rounded Corners 27">
            <a:extLst>
              <a:ext uri="{FF2B5EF4-FFF2-40B4-BE49-F238E27FC236}">
                <a16:creationId xmlns:a16="http://schemas.microsoft.com/office/drawing/2014/main" id="{52828955-1884-49A7-5886-595E16F6171A}"/>
              </a:ext>
            </a:extLst>
          </p:cNvPr>
          <p:cNvSpPr/>
          <p:nvPr/>
        </p:nvSpPr>
        <p:spPr>
          <a:xfrm>
            <a:off x="10596975"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29" name="Rectangle: Rounded Corners 28">
            <a:extLst>
              <a:ext uri="{FF2B5EF4-FFF2-40B4-BE49-F238E27FC236}">
                <a16:creationId xmlns:a16="http://schemas.microsoft.com/office/drawing/2014/main" id="{11605E28-8533-26C1-EFF2-7EF7F4B7DE5B}"/>
              </a:ext>
            </a:extLst>
          </p:cNvPr>
          <p:cNvSpPr/>
          <p:nvPr/>
        </p:nvSpPr>
        <p:spPr>
          <a:xfrm>
            <a:off x="10940157"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42" name="Footer Placeholder 41">
            <a:extLst>
              <a:ext uri="{FF2B5EF4-FFF2-40B4-BE49-F238E27FC236}">
                <a16:creationId xmlns:a16="http://schemas.microsoft.com/office/drawing/2014/main" id="{0041F247-49F0-7A76-E8E9-BF28AC18A63B}"/>
              </a:ext>
            </a:extLst>
          </p:cNvPr>
          <p:cNvSpPr>
            <a:spLocks noGrp="1"/>
          </p:cNvSpPr>
          <p:nvPr>
            <p:ph type="ftr" sz="quarter" idx="3"/>
          </p:nvPr>
        </p:nvSpPr>
        <p:spPr/>
        <p:txBody>
          <a:bodyPr>
            <a:spAutoFit/>
          </a:bodyPr>
          <a:lstStyle/>
          <a:p>
            <a:r>
              <a:rPr lang="en-US" dirty="0"/>
              <a:t>Domont Consulting</a:t>
            </a:r>
          </a:p>
        </p:txBody>
      </p:sp>
      <p:sp>
        <p:nvSpPr>
          <p:cNvPr id="43" name="Slide Number Placeholder 42">
            <a:extLst>
              <a:ext uri="{FF2B5EF4-FFF2-40B4-BE49-F238E27FC236}">
                <a16:creationId xmlns:a16="http://schemas.microsoft.com/office/drawing/2014/main" id="{F82FC387-CAF7-724B-9FF5-CE5609D71E08}"/>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
        <p:nvSpPr>
          <p:cNvPr id="4" name="Rectangle: Rounded Corners 3">
            <a:extLst>
              <a:ext uri="{FF2B5EF4-FFF2-40B4-BE49-F238E27FC236}">
                <a16:creationId xmlns:a16="http://schemas.microsoft.com/office/drawing/2014/main" id="{46EEDA39-7C1A-6572-7825-54AB9BB757B7}"/>
              </a:ext>
            </a:extLst>
          </p:cNvPr>
          <p:cNvSpPr/>
          <p:nvPr/>
        </p:nvSpPr>
        <p:spPr>
          <a:xfrm>
            <a:off x="11283339"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Tree>
    <p:extLst>
      <p:ext uri="{BB962C8B-B14F-4D97-AF65-F5344CB8AC3E}">
        <p14:creationId xmlns:p14="http://schemas.microsoft.com/office/powerpoint/2010/main" val="348420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1181238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0" name="Picture 29">
            <a:extLst>
              <a:ext uri="{FF2B5EF4-FFF2-40B4-BE49-F238E27FC236}">
                <a16:creationId xmlns:a16="http://schemas.microsoft.com/office/drawing/2014/main" id="{4C9AED62-4C9A-13C5-E0F6-B2A1BE6BC496}"/>
              </a:ext>
            </a:extLst>
          </p:cNvPr>
          <p:cNvPicPr>
            <a:picLocks noChangeAspect="1"/>
          </p:cNvPicPr>
          <p:nvPr/>
        </p:nvPicPr>
        <p:blipFill rotWithShape="1">
          <a:blip r:embed="rId5"/>
          <a:srcRect l="1600"/>
          <a:stretch/>
        </p:blipFill>
        <p:spPr>
          <a:xfrm>
            <a:off x="7925293" y="1789817"/>
            <a:ext cx="3520000" cy="1986044"/>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08FD07A3-2F83-50B9-E852-1BE693837D88}"/>
              </a:ext>
            </a:extLst>
          </p:cNvPr>
          <p:cNvPicPr>
            <a:picLocks noChangeAspect="1"/>
          </p:cNvPicPr>
          <p:nvPr/>
        </p:nvPicPr>
        <p:blipFill>
          <a:blip r:embed="rId6"/>
          <a:stretch>
            <a:fillRect/>
          </a:stretch>
        </p:blipFill>
        <p:spPr>
          <a:xfrm>
            <a:off x="731839" y="1789817"/>
            <a:ext cx="3520000" cy="19800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E7F21B9B-A3FA-29D3-386F-F361D65A7DB4}"/>
              </a:ext>
            </a:extLst>
          </p:cNvPr>
          <p:cNvPicPr>
            <a:picLocks noChangeAspect="1"/>
          </p:cNvPicPr>
          <p:nvPr/>
        </p:nvPicPr>
        <p:blipFill>
          <a:blip r:embed="rId7"/>
          <a:stretch>
            <a:fillRect/>
          </a:stretch>
        </p:blipFill>
        <p:spPr>
          <a:xfrm>
            <a:off x="4328566" y="1789817"/>
            <a:ext cx="3520000" cy="19800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A08871DD-E492-76D1-18D1-C51F524BBB10}"/>
              </a:ext>
            </a:extLst>
          </p:cNvPr>
          <p:cNvPicPr>
            <a:picLocks noChangeAspect="1"/>
          </p:cNvPicPr>
          <p:nvPr/>
        </p:nvPicPr>
        <p:blipFill>
          <a:blip r:embed="rId8"/>
          <a:stretch>
            <a:fillRect/>
          </a:stretch>
        </p:blipFill>
        <p:spPr>
          <a:xfrm>
            <a:off x="4321294" y="4244661"/>
            <a:ext cx="3520000" cy="1980000"/>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D98DB93D-F331-74A1-AE65-210E33F8A577}"/>
              </a:ext>
            </a:extLst>
          </p:cNvPr>
          <p:cNvPicPr>
            <a:picLocks noChangeAspect="1"/>
          </p:cNvPicPr>
          <p:nvPr/>
        </p:nvPicPr>
        <p:blipFill>
          <a:blip r:embed="rId9"/>
          <a:stretch>
            <a:fillRect/>
          </a:stretch>
        </p:blipFill>
        <p:spPr>
          <a:xfrm>
            <a:off x="717294" y="4244661"/>
            <a:ext cx="3520001" cy="1980000"/>
          </a:xfrm>
          <a:prstGeom prst="rect">
            <a:avLst/>
          </a:prstGeom>
          <a:effectLst>
            <a:outerShdw blurRad="50800" dist="38100" dir="5400000" algn="t" rotWithShape="0">
              <a:prstClr val="black">
                <a:alpha val="40000"/>
              </a:prstClr>
            </a:outerShdw>
          </a:effectLst>
        </p:spPr>
      </p:pic>
      <p:pic>
        <p:nvPicPr>
          <p:cNvPr id="23" name="Picture 22">
            <a:extLst>
              <a:ext uri="{FF2B5EF4-FFF2-40B4-BE49-F238E27FC236}">
                <a16:creationId xmlns:a16="http://schemas.microsoft.com/office/drawing/2014/main" id="{C4F96E26-132C-6A6A-8F95-2EA62E01582B}"/>
              </a:ext>
            </a:extLst>
          </p:cNvPr>
          <p:cNvPicPr>
            <a:picLocks noChangeAspect="1"/>
          </p:cNvPicPr>
          <p:nvPr/>
        </p:nvPicPr>
        <p:blipFill>
          <a:blip r:embed="rId10"/>
          <a:stretch>
            <a:fillRect/>
          </a:stretch>
        </p:blipFill>
        <p:spPr>
          <a:xfrm>
            <a:off x="7925293" y="4244661"/>
            <a:ext cx="3520000"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2 ‘5 Pillars to reach our Sales &amp; Marketing Strategic Objectives’ (1/3)</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1" name="Arrow: Right 10">
            <a:extLst>
              <a:ext uri="{FF2B5EF4-FFF2-40B4-BE49-F238E27FC236}">
                <a16:creationId xmlns:a16="http://schemas.microsoft.com/office/drawing/2014/main" id="{155AA2B5-1625-9440-2296-9CDCD48B3C44}"/>
              </a:ext>
            </a:extLst>
          </p:cNvPr>
          <p:cNvSpPr/>
          <p:nvPr/>
        </p:nvSpPr>
        <p:spPr>
          <a:xfrm>
            <a:off x="9649778" y="677249"/>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2" name="Footer Placeholder 31">
            <a:extLst>
              <a:ext uri="{FF2B5EF4-FFF2-40B4-BE49-F238E27FC236}">
                <a16:creationId xmlns:a16="http://schemas.microsoft.com/office/drawing/2014/main" id="{F493987C-F1D9-2351-739B-D94A7038DA90}"/>
              </a:ext>
            </a:extLst>
          </p:cNvPr>
          <p:cNvSpPr>
            <a:spLocks noGrp="1"/>
          </p:cNvSpPr>
          <p:nvPr>
            <p:ph type="ftr" sz="quarter" idx="3"/>
          </p:nvPr>
        </p:nvSpPr>
        <p:spPr/>
        <p:txBody>
          <a:bodyPr>
            <a:spAutoFit/>
          </a:bodyPr>
          <a:lstStyle/>
          <a:p>
            <a:r>
              <a:rPr lang="en-US" dirty="0"/>
              <a:t>Domont Consulting</a:t>
            </a:r>
          </a:p>
        </p:txBody>
      </p:sp>
      <p:sp>
        <p:nvSpPr>
          <p:cNvPr id="39" name="Slide Number Placeholder 38">
            <a:extLst>
              <a:ext uri="{FF2B5EF4-FFF2-40B4-BE49-F238E27FC236}">
                <a16:creationId xmlns:a16="http://schemas.microsoft.com/office/drawing/2014/main" id="{ECF09A12-107F-0785-390A-C68C4F26315D}"/>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
        <p:nvSpPr>
          <p:cNvPr id="3" name="Rectangle: Rounded Corners 2">
            <a:extLst>
              <a:ext uri="{FF2B5EF4-FFF2-40B4-BE49-F238E27FC236}">
                <a16:creationId xmlns:a16="http://schemas.microsoft.com/office/drawing/2014/main" id="{D8C8DBA0-4FFD-1FCC-7E92-CEDBBF41DD40}"/>
              </a:ext>
            </a:extLst>
          </p:cNvPr>
          <p:cNvSpPr/>
          <p:nvPr/>
        </p:nvSpPr>
        <p:spPr>
          <a:xfrm>
            <a:off x="9910611"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4" name="Rectangle: Rounded Corners 3">
            <a:extLst>
              <a:ext uri="{FF2B5EF4-FFF2-40B4-BE49-F238E27FC236}">
                <a16:creationId xmlns:a16="http://schemas.microsoft.com/office/drawing/2014/main" id="{F38C46E6-B5CB-9A5C-BF38-6CAD0B1114E4}"/>
              </a:ext>
            </a:extLst>
          </p:cNvPr>
          <p:cNvSpPr/>
          <p:nvPr/>
        </p:nvSpPr>
        <p:spPr>
          <a:xfrm>
            <a:off x="10253793"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5" name="Rectangle: Rounded Corners 4">
            <a:extLst>
              <a:ext uri="{FF2B5EF4-FFF2-40B4-BE49-F238E27FC236}">
                <a16:creationId xmlns:a16="http://schemas.microsoft.com/office/drawing/2014/main" id="{589A9F33-37C1-8155-B1D2-F4DA09C4E567}"/>
              </a:ext>
            </a:extLst>
          </p:cNvPr>
          <p:cNvSpPr/>
          <p:nvPr/>
        </p:nvSpPr>
        <p:spPr>
          <a:xfrm>
            <a:off x="10596975"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 name="Rectangle: Rounded Corners 6">
            <a:extLst>
              <a:ext uri="{FF2B5EF4-FFF2-40B4-BE49-F238E27FC236}">
                <a16:creationId xmlns:a16="http://schemas.microsoft.com/office/drawing/2014/main" id="{F720204E-C1BF-ADB1-92B8-A14549F8BB0A}"/>
              </a:ext>
            </a:extLst>
          </p:cNvPr>
          <p:cNvSpPr/>
          <p:nvPr/>
        </p:nvSpPr>
        <p:spPr>
          <a:xfrm>
            <a:off x="10940157"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95D7AFBA-8251-8B81-2E3A-30F38FCAFA00}"/>
              </a:ext>
            </a:extLst>
          </p:cNvPr>
          <p:cNvSpPr/>
          <p:nvPr/>
        </p:nvSpPr>
        <p:spPr>
          <a:xfrm>
            <a:off x="11283339"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Tree>
    <p:extLst>
      <p:ext uri="{BB962C8B-B14F-4D97-AF65-F5344CB8AC3E}">
        <p14:creationId xmlns:p14="http://schemas.microsoft.com/office/powerpoint/2010/main" val="2269690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70176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5" name="Picture 4">
            <a:extLst>
              <a:ext uri="{FF2B5EF4-FFF2-40B4-BE49-F238E27FC236}">
                <a16:creationId xmlns:a16="http://schemas.microsoft.com/office/drawing/2014/main" id="{5E07BB39-EF24-ED91-ECB9-A7821D2B1C00}"/>
              </a:ext>
            </a:extLst>
          </p:cNvPr>
          <p:cNvPicPr>
            <a:picLocks noChangeAspect="1"/>
          </p:cNvPicPr>
          <p:nvPr/>
        </p:nvPicPr>
        <p:blipFill>
          <a:blip r:embed="rId5"/>
          <a:stretch>
            <a:fillRect/>
          </a:stretch>
        </p:blipFill>
        <p:spPr>
          <a:xfrm>
            <a:off x="4328566" y="4227047"/>
            <a:ext cx="3519999" cy="1980000"/>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B3F87240-BBCE-1662-604F-CFACD88FAB67}"/>
              </a:ext>
            </a:extLst>
          </p:cNvPr>
          <p:cNvPicPr>
            <a:picLocks noChangeAspect="1"/>
          </p:cNvPicPr>
          <p:nvPr/>
        </p:nvPicPr>
        <p:blipFill>
          <a:blip r:embed="rId6"/>
          <a:stretch>
            <a:fillRect/>
          </a:stretch>
        </p:blipFill>
        <p:spPr>
          <a:xfrm>
            <a:off x="729363" y="1750746"/>
            <a:ext cx="3520000" cy="19800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E798749F-8C14-99B4-7C64-98A87A8516F1}"/>
              </a:ext>
            </a:extLst>
          </p:cNvPr>
          <p:cNvPicPr>
            <a:picLocks noChangeAspect="1"/>
          </p:cNvPicPr>
          <p:nvPr/>
        </p:nvPicPr>
        <p:blipFill>
          <a:blip r:embed="rId7"/>
          <a:stretch>
            <a:fillRect/>
          </a:stretch>
        </p:blipFill>
        <p:spPr>
          <a:xfrm>
            <a:off x="4327328" y="1750746"/>
            <a:ext cx="3520000" cy="19800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02278123-F5D1-7570-A973-B93D61F58ADA}"/>
              </a:ext>
            </a:extLst>
          </p:cNvPr>
          <p:cNvPicPr>
            <a:picLocks noChangeAspect="1"/>
          </p:cNvPicPr>
          <p:nvPr/>
        </p:nvPicPr>
        <p:blipFill>
          <a:blip r:embed="rId8"/>
          <a:stretch>
            <a:fillRect/>
          </a:stretch>
        </p:blipFill>
        <p:spPr>
          <a:xfrm>
            <a:off x="7925292" y="4227047"/>
            <a:ext cx="3520000"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2 ‘5 Pillars to reach our Sales &amp; Marketing Strategic Objectives’ (2/3)</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1" name="Arrow: Right 10">
            <a:extLst>
              <a:ext uri="{FF2B5EF4-FFF2-40B4-BE49-F238E27FC236}">
                <a16:creationId xmlns:a16="http://schemas.microsoft.com/office/drawing/2014/main" id="{155AA2B5-1625-9440-2296-9CDCD48B3C44}"/>
              </a:ext>
            </a:extLst>
          </p:cNvPr>
          <p:cNvSpPr/>
          <p:nvPr/>
        </p:nvSpPr>
        <p:spPr>
          <a:xfrm>
            <a:off x="9649778" y="677249"/>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1" name="Footer Placeholder 30">
            <a:extLst>
              <a:ext uri="{FF2B5EF4-FFF2-40B4-BE49-F238E27FC236}">
                <a16:creationId xmlns:a16="http://schemas.microsoft.com/office/drawing/2014/main" id="{A6CD0F9E-E850-1F8F-0508-E1CB95F2662C}"/>
              </a:ext>
            </a:extLst>
          </p:cNvPr>
          <p:cNvSpPr>
            <a:spLocks noGrp="1"/>
          </p:cNvSpPr>
          <p:nvPr>
            <p:ph type="ftr" sz="quarter" idx="3"/>
          </p:nvPr>
        </p:nvSpPr>
        <p:spPr/>
        <p:txBody>
          <a:bodyPr>
            <a:spAutoFit/>
          </a:bodyPr>
          <a:lstStyle/>
          <a:p>
            <a:r>
              <a:rPr lang="en-US" dirty="0"/>
              <a:t>Domont Consulting</a:t>
            </a:r>
          </a:p>
        </p:txBody>
      </p:sp>
      <p:sp>
        <p:nvSpPr>
          <p:cNvPr id="32" name="Slide Number Placeholder 31">
            <a:extLst>
              <a:ext uri="{FF2B5EF4-FFF2-40B4-BE49-F238E27FC236}">
                <a16:creationId xmlns:a16="http://schemas.microsoft.com/office/drawing/2014/main" id="{43F7662B-C5E8-A2EC-2BAA-8360F06DDF7B}"/>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
        <p:nvSpPr>
          <p:cNvPr id="3" name="Rectangle: Rounded Corners 2">
            <a:extLst>
              <a:ext uri="{FF2B5EF4-FFF2-40B4-BE49-F238E27FC236}">
                <a16:creationId xmlns:a16="http://schemas.microsoft.com/office/drawing/2014/main" id="{F5BB7365-A738-BC72-BE7E-ACA9E0C08C0F}"/>
              </a:ext>
            </a:extLst>
          </p:cNvPr>
          <p:cNvSpPr/>
          <p:nvPr/>
        </p:nvSpPr>
        <p:spPr>
          <a:xfrm>
            <a:off x="9910611"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4" name="Rectangle: Rounded Corners 3">
            <a:extLst>
              <a:ext uri="{FF2B5EF4-FFF2-40B4-BE49-F238E27FC236}">
                <a16:creationId xmlns:a16="http://schemas.microsoft.com/office/drawing/2014/main" id="{367C06D6-F5D3-860A-A969-1A0C428667EA}"/>
              </a:ext>
            </a:extLst>
          </p:cNvPr>
          <p:cNvSpPr/>
          <p:nvPr/>
        </p:nvSpPr>
        <p:spPr>
          <a:xfrm>
            <a:off x="10253793"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2" name="Rectangle: Rounded Corners 11">
            <a:extLst>
              <a:ext uri="{FF2B5EF4-FFF2-40B4-BE49-F238E27FC236}">
                <a16:creationId xmlns:a16="http://schemas.microsoft.com/office/drawing/2014/main" id="{201C6C45-4D88-49B3-EF90-DCEA6F47462E}"/>
              </a:ext>
            </a:extLst>
          </p:cNvPr>
          <p:cNvSpPr/>
          <p:nvPr/>
        </p:nvSpPr>
        <p:spPr>
          <a:xfrm>
            <a:off x="10596975"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9" name="Rectangle: Rounded Corners 18">
            <a:extLst>
              <a:ext uri="{FF2B5EF4-FFF2-40B4-BE49-F238E27FC236}">
                <a16:creationId xmlns:a16="http://schemas.microsoft.com/office/drawing/2014/main" id="{2D068F58-33BB-6E4F-FE47-1C2CF971DCD6}"/>
              </a:ext>
            </a:extLst>
          </p:cNvPr>
          <p:cNvSpPr/>
          <p:nvPr/>
        </p:nvSpPr>
        <p:spPr>
          <a:xfrm>
            <a:off x="10940157"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20" name="Rectangle: Rounded Corners 19">
            <a:extLst>
              <a:ext uri="{FF2B5EF4-FFF2-40B4-BE49-F238E27FC236}">
                <a16:creationId xmlns:a16="http://schemas.microsoft.com/office/drawing/2014/main" id="{94D92E5E-B5CD-C7EA-59A0-D2E99910D335}"/>
              </a:ext>
            </a:extLst>
          </p:cNvPr>
          <p:cNvSpPr/>
          <p:nvPr/>
        </p:nvSpPr>
        <p:spPr>
          <a:xfrm>
            <a:off x="11283339"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pic>
        <p:nvPicPr>
          <p:cNvPr id="22" name="Picture 21">
            <a:extLst>
              <a:ext uri="{FF2B5EF4-FFF2-40B4-BE49-F238E27FC236}">
                <a16:creationId xmlns:a16="http://schemas.microsoft.com/office/drawing/2014/main" id="{E0E16586-CDDF-1844-D657-452505586EC7}"/>
              </a:ext>
            </a:extLst>
          </p:cNvPr>
          <p:cNvPicPr>
            <a:picLocks noChangeAspect="1"/>
          </p:cNvPicPr>
          <p:nvPr/>
        </p:nvPicPr>
        <p:blipFill>
          <a:blip r:embed="rId9"/>
          <a:stretch>
            <a:fillRect/>
          </a:stretch>
        </p:blipFill>
        <p:spPr>
          <a:xfrm>
            <a:off x="729363" y="4227047"/>
            <a:ext cx="3520000" cy="1980000"/>
          </a:xfrm>
          <a:prstGeom prst="rect">
            <a:avLst/>
          </a:prstGeom>
          <a:effectLst>
            <a:outerShdw blurRad="50800" dist="38100" dir="5400000" algn="t" rotWithShape="0">
              <a:prstClr val="black">
                <a:alpha val="40000"/>
              </a:prstClr>
            </a:outerShdw>
          </a:effectLst>
        </p:spPr>
      </p:pic>
      <p:pic>
        <p:nvPicPr>
          <p:cNvPr id="30" name="Picture 29">
            <a:extLst>
              <a:ext uri="{FF2B5EF4-FFF2-40B4-BE49-F238E27FC236}">
                <a16:creationId xmlns:a16="http://schemas.microsoft.com/office/drawing/2014/main" id="{11508E6B-48A3-84C7-A42F-0284DF046FE5}"/>
              </a:ext>
            </a:extLst>
          </p:cNvPr>
          <p:cNvPicPr>
            <a:picLocks noChangeAspect="1"/>
          </p:cNvPicPr>
          <p:nvPr/>
        </p:nvPicPr>
        <p:blipFill>
          <a:blip r:embed="rId10"/>
          <a:stretch>
            <a:fillRect/>
          </a:stretch>
        </p:blipFill>
        <p:spPr>
          <a:xfrm>
            <a:off x="7925292" y="1750746"/>
            <a:ext cx="3520000" cy="1980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120394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8C00A-EFBC-E124-2316-C377310D951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A9912FB-162A-49D7-C0A0-80563FC6611D}"/>
              </a:ext>
            </a:extLst>
          </p:cNvPr>
          <p:cNvGraphicFramePr>
            <a:graphicFrameLocks noChangeAspect="1"/>
          </p:cNvGraphicFramePr>
          <p:nvPr>
            <p:custDataLst>
              <p:tags r:id="rId1"/>
            </p:custDataLst>
            <p:extLst>
              <p:ext uri="{D42A27DB-BD31-4B8C-83A1-F6EECF244321}">
                <p14:modId xmlns:p14="http://schemas.microsoft.com/office/powerpoint/2010/main" val="27257866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EA9912FB-162A-49D7-C0A0-80563FC661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1D7F7BC9-BB73-F83C-864E-8285A091C4E9}"/>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2" name="Picture 21">
            <a:extLst>
              <a:ext uri="{FF2B5EF4-FFF2-40B4-BE49-F238E27FC236}">
                <a16:creationId xmlns:a16="http://schemas.microsoft.com/office/drawing/2014/main" id="{0F014E14-0BA3-ED5E-1D91-B9A088B247F2}"/>
              </a:ext>
            </a:extLst>
          </p:cNvPr>
          <p:cNvPicPr>
            <a:picLocks noChangeAspect="1"/>
          </p:cNvPicPr>
          <p:nvPr/>
        </p:nvPicPr>
        <p:blipFill>
          <a:blip r:embed="rId5"/>
          <a:stretch>
            <a:fillRect/>
          </a:stretch>
        </p:blipFill>
        <p:spPr>
          <a:xfrm>
            <a:off x="729363" y="1750746"/>
            <a:ext cx="3520000" cy="1980000"/>
          </a:xfrm>
          <a:prstGeom prst="rect">
            <a:avLst/>
          </a:prstGeom>
          <a:effectLst>
            <a:outerShdw blurRad="50800" dist="38100" dir="5400000" algn="t" rotWithShape="0">
              <a:prstClr val="black">
                <a:alpha val="40000"/>
              </a:prstClr>
            </a:outerShdw>
          </a:effectLst>
        </p:spPr>
      </p:pic>
      <p:pic>
        <p:nvPicPr>
          <p:cNvPr id="23" name="Picture 22">
            <a:extLst>
              <a:ext uri="{FF2B5EF4-FFF2-40B4-BE49-F238E27FC236}">
                <a16:creationId xmlns:a16="http://schemas.microsoft.com/office/drawing/2014/main" id="{3EA9CFC8-0F25-AF45-9575-52C10D2BAF17}"/>
              </a:ext>
            </a:extLst>
          </p:cNvPr>
          <p:cNvPicPr>
            <a:picLocks noChangeAspect="1"/>
          </p:cNvPicPr>
          <p:nvPr/>
        </p:nvPicPr>
        <p:blipFill>
          <a:blip r:embed="rId6"/>
          <a:stretch>
            <a:fillRect/>
          </a:stretch>
        </p:blipFill>
        <p:spPr>
          <a:xfrm>
            <a:off x="4326090" y="4223333"/>
            <a:ext cx="3520000" cy="1980000"/>
          </a:xfrm>
          <a:prstGeom prst="rect">
            <a:avLst/>
          </a:prstGeom>
          <a:effectLst>
            <a:outerShdw blurRad="50800" dist="38100" dir="5400000" algn="t" rotWithShape="0">
              <a:prstClr val="black">
                <a:alpha val="40000"/>
              </a:prstClr>
            </a:outerShdw>
          </a:effectLst>
        </p:spPr>
      </p:pic>
      <p:pic>
        <p:nvPicPr>
          <p:cNvPr id="25" name="Picture 24">
            <a:extLst>
              <a:ext uri="{FF2B5EF4-FFF2-40B4-BE49-F238E27FC236}">
                <a16:creationId xmlns:a16="http://schemas.microsoft.com/office/drawing/2014/main" id="{BF4FF606-5603-5E5F-6795-DA6779226E03}"/>
              </a:ext>
            </a:extLst>
          </p:cNvPr>
          <p:cNvPicPr>
            <a:picLocks noChangeAspect="1"/>
          </p:cNvPicPr>
          <p:nvPr/>
        </p:nvPicPr>
        <p:blipFill>
          <a:blip r:embed="rId7"/>
          <a:stretch>
            <a:fillRect/>
          </a:stretch>
        </p:blipFill>
        <p:spPr>
          <a:xfrm>
            <a:off x="7920341" y="4227047"/>
            <a:ext cx="3520000" cy="198000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1C8F54DA-E127-CD3D-4A84-0FB56A98EF2E}"/>
              </a:ext>
            </a:extLst>
          </p:cNvPr>
          <p:cNvPicPr>
            <a:picLocks noChangeAspect="1"/>
          </p:cNvPicPr>
          <p:nvPr/>
        </p:nvPicPr>
        <p:blipFill>
          <a:blip r:embed="rId8"/>
          <a:stretch>
            <a:fillRect/>
          </a:stretch>
        </p:blipFill>
        <p:spPr>
          <a:xfrm>
            <a:off x="729363" y="4223333"/>
            <a:ext cx="3520000" cy="1980000"/>
          </a:xfrm>
          <a:prstGeom prst="rect">
            <a:avLst/>
          </a:prstGeom>
          <a:effectLst>
            <a:outerShdw blurRad="50800" dist="38100" dir="5400000" algn="t" rotWithShape="0">
              <a:prstClr val="black">
                <a:alpha val="40000"/>
              </a:prstClr>
            </a:outerShdw>
          </a:effectLst>
        </p:spPr>
      </p:pic>
      <p:pic>
        <p:nvPicPr>
          <p:cNvPr id="28" name="Picture 27">
            <a:extLst>
              <a:ext uri="{FF2B5EF4-FFF2-40B4-BE49-F238E27FC236}">
                <a16:creationId xmlns:a16="http://schemas.microsoft.com/office/drawing/2014/main" id="{13B1A1D4-B4D0-AE37-5A1F-489963BB440E}"/>
              </a:ext>
            </a:extLst>
          </p:cNvPr>
          <p:cNvPicPr>
            <a:picLocks noChangeAspect="1"/>
          </p:cNvPicPr>
          <p:nvPr/>
        </p:nvPicPr>
        <p:blipFill>
          <a:blip r:embed="rId9"/>
          <a:stretch>
            <a:fillRect/>
          </a:stretch>
        </p:blipFill>
        <p:spPr>
          <a:xfrm>
            <a:off x="7925292" y="1758850"/>
            <a:ext cx="3520000" cy="1980000"/>
          </a:xfrm>
          <a:prstGeom prst="rect">
            <a:avLst/>
          </a:prstGeom>
          <a:effectLst>
            <a:outerShdw blurRad="50800" dist="38100" dir="5400000" algn="t" rotWithShape="0">
              <a:prstClr val="black">
                <a:alpha val="40000"/>
              </a:prstClr>
            </a:outerShdw>
          </a:effectLst>
        </p:spPr>
      </p:pic>
      <p:pic>
        <p:nvPicPr>
          <p:cNvPr id="29" name="Picture 28">
            <a:extLst>
              <a:ext uri="{FF2B5EF4-FFF2-40B4-BE49-F238E27FC236}">
                <a16:creationId xmlns:a16="http://schemas.microsoft.com/office/drawing/2014/main" id="{5EAF63EF-A7EF-7756-DE8A-5612A11AFC7D}"/>
              </a:ext>
            </a:extLst>
          </p:cNvPr>
          <p:cNvPicPr>
            <a:picLocks noChangeAspect="1"/>
          </p:cNvPicPr>
          <p:nvPr/>
        </p:nvPicPr>
        <p:blipFill>
          <a:blip r:embed="rId10"/>
          <a:stretch>
            <a:fillRect/>
          </a:stretch>
        </p:blipFill>
        <p:spPr>
          <a:xfrm>
            <a:off x="4327328" y="1750746"/>
            <a:ext cx="3520000"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47F95D15-5D11-68F1-E26D-03DE2FCC8729}"/>
              </a:ext>
            </a:extLst>
          </p:cNvPr>
          <p:cNvSpPr>
            <a:spLocks noGrp="1"/>
          </p:cNvSpPr>
          <p:nvPr>
            <p:ph type="title"/>
          </p:nvPr>
        </p:nvSpPr>
        <p:spPr>
          <a:xfrm>
            <a:off x="514115" y="365126"/>
            <a:ext cx="8916756" cy="1081710"/>
          </a:xfrm>
        </p:spPr>
        <p:txBody>
          <a:bodyPr vert="horz">
            <a:normAutofit/>
          </a:bodyPr>
          <a:lstStyle/>
          <a:p>
            <a:r>
              <a:rPr lang="en-US" dirty="0"/>
              <a:t>Small preview of the phase 2 ‘5 Pillars to reach our Sales &amp; Marketing Strategic Objectives’ (3/3)</a:t>
            </a:r>
            <a:endParaRPr lang="en-US" b="0" dirty="0"/>
          </a:p>
        </p:txBody>
      </p:sp>
      <p:sp>
        <p:nvSpPr>
          <p:cNvPr id="13" name="Rectangle: Rounded Corners 12">
            <a:extLst>
              <a:ext uri="{FF2B5EF4-FFF2-40B4-BE49-F238E27FC236}">
                <a16:creationId xmlns:a16="http://schemas.microsoft.com/office/drawing/2014/main" id="{9C1C73A4-5DCD-9FD0-43E0-2057AF9C5EF9}"/>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5430F782-FA50-C892-DD65-6525CDECEA4A}"/>
              </a:ext>
            </a:extLst>
          </p:cNvPr>
          <p:cNvSpPr/>
          <p:nvPr/>
        </p:nvSpPr>
        <p:spPr>
          <a:xfrm>
            <a:off x="9877648" y="533919"/>
            <a:ext cx="1695866" cy="487278"/>
          </a:xfrm>
          <a:prstGeom prst="roundRect">
            <a:avLst>
              <a:gd name="adj" fmla="val 60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CF74B743-F90F-7404-762F-8679A78B9242}"/>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5A4FD4EA-6B0B-B0B0-75A1-A947AC7F7772}"/>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B31D4B27-D64A-4632-6C7A-6DF061A7D0E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E0BF95FA-7AF9-DDA4-F80D-E5D53CC9BCED}"/>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1" name="Arrow: Right 10">
            <a:extLst>
              <a:ext uri="{FF2B5EF4-FFF2-40B4-BE49-F238E27FC236}">
                <a16:creationId xmlns:a16="http://schemas.microsoft.com/office/drawing/2014/main" id="{3AA5C0D9-C6E2-4DE8-74D9-BEDD7D322BC4}"/>
              </a:ext>
            </a:extLst>
          </p:cNvPr>
          <p:cNvSpPr/>
          <p:nvPr/>
        </p:nvSpPr>
        <p:spPr>
          <a:xfrm>
            <a:off x="9649778" y="677249"/>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1" name="Footer Placeholder 30">
            <a:extLst>
              <a:ext uri="{FF2B5EF4-FFF2-40B4-BE49-F238E27FC236}">
                <a16:creationId xmlns:a16="http://schemas.microsoft.com/office/drawing/2014/main" id="{5B5024E7-CD6F-25DB-BF18-20394E318F25}"/>
              </a:ext>
            </a:extLst>
          </p:cNvPr>
          <p:cNvSpPr>
            <a:spLocks noGrp="1"/>
          </p:cNvSpPr>
          <p:nvPr>
            <p:ph type="ftr" sz="quarter" idx="3"/>
          </p:nvPr>
        </p:nvSpPr>
        <p:spPr/>
        <p:txBody>
          <a:bodyPr>
            <a:spAutoFit/>
          </a:bodyPr>
          <a:lstStyle/>
          <a:p>
            <a:r>
              <a:rPr lang="en-US" dirty="0"/>
              <a:t>Domont Consulting</a:t>
            </a:r>
          </a:p>
        </p:txBody>
      </p:sp>
      <p:sp>
        <p:nvSpPr>
          <p:cNvPr id="32" name="Slide Number Placeholder 31">
            <a:extLst>
              <a:ext uri="{FF2B5EF4-FFF2-40B4-BE49-F238E27FC236}">
                <a16:creationId xmlns:a16="http://schemas.microsoft.com/office/drawing/2014/main" id="{7784585E-FB1B-42D7-6A8B-C3EA110F8439}"/>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
        <p:nvSpPr>
          <p:cNvPr id="3" name="Rectangle: Rounded Corners 2">
            <a:extLst>
              <a:ext uri="{FF2B5EF4-FFF2-40B4-BE49-F238E27FC236}">
                <a16:creationId xmlns:a16="http://schemas.microsoft.com/office/drawing/2014/main" id="{50A0487C-84D1-78F4-3D8A-97983F1BDB4E}"/>
              </a:ext>
            </a:extLst>
          </p:cNvPr>
          <p:cNvSpPr/>
          <p:nvPr/>
        </p:nvSpPr>
        <p:spPr>
          <a:xfrm>
            <a:off x="9910611"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4" name="Rectangle: Rounded Corners 3">
            <a:extLst>
              <a:ext uri="{FF2B5EF4-FFF2-40B4-BE49-F238E27FC236}">
                <a16:creationId xmlns:a16="http://schemas.microsoft.com/office/drawing/2014/main" id="{AAE88F32-370D-346B-BD04-C4C609D3D05E}"/>
              </a:ext>
            </a:extLst>
          </p:cNvPr>
          <p:cNvSpPr/>
          <p:nvPr/>
        </p:nvSpPr>
        <p:spPr>
          <a:xfrm>
            <a:off x="10253793"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2" name="Rectangle: Rounded Corners 11">
            <a:extLst>
              <a:ext uri="{FF2B5EF4-FFF2-40B4-BE49-F238E27FC236}">
                <a16:creationId xmlns:a16="http://schemas.microsoft.com/office/drawing/2014/main" id="{D4818AEC-F8EA-4A4D-5157-6F7A8D4833DA}"/>
              </a:ext>
            </a:extLst>
          </p:cNvPr>
          <p:cNvSpPr/>
          <p:nvPr/>
        </p:nvSpPr>
        <p:spPr>
          <a:xfrm>
            <a:off x="10596975"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9" name="Rectangle: Rounded Corners 18">
            <a:extLst>
              <a:ext uri="{FF2B5EF4-FFF2-40B4-BE49-F238E27FC236}">
                <a16:creationId xmlns:a16="http://schemas.microsoft.com/office/drawing/2014/main" id="{3FE186EE-40B2-4C39-A69C-201327279AD2}"/>
              </a:ext>
            </a:extLst>
          </p:cNvPr>
          <p:cNvSpPr/>
          <p:nvPr/>
        </p:nvSpPr>
        <p:spPr>
          <a:xfrm>
            <a:off x="10940157"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20" name="Rectangle: Rounded Corners 19">
            <a:extLst>
              <a:ext uri="{FF2B5EF4-FFF2-40B4-BE49-F238E27FC236}">
                <a16:creationId xmlns:a16="http://schemas.microsoft.com/office/drawing/2014/main" id="{CA55C210-A002-5BA0-A0B6-BFF3B861FEA1}"/>
              </a:ext>
            </a:extLst>
          </p:cNvPr>
          <p:cNvSpPr/>
          <p:nvPr/>
        </p:nvSpPr>
        <p:spPr>
          <a:xfrm>
            <a:off x="11283339"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Tree>
    <p:extLst>
      <p:ext uri="{BB962C8B-B14F-4D97-AF65-F5344CB8AC3E}">
        <p14:creationId xmlns:p14="http://schemas.microsoft.com/office/powerpoint/2010/main" val="819275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888434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3 ‘Potential Initiatives’ and 4 ‘Business cases and financial models’</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0" name="Arrow: Right 19">
            <a:extLst>
              <a:ext uri="{FF2B5EF4-FFF2-40B4-BE49-F238E27FC236}">
                <a16:creationId xmlns:a16="http://schemas.microsoft.com/office/drawing/2014/main" id="{29839612-06B8-8FFE-D9C5-E1E9949FA0B0}"/>
              </a:ext>
            </a:extLst>
          </p:cNvPr>
          <p:cNvSpPr/>
          <p:nvPr/>
        </p:nvSpPr>
        <p:spPr>
          <a:xfrm>
            <a:off x="9649778" y="1046681"/>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2" name="Picture 21">
            <a:extLst>
              <a:ext uri="{FF2B5EF4-FFF2-40B4-BE49-F238E27FC236}">
                <a16:creationId xmlns:a16="http://schemas.microsoft.com/office/drawing/2014/main" id="{D08A9D6A-866F-3506-EAB3-4B4814D7F747}"/>
              </a:ext>
            </a:extLst>
          </p:cNvPr>
          <p:cNvPicPr>
            <a:picLocks noChangeAspect="1"/>
          </p:cNvPicPr>
          <p:nvPr/>
        </p:nvPicPr>
        <p:blipFill>
          <a:blip r:embed="rId5"/>
          <a:stretch>
            <a:fillRect/>
          </a:stretch>
        </p:blipFill>
        <p:spPr>
          <a:xfrm>
            <a:off x="1077223" y="1807368"/>
            <a:ext cx="5559205" cy="4564337"/>
          </a:xfrm>
          <a:prstGeom prst="rect">
            <a:avLst/>
          </a:prstGeom>
          <a:effectLst>
            <a:outerShdw blurRad="50800" dist="38100" dir="5400000" algn="t" rotWithShape="0">
              <a:prstClr val="black">
                <a:alpha val="40000"/>
              </a:prstClr>
            </a:outerShdw>
          </a:effectLst>
        </p:spPr>
      </p:pic>
      <p:pic>
        <p:nvPicPr>
          <p:cNvPr id="23" name="Picture 22">
            <a:extLst>
              <a:ext uri="{FF2B5EF4-FFF2-40B4-BE49-F238E27FC236}">
                <a16:creationId xmlns:a16="http://schemas.microsoft.com/office/drawing/2014/main" id="{7AEE337F-2514-3F34-9EA7-145ED33A3C98}"/>
              </a:ext>
            </a:extLst>
          </p:cNvPr>
          <p:cNvPicPr>
            <a:picLocks noChangeAspect="1"/>
          </p:cNvPicPr>
          <p:nvPr/>
        </p:nvPicPr>
        <p:blipFill>
          <a:blip r:embed="rId6"/>
          <a:stretch>
            <a:fillRect/>
          </a:stretch>
        </p:blipFill>
        <p:spPr>
          <a:xfrm>
            <a:off x="7459759" y="4081350"/>
            <a:ext cx="3672398" cy="2290355"/>
          </a:xfrm>
          <a:prstGeom prst="rect">
            <a:avLst/>
          </a:prstGeom>
          <a:effectLst>
            <a:outerShdw blurRad="50800" dist="38100" dir="5400000" algn="t" rotWithShape="0">
              <a:prstClr val="black">
                <a:alpha val="40000"/>
              </a:prstClr>
            </a:outerShdw>
          </a:effectLst>
        </p:spPr>
      </p:pic>
      <p:pic>
        <p:nvPicPr>
          <p:cNvPr id="30" name="Picture 29">
            <a:extLst>
              <a:ext uri="{FF2B5EF4-FFF2-40B4-BE49-F238E27FC236}">
                <a16:creationId xmlns:a16="http://schemas.microsoft.com/office/drawing/2014/main" id="{D1A1DCD6-916E-9232-3FBE-ACA0C833EC9C}"/>
              </a:ext>
            </a:extLst>
          </p:cNvPr>
          <p:cNvPicPr>
            <a:picLocks noChangeAspect="1"/>
          </p:cNvPicPr>
          <p:nvPr/>
        </p:nvPicPr>
        <p:blipFill>
          <a:blip r:embed="rId7"/>
          <a:stretch>
            <a:fillRect/>
          </a:stretch>
        </p:blipFill>
        <p:spPr>
          <a:xfrm>
            <a:off x="7459759" y="1807368"/>
            <a:ext cx="3655018" cy="2055947"/>
          </a:xfrm>
          <a:prstGeom prst="rect">
            <a:avLst/>
          </a:prstGeom>
          <a:effectLst>
            <a:outerShdw blurRad="50800" dist="38100" dir="5400000" algn="t" rotWithShape="0">
              <a:prstClr val="black">
                <a:alpha val="40000"/>
              </a:prstClr>
            </a:outerShdw>
          </a:effectLst>
        </p:spPr>
      </p:pic>
      <p:sp>
        <p:nvSpPr>
          <p:cNvPr id="32" name="Footer Placeholder 31">
            <a:extLst>
              <a:ext uri="{FF2B5EF4-FFF2-40B4-BE49-F238E27FC236}">
                <a16:creationId xmlns:a16="http://schemas.microsoft.com/office/drawing/2014/main" id="{F1F28780-FDD0-1F06-E067-D06BA934088F}"/>
              </a:ext>
            </a:extLst>
          </p:cNvPr>
          <p:cNvSpPr>
            <a:spLocks noGrp="1"/>
          </p:cNvSpPr>
          <p:nvPr>
            <p:ph type="ftr" sz="quarter" idx="3"/>
          </p:nvPr>
        </p:nvSpPr>
        <p:spPr/>
        <p:txBody>
          <a:bodyPr>
            <a:spAutoFit/>
          </a:bodyPr>
          <a:lstStyle/>
          <a:p>
            <a:r>
              <a:rPr lang="en-US" dirty="0"/>
              <a:t>Domont Consulting</a:t>
            </a:r>
          </a:p>
        </p:txBody>
      </p:sp>
      <p:sp>
        <p:nvSpPr>
          <p:cNvPr id="33" name="Slide Number Placeholder 32">
            <a:extLst>
              <a:ext uri="{FF2B5EF4-FFF2-40B4-BE49-F238E27FC236}">
                <a16:creationId xmlns:a16="http://schemas.microsoft.com/office/drawing/2014/main" id="{A2CF2F5F-61E8-9BB9-40DB-C5F98F4EA5BB}"/>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
        <p:nvSpPr>
          <p:cNvPr id="3" name="Rectangle: Rounded Corners 2">
            <a:extLst>
              <a:ext uri="{FF2B5EF4-FFF2-40B4-BE49-F238E27FC236}">
                <a16:creationId xmlns:a16="http://schemas.microsoft.com/office/drawing/2014/main" id="{4CF3084E-8C13-A33D-E7A9-57A59B86733C}"/>
              </a:ext>
            </a:extLst>
          </p:cNvPr>
          <p:cNvSpPr/>
          <p:nvPr/>
        </p:nvSpPr>
        <p:spPr>
          <a:xfrm>
            <a:off x="9910611"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4" name="Rectangle: Rounded Corners 3">
            <a:extLst>
              <a:ext uri="{FF2B5EF4-FFF2-40B4-BE49-F238E27FC236}">
                <a16:creationId xmlns:a16="http://schemas.microsoft.com/office/drawing/2014/main" id="{DC4AAEC9-3821-B1BB-034C-4CC4C3A8C8F4}"/>
              </a:ext>
            </a:extLst>
          </p:cNvPr>
          <p:cNvSpPr/>
          <p:nvPr/>
        </p:nvSpPr>
        <p:spPr>
          <a:xfrm>
            <a:off x="10253793"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5" name="Rectangle: Rounded Corners 4">
            <a:extLst>
              <a:ext uri="{FF2B5EF4-FFF2-40B4-BE49-F238E27FC236}">
                <a16:creationId xmlns:a16="http://schemas.microsoft.com/office/drawing/2014/main" id="{146821E8-2D63-A3A5-6BB4-35E53AE43525}"/>
              </a:ext>
            </a:extLst>
          </p:cNvPr>
          <p:cNvSpPr/>
          <p:nvPr/>
        </p:nvSpPr>
        <p:spPr>
          <a:xfrm>
            <a:off x="10596975"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 name="Rectangle: Rounded Corners 6">
            <a:extLst>
              <a:ext uri="{FF2B5EF4-FFF2-40B4-BE49-F238E27FC236}">
                <a16:creationId xmlns:a16="http://schemas.microsoft.com/office/drawing/2014/main" id="{C25FC932-C42D-7422-EA61-B8F1CF964A6E}"/>
              </a:ext>
            </a:extLst>
          </p:cNvPr>
          <p:cNvSpPr/>
          <p:nvPr/>
        </p:nvSpPr>
        <p:spPr>
          <a:xfrm>
            <a:off x="10940157"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B10697B7-1747-56FB-A808-63C23C42C3C9}"/>
              </a:ext>
            </a:extLst>
          </p:cNvPr>
          <p:cNvSpPr/>
          <p:nvPr/>
        </p:nvSpPr>
        <p:spPr>
          <a:xfrm>
            <a:off x="11283339"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Tree>
    <p:extLst>
      <p:ext uri="{BB962C8B-B14F-4D97-AF65-F5344CB8AC3E}">
        <p14:creationId xmlns:p14="http://schemas.microsoft.com/office/powerpoint/2010/main" val="1083748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4015110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5 ‘Project Prioritization, Business Roadmap and Implementation’</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0" name="Arrow: Right 19">
            <a:extLst>
              <a:ext uri="{FF2B5EF4-FFF2-40B4-BE49-F238E27FC236}">
                <a16:creationId xmlns:a16="http://schemas.microsoft.com/office/drawing/2014/main" id="{29839612-06B8-8FFE-D9C5-E1E9949FA0B0}"/>
              </a:ext>
            </a:extLst>
          </p:cNvPr>
          <p:cNvSpPr/>
          <p:nvPr/>
        </p:nvSpPr>
        <p:spPr>
          <a:xfrm>
            <a:off x="9649778" y="1184904"/>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5" name="Picture 4">
            <a:extLst>
              <a:ext uri="{FF2B5EF4-FFF2-40B4-BE49-F238E27FC236}">
                <a16:creationId xmlns:a16="http://schemas.microsoft.com/office/drawing/2014/main" id="{C536A3E4-6163-2F57-24CB-AA6ADEFD5BB3}"/>
              </a:ext>
            </a:extLst>
          </p:cNvPr>
          <p:cNvPicPr>
            <a:picLocks noChangeAspect="1"/>
          </p:cNvPicPr>
          <p:nvPr/>
        </p:nvPicPr>
        <p:blipFill>
          <a:blip r:embed="rId5"/>
          <a:stretch>
            <a:fillRect/>
          </a:stretch>
        </p:blipFill>
        <p:spPr>
          <a:xfrm>
            <a:off x="6714491" y="4133266"/>
            <a:ext cx="3987200" cy="2242800"/>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217FA0E0-2788-777A-93F2-B3BE4A8C8190}"/>
              </a:ext>
            </a:extLst>
          </p:cNvPr>
          <p:cNvPicPr>
            <a:picLocks noChangeAspect="1"/>
          </p:cNvPicPr>
          <p:nvPr/>
        </p:nvPicPr>
        <p:blipFill>
          <a:blip r:embed="rId6"/>
          <a:stretch>
            <a:fillRect/>
          </a:stretch>
        </p:blipFill>
        <p:spPr>
          <a:xfrm>
            <a:off x="6714491" y="1709681"/>
            <a:ext cx="3987200" cy="2242800"/>
          </a:xfrm>
          <a:prstGeom prst="rect">
            <a:avLst/>
          </a:prstGeom>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14274BCC-DFAD-713C-0506-FA2A755EE36A}"/>
              </a:ext>
            </a:extLst>
          </p:cNvPr>
          <p:cNvPicPr>
            <a:picLocks noChangeAspect="1"/>
          </p:cNvPicPr>
          <p:nvPr/>
        </p:nvPicPr>
        <p:blipFill rotWithShape="1">
          <a:blip r:embed="rId7"/>
          <a:srcRect r="18681"/>
          <a:stretch/>
        </p:blipFill>
        <p:spPr>
          <a:xfrm>
            <a:off x="1571871" y="4133266"/>
            <a:ext cx="3981649" cy="2097413"/>
          </a:xfrm>
          <a:prstGeom prst="rect">
            <a:avLst/>
          </a:prstGeom>
          <a:effectLst>
            <a:outerShdw blurRad="50800" dist="38100" dir="5400000" algn="t" rotWithShape="0">
              <a:prstClr val="black">
                <a:alpha val="40000"/>
              </a:prstClr>
            </a:outerShdw>
          </a:effectLst>
        </p:spPr>
      </p:pic>
      <p:sp>
        <p:nvSpPr>
          <p:cNvPr id="11" name="Footer Placeholder 10">
            <a:extLst>
              <a:ext uri="{FF2B5EF4-FFF2-40B4-BE49-F238E27FC236}">
                <a16:creationId xmlns:a16="http://schemas.microsoft.com/office/drawing/2014/main" id="{24E032CF-89D2-4633-C424-16304EA85EFE}"/>
              </a:ext>
            </a:extLst>
          </p:cNvPr>
          <p:cNvSpPr>
            <a:spLocks noGrp="1"/>
          </p:cNvSpPr>
          <p:nvPr>
            <p:ph type="ftr" sz="quarter" idx="3"/>
          </p:nvPr>
        </p:nvSpPr>
        <p:spPr/>
        <p:txBody>
          <a:bodyPr>
            <a:spAutoFit/>
          </a:bodyPr>
          <a:lstStyle/>
          <a:p>
            <a:r>
              <a:rPr lang="en-US" dirty="0"/>
              <a:t>Domont Consulting</a:t>
            </a:r>
          </a:p>
        </p:txBody>
      </p:sp>
      <p:sp>
        <p:nvSpPr>
          <p:cNvPr id="12" name="Slide Number Placeholder 11">
            <a:extLst>
              <a:ext uri="{FF2B5EF4-FFF2-40B4-BE49-F238E27FC236}">
                <a16:creationId xmlns:a16="http://schemas.microsoft.com/office/drawing/2014/main" id="{354582F8-A94A-1D16-A419-F57D6B47481B}"/>
              </a:ext>
            </a:extLst>
          </p:cNvPr>
          <p:cNvSpPr>
            <a:spLocks noGrp="1"/>
          </p:cNvSpPr>
          <p:nvPr>
            <p:ph type="sldNum" sz="quarter" idx="4"/>
          </p:nvPr>
        </p:nvSpPr>
        <p:spPr/>
        <p:txBody>
          <a:bodyPr/>
          <a:lstStyle/>
          <a:p>
            <a:fld id="{37F5C94B-8C55-478B-B509-BAE6A06B2E2A}" type="slidenum">
              <a:rPr lang="en-US" smtClean="0"/>
              <a:pPr/>
              <a:t>15</a:t>
            </a:fld>
            <a:endParaRPr lang="en-US" dirty="0"/>
          </a:p>
        </p:txBody>
      </p:sp>
      <p:pic>
        <p:nvPicPr>
          <p:cNvPr id="19" name="Picture 18">
            <a:extLst>
              <a:ext uri="{FF2B5EF4-FFF2-40B4-BE49-F238E27FC236}">
                <a16:creationId xmlns:a16="http://schemas.microsoft.com/office/drawing/2014/main" id="{73612F16-590A-F7E4-49FC-F02A054B47FC}"/>
              </a:ext>
            </a:extLst>
          </p:cNvPr>
          <p:cNvPicPr>
            <a:picLocks noChangeAspect="1"/>
          </p:cNvPicPr>
          <p:nvPr/>
        </p:nvPicPr>
        <p:blipFill>
          <a:blip r:embed="rId8"/>
          <a:stretch>
            <a:fillRect/>
          </a:stretch>
        </p:blipFill>
        <p:spPr>
          <a:xfrm>
            <a:off x="1569095" y="1709681"/>
            <a:ext cx="3987200" cy="2242800"/>
          </a:xfrm>
          <a:prstGeom prst="rect">
            <a:avLst/>
          </a:prstGeom>
          <a:effectLst>
            <a:outerShdw blurRad="50800" dist="38100" dir="5400000" algn="t" rotWithShape="0">
              <a:prstClr val="black">
                <a:alpha val="40000"/>
              </a:prstClr>
            </a:outerShdw>
          </a:effectLst>
        </p:spPr>
      </p:pic>
      <p:sp>
        <p:nvSpPr>
          <p:cNvPr id="3" name="Rectangle: Rounded Corners 2">
            <a:extLst>
              <a:ext uri="{FF2B5EF4-FFF2-40B4-BE49-F238E27FC236}">
                <a16:creationId xmlns:a16="http://schemas.microsoft.com/office/drawing/2014/main" id="{D5207AB8-7CDA-9FAD-72FE-325568619F80}"/>
              </a:ext>
            </a:extLst>
          </p:cNvPr>
          <p:cNvSpPr/>
          <p:nvPr/>
        </p:nvSpPr>
        <p:spPr>
          <a:xfrm>
            <a:off x="9910611"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4" name="Rectangle: Rounded Corners 3">
            <a:extLst>
              <a:ext uri="{FF2B5EF4-FFF2-40B4-BE49-F238E27FC236}">
                <a16:creationId xmlns:a16="http://schemas.microsoft.com/office/drawing/2014/main" id="{A3012740-1462-1ACE-5149-1E49F15A7106}"/>
              </a:ext>
            </a:extLst>
          </p:cNvPr>
          <p:cNvSpPr/>
          <p:nvPr/>
        </p:nvSpPr>
        <p:spPr>
          <a:xfrm>
            <a:off x="10253793"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96737556-E94A-4960-B2F1-1F7077C27D87}"/>
              </a:ext>
            </a:extLst>
          </p:cNvPr>
          <p:cNvSpPr/>
          <p:nvPr/>
        </p:nvSpPr>
        <p:spPr>
          <a:xfrm>
            <a:off x="10596975"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Rectangle: Rounded Corners 8">
            <a:extLst>
              <a:ext uri="{FF2B5EF4-FFF2-40B4-BE49-F238E27FC236}">
                <a16:creationId xmlns:a16="http://schemas.microsoft.com/office/drawing/2014/main" id="{D7D4C1EC-70FD-FA40-F786-182A00E42786}"/>
              </a:ext>
            </a:extLst>
          </p:cNvPr>
          <p:cNvSpPr/>
          <p:nvPr/>
        </p:nvSpPr>
        <p:spPr>
          <a:xfrm>
            <a:off x="10940157"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21" name="Rectangle: Rounded Corners 20">
            <a:extLst>
              <a:ext uri="{FF2B5EF4-FFF2-40B4-BE49-F238E27FC236}">
                <a16:creationId xmlns:a16="http://schemas.microsoft.com/office/drawing/2014/main" id="{6AB36951-EDF3-8FB1-4D79-09990107A0F8}"/>
              </a:ext>
            </a:extLst>
          </p:cNvPr>
          <p:cNvSpPr/>
          <p:nvPr/>
        </p:nvSpPr>
        <p:spPr>
          <a:xfrm>
            <a:off x="11283339"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Tree>
    <p:extLst>
      <p:ext uri="{BB962C8B-B14F-4D97-AF65-F5344CB8AC3E}">
        <p14:creationId xmlns:p14="http://schemas.microsoft.com/office/powerpoint/2010/main" val="55671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40540776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6 ‘Change Management, Internal Communication and Stakeholder Engagement’</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20" name="Arrow: Right 19">
            <a:extLst>
              <a:ext uri="{FF2B5EF4-FFF2-40B4-BE49-F238E27FC236}">
                <a16:creationId xmlns:a16="http://schemas.microsoft.com/office/drawing/2014/main" id="{29839612-06B8-8FFE-D9C5-E1E9949FA0B0}"/>
              </a:ext>
            </a:extLst>
          </p:cNvPr>
          <p:cNvSpPr/>
          <p:nvPr/>
        </p:nvSpPr>
        <p:spPr>
          <a:xfrm>
            <a:off x="9649778" y="1280601"/>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 name="Picture 2">
            <a:extLst>
              <a:ext uri="{FF2B5EF4-FFF2-40B4-BE49-F238E27FC236}">
                <a16:creationId xmlns:a16="http://schemas.microsoft.com/office/drawing/2014/main" id="{1F0D5278-BDC4-A54B-BC48-279EA365755D}"/>
              </a:ext>
            </a:extLst>
          </p:cNvPr>
          <p:cNvPicPr>
            <a:picLocks noChangeAspect="1"/>
          </p:cNvPicPr>
          <p:nvPr/>
        </p:nvPicPr>
        <p:blipFill>
          <a:blip r:embed="rId5"/>
          <a:stretch>
            <a:fillRect/>
          </a:stretch>
        </p:blipFill>
        <p:spPr>
          <a:xfrm>
            <a:off x="6714491" y="1720294"/>
            <a:ext cx="3987200" cy="22428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2CD026C8-CA7C-091E-BA57-BEDA9ECB979A}"/>
              </a:ext>
            </a:extLst>
          </p:cNvPr>
          <p:cNvPicPr>
            <a:picLocks noChangeAspect="1"/>
          </p:cNvPicPr>
          <p:nvPr/>
        </p:nvPicPr>
        <p:blipFill>
          <a:blip r:embed="rId6"/>
          <a:stretch>
            <a:fillRect/>
          </a:stretch>
        </p:blipFill>
        <p:spPr>
          <a:xfrm>
            <a:off x="1571871" y="1720294"/>
            <a:ext cx="3987200" cy="224280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B19BA063-9805-47D2-93A9-7167AEA48CB5}"/>
              </a:ext>
            </a:extLst>
          </p:cNvPr>
          <p:cNvPicPr>
            <a:picLocks noChangeAspect="1"/>
          </p:cNvPicPr>
          <p:nvPr/>
        </p:nvPicPr>
        <p:blipFill>
          <a:blip r:embed="rId7"/>
          <a:stretch>
            <a:fillRect/>
          </a:stretch>
        </p:blipFill>
        <p:spPr>
          <a:xfrm>
            <a:off x="1571871" y="4143292"/>
            <a:ext cx="3987200" cy="22428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D5AFD995-AC5C-F102-8969-1F6AF4CD58C9}"/>
              </a:ext>
            </a:extLst>
          </p:cNvPr>
          <p:cNvPicPr>
            <a:picLocks noChangeAspect="1"/>
          </p:cNvPicPr>
          <p:nvPr/>
        </p:nvPicPr>
        <p:blipFill>
          <a:blip r:embed="rId8"/>
          <a:stretch>
            <a:fillRect/>
          </a:stretch>
        </p:blipFill>
        <p:spPr>
          <a:xfrm>
            <a:off x="6714491" y="4143292"/>
            <a:ext cx="3987199" cy="2242800"/>
          </a:xfrm>
          <a:prstGeom prst="rect">
            <a:avLst/>
          </a:prstGeom>
          <a:effectLst>
            <a:outerShdw blurRad="50800" dist="38100" dir="5400000" algn="t" rotWithShape="0">
              <a:prstClr val="black">
                <a:alpha val="40000"/>
              </a:prstClr>
            </a:outerShdw>
          </a:effectLst>
        </p:spPr>
      </p:pic>
      <p:sp>
        <p:nvSpPr>
          <p:cNvPr id="21" name="Footer Placeholder 20">
            <a:extLst>
              <a:ext uri="{FF2B5EF4-FFF2-40B4-BE49-F238E27FC236}">
                <a16:creationId xmlns:a16="http://schemas.microsoft.com/office/drawing/2014/main" id="{6FD00C5C-4C0C-8649-D16B-F20F353845B9}"/>
              </a:ext>
            </a:extLst>
          </p:cNvPr>
          <p:cNvSpPr>
            <a:spLocks noGrp="1"/>
          </p:cNvSpPr>
          <p:nvPr>
            <p:ph type="ftr" sz="quarter" idx="3"/>
          </p:nvPr>
        </p:nvSpPr>
        <p:spPr/>
        <p:txBody>
          <a:bodyPr>
            <a:spAutoFit/>
          </a:bodyPr>
          <a:lstStyle/>
          <a:p>
            <a:r>
              <a:rPr lang="en-US" dirty="0"/>
              <a:t>Domont Consulting</a:t>
            </a:r>
          </a:p>
        </p:txBody>
      </p:sp>
      <p:sp>
        <p:nvSpPr>
          <p:cNvPr id="22" name="Slide Number Placeholder 21">
            <a:extLst>
              <a:ext uri="{FF2B5EF4-FFF2-40B4-BE49-F238E27FC236}">
                <a16:creationId xmlns:a16="http://schemas.microsoft.com/office/drawing/2014/main" id="{6B1E08CC-D219-B323-B17B-38FD54CC0554}"/>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
        <p:nvSpPr>
          <p:cNvPr id="4" name="Rectangle: Rounded Corners 3">
            <a:extLst>
              <a:ext uri="{FF2B5EF4-FFF2-40B4-BE49-F238E27FC236}">
                <a16:creationId xmlns:a16="http://schemas.microsoft.com/office/drawing/2014/main" id="{2188DF78-497E-F6DF-19B9-83F2F4E07BAB}"/>
              </a:ext>
            </a:extLst>
          </p:cNvPr>
          <p:cNvSpPr/>
          <p:nvPr/>
        </p:nvSpPr>
        <p:spPr>
          <a:xfrm>
            <a:off x="9910611"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5" name="Rectangle: Rounded Corners 4">
            <a:extLst>
              <a:ext uri="{FF2B5EF4-FFF2-40B4-BE49-F238E27FC236}">
                <a16:creationId xmlns:a16="http://schemas.microsoft.com/office/drawing/2014/main" id="{41B566D7-851F-99E9-260B-44B4252FE4C3}"/>
              </a:ext>
            </a:extLst>
          </p:cNvPr>
          <p:cNvSpPr/>
          <p:nvPr/>
        </p:nvSpPr>
        <p:spPr>
          <a:xfrm>
            <a:off x="10253793"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 name="Rectangle: Rounded Corners 6">
            <a:extLst>
              <a:ext uri="{FF2B5EF4-FFF2-40B4-BE49-F238E27FC236}">
                <a16:creationId xmlns:a16="http://schemas.microsoft.com/office/drawing/2014/main" id="{1E398BCB-BC24-A475-8441-9311D7FEB3CC}"/>
              </a:ext>
            </a:extLst>
          </p:cNvPr>
          <p:cNvSpPr/>
          <p:nvPr/>
        </p:nvSpPr>
        <p:spPr>
          <a:xfrm>
            <a:off x="10596975"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2551A6BC-0D68-EE2A-AC47-A4E8FC7A4CF1}"/>
              </a:ext>
            </a:extLst>
          </p:cNvPr>
          <p:cNvSpPr/>
          <p:nvPr/>
        </p:nvSpPr>
        <p:spPr>
          <a:xfrm>
            <a:off x="10940157"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0" name="Rectangle: Rounded Corners 9">
            <a:extLst>
              <a:ext uri="{FF2B5EF4-FFF2-40B4-BE49-F238E27FC236}">
                <a16:creationId xmlns:a16="http://schemas.microsoft.com/office/drawing/2014/main" id="{0E4ADA70-7B60-E6A3-DAB9-2F289A7AE8FF}"/>
              </a:ext>
            </a:extLst>
          </p:cNvPr>
          <p:cNvSpPr/>
          <p:nvPr/>
        </p:nvSpPr>
        <p:spPr>
          <a:xfrm>
            <a:off x="11283339" y="602405"/>
            <a:ext cx="252000" cy="180000"/>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Tree>
    <p:extLst>
      <p:ext uri="{BB962C8B-B14F-4D97-AF65-F5344CB8AC3E}">
        <p14:creationId xmlns:p14="http://schemas.microsoft.com/office/powerpoint/2010/main" val="3592377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6" name="Rectangle: Rounded Corners 5">
            <a:extLst>
              <a:ext uri="{FF2B5EF4-FFF2-40B4-BE49-F238E27FC236}">
                <a16:creationId xmlns:a16="http://schemas.microsoft.com/office/drawing/2014/main" id="{E1C86821-54CE-8A1B-CBED-54B7AF9E8611}"/>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1B22B2CC-25AA-263D-1020-C20A807B7EB8}"/>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D0572104-6430-3E61-5813-3590A3CFE972}"/>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D6B23995-4475-E84D-EF57-7992732496E4}"/>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2">
            <a:extLst>
              <a:ext uri="{FF2B5EF4-FFF2-40B4-BE49-F238E27FC236}">
                <a16:creationId xmlns:a16="http://schemas.microsoft.com/office/drawing/2014/main" id="{F8D9CE97-3B89-11F5-DD37-F399ADABEF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ownload Microsoft Excel Logo in SVG Vector or PNG File Format - Logo.wine">
            <a:extLst>
              <a:ext uri="{FF2B5EF4-FFF2-40B4-BE49-F238E27FC236}">
                <a16:creationId xmlns:a16="http://schemas.microsoft.com/office/drawing/2014/main" id="{B71C95D7-A854-1E0E-C591-CD4E72F4E2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Open folder outline">
            <a:extLst>
              <a:ext uri="{FF2B5EF4-FFF2-40B4-BE49-F238E27FC236}">
                <a16:creationId xmlns:a16="http://schemas.microsoft.com/office/drawing/2014/main" id="{9EE88CF5-F9D5-B7D1-ABD0-E1C6B217D73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14" name="TextBox 13">
            <a:extLst>
              <a:ext uri="{FF2B5EF4-FFF2-40B4-BE49-F238E27FC236}">
                <a16:creationId xmlns:a16="http://schemas.microsoft.com/office/drawing/2014/main" id="{4A437ECF-467E-1AD6-2C2E-4087FF953203}"/>
              </a:ext>
            </a:extLst>
          </p:cNvPr>
          <p:cNvSpPr txBox="1"/>
          <p:nvPr/>
        </p:nvSpPr>
        <p:spPr>
          <a:xfrm>
            <a:off x="1863088" y="1994804"/>
            <a:ext cx="4400551" cy="338554"/>
          </a:xfrm>
          <a:prstGeom prst="rect">
            <a:avLst/>
          </a:prstGeom>
          <a:noFill/>
        </p:spPr>
        <p:txBody>
          <a:bodyPr wrap="square" rtlCol="0">
            <a:spAutoFit/>
          </a:bodyPr>
          <a:lstStyle/>
          <a:p>
            <a:r>
              <a:rPr lang="en-US" sz="1600" b="1" dirty="0"/>
              <a:t>750 editable PowerPoint slides*</a:t>
            </a:r>
          </a:p>
        </p:txBody>
      </p:sp>
      <p:sp>
        <p:nvSpPr>
          <p:cNvPr id="15" name="TextBox 14">
            <a:extLst>
              <a:ext uri="{FF2B5EF4-FFF2-40B4-BE49-F238E27FC236}">
                <a16:creationId xmlns:a16="http://schemas.microsoft.com/office/drawing/2014/main" id="{777600B6-F58C-3E6A-BB6D-D47C974412BF}"/>
              </a:ext>
            </a:extLst>
          </p:cNvPr>
          <p:cNvSpPr txBox="1"/>
          <p:nvPr/>
        </p:nvSpPr>
        <p:spPr>
          <a:xfrm>
            <a:off x="1863088" y="3125122"/>
            <a:ext cx="3005768" cy="338554"/>
          </a:xfrm>
          <a:prstGeom prst="rect">
            <a:avLst/>
          </a:prstGeom>
          <a:noFill/>
        </p:spPr>
        <p:txBody>
          <a:bodyPr wrap="square" rtlCol="0">
            <a:spAutoFit/>
          </a:bodyPr>
          <a:lstStyle/>
          <a:p>
            <a:r>
              <a:rPr lang="en-US" sz="1600" b="1" dirty="0"/>
              <a:t>35 Excel sheets*</a:t>
            </a:r>
          </a:p>
        </p:txBody>
      </p:sp>
      <p:sp>
        <p:nvSpPr>
          <p:cNvPr id="17" name="TextBox 16">
            <a:extLst>
              <a:ext uri="{FF2B5EF4-FFF2-40B4-BE49-F238E27FC236}">
                <a16:creationId xmlns:a16="http://schemas.microsoft.com/office/drawing/2014/main" id="{FE597C27-D46E-623C-682B-08389CD25348}"/>
              </a:ext>
            </a:extLst>
          </p:cNvPr>
          <p:cNvSpPr txBox="1"/>
          <p:nvPr/>
        </p:nvSpPr>
        <p:spPr>
          <a:xfrm>
            <a:off x="1863088" y="4153332"/>
            <a:ext cx="3450672" cy="338554"/>
          </a:xfrm>
          <a:prstGeom prst="rect">
            <a:avLst/>
          </a:prstGeom>
          <a:noFill/>
        </p:spPr>
        <p:txBody>
          <a:bodyPr wrap="square" rtlCol="0">
            <a:spAutoFit/>
          </a:bodyPr>
          <a:lstStyle/>
          <a:p>
            <a:r>
              <a:rPr lang="en-US" sz="1600" b="1" dirty="0"/>
              <a:t>1 hour of Video training</a:t>
            </a:r>
          </a:p>
        </p:txBody>
      </p:sp>
      <p:sp>
        <p:nvSpPr>
          <p:cNvPr id="19" name="Rectangle 18">
            <a:extLst>
              <a:ext uri="{FF2B5EF4-FFF2-40B4-BE49-F238E27FC236}">
                <a16:creationId xmlns:a16="http://schemas.microsoft.com/office/drawing/2014/main" id="{58B932BA-CA7A-E3C4-9CC0-B95F841B1AA1}"/>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0FE0B1D-EED1-17BD-8FCD-7A8076B46A80}"/>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0FC0FE-A163-ED1A-A296-D87A1C3FBA7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99470BB-701E-9F9B-5EED-CC4D40F693E5}"/>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CBE2770C-6D4F-9F15-A358-CC0DFDE1D3D0}"/>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2" name="TextBox 1">
            <a:extLst>
              <a:ext uri="{FF2B5EF4-FFF2-40B4-BE49-F238E27FC236}">
                <a16:creationId xmlns:a16="http://schemas.microsoft.com/office/drawing/2014/main" id="{9A7386E0-9A1E-2938-7F37-3E23E52A22A1}"/>
              </a:ext>
            </a:extLst>
          </p:cNvPr>
          <p:cNvSpPr txBox="1"/>
          <p:nvPr/>
        </p:nvSpPr>
        <p:spPr>
          <a:xfrm>
            <a:off x="1916252" y="4938490"/>
            <a:ext cx="9798507" cy="893841"/>
          </a:xfrm>
          <a:prstGeom prst="rect">
            <a:avLst/>
          </a:prstGeom>
          <a:noFill/>
        </p:spPr>
        <p:txBody>
          <a:bodyPr wrap="square" lIns="0" rIns="324000" numCol="2" rtlCol="0">
            <a:noAutofit/>
          </a:bodyPr>
          <a:lstStyle/>
          <a:p>
            <a:pPr marL="228600" indent="-228600">
              <a:buFont typeface="+mj-lt"/>
              <a:buAutoNum type="arabicPeriod"/>
            </a:pPr>
            <a:r>
              <a:rPr lang="en-US" sz="900" dirty="0"/>
              <a:t>Overview and Approach</a:t>
            </a:r>
          </a:p>
          <a:p>
            <a:pPr marL="228600" indent="-228600">
              <a:buFont typeface="+mj-lt"/>
              <a:buAutoNum type="arabicPeriod"/>
            </a:pPr>
            <a:r>
              <a:rPr lang="en-US" sz="900" dirty="0"/>
              <a:t>Sales and Marketing Strategy</a:t>
            </a:r>
          </a:p>
          <a:p>
            <a:pPr marL="228600" indent="-228600">
              <a:buFont typeface="+mj-lt"/>
              <a:buAutoNum type="arabicPeriod"/>
            </a:pPr>
            <a:r>
              <a:rPr lang="en-US" sz="900" dirty="0"/>
              <a:t>Value Proposition</a:t>
            </a:r>
          </a:p>
          <a:p>
            <a:pPr marL="228600" indent="-228600">
              <a:buFont typeface="+mj-lt"/>
              <a:buAutoNum type="arabicPeriod"/>
            </a:pPr>
            <a:r>
              <a:rPr lang="en-US" sz="900" dirty="0"/>
              <a:t>Communication Strategy</a:t>
            </a:r>
          </a:p>
          <a:p>
            <a:pPr marL="228600" indent="-228600">
              <a:buFont typeface="+mj-lt"/>
              <a:buAutoNum type="arabicPeriod"/>
            </a:pPr>
            <a:r>
              <a:rPr lang="en-US" sz="900" dirty="0"/>
              <a:t>Sales Distribution Strategy</a:t>
            </a:r>
          </a:p>
          <a:p>
            <a:pPr marL="228600" indent="-228600">
              <a:buFont typeface="+mj-lt"/>
              <a:buAutoNum type="arabicPeriod"/>
            </a:pPr>
            <a:r>
              <a:rPr lang="en-US" sz="900" dirty="0"/>
              <a:t>Pricing Strategy</a:t>
            </a:r>
          </a:p>
          <a:p>
            <a:pPr marL="228600" indent="-228600">
              <a:buFont typeface="+mj-lt"/>
              <a:buAutoNum type="arabicPeriod"/>
            </a:pPr>
            <a:r>
              <a:rPr lang="en-US" sz="900" dirty="0"/>
              <a:t>Digital Strategy</a:t>
            </a:r>
          </a:p>
          <a:p>
            <a:pPr marL="228600" indent="-228600">
              <a:buFont typeface="+mj-lt"/>
              <a:buAutoNum type="arabicPeriod"/>
            </a:pPr>
            <a:r>
              <a:rPr lang="en-US" sz="900" dirty="0"/>
              <a:t>List of Potential Initiatives</a:t>
            </a:r>
          </a:p>
          <a:p>
            <a:pPr marL="228600" indent="-228600">
              <a:buFont typeface="+mj-lt"/>
              <a:buAutoNum type="arabicPeriod"/>
            </a:pPr>
            <a:r>
              <a:rPr lang="en-US" sz="900" dirty="0"/>
              <a:t>Business Cases and Financial Models</a:t>
            </a:r>
          </a:p>
          <a:p>
            <a:pPr marL="228600" indent="-228600">
              <a:buFont typeface="+mj-lt"/>
              <a:buAutoNum type="arabicPeriod"/>
            </a:pPr>
            <a:r>
              <a:rPr lang="en-US" sz="900" dirty="0"/>
              <a:t>Project Prioritization, Business Roadmap and Implementation</a:t>
            </a:r>
          </a:p>
          <a:p>
            <a:pPr marL="228600" indent="-228600">
              <a:buFont typeface="+mj-lt"/>
              <a:buAutoNum type="arabicPeriod"/>
            </a:pPr>
            <a:r>
              <a:rPr lang="en-US" sz="900" dirty="0"/>
              <a:t>Change Management, Internal Communication &amp; Stakeholder Engagement</a:t>
            </a:r>
          </a:p>
        </p:txBody>
      </p:sp>
      <p:sp>
        <p:nvSpPr>
          <p:cNvPr id="5" name="Footer Placeholder 4">
            <a:extLst>
              <a:ext uri="{FF2B5EF4-FFF2-40B4-BE49-F238E27FC236}">
                <a16:creationId xmlns:a16="http://schemas.microsoft.com/office/drawing/2014/main" id="{6F51BA30-D159-4713-ADA1-43D48D7C92C4}"/>
              </a:ext>
            </a:extLst>
          </p:cNvPr>
          <p:cNvSpPr>
            <a:spLocks noGrp="1"/>
          </p:cNvSpPr>
          <p:nvPr>
            <p:ph type="ftr" sz="quarter" idx="3"/>
          </p:nvPr>
        </p:nvSpPr>
        <p:spPr/>
        <p:txBody>
          <a:bodyPr>
            <a:spAutoFit/>
          </a:bodyPr>
          <a:lstStyle/>
          <a:p>
            <a:r>
              <a:rPr lang="en-US" dirty="0"/>
              <a:t>Domont Consulting</a:t>
            </a:r>
          </a:p>
        </p:txBody>
      </p:sp>
      <p:sp>
        <p:nvSpPr>
          <p:cNvPr id="25" name="Slide Number Placeholder 24">
            <a:extLst>
              <a:ext uri="{FF2B5EF4-FFF2-40B4-BE49-F238E27FC236}">
                <a16:creationId xmlns:a16="http://schemas.microsoft.com/office/drawing/2014/main" id="{853FD573-E226-1124-5843-49286FC621BD}"/>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B5296788-C0C7-EBDD-7F25-989935320DB5}"/>
              </a:ext>
            </a:extLst>
          </p:cNvPr>
          <p:cNvSpPr>
            <a:spLocks noGrp="1"/>
          </p:cNvSpPr>
          <p:nvPr>
            <p:ph type="ftr" sz="quarter" idx="3"/>
          </p:nvPr>
        </p:nvSpPr>
        <p:spPr/>
        <p:txBody>
          <a:bodyPr>
            <a:spAutoFit/>
          </a:bodyPr>
          <a:lstStyle/>
          <a:p>
            <a:r>
              <a:rPr lang="en-US" dirty="0"/>
              <a:t>Domont Consulting</a:t>
            </a:r>
          </a:p>
        </p:txBody>
      </p:sp>
      <p:sp>
        <p:nvSpPr>
          <p:cNvPr id="9" name="Slide Number Placeholder 8">
            <a:extLst>
              <a:ext uri="{FF2B5EF4-FFF2-40B4-BE49-F238E27FC236}">
                <a16:creationId xmlns:a16="http://schemas.microsoft.com/office/drawing/2014/main" id="{62B68C65-5D72-B9A3-EDF7-127D8E6E266D}"/>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B81D1E18-414F-F27F-8D71-FB155D415C94}"/>
              </a:ext>
            </a:extLst>
          </p:cNvPr>
          <p:cNvSpPr>
            <a:spLocks noGrp="1"/>
          </p:cNvSpPr>
          <p:nvPr>
            <p:ph type="ftr" sz="quarter" idx="3"/>
          </p:nvPr>
        </p:nvSpPr>
        <p:spPr/>
        <p:txBody>
          <a:bodyPr>
            <a:spAutoFit/>
          </a:bodyPr>
          <a:lstStyle/>
          <a:p>
            <a:r>
              <a:rPr lang="en-US" dirty="0"/>
              <a:t>Domont Consulting</a:t>
            </a:r>
          </a:p>
        </p:txBody>
      </p:sp>
      <p:sp>
        <p:nvSpPr>
          <p:cNvPr id="5" name="Slide Number Placeholder 4">
            <a:extLst>
              <a:ext uri="{FF2B5EF4-FFF2-40B4-BE49-F238E27FC236}">
                <a16:creationId xmlns:a16="http://schemas.microsoft.com/office/drawing/2014/main" id="{9B66160B-ED17-54ED-5CD7-51914F98DAAC}"/>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8"/>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69"/>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60"/>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1"/>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60"/>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8"/>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54"/>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2"/>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4"/>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3"/>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5B1E594E-D248-9803-A692-01B47F6A6208}"/>
              </a:ext>
            </a:extLst>
          </p:cNvPr>
          <p:cNvSpPr>
            <a:spLocks noGrp="1"/>
          </p:cNvSpPr>
          <p:nvPr>
            <p:ph type="ftr" sz="quarter" idx="3"/>
          </p:nvPr>
        </p:nvSpPr>
        <p:spPr/>
        <p:txBody>
          <a:bodyPr>
            <a:spAutoFit/>
          </a:bodyPr>
          <a:lstStyle/>
          <a:p>
            <a:r>
              <a:rPr lang="en-US" dirty="0"/>
              <a:t>Domont Consulting</a:t>
            </a:r>
          </a:p>
        </p:txBody>
      </p:sp>
      <p:sp>
        <p:nvSpPr>
          <p:cNvPr id="10" name="Slide Number Placeholder 9">
            <a:extLst>
              <a:ext uri="{FF2B5EF4-FFF2-40B4-BE49-F238E27FC236}">
                <a16:creationId xmlns:a16="http://schemas.microsoft.com/office/drawing/2014/main" id="{11822E22-361E-62D4-379E-BA8140FA410E}"/>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7"/>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44B79FD4-E751-5EB9-9DD2-99026C99EEC8}"/>
              </a:ext>
            </a:extLst>
          </p:cNvPr>
          <p:cNvSpPr>
            <a:spLocks noGrp="1"/>
          </p:cNvSpPr>
          <p:nvPr>
            <p:ph type="ftr" sz="quarter" idx="3"/>
          </p:nvPr>
        </p:nvSpPr>
        <p:spPr/>
        <p:txBody>
          <a:bodyPr>
            <a:spAutoFit/>
          </a:bodyPr>
          <a:lstStyle/>
          <a:p>
            <a:r>
              <a:rPr lang="en-US" dirty="0"/>
              <a:t>Domont Consulting</a:t>
            </a:r>
          </a:p>
        </p:txBody>
      </p:sp>
      <p:sp>
        <p:nvSpPr>
          <p:cNvPr id="6" name="Slide Number Placeholder 5">
            <a:extLst>
              <a:ext uri="{FF2B5EF4-FFF2-40B4-BE49-F238E27FC236}">
                <a16:creationId xmlns:a16="http://schemas.microsoft.com/office/drawing/2014/main" id="{A9D4C2A1-06ED-09B0-C5C4-206EA8FB900E}"/>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EBA9E000-2C6D-778F-EB7D-7298084A4323}"/>
              </a:ext>
            </a:extLst>
          </p:cNvPr>
          <p:cNvSpPr>
            <a:spLocks noGrp="1"/>
          </p:cNvSpPr>
          <p:nvPr>
            <p:ph type="ftr" sz="quarter" idx="3"/>
          </p:nvPr>
        </p:nvSpPr>
        <p:spPr/>
        <p:txBody>
          <a:bodyPr>
            <a:spAutoFit/>
          </a:bodyPr>
          <a:lstStyle/>
          <a:p>
            <a:r>
              <a:rPr lang="en-US" dirty="0"/>
              <a:t>Domont Consulting</a:t>
            </a:r>
          </a:p>
        </p:txBody>
      </p:sp>
      <p:sp>
        <p:nvSpPr>
          <p:cNvPr id="6" name="Slide Number Placeholder 5">
            <a:extLst>
              <a:ext uri="{FF2B5EF4-FFF2-40B4-BE49-F238E27FC236}">
                <a16:creationId xmlns:a16="http://schemas.microsoft.com/office/drawing/2014/main" id="{82D72EEE-90B4-4331-3D62-A41D821CB4CE}"/>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sssJ_uIZwbfpGgnTea6Kp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KkS2s4vE_56BuiMLen16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zT6jMnJ5RD2Yuz1pWHsDH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7qCyWk08ey48idqhUtV52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89ttc86x256yOWBqFrrXk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jGsEHbS3y0_NswCHTbRjN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dNqRyuEwszA5T9BgpkhsN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TsQzZNU.4XAMUxno63rND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jS4N0qipuCpi8APEGx3mx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Cke2jTHWWlzkz8APb6xM5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giQH0QJcXsKfDRH5h_ghj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KkS2s4vE_56BuiMLen16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zT6jMnJ5RD2Yuz1pWHsDH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sXsMEG9Lz6ik6L8vOrf6m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YTdGzwAiiNw2HE0YSI85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1h8EnPLe3wR8su4MPJ22V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bLYkMsr2dezSupTIZj0N9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rEG3uIdcBbqxzBdAcw6tp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giQH0QJcXsKfDRH5h_ghj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7282</TotalTime>
  <Words>2395</Words>
  <Application>Microsoft Office PowerPoint</Application>
  <PresentationFormat>Widescreen</PresentationFormat>
  <Paragraphs>274</Paragraphs>
  <Slides>23</Slides>
  <Notes>13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2" baseType="lpstr">
      <vt:lpstr>ＭＳ Ｐゴシック</vt:lpstr>
      <vt:lpstr>Aptos</vt:lpstr>
      <vt:lpstr>Arial</vt:lpstr>
      <vt:lpstr>Arial (Body)</vt:lpstr>
      <vt:lpstr>Calibri</vt:lpstr>
      <vt:lpstr>Helvetica</vt:lpstr>
      <vt:lpstr>Lato Light</vt:lpstr>
      <vt:lpstr>1_Theme3</vt:lpstr>
      <vt:lpstr>think-cell Slide</vt:lpstr>
      <vt:lpstr>PowerPoint Presentation</vt:lpstr>
      <vt:lpstr>PowerPoint Presentation</vt:lpstr>
      <vt:lpstr>Introduction</vt:lpstr>
      <vt:lpstr>Success stories of companies using a robust sales, marketing, pricing and communication strategy</vt:lpstr>
      <vt:lpstr>Success stories of companies using a robust sales, marketing, pricing and communication strategy</vt:lpstr>
      <vt:lpstr>To help you create your own success stories, our ex-McKinsey, Deloitte &amp; BCG consultants created a Sales, Marketing, Pricing &amp; Communication Strategy Toolkit</vt:lpstr>
      <vt:lpstr>Video demonstration of the Toolkit</vt:lpstr>
      <vt:lpstr>Our Toolkit will help you fulfill multiple objectives</vt:lpstr>
      <vt:lpstr>The Toolkit includes a 6-phase approach that we have built and refined over the past 20 years through constant trial and error</vt:lpstr>
      <vt:lpstr>Small preview of the phase 1 ‘Sales &amp; Marketing Strategy’ </vt:lpstr>
      <vt:lpstr>Small preview of the phase 2 ‘5 Pillars to reach our Sales &amp; Marketing Strategic Objectives’ (1/3)</vt:lpstr>
      <vt:lpstr>Small preview of the phase 2 ‘5 Pillars to reach our Sales &amp; Marketing Strategic Objectives’ (2/3)</vt:lpstr>
      <vt:lpstr>Small preview of the phase 2 ‘5 Pillars to reach our Sales &amp; Marketing Strategic Objectives’ (3/3)</vt:lpstr>
      <vt:lpstr>Small preview of the phase 3 ‘Potential Initiatives’ and 4 ‘Business cases and financial models’</vt:lpstr>
      <vt:lpstr>Small preview of the phase 5 ‘Project Prioritization, Business Roadmap and Implementation’</vt:lpstr>
      <vt:lpstr>Small preview of the phase 6 ‘Change Management, Internal Communication and Stakeholder Engagement’</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2025-07-02T04:46:02Z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