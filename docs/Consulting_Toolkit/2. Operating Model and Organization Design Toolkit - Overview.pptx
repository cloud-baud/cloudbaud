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lsb" ContentType="application/vnd.ms-excel.sheet.binary.macroEnabled.12"/>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notesSlides/notesSlide1.xml" ContentType="application/vnd.openxmlformats-officedocument.presentationml.notesSlide+xml"/>
  <Override PartName="/ppt/tags/tag14.xml" ContentType="application/vnd.openxmlformats-officedocument.presentationml.tags+xml"/>
  <Override PartName="/ppt/notesSlides/notesSlide2.xml" ContentType="application/vnd.openxmlformats-officedocument.presentationml.notesSlide+xml"/>
  <Override PartName="/ppt/tags/tag15.xml" ContentType="application/vnd.openxmlformats-officedocument.presentationml.tags+xml"/>
  <Override PartName="/ppt/notesSlides/notesSlide3.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charts/chart1.xml" ContentType="application/vnd.openxmlformats-officedocument.drawingml.chart+xml"/>
  <Override PartName="/ppt/tags/tag21.xml" ContentType="application/vnd.openxmlformats-officedocument.presentationml.tags+xml"/>
  <Override PartName="/ppt/tags/tag22.xml" ContentType="application/vnd.openxmlformats-officedocument.presentationml.tags+xml"/>
  <Override PartName="/ppt/notesSlides/notesSlide4.xml" ContentType="application/vnd.openxmlformats-officedocument.presentationml.notesSlide+xml"/>
  <Override PartName="/ppt/tags/tag23.xml" ContentType="application/vnd.openxmlformats-officedocument.presentationml.tags+xml"/>
  <Override PartName="/ppt/notesSlides/notesSlide5.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notesSlides/notesSlide6.xml" ContentType="application/vnd.openxmlformats-officedocument.presentationml.notesSlide+xml"/>
  <Override PartName="/ppt/tags/tag26.xml" ContentType="application/vnd.openxmlformats-officedocument.presentationml.tags+xml"/>
  <Override PartName="/ppt/notesSlides/notesSlide7.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8.xml" ContentType="application/vnd.openxmlformats-officedocument.presentationml.notesSlide+xml"/>
  <Override PartName="/ppt/tags/tag35.xml" ContentType="application/vnd.openxmlformats-officedocument.presentationml.tags+xml"/>
  <Override PartName="/ppt/tags/tag36.xml" ContentType="application/vnd.openxmlformats-officedocument.presentationml.tags+xml"/>
  <Override PartName="/ppt/notesSlides/notesSlide9.xml" ContentType="application/vnd.openxmlformats-officedocument.presentationml.notesSlide+xml"/>
  <Override PartName="/ppt/tags/tag37.xml" ContentType="application/vnd.openxmlformats-officedocument.presentationml.tags+xml"/>
  <Override PartName="/ppt/tags/tag38.xml" ContentType="application/vnd.openxmlformats-officedocument.presentationml.tags+xml"/>
  <Override PartName="/ppt/notesSlides/notesSlide10.xml" ContentType="application/vnd.openxmlformats-officedocument.presentationml.notesSlide+xml"/>
  <Override PartName="/ppt/tags/tag39.xml" ContentType="application/vnd.openxmlformats-officedocument.presentationml.tags+xml"/>
  <Override PartName="/ppt/tags/tag40.xml" ContentType="application/vnd.openxmlformats-officedocument.presentationml.tags+xml"/>
  <Override PartName="/ppt/notesSlides/notesSlide11.xml" ContentType="application/vnd.openxmlformats-officedocument.presentationml.notesSlide+xml"/>
  <Override PartName="/ppt/tags/tag41.xml" ContentType="application/vnd.openxmlformats-officedocument.presentationml.tags+xml"/>
  <Override PartName="/ppt/tags/tag42.xml" ContentType="application/vnd.openxmlformats-officedocument.presentationml.tags+xml"/>
  <Override PartName="/ppt/notesSlides/notesSlide12.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28" r:id="rId4"/>
  </p:sldMasterIdLst>
  <p:notesMasterIdLst>
    <p:notesMasterId r:id="rId29"/>
  </p:notesMasterIdLst>
  <p:handoutMasterIdLst>
    <p:handoutMasterId r:id="rId30"/>
  </p:handoutMasterIdLst>
  <p:sldIdLst>
    <p:sldId id="3309" r:id="rId5"/>
    <p:sldId id="531" r:id="rId6"/>
    <p:sldId id="3289" r:id="rId7"/>
    <p:sldId id="3302" r:id="rId8"/>
    <p:sldId id="3312" r:id="rId9"/>
    <p:sldId id="2560" r:id="rId10"/>
    <p:sldId id="2162" r:id="rId11"/>
    <p:sldId id="3377" r:id="rId12"/>
    <p:sldId id="3313" r:id="rId13"/>
    <p:sldId id="3320" r:id="rId14"/>
    <p:sldId id="3303" r:id="rId15"/>
    <p:sldId id="3314" r:id="rId16"/>
    <p:sldId id="3315" r:id="rId17"/>
    <p:sldId id="3316" r:id="rId18"/>
    <p:sldId id="3317" r:id="rId19"/>
    <p:sldId id="3318" r:id="rId20"/>
    <p:sldId id="3319" r:id="rId21"/>
    <p:sldId id="2338" r:id="rId22"/>
    <p:sldId id="2034" r:id="rId23"/>
    <p:sldId id="3282" r:id="rId24"/>
    <p:sldId id="1711" r:id="rId25"/>
    <p:sldId id="1598" r:id="rId26"/>
    <p:sldId id="2240" r:id="rId27"/>
    <p:sldId id="1600" r:id="rId28"/>
  </p:sldIdLst>
  <p:sldSz cx="12192000" cy="6858000"/>
  <p:notesSz cx="6858000" cy="9144000"/>
  <p:custDataLst>
    <p:tags r:id="rId3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207A647-356E-4D94-9FE3-66ADA0BB504F}">
          <p14:sldIdLst>
            <p14:sldId id="3309"/>
            <p14:sldId id="531"/>
            <p14:sldId id="3289"/>
            <p14:sldId id="3302"/>
            <p14:sldId id="3312"/>
            <p14:sldId id="2560"/>
          </p14:sldIdLst>
        </p14:section>
        <p14:section name="Toolkit overview" id="{F236E09D-F1BA-49AA-851C-9B6FC4C418CC}">
          <p14:sldIdLst>
            <p14:sldId id="2162"/>
            <p14:sldId id="3377"/>
            <p14:sldId id="3313"/>
            <p14:sldId id="3320"/>
            <p14:sldId id="3303"/>
            <p14:sldId id="3314"/>
            <p14:sldId id="3315"/>
            <p14:sldId id="3316"/>
            <p14:sldId id="3317"/>
            <p14:sldId id="3318"/>
            <p14:sldId id="3319"/>
            <p14:sldId id="2338"/>
          </p14:sldIdLst>
        </p14:section>
        <p14:section name="Domont Consulting overview" id="{CFC560AE-1A41-4E74-900F-7DB740784DCF}">
          <p14:sldIdLst>
            <p14:sldId id="2034"/>
            <p14:sldId id="3282"/>
            <p14:sldId id="1711"/>
            <p14:sldId id="1598"/>
            <p14:sldId id="2240"/>
            <p14:sldId id="1600"/>
          </p14:sldIdLst>
        </p14:section>
      </p14:sectionLst>
    </p:ext>
    <p:ext uri="{EFAFB233-063F-42B5-8137-9DF3F51BA10A}">
      <p15:sldGuideLst xmlns:p15="http://schemas.microsoft.com/office/powerpoint/2012/main">
        <p15:guide id="1" orient="horz" pos="2409"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1F985DA-E5B7-E2D5-F2BA-A9B5C32074DF}" name="Aurelien Domont" initials="AD" userId="6da7715ce44349b3"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 id="3" name="Megan Platt" initials=""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7A3"/>
    <a:srgbClr val="D3EFCE"/>
    <a:srgbClr val="F3D26A"/>
    <a:srgbClr val="FFEAA5"/>
    <a:srgbClr val="FFE9A0"/>
    <a:srgbClr val="FFABAB"/>
    <a:srgbClr val="FF8B8B"/>
    <a:srgbClr val="FF0000"/>
    <a:srgbClr val="EBF6DE"/>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0925A9-0411-4396-9EB0-9B67B77923C3}" v="5" dt="2025-06-30T05:06:00.016"/>
  </p1510:revLst>
</p1510:revInfo>
</file>

<file path=ppt/tableStyles.xml><?xml version="1.0" encoding="utf-8"?>
<a:tblStyleLst xmlns:a="http://schemas.openxmlformats.org/drawingml/2006/main" def="{5C22544A-7EE6-4342-B048-85BDC9FD1C3A}">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3447" autoAdjust="0"/>
  </p:normalViewPr>
  <p:slideViewPr>
    <p:cSldViewPr snapToGrid="0">
      <p:cViewPr varScale="1">
        <p:scale>
          <a:sx n="74" d="100"/>
          <a:sy n="74" d="100"/>
        </p:scale>
        <p:origin x="374" y="271"/>
      </p:cViewPr>
      <p:guideLst>
        <p:guide orient="horz" pos="2409"/>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45" d="100"/>
          <a:sy n="45" d="100"/>
        </p:scale>
        <p:origin x="2760" y="6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8/10/relationships/authors" Target="authors.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commentAuthors" Target="commentAuthors.xml"/><Relationship Id="rId37"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urelien Domont" userId="6da7715ce44349b3" providerId="LiveId" clId="{C3B994DB-AF37-400D-AF7F-B1D12BA6F4D5}"/>
    <pc:docChg chg="addSld delSld modSld">
      <pc:chgData name="Aurelien Domont" userId="6da7715ce44349b3" providerId="LiveId" clId="{C3B994DB-AF37-400D-AF7F-B1D12BA6F4D5}" dt="2023-11-22T03:45:32.729" v="30" actId="47"/>
      <pc:docMkLst>
        <pc:docMk/>
      </pc:docMkLst>
      <pc:sldChg chg="add del">
        <pc:chgData name="Aurelien Domont" userId="6da7715ce44349b3" providerId="LiveId" clId="{C3B994DB-AF37-400D-AF7F-B1D12BA6F4D5}" dt="2023-11-22T03:45:32.729" v="30" actId="47"/>
        <pc:sldMkLst>
          <pc:docMk/>
          <pc:sldMk cId="3761177222" sldId="2582"/>
        </pc:sldMkLst>
      </pc:sldChg>
      <pc:sldChg chg="modSp mod">
        <pc:chgData name="Aurelien Domont" userId="6da7715ce44349b3" providerId="LiveId" clId="{C3B994DB-AF37-400D-AF7F-B1D12BA6F4D5}" dt="2023-11-22T03:35:09.656" v="28" actId="20577"/>
        <pc:sldMkLst>
          <pc:docMk/>
          <pc:sldMk cId="3022687460" sldId="3295"/>
        </pc:sldMkLst>
      </pc:sldChg>
    </pc:docChg>
  </pc:docChgLst>
  <pc:docChgLst>
    <pc:chgData name="Aurelien Domont" userId="6da7715ce44349b3" providerId="LiveId" clId="{010925A9-0411-4396-9EB0-9B67B77923C3}"/>
    <pc:docChg chg="undo custSel addSld modSld">
      <pc:chgData name="Aurelien Domont" userId="6da7715ce44349b3" providerId="LiveId" clId="{010925A9-0411-4396-9EB0-9B67B77923C3}" dt="2025-06-30T05:06:00.010" v="11"/>
      <pc:docMkLst>
        <pc:docMk/>
      </pc:docMkLst>
      <pc:sldChg chg="add">
        <pc:chgData name="Aurelien Domont" userId="6da7715ce44349b3" providerId="LiveId" clId="{010925A9-0411-4396-9EB0-9B67B77923C3}" dt="2025-06-30T05:06:00.010" v="11"/>
        <pc:sldMkLst>
          <pc:docMk/>
          <pc:sldMk cId="2046301173" sldId="531"/>
        </pc:sldMkLst>
      </pc:sldChg>
      <pc:sldChg chg="addSp delSp modSp add mod">
        <pc:chgData name="Aurelien Domont" userId="6da7715ce44349b3" providerId="LiveId" clId="{010925A9-0411-4396-9EB0-9B67B77923C3}" dt="2025-06-30T05:05:10.410" v="10"/>
        <pc:sldMkLst>
          <pc:docMk/>
          <pc:sldMk cId="3892113266" sldId="3377"/>
        </pc:sldMkLst>
        <pc:spChg chg="mod">
          <ac:chgData name="Aurelien Domont" userId="6da7715ce44349b3" providerId="LiveId" clId="{010925A9-0411-4396-9EB0-9B67B77923C3}" dt="2025-06-30T05:04:18.131" v="4" actId="27636"/>
          <ac:spMkLst>
            <pc:docMk/>
            <pc:sldMk cId="3892113266" sldId="3377"/>
            <ac:spMk id="2" creationId="{80848328-A156-B728-0E7B-DBD9A3015AFF}"/>
          </ac:spMkLst>
        </pc:spChg>
        <pc:spChg chg="mod">
          <ac:chgData name="Aurelien Domont" userId="6da7715ce44349b3" providerId="LiveId" clId="{010925A9-0411-4396-9EB0-9B67B77923C3}" dt="2025-06-30T05:04:44.271" v="7"/>
          <ac:spMkLst>
            <pc:docMk/>
            <pc:sldMk cId="3892113266" sldId="3377"/>
            <ac:spMk id="14" creationId="{ABF9D4B2-53D2-60E9-FECC-79B008226F65}"/>
          </ac:spMkLst>
        </pc:spChg>
        <pc:picChg chg="add mod">
          <ac:chgData name="Aurelien Domont" userId="6da7715ce44349b3" providerId="LiveId" clId="{010925A9-0411-4396-9EB0-9B67B77923C3}" dt="2025-06-30T05:05:10.410" v="10"/>
          <ac:picMkLst>
            <pc:docMk/>
            <pc:sldMk cId="3892113266" sldId="3377"/>
            <ac:picMk id="10" creationId="{D2C7BD3C-2244-C777-35EF-18B54CA8155E}"/>
          </ac:picMkLst>
        </pc:picChg>
        <pc:picChg chg="del">
          <ac:chgData name="Aurelien Domont" userId="6da7715ce44349b3" providerId="LiveId" clId="{010925A9-0411-4396-9EB0-9B67B77923C3}" dt="2025-06-30T05:04:54.170" v="8" actId="478"/>
          <ac:picMkLst>
            <pc:docMk/>
            <pc:sldMk cId="3892113266" sldId="3377"/>
            <ac:picMk id="17" creationId="{1EE5AC12-F00C-61C3-8EF9-F68A052AD79D}"/>
          </ac:picMkLst>
        </pc:picChg>
      </pc:sldChg>
    </pc:docChg>
  </pc:docChgLst>
  <pc:docChgLst>
    <pc:chgData name="Aurelien Domont" userId="6da7715ce44349b3" providerId="LiveId" clId="{D6B2C6B8-087B-43B3-8633-024465984332}"/>
    <pc:docChg chg="undo redo custSel addSld delSld modSld sldOrd addSection delSection modSection replTag">
      <pc:chgData name="Aurelien Domont" userId="6da7715ce44349b3" providerId="LiveId" clId="{D6B2C6B8-087B-43B3-8633-024465984332}" dt="2025-03-19T22:58:02.443" v="5917" actId="20577"/>
      <pc:docMkLst>
        <pc:docMk/>
      </pc:docMkLst>
      <pc:sldChg chg="del">
        <pc:chgData name="Aurelien Domont" userId="6da7715ce44349b3" providerId="LiveId" clId="{D6B2C6B8-087B-43B3-8633-024465984332}" dt="2024-02-21T05:55:37.311" v="43" actId="47"/>
        <pc:sldMkLst>
          <pc:docMk/>
          <pc:sldMk cId="3956982643" sldId="526"/>
        </pc:sldMkLst>
      </pc:sldChg>
      <pc:sldChg chg="add del">
        <pc:chgData name="Aurelien Domont" userId="6da7715ce44349b3" providerId="LiveId" clId="{D6B2C6B8-087B-43B3-8633-024465984332}" dt="2024-02-22T00:05:55.467" v="5099"/>
        <pc:sldMkLst>
          <pc:docMk/>
          <pc:sldMk cId="1324642353" sldId="2152"/>
        </pc:sldMkLst>
      </pc:sldChg>
      <pc:sldChg chg="addSp delSp modSp mod ord">
        <pc:chgData name="Aurelien Domont" userId="6da7715ce44349b3" providerId="LiveId" clId="{D6B2C6B8-087B-43B3-8633-024465984332}" dt="2025-03-19T22:58:02.443" v="5917" actId="20577"/>
        <pc:sldMkLst>
          <pc:docMk/>
          <pc:sldMk cId="3272444503" sldId="2162"/>
        </pc:sldMkLst>
      </pc:sldChg>
      <pc:sldChg chg="add del">
        <pc:chgData name="Aurelien Domont" userId="6da7715ce44349b3" providerId="LiveId" clId="{D6B2C6B8-087B-43B3-8633-024465984332}" dt="2024-04-15T04:16:45.571" v="5380"/>
        <pc:sldMkLst>
          <pc:docMk/>
          <pc:sldMk cId="2259517003" sldId="2274"/>
        </pc:sldMkLst>
      </pc:sldChg>
      <pc:sldChg chg="add del">
        <pc:chgData name="Aurelien Domont" userId="6da7715ce44349b3" providerId="LiveId" clId="{D6B2C6B8-087B-43B3-8633-024465984332}" dt="2024-04-15T04:16:45.571" v="5380"/>
        <pc:sldMkLst>
          <pc:docMk/>
          <pc:sldMk cId="1822005724" sldId="2277"/>
        </pc:sldMkLst>
      </pc:sldChg>
      <pc:sldChg chg="addSp delSp modSp mod ord">
        <pc:chgData name="Aurelien Domont" userId="6da7715ce44349b3" providerId="LiveId" clId="{D6B2C6B8-087B-43B3-8633-024465984332}" dt="2024-12-17T03:57:58.597" v="5754" actId="11"/>
        <pc:sldMkLst>
          <pc:docMk/>
          <pc:sldMk cId="1209091634" sldId="2338"/>
        </pc:sldMkLst>
      </pc:sldChg>
      <pc:sldChg chg="addSp delSp modSp mod ord">
        <pc:chgData name="Aurelien Domont" userId="6da7715ce44349b3" providerId="LiveId" clId="{D6B2C6B8-087B-43B3-8633-024465984332}" dt="2024-02-21T06:37:22.847" v="1832" actId="478"/>
        <pc:sldMkLst>
          <pc:docMk/>
          <pc:sldMk cId="862292938" sldId="2560"/>
        </pc:sldMkLst>
      </pc:sldChg>
      <pc:sldChg chg="modSp mod ord">
        <pc:chgData name="Aurelien Domont" userId="6da7715ce44349b3" providerId="LiveId" clId="{D6B2C6B8-087B-43B3-8633-024465984332}" dt="2024-02-22T00:26:15.990" v="5240" actId="20577"/>
        <pc:sldMkLst>
          <pc:docMk/>
          <pc:sldMk cId="2246164536" sldId="3289"/>
        </pc:sldMkLst>
      </pc:sldChg>
      <pc:sldChg chg="addSp delSp modSp del mod ord chgLayout">
        <pc:chgData name="Aurelien Domont" userId="6da7715ce44349b3" providerId="LiveId" clId="{D6B2C6B8-087B-43B3-8633-024465984332}" dt="2024-12-11T03:29:58.367" v="5577" actId="47"/>
        <pc:sldMkLst>
          <pc:docMk/>
          <pc:sldMk cId="2392440094" sldId="3301"/>
        </pc:sldMkLst>
      </pc:sldChg>
      <pc:sldChg chg="addSp delSp modSp mod ord">
        <pc:chgData name="Aurelien Domont" userId="6da7715ce44349b3" providerId="LiveId" clId="{D6B2C6B8-087B-43B3-8633-024465984332}" dt="2024-02-21T06:10:31.614" v="442"/>
        <pc:sldMkLst>
          <pc:docMk/>
          <pc:sldMk cId="1393908417" sldId="3302"/>
        </pc:sldMkLst>
      </pc:sldChg>
      <pc:sldChg chg="addSp delSp modSp mod ord">
        <pc:chgData name="Aurelien Domont" userId="6da7715ce44349b3" providerId="LiveId" clId="{D6B2C6B8-087B-43B3-8633-024465984332}" dt="2024-02-22T00:01:43.153" v="4965" actId="1035"/>
        <pc:sldMkLst>
          <pc:docMk/>
          <pc:sldMk cId="348420775" sldId="3303"/>
        </pc:sldMkLst>
      </pc:sldChg>
      <pc:sldChg chg="del">
        <pc:chgData name="Aurelien Domont" userId="6da7715ce44349b3" providerId="LiveId" clId="{D6B2C6B8-087B-43B3-8633-024465984332}" dt="2024-02-22T00:06:41.821" v="5216" actId="47"/>
        <pc:sldMkLst>
          <pc:docMk/>
          <pc:sldMk cId="2666055795" sldId="3304"/>
        </pc:sldMkLst>
      </pc:sldChg>
      <pc:sldChg chg="del">
        <pc:chgData name="Aurelien Domont" userId="6da7715ce44349b3" providerId="LiveId" clId="{D6B2C6B8-087B-43B3-8633-024465984332}" dt="2024-02-22T00:06:41.821" v="5216" actId="47"/>
        <pc:sldMkLst>
          <pc:docMk/>
          <pc:sldMk cId="957674206" sldId="3305"/>
        </pc:sldMkLst>
      </pc:sldChg>
      <pc:sldChg chg="del">
        <pc:chgData name="Aurelien Domont" userId="6da7715ce44349b3" providerId="LiveId" clId="{D6B2C6B8-087B-43B3-8633-024465984332}" dt="2024-02-22T00:06:41.821" v="5216" actId="47"/>
        <pc:sldMkLst>
          <pc:docMk/>
          <pc:sldMk cId="3006714839" sldId="3306"/>
        </pc:sldMkLst>
      </pc:sldChg>
      <pc:sldChg chg="del">
        <pc:chgData name="Aurelien Domont" userId="6da7715ce44349b3" providerId="LiveId" clId="{D6B2C6B8-087B-43B3-8633-024465984332}" dt="2024-02-22T00:06:41.821" v="5216" actId="47"/>
        <pc:sldMkLst>
          <pc:docMk/>
          <pc:sldMk cId="130198696" sldId="3307"/>
        </pc:sldMkLst>
      </pc:sldChg>
      <pc:sldChg chg="new del">
        <pc:chgData name="Aurelien Domont" userId="6da7715ce44349b3" providerId="LiveId" clId="{D6B2C6B8-087B-43B3-8633-024465984332}" dt="2024-02-22T00:07:17.417" v="5219" actId="47"/>
        <pc:sldMkLst>
          <pc:docMk/>
          <pc:sldMk cId="3327732191" sldId="3308"/>
        </pc:sldMkLst>
      </pc:sldChg>
      <pc:sldChg chg="addSp delSp modSp add mod">
        <pc:chgData name="Aurelien Domont" userId="6da7715ce44349b3" providerId="LiveId" clId="{D6B2C6B8-087B-43B3-8633-024465984332}" dt="2024-12-19T03:15:44.375" v="5909" actId="1035"/>
        <pc:sldMkLst>
          <pc:docMk/>
          <pc:sldMk cId="3071151777" sldId="3309"/>
        </pc:sldMkLst>
      </pc:sldChg>
      <pc:sldChg chg="add del">
        <pc:chgData name="Aurelien Domont" userId="6da7715ce44349b3" providerId="LiveId" clId="{D6B2C6B8-087B-43B3-8633-024465984332}" dt="2024-02-21T06:11:02.439" v="506" actId="47"/>
        <pc:sldMkLst>
          <pc:docMk/>
          <pc:sldMk cId="2937603694" sldId="3310"/>
        </pc:sldMkLst>
      </pc:sldChg>
      <pc:sldChg chg="addSp delSp modSp add del mod">
        <pc:chgData name="Aurelien Domont" userId="6da7715ce44349b3" providerId="LiveId" clId="{D6B2C6B8-087B-43B3-8633-024465984332}" dt="2024-02-21T06:13:50.927" v="536" actId="47"/>
        <pc:sldMkLst>
          <pc:docMk/>
          <pc:sldMk cId="88484951" sldId="3311"/>
        </pc:sldMkLst>
      </pc:sldChg>
      <pc:sldChg chg="addSp delSp modSp add mod">
        <pc:chgData name="Aurelien Domont" userId="6da7715ce44349b3" providerId="LiveId" clId="{D6B2C6B8-087B-43B3-8633-024465984332}" dt="2024-03-06T05:26:59.397" v="5373" actId="20577"/>
        <pc:sldMkLst>
          <pc:docMk/>
          <pc:sldMk cId="2098415580" sldId="3312"/>
        </pc:sldMkLst>
      </pc:sldChg>
      <pc:sldChg chg="add del">
        <pc:chgData name="Aurelien Domont" userId="6da7715ce44349b3" providerId="LiveId" clId="{D6B2C6B8-087B-43B3-8633-024465984332}" dt="2024-02-21T06:24:31.376" v="1045" actId="47"/>
        <pc:sldMkLst>
          <pc:docMk/>
          <pc:sldMk cId="464964794" sldId="3313"/>
        </pc:sldMkLst>
      </pc:sldChg>
      <pc:sldChg chg="addSp delSp modSp add del mod">
        <pc:chgData name="Aurelien Domont" userId="6da7715ce44349b3" providerId="LiveId" clId="{D6B2C6B8-087B-43B3-8633-024465984332}" dt="2024-02-21T23:21:25.064" v="3329" actId="47"/>
        <pc:sldMkLst>
          <pc:docMk/>
          <pc:sldMk cId="575192933" sldId="3313"/>
        </pc:sldMkLst>
      </pc:sldChg>
      <pc:sldChg chg="addSp delSp modSp add mod">
        <pc:chgData name="Aurelien Domont" userId="6da7715ce44349b3" providerId="LiveId" clId="{D6B2C6B8-087B-43B3-8633-024465984332}" dt="2024-02-21T23:22:31.897" v="3337"/>
        <pc:sldMkLst>
          <pc:docMk/>
          <pc:sldMk cId="696290259" sldId="3313"/>
        </pc:sldMkLst>
      </pc:sldChg>
      <pc:sldChg chg="addSp delSp modSp add mod">
        <pc:chgData name="Aurelien Domont" userId="6da7715ce44349b3" providerId="LiveId" clId="{D6B2C6B8-087B-43B3-8633-024465984332}" dt="2024-02-22T00:01:38.849" v="4961" actId="1035"/>
        <pc:sldMkLst>
          <pc:docMk/>
          <pc:sldMk cId="804346767" sldId="3314"/>
        </pc:sldMkLst>
      </pc:sldChg>
      <pc:sldChg chg="addSp delSp modSp add mod">
        <pc:chgData name="Aurelien Domont" userId="6da7715ce44349b3" providerId="LiveId" clId="{D6B2C6B8-087B-43B3-8633-024465984332}" dt="2024-02-22T00:01:34.008" v="4957" actId="1035"/>
        <pc:sldMkLst>
          <pc:docMk/>
          <pc:sldMk cId="1371543036" sldId="3315"/>
        </pc:sldMkLst>
      </pc:sldChg>
      <pc:sldChg chg="addSp delSp modSp add mod">
        <pc:chgData name="Aurelien Domont" userId="6da7715ce44349b3" providerId="LiveId" clId="{D6B2C6B8-087B-43B3-8633-024465984332}" dt="2024-02-22T00:01:28.922" v="4953" actId="1035"/>
        <pc:sldMkLst>
          <pc:docMk/>
          <pc:sldMk cId="441079416" sldId="3316"/>
        </pc:sldMkLst>
      </pc:sldChg>
      <pc:sldChg chg="addSp delSp modSp add mod">
        <pc:chgData name="Aurelien Domont" userId="6da7715ce44349b3" providerId="LiveId" clId="{D6B2C6B8-087B-43B3-8633-024465984332}" dt="2024-02-22T00:03:03.791" v="4973" actId="108"/>
        <pc:sldMkLst>
          <pc:docMk/>
          <pc:sldMk cId="2570003898" sldId="3317"/>
        </pc:sldMkLst>
      </pc:sldChg>
      <pc:sldChg chg="addSp delSp modSp add mod">
        <pc:chgData name="Aurelien Domont" userId="6da7715ce44349b3" providerId="LiveId" clId="{D6B2C6B8-087B-43B3-8633-024465984332}" dt="2024-12-17T03:53:40.015" v="5637"/>
        <pc:sldMkLst>
          <pc:docMk/>
          <pc:sldMk cId="1743261416" sldId="3318"/>
        </pc:sldMkLst>
      </pc:sldChg>
      <pc:sldChg chg="addSp delSp modSp add mod">
        <pc:chgData name="Aurelien Domont" userId="6da7715ce44349b3" providerId="LiveId" clId="{D6B2C6B8-087B-43B3-8633-024465984332}" dt="2024-12-17T03:55:26.340" v="5710" actId="1038"/>
        <pc:sldMkLst>
          <pc:docMk/>
          <pc:sldMk cId="1410449565" sldId="3319"/>
        </pc:sldMkLst>
      </pc:sldChg>
      <pc:sldChg chg="addSp delSp modSp add mod">
        <pc:chgData name="Aurelien Domont" userId="6da7715ce44349b3" providerId="LiveId" clId="{D6B2C6B8-087B-43B3-8633-024465984332}" dt="2025-03-18T03:19:47.466" v="5913" actId="948"/>
        <pc:sldMkLst>
          <pc:docMk/>
          <pc:sldMk cId="2333858651" sldId="3320"/>
        </pc:sldMkLst>
      </pc:sldChg>
      <pc:sldChg chg="add del">
        <pc:chgData name="Aurelien Domont" userId="6da7715ce44349b3" providerId="LiveId" clId="{D6B2C6B8-087B-43B3-8633-024465984332}" dt="2024-04-15T04:16:45.571" v="5380"/>
        <pc:sldMkLst>
          <pc:docMk/>
          <pc:sldMk cId="3228614190" sldId="3903"/>
        </pc:sldMkLst>
      </pc:sldChg>
    </pc:docChg>
  </pc:docChgLst>
  <pc:docChgLst>
    <pc:chgData name="Aurelien Domont" userId="6da7715ce44349b3" providerId="LiveId" clId="{AABA1416-4740-4FEA-A91C-A3DACBE38F86}"/>
    <pc:docChg chg="undo redo custSel addSld delSld modSld sldOrd modMainMaster replTag modNotesMaster">
      <pc:chgData name="Aurelien Domont" userId="6da7715ce44349b3" providerId="LiveId" clId="{AABA1416-4740-4FEA-A91C-A3DACBE38F86}" dt="2023-11-16T23:34:49.284" v="13050" actId="5793"/>
      <pc:docMkLst>
        <pc:docMk/>
      </pc:docMkLst>
      <pc:sldChg chg="addSp delSp modSp mod modNotes">
        <pc:chgData name="Aurelien Domont" userId="6da7715ce44349b3" providerId="LiveId" clId="{AABA1416-4740-4FEA-A91C-A3DACBE38F86}" dt="2023-11-03T04:51:06.550" v="8618" actId="790"/>
        <pc:sldMkLst>
          <pc:docMk/>
          <pc:sldMk cId="3956982643" sldId="526"/>
        </pc:sldMkLst>
      </pc:sldChg>
      <pc:sldChg chg="add del">
        <pc:chgData name="Aurelien Domont" userId="6da7715ce44349b3" providerId="LiveId" clId="{AABA1416-4740-4FEA-A91C-A3DACBE38F86}" dt="2023-11-03T03:36:28.748" v="5280"/>
        <pc:sldMkLst>
          <pc:docMk/>
          <pc:sldMk cId="3977934915" sldId="530"/>
        </pc:sldMkLst>
      </pc:sldChg>
      <pc:sldChg chg="add del">
        <pc:chgData name="Aurelien Domont" userId="6da7715ce44349b3" providerId="LiveId" clId="{AABA1416-4740-4FEA-A91C-A3DACBE38F86}" dt="2023-11-03T01:51:36.199" v="1850" actId="47"/>
        <pc:sldMkLst>
          <pc:docMk/>
          <pc:sldMk cId="2694049521" sldId="531"/>
        </pc:sldMkLst>
      </pc:sldChg>
      <pc:sldChg chg="add del">
        <pc:chgData name="Aurelien Domont" userId="6da7715ce44349b3" providerId="LiveId" clId="{AABA1416-4740-4FEA-A91C-A3DACBE38F86}" dt="2023-11-03T05:05:35.235" v="8850"/>
        <pc:sldMkLst>
          <pc:docMk/>
          <pc:sldMk cId="2783597816" sldId="542"/>
        </pc:sldMkLst>
      </pc:sldChg>
      <pc:sldChg chg="del">
        <pc:chgData name="Aurelien Domont" userId="6da7715ce44349b3" providerId="LiveId" clId="{AABA1416-4740-4FEA-A91C-A3DACBE38F86}" dt="2023-11-03T00:14:59.440" v="53" actId="47"/>
        <pc:sldMkLst>
          <pc:docMk/>
          <pc:sldMk cId="3604617461" sldId="1591"/>
        </pc:sldMkLst>
      </pc:sldChg>
      <pc:sldChg chg="del">
        <pc:chgData name="Aurelien Domont" userId="6da7715ce44349b3" providerId="LiveId" clId="{AABA1416-4740-4FEA-A91C-A3DACBE38F86}" dt="2023-11-03T00:14:59.440" v="53" actId="47"/>
        <pc:sldMkLst>
          <pc:docMk/>
          <pc:sldMk cId="617529628" sldId="1596"/>
        </pc:sldMkLst>
      </pc:sldChg>
      <pc:sldChg chg="addSp delSp modSp add mod modClrScheme chgLayout modNotes">
        <pc:chgData name="Aurelien Domont" userId="6da7715ce44349b3" providerId="LiveId" clId="{AABA1416-4740-4FEA-A91C-A3DACBE38F86}" dt="2023-11-03T05:37:11.497" v="11568" actId="14861"/>
        <pc:sldMkLst>
          <pc:docMk/>
          <pc:sldMk cId="1754585881" sldId="1598"/>
        </pc:sldMkLst>
      </pc:sldChg>
      <pc:sldChg chg="addSp delSp modSp add del mod modClrScheme chgLayout modNotes">
        <pc:chgData name="Aurelien Domont" userId="6da7715ce44349b3" providerId="LiveId" clId="{AABA1416-4740-4FEA-A91C-A3DACBE38F86}" dt="2023-11-03T04:51:06.837" v="8822"/>
        <pc:sldMkLst>
          <pc:docMk/>
          <pc:sldMk cId="2853806433" sldId="1600"/>
        </pc:sldMkLst>
      </pc:sldChg>
      <pc:sldChg chg="del">
        <pc:chgData name="Aurelien Domont" userId="6da7715ce44349b3" providerId="LiveId" clId="{AABA1416-4740-4FEA-A91C-A3DACBE38F86}" dt="2023-11-03T00:14:59.440" v="53" actId="47"/>
        <pc:sldMkLst>
          <pc:docMk/>
          <pc:sldMk cId="2644303535" sldId="1668"/>
        </pc:sldMkLst>
      </pc:sldChg>
      <pc:sldChg chg="addSp delSp modSp add mod modClrScheme chgLayout modNotes">
        <pc:chgData name="Aurelien Domont" userId="6da7715ce44349b3" providerId="LiveId" clId="{AABA1416-4740-4FEA-A91C-A3DACBE38F86}" dt="2023-11-03T05:27:36.076" v="11298" actId="20577"/>
        <pc:sldMkLst>
          <pc:docMk/>
          <pc:sldMk cId="1252826214" sldId="1711"/>
        </pc:sldMkLst>
      </pc:sldChg>
      <pc:sldChg chg="modSp add del mod modClrScheme chgLayout">
        <pc:chgData name="Aurelien Domont" userId="6da7715ce44349b3" providerId="LiveId" clId="{AABA1416-4740-4FEA-A91C-A3DACBE38F86}" dt="2023-11-03T01:44:01.342" v="1028" actId="47"/>
        <pc:sldMkLst>
          <pc:docMk/>
          <pc:sldMk cId="317099162" sldId="1749"/>
        </pc:sldMkLst>
      </pc:sldChg>
      <pc:sldChg chg="del">
        <pc:chgData name="Aurelien Domont" userId="6da7715ce44349b3" providerId="LiveId" clId="{AABA1416-4740-4FEA-A91C-A3DACBE38F86}" dt="2023-11-03T00:14:59.440" v="53" actId="47"/>
        <pc:sldMkLst>
          <pc:docMk/>
          <pc:sldMk cId="3264366395" sldId="1955"/>
        </pc:sldMkLst>
      </pc:sldChg>
      <pc:sldChg chg="del">
        <pc:chgData name="Aurelien Domont" userId="6da7715ce44349b3" providerId="LiveId" clId="{AABA1416-4740-4FEA-A91C-A3DACBE38F86}" dt="2023-11-03T00:14:59.440" v="53" actId="47"/>
        <pc:sldMkLst>
          <pc:docMk/>
          <pc:sldMk cId="3045459513" sldId="1956"/>
        </pc:sldMkLst>
      </pc:sldChg>
      <pc:sldChg chg="del">
        <pc:chgData name="Aurelien Domont" userId="6da7715ce44349b3" providerId="LiveId" clId="{AABA1416-4740-4FEA-A91C-A3DACBE38F86}" dt="2023-11-03T00:14:59.440" v="53" actId="47"/>
        <pc:sldMkLst>
          <pc:docMk/>
          <pc:sldMk cId="1026744296" sldId="1986"/>
        </pc:sldMkLst>
      </pc:sldChg>
      <pc:sldChg chg="addSp delSp modSp add mod modClrScheme chgLayout modNotes">
        <pc:chgData name="Aurelien Domont" userId="6da7715ce44349b3" providerId="LiveId" clId="{AABA1416-4740-4FEA-A91C-A3DACBE38F86}" dt="2023-11-03T04:51:06.562" v="8630" actId="790"/>
        <pc:sldMkLst>
          <pc:docMk/>
          <pc:sldMk cId="3938337455" sldId="2034"/>
        </pc:sldMkLst>
      </pc:sldChg>
      <pc:sldChg chg="del">
        <pc:chgData name="Aurelien Domont" userId="6da7715ce44349b3" providerId="LiveId" clId="{AABA1416-4740-4FEA-A91C-A3DACBE38F86}" dt="2023-11-03T00:14:59.440" v="53" actId="47"/>
        <pc:sldMkLst>
          <pc:docMk/>
          <pc:sldMk cId="2346025138" sldId="2155"/>
        </pc:sldMkLst>
      </pc:sldChg>
      <pc:sldChg chg="del">
        <pc:chgData name="Aurelien Domont" userId="6da7715ce44349b3" providerId="LiveId" clId="{AABA1416-4740-4FEA-A91C-A3DACBE38F86}" dt="2023-11-03T00:14:59.440" v="53" actId="47"/>
        <pc:sldMkLst>
          <pc:docMk/>
          <pc:sldMk cId="1479295029" sldId="2156"/>
        </pc:sldMkLst>
      </pc:sldChg>
      <pc:sldChg chg="del">
        <pc:chgData name="Aurelien Domont" userId="6da7715ce44349b3" providerId="LiveId" clId="{AABA1416-4740-4FEA-A91C-A3DACBE38F86}" dt="2023-11-03T00:14:59.440" v="53" actId="47"/>
        <pc:sldMkLst>
          <pc:docMk/>
          <pc:sldMk cId="2678382071" sldId="2160"/>
        </pc:sldMkLst>
      </pc:sldChg>
      <pc:sldChg chg="modSp add del mod modClrScheme chgLayout">
        <pc:chgData name="Aurelien Domont" userId="6da7715ce44349b3" providerId="LiveId" clId="{AABA1416-4740-4FEA-A91C-A3DACBE38F86}" dt="2023-11-03T01:52:25.391" v="1851" actId="47"/>
        <pc:sldMkLst>
          <pc:docMk/>
          <pc:sldMk cId="62308209" sldId="2161"/>
        </pc:sldMkLst>
      </pc:sldChg>
      <pc:sldChg chg="addSp delSp modSp add mod modClrScheme chgLayout modNotes">
        <pc:chgData name="Aurelien Domont" userId="6da7715ce44349b3" providerId="LiveId" clId="{AABA1416-4740-4FEA-A91C-A3DACBE38F86}" dt="2023-11-05T23:26:54.286" v="12697" actId="20577"/>
        <pc:sldMkLst>
          <pc:docMk/>
          <pc:sldMk cId="3272444503" sldId="2162"/>
        </pc:sldMkLst>
      </pc:sldChg>
      <pc:sldChg chg="del">
        <pc:chgData name="Aurelien Domont" userId="6da7715ce44349b3" providerId="LiveId" clId="{AABA1416-4740-4FEA-A91C-A3DACBE38F86}" dt="2023-11-03T00:14:59.440" v="53" actId="47"/>
        <pc:sldMkLst>
          <pc:docMk/>
          <pc:sldMk cId="1929697781" sldId="2171"/>
        </pc:sldMkLst>
      </pc:sldChg>
      <pc:sldChg chg="del">
        <pc:chgData name="Aurelien Domont" userId="6da7715ce44349b3" providerId="LiveId" clId="{AABA1416-4740-4FEA-A91C-A3DACBE38F86}" dt="2023-11-03T00:14:59.440" v="53" actId="47"/>
        <pc:sldMkLst>
          <pc:docMk/>
          <pc:sldMk cId="4258618140" sldId="2187"/>
        </pc:sldMkLst>
      </pc:sldChg>
      <pc:sldChg chg="addSp delSp modSp add mod modClrScheme chgLayout modNotes">
        <pc:chgData name="Aurelien Domont" userId="6da7715ce44349b3" providerId="LiveId" clId="{AABA1416-4740-4FEA-A91C-A3DACBE38F86}" dt="2023-11-03T05:37:21.291" v="11569" actId="14861"/>
        <pc:sldMkLst>
          <pc:docMk/>
          <pc:sldMk cId="1534399825" sldId="2240"/>
        </pc:sldMkLst>
      </pc:sldChg>
      <pc:sldChg chg="modSp add del mod modClrScheme chgLayout modNotes">
        <pc:chgData name="Aurelien Domont" userId="6da7715ce44349b3" providerId="LiveId" clId="{AABA1416-4740-4FEA-A91C-A3DACBE38F86}" dt="2023-11-03T02:26:47.793" v="3014" actId="47"/>
        <pc:sldMkLst>
          <pc:docMk/>
          <pc:sldMk cId="938037913" sldId="2244"/>
        </pc:sldMkLst>
      </pc:sldChg>
      <pc:sldChg chg="del">
        <pc:chgData name="Aurelien Domont" userId="6da7715ce44349b3" providerId="LiveId" clId="{AABA1416-4740-4FEA-A91C-A3DACBE38F86}" dt="2023-11-03T00:14:59.440" v="53" actId="47"/>
        <pc:sldMkLst>
          <pc:docMk/>
          <pc:sldMk cId="3763423627" sldId="2298"/>
        </pc:sldMkLst>
      </pc:sldChg>
      <pc:sldChg chg="modSp add mod modClrScheme chgLayout modNotes">
        <pc:chgData name="Aurelien Domont" userId="6da7715ce44349b3" providerId="LiveId" clId="{AABA1416-4740-4FEA-A91C-A3DACBE38F86}" dt="2023-11-05T23:12:02.770" v="12683" actId="207"/>
        <pc:sldMkLst>
          <pc:docMk/>
          <pc:sldMk cId="1209091634" sldId="2338"/>
        </pc:sldMkLst>
      </pc:sldChg>
      <pc:sldChg chg="addSp delSp modSp add del mod modClrScheme chgLayout modNotes">
        <pc:chgData name="Aurelien Domont" userId="6da7715ce44349b3" providerId="LiveId" clId="{AABA1416-4740-4FEA-A91C-A3DACBE38F86}" dt="2023-11-03T05:25:18.059" v="11070" actId="47"/>
        <pc:sldMkLst>
          <pc:docMk/>
          <pc:sldMk cId="2995647837" sldId="2340"/>
        </pc:sldMkLst>
      </pc:sldChg>
      <pc:sldChg chg="del">
        <pc:chgData name="Aurelien Domont" userId="6da7715ce44349b3" providerId="LiveId" clId="{AABA1416-4740-4FEA-A91C-A3DACBE38F86}" dt="2023-11-03T00:14:59.440" v="53" actId="47"/>
        <pc:sldMkLst>
          <pc:docMk/>
          <pc:sldMk cId="2929886259" sldId="2366"/>
        </pc:sldMkLst>
      </pc:sldChg>
      <pc:sldChg chg="modSp add del mod modClrScheme chgLayout modNotes">
        <pc:chgData name="Aurelien Domont" userId="6da7715ce44349b3" providerId="LiveId" clId="{AABA1416-4740-4FEA-A91C-A3DACBE38F86}" dt="2023-11-03T02:26:47.793" v="3014" actId="47"/>
        <pc:sldMkLst>
          <pc:docMk/>
          <pc:sldMk cId="1664956255" sldId="2433"/>
        </pc:sldMkLst>
      </pc:sldChg>
      <pc:sldChg chg="del">
        <pc:chgData name="Aurelien Domont" userId="6da7715ce44349b3" providerId="LiveId" clId="{AABA1416-4740-4FEA-A91C-A3DACBE38F86}" dt="2023-11-03T00:14:59.440" v="53" actId="47"/>
        <pc:sldMkLst>
          <pc:docMk/>
          <pc:sldMk cId="1873290227" sldId="2434"/>
        </pc:sldMkLst>
      </pc:sldChg>
      <pc:sldChg chg="del">
        <pc:chgData name="Aurelien Domont" userId="6da7715ce44349b3" providerId="LiveId" clId="{AABA1416-4740-4FEA-A91C-A3DACBE38F86}" dt="2023-11-03T00:14:59.440" v="53" actId="47"/>
        <pc:sldMkLst>
          <pc:docMk/>
          <pc:sldMk cId="433141511" sldId="2435"/>
        </pc:sldMkLst>
      </pc:sldChg>
      <pc:sldChg chg="del">
        <pc:chgData name="Aurelien Domont" userId="6da7715ce44349b3" providerId="LiveId" clId="{AABA1416-4740-4FEA-A91C-A3DACBE38F86}" dt="2023-11-03T00:14:59.440" v="53" actId="47"/>
        <pc:sldMkLst>
          <pc:docMk/>
          <pc:sldMk cId="729151380" sldId="2436"/>
        </pc:sldMkLst>
      </pc:sldChg>
      <pc:sldChg chg="del">
        <pc:chgData name="Aurelien Domont" userId="6da7715ce44349b3" providerId="LiveId" clId="{AABA1416-4740-4FEA-A91C-A3DACBE38F86}" dt="2023-11-03T00:14:59.440" v="53" actId="47"/>
        <pc:sldMkLst>
          <pc:docMk/>
          <pc:sldMk cId="495242922" sldId="2437"/>
        </pc:sldMkLst>
      </pc:sldChg>
      <pc:sldChg chg="del">
        <pc:chgData name="Aurelien Domont" userId="6da7715ce44349b3" providerId="LiveId" clId="{AABA1416-4740-4FEA-A91C-A3DACBE38F86}" dt="2023-11-03T00:14:59.440" v="53" actId="47"/>
        <pc:sldMkLst>
          <pc:docMk/>
          <pc:sldMk cId="118271412" sldId="2439"/>
        </pc:sldMkLst>
      </pc:sldChg>
      <pc:sldChg chg="del">
        <pc:chgData name="Aurelien Domont" userId="6da7715ce44349b3" providerId="LiveId" clId="{AABA1416-4740-4FEA-A91C-A3DACBE38F86}" dt="2023-11-03T00:14:59.440" v="53" actId="47"/>
        <pc:sldMkLst>
          <pc:docMk/>
          <pc:sldMk cId="1405034369" sldId="2440"/>
        </pc:sldMkLst>
      </pc:sldChg>
      <pc:sldChg chg="del">
        <pc:chgData name="Aurelien Domont" userId="6da7715ce44349b3" providerId="LiveId" clId="{AABA1416-4740-4FEA-A91C-A3DACBE38F86}" dt="2023-11-03T00:14:59.440" v="53" actId="47"/>
        <pc:sldMkLst>
          <pc:docMk/>
          <pc:sldMk cId="2594125012" sldId="2441"/>
        </pc:sldMkLst>
      </pc:sldChg>
      <pc:sldChg chg="del">
        <pc:chgData name="Aurelien Domont" userId="6da7715ce44349b3" providerId="LiveId" clId="{AABA1416-4740-4FEA-A91C-A3DACBE38F86}" dt="2023-11-03T00:14:59.440" v="53" actId="47"/>
        <pc:sldMkLst>
          <pc:docMk/>
          <pc:sldMk cId="1457987928" sldId="2442"/>
        </pc:sldMkLst>
      </pc:sldChg>
      <pc:sldChg chg="del">
        <pc:chgData name="Aurelien Domont" userId="6da7715ce44349b3" providerId="LiveId" clId="{AABA1416-4740-4FEA-A91C-A3DACBE38F86}" dt="2023-11-03T00:14:59.440" v="53" actId="47"/>
        <pc:sldMkLst>
          <pc:docMk/>
          <pc:sldMk cId="1154909907" sldId="2443"/>
        </pc:sldMkLst>
      </pc:sldChg>
      <pc:sldChg chg="del">
        <pc:chgData name="Aurelien Domont" userId="6da7715ce44349b3" providerId="LiveId" clId="{AABA1416-4740-4FEA-A91C-A3DACBE38F86}" dt="2023-11-03T00:14:59.440" v="53" actId="47"/>
        <pc:sldMkLst>
          <pc:docMk/>
          <pc:sldMk cId="3801254905" sldId="2445"/>
        </pc:sldMkLst>
      </pc:sldChg>
      <pc:sldChg chg="del">
        <pc:chgData name="Aurelien Domont" userId="6da7715ce44349b3" providerId="LiveId" clId="{AABA1416-4740-4FEA-A91C-A3DACBE38F86}" dt="2023-11-03T00:14:59.440" v="53" actId="47"/>
        <pc:sldMkLst>
          <pc:docMk/>
          <pc:sldMk cId="967848613" sldId="2446"/>
        </pc:sldMkLst>
      </pc:sldChg>
      <pc:sldChg chg="del">
        <pc:chgData name="Aurelien Domont" userId="6da7715ce44349b3" providerId="LiveId" clId="{AABA1416-4740-4FEA-A91C-A3DACBE38F86}" dt="2023-11-03T00:14:59.440" v="53" actId="47"/>
        <pc:sldMkLst>
          <pc:docMk/>
          <pc:sldMk cId="526972999" sldId="2447"/>
        </pc:sldMkLst>
      </pc:sldChg>
      <pc:sldChg chg="del">
        <pc:chgData name="Aurelien Domont" userId="6da7715ce44349b3" providerId="LiveId" clId="{AABA1416-4740-4FEA-A91C-A3DACBE38F86}" dt="2023-11-03T00:14:59.440" v="53" actId="47"/>
        <pc:sldMkLst>
          <pc:docMk/>
          <pc:sldMk cId="351239133" sldId="2448"/>
        </pc:sldMkLst>
      </pc:sldChg>
      <pc:sldChg chg="del">
        <pc:chgData name="Aurelien Domont" userId="6da7715ce44349b3" providerId="LiveId" clId="{AABA1416-4740-4FEA-A91C-A3DACBE38F86}" dt="2023-11-03T00:14:59.440" v="53" actId="47"/>
        <pc:sldMkLst>
          <pc:docMk/>
          <pc:sldMk cId="3917879965" sldId="2449"/>
        </pc:sldMkLst>
      </pc:sldChg>
      <pc:sldChg chg="del">
        <pc:chgData name="Aurelien Domont" userId="6da7715ce44349b3" providerId="LiveId" clId="{AABA1416-4740-4FEA-A91C-A3DACBE38F86}" dt="2023-11-03T00:14:59.440" v="53" actId="47"/>
        <pc:sldMkLst>
          <pc:docMk/>
          <pc:sldMk cId="3554794133" sldId="2450"/>
        </pc:sldMkLst>
      </pc:sldChg>
      <pc:sldChg chg="del">
        <pc:chgData name="Aurelien Domont" userId="6da7715ce44349b3" providerId="LiveId" clId="{AABA1416-4740-4FEA-A91C-A3DACBE38F86}" dt="2023-11-03T00:14:59.440" v="53" actId="47"/>
        <pc:sldMkLst>
          <pc:docMk/>
          <pc:sldMk cId="2457909485" sldId="2451"/>
        </pc:sldMkLst>
      </pc:sldChg>
      <pc:sldChg chg="del">
        <pc:chgData name="Aurelien Domont" userId="6da7715ce44349b3" providerId="LiveId" clId="{AABA1416-4740-4FEA-A91C-A3DACBE38F86}" dt="2023-11-03T00:14:59.440" v="53" actId="47"/>
        <pc:sldMkLst>
          <pc:docMk/>
          <pc:sldMk cId="3397914777" sldId="2452"/>
        </pc:sldMkLst>
      </pc:sldChg>
      <pc:sldChg chg="del">
        <pc:chgData name="Aurelien Domont" userId="6da7715ce44349b3" providerId="LiveId" clId="{AABA1416-4740-4FEA-A91C-A3DACBE38F86}" dt="2023-11-03T00:14:59.440" v="53" actId="47"/>
        <pc:sldMkLst>
          <pc:docMk/>
          <pc:sldMk cId="3130875905" sldId="2453"/>
        </pc:sldMkLst>
      </pc:sldChg>
      <pc:sldChg chg="del">
        <pc:chgData name="Aurelien Domont" userId="6da7715ce44349b3" providerId="LiveId" clId="{AABA1416-4740-4FEA-A91C-A3DACBE38F86}" dt="2023-11-03T00:14:59.440" v="53" actId="47"/>
        <pc:sldMkLst>
          <pc:docMk/>
          <pc:sldMk cId="1143051604" sldId="2454"/>
        </pc:sldMkLst>
      </pc:sldChg>
      <pc:sldChg chg="del">
        <pc:chgData name="Aurelien Domont" userId="6da7715ce44349b3" providerId="LiveId" clId="{AABA1416-4740-4FEA-A91C-A3DACBE38F86}" dt="2023-11-03T00:14:59.440" v="53" actId="47"/>
        <pc:sldMkLst>
          <pc:docMk/>
          <pc:sldMk cId="1545824460" sldId="2455"/>
        </pc:sldMkLst>
      </pc:sldChg>
      <pc:sldChg chg="del">
        <pc:chgData name="Aurelien Domont" userId="6da7715ce44349b3" providerId="LiveId" clId="{AABA1416-4740-4FEA-A91C-A3DACBE38F86}" dt="2023-11-03T00:14:59.440" v="53" actId="47"/>
        <pc:sldMkLst>
          <pc:docMk/>
          <pc:sldMk cId="3190274426" sldId="2483"/>
        </pc:sldMkLst>
      </pc:sldChg>
      <pc:sldChg chg="del">
        <pc:chgData name="Aurelien Domont" userId="6da7715ce44349b3" providerId="LiveId" clId="{AABA1416-4740-4FEA-A91C-A3DACBE38F86}" dt="2023-11-03T00:14:59.440" v="53" actId="47"/>
        <pc:sldMkLst>
          <pc:docMk/>
          <pc:sldMk cId="493024874" sldId="2484"/>
        </pc:sldMkLst>
      </pc:sldChg>
      <pc:sldChg chg="del">
        <pc:chgData name="Aurelien Domont" userId="6da7715ce44349b3" providerId="LiveId" clId="{AABA1416-4740-4FEA-A91C-A3DACBE38F86}" dt="2023-11-03T00:14:59.440" v="53" actId="47"/>
        <pc:sldMkLst>
          <pc:docMk/>
          <pc:sldMk cId="2959284277" sldId="2486"/>
        </pc:sldMkLst>
      </pc:sldChg>
      <pc:sldChg chg="del">
        <pc:chgData name="Aurelien Domont" userId="6da7715ce44349b3" providerId="LiveId" clId="{AABA1416-4740-4FEA-A91C-A3DACBE38F86}" dt="2023-11-03T00:14:59.440" v="53" actId="47"/>
        <pc:sldMkLst>
          <pc:docMk/>
          <pc:sldMk cId="1599046706" sldId="2487"/>
        </pc:sldMkLst>
      </pc:sldChg>
      <pc:sldChg chg="del">
        <pc:chgData name="Aurelien Domont" userId="6da7715ce44349b3" providerId="LiveId" clId="{AABA1416-4740-4FEA-A91C-A3DACBE38F86}" dt="2023-11-03T00:14:59.440" v="53" actId="47"/>
        <pc:sldMkLst>
          <pc:docMk/>
          <pc:sldMk cId="3266331645" sldId="2488"/>
        </pc:sldMkLst>
      </pc:sldChg>
      <pc:sldChg chg="del">
        <pc:chgData name="Aurelien Domont" userId="6da7715ce44349b3" providerId="LiveId" clId="{AABA1416-4740-4FEA-A91C-A3DACBE38F86}" dt="2023-11-03T00:14:59.440" v="53" actId="47"/>
        <pc:sldMkLst>
          <pc:docMk/>
          <pc:sldMk cId="3386949350" sldId="2489"/>
        </pc:sldMkLst>
      </pc:sldChg>
      <pc:sldChg chg="add del">
        <pc:chgData name="Aurelien Domont" userId="6da7715ce44349b3" providerId="LiveId" clId="{AABA1416-4740-4FEA-A91C-A3DACBE38F86}" dt="2023-11-03T04:38:23.171" v="6516" actId="47"/>
        <pc:sldMkLst>
          <pc:docMk/>
          <pc:sldMk cId="1365513723" sldId="2490"/>
        </pc:sldMkLst>
      </pc:sldChg>
      <pc:sldChg chg="add del">
        <pc:chgData name="Aurelien Domont" userId="6da7715ce44349b3" providerId="LiveId" clId="{AABA1416-4740-4FEA-A91C-A3DACBE38F86}" dt="2023-11-03T04:38:23.171" v="6516" actId="47"/>
        <pc:sldMkLst>
          <pc:docMk/>
          <pc:sldMk cId="3457892389" sldId="2496"/>
        </pc:sldMkLst>
      </pc:sldChg>
      <pc:sldChg chg="add del">
        <pc:chgData name="Aurelien Domont" userId="6da7715ce44349b3" providerId="LiveId" clId="{AABA1416-4740-4FEA-A91C-A3DACBE38F86}" dt="2023-11-03T01:30:47.273" v="536" actId="47"/>
        <pc:sldMkLst>
          <pc:docMk/>
          <pc:sldMk cId="920383389" sldId="2498"/>
        </pc:sldMkLst>
      </pc:sldChg>
      <pc:sldChg chg="add del">
        <pc:chgData name="Aurelien Domont" userId="6da7715ce44349b3" providerId="LiveId" clId="{AABA1416-4740-4FEA-A91C-A3DACBE38F86}" dt="2023-11-03T04:38:23.171" v="6516" actId="47"/>
        <pc:sldMkLst>
          <pc:docMk/>
          <pc:sldMk cId="3864691588" sldId="2498"/>
        </pc:sldMkLst>
      </pc:sldChg>
      <pc:sldChg chg="del">
        <pc:chgData name="Aurelien Domont" userId="6da7715ce44349b3" providerId="LiveId" clId="{AABA1416-4740-4FEA-A91C-A3DACBE38F86}" dt="2023-11-03T00:14:59.440" v="53" actId="47"/>
        <pc:sldMkLst>
          <pc:docMk/>
          <pc:sldMk cId="3548391786" sldId="2500"/>
        </pc:sldMkLst>
      </pc:sldChg>
      <pc:sldChg chg="add del">
        <pc:chgData name="Aurelien Domont" userId="6da7715ce44349b3" providerId="LiveId" clId="{AABA1416-4740-4FEA-A91C-A3DACBE38F86}" dt="2023-11-03T04:38:23.171" v="6516" actId="47"/>
        <pc:sldMkLst>
          <pc:docMk/>
          <pc:sldMk cId="330583714" sldId="2510"/>
        </pc:sldMkLst>
      </pc:sldChg>
      <pc:sldChg chg="add del">
        <pc:chgData name="Aurelien Domont" userId="6da7715ce44349b3" providerId="LiveId" clId="{AABA1416-4740-4FEA-A91C-A3DACBE38F86}" dt="2023-11-03T04:38:23.171" v="6516" actId="47"/>
        <pc:sldMkLst>
          <pc:docMk/>
          <pc:sldMk cId="1583963653" sldId="2511"/>
        </pc:sldMkLst>
      </pc:sldChg>
      <pc:sldChg chg="add del">
        <pc:chgData name="Aurelien Domont" userId="6da7715ce44349b3" providerId="LiveId" clId="{AABA1416-4740-4FEA-A91C-A3DACBE38F86}" dt="2023-11-03T04:38:23.171" v="6516" actId="47"/>
        <pc:sldMkLst>
          <pc:docMk/>
          <pc:sldMk cId="1378182528" sldId="2512"/>
        </pc:sldMkLst>
      </pc:sldChg>
      <pc:sldChg chg="add del">
        <pc:chgData name="Aurelien Domont" userId="6da7715ce44349b3" providerId="LiveId" clId="{AABA1416-4740-4FEA-A91C-A3DACBE38F86}" dt="2023-11-03T04:38:23.171" v="6516" actId="47"/>
        <pc:sldMkLst>
          <pc:docMk/>
          <pc:sldMk cId="1596498046" sldId="2513"/>
        </pc:sldMkLst>
      </pc:sldChg>
      <pc:sldChg chg="add del">
        <pc:chgData name="Aurelien Domont" userId="6da7715ce44349b3" providerId="LiveId" clId="{AABA1416-4740-4FEA-A91C-A3DACBE38F86}" dt="2023-11-03T04:38:23.171" v="6516" actId="47"/>
        <pc:sldMkLst>
          <pc:docMk/>
          <pc:sldMk cId="3898129810" sldId="2514"/>
        </pc:sldMkLst>
      </pc:sldChg>
      <pc:sldChg chg="add del">
        <pc:chgData name="Aurelien Domont" userId="6da7715ce44349b3" providerId="LiveId" clId="{AABA1416-4740-4FEA-A91C-A3DACBE38F86}" dt="2023-11-03T04:38:23.171" v="6516" actId="47"/>
        <pc:sldMkLst>
          <pc:docMk/>
          <pc:sldMk cId="1247299320" sldId="2515"/>
        </pc:sldMkLst>
      </pc:sldChg>
      <pc:sldChg chg="del">
        <pc:chgData name="Aurelien Domont" userId="6da7715ce44349b3" providerId="LiveId" clId="{AABA1416-4740-4FEA-A91C-A3DACBE38F86}" dt="2023-11-03T00:14:59.440" v="53" actId="47"/>
        <pc:sldMkLst>
          <pc:docMk/>
          <pc:sldMk cId="1148856858" sldId="2517"/>
        </pc:sldMkLst>
      </pc:sldChg>
      <pc:sldChg chg="del">
        <pc:chgData name="Aurelien Domont" userId="6da7715ce44349b3" providerId="LiveId" clId="{AABA1416-4740-4FEA-A91C-A3DACBE38F86}" dt="2023-11-03T00:14:59.440" v="53" actId="47"/>
        <pc:sldMkLst>
          <pc:docMk/>
          <pc:sldMk cId="3896093903" sldId="2518"/>
        </pc:sldMkLst>
      </pc:sldChg>
      <pc:sldChg chg="del">
        <pc:chgData name="Aurelien Domont" userId="6da7715ce44349b3" providerId="LiveId" clId="{AABA1416-4740-4FEA-A91C-A3DACBE38F86}" dt="2023-11-03T00:14:59.440" v="53" actId="47"/>
        <pc:sldMkLst>
          <pc:docMk/>
          <pc:sldMk cId="191942563" sldId="2519"/>
        </pc:sldMkLst>
      </pc:sldChg>
      <pc:sldChg chg="del">
        <pc:chgData name="Aurelien Domont" userId="6da7715ce44349b3" providerId="LiveId" clId="{AABA1416-4740-4FEA-A91C-A3DACBE38F86}" dt="2023-11-03T00:14:59.440" v="53" actId="47"/>
        <pc:sldMkLst>
          <pc:docMk/>
          <pc:sldMk cId="3376456613" sldId="2520"/>
        </pc:sldMkLst>
      </pc:sldChg>
      <pc:sldChg chg="del">
        <pc:chgData name="Aurelien Domont" userId="6da7715ce44349b3" providerId="LiveId" clId="{AABA1416-4740-4FEA-A91C-A3DACBE38F86}" dt="2023-11-03T00:14:59.440" v="53" actId="47"/>
        <pc:sldMkLst>
          <pc:docMk/>
          <pc:sldMk cId="1139254451" sldId="2521"/>
        </pc:sldMkLst>
      </pc:sldChg>
      <pc:sldChg chg="del">
        <pc:chgData name="Aurelien Domont" userId="6da7715ce44349b3" providerId="LiveId" clId="{AABA1416-4740-4FEA-A91C-A3DACBE38F86}" dt="2023-11-03T00:14:59.440" v="53" actId="47"/>
        <pc:sldMkLst>
          <pc:docMk/>
          <pc:sldMk cId="2291360483" sldId="2523"/>
        </pc:sldMkLst>
      </pc:sldChg>
      <pc:sldChg chg="del">
        <pc:chgData name="Aurelien Domont" userId="6da7715ce44349b3" providerId="LiveId" clId="{AABA1416-4740-4FEA-A91C-A3DACBE38F86}" dt="2023-11-03T00:14:59.440" v="53" actId="47"/>
        <pc:sldMkLst>
          <pc:docMk/>
          <pc:sldMk cId="1276071411" sldId="2524"/>
        </pc:sldMkLst>
      </pc:sldChg>
      <pc:sldChg chg="del">
        <pc:chgData name="Aurelien Domont" userId="6da7715ce44349b3" providerId="LiveId" clId="{AABA1416-4740-4FEA-A91C-A3DACBE38F86}" dt="2023-11-03T00:14:59.440" v="53" actId="47"/>
        <pc:sldMkLst>
          <pc:docMk/>
          <pc:sldMk cId="756767282" sldId="2525"/>
        </pc:sldMkLst>
      </pc:sldChg>
      <pc:sldChg chg="add del">
        <pc:chgData name="Aurelien Domont" userId="6da7715ce44349b3" providerId="LiveId" clId="{AABA1416-4740-4FEA-A91C-A3DACBE38F86}" dt="2023-11-03T05:44:35.787" v="11571" actId="2696"/>
        <pc:sldMkLst>
          <pc:docMk/>
          <pc:sldMk cId="1263786278" sldId="2557"/>
        </pc:sldMkLst>
      </pc:sldChg>
      <pc:sldChg chg="addSp delSp modSp add mod">
        <pc:chgData name="Aurelien Domont" userId="6da7715ce44349b3" providerId="LiveId" clId="{AABA1416-4740-4FEA-A91C-A3DACBE38F86}" dt="2023-11-03T05:53:01.939" v="11835" actId="14100"/>
        <pc:sldMkLst>
          <pc:docMk/>
          <pc:sldMk cId="4078591124" sldId="2557"/>
        </pc:sldMkLst>
      </pc:sldChg>
      <pc:sldChg chg="addSp delSp modSp del mod modNotes">
        <pc:chgData name="Aurelien Domont" userId="6da7715ce44349b3" providerId="LiveId" clId="{AABA1416-4740-4FEA-A91C-A3DACBE38F86}" dt="2023-11-03T02:26:47.793" v="3014" actId="47"/>
        <pc:sldMkLst>
          <pc:docMk/>
          <pc:sldMk cId="1254545715" sldId="2558"/>
        </pc:sldMkLst>
      </pc:sldChg>
      <pc:sldChg chg="addSp delSp modSp add mod">
        <pc:chgData name="Aurelien Domont" userId="6da7715ce44349b3" providerId="LiveId" clId="{AABA1416-4740-4FEA-A91C-A3DACBE38F86}" dt="2023-11-05T22:37:53.043" v="12155"/>
        <pc:sldMkLst>
          <pc:docMk/>
          <pc:sldMk cId="2304312946" sldId="2558"/>
        </pc:sldMkLst>
      </pc:sldChg>
      <pc:sldChg chg="add del">
        <pc:chgData name="Aurelien Domont" userId="6da7715ce44349b3" providerId="LiveId" clId="{AABA1416-4740-4FEA-A91C-A3DACBE38F86}" dt="2023-11-03T05:44:35.787" v="11571" actId="2696"/>
        <pc:sldMkLst>
          <pc:docMk/>
          <pc:sldMk cId="4217109390" sldId="2558"/>
        </pc:sldMkLst>
      </pc:sldChg>
      <pc:sldChg chg="del">
        <pc:chgData name="Aurelien Domont" userId="6da7715ce44349b3" providerId="LiveId" clId="{AABA1416-4740-4FEA-A91C-A3DACBE38F86}" dt="2023-11-03T00:14:59.440" v="53" actId="47"/>
        <pc:sldMkLst>
          <pc:docMk/>
          <pc:sldMk cId="3556512680" sldId="2559"/>
        </pc:sldMkLst>
      </pc:sldChg>
      <pc:sldChg chg="addSp delSp modSp new add mod modNotes">
        <pc:chgData name="Aurelien Domont" userId="6da7715ce44349b3" providerId="LiveId" clId="{AABA1416-4740-4FEA-A91C-A3DACBE38F86}" dt="2023-11-03T05:19:10.274" v="10961"/>
        <pc:sldMkLst>
          <pc:docMk/>
          <pc:sldMk cId="3871908814" sldId="2559"/>
        </pc:sldMkLst>
      </pc:sldChg>
      <pc:sldChg chg="addSp delSp modSp new add mod modNotes">
        <pc:chgData name="Aurelien Domont" userId="6da7715ce44349b3" providerId="LiveId" clId="{AABA1416-4740-4FEA-A91C-A3DACBE38F86}" dt="2023-11-03T05:33:17.822" v="11567" actId="1035"/>
        <pc:sldMkLst>
          <pc:docMk/>
          <pc:sldMk cId="862292938" sldId="2560"/>
        </pc:sldMkLst>
      </pc:sldChg>
      <pc:sldChg chg="del">
        <pc:chgData name="Aurelien Domont" userId="6da7715ce44349b3" providerId="LiveId" clId="{AABA1416-4740-4FEA-A91C-A3DACBE38F86}" dt="2023-11-03T00:14:59.440" v="53" actId="47"/>
        <pc:sldMkLst>
          <pc:docMk/>
          <pc:sldMk cId="3543024021" sldId="2560"/>
        </pc:sldMkLst>
      </pc:sldChg>
      <pc:sldChg chg="del">
        <pc:chgData name="Aurelien Domont" userId="6da7715ce44349b3" providerId="LiveId" clId="{AABA1416-4740-4FEA-A91C-A3DACBE38F86}" dt="2023-11-03T00:14:59.440" v="53" actId="47"/>
        <pc:sldMkLst>
          <pc:docMk/>
          <pc:sldMk cId="1405253810" sldId="2561"/>
        </pc:sldMkLst>
      </pc:sldChg>
      <pc:sldChg chg="addSp delSp modSp new add mod">
        <pc:chgData name="Aurelien Domont" userId="6da7715ce44349b3" providerId="LiveId" clId="{AABA1416-4740-4FEA-A91C-A3DACBE38F86}" dt="2023-11-16T23:34:49.284" v="13050" actId="5793"/>
        <pc:sldMkLst>
          <pc:docMk/>
          <pc:sldMk cId="3906540847" sldId="2561"/>
        </pc:sldMkLst>
      </pc:sldChg>
      <pc:sldChg chg="del">
        <pc:chgData name="Aurelien Domont" userId="6da7715ce44349b3" providerId="LiveId" clId="{AABA1416-4740-4FEA-A91C-A3DACBE38F86}" dt="2023-11-03T00:14:59.440" v="53" actId="47"/>
        <pc:sldMkLst>
          <pc:docMk/>
          <pc:sldMk cId="308615889" sldId="2562"/>
        </pc:sldMkLst>
      </pc:sldChg>
      <pc:sldChg chg="del">
        <pc:chgData name="Aurelien Domont" userId="6da7715ce44349b3" providerId="LiveId" clId="{AABA1416-4740-4FEA-A91C-A3DACBE38F86}" dt="2023-11-03T00:14:59.440" v="53" actId="47"/>
        <pc:sldMkLst>
          <pc:docMk/>
          <pc:sldMk cId="3576432030" sldId="2563"/>
        </pc:sldMkLst>
      </pc:sldChg>
      <pc:sldChg chg="del">
        <pc:chgData name="Aurelien Domont" userId="6da7715ce44349b3" providerId="LiveId" clId="{AABA1416-4740-4FEA-A91C-A3DACBE38F86}" dt="2023-11-03T00:14:59.440" v="53" actId="47"/>
        <pc:sldMkLst>
          <pc:docMk/>
          <pc:sldMk cId="2374931211" sldId="2564"/>
        </pc:sldMkLst>
      </pc:sldChg>
      <pc:sldChg chg="del">
        <pc:chgData name="Aurelien Domont" userId="6da7715ce44349b3" providerId="LiveId" clId="{AABA1416-4740-4FEA-A91C-A3DACBE38F86}" dt="2023-11-03T00:14:59.440" v="53" actId="47"/>
        <pc:sldMkLst>
          <pc:docMk/>
          <pc:sldMk cId="551571960" sldId="2565"/>
        </pc:sldMkLst>
      </pc:sldChg>
      <pc:sldChg chg="del">
        <pc:chgData name="Aurelien Domont" userId="6da7715ce44349b3" providerId="LiveId" clId="{AABA1416-4740-4FEA-A91C-A3DACBE38F86}" dt="2023-11-03T00:14:59.440" v="53" actId="47"/>
        <pc:sldMkLst>
          <pc:docMk/>
          <pc:sldMk cId="3582809319" sldId="2566"/>
        </pc:sldMkLst>
      </pc:sldChg>
      <pc:sldChg chg="del">
        <pc:chgData name="Aurelien Domont" userId="6da7715ce44349b3" providerId="LiveId" clId="{AABA1416-4740-4FEA-A91C-A3DACBE38F86}" dt="2023-11-03T00:14:59.440" v="53" actId="47"/>
        <pc:sldMkLst>
          <pc:docMk/>
          <pc:sldMk cId="2891423568" sldId="2567"/>
        </pc:sldMkLst>
      </pc:sldChg>
      <pc:sldChg chg="del">
        <pc:chgData name="Aurelien Domont" userId="6da7715ce44349b3" providerId="LiveId" clId="{AABA1416-4740-4FEA-A91C-A3DACBE38F86}" dt="2023-11-03T00:14:59.440" v="53" actId="47"/>
        <pc:sldMkLst>
          <pc:docMk/>
          <pc:sldMk cId="3903418997" sldId="2568"/>
        </pc:sldMkLst>
      </pc:sldChg>
      <pc:sldChg chg="del">
        <pc:chgData name="Aurelien Domont" userId="6da7715ce44349b3" providerId="LiveId" clId="{AABA1416-4740-4FEA-A91C-A3DACBE38F86}" dt="2023-11-03T00:14:59.440" v="53" actId="47"/>
        <pc:sldMkLst>
          <pc:docMk/>
          <pc:sldMk cId="2009755545" sldId="2569"/>
        </pc:sldMkLst>
      </pc:sldChg>
      <pc:sldChg chg="del">
        <pc:chgData name="Aurelien Domont" userId="6da7715ce44349b3" providerId="LiveId" clId="{AABA1416-4740-4FEA-A91C-A3DACBE38F86}" dt="2023-11-03T00:14:59.440" v="53" actId="47"/>
        <pc:sldMkLst>
          <pc:docMk/>
          <pc:sldMk cId="2197559153" sldId="2570"/>
        </pc:sldMkLst>
      </pc:sldChg>
      <pc:sldChg chg="del">
        <pc:chgData name="Aurelien Domont" userId="6da7715ce44349b3" providerId="LiveId" clId="{AABA1416-4740-4FEA-A91C-A3DACBE38F86}" dt="2023-11-03T00:14:59.440" v="53" actId="47"/>
        <pc:sldMkLst>
          <pc:docMk/>
          <pc:sldMk cId="246935978" sldId="2571"/>
        </pc:sldMkLst>
      </pc:sldChg>
      <pc:sldChg chg="del">
        <pc:chgData name="Aurelien Domont" userId="6da7715ce44349b3" providerId="LiveId" clId="{AABA1416-4740-4FEA-A91C-A3DACBE38F86}" dt="2023-11-03T00:14:59.440" v="53" actId="47"/>
        <pc:sldMkLst>
          <pc:docMk/>
          <pc:sldMk cId="2657703967" sldId="2572"/>
        </pc:sldMkLst>
      </pc:sldChg>
      <pc:sldChg chg="del">
        <pc:chgData name="Aurelien Domont" userId="6da7715ce44349b3" providerId="LiveId" clId="{AABA1416-4740-4FEA-A91C-A3DACBE38F86}" dt="2023-11-03T00:14:59.440" v="53" actId="47"/>
        <pc:sldMkLst>
          <pc:docMk/>
          <pc:sldMk cId="3290492658" sldId="2574"/>
        </pc:sldMkLst>
      </pc:sldChg>
      <pc:sldChg chg="del">
        <pc:chgData name="Aurelien Domont" userId="6da7715ce44349b3" providerId="LiveId" clId="{AABA1416-4740-4FEA-A91C-A3DACBE38F86}" dt="2023-11-03T00:14:59.440" v="53" actId="47"/>
        <pc:sldMkLst>
          <pc:docMk/>
          <pc:sldMk cId="492701164" sldId="2575"/>
        </pc:sldMkLst>
      </pc:sldChg>
      <pc:sldChg chg="del">
        <pc:chgData name="Aurelien Domont" userId="6da7715ce44349b3" providerId="LiveId" clId="{AABA1416-4740-4FEA-A91C-A3DACBE38F86}" dt="2023-11-03T00:14:59.440" v="53" actId="47"/>
        <pc:sldMkLst>
          <pc:docMk/>
          <pc:sldMk cId="4238369639" sldId="2576"/>
        </pc:sldMkLst>
      </pc:sldChg>
      <pc:sldChg chg="del">
        <pc:chgData name="Aurelien Domont" userId="6da7715ce44349b3" providerId="LiveId" clId="{AABA1416-4740-4FEA-A91C-A3DACBE38F86}" dt="2023-11-03T00:14:59.440" v="53" actId="47"/>
        <pc:sldMkLst>
          <pc:docMk/>
          <pc:sldMk cId="2327507526" sldId="2577"/>
        </pc:sldMkLst>
      </pc:sldChg>
      <pc:sldChg chg="del">
        <pc:chgData name="Aurelien Domont" userId="6da7715ce44349b3" providerId="LiveId" clId="{AABA1416-4740-4FEA-A91C-A3DACBE38F86}" dt="2023-11-03T00:14:59.440" v="53" actId="47"/>
        <pc:sldMkLst>
          <pc:docMk/>
          <pc:sldMk cId="515313173" sldId="2578"/>
        </pc:sldMkLst>
      </pc:sldChg>
      <pc:sldChg chg="del">
        <pc:chgData name="Aurelien Domont" userId="6da7715ce44349b3" providerId="LiveId" clId="{AABA1416-4740-4FEA-A91C-A3DACBE38F86}" dt="2023-11-03T00:14:59.440" v="53" actId="47"/>
        <pc:sldMkLst>
          <pc:docMk/>
          <pc:sldMk cId="883372972" sldId="2579"/>
        </pc:sldMkLst>
      </pc:sldChg>
      <pc:sldChg chg="del">
        <pc:chgData name="Aurelien Domont" userId="6da7715ce44349b3" providerId="LiveId" clId="{AABA1416-4740-4FEA-A91C-A3DACBE38F86}" dt="2023-11-03T00:14:59.440" v="53" actId="47"/>
        <pc:sldMkLst>
          <pc:docMk/>
          <pc:sldMk cId="3658858448" sldId="2580"/>
        </pc:sldMkLst>
      </pc:sldChg>
      <pc:sldChg chg="del">
        <pc:chgData name="Aurelien Domont" userId="6da7715ce44349b3" providerId="LiveId" clId="{AABA1416-4740-4FEA-A91C-A3DACBE38F86}" dt="2023-11-03T00:14:59.440" v="53" actId="47"/>
        <pc:sldMkLst>
          <pc:docMk/>
          <pc:sldMk cId="3371668482" sldId="2581"/>
        </pc:sldMkLst>
      </pc:sldChg>
      <pc:sldChg chg="del">
        <pc:chgData name="Aurelien Domont" userId="6da7715ce44349b3" providerId="LiveId" clId="{AABA1416-4740-4FEA-A91C-A3DACBE38F86}" dt="2023-11-03T00:14:59.440" v="53" actId="47"/>
        <pc:sldMkLst>
          <pc:docMk/>
          <pc:sldMk cId="1980039990" sldId="2582"/>
        </pc:sldMkLst>
      </pc:sldChg>
      <pc:sldChg chg="del">
        <pc:chgData name="Aurelien Domont" userId="6da7715ce44349b3" providerId="LiveId" clId="{AABA1416-4740-4FEA-A91C-A3DACBE38F86}" dt="2023-11-03T00:14:59.440" v="53" actId="47"/>
        <pc:sldMkLst>
          <pc:docMk/>
          <pc:sldMk cId="1154581266" sldId="2583"/>
        </pc:sldMkLst>
      </pc:sldChg>
      <pc:sldChg chg="del">
        <pc:chgData name="Aurelien Domont" userId="6da7715ce44349b3" providerId="LiveId" clId="{AABA1416-4740-4FEA-A91C-A3DACBE38F86}" dt="2023-11-03T00:14:59.440" v="53" actId="47"/>
        <pc:sldMkLst>
          <pc:docMk/>
          <pc:sldMk cId="2592324127" sldId="2584"/>
        </pc:sldMkLst>
      </pc:sldChg>
      <pc:sldChg chg="del">
        <pc:chgData name="Aurelien Domont" userId="6da7715ce44349b3" providerId="LiveId" clId="{AABA1416-4740-4FEA-A91C-A3DACBE38F86}" dt="2023-11-03T00:14:59.440" v="53" actId="47"/>
        <pc:sldMkLst>
          <pc:docMk/>
          <pc:sldMk cId="1550236728" sldId="2585"/>
        </pc:sldMkLst>
      </pc:sldChg>
      <pc:sldChg chg="del">
        <pc:chgData name="Aurelien Domont" userId="6da7715ce44349b3" providerId="LiveId" clId="{AABA1416-4740-4FEA-A91C-A3DACBE38F86}" dt="2023-11-03T00:14:59.440" v="53" actId="47"/>
        <pc:sldMkLst>
          <pc:docMk/>
          <pc:sldMk cId="3493403752" sldId="2586"/>
        </pc:sldMkLst>
      </pc:sldChg>
      <pc:sldChg chg="del">
        <pc:chgData name="Aurelien Domont" userId="6da7715ce44349b3" providerId="LiveId" clId="{AABA1416-4740-4FEA-A91C-A3DACBE38F86}" dt="2023-11-03T00:14:59.440" v="53" actId="47"/>
        <pc:sldMkLst>
          <pc:docMk/>
          <pc:sldMk cId="2158731188" sldId="2587"/>
        </pc:sldMkLst>
      </pc:sldChg>
      <pc:sldChg chg="del">
        <pc:chgData name="Aurelien Domont" userId="6da7715ce44349b3" providerId="LiveId" clId="{AABA1416-4740-4FEA-A91C-A3DACBE38F86}" dt="2023-11-03T00:14:59.440" v="53" actId="47"/>
        <pc:sldMkLst>
          <pc:docMk/>
          <pc:sldMk cId="3959411121" sldId="2588"/>
        </pc:sldMkLst>
      </pc:sldChg>
      <pc:sldChg chg="del">
        <pc:chgData name="Aurelien Domont" userId="6da7715ce44349b3" providerId="LiveId" clId="{AABA1416-4740-4FEA-A91C-A3DACBE38F86}" dt="2023-11-03T00:14:59.440" v="53" actId="47"/>
        <pc:sldMkLst>
          <pc:docMk/>
          <pc:sldMk cId="3701357970" sldId="2589"/>
        </pc:sldMkLst>
      </pc:sldChg>
      <pc:sldChg chg="del">
        <pc:chgData name="Aurelien Domont" userId="6da7715ce44349b3" providerId="LiveId" clId="{AABA1416-4740-4FEA-A91C-A3DACBE38F86}" dt="2023-11-03T00:14:59.440" v="53" actId="47"/>
        <pc:sldMkLst>
          <pc:docMk/>
          <pc:sldMk cId="3748245338" sldId="2590"/>
        </pc:sldMkLst>
      </pc:sldChg>
      <pc:sldChg chg="del">
        <pc:chgData name="Aurelien Domont" userId="6da7715ce44349b3" providerId="LiveId" clId="{AABA1416-4740-4FEA-A91C-A3DACBE38F86}" dt="2023-11-03T00:14:59.440" v="53" actId="47"/>
        <pc:sldMkLst>
          <pc:docMk/>
          <pc:sldMk cId="3223397737" sldId="2591"/>
        </pc:sldMkLst>
      </pc:sldChg>
      <pc:sldChg chg="del">
        <pc:chgData name="Aurelien Domont" userId="6da7715ce44349b3" providerId="LiveId" clId="{AABA1416-4740-4FEA-A91C-A3DACBE38F86}" dt="2023-11-03T00:14:59.440" v="53" actId="47"/>
        <pc:sldMkLst>
          <pc:docMk/>
          <pc:sldMk cId="1501742771" sldId="2592"/>
        </pc:sldMkLst>
      </pc:sldChg>
      <pc:sldChg chg="del">
        <pc:chgData name="Aurelien Domont" userId="6da7715ce44349b3" providerId="LiveId" clId="{AABA1416-4740-4FEA-A91C-A3DACBE38F86}" dt="2023-11-03T00:14:59.440" v="53" actId="47"/>
        <pc:sldMkLst>
          <pc:docMk/>
          <pc:sldMk cId="1699548227" sldId="2593"/>
        </pc:sldMkLst>
      </pc:sldChg>
      <pc:sldChg chg="del">
        <pc:chgData name="Aurelien Domont" userId="6da7715ce44349b3" providerId="LiveId" clId="{AABA1416-4740-4FEA-A91C-A3DACBE38F86}" dt="2023-11-03T00:14:59.440" v="53" actId="47"/>
        <pc:sldMkLst>
          <pc:docMk/>
          <pc:sldMk cId="3665142639" sldId="2594"/>
        </pc:sldMkLst>
      </pc:sldChg>
      <pc:sldChg chg="del">
        <pc:chgData name="Aurelien Domont" userId="6da7715ce44349b3" providerId="LiveId" clId="{AABA1416-4740-4FEA-A91C-A3DACBE38F86}" dt="2023-11-03T00:14:59.440" v="53" actId="47"/>
        <pc:sldMkLst>
          <pc:docMk/>
          <pc:sldMk cId="1755678747" sldId="2595"/>
        </pc:sldMkLst>
      </pc:sldChg>
      <pc:sldChg chg="del">
        <pc:chgData name="Aurelien Domont" userId="6da7715ce44349b3" providerId="LiveId" clId="{AABA1416-4740-4FEA-A91C-A3DACBE38F86}" dt="2023-11-03T00:14:59.440" v="53" actId="47"/>
        <pc:sldMkLst>
          <pc:docMk/>
          <pc:sldMk cId="2866196194" sldId="2596"/>
        </pc:sldMkLst>
      </pc:sldChg>
      <pc:sldChg chg="del">
        <pc:chgData name="Aurelien Domont" userId="6da7715ce44349b3" providerId="LiveId" clId="{AABA1416-4740-4FEA-A91C-A3DACBE38F86}" dt="2023-11-03T00:14:59.440" v="53" actId="47"/>
        <pc:sldMkLst>
          <pc:docMk/>
          <pc:sldMk cId="4238437504" sldId="2597"/>
        </pc:sldMkLst>
      </pc:sldChg>
      <pc:sldChg chg="addSp delSp modSp add mod modClrScheme chgLayout">
        <pc:chgData name="Aurelien Domont" userId="6da7715ce44349b3" providerId="LiveId" clId="{AABA1416-4740-4FEA-A91C-A3DACBE38F86}" dt="2023-11-03T04:51:06.830" v="8816"/>
        <pc:sldMkLst>
          <pc:docMk/>
          <pc:sldMk cId="1926619926" sldId="3282"/>
        </pc:sldMkLst>
      </pc:sldChg>
      <pc:sldChg chg="addSp delSp modSp new add del mod">
        <pc:chgData name="Aurelien Domont" userId="6da7715ce44349b3" providerId="LiveId" clId="{AABA1416-4740-4FEA-A91C-A3DACBE38F86}" dt="2023-11-03T02:41:22.912" v="3842" actId="47"/>
        <pc:sldMkLst>
          <pc:docMk/>
          <pc:sldMk cId="725514410" sldId="3283"/>
        </pc:sldMkLst>
      </pc:sldChg>
      <pc:sldChg chg="addSp delSp modSp add del mod">
        <pc:chgData name="Aurelien Domont" userId="6da7715ce44349b3" providerId="LiveId" clId="{AABA1416-4740-4FEA-A91C-A3DACBE38F86}" dt="2023-11-03T03:49:48.074" v="5769" actId="47"/>
        <pc:sldMkLst>
          <pc:docMk/>
          <pc:sldMk cId="3223510413" sldId="3283"/>
        </pc:sldMkLst>
      </pc:sldChg>
      <pc:sldChg chg="addSp modSp add del mod">
        <pc:chgData name="Aurelien Domont" userId="6da7715ce44349b3" providerId="LiveId" clId="{AABA1416-4740-4FEA-A91C-A3DACBE38F86}" dt="2023-11-03T03:32:12.636" v="5272" actId="47"/>
        <pc:sldMkLst>
          <pc:docMk/>
          <pc:sldMk cId="392935456" sldId="3284"/>
        </pc:sldMkLst>
      </pc:sldChg>
      <pc:sldChg chg="addSp delSp modSp add mod">
        <pc:chgData name="Aurelien Domont" userId="6da7715ce44349b3" providerId="LiveId" clId="{AABA1416-4740-4FEA-A91C-A3DACBE38F86}" dt="2023-11-05T22:46:11.205" v="12500" actId="1035"/>
        <pc:sldMkLst>
          <pc:docMk/>
          <pc:sldMk cId="416818066" sldId="3284"/>
        </pc:sldMkLst>
      </pc:sldChg>
      <pc:sldChg chg="addSp delSp modSp add mod">
        <pc:chgData name="Aurelien Domont" userId="6da7715ce44349b3" providerId="LiveId" clId="{AABA1416-4740-4FEA-A91C-A3DACBE38F86}" dt="2023-11-05T22:46:13.948" v="12501" actId="1035"/>
        <pc:sldMkLst>
          <pc:docMk/>
          <pc:sldMk cId="498457531" sldId="3285"/>
        </pc:sldMkLst>
      </pc:sldChg>
      <pc:sldChg chg="addSp delSp modSp add del mod">
        <pc:chgData name="Aurelien Domont" userId="6da7715ce44349b3" providerId="LiveId" clId="{AABA1416-4740-4FEA-A91C-A3DACBE38F86}" dt="2023-11-03T03:49:44.008" v="5768" actId="47"/>
        <pc:sldMkLst>
          <pc:docMk/>
          <pc:sldMk cId="2715741635" sldId="3285"/>
        </pc:sldMkLst>
      </pc:sldChg>
      <pc:sldChg chg="addSp delSp modSp add mod">
        <pc:chgData name="Aurelien Domont" userId="6da7715ce44349b3" providerId="LiveId" clId="{AABA1416-4740-4FEA-A91C-A3DACBE38F86}" dt="2023-11-05T22:46:19.862" v="12504" actId="478"/>
        <pc:sldMkLst>
          <pc:docMk/>
          <pc:sldMk cId="2716070288" sldId="3286"/>
        </pc:sldMkLst>
      </pc:sldChg>
      <pc:sldChg chg="modSp add del mod">
        <pc:chgData name="Aurelien Domont" userId="6da7715ce44349b3" providerId="LiveId" clId="{AABA1416-4740-4FEA-A91C-A3DACBE38F86}" dt="2023-11-03T04:13:07.343" v="6065" actId="47"/>
        <pc:sldMkLst>
          <pc:docMk/>
          <pc:sldMk cId="642838729" sldId="3287"/>
        </pc:sldMkLst>
      </pc:sldChg>
      <pc:sldChg chg="addSp delSp modSp add mod">
        <pc:chgData name="Aurelien Domont" userId="6da7715ce44349b3" providerId="LiveId" clId="{AABA1416-4740-4FEA-A91C-A3DACBE38F86}" dt="2023-11-05T22:47:44.576" v="12616" actId="478"/>
        <pc:sldMkLst>
          <pc:docMk/>
          <pc:sldMk cId="4113459810" sldId="3287"/>
        </pc:sldMkLst>
      </pc:sldChg>
      <pc:sldChg chg="addSp delSp modSp add del mod">
        <pc:chgData name="Aurelien Domont" userId="6da7715ce44349b3" providerId="LiveId" clId="{AABA1416-4740-4FEA-A91C-A3DACBE38F86}" dt="2023-11-08T01:25:37.528" v="12779" actId="47"/>
        <pc:sldMkLst>
          <pc:docMk/>
          <pc:sldMk cId="2097315898" sldId="3288"/>
        </pc:sldMkLst>
      </pc:sldChg>
      <pc:sldChg chg="modSp add mod">
        <pc:chgData name="Aurelien Domont" userId="6da7715ce44349b3" providerId="LiveId" clId="{AABA1416-4740-4FEA-A91C-A3DACBE38F86}" dt="2023-11-05T23:01:32.218" v="12674" actId="20577"/>
        <pc:sldMkLst>
          <pc:docMk/>
          <pc:sldMk cId="2246164536" sldId="3289"/>
        </pc:sldMkLst>
      </pc:sldChg>
      <pc:sldChg chg="add del">
        <pc:chgData name="Aurelien Domont" userId="6da7715ce44349b3" providerId="LiveId" clId="{AABA1416-4740-4FEA-A91C-A3DACBE38F86}" dt="2023-11-03T05:44:35.787" v="11571" actId="2696"/>
        <pc:sldMkLst>
          <pc:docMk/>
          <pc:sldMk cId="2313835943" sldId="3290"/>
        </pc:sldMkLst>
      </pc:sldChg>
      <pc:sldChg chg="addSp delSp modSp add mod">
        <pc:chgData name="Aurelien Domont" userId="6da7715ce44349b3" providerId="LiveId" clId="{AABA1416-4740-4FEA-A91C-A3DACBE38F86}" dt="2023-11-03T05:51:21.309" v="11778" actId="20577"/>
        <pc:sldMkLst>
          <pc:docMk/>
          <pc:sldMk cId="3022929388" sldId="3290"/>
        </pc:sldMkLst>
      </pc:sldChg>
      <pc:sldChg chg="add del">
        <pc:chgData name="Aurelien Domont" userId="6da7715ce44349b3" providerId="LiveId" clId="{AABA1416-4740-4FEA-A91C-A3DACBE38F86}" dt="2023-11-03T05:44:35.787" v="11571" actId="2696"/>
        <pc:sldMkLst>
          <pc:docMk/>
          <pc:sldMk cId="1260069156" sldId="3291"/>
        </pc:sldMkLst>
      </pc:sldChg>
      <pc:sldChg chg="addSp delSp modSp add mod ord">
        <pc:chgData name="Aurelien Domont" userId="6da7715ce44349b3" providerId="LiveId" clId="{AABA1416-4740-4FEA-A91C-A3DACBE38F86}" dt="2023-11-05T22:35:55.415" v="12126" actId="478"/>
        <pc:sldMkLst>
          <pc:docMk/>
          <pc:sldMk cId="3033454792" sldId="3291"/>
        </pc:sldMkLst>
      </pc:sldChg>
      <pc:sldChg chg="addSp modSp add del mod">
        <pc:chgData name="Aurelien Domont" userId="6da7715ce44349b3" providerId="LiveId" clId="{AABA1416-4740-4FEA-A91C-A3DACBE38F86}" dt="2023-11-05T23:26:59.235" v="12698" actId="47"/>
        <pc:sldMkLst>
          <pc:docMk/>
          <pc:sldMk cId="1106067793" sldId="3292"/>
        </pc:sldMkLst>
      </pc:sldChg>
      <pc:sldChg chg="addSp delSp modSp add del mod">
        <pc:chgData name="Aurelien Domont" userId="6da7715ce44349b3" providerId="LiveId" clId="{AABA1416-4740-4FEA-A91C-A3DACBE38F86}" dt="2023-11-13T02:48:10.243" v="12949" actId="47"/>
        <pc:sldMkLst>
          <pc:docMk/>
          <pc:sldMk cId="1528024298" sldId="3292"/>
        </pc:sldMkLst>
      </pc:sldChg>
      <pc:sldChg chg="add del">
        <pc:chgData name="Aurelien Domont" userId="6da7715ce44349b3" providerId="LiveId" clId="{AABA1416-4740-4FEA-A91C-A3DACBE38F86}" dt="2023-11-05T22:40:34.995" v="12157" actId="47"/>
        <pc:sldMkLst>
          <pc:docMk/>
          <pc:sldMk cId="2865136667" sldId="3292"/>
        </pc:sldMkLst>
      </pc:sldChg>
      <pc:sldMasterChg chg="addSp delSp modSp mod delSldLayout modSldLayout">
        <pc:chgData name="Aurelien Domont" userId="6da7715ce44349b3" providerId="LiveId" clId="{AABA1416-4740-4FEA-A91C-A3DACBE38F86}" dt="2023-11-03T04:51:06.548" v="8616" actId="790"/>
        <pc:sldMasterMkLst>
          <pc:docMk/>
          <pc:sldMasterMk cId="3482721130" sldId="2147483828"/>
        </pc:sldMasterMkLst>
        <pc:sldLayoutChg chg="addSp delSp modSp mod">
          <pc:chgData name="Aurelien Domont" userId="6da7715ce44349b3" providerId="LiveId" clId="{AABA1416-4740-4FEA-A91C-A3DACBE38F86}" dt="2023-11-03T04:51:06.547" v="8615" actId="139"/>
          <pc:sldLayoutMkLst>
            <pc:docMk/>
            <pc:sldMasterMk cId="3482721130" sldId="2147483828"/>
            <pc:sldLayoutMk cId="250590409" sldId="2147483831"/>
          </pc:sldLayoutMkLst>
        </pc:sldLayoutChg>
        <pc:sldLayoutChg chg="modSp mod">
          <pc:chgData name="Aurelien Domont" userId="6da7715ce44349b3" providerId="LiveId" clId="{AABA1416-4740-4FEA-A91C-A3DACBE38F86}" dt="2023-11-03T02:22:17.554" v="2874"/>
          <pc:sldLayoutMkLst>
            <pc:docMk/>
            <pc:sldMasterMk cId="3482721130" sldId="2147483828"/>
            <pc:sldLayoutMk cId="3119302602" sldId="2147483832"/>
          </pc:sldLayoutMkLst>
        </pc:sldLayoutChg>
        <pc:sldLayoutChg chg="modSp mod">
          <pc:chgData name="Aurelien Domont" userId="6da7715ce44349b3" providerId="LiveId" clId="{AABA1416-4740-4FEA-A91C-A3DACBE38F86}" dt="2023-11-03T02:22:17.570" v="2876"/>
          <pc:sldLayoutMkLst>
            <pc:docMk/>
            <pc:sldMasterMk cId="3482721130" sldId="2147483828"/>
            <pc:sldLayoutMk cId="4234199683" sldId="2147483834"/>
          </pc:sldLayoutMkLst>
        </pc:sldLayoutChg>
        <pc:sldLayoutChg chg="del">
          <pc:chgData name="Aurelien Domont" userId="6da7715ce44349b3" providerId="LiveId" clId="{AABA1416-4740-4FEA-A91C-A3DACBE38F86}" dt="2023-11-03T02:28:37.282" v="3023" actId="2696"/>
          <pc:sldLayoutMkLst>
            <pc:docMk/>
            <pc:sldMasterMk cId="3482721130" sldId="2147483828"/>
            <pc:sldLayoutMk cId="749376338" sldId="2147483835"/>
          </pc:sldLayoutMkLst>
        </pc:sldLayoutChg>
        <pc:sldLayoutChg chg="del">
          <pc:chgData name="Aurelien Domont" userId="6da7715ce44349b3" providerId="LiveId" clId="{AABA1416-4740-4FEA-A91C-A3DACBE38F86}" dt="2023-11-03T01:45:22.843" v="1031" actId="2696"/>
          <pc:sldLayoutMkLst>
            <pc:docMk/>
            <pc:sldMasterMk cId="3482721130" sldId="2147483828"/>
            <pc:sldLayoutMk cId="897561662" sldId="2147483835"/>
          </pc:sldLayoutMkLst>
        </pc:sldLayoutChg>
        <pc:sldLayoutChg chg="addSp modSp mod">
          <pc:chgData name="Aurelien Domont" userId="6da7715ce44349b3" providerId="LiveId" clId="{AABA1416-4740-4FEA-A91C-A3DACBE38F86}" dt="2023-11-03T04:51:06.548" v="8616" actId="790"/>
          <pc:sldLayoutMkLst>
            <pc:docMk/>
            <pc:sldMasterMk cId="3482721130" sldId="2147483828"/>
            <pc:sldLayoutMk cId="1759204997" sldId="2147483835"/>
          </pc:sldLayoutMkLst>
        </pc:sldLayoutChg>
        <pc:sldLayoutChg chg="addSp delSp modSp del mod">
          <pc:chgData name="Aurelien Domont" userId="6da7715ce44349b3" providerId="LiveId" clId="{AABA1416-4740-4FEA-A91C-A3DACBE38F86}" dt="2023-11-03T02:22:41.605" v="2881" actId="2696"/>
          <pc:sldLayoutMkLst>
            <pc:docMk/>
            <pc:sldMasterMk cId="3482721130" sldId="2147483828"/>
            <pc:sldLayoutMk cId="1845982746" sldId="2147483835"/>
          </pc:sldLayoutMkLst>
        </pc:sldLayoutChg>
      </pc:sldMasterChg>
    </pc:docChg>
  </pc:docChgLst>
  <pc:docChgLst>
    <pc:chgData name="Aurelien Domont" userId="6da7715ce44349b3" providerId="LiveId" clId="{8C97B853-E239-49C0-A36B-A3F2C855C3BA}"/>
    <pc:docChg chg="undo custSel addSld delSld modSld sldOrd replTag">
      <pc:chgData name="Aurelien Domont" userId="6da7715ce44349b3" providerId="LiveId" clId="{8C97B853-E239-49C0-A36B-A3F2C855C3BA}" dt="2023-11-03T00:11:07.277" v="34155" actId="2696"/>
      <pc:docMkLst>
        <pc:docMk/>
      </pc:docMkLst>
      <pc:sldChg chg="modSp mod">
        <pc:chgData name="Aurelien Domont" userId="6da7715ce44349b3" providerId="LiveId" clId="{8C97B853-E239-49C0-A36B-A3F2C855C3BA}" dt="2023-11-02T07:07:45.738" v="24285" actId="20577"/>
        <pc:sldMkLst>
          <pc:docMk/>
          <pc:sldMk cId="3956982643" sldId="526"/>
        </pc:sldMkLst>
      </pc:sldChg>
      <pc:sldChg chg="del">
        <pc:chgData name="Aurelien Domont" userId="6da7715ce44349b3" providerId="LiveId" clId="{8C97B853-E239-49C0-A36B-A3F2C855C3BA}" dt="2023-11-02T05:26:32.510" v="1" actId="47"/>
        <pc:sldMkLst>
          <pc:docMk/>
          <pc:sldMk cId="1466047855" sldId="1525"/>
        </pc:sldMkLst>
      </pc:sldChg>
      <pc:sldChg chg="addSp delSp modSp add mod modClrScheme chgLayout">
        <pc:chgData name="Aurelien Domont" userId="6da7715ce44349b3" providerId="LiveId" clId="{8C97B853-E239-49C0-A36B-A3F2C855C3BA}" dt="2023-11-03T00:00:43.727" v="34072" actId="20577"/>
        <pc:sldMkLst>
          <pc:docMk/>
          <pc:sldMk cId="3604617461" sldId="1591"/>
        </pc:sldMkLst>
      </pc:sldChg>
      <pc:sldChg chg="modSp add mod modClrScheme chgLayout">
        <pc:chgData name="Aurelien Domont" userId="6da7715ce44349b3" providerId="LiveId" clId="{8C97B853-E239-49C0-A36B-A3F2C855C3BA}" dt="2023-11-02T06:36:08.791" v="23514"/>
        <pc:sldMkLst>
          <pc:docMk/>
          <pc:sldMk cId="617529628" sldId="1596"/>
        </pc:sldMkLst>
      </pc:sldChg>
      <pc:sldChg chg="del">
        <pc:chgData name="Aurelien Domont" userId="6da7715ce44349b3" providerId="LiveId" clId="{8C97B853-E239-49C0-A36B-A3F2C855C3BA}" dt="2023-11-02T05:26:32.510" v="1" actId="47"/>
        <pc:sldMkLst>
          <pc:docMk/>
          <pc:sldMk cId="238585634" sldId="1597"/>
        </pc:sldMkLst>
      </pc:sldChg>
      <pc:sldChg chg="del">
        <pc:chgData name="Aurelien Domont" userId="6da7715ce44349b3" providerId="LiveId" clId="{8C97B853-E239-49C0-A36B-A3F2C855C3BA}" dt="2023-11-02T05:26:32.510" v="1" actId="47"/>
        <pc:sldMkLst>
          <pc:docMk/>
          <pc:sldMk cId="2815671749" sldId="1601"/>
        </pc:sldMkLst>
      </pc:sldChg>
      <pc:sldChg chg="del">
        <pc:chgData name="Aurelien Domont" userId="6da7715ce44349b3" providerId="LiveId" clId="{8C97B853-E239-49C0-A36B-A3F2C855C3BA}" dt="2023-11-02T05:26:32.510" v="1" actId="47"/>
        <pc:sldMkLst>
          <pc:docMk/>
          <pc:sldMk cId="3921452590" sldId="1602"/>
        </pc:sldMkLst>
      </pc:sldChg>
      <pc:sldChg chg="add del">
        <pc:chgData name="Aurelien Domont" userId="6da7715ce44349b3" providerId="LiveId" clId="{8C97B853-E239-49C0-A36B-A3F2C855C3BA}" dt="2023-11-02T05:52:51.054" v="475"/>
        <pc:sldMkLst>
          <pc:docMk/>
          <pc:sldMk cId="203125793" sldId="1608"/>
        </pc:sldMkLst>
      </pc:sldChg>
      <pc:sldChg chg="addSp modSp add mod modClrScheme chgLayout">
        <pc:chgData name="Aurelien Domont" userId="6da7715ce44349b3" providerId="LiveId" clId="{8C97B853-E239-49C0-A36B-A3F2C855C3BA}" dt="2023-11-02T23:59:43.626" v="34030" actId="20577"/>
        <pc:sldMkLst>
          <pc:docMk/>
          <pc:sldMk cId="2644303535" sldId="1668"/>
        </pc:sldMkLst>
      </pc:sldChg>
      <pc:sldChg chg="del">
        <pc:chgData name="Aurelien Domont" userId="6da7715ce44349b3" providerId="LiveId" clId="{8C97B853-E239-49C0-A36B-A3F2C855C3BA}" dt="2023-11-02T05:26:32.510" v="1" actId="47"/>
        <pc:sldMkLst>
          <pc:docMk/>
          <pc:sldMk cId="3975128435" sldId="1765"/>
        </pc:sldMkLst>
      </pc:sldChg>
      <pc:sldChg chg="del">
        <pc:chgData name="Aurelien Domont" userId="6da7715ce44349b3" providerId="LiveId" clId="{8C97B853-E239-49C0-A36B-A3F2C855C3BA}" dt="2023-11-02T05:26:32.510" v="1" actId="47"/>
        <pc:sldMkLst>
          <pc:docMk/>
          <pc:sldMk cId="3598292899" sldId="1770"/>
        </pc:sldMkLst>
      </pc:sldChg>
      <pc:sldChg chg="del">
        <pc:chgData name="Aurelien Domont" userId="6da7715ce44349b3" providerId="LiveId" clId="{8C97B853-E239-49C0-A36B-A3F2C855C3BA}" dt="2023-11-02T05:26:32.510" v="1" actId="47"/>
        <pc:sldMkLst>
          <pc:docMk/>
          <pc:sldMk cId="1016381984" sldId="1771"/>
        </pc:sldMkLst>
      </pc:sldChg>
      <pc:sldChg chg="modSp add mod modClrScheme chgLayout">
        <pc:chgData name="Aurelien Domont" userId="6da7715ce44349b3" providerId="LiveId" clId="{8C97B853-E239-49C0-A36B-A3F2C855C3BA}" dt="2023-11-02T23:54:22.071" v="33957" actId="207"/>
        <pc:sldMkLst>
          <pc:docMk/>
          <pc:sldMk cId="3264366395" sldId="1955"/>
        </pc:sldMkLst>
      </pc:sldChg>
      <pc:sldChg chg="modSp add mod modClrScheme chgLayout">
        <pc:chgData name="Aurelien Domont" userId="6da7715ce44349b3" providerId="LiveId" clId="{8C97B853-E239-49C0-A36B-A3F2C855C3BA}" dt="2023-11-02T23:54:32.859" v="33962"/>
        <pc:sldMkLst>
          <pc:docMk/>
          <pc:sldMk cId="3045459513" sldId="1956"/>
        </pc:sldMkLst>
      </pc:sldChg>
      <pc:sldChg chg="modSp add mod modClrScheme chgLayout">
        <pc:chgData name="Aurelien Domont" userId="6da7715ce44349b3" providerId="LiveId" clId="{8C97B853-E239-49C0-A36B-A3F2C855C3BA}" dt="2023-11-02T06:39:17.770" v="23655" actId="208"/>
        <pc:sldMkLst>
          <pc:docMk/>
          <pc:sldMk cId="1026744296" sldId="1986"/>
        </pc:sldMkLst>
      </pc:sldChg>
      <pc:sldChg chg="modSp add mod modClrScheme chgLayout">
        <pc:chgData name="Aurelien Domont" userId="6da7715ce44349b3" providerId="LiveId" clId="{8C97B853-E239-49C0-A36B-A3F2C855C3BA}" dt="2023-11-02T23:59:15.802" v="34023"/>
        <pc:sldMkLst>
          <pc:docMk/>
          <pc:sldMk cId="2346025138" sldId="2155"/>
        </pc:sldMkLst>
      </pc:sldChg>
      <pc:sldChg chg="modSp add mod modClrScheme chgLayout">
        <pc:chgData name="Aurelien Domont" userId="6da7715ce44349b3" providerId="LiveId" clId="{8C97B853-E239-49C0-A36B-A3F2C855C3BA}" dt="2023-11-03T00:02:43.287" v="34112" actId="207"/>
        <pc:sldMkLst>
          <pc:docMk/>
          <pc:sldMk cId="1479295029" sldId="2156"/>
        </pc:sldMkLst>
      </pc:sldChg>
      <pc:sldChg chg="addSp delSp modSp add mod modClrScheme chgLayout">
        <pc:chgData name="Aurelien Domont" userId="6da7715ce44349b3" providerId="LiveId" clId="{8C97B853-E239-49C0-A36B-A3F2C855C3BA}" dt="2023-11-03T00:03:09.862" v="34133" actId="20577"/>
        <pc:sldMkLst>
          <pc:docMk/>
          <pc:sldMk cId="2678382071" sldId="2160"/>
        </pc:sldMkLst>
      </pc:sldChg>
      <pc:sldChg chg="addSp delSp modSp add mod modClrScheme chgLayout">
        <pc:chgData name="Aurelien Domont" userId="6da7715ce44349b3" providerId="LiveId" clId="{8C97B853-E239-49C0-A36B-A3F2C855C3BA}" dt="2023-11-03T00:00:21.652" v="34069" actId="20577"/>
        <pc:sldMkLst>
          <pc:docMk/>
          <pc:sldMk cId="1929697781" sldId="2171"/>
        </pc:sldMkLst>
      </pc:sldChg>
      <pc:sldChg chg="addSp delSp modSp add mod modClrScheme chgLayout">
        <pc:chgData name="Aurelien Domont" userId="6da7715ce44349b3" providerId="LiveId" clId="{8C97B853-E239-49C0-A36B-A3F2C855C3BA}" dt="2023-11-03T00:03:19.693" v="34152" actId="20577"/>
        <pc:sldMkLst>
          <pc:docMk/>
          <pc:sldMk cId="4258618140" sldId="2187"/>
        </pc:sldMkLst>
      </pc:sldChg>
      <pc:sldChg chg="del">
        <pc:chgData name="Aurelien Domont" userId="6da7715ce44349b3" providerId="LiveId" clId="{8C97B853-E239-49C0-A36B-A3F2C855C3BA}" dt="2023-11-02T05:26:32.510" v="1" actId="47"/>
        <pc:sldMkLst>
          <pc:docMk/>
          <pc:sldMk cId="506849499" sldId="2230"/>
        </pc:sldMkLst>
      </pc:sldChg>
      <pc:sldChg chg="del">
        <pc:chgData name="Aurelien Domont" userId="6da7715ce44349b3" providerId="LiveId" clId="{8C97B853-E239-49C0-A36B-A3F2C855C3BA}" dt="2023-11-02T05:26:32.510" v="1" actId="47"/>
        <pc:sldMkLst>
          <pc:docMk/>
          <pc:sldMk cId="679090537" sldId="2232"/>
        </pc:sldMkLst>
      </pc:sldChg>
      <pc:sldChg chg="del">
        <pc:chgData name="Aurelien Domont" userId="6da7715ce44349b3" providerId="LiveId" clId="{8C97B853-E239-49C0-A36B-A3F2C855C3BA}" dt="2023-11-02T05:26:32.510" v="1" actId="47"/>
        <pc:sldMkLst>
          <pc:docMk/>
          <pc:sldMk cId="2582080201" sldId="2233"/>
        </pc:sldMkLst>
      </pc:sldChg>
      <pc:sldChg chg="del">
        <pc:chgData name="Aurelien Domont" userId="6da7715ce44349b3" providerId="LiveId" clId="{8C97B853-E239-49C0-A36B-A3F2C855C3BA}" dt="2023-11-02T05:26:32.510" v="1" actId="47"/>
        <pc:sldMkLst>
          <pc:docMk/>
          <pc:sldMk cId="49722598" sldId="2239"/>
        </pc:sldMkLst>
      </pc:sldChg>
      <pc:sldChg chg="addSp delSp modSp add mod modClrScheme chgLayout">
        <pc:chgData name="Aurelien Domont" userId="6da7715ce44349b3" providerId="LiveId" clId="{8C97B853-E239-49C0-A36B-A3F2C855C3BA}" dt="2023-11-02T23:57:32.145" v="34011" actId="20577"/>
        <pc:sldMkLst>
          <pc:docMk/>
          <pc:sldMk cId="3763423627" sldId="2298"/>
        </pc:sldMkLst>
      </pc:sldChg>
      <pc:sldChg chg="del">
        <pc:chgData name="Aurelien Domont" userId="6da7715ce44349b3" providerId="LiveId" clId="{8C97B853-E239-49C0-A36B-A3F2C855C3BA}" dt="2023-11-02T05:26:32.510" v="1" actId="47"/>
        <pc:sldMkLst>
          <pc:docMk/>
          <pc:sldMk cId="4217328411" sldId="2309"/>
        </pc:sldMkLst>
      </pc:sldChg>
      <pc:sldChg chg="addSp delSp modSp add mod modClrScheme chgLayout">
        <pc:chgData name="Aurelien Domont" userId="6da7715ce44349b3" providerId="LiveId" clId="{8C97B853-E239-49C0-A36B-A3F2C855C3BA}" dt="2023-11-02T23:59:55.947" v="34048" actId="20577"/>
        <pc:sldMkLst>
          <pc:docMk/>
          <pc:sldMk cId="2929886259" sldId="2366"/>
        </pc:sldMkLst>
      </pc:sldChg>
      <pc:sldChg chg="del">
        <pc:chgData name="Aurelien Domont" userId="6da7715ce44349b3" providerId="LiveId" clId="{8C97B853-E239-49C0-A36B-A3F2C855C3BA}" dt="2023-11-02T05:26:32.510" v="1" actId="47"/>
        <pc:sldMkLst>
          <pc:docMk/>
          <pc:sldMk cId="2296584976" sldId="2369"/>
        </pc:sldMkLst>
      </pc:sldChg>
      <pc:sldChg chg="del">
        <pc:chgData name="Aurelien Domont" userId="6da7715ce44349b3" providerId="LiveId" clId="{8C97B853-E239-49C0-A36B-A3F2C855C3BA}" dt="2023-11-02T05:26:32.510" v="1" actId="47"/>
        <pc:sldMkLst>
          <pc:docMk/>
          <pc:sldMk cId="1928548891" sldId="2373"/>
        </pc:sldMkLst>
      </pc:sldChg>
      <pc:sldChg chg="del">
        <pc:chgData name="Aurelien Domont" userId="6da7715ce44349b3" providerId="LiveId" clId="{8C97B853-E239-49C0-A36B-A3F2C855C3BA}" dt="2023-11-02T05:26:32.510" v="1" actId="47"/>
        <pc:sldMkLst>
          <pc:docMk/>
          <pc:sldMk cId="2492306090" sldId="2374"/>
        </pc:sldMkLst>
      </pc:sldChg>
      <pc:sldChg chg="del">
        <pc:chgData name="Aurelien Domont" userId="6da7715ce44349b3" providerId="LiveId" clId="{8C97B853-E239-49C0-A36B-A3F2C855C3BA}" dt="2023-11-02T05:26:32.510" v="1" actId="47"/>
        <pc:sldMkLst>
          <pc:docMk/>
          <pc:sldMk cId="493744012" sldId="2375"/>
        </pc:sldMkLst>
      </pc:sldChg>
      <pc:sldChg chg="del">
        <pc:chgData name="Aurelien Domont" userId="6da7715ce44349b3" providerId="LiveId" clId="{8C97B853-E239-49C0-A36B-A3F2C855C3BA}" dt="2023-11-02T05:26:32.510" v="1" actId="47"/>
        <pc:sldMkLst>
          <pc:docMk/>
          <pc:sldMk cId="203396230" sldId="2376"/>
        </pc:sldMkLst>
      </pc:sldChg>
      <pc:sldChg chg="del">
        <pc:chgData name="Aurelien Domont" userId="6da7715ce44349b3" providerId="LiveId" clId="{8C97B853-E239-49C0-A36B-A3F2C855C3BA}" dt="2023-11-02T05:26:32.510" v="1" actId="47"/>
        <pc:sldMkLst>
          <pc:docMk/>
          <pc:sldMk cId="1312197685" sldId="2377"/>
        </pc:sldMkLst>
      </pc:sldChg>
      <pc:sldChg chg="del">
        <pc:chgData name="Aurelien Domont" userId="6da7715ce44349b3" providerId="LiveId" clId="{8C97B853-E239-49C0-A36B-A3F2C855C3BA}" dt="2023-11-02T05:26:32.510" v="1" actId="47"/>
        <pc:sldMkLst>
          <pc:docMk/>
          <pc:sldMk cId="1498667602" sldId="2378"/>
        </pc:sldMkLst>
      </pc:sldChg>
      <pc:sldChg chg="del">
        <pc:chgData name="Aurelien Domont" userId="6da7715ce44349b3" providerId="LiveId" clId="{8C97B853-E239-49C0-A36B-A3F2C855C3BA}" dt="2023-11-02T05:26:32.510" v="1" actId="47"/>
        <pc:sldMkLst>
          <pc:docMk/>
          <pc:sldMk cId="1242579437" sldId="2379"/>
        </pc:sldMkLst>
      </pc:sldChg>
      <pc:sldChg chg="del">
        <pc:chgData name="Aurelien Domont" userId="6da7715ce44349b3" providerId="LiveId" clId="{8C97B853-E239-49C0-A36B-A3F2C855C3BA}" dt="2023-11-02T05:26:32.510" v="1" actId="47"/>
        <pc:sldMkLst>
          <pc:docMk/>
          <pc:sldMk cId="584621125" sldId="2380"/>
        </pc:sldMkLst>
      </pc:sldChg>
      <pc:sldChg chg="del">
        <pc:chgData name="Aurelien Domont" userId="6da7715ce44349b3" providerId="LiveId" clId="{8C97B853-E239-49C0-A36B-A3F2C855C3BA}" dt="2023-11-02T05:26:32.510" v="1" actId="47"/>
        <pc:sldMkLst>
          <pc:docMk/>
          <pc:sldMk cId="3511330628" sldId="2381"/>
        </pc:sldMkLst>
      </pc:sldChg>
      <pc:sldChg chg="del">
        <pc:chgData name="Aurelien Domont" userId="6da7715ce44349b3" providerId="LiveId" clId="{8C97B853-E239-49C0-A36B-A3F2C855C3BA}" dt="2023-11-02T05:26:32.510" v="1" actId="47"/>
        <pc:sldMkLst>
          <pc:docMk/>
          <pc:sldMk cId="898378046" sldId="2382"/>
        </pc:sldMkLst>
      </pc:sldChg>
      <pc:sldChg chg="del">
        <pc:chgData name="Aurelien Domont" userId="6da7715ce44349b3" providerId="LiveId" clId="{8C97B853-E239-49C0-A36B-A3F2C855C3BA}" dt="2023-11-02T05:26:32.510" v="1" actId="47"/>
        <pc:sldMkLst>
          <pc:docMk/>
          <pc:sldMk cId="2133529293" sldId="2383"/>
        </pc:sldMkLst>
      </pc:sldChg>
      <pc:sldChg chg="del">
        <pc:chgData name="Aurelien Domont" userId="6da7715ce44349b3" providerId="LiveId" clId="{8C97B853-E239-49C0-A36B-A3F2C855C3BA}" dt="2023-11-02T05:26:32.510" v="1" actId="47"/>
        <pc:sldMkLst>
          <pc:docMk/>
          <pc:sldMk cId="3549256554" sldId="2388"/>
        </pc:sldMkLst>
      </pc:sldChg>
      <pc:sldChg chg="modSp add mod modClrScheme chgLayout">
        <pc:chgData name="Aurelien Domont" userId="6da7715ce44349b3" providerId="LiveId" clId="{8C97B853-E239-49C0-A36B-A3F2C855C3BA}" dt="2023-11-02T06:44:42.753" v="23664"/>
        <pc:sldMkLst>
          <pc:docMk/>
          <pc:sldMk cId="1873290227" sldId="2434"/>
        </pc:sldMkLst>
      </pc:sldChg>
      <pc:sldChg chg="modSp add mod modClrScheme chgLayout">
        <pc:chgData name="Aurelien Domont" userId="6da7715ce44349b3" providerId="LiveId" clId="{8C97B853-E239-49C0-A36B-A3F2C855C3BA}" dt="2023-11-02T06:44:42.753" v="23664"/>
        <pc:sldMkLst>
          <pc:docMk/>
          <pc:sldMk cId="433141511" sldId="2435"/>
        </pc:sldMkLst>
      </pc:sldChg>
      <pc:sldChg chg="modSp add mod modClrScheme chgLayout">
        <pc:chgData name="Aurelien Domont" userId="6da7715ce44349b3" providerId="LiveId" clId="{8C97B853-E239-49C0-A36B-A3F2C855C3BA}" dt="2023-11-02T06:46:10.887" v="23718" actId="207"/>
        <pc:sldMkLst>
          <pc:docMk/>
          <pc:sldMk cId="729151380" sldId="2436"/>
        </pc:sldMkLst>
      </pc:sldChg>
      <pc:sldChg chg="modSp add mod modClrScheme chgLayout">
        <pc:chgData name="Aurelien Domont" userId="6da7715ce44349b3" providerId="LiveId" clId="{8C97B853-E239-49C0-A36B-A3F2C855C3BA}" dt="2023-11-02T06:44:42.753" v="23664"/>
        <pc:sldMkLst>
          <pc:docMk/>
          <pc:sldMk cId="495242922" sldId="2437"/>
        </pc:sldMkLst>
      </pc:sldChg>
      <pc:sldChg chg="modSp add mod modClrScheme chgLayout">
        <pc:chgData name="Aurelien Domont" userId="6da7715ce44349b3" providerId="LiveId" clId="{8C97B853-E239-49C0-A36B-A3F2C855C3BA}" dt="2023-11-02T06:46:18.518" v="23719" actId="207"/>
        <pc:sldMkLst>
          <pc:docMk/>
          <pc:sldMk cId="118271412" sldId="2439"/>
        </pc:sldMkLst>
      </pc:sldChg>
      <pc:sldChg chg="modSp add mod modClrScheme chgLayout">
        <pc:chgData name="Aurelien Domont" userId="6da7715ce44349b3" providerId="LiveId" clId="{8C97B853-E239-49C0-A36B-A3F2C855C3BA}" dt="2023-11-02T06:39:26.431" v="23656" actId="207"/>
        <pc:sldMkLst>
          <pc:docMk/>
          <pc:sldMk cId="1405034369" sldId="2440"/>
        </pc:sldMkLst>
      </pc:sldChg>
      <pc:sldChg chg="modSp add mod modClrScheme chgLayout">
        <pc:chgData name="Aurelien Domont" userId="6da7715ce44349b3" providerId="LiveId" clId="{8C97B853-E239-49C0-A36B-A3F2C855C3BA}" dt="2023-11-02T06:44:42.753" v="23664"/>
        <pc:sldMkLst>
          <pc:docMk/>
          <pc:sldMk cId="2594125012" sldId="2441"/>
        </pc:sldMkLst>
      </pc:sldChg>
      <pc:sldChg chg="addSp delSp modSp add mod modClrScheme chgLayout">
        <pc:chgData name="Aurelien Domont" userId="6da7715ce44349b3" providerId="LiveId" clId="{8C97B853-E239-49C0-A36B-A3F2C855C3BA}" dt="2023-11-02T06:47:21.795" v="23740" actId="20577"/>
        <pc:sldMkLst>
          <pc:docMk/>
          <pc:sldMk cId="1457987928" sldId="2442"/>
        </pc:sldMkLst>
      </pc:sldChg>
      <pc:sldChg chg="addSp delSp modSp add mod modClrScheme chgLayout">
        <pc:chgData name="Aurelien Domont" userId="6da7715ce44349b3" providerId="LiveId" clId="{8C97B853-E239-49C0-A36B-A3F2C855C3BA}" dt="2023-11-03T00:00:54.362" v="34078" actId="20577"/>
        <pc:sldMkLst>
          <pc:docMk/>
          <pc:sldMk cId="1154909907" sldId="2443"/>
        </pc:sldMkLst>
      </pc:sldChg>
      <pc:sldChg chg="addSp delSp modSp add mod modClrScheme chgLayout">
        <pc:chgData name="Aurelien Domont" userId="6da7715ce44349b3" providerId="LiveId" clId="{8C97B853-E239-49C0-A36B-A3F2C855C3BA}" dt="2023-11-02T06:47:47.997" v="23760" actId="20577"/>
        <pc:sldMkLst>
          <pc:docMk/>
          <pc:sldMk cId="3801254905" sldId="2445"/>
        </pc:sldMkLst>
      </pc:sldChg>
      <pc:sldChg chg="addSp delSp modSp add mod modClrScheme chgLayout">
        <pc:chgData name="Aurelien Domont" userId="6da7715ce44349b3" providerId="LiveId" clId="{8C97B853-E239-49C0-A36B-A3F2C855C3BA}" dt="2023-11-02T06:47:53.872" v="23763" actId="20577"/>
        <pc:sldMkLst>
          <pc:docMk/>
          <pc:sldMk cId="967848613" sldId="2446"/>
        </pc:sldMkLst>
      </pc:sldChg>
      <pc:sldChg chg="addSp delSp modSp add mod modClrScheme chgLayout">
        <pc:chgData name="Aurelien Domont" userId="6da7715ce44349b3" providerId="LiveId" clId="{8C97B853-E239-49C0-A36B-A3F2C855C3BA}" dt="2023-11-02T06:47:58.977" v="23767" actId="20577"/>
        <pc:sldMkLst>
          <pc:docMk/>
          <pc:sldMk cId="526972999" sldId="2447"/>
        </pc:sldMkLst>
      </pc:sldChg>
      <pc:sldChg chg="addSp delSp modSp add mod modClrScheme chgLayout">
        <pc:chgData name="Aurelien Domont" userId="6da7715ce44349b3" providerId="LiveId" clId="{8C97B853-E239-49C0-A36B-A3F2C855C3BA}" dt="2023-11-02T06:48:26.232" v="23790" actId="1076"/>
        <pc:sldMkLst>
          <pc:docMk/>
          <pc:sldMk cId="351239133" sldId="2448"/>
        </pc:sldMkLst>
      </pc:sldChg>
      <pc:sldChg chg="addSp delSp modSp add mod modClrScheme chgLayout">
        <pc:chgData name="Aurelien Domont" userId="6da7715ce44349b3" providerId="LiveId" clId="{8C97B853-E239-49C0-A36B-A3F2C855C3BA}" dt="2023-11-02T06:48:05.292" v="23771" actId="20577"/>
        <pc:sldMkLst>
          <pc:docMk/>
          <pc:sldMk cId="3917879965" sldId="2449"/>
        </pc:sldMkLst>
      </pc:sldChg>
      <pc:sldChg chg="addSp delSp modSp add mod modClrScheme chgLayout">
        <pc:chgData name="Aurelien Domont" userId="6da7715ce44349b3" providerId="LiveId" clId="{8C97B853-E239-49C0-A36B-A3F2C855C3BA}" dt="2023-11-02T06:48:10.332" v="23775" actId="20577"/>
        <pc:sldMkLst>
          <pc:docMk/>
          <pc:sldMk cId="3554794133" sldId="2450"/>
        </pc:sldMkLst>
      </pc:sldChg>
      <pc:sldChg chg="modSp add mod modClrScheme chgLayout">
        <pc:chgData name="Aurelien Domont" userId="6da7715ce44349b3" providerId="LiveId" clId="{8C97B853-E239-49C0-A36B-A3F2C855C3BA}" dt="2023-11-02T06:44:42.753" v="23664"/>
        <pc:sldMkLst>
          <pc:docMk/>
          <pc:sldMk cId="2457909485" sldId="2451"/>
        </pc:sldMkLst>
      </pc:sldChg>
      <pc:sldChg chg="addSp delSp modSp add mod modClrScheme chgLayout">
        <pc:chgData name="Aurelien Domont" userId="6da7715ce44349b3" providerId="LiveId" clId="{8C97B853-E239-49C0-A36B-A3F2C855C3BA}" dt="2023-11-02T06:49:21.899" v="23812" actId="20577"/>
        <pc:sldMkLst>
          <pc:docMk/>
          <pc:sldMk cId="3397914777" sldId="2452"/>
        </pc:sldMkLst>
      </pc:sldChg>
      <pc:sldChg chg="addSp delSp modSp add mod modClrScheme chgLayout">
        <pc:chgData name="Aurelien Domont" userId="6da7715ce44349b3" providerId="LiveId" clId="{8C97B853-E239-49C0-A36B-A3F2C855C3BA}" dt="2023-11-02T06:49:29.364" v="23815" actId="20577"/>
        <pc:sldMkLst>
          <pc:docMk/>
          <pc:sldMk cId="3130875905" sldId="2453"/>
        </pc:sldMkLst>
      </pc:sldChg>
      <pc:sldChg chg="del">
        <pc:chgData name="Aurelien Domont" userId="6da7715ce44349b3" providerId="LiveId" clId="{8C97B853-E239-49C0-A36B-A3F2C855C3BA}" dt="2023-11-02T05:26:32.510" v="1" actId="47"/>
        <pc:sldMkLst>
          <pc:docMk/>
          <pc:sldMk cId="166377701" sldId="2454"/>
        </pc:sldMkLst>
      </pc:sldChg>
      <pc:sldChg chg="addSp delSp modSp add mod modClrScheme chgLayout">
        <pc:chgData name="Aurelien Domont" userId="6da7715ce44349b3" providerId="LiveId" clId="{8C97B853-E239-49C0-A36B-A3F2C855C3BA}" dt="2023-11-02T06:49:56.268" v="23837" actId="20577"/>
        <pc:sldMkLst>
          <pc:docMk/>
          <pc:sldMk cId="1143051604" sldId="2454"/>
        </pc:sldMkLst>
      </pc:sldChg>
      <pc:sldChg chg="modSp add mod modClrScheme chgLayout">
        <pc:chgData name="Aurelien Domont" userId="6da7715ce44349b3" providerId="LiveId" clId="{8C97B853-E239-49C0-A36B-A3F2C855C3BA}" dt="2023-11-02T06:45:59.830" v="23717"/>
        <pc:sldMkLst>
          <pc:docMk/>
          <pc:sldMk cId="1545824460" sldId="2455"/>
        </pc:sldMkLst>
      </pc:sldChg>
      <pc:sldChg chg="del">
        <pc:chgData name="Aurelien Domont" userId="6da7715ce44349b3" providerId="LiveId" clId="{8C97B853-E239-49C0-A36B-A3F2C855C3BA}" dt="2023-11-02T05:26:32.510" v="1" actId="47"/>
        <pc:sldMkLst>
          <pc:docMk/>
          <pc:sldMk cId="3176549573" sldId="2455"/>
        </pc:sldMkLst>
      </pc:sldChg>
      <pc:sldChg chg="del">
        <pc:chgData name="Aurelien Domont" userId="6da7715ce44349b3" providerId="LiveId" clId="{8C97B853-E239-49C0-A36B-A3F2C855C3BA}" dt="2023-11-02T05:26:32.510" v="1" actId="47"/>
        <pc:sldMkLst>
          <pc:docMk/>
          <pc:sldMk cId="970498837" sldId="2457"/>
        </pc:sldMkLst>
      </pc:sldChg>
      <pc:sldChg chg="del">
        <pc:chgData name="Aurelien Domont" userId="6da7715ce44349b3" providerId="LiveId" clId="{8C97B853-E239-49C0-A36B-A3F2C855C3BA}" dt="2023-11-02T05:26:32.510" v="1" actId="47"/>
        <pc:sldMkLst>
          <pc:docMk/>
          <pc:sldMk cId="803861103" sldId="2458"/>
        </pc:sldMkLst>
      </pc:sldChg>
      <pc:sldChg chg="del">
        <pc:chgData name="Aurelien Domont" userId="6da7715ce44349b3" providerId="LiveId" clId="{8C97B853-E239-49C0-A36B-A3F2C855C3BA}" dt="2023-11-02T05:26:32.510" v="1" actId="47"/>
        <pc:sldMkLst>
          <pc:docMk/>
          <pc:sldMk cId="992589810" sldId="2459"/>
        </pc:sldMkLst>
      </pc:sldChg>
      <pc:sldChg chg="del">
        <pc:chgData name="Aurelien Domont" userId="6da7715ce44349b3" providerId="LiveId" clId="{8C97B853-E239-49C0-A36B-A3F2C855C3BA}" dt="2023-11-02T05:26:32.510" v="1" actId="47"/>
        <pc:sldMkLst>
          <pc:docMk/>
          <pc:sldMk cId="4176761263" sldId="2475"/>
        </pc:sldMkLst>
      </pc:sldChg>
      <pc:sldChg chg="del">
        <pc:chgData name="Aurelien Domont" userId="6da7715ce44349b3" providerId="LiveId" clId="{8C97B853-E239-49C0-A36B-A3F2C855C3BA}" dt="2023-11-02T05:26:32.510" v="1" actId="47"/>
        <pc:sldMkLst>
          <pc:docMk/>
          <pc:sldMk cId="1119971175" sldId="2476"/>
        </pc:sldMkLst>
      </pc:sldChg>
      <pc:sldChg chg="modSp add mod modClrScheme chgLayout">
        <pc:chgData name="Aurelien Domont" userId="6da7715ce44349b3" providerId="LiveId" clId="{8C97B853-E239-49C0-A36B-A3F2C855C3BA}" dt="2023-11-02T23:40:39.100" v="24543"/>
        <pc:sldMkLst>
          <pc:docMk/>
          <pc:sldMk cId="3190274426" sldId="2483"/>
        </pc:sldMkLst>
      </pc:sldChg>
      <pc:sldChg chg="del">
        <pc:chgData name="Aurelien Domont" userId="6da7715ce44349b3" providerId="LiveId" clId="{8C97B853-E239-49C0-A36B-A3F2C855C3BA}" dt="2023-11-02T05:26:32.510" v="1" actId="47"/>
        <pc:sldMkLst>
          <pc:docMk/>
          <pc:sldMk cId="3242661849" sldId="2483"/>
        </pc:sldMkLst>
      </pc:sldChg>
      <pc:sldChg chg="modSp add mod modClrScheme chgLayout">
        <pc:chgData name="Aurelien Domont" userId="6da7715ce44349b3" providerId="LiveId" clId="{8C97B853-E239-49C0-A36B-A3F2C855C3BA}" dt="2023-11-02T23:39:22.689" v="24423"/>
        <pc:sldMkLst>
          <pc:docMk/>
          <pc:sldMk cId="493024874" sldId="2484"/>
        </pc:sldMkLst>
      </pc:sldChg>
      <pc:sldChg chg="del">
        <pc:chgData name="Aurelien Domont" userId="6da7715ce44349b3" providerId="LiveId" clId="{8C97B853-E239-49C0-A36B-A3F2C855C3BA}" dt="2023-11-02T05:26:32.510" v="1" actId="47"/>
        <pc:sldMkLst>
          <pc:docMk/>
          <pc:sldMk cId="2217564965" sldId="2484"/>
        </pc:sldMkLst>
      </pc:sldChg>
      <pc:sldChg chg="del">
        <pc:chgData name="Aurelien Domont" userId="6da7715ce44349b3" providerId="LiveId" clId="{8C97B853-E239-49C0-A36B-A3F2C855C3BA}" dt="2023-11-02T05:26:32.510" v="1" actId="47"/>
        <pc:sldMkLst>
          <pc:docMk/>
          <pc:sldMk cId="3632457605" sldId="2485"/>
        </pc:sldMkLst>
      </pc:sldChg>
      <pc:sldChg chg="del">
        <pc:chgData name="Aurelien Domont" userId="6da7715ce44349b3" providerId="LiveId" clId="{8C97B853-E239-49C0-A36B-A3F2C855C3BA}" dt="2023-11-02T05:26:32.510" v="1" actId="47"/>
        <pc:sldMkLst>
          <pc:docMk/>
          <pc:sldMk cId="1593716134" sldId="2486"/>
        </pc:sldMkLst>
      </pc:sldChg>
      <pc:sldChg chg="modSp add mod modClrScheme chgLayout">
        <pc:chgData name="Aurelien Domont" userId="6da7715ce44349b3" providerId="LiveId" clId="{8C97B853-E239-49C0-A36B-A3F2C855C3BA}" dt="2023-11-02T23:40:56.827" v="24545" actId="207"/>
        <pc:sldMkLst>
          <pc:docMk/>
          <pc:sldMk cId="2959284277" sldId="2486"/>
        </pc:sldMkLst>
      </pc:sldChg>
      <pc:sldChg chg="del">
        <pc:chgData name="Aurelien Domont" userId="6da7715ce44349b3" providerId="LiveId" clId="{8C97B853-E239-49C0-A36B-A3F2C855C3BA}" dt="2023-11-02T05:26:32.510" v="1" actId="47"/>
        <pc:sldMkLst>
          <pc:docMk/>
          <pc:sldMk cId="1423870740" sldId="2487"/>
        </pc:sldMkLst>
      </pc:sldChg>
      <pc:sldChg chg="addSp modSp add mod modClrScheme chgLayout">
        <pc:chgData name="Aurelien Domont" userId="6da7715ce44349b3" providerId="LiveId" clId="{8C97B853-E239-49C0-A36B-A3F2C855C3BA}" dt="2023-11-02T23:41:20.602" v="24546"/>
        <pc:sldMkLst>
          <pc:docMk/>
          <pc:sldMk cId="1599046706" sldId="2487"/>
        </pc:sldMkLst>
      </pc:sldChg>
      <pc:sldChg chg="addSp delSp modSp add mod modClrScheme chgLayout">
        <pc:chgData name="Aurelien Domont" userId="6da7715ce44349b3" providerId="LiveId" clId="{8C97B853-E239-49C0-A36B-A3F2C855C3BA}" dt="2023-11-02T23:41:26.744" v="24550" actId="20577"/>
        <pc:sldMkLst>
          <pc:docMk/>
          <pc:sldMk cId="3266331645" sldId="2488"/>
        </pc:sldMkLst>
      </pc:sldChg>
      <pc:sldChg chg="del">
        <pc:chgData name="Aurelien Domont" userId="6da7715ce44349b3" providerId="LiveId" clId="{8C97B853-E239-49C0-A36B-A3F2C855C3BA}" dt="2023-11-02T05:26:32.510" v="1" actId="47"/>
        <pc:sldMkLst>
          <pc:docMk/>
          <pc:sldMk cId="4286225032" sldId="2488"/>
        </pc:sldMkLst>
      </pc:sldChg>
      <pc:sldChg chg="del">
        <pc:chgData name="Aurelien Domont" userId="6da7715ce44349b3" providerId="LiveId" clId="{8C97B853-E239-49C0-A36B-A3F2C855C3BA}" dt="2023-11-02T05:26:32.510" v="1" actId="47"/>
        <pc:sldMkLst>
          <pc:docMk/>
          <pc:sldMk cId="3340023768" sldId="2489"/>
        </pc:sldMkLst>
      </pc:sldChg>
      <pc:sldChg chg="addSp delSp modSp add mod modClrScheme chgLayout">
        <pc:chgData name="Aurelien Domont" userId="6da7715ce44349b3" providerId="LiveId" clId="{8C97B853-E239-49C0-A36B-A3F2C855C3BA}" dt="2023-11-02T23:41:35.830" v="24554" actId="20577"/>
        <pc:sldMkLst>
          <pc:docMk/>
          <pc:sldMk cId="3386949350" sldId="2489"/>
        </pc:sldMkLst>
      </pc:sldChg>
      <pc:sldChg chg="del">
        <pc:chgData name="Aurelien Domont" userId="6da7715ce44349b3" providerId="LiveId" clId="{8C97B853-E239-49C0-A36B-A3F2C855C3BA}" dt="2023-11-02T05:26:32.510" v="1" actId="47"/>
        <pc:sldMkLst>
          <pc:docMk/>
          <pc:sldMk cId="4008791961" sldId="2490"/>
        </pc:sldMkLst>
      </pc:sldChg>
      <pc:sldChg chg="del">
        <pc:chgData name="Aurelien Domont" userId="6da7715ce44349b3" providerId="LiveId" clId="{8C97B853-E239-49C0-A36B-A3F2C855C3BA}" dt="2023-11-02T05:26:32.510" v="1" actId="47"/>
        <pc:sldMkLst>
          <pc:docMk/>
          <pc:sldMk cId="2600916511" sldId="2495"/>
        </pc:sldMkLst>
      </pc:sldChg>
      <pc:sldChg chg="modSp add mod modClrScheme chgLayout">
        <pc:chgData name="Aurelien Domont" userId="6da7715ce44349b3" providerId="LiveId" clId="{8C97B853-E239-49C0-A36B-A3F2C855C3BA}" dt="2023-11-02T05:43:06.380" v="241"/>
        <pc:sldMkLst>
          <pc:docMk/>
          <pc:sldMk cId="3457892389" sldId="2496"/>
        </pc:sldMkLst>
      </pc:sldChg>
      <pc:sldChg chg="addSp delSp modSp add mod modClrScheme chgLayout">
        <pc:chgData name="Aurelien Domont" userId="6da7715ce44349b3" providerId="LiveId" clId="{8C97B853-E239-49C0-A36B-A3F2C855C3BA}" dt="2023-11-02T06:38:40.835" v="23650" actId="113"/>
        <pc:sldMkLst>
          <pc:docMk/>
          <pc:sldMk cId="3548391786" sldId="2500"/>
        </pc:sldMkLst>
      </pc:sldChg>
      <pc:sldChg chg="modSp add del mod modClrScheme chgLayout">
        <pc:chgData name="Aurelien Domont" userId="6da7715ce44349b3" providerId="LiveId" clId="{8C97B853-E239-49C0-A36B-A3F2C855C3BA}" dt="2023-11-02T06:38:47.636" v="23652" actId="47"/>
        <pc:sldMkLst>
          <pc:docMk/>
          <pc:sldMk cId="3810487551" sldId="2501"/>
        </pc:sldMkLst>
      </pc:sldChg>
      <pc:sldChg chg="addSp modSp add mod modClrScheme chgLayout">
        <pc:chgData name="Aurelien Domont" userId="6da7715ce44349b3" providerId="LiveId" clId="{8C97B853-E239-49C0-A36B-A3F2C855C3BA}" dt="2023-11-02T05:38:46.844" v="59" actId="20577"/>
        <pc:sldMkLst>
          <pc:docMk/>
          <pc:sldMk cId="1378182528" sldId="2512"/>
        </pc:sldMkLst>
      </pc:sldChg>
      <pc:sldChg chg="addSp modSp add mod modClrScheme chgLayout">
        <pc:chgData name="Aurelien Domont" userId="6da7715ce44349b3" providerId="LiveId" clId="{8C97B853-E239-49C0-A36B-A3F2C855C3BA}" dt="2023-11-02T05:38:34.162" v="41"/>
        <pc:sldMkLst>
          <pc:docMk/>
          <pc:sldMk cId="1148856858" sldId="2517"/>
        </pc:sldMkLst>
      </pc:sldChg>
      <pc:sldChg chg="addSp delSp modSp add mod modClrScheme chgLayout">
        <pc:chgData name="Aurelien Domont" userId="6da7715ce44349b3" providerId="LiveId" clId="{8C97B853-E239-49C0-A36B-A3F2C855C3BA}" dt="2023-11-02T05:43:58.346" v="285"/>
        <pc:sldMkLst>
          <pc:docMk/>
          <pc:sldMk cId="3896093903" sldId="2518"/>
        </pc:sldMkLst>
      </pc:sldChg>
      <pc:sldChg chg="addSp delSp modSp add mod modClrScheme chgLayout">
        <pc:chgData name="Aurelien Domont" userId="6da7715ce44349b3" providerId="LiveId" clId="{8C97B853-E239-49C0-A36B-A3F2C855C3BA}" dt="2023-11-02T05:51:55.965" v="463" actId="20577"/>
        <pc:sldMkLst>
          <pc:docMk/>
          <pc:sldMk cId="191942563" sldId="2519"/>
        </pc:sldMkLst>
      </pc:sldChg>
      <pc:sldChg chg="addSp modSp add mod modClrScheme chgLayout">
        <pc:chgData name="Aurelien Domont" userId="6da7715ce44349b3" providerId="LiveId" clId="{8C97B853-E239-49C0-A36B-A3F2C855C3BA}" dt="2023-11-02T05:52:14.742" v="464" actId="313"/>
        <pc:sldMkLst>
          <pc:docMk/>
          <pc:sldMk cId="3376456613" sldId="2520"/>
        </pc:sldMkLst>
      </pc:sldChg>
      <pc:sldChg chg="addSp modSp add mod modClrScheme chgLayout">
        <pc:chgData name="Aurelien Domont" userId="6da7715ce44349b3" providerId="LiveId" clId="{8C97B853-E239-49C0-A36B-A3F2C855C3BA}" dt="2023-11-02T05:52:15.683" v="465" actId="313"/>
        <pc:sldMkLst>
          <pc:docMk/>
          <pc:sldMk cId="1139254451" sldId="2521"/>
        </pc:sldMkLst>
      </pc:sldChg>
      <pc:sldChg chg="addSp modSp add mod modClrScheme chgLayout">
        <pc:chgData name="Aurelien Domont" userId="6da7715ce44349b3" providerId="LiveId" clId="{8C97B853-E239-49C0-A36B-A3F2C855C3BA}" dt="2023-11-02T05:52:16.233" v="466" actId="313"/>
        <pc:sldMkLst>
          <pc:docMk/>
          <pc:sldMk cId="2291360483" sldId="2523"/>
        </pc:sldMkLst>
      </pc:sldChg>
      <pc:sldChg chg="addSp modSp add mod modClrScheme chgLayout">
        <pc:chgData name="Aurelien Domont" userId="6da7715ce44349b3" providerId="LiveId" clId="{8C97B853-E239-49C0-A36B-A3F2C855C3BA}" dt="2023-11-02T05:39:00.254" v="64"/>
        <pc:sldMkLst>
          <pc:docMk/>
          <pc:sldMk cId="1276071411" sldId="2524"/>
        </pc:sldMkLst>
      </pc:sldChg>
      <pc:sldChg chg="modSp add mod modClrScheme chgLayout">
        <pc:chgData name="Aurelien Domont" userId="6da7715ce44349b3" providerId="LiveId" clId="{8C97B853-E239-49C0-A36B-A3F2C855C3BA}" dt="2023-11-02T05:43:12.913" v="271"/>
        <pc:sldMkLst>
          <pc:docMk/>
          <pc:sldMk cId="756767282" sldId="2525"/>
        </pc:sldMkLst>
      </pc:sldChg>
      <pc:sldChg chg="del">
        <pc:chgData name="Aurelien Domont" userId="6da7715ce44349b3" providerId="LiveId" clId="{8C97B853-E239-49C0-A36B-A3F2C855C3BA}" dt="2023-11-02T05:26:32.510" v="1" actId="47"/>
        <pc:sldMkLst>
          <pc:docMk/>
          <pc:sldMk cId="1786857634" sldId="2554"/>
        </pc:sldMkLst>
      </pc:sldChg>
      <pc:sldChg chg="addSp delSp modSp mod">
        <pc:chgData name="Aurelien Domont" userId="6da7715ce44349b3" providerId="LiveId" clId="{8C97B853-E239-49C0-A36B-A3F2C855C3BA}" dt="2023-11-03T00:02:06.974" v="34100" actId="207"/>
        <pc:sldMkLst>
          <pc:docMk/>
          <pc:sldMk cId="1254545715" sldId="2558"/>
        </pc:sldMkLst>
      </pc:sldChg>
      <pc:sldChg chg="addSp delSp modSp new add mod">
        <pc:chgData name="Aurelien Domont" userId="6da7715ce44349b3" providerId="LiveId" clId="{8C97B853-E239-49C0-A36B-A3F2C855C3BA}" dt="2023-11-02T05:51:38.680" v="456" actId="20577"/>
        <pc:sldMkLst>
          <pc:docMk/>
          <pc:sldMk cId="3556512680" sldId="2559"/>
        </pc:sldMkLst>
      </pc:sldChg>
      <pc:sldChg chg="del">
        <pc:chgData name="Aurelien Domont" userId="6da7715ce44349b3" providerId="LiveId" clId="{8C97B853-E239-49C0-A36B-A3F2C855C3BA}" dt="2023-11-02T05:26:32.510" v="1" actId="47"/>
        <pc:sldMkLst>
          <pc:docMk/>
          <pc:sldMk cId="3863720882" sldId="2559"/>
        </pc:sldMkLst>
      </pc:sldChg>
      <pc:sldChg chg="del">
        <pc:chgData name="Aurelien Domont" userId="6da7715ce44349b3" providerId="LiveId" clId="{8C97B853-E239-49C0-A36B-A3F2C855C3BA}" dt="2023-11-02T05:26:32.510" v="1" actId="47"/>
        <pc:sldMkLst>
          <pc:docMk/>
          <pc:sldMk cId="2683938910" sldId="2560"/>
        </pc:sldMkLst>
      </pc:sldChg>
      <pc:sldChg chg="modSp add mod">
        <pc:chgData name="Aurelien Domont" userId="6da7715ce44349b3" providerId="LiveId" clId="{8C97B853-E239-49C0-A36B-A3F2C855C3BA}" dt="2023-11-02T05:40:04.011" v="77" actId="207"/>
        <pc:sldMkLst>
          <pc:docMk/>
          <pc:sldMk cId="3543024021" sldId="2560"/>
        </pc:sldMkLst>
      </pc:sldChg>
      <pc:sldChg chg="add">
        <pc:chgData name="Aurelien Domont" userId="6da7715ce44349b3" providerId="LiveId" clId="{8C97B853-E239-49C0-A36B-A3F2C855C3BA}" dt="2023-11-02T05:43:15.083" v="272"/>
        <pc:sldMkLst>
          <pc:docMk/>
          <pc:sldMk cId="1405253810" sldId="2561"/>
        </pc:sldMkLst>
      </pc:sldChg>
      <pc:sldChg chg="modSp add del mod">
        <pc:chgData name="Aurelien Domont" userId="6da7715ce44349b3" providerId="LiveId" clId="{8C97B853-E239-49C0-A36B-A3F2C855C3BA}" dt="2023-11-02T05:42:38.515" v="227" actId="2696"/>
        <pc:sldMkLst>
          <pc:docMk/>
          <pc:sldMk cId="1589096457" sldId="2561"/>
        </pc:sldMkLst>
      </pc:sldChg>
      <pc:sldChg chg="del">
        <pc:chgData name="Aurelien Domont" userId="6da7715ce44349b3" providerId="LiveId" clId="{8C97B853-E239-49C0-A36B-A3F2C855C3BA}" dt="2023-11-02T05:26:32.510" v="1" actId="47"/>
        <pc:sldMkLst>
          <pc:docMk/>
          <pc:sldMk cId="3518363986" sldId="2561"/>
        </pc:sldMkLst>
      </pc:sldChg>
      <pc:sldChg chg="addSp delSp modSp add mod">
        <pc:chgData name="Aurelien Domont" userId="6da7715ce44349b3" providerId="LiveId" clId="{8C97B853-E239-49C0-A36B-A3F2C855C3BA}" dt="2023-11-02T05:52:16.705" v="467" actId="313"/>
        <pc:sldMkLst>
          <pc:docMk/>
          <pc:sldMk cId="308615889" sldId="2562"/>
        </pc:sldMkLst>
      </pc:sldChg>
      <pc:sldChg chg="del">
        <pc:chgData name="Aurelien Domont" userId="6da7715ce44349b3" providerId="LiveId" clId="{8C97B853-E239-49C0-A36B-A3F2C855C3BA}" dt="2023-11-02T05:26:32.510" v="1" actId="47"/>
        <pc:sldMkLst>
          <pc:docMk/>
          <pc:sldMk cId="1328775880" sldId="2562"/>
        </pc:sldMkLst>
      </pc:sldChg>
      <pc:sldChg chg="del">
        <pc:chgData name="Aurelien Domont" userId="6da7715ce44349b3" providerId="LiveId" clId="{8C97B853-E239-49C0-A36B-A3F2C855C3BA}" dt="2023-11-02T05:26:32.510" v="1" actId="47"/>
        <pc:sldMkLst>
          <pc:docMk/>
          <pc:sldMk cId="2958219566" sldId="2563"/>
        </pc:sldMkLst>
      </pc:sldChg>
      <pc:sldChg chg="addSp modSp add mod">
        <pc:chgData name="Aurelien Domont" userId="6da7715ce44349b3" providerId="LiveId" clId="{8C97B853-E239-49C0-A36B-A3F2C855C3BA}" dt="2023-11-02T05:52:17.209" v="468" actId="313"/>
        <pc:sldMkLst>
          <pc:docMk/>
          <pc:sldMk cId="3576432030" sldId="2563"/>
        </pc:sldMkLst>
      </pc:sldChg>
      <pc:sldChg chg="addSp modSp add mod">
        <pc:chgData name="Aurelien Domont" userId="6da7715ce44349b3" providerId="LiveId" clId="{8C97B853-E239-49C0-A36B-A3F2C855C3BA}" dt="2023-11-02T05:52:17.710" v="469" actId="313"/>
        <pc:sldMkLst>
          <pc:docMk/>
          <pc:sldMk cId="2374931211" sldId="2564"/>
        </pc:sldMkLst>
      </pc:sldChg>
      <pc:sldChg chg="del">
        <pc:chgData name="Aurelien Domont" userId="6da7715ce44349b3" providerId="LiveId" clId="{8C97B853-E239-49C0-A36B-A3F2C855C3BA}" dt="2023-11-02T05:26:32.510" v="1" actId="47"/>
        <pc:sldMkLst>
          <pc:docMk/>
          <pc:sldMk cId="3031063989" sldId="2564"/>
        </pc:sldMkLst>
      </pc:sldChg>
      <pc:sldChg chg="addSp modSp add mod">
        <pc:chgData name="Aurelien Domont" userId="6da7715ce44349b3" providerId="LiveId" clId="{8C97B853-E239-49C0-A36B-A3F2C855C3BA}" dt="2023-11-02T05:52:18.274" v="470" actId="313"/>
        <pc:sldMkLst>
          <pc:docMk/>
          <pc:sldMk cId="551571960" sldId="2565"/>
        </pc:sldMkLst>
      </pc:sldChg>
      <pc:sldChg chg="del">
        <pc:chgData name="Aurelien Domont" userId="6da7715ce44349b3" providerId="LiveId" clId="{8C97B853-E239-49C0-A36B-A3F2C855C3BA}" dt="2023-11-02T05:26:32.510" v="1" actId="47"/>
        <pc:sldMkLst>
          <pc:docMk/>
          <pc:sldMk cId="709896700" sldId="2565"/>
        </pc:sldMkLst>
      </pc:sldChg>
      <pc:sldChg chg="del">
        <pc:chgData name="Aurelien Domont" userId="6da7715ce44349b3" providerId="LiveId" clId="{8C97B853-E239-49C0-A36B-A3F2C855C3BA}" dt="2023-11-02T05:26:32.510" v="1" actId="47"/>
        <pc:sldMkLst>
          <pc:docMk/>
          <pc:sldMk cId="2827524245" sldId="2566"/>
        </pc:sldMkLst>
      </pc:sldChg>
      <pc:sldChg chg="addSp delSp modSp add mod">
        <pc:chgData name="Aurelien Domont" userId="6da7715ce44349b3" providerId="LiveId" clId="{8C97B853-E239-49C0-A36B-A3F2C855C3BA}" dt="2023-11-02T05:52:19.263" v="471" actId="313"/>
        <pc:sldMkLst>
          <pc:docMk/>
          <pc:sldMk cId="3582809319" sldId="2566"/>
        </pc:sldMkLst>
      </pc:sldChg>
      <pc:sldChg chg="addSp delSp modSp add mod">
        <pc:chgData name="Aurelien Domont" userId="6da7715ce44349b3" providerId="LiveId" clId="{8C97B853-E239-49C0-A36B-A3F2C855C3BA}" dt="2023-11-02T23:44:20.223" v="24585" actId="20577"/>
        <pc:sldMkLst>
          <pc:docMk/>
          <pc:sldMk cId="2891423568" sldId="2567"/>
        </pc:sldMkLst>
      </pc:sldChg>
      <pc:sldChg chg="del">
        <pc:chgData name="Aurelien Domont" userId="6da7715ce44349b3" providerId="LiveId" clId="{8C97B853-E239-49C0-A36B-A3F2C855C3BA}" dt="2023-11-02T05:26:32.510" v="1" actId="47"/>
        <pc:sldMkLst>
          <pc:docMk/>
          <pc:sldMk cId="3157727741" sldId="2567"/>
        </pc:sldMkLst>
      </pc:sldChg>
      <pc:sldChg chg="del">
        <pc:chgData name="Aurelien Domont" userId="6da7715ce44349b3" providerId="LiveId" clId="{8C97B853-E239-49C0-A36B-A3F2C855C3BA}" dt="2023-11-02T05:26:32.510" v="1" actId="47"/>
        <pc:sldMkLst>
          <pc:docMk/>
          <pc:sldMk cId="3316376722" sldId="2568"/>
        </pc:sldMkLst>
      </pc:sldChg>
      <pc:sldChg chg="addSp delSp modSp add mod">
        <pc:chgData name="Aurelien Domont" userId="6da7715ce44349b3" providerId="LiveId" clId="{8C97B853-E239-49C0-A36B-A3F2C855C3BA}" dt="2023-11-02T23:44:16.528" v="24583" actId="20577"/>
        <pc:sldMkLst>
          <pc:docMk/>
          <pc:sldMk cId="3903418997" sldId="2568"/>
        </pc:sldMkLst>
      </pc:sldChg>
      <pc:sldChg chg="addSp modSp add mod">
        <pc:chgData name="Aurelien Domont" userId="6da7715ce44349b3" providerId="LiveId" clId="{8C97B853-E239-49C0-A36B-A3F2C855C3BA}" dt="2023-11-02T23:44:34.527" v="24598" actId="20577"/>
        <pc:sldMkLst>
          <pc:docMk/>
          <pc:sldMk cId="2009755545" sldId="2569"/>
        </pc:sldMkLst>
      </pc:sldChg>
      <pc:sldChg chg="del">
        <pc:chgData name="Aurelien Domont" userId="6da7715ce44349b3" providerId="LiveId" clId="{8C97B853-E239-49C0-A36B-A3F2C855C3BA}" dt="2023-11-02T05:26:32.510" v="1" actId="47"/>
        <pc:sldMkLst>
          <pc:docMk/>
          <pc:sldMk cId="3064932023" sldId="2569"/>
        </pc:sldMkLst>
      </pc:sldChg>
      <pc:sldChg chg="addSp modSp add mod">
        <pc:chgData name="Aurelien Domont" userId="6da7715ce44349b3" providerId="LiveId" clId="{8C97B853-E239-49C0-A36B-A3F2C855C3BA}" dt="2023-11-02T05:54:09.980" v="500" actId="207"/>
        <pc:sldMkLst>
          <pc:docMk/>
          <pc:sldMk cId="2197559153" sldId="2570"/>
        </pc:sldMkLst>
      </pc:sldChg>
      <pc:sldChg chg="del">
        <pc:chgData name="Aurelien Domont" userId="6da7715ce44349b3" providerId="LiveId" clId="{8C97B853-E239-49C0-A36B-A3F2C855C3BA}" dt="2023-11-02T05:26:32.510" v="1" actId="47"/>
        <pc:sldMkLst>
          <pc:docMk/>
          <pc:sldMk cId="2485613412" sldId="2570"/>
        </pc:sldMkLst>
      </pc:sldChg>
      <pc:sldChg chg="addSp delSp modSp add mod">
        <pc:chgData name="Aurelien Domont" userId="6da7715ce44349b3" providerId="LiveId" clId="{8C97B853-E239-49C0-A36B-A3F2C855C3BA}" dt="2023-11-02T23:44:23.992" v="24587" actId="20577"/>
        <pc:sldMkLst>
          <pc:docMk/>
          <pc:sldMk cId="246935978" sldId="2571"/>
        </pc:sldMkLst>
      </pc:sldChg>
      <pc:sldChg chg="del">
        <pc:chgData name="Aurelien Domont" userId="6da7715ce44349b3" providerId="LiveId" clId="{8C97B853-E239-49C0-A36B-A3F2C855C3BA}" dt="2023-11-02T05:26:32.510" v="1" actId="47"/>
        <pc:sldMkLst>
          <pc:docMk/>
          <pc:sldMk cId="4243464569" sldId="2571"/>
        </pc:sldMkLst>
      </pc:sldChg>
      <pc:sldChg chg="modSp add mod">
        <pc:chgData name="Aurelien Domont" userId="6da7715ce44349b3" providerId="LiveId" clId="{8C97B853-E239-49C0-A36B-A3F2C855C3BA}" dt="2023-11-02T06:30:53.443" v="23511" actId="207"/>
        <pc:sldMkLst>
          <pc:docMk/>
          <pc:sldMk cId="2657703967" sldId="2572"/>
        </pc:sldMkLst>
      </pc:sldChg>
      <pc:sldChg chg="del">
        <pc:chgData name="Aurelien Domont" userId="6da7715ce44349b3" providerId="LiveId" clId="{8C97B853-E239-49C0-A36B-A3F2C855C3BA}" dt="2023-11-02T05:26:32.510" v="1" actId="47"/>
        <pc:sldMkLst>
          <pc:docMk/>
          <pc:sldMk cId="3094821979" sldId="2572"/>
        </pc:sldMkLst>
      </pc:sldChg>
      <pc:sldChg chg="del">
        <pc:chgData name="Aurelien Domont" userId="6da7715ce44349b3" providerId="LiveId" clId="{8C97B853-E239-49C0-A36B-A3F2C855C3BA}" dt="2023-11-02T05:26:32.510" v="1" actId="47"/>
        <pc:sldMkLst>
          <pc:docMk/>
          <pc:sldMk cId="147547206" sldId="2573"/>
        </pc:sldMkLst>
      </pc:sldChg>
      <pc:sldChg chg="add del">
        <pc:chgData name="Aurelien Domont" userId="6da7715ce44349b3" providerId="LiveId" clId="{8C97B853-E239-49C0-A36B-A3F2C855C3BA}" dt="2023-11-02T06:38:45.876" v="23651" actId="47"/>
        <pc:sldMkLst>
          <pc:docMk/>
          <pc:sldMk cId="3171144837" sldId="2573"/>
        </pc:sldMkLst>
      </pc:sldChg>
      <pc:sldChg chg="modSp add del mod">
        <pc:chgData name="Aurelien Domont" userId="6da7715ce44349b3" providerId="LiveId" clId="{8C97B853-E239-49C0-A36B-A3F2C855C3BA}" dt="2023-11-02T23:31:24.588" v="24295" actId="47"/>
        <pc:sldMkLst>
          <pc:docMk/>
          <pc:sldMk cId="3562272994" sldId="2573"/>
        </pc:sldMkLst>
      </pc:sldChg>
      <pc:sldChg chg="del">
        <pc:chgData name="Aurelien Domont" userId="6da7715ce44349b3" providerId="LiveId" clId="{8C97B853-E239-49C0-A36B-A3F2C855C3BA}" dt="2023-11-02T05:26:32.510" v="1" actId="47"/>
        <pc:sldMkLst>
          <pc:docMk/>
          <pc:sldMk cId="585608467" sldId="2574"/>
        </pc:sldMkLst>
      </pc:sldChg>
      <pc:sldChg chg="modSp add mod modClrScheme chgLayout">
        <pc:chgData name="Aurelien Domont" userId="6da7715ce44349b3" providerId="LiveId" clId="{8C97B853-E239-49C0-A36B-A3F2C855C3BA}" dt="2023-11-02T06:44:42.753" v="23664"/>
        <pc:sldMkLst>
          <pc:docMk/>
          <pc:sldMk cId="3290492658" sldId="2574"/>
        </pc:sldMkLst>
      </pc:sldChg>
      <pc:sldChg chg="addSp delSp modSp add mod">
        <pc:chgData name="Aurelien Domont" userId="6da7715ce44349b3" providerId="LiveId" clId="{8C97B853-E239-49C0-A36B-A3F2C855C3BA}" dt="2023-11-02T23:55:19.780" v="33999"/>
        <pc:sldMkLst>
          <pc:docMk/>
          <pc:sldMk cId="492701164" sldId="2575"/>
        </pc:sldMkLst>
      </pc:sldChg>
      <pc:sldChg chg="del">
        <pc:chgData name="Aurelien Domont" userId="6da7715ce44349b3" providerId="LiveId" clId="{8C97B853-E239-49C0-A36B-A3F2C855C3BA}" dt="2023-11-02T05:26:32.510" v="1" actId="47"/>
        <pc:sldMkLst>
          <pc:docMk/>
          <pc:sldMk cId="1245856470" sldId="2575"/>
        </pc:sldMkLst>
      </pc:sldChg>
      <pc:sldChg chg="del">
        <pc:chgData name="Aurelien Domont" userId="6da7715ce44349b3" providerId="LiveId" clId="{8C97B853-E239-49C0-A36B-A3F2C855C3BA}" dt="2023-11-02T05:26:32.510" v="1" actId="47"/>
        <pc:sldMkLst>
          <pc:docMk/>
          <pc:sldMk cId="311538208" sldId="2576"/>
        </pc:sldMkLst>
      </pc:sldChg>
      <pc:sldChg chg="addSp delSp modSp new add del mod">
        <pc:chgData name="Aurelien Domont" userId="6da7715ce44349b3" providerId="LiveId" clId="{8C97B853-E239-49C0-A36B-A3F2C855C3BA}" dt="2023-11-02T23:31:41.306" v="24298" actId="2696"/>
        <pc:sldMkLst>
          <pc:docMk/>
          <pc:sldMk cId="1958855722" sldId="2576"/>
        </pc:sldMkLst>
      </pc:sldChg>
      <pc:sldChg chg="add">
        <pc:chgData name="Aurelien Domont" userId="6da7715ce44349b3" providerId="LiveId" clId="{8C97B853-E239-49C0-A36B-A3F2C855C3BA}" dt="2023-11-02T23:31:48.570" v="24299"/>
        <pc:sldMkLst>
          <pc:docMk/>
          <pc:sldMk cId="4238369639" sldId="2576"/>
        </pc:sldMkLst>
      </pc:sldChg>
      <pc:sldChg chg="add">
        <pc:chgData name="Aurelien Domont" userId="6da7715ce44349b3" providerId="LiveId" clId="{8C97B853-E239-49C0-A36B-A3F2C855C3BA}" dt="2023-11-02T23:31:48.570" v="24299"/>
        <pc:sldMkLst>
          <pc:docMk/>
          <pc:sldMk cId="2327507526" sldId="2577"/>
        </pc:sldMkLst>
      </pc:sldChg>
      <pc:sldChg chg="del">
        <pc:chgData name="Aurelien Domont" userId="6da7715ce44349b3" providerId="LiveId" clId="{8C97B853-E239-49C0-A36B-A3F2C855C3BA}" dt="2023-11-02T05:26:32.510" v="1" actId="47"/>
        <pc:sldMkLst>
          <pc:docMk/>
          <pc:sldMk cId="3661748107" sldId="2577"/>
        </pc:sldMkLst>
      </pc:sldChg>
      <pc:sldChg chg="addSp delSp modSp add del mod">
        <pc:chgData name="Aurelien Domont" userId="6da7715ce44349b3" providerId="LiveId" clId="{8C97B853-E239-49C0-A36B-A3F2C855C3BA}" dt="2023-11-02T23:31:41.306" v="24298" actId="2696"/>
        <pc:sldMkLst>
          <pc:docMk/>
          <pc:sldMk cId="4276112069" sldId="2577"/>
        </pc:sldMkLst>
      </pc:sldChg>
      <pc:sldChg chg="addSp delSp modSp add del mod">
        <pc:chgData name="Aurelien Domont" userId="6da7715ce44349b3" providerId="LiveId" clId="{8C97B853-E239-49C0-A36B-A3F2C855C3BA}" dt="2023-11-02T23:31:41.306" v="24298" actId="2696"/>
        <pc:sldMkLst>
          <pc:docMk/>
          <pc:sldMk cId="440462274" sldId="2578"/>
        </pc:sldMkLst>
      </pc:sldChg>
      <pc:sldChg chg="add">
        <pc:chgData name="Aurelien Domont" userId="6da7715ce44349b3" providerId="LiveId" clId="{8C97B853-E239-49C0-A36B-A3F2C855C3BA}" dt="2023-11-02T23:31:48.570" v="24299"/>
        <pc:sldMkLst>
          <pc:docMk/>
          <pc:sldMk cId="515313173" sldId="2578"/>
        </pc:sldMkLst>
      </pc:sldChg>
      <pc:sldChg chg="del">
        <pc:chgData name="Aurelien Domont" userId="6da7715ce44349b3" providerId="LiveId" clId="{8C97B853-E239-49C0-A36B-A3F2C855C3BA}" dt="2023-11-02T05:26:32.510" v="1" actId="47"/>
        <pc:sldMkLst>
          <pc:docMk/>
          <pc:sldMk cId="2289592772" sldId="2578"/>
        </pc:sldMkLst>
      </pc:sldChg>
      <pc:sldChg chg="add">
        <pc:chgData name="Aurelien Domont" userId="6da7715ce44349b3" providerId="LiveId" clId="{8C97B853-E239-49C0-A36B-A3F2C855C3BA}" dt="2023-11-02T23:31:48.570" v="24299"/>
        <pc:sldMkLst>
          <pc:docMk/>
          <pc:sldMk cId="883372972" sldId="2579"/>
        </pc:sldMkLst>
      </pc:sldChg>
      <pc:sldChg chg="addSp delSp modSp add del mod">
        <pc:chgData name="Aurelien Domont" userId="6da7715ce44349b3" providerId="LiveId" clId="{8C97B853-E239-49C0-A36B-A3F2C855C3BA}" dt="2023-11-02T23:31:41.306" v="24298" actId="2696"/>
        <pc:sldMkLst>
          <pc:docMk/>
          <pc:sldMk cId="900956587" sldId="2579"/>
        </pc:sldMkLst>
      </pc:sldChg>
      <pc:sldChg chg="del">
        <pc:chgData name="Aurelien Domont" userId="6da7715ce44349b3" providerId="LiveId" clId="{8C97B853-E239-49C0-A36B-A3F2C855C3BA}" dt="2023-11-02T05:26:32.510" v="1" actId="47"/>
        <pc:sldMkLst>
          <pc:docMk/>
          <pc:sldMk cId="2798016024" sldId="2579"/>
        </pc:sldMkLst>
      </pc:sldChg>
      <pc:sldChg chg="addSp delSp modSp add del mod">
        <pc:chgData name="Aurelien Domont" userId="6da7715ce44349b3" providerId="LiveId" clId="{8C97B853-E239-49C0-A36B-A3F2C855C3BA}" dt="2023-11-02T23:31:41.306" v="24298" actId="2696"/>
        <pc:sldMkLst>
          <pc:docMk/>
          <pc:sldMk cId="1898782871" sldId="2580"/>
        </pc:sldMkLst>
      </pc:sldChg>
      <pc:sldChg chg="addSp delSp modSp add mod">
        <pc:chgData name="Aurelien Domont" userId="6da7715ce44349b3" providerId="LiveId" clId="{8C97B853-E239-49C0-A36B-A3F2C855C3BA}" dt="2023-11-02T23:37:14.179" v="24420" actId="20577"/>
        <pc:sldMkLst>
          <pc:docMk/>
          <pc:sldMk cId="3658858448" sldId="2580"/>
        </pc:sldMkLst>
      </pc:sldChg>
      <pc:sldChg chg="del">
        <pc:chgData name="Aurelien Domont" userId="6da7715ce44349b3" providerId="LiveId" clId="{8C97B853-E239-49C0-A36B-A3F2C855C3BA}" dt="2023-11-02T05:26:32.510" v="1" actId="47"/>
        <pc:sldMkLst>
          <pc:docMk/>
          <pc:sldMk cId="3888118859" sldId="2580"/>
        </pc:sldMkLst>
      </pc:sldChg>
      <pc:sldChg chg="addSp delSp modSp add del mod">
        <pc:chgData name="Aurelien Domont" userId="6da7715ce44349b3" providerId="LiveId" clId="{8C97B853-E239-49C0-A36B-A3F2C855C3BA}" dt="2023-11-02T06:56:30.010" v="24055" actId="47"/>
        <pc:sldMkLst>
          <pc:docMk/>
          <pc:sldMk cId="3113746555" sldId="2581"/>
        </pc:sldMkLst>
      </pc:sldChg>
      <pc:sldChg chg="delSp modSp add mod">
        <pc:chgData name="Aurelien Domont" userId="6da7715ce44349b3" providerId="LiveId" clId="{8C97B853-E239-49C0-A36B-A3F2C855C3BA}" dt="2023-11-02T23:31:03.919" v="24288" actId="478"/>
        <pc:sldMkLst>
          <pc:docMk/>
          <pc:sldMk cId="3371668482" sldId="2581"/>
        </pc:sldMkLst>
      </pc:sldChg>
      <pc:sldChg chg="del">
        <pc:chgData name="Aurelien Domont" userId="6da7715ce44349b3" providerId="LiveId" clId="{8C97B853-E239-49C0-A36B-A3F2C855C3BA}" dt="2023-11-02T05:26:32.510" v="1" actId="47"/>
        <pc:sldMkLst>
          <pc:docMk/>
          <pc:sldMk cId="3709114663" sldId="2581"/>
        </pc:sldMkLst>
      </pc:sldChg>
      <pc:sldChg chg="modSp add mod">
        <pc:chgData name="Aurelien Domont" userId="6da7715ce44349b3" providerId="LiveId" clId="{8C97B853-E239-49C0-A36B-A3F2C855C3BA}" dt="2023-11-02T23:40:01.559" v="24429" actId="207"/>
        <pc:sldMkLst>
          <pc:docMk/>
          <pc:sldMk cId="1980039990" sldId="2582"/>
        </pc:sldMkLst>
      </pc:sldChg>
      <pc:sldChg chg="add del">
        <pc:chgData name="Aurelien Domont" userId="6da7715ce44349b3" providerId="LiveId" clId="{8C97B853-E239-49C0-A36B-A3F2C855C3BA}" dt="2023-11-02T06:56:29.210" v="24054" actId="47"/>
        <pc:sldMkLst>
          <pc:docMk/>
          <pc:sldMk cId="3726466002" sldId="2582"/>
        </pc:sldMkLst>
      </pc:sldChg>
      <pc:sldChg chg="modSp add mod">
        <pc:chgData name="Aurelien Domont" userId="6da7715ce44349b3" providerId="LiveId" clId="{8C97B853-E239-49C0-A36B-A3F2C855C3BA}" dt="2023-11-02T23:31:14.808" v="24292" actId="207"/>
        <pc:sldMkLst>
          <pc:docMk/>
          <pc:sldMk cId="1154581266" sldId="2583"/>
        </pc:sldMkLst>
      </pc:sldChg>
      <pc:sldChg chg="del">
        <pc:chgData name="Aurelien Domont" userId="6da7715ce44349b3" providerId="LiveId" clId="{8C97B853-E239-49C0-A36B-A3F2C855C3BA}" dt="2023-11-02T05:26:32.510" v="1" actId="47"/>
        <pc:sldMkLst>
          <pc:docMk/>
          <pc:sldMk cId="2243542728" sldId="2583"/>
        </pc:sldMkLst>
      </pc:sldChg>
      <pc:sldChg chg="del">
        <pc:chgData name="Aurelien Domont" userId="6da7715ce44349b3" providerId="LiveId" clId="{8C97B853-E239-49C0-A36B-A3F2C855C3BA}" dt="2023-11-02T05:26:32.510" v="1" actId="47"/>
        <pc:sldMkLst>
          <pc:docMk/>
          <pc:sldMk cId="1659185181" sldId="2584"/>
        </pc:sldMkLst>
      </pc:sldChg>
      <pc:sldChg chg="modSp add mod">
        <pc:chgData name="Aurelien Domont" userId="6da7715ce44349b3" providerId="LiveId" clId="{8C97B853-E239-49C0-A36B-A3F2C855C3BA}" dt="2023-11-02T23:31:21.441" v="24294" actId="207"/>
        <pc:sldMkLst>
          <pc:docMk/>
          <pc:sldMk cId="2592324127" sldId="2584"/>
        </pc:sldMkLst>
      </pc:sldChg>
      <pc:sldChg chg="del">
        <pc:chgData name="Aurelien Domont" userId="6da7715ce44349b3" providerId="LiveId" clId="{8C97B853-E239-49C0-A36B-A3F2C855C3BA}" dt="2023-11-02T05:26:32.510" v="1" actId="47"/>
        <pc:sldMkLst>
          <pc:docMk/>
          <pc:sldMk cId="779593192" sldId="2585"/>
        </pc:sldMkLst>
      </pc:sldChg>
      <pc:sldChg chg="modSp add mod">
        <pc:chgData name="Aurelien Domont" userId="6da7715ce44349b3" providerId="LiveId" clId="{8C97B853-E239-49C0-A36B-A3F2C855C3BA}" dt="2023-11-02T23:31:35.329" v="24297" actId="207"/>
        <pc:sldMkLst>
          <pc:docMk/>
          <pc:sldMk cId="1550236728" sldId="2585"/>
        </pc:sldMkLst>
      </pc:sldChg>
      <pc:sldChg chg="addSp delSp modSp add del mod">
        <pc:chgData name="Aurelien Domont" userId="6da7715ce44349b3" providerId="LiveId" clId="{8C97B853-E239-49C0-A36B-A3F2C855C3BA}" dt="2023-11-02T23:36:55.413" v="24348" actId="2696"/>
        <pc:sldMkLst>
          <pc:docMk/>
          <pc:sldMk cId="3371267838" sldId="2586"/>
        </pc:sldMkLst>
      </pc:sldChg>
      <pc:sldChg chg="addSp delSp modSp add mod">
        <pc:chgData name="Aurelien Domont" userId="6da7715ce44349b3" providerId="LiveId" clId="{8C97B853-E239-49C0-A36B-A3F2C855C3BA}" dt="2023-11-02T23:40:21.192" v="24526"/>
        <pc:sldMkLst>
          <pc:docMk/>
          <pc:sldMk cId="3493403752" sldId="2586"/>
        </pc:sldMkLst>
      </pc:sldChg>
      <pc:sldChg chg="addSp delSp modSp add mod">
        <pc:chgData name="Aurelien Domont" userId="6da7715ce44349b3" providerId="LiveId" clId="{8C97B853-E239-49C0-A36B-A3F2C855C3BA}" dt="2023-11-02T23:52:15.070" v="33917"/>
        <pc:sldMkLst>
          <pc:docMk/>
          <pc:sldMk cId="2158731188" sldId="2587"/>
        </pc:sldMkLst>
      </pc:sldChg>
      <pc:sldChg chg="addSp delSp modSp add mod">
        <pc:chgData name="Aurelien Domont" userId="6da7715ce44349b3" providerId="LiveId" clId="{8C97B853-E239-49C0-A36B-A3F2C855C3BA}" dt="2023-11-02T23:49:45.553" v="33881"/>
        <pc:sldMkLst>
          <pc:docMk/>
          <pc:sldMk cId="3959411121" sldId="2588"/>
        </pc:sldMkLst>
      </pc:sldChg>
      <pc:sldChg chg="modSp add mod">
        <pc:chgData name="Aurelien Domont" userId="6da7715ce44349b3" providerId="LiveId" clId="{8C97B853-E239-49C0-A36B-A3F2C855C3BA}" dt="2023-11-02T23:42:53.390" v="24567" actId="20577"/>
        <pc:sldMkLst>
          <pc:docMk/>
          <pc:sldMk cId="3701357970" sldId="2589"/>
        </pc:sldMkLst>
      </pc:sldChg>
      <pc:sldChg chg="modSp add mod">
        <pc:chgData name="Aurelien Domont" userId="6da7715ce44349b3" providerId="LiveId" clId="{8C97B853-E239-49C0-A36B-A3F2C855C3BA}" dt="2023-11-02T23:42:56.584" v="24569" actId="20577"/>
        <pc:sldMkLst>
          <pc:docMk/>
          <pc:sldMk cId="3748245338" sldId="2590"/>
        </pc:sldMkLst>
      </pc:sldChg>
      <pc:sldChg chg="modSp add mod">
        <pc:chgData name="Aurelien Domont" userId="6da7715ce44349b3" providerId="LiveId" clId="{8C97B853-E239-49C0-A36B-A3F2C855C3BA}" dt="2023-11-02T23:44:12.130" v="24581"/>
        <pc:sldMkLst>
          <pc:docMk/>
          <pc:sldMk cId="3223397737" sldId="2591"/>
        </pc:sldMkLst>
      </pc:sldChg>
      <pc:sldChg chg="addSp delSp modSp add mod">
        <pc:chgData name="Aurelien Domont" userId="6da7715ce44349b3" providerId="LiveId" clId="{8C97B853-E239-49C0-A36B-A3F2C855C3BA}" dt="2023-11-02T23:52:22.904" v="33918"/>
        <pc:sldMkLst>
          <pc:docMk/>
          <pc:sldMk cId="1501742771" sldId="2592"/>
        </pc:sldMkLst>
      </pc:sldChg>
      <pc:sldChg chg="addSp delSp modSp add mod">
        <pc:chgData name="Aurelien Domont" userId="6da7715ce44349b3" providerId="LiveId" clId="{8C97B853-E239-49C0-A36B-A3F2C855C3BA}" dt="2023-11-02T23:52:27.508" v="33919"/>
        <pc:sldMkLst>
          <pc:docMk/>
          <pc:sldMk cId="1699548227" sldId="2593"/>
        </pc:sldMkLst>
      </pc:sldChg>
      <pc:sldChg chg="addSp delSp modSp add mod">
        <pc:chgData name="Aurelien Domont" userId="6da7715ce44349b3" providerId="LiveId" clId="{8C97B853-E239-49C0-A36B-A3F2C855C3BA}" dt="2023-11-02T23:52:31.693" v="33920"/>
        <pc:sldMkLst>
          <pc:docMk/>
          <pc:sldMk cId="3665142639" sldId="2594"/>
        </pc:sldMkLst>
      </pc:sldChg>
      <pc:sldChg chg="addSp delSp modSp add mod modClrScheme chgLayout">
        <pc:chgData name="Aurelien Domont" userId="6da7715ce44349b3" providerId="LiveId" clId="{8C97B853-E239-49C0-A36B-A3F2C855C3BA}" dt="2023-11-03T00:00:48.579" v="34075" actId="20577"/>
        <pc:sldMkLst>
          <pc:docMk/>
          <pc:sldMk cId="1755678747" sldId="2595"/>
        </pc:sldMkLst>
      </pc:sldChg>
      <pc:sldChg chg="delSp modSp add del mod">
        <pc:chgData name="Aurelien Domont" userId="6da7715ce44349b3" providerId="LiveId" clId="{8C97B853-E239-49C0-A36B-A3F2C855C3BA}" dt="2023-11-02T23:59:10.130" v="34020" actId="47"/>
        <pc:sldMkLst>
          <pc:docMk/>
          <pc:sldMk cId="1767286639" sldId="2595"/>
        </pc:sldMkLst>
      </pc:sldChg>
      <pc:sldChg chg="delSp modSp add mod ord">
        <pc:chgData name="Aurelien Domont" userId="6da7715ce44349b3" providerId="LiveId" clId="{8C97B853-E239-49C0-A36B-A3F2C855C3BA}" dt="2023-11-03T00:03:27.427" v="34154"/>
        <pc:sldMkLst>
          <pc:docMk/>
          <pc:sldMk cId="2866196194" sldId="2596"/>
        </pc:sldMkLst>
      </pc:sldChg>
      <pc:sldChg chg="modSp add del mod">
        <pc:chgData name="Aurelien Domont" userId="6da7715ce44349b3" providerId="LiveId" clId="{8C97B853-E239-49C0-A36B-A3F2C855C3BA}" dt="2023-11-02T23:59:10.130" v="34020" actId="47"/>
        <pc:sldMkLst>
          <pc:docMk/>
          <pc:sldMk cId="3933415597" sldId="2596"/>
        </pc:sldMkLst>
      </pc:sldChg>
      <pc:sldChg chg="delSp modSp add mod">
        <pc:chgData name="Aurelien Domont" userId="6da7715ce44349b3" providerId="LiveId" clId="{8C97B853-E239-49C0-A36B-A3F2C855C3BA}" dt="2023-11-03T00:02:21.176" v="34104" actId="478"/>
        <pc:sldMkLst>
          <pc:docMk/>
          <pc:sldMk cId="4238437504" sldId="2597"/>
        </pc:sldMkLst>
      </pc:sldChg>
      <pc:sldMasterChg chg="delSldLayout">
        <pc:chgData name="Aurelien Domont" userId="6da7715ce44349b3" providerId="LiveId" clId="{8C97B853-E239-49C0-A36B-A3F2C855C3BA}" dt="2023-11-03T00:11:07.277" v="34155" actId="2696"/>
        <pc:sldMasterMkLst>
          <pc:docMk/>
          <pc:sldMasterMk cId="3482721130" sldId="2147483828"/>
        </pc:sldMasterMkLst>
        <pc:sldLayoutChg chg="del">
          <pc:chgData name="Aurelien Domont" userId="6da7715ce44349b3" providerId="LiveId" clId="{8C97B853-E239-49C0-A36B-A3F2C855C3BA}" dt="2023-11-02T06:44:47.481" v="23669" actId="2696"/>
          <pc:sldLayoutMkLst>
            <pc:docMk/>
            <pc:sldMasterMk cId="3482721130" sldId="2147483828"/>
            <pc:sldLayoutMk cId="204112563" sldId="2147483835"/>
          </pc:sldLayoutMkLst>
        </pc:sldLayoutChg>
        <pc:sldLayoutChg chg="del">
          <pc:chgData name="Aurelien Domont" userId="6da7715ce44349b3" providerId="LiveId" clId="{8C97B853-E239-49C0-A36B-A3F2C855C3BA}" dt="2023-11-03T00:11:07.277" v="34155" actId="2696"/>
          <pc:sldLayoutMkLst>
            <pc:docMk/>
            <pc:sldMasterMk cId="3482721130" sldId="2147483828"/>
            <pc:sldLayoutMk cId="817944221" sldId="2147483835"/>
          </pc:sldLayoutMkLst>
        </pc:sldLayoutChg>
        <pc:sldLayoutChg chg="del">
          <pc:chgData name="Aurelien Domont" userId="6da7715ce44349b3" providerId="LiveId" clId="{8C97B853-E239-49C0-A36B-A3F2C855C3BA}" dt="2023-11-02T23:39:26.777" v="24428" actId="2696"/>
          <pc:sldLayoutMkLst>
            <pc:docMk/>
            <pc:sldMasterMk cId="3482721130" sldId="2147483828"/>
            <pc:sldLayoutMk cId="1106554788" sldId="2147483835"/>
          </pc:sldLayoutMkLst>
        </pc:sldLayoutChg>
        <pc:sldLayoutChg chg="del">
          <pc:chgData name="Aurelien Domont" userId="6da7715ce44349b3" providerId="LiveId" clId="{8C97B853-E239-49C0-A36B-A3F2C855C3BA}" dt="2023-11-02T23:53:35.078" v="33929" actId="2696"/>
          <pc:sldLayoutMkLst>
            <pc:docMk/>
            <pc:sldMasterMk cId="3482721130" sldId="2147483828"/>
            <pc:sldLayoutMk cId="2735308615" sldId="2147483835"/>
          </pc:sldLayoutMkLst>
        </pc:sldLayoutChg>
        <pc:sldLayoutChg chg="del">
          <pc:chgData name="Aurelien Domont" userId="6da7715ce44349b3" providerId="LiveId" clId="{8C97B853-E239-49C0-A36B-A3F2C855C3BA}" dt="2023-11-02T06:36:13.522" v="23519" actId="2696"/>
          <pc:sldLayoutMkLst>
            <pc:docMk/>
            <pc:sldMasterMk cId="3482721130" sldId="2147483828"/>
            <pc:sldLayoutMk cId="3976031138" sldId="2147483835"/>
          </pc:sldLayoutMkLst>
        </pc:sldLayoutChg>
        <pc:sldLayoutChg chg="del">
          <pc:chgData name="Aurelien Domont" userId="6da7715ce44349b3" providerId="LiveId" clId="{8C97B853-E239-49C0-A36B-A3F2C855C3BA}" dt="2023-11-02T05:34:46.319" v="11" actId="2696"/>
          <pc:sldLayoutMkLst>
            <pc:docMk/>
            <pc:sldMasterMk cId="3482721130" sldId="2147483828"/>
            <pc:sldLayoutMk cId="4189696893" sldId="2147483835"/>
          </pc:sldLayoutMkLst>
        </pc:sldLayoutChg>
      </pc:sldMasterChg>
    </pc:docChg>
  </pc:docChgLst>
  <pc:docChgLst>
    <pc:chgData name="Aurelien Domont" userId="6da7715ce44349b3" providerId="LiveId" clId="{8E2F06EB-BABF-4502-A8C6-B9F342B7D723}"/>
    <pc:docChg chg="undo custSel addSld delSld modSld replTag">
      <pc:chgData name="Aurelien Domont" userId="6da7715ce44349b3" providerId="LiveId" clId="{8E2F06EB-BABF-4502-A8C6-B9F342B7D723}" dt="2023-11-02T05:15:39.991" v="1890" actId="207"/>
      <pc:docMkLst>
        <pc:docMk/>
      </pc:docMkLst>
      <pc:sldChg chg="del">
        <pc:chgData name="Aurelien Domont" userId="6da7715ce44349b3" providerId="LiveId" clId="{8E2F06EB-BABF-4502-A8C6-B9F342B7D723}" dt="2023-11-02T04:16:37.486" v="1" actId="47"/>
        <pc:sldMkLst>
          <pc:docMk/>
          <pc:sldMk cId="2694049521" sldId="531"/>
        </pc:sldMkLst>
      </pc:sldChg>
      <pc:sldChg chg="del">
        <pc:chgData name="Aurelien Domont" userId="6da7715ce44349b3" providerId="LiveId" clId="{8E2F06EB-BABF-4502-A8C6-B9F342B7D723}" dt="2023-11-02T04:40:22.496" v="1265" actId="47"/>
        <pc:sldMkLst>
          <pc:docMk/>
          <pc:sldMk cId="2168617119" sldId="1624"/>
        </pc:sldMkLst>
      </pc:sldChg>
      <pc:sldChg chg="del">
        <pc:chgData name="Aurelien Domont" userId="6da7715ce44349b3" providerId="LiveId" clId="{8E2F06EB-BABF-4502-A8C6-B9F342B7D723}" dt="2023-11-02T04:40:22.496" v="1265" actId="47"/>
        <pc:sldMkLst>
          <pc:docMk/>
          <pc:sldMk cId="1413178546" sldId="1625"/>
        </pc:sldMkLst>
      </pc:sldChg>
      <pc:sldChg chg="del">
        <pc:chgData name="Aurelien Domont" userId="6da7715ce44349b3" providerId="LiveId" clId="{8E2F06EB-BABF-4502-A8C6-B9F342B7D723}" dt="2023-11-02T04:40:22.496" v="1265" actId="47"/>
        <pc:sldMkLst>
          <pc:docMk/>
          <pc:sldMk cId="1570167118" sldId="1626"/>
        </pc:sldMkLst>
      </pc:sldChg>
      <pc:sldChg chg="del">
        <pc:chgData name="Aurelien Domont" userId="6da7715ce44349b3" providerId="LiveId" clId="{8E2F06EB-BABF-4502-A8C6-B9F342B7D723}" dt="2023-11-02T04:40:22.496" v="1265" actId="47"/>
        <pc:sldMkLst>
          <pc:docMk/>
          <pc:sldMk cId="1432716724" sldId="1627"/>
        </pc:sldMkLst>
      </pc:sldChg>
      <pc:sldChg chg="del">
        <pc:chgData name="Aurelien Domont" userId="6da7715ce44349b3" providerId="LiveId" clId="{8E2F06EB-BABF-4502-A8C6-B9F342B7D723}" dt="2023-11-02T04:40:22.496" v="1265" actId="47"/>
        <pc:sldMkLst>
          <pc:docMk/>
          <pc:sldMk cId="2270130250" sldId="2386"/>
        </pc:sldMkLst>
      </pc:sldChg>
      <pc:sldChg chg="del">
        <pc:chgData name="Aurelien Domont" userId="6da7715ce44349b3" providerId="LiveId" clId="{8E2F06EB-BABF-4502-A8C6-B9F342B7D723}" dt="2023-11-02T05:10:29.434" v="1452" actId="47"/>
        <pc:sldMkLst>
          <pc:docMk/>
          <pc:sldMk cId="1631859961" sldId="2461"/>
        </pc:sldMkLst>
      </pc:sldChg>
      <pc:sldChg chg="del">
        <pc:chgData name="Aurelien Domont" userId="6da7715ce44349b3" providerId="LiveId" clId="{8E2F06EB-BABF-4502-A8C6-B9F342B7D723}" dt="2023-11-02T05:10:29.434" v="1452" actId="47"/>
        <pc:sldMkLst>
          <pc:docMk/>
          <pc:sldMk cId="3789897240" sldId="2462"/>
        </pc:sldMkLst>
      </pc:sldChg>
      <pc:sldChg chg="del">
        <pc:chgData name="Aurelien Domont" userId="6da7715ce44349b3" providerId="LiveId" clId="{8E2F06EB-BABF-4502-A8C6-B9F342B7D723}" dt="2023-11-02T05:10:29.434" v="1452" actId="47"/>
        <pc:sldMkLst>
          <pc:docMk/>
          <pc:sldMk cId="2283904448" sldId="2463"/>
        </pc:sldMkLst>
      </pc:sldChg>
      <pc:sldChg chg="del">
        <pc:chgData name="Aurelien Domont" userId="6da7715ce44349b3" providerId="LiveId" clId="{8E2F06EB-BABF-4502-A8C6-B9F342B7D723}" dt="2023-11-02T05:10:29.434" v="1452" actId="47"/>
        <pc:sldMkLst>
          <pc:docMk/>
          <pc:sldMk cId="2478486165" sldId="2464"/>
        </pc:sldMkLst>
      </pc:sldChg>
      <pc:sldChg chg="del">
        <pc:chgData name="Aurelien Domont" userId="6da7715ce44349b3" providerId="LiveId" clId="{8E2F06EB-BABF-4502-A8C6-B9F342B7D723}" dt="2023-11-02T05:10:29.434" v="1452" actId="47"/>
        <pc:sldMkLst>
          <pc:docMk/>
          <pc:sldMk cId="3510060666" sldId="2465"/>
        </pc:sldMkLst>
      </pc:sldChg>
      <pc:sldChg chg="del">
        <pc:chgData name="Aurelien Domont" userId="6da7715ce44349b3" providerId="LiveId" clId="{8E2F06EB-BABF-4502-A8C6-B9F342B7D723}" dt="2023-11-02T04:40:31.855" v="1267" actId="47"/>
        <pc:sldMkLst>
          <pc:docMk/>
          <pc:sldMk cId="1736439800" sldId="2494"/>
        </pc:sldMkLst>
      </pc:sldChg>
      <pc:sldChg chg="modSp mod">
        <pc:chgData name="Aurelien Domont" userId="6da7715ce44349b3" providerId="LiveId" clId="{8E2F06EB-BABF-4502-A8C6-B9F342B7D723}" dt="2023-11-02T04:27:53.743" v="651" actId="20577"/>
        <pc:sldMkLst>
          <pc:docMk/>
          <pc:sldMk cId="1254545715" sldId="2558"/>
        </pc:sldMkLst>
      </pc:sldChg>
      <pc:sldChg chg="modSp mod">
        <pc:chgData name="Aurelien Domont" userId="6da7715ce44349b3" providerId="LiveId" clId="{8E2F06EB-BABF-4502-A8C6-B9F342B7D723}" dt="2023-11-02T04:26:53.201" v="391" actId="1038"/>
        <pc:sldMkLst>
          <pc:docMk/>
          <pc:sldMk cId="2485613412" sldId="2570"/>
        </pc:sldMkLst>
      </pc:sldChg>
      <pc:sldChg chg="addSp modSp mod">
        <pc:chgData name="Aurelien Domont" userId="6da7715ce44349b3" providerId="LiveId" clId="{8E2F06EB-BABF-4502-A8C6-B9F342B7D723}" dt="2023-11-02T04:17:33.093" v="129" actId="115"/>
        <pc:sldMkLst>
          <pc:docMk/>
          <pc:sldMk cId="4243464569" sldId="2571"/>
        </pc:sldMkLst>
      </pc:sldChg>
      <pc:sldChg chg="addSp delSp modSp add mod">
        <pc:chgData name="Aurelien Domont" userId="6da7715ce44349b3" providerId="LiveId" clId="{8E2F06EB-BABF-4502-A8C6-B9F342B7D723}" dt="2023-11-02T04:18:01.026" v="159"/>
        <pc:sldMkLst>
          <pc:docMk/>
          <pc:sldMk cId="3094821979" sldId="2572"/>
        </pc:sldMkLst>
      </pc:sldChg>
      <pc:sldChg chg="addSp delSp modSp add mod">
        <pc:chgData name="Aurelien Domont" userId="6da7715ce44349b3" providerId="LiveId" clId="{8E2F06EB-BABF-4502-A8C6-B9F342B7D723}" dt="2023-11-02T04:24:40.094" v="375" actId="1037"/>
        <pc:sldMkLst>
          <pc:docMk/>
          <pc:sldMk cId="147547206" sldId="2573"/>
        </pc:sldMkLst>
      </pc:sldChg>
      <pc:sldChg chg="modSp add mod">
        <pc:chgData name="Aurelien Domont" userId="6da7715ce44349b3" providerId="LiveId" clId="{8E2F06EB-BABF-4502-A8C6-B9F342B7D723}" dt="2023-11-02T04:45:51.758" v="1323" actId="20577"/>
        <pc:sldMkLst>
          <pc:docMk/>
          <pc:sldMk cId="585608467" sldId="2574"/>
        </pc:sldMkLst>
      </pc:sldChg>
      <pc:sldChg chg="addSp delSp modSp add mod">
        <pc:chgData name="Aurelien Domont" userId="6da7715ce44349b3" providerId="LiveId" clId="{8E2F06EB-BABF-4502-A8C6-B9F342B7D723}" dt="2023-11-02T04:32:39.737" v="757"/>
        <pc:sldMkLst>
          <pc:docMk/>
          <pc:sldMk cId="1245856470" sldId="2575"/>
        </pc:sldMkLst>
      </pc:sldChg>
      <pc:sldChg chg="addSp delSp modSp add mod">
        <pc:chgData name="Aurelien Domont" userId="6da7715ce44349b3" providerId="LiveId" clId="{8E2F06EB-BABF-4502-A8C6-B9F342B7D723}" dt="2023-11-02T04:33:20.756" v="765"/>
        <pc:sldMkLst>
          <pc:docMk/>
          <pc:sldMk cId="311538208" sldId="2576"/>
        </pc:sldMkLst>
      </pc:sldChg>
      <pc:sldChg chg="addSp delSp modSp new add mod">
        <pc:chgData name="Aurelien Domont" userId="6da7715ce44349b3" providerId="LiveId" clId="{8E2F06EB-BABF-4502-A8C6-B9F342B7D723}" dt="2023-11-02T04:39:55.387" v="1264" actId="1076"/>
        <pc:sldMkLst>
          <pc:docMk/>
          <pc:sldMk cId="3661748107" sldId="2577"/>
        </pc:sldMkLst>
      </pc:sldChg>
      <pc:sldChg chg="modSp add mod">
        <pc:chgData name="Aurelien Domont" userId="6da7715ce44349b3" providerId="LiveId" clId="{8E2F06EB-BABF-4502-A8C6-B9F342B7D723}" dt="2023-11-02T05:09:45.753" v="1451" actId="207"/>
        <pc:sldMkLst>
          <pc:docMk/>
          <pc:sldMk cId="2289592772" sldId="2578"/>
        </pc:sldMkLst>
      </pc:sldChg>
      <pc:sldChg chg="delSp modSp add del mod">
        <pc:chgData name="Aurelien Domont" userId="6da7715ce44349b3" providerId="LiveId" clId="{8E2F06EB-BABF-4502-A8C6-B9F342B7D723}" dt="2023-11-02T04:41:46.631" v="1288" actId="47"/>
        <pc:sldMkLst>
          <pc:docMk/>
          <pc:sldMk cId="1140392928" sldId="2579"/>
        </pc:sldMkLst>
      </pc:sldChg>
      <pc:sldChg chg="addSp delSp modSp add mod">
        <pc:chgData name="Aurelien Domont" userId="6da7715ce44349b3" providerId="LiveId" clId="{8E2F06EB-BABF-4502-A8C6-B9F342B7D723}" dt="2023-11-02T05:08:59.227" v="1450" actId="20577"/>
        <pc:sldMkLst>
          <pc:docMk/>
          <pc:sldMk cId="2798016024" sldId="2579"/>
        </pc:sldMkLst>
      </pc:sldChg>
      <pc:sldChg chg="add del">
        <pc:chgData name="Aurelien Domont" userId="6da7715ce44349b3" providerId="LiveId" clId="{8E2F06EB-BABF-4502-A8C6-B9F342B7D723}" dt="2023-11-02T04:42:13.012" v="1310"/>
        <pc:sldMkLst>
          <pc:docMk/>
          <pc:sldMk cId="2160505467" sldId="2580"/>
        </pc:sldMkLst>
      </pc:sldChg>
      <pc:sldChg chg="modSp add mod">
        <pc:chgData name="Aurelien Domont" userId="6da7715ce44349b3" providerId="LiveId" clId="{8E2F06EB-BABF-4502-A8C6-B9F342B7D723}" dt="2023-11-02T04:50:42.979" v="1380" actId="20577"/>
        <pc:sldMkLst>
          <pc:docMk/>
          <pc:sldMk cId="3888118859" sldId="2580"/>
        </pc:sldMkLst>
      </pc:sldChg>
      <pc:sldChg chg="addSp delSp modSp add mod">
        <pc:chgData name="Aurelien Domont" userId="6da7715ce44349b3" providerId="LiveId" clId="{8E2F06EB-BABF-4502-A8C6-B9F342B7D723}" dt="2023-11-02T05:12:06.206" v="1786" actId="1036"/>
        <pc:sldMkLst>
          <pc:docMk/>
          <pc:sldMk cId="3709114663" sldId="2581"/>
        </pc:sldMkLst>
      </pc:sldChg>
      <pc:sldChg chg="add del">
        <pc:chgData name="Aurelien Domont" userId="6da7715ce44349b3" providerId="LiveId" clId="{8E2F06EB-BABF-4502-A8C6-B9F342B7D723}" dt="2023-11-02T05:14:01.695" v="1816" actId="47"/>
        <pc:sldMkLst>
          <pc:docMk/>
          <pc:sldMk cId="1671886255" sldId="2582"/>
        </pc:sldMkLst>
      </pc:sldChg>
      <pc:sldChg chg="add">
        <pc:chgData name="Aurelien Domont" userId="6da7715ce44349b3" providerId="LiveId" clId="{8E2F06EB-BABF-4502-A8C6-B9F342B7D723}" dt="2023-11-02T05:11:00.688" v="1453"/>
        <pc:sldMkLst>
          <pc:docMk/>
          <pc:sldMk cId="2243542728" sldId="2583"/>
        </pc:sldMkLst>
      </pc:sldChg>
      <pc:sldChg chg="addSp delSp modSp add mod">
        <pc:chgData name="Aurelien Domont" userId="6da7715ce44349b3" providerId="LiveId" clId="{8E2F06EB-BABF-4502-A8C6-B9F342B7D723}" dt="2023-11-02T05:12:36.448" v="1794" actId="207"/>
        <pc:sldMkLst>
          <pc:docMk/>
          <pc:sldMk cId="1659185181" sldId="2584"/>
        </pc:sldMkLst>
      </pc:sldChg>
      <pc:sldChg chg="addSp delSp modSp add mod">
        <pc:chgData name="Aurelien Domont" userId="6da7715ce44349b3" providerId="LiveId" clId="{8E2F06EB-BABF-4502-A8C6-B9F342B7D723}" dt="2023-11-02T05:15:39.991" v="1890" actId="207"/>
        <pc:sldMkLst>
          <pc:docMk/>
          <pc:sldMk cId="779593192" sldId="2585"/>
        </pc:sldMkLst>
      </pc:sldChg>
    </pc:docChg>
  </pc:docChgLst>
  <pc:docChgLst>
    <pc:chgData name="Aurelien Domont" userId="6da7715ce44349b3" providerId="LiveId" clId="{131BB8E8-1659-49D0-9117-5008174AAE79}"/>
    <pc:docChg chg="undo custSel addSld delSld modSld sldOrd addSection modSection replTag">
      <pc:chgData name="Aurelien Domont" userId="6da7715ce44349b3" providerId="LiveId" clId="{131BB8E8-1659-49D0-9117-5008174AAE79}" dt="2023-12-06T03:50:02.184" v="7531" actId="2"/>
      <pc:docMkLst>
        <pc:docMk/>
      </pc:docMkLst>
      <pc:sldChg chg="modSp mod">
        <pc:chgData name="Aurelien Domont" userId="6da7715ce44349b3" providerId="LiveId" clId="{131BB8E8-1659-49D0-9117-5008174AAE79}" dt="2023-12-04T23:59:52.792" v="1456" actId="20577"/>
        <pc:sldMkLst>
          <pc:docMk/>
          <pc:sldMk cId="3956982643" sldId="526"/>
        </pc:sldMkLst>
      </pc:sldChg>
      <pc:sldChg chg="addSp delSp modSp mod">
        <pc:chgData name="Aurelien Domont" userId="6da7715ce44349b3" providerId="LiveId" clId="{131BB8E8-1659-49D0-9117-5008174AAE79}" dt="2023-12-06T03:34:20.563" v="7481" actId="478"/>
        <pc:sldMkLst>
          <pc:docMk/>
          <pc:sldMk cId="3272444503" sldId="2162"/>
        </pc:sldMkLst>
      </pc:sldChg>
      <pc:sldChg chg="modSp mod">
        <pc:chgData name="Aurelien Domont" userId="6da7715ce44349b3" providerId="LiveId" clId="{131BB8E8-1659-49D0-9117-5008174AAE79}" dt="2023-12-06T03:50:02.184" v="7531" actId="2"/>
        <pc:sldMkLst>
          <pc:docMk/>
          <pc:sldMk cId="1209091634" sldId="2338"/>
        </pc:sldMkLst>
      </pc:sldChg>
      <pc:sldChg chg="add del">
        <pc:chgData name="Aurelien Domont" userId="6da7715ce44349b3" providerId="LiveId" clId="{131BB8E8-1659-49D0-9117-5008174AAE79}" dt="2023-12-06T03:11:19.292" v="6741"/>
        <pc:sldMkLst>
          <pc:docMk/>
          <pc:sldMk cId="2695188363" sldId="2416"/>
        </pc:sldMkLst>
      </pc:sldChg>
      <pc:sldChg chg="del">
        <pc:chgData name="Aurelien Domont" userId="6da7715ce44349b3" providerId="LiveId" clId="{131BB8E8-1659-49D0-9117-5008174AAE79}" dt="2023-12-06T03:14:46.543" v="6886" actId="47"/>
        <pc:sldMkLst>
          <pc:docMk/>
          <pc:sldMk cId="4078591124" sldId="2557"/>
        </pc:sldMkLst>
      </pc:sldChg>
      <pc:sldChg chg="del">
        <pc:chgData name="Aurelien Domont" userId="6da7715ce44349b3" providerId="LiveId" clId="{131BB8E8-1659-49D0-9117-5008174AAE79}" dt="2023-12-06T03:14:46.543" v="6886" actId="47"/>
        <pc:sldMkLst>
          <pc:docMk/>
          <pc:sldMk cId="2304312946" sldId="2558"/>
        </pc:sldMkLst>
      </pc:sldChg>
      <pc:sldChg chg="addSp delSp modSp mod">
        <pc:chgData name="Aurelien Domont" userId="6da7715ce44349b3" providerId="LiveId" clId="{131BB8E8-1659-49D0-9117-5008174AAE79}" dt="2023-12-06T02:40:47.968" v="5962" actId="20577"/>
        <pc:sldMkLst>
          <pc:docMk/>
          <pc:sldMk cId="862292938" sldId="2560"/>
        </pc:sldMkLst>
      </pc:sldChg>
      <pc:sldChg chg="del">
        <pc:chgData name="Aurelien Domont" userId="6da7715ce44349b3" providerId="LiveId" clId="{131BB8E8-1659-49D0-9117-5008174AAE79}" dt="2023-12-06T03:15:09.089" v="6887" actId="47"/>
        <pc:sldMkLst>
          <pc:docMk/>
          <pc:sldMk cId="416818066" sldId="3284"/>
        </pc:sldMkLst>
      </pc:sldChg>
      <pc:sldChg chg="del">
        <pc:chgData name="Aurelien Domont" userId="6da7715ce44349b3" providerId="LiveId" clId="{131BB8E8-1659-49D0-9117-5008174AAE79}" dt="2023-12-06T03:15:09.089" v="6887" actId="47"/>
        <pc:sldMkLst>
          <pc:docMk/>
          <pc:sldMk cId="498457531" sldId="3285"/>
        </pc:sldMkLst>
      </pc:sldChg>
      <pc:sldChg chg="del">
        <pc:chgData name="Aurelien Domont" userId="6da7715ce44349b3" providerId="LiveId" clId="{131BB8E8-1659-49D0-9117-5008174AAE79}" dt="2023-12-06T03:15:09.089" v="6887" actId="47"/>
        <pc:sldMkLst>
          <pc:docMk/>
          <pc:sldMk cId="2716070288" sldId="3286"/>
        </pc:sldMkLst>
      </pc:sldChg>
      <pc:sldChg chg="del">
        <pc:chgData name="Aurelien Domont" userId="6da7715ce44349b3" providerId="LiveId" clId="{131BB8E8-1659-49D0-9117-5008174AAE79}" dt="2023-12-06T03:15:09.089" v="6887" actId="47"/>
        <pc:sldMkLst>
          <pc:docMk/>
          <pc:sldMk cId="4113459810" sldId="3287"/>
        </pc:sldMkLst>
      </pc:sldChg>
      <pc:sldChg chg="modSp mod">
        <pc:chgData name="Aurelien Domont" userId="6da7715ce44349b3" providerId="LiveId" clId="{131BB8E8-1659-49D0-9117-5008174AAE79}" dt="2023-12-06T02:43:09.617" v="6029" actId="20577"/>
        <pc:sldMkLst>
          <pc:docMk/>
          <pc:sldMk cId="2246164536" sldId="3289"/>
        </pc:sldMkLst>
      </pc:sldChg>
      <pc:sldChg chg="del">
        <pc:chgData name="Aurelien Domont" userId="6da7715ce44349b3" providerId="LiveId" clId="{131BB8E8-1659-49D0-9117-5008174AAE79}" dt="2023-12-06T03:14:46.543" v="6886" actId="47"/>
        <pc:sldMkLst>
          <pc:docMk/>
          <pc:sldMk cId="3022929388" sldId="3290"/>
        </pc:sldMkLst>
      </pc:sldChg>
      <pc:sldChg chg="del">
        <pc:chgData name="Aurelien Domont" userId="6da7715ce44349b3" providerId="LiveId" clId="{131BB8E8-1659-49D0-9117-5008174AAE79}" dt="2023-12-06T03:14:46.543" v="6886" actId="47"/>
        <pc:sldMkLst>
          <pc:docMk/>
          <pc:sldMk cId="3033454792" sldId="3291"/>
        </pc:sldMkLst>
      </pc:sldChg>
      <pc:sldChg chg="del">
        <pc:chgData name="Aurelien Domont" userId="6da7715ce44349b3" providerId="LiveId" clId="{131BB8E8-1659-49D0-9117-5008174AAE79}" dt="2023-12-06T03:15:12.103" v="6888" actId="47"/>
        <pc:sldMkLst>
          <pc:docMk/>
          <pc:sldMk cId="3005508325" sldId="3292"/>
        </pc:sldMkLst>
      </pc:sldChg>
      <pc:sldChg chg="del">
        <pc:chgData name="Aurelien Domont" userId="6da7715ce44349b3" providerId="LiveId" clId="{131BB8E8-1659-49D0-9117-5008174AAE79}" dt="2023-12-06T02:24:51.479" v="3839" actId="47"/>
        <pc:sldMkLst>
          <pc:docMk/>
          <pc:sldMk cId="2839640228" sldId="3294"/>
        </pc:sldMkLst>
      </pc:sldChg>
      <pc:sldChg chg="addSp delSp modSp del mod">
        <pc:chgData name="Aurelien Domont" userId="6da7715ce44349b3" providerId="LiveId" clId="{131BB8E8-1659-49D0-9117-5008174AAE79}" dt="2023-12-05T04:37:14.092" v="2411" actId="47"/>
        <pc:sldMkLst>
          <pc:docMk/>
          <pc:sldMk cId="4290400277" sldId="3296"/>
        </pc:sldMkLst>
      </pc:sldChg>
      <pc:sldChg chg="addSp delSp modSp del mod">
        <pc:chgData name="Aurelien Domont" userId="6da7715ce44349b3" providerId="LiveId" clId="{131BB8E8-1659-49D0-9117-5008174AAE79}" dt="2023-11-30T02:16:07.089" v="1201" actId="47"/>
        <pc:sldMkLst>
          <pc:docMk/>
          <pc:sldMk cId="937810425" sldId="3297"/>
        </pc:sldMkLst>
      </pc:sldChg>
      <pc:sldChg chg="new add del">
        <pc:chgData name="Aurelien Domont" userId="6da7715ce44349b3" providerId="LiveId" clId="{131BB8E8-1659-49D0-9117-5008174AAE79}" dt="2023-11-29T04:26:43.689" v="3" actId="47"/>
        <pc:sldMkLst>
          <pc:docMk/>
          <pc:sldMk cId="1875403106" sldId="3298"/>
        </pc:sldMkLst>
      </pc:sldChg>
      <pc:sldChg chg="add del">
        <pc:chgData name="Aurelien Domont" userId="6da7715ce44349b3" providerId="LiveId" clId="{131BB8E8-1659-49D0-9117-5008174AAE79}" dt="2023-12-04T23:49:46.880" v="1312" actId="47"/>
        <pc:sldMkLst>
          <pc:docMk/>
          <pc:sldMk cId="2879702699" sldId="3298"/>
        </pc:sldMkLst>
      </pc:sldChg>
      <pc:sldChg chg="addSp delSp modSp add del mod">
        <pc:chgData name="Aurelien Domont" userId="6da7715ce44349b3" providerId="LiveId" clId="{131BB8E8-1659-49D0-9117-5008174AAE79}" dt="2023-12-04T23:49:44.130" v="1311" actId="47"/>
        <pc:sldMkLst>
          <pc:docMk/>
          <pc:sldMk cId="2969891217" sldId="3299"/>
        </pc:sldMkLst>
      </pc:sldChg>
      <pc:sldChg chg="add del">
        <pc:chgData name="Aurelien Domont" userId="6da7715ce44349b3" providerId="LiveId" clId="{131BB8E8-1659-49D0-9117-5008174AAE79}" dt="2023-12-04T23:49:21.852" v="1305" actId="47"/>
        <pc:sldMkLst>
          <pc:docMk/>
          <pc:sldMk cId="2689967887" sldId="3300"/>
        </pc:sldMkLst>
      </pc:sldChg>
      <pc:sldChg chg="addSp delSp modSp add mod ord">
        <pc:chgData name="Aurelien Domont" userId="6da7715ce44349b3" providerId="LiveId" clId="{131BB8E8-1659-49D0-9117-5008174AAE79}" dt="2023-12-06T02:41:56.237" v="6023"/>
        <pc:sldMkLst>
          <pc:docMk/>
          <pc:sldMk cId="2392440094" sldId="3301"/>
        </pc:sldMkLst>
      </pc:sldChg>
      <pc:sldChg chg="add del">
        <pc:chgData name="Aurelien Domont" userId="6da7715ce44349b3" providerId="LiveId" clId="{131BB8E8-1659-49D0-9117-5008174AAE79}" dt="2023-12-04T23:58:07.152" v="1452" actId="47"/>
        <pc:sldMkLst>
          <pc:docMk/>
          <pc:sldMk cId="649289581" sldId="3302"/>
        </pc:sldMkLst>
      </pc:sldChg>
      <pc:sldChg chg="addSp delSp modSp new add mod">
        <pc:chgData name="Aurelien Domont" userId="6da7715ce44349b3" providerId="LiveId" clId="{131BB8E8-1659-49D0-9117-5008174AAE79}" dt="2023-12-06T02:40:03.347" v="5947"/>
        <pc:sldMkLst>
          <pc:docMk/>
          <pc:sldMk cId="1393908417" sldId="3302"/>
        </pc:sldMkLst>
      </pc:sldChg>
      <pc:sldChg chg="addSp delSp modSp add del mod">
        <pc:chgData name="Aurelien Domont" userId="6da7715ce44349b3" providerId="LiveId" clId="{131BB8E8-1659-49D0-9117-5008174AAE79}" dt="2023-12-05T00:04:04.215" v="2368" actId="47"/>
        <pc:sldMkLst>
          <pc:docMk/>
          <pc:sldMk cId="2745418366" sldId="3302"/>
        </pc:sldMkLst>
      </pc:sldChg>
      <pc:sldChg chg="addSp delSp modSp add mod">
        <pc:chgData name="Aurelien Domont" userId="6da7715ce44349b3" providerId="LiveId" clId="{131BB8E8-1659-49D0-9117-5008174AAE79}" dt="2023-12-06T02:50:33.257" v="6240" actId="108"/>
        <pc:sldMkLst>
          <pc:docMk/>
          <pc:sldMk cId="348420775" sldId="3303"/>
        </pc:sldMkLst>
      </pc:sldChg>
      <pc:sldChg chg="add del">
        <pc:chgData name="Aurelien Domont" userId="6da7715ce44349b3" providerId="LiveId" clId="{131BB8E8-1659-49D0-9117-5008174AAE79}" dt="2023-12-06T02:24:53.603" v="3840" actId="47"/>
        <pc:sldMkLst>
          <pc:docMk/>
          <pc:sldMk cId="4107792550" sldId="3303"/>
        </pc:sldMkLst>
      </pc:sldChg>
      <pc:sldChg chg="addSp delSp modSp add mod">
        <pc:chgData name="Aurelien Domont" userId="6da7715ce44349b3" providerId="LiveId" clId="{131BB8E8-1659-49D0-9117-5008174AAE79}" dt="2023-12-06T02:57:13.430" v="6380" actId="108"/>
        <pc:sldMkLst>
          <pc:docMk/>
          <pc:sldMk cId="2666055795" sldId="3304"/>
        </pc:sldMkLst>
      </pc:sldChg>
      <pc:sldChg chg="addSp delSp modSp add mod">
        <pc:chgData name="Aurelien Domont" userId="6da7715ce44349b3" providerId="LiveId" clId="{131BB8E8-1659-49D0-9117-5008174AAE79}" dt="2023-12-06T03:05:01.560" v="6545" actId="207"/>
        <pc:sldMkLst>
          <pc:docMk/>
          <pc:sldMk cId="957674206" sldId="3305"/>
        </pc:sldMkLst>
      </pc:sldChg>
      <pc:sldChg chg="addSp delSp modSp add mod">
        <pc:chgData name="Aurelien Domont" userId="6da7715ce44349b3" providerId="LiveId" clId="{131BB8E8-1659-49D0-9117-5008174AAE79}" dt="2023-12-06T03:10:06.478" v="6731" actId="207"/>
        <pc:sldMkLst>
          <pc:docMk/>
          <pc:sldMk cId="3006714839" sldId="3306"/>
        </pc:sldMkLst>
      </pc:sldChg>
      <pc:sldChg chg="addSp delSp modSp add mod">
        <pc:chgData name="Aurelien Domont" userId="6da7715ce44349b3" providerId="LiveId" clId="{131BB8E8-1659-49D0-9117-5008174AAE79}" dt="2023-12-06T03:14:29.748" v="6885" actId="108"/>
        <pc:sldMkLst>
          <pc:docMk/>
          <pc:sldMk cId="130198696" sldId="3307"/>
        </pc:sldMkLst>
      </pc:sldChg>
      <pc:sldChg chg="add del">
        <pc:chgData name="Aurelien Domont" userId="6da7715ce44349b3" providerId="LiveId" clId="{131BB8E8-1659-49D0-9117-5008174AAE79}" dt="2023-12-06T02:46:31.372" v="6191" actId="47"/>
        <pc:sldMkLst>
          <pc:docMk/>
          <pc:sldMk cId="3150484292" sldId="3308"/>
        </pc:sldMkLst>
      </pc:sldChg>
    </pc:docChg>
  </pc:docChgLst>
  <pc:docChgLst>
    <pc:chgData name="Aurelien Domont" userId="6da7715ce44349b3" providerId="LiveId" clId="{22309527-0B3F-4103-B55C-3A02DE10C806}"/>
    <pc:docChg chg="addSld delSld modSld modSection">
      <pc:chgData name="Aurelien Domont" userId="6da7715ce44349b3" providerId="LiveId" clId="{22309527-0B3F-4103-B55C-3A02DE10C806}" dt="2024-02-12T05:46:41.812" v="39" actId="20577"/>
      <pc:docMkLst>
        <pc:docMk/>
      </pc:docMkLst>
      <pc:sldChg chg="modSp mod">
        <pc:chgData name="Aurelien Domont" userId="6da7715ce44349b3" providerId="LiveId" clId="{22309527-0B3F-4103-B55C-3A02DE10C806}" dt="2024-02-06T01:55:22.793" v="37" actId="1035"/>
        <pc:sldMkLst>
          <pc:docMk/>
          <pc:sldMk cId="3956982643" sldId="526"/>
        </pc:sldMkLst>
      </pc:sldChg>
      <pc:sldChg chg="modSp mod">
        <pc:chgData name="Aurelien Domont" userId="6da7715ce44349b3" providerId="LiveId" clId="{22309527-0B3F-4103-B55C-3A02DE10C806}" dt="2024-02-12T05:46:41.812" v="39" actId="20577"/>
        <pc:sldMkLst>
          <pc:docMk/>
          <pc:sldMk cId="3272444503" sldId="2162"/>
        </pc:sldMkLst>
      </pc:sldChg>
      <pc:sldChg chg="modSp mod">
        <pc:chgData name="Aurelien Domont" userId="6da7715ce44349b3" providerId="LiveId" clId="{22309527-0B3F-4103-B55C-3A02DE10C806}" dt="2024-02-02T05:42:32.189" v="27" actId="20577"/>
        <pc:sldMkLst>
          <pc:docMk/>
          <pc:sldMk cId="1209091634" sldId="2338"/>
        </pc:sldMkLst>
      </pc:sldChg>
      <pc:sldChg chg="modSp mod">
        <pc:chgData name="Aurelien Domont" userId="6da7715ce44349b3" providerId="LiveId" clId="{22309527-0B3F-4103-B55C-3A02DE10C806}" dt="2023-12-14T03:50:44.331" v="18" actId="20577"/>
        <pc:sldMkLst>
          <pc:docMk/>
          <pc:sldMk cId="2246164536" sldId="3289"/>
        </pc:sldMkLst>
      </pc:sldChg>
      <pc:sldChg chg="modSp mod">
        <pc:chgData name="Aurelien Domont" userId="6da7715ce44349b3" providerId="LiveId" clId="{22309527-0B3F-4103-B55C-3A02DE10C806}" dt="2024-02-02T04:58:56.319" v="23" actId="20577"/>
        <pc:sldMkLst>
          <pc:docMk/>
          <pc:sldMk cId="2392440094" sldId="3301"/>
        </pc:sldMkLst>
      </pc:sldChg>
      <pc:sldChg chg="addSp modSp">
        <pc:chgData name="Aurelien Domont" userId="6da7715ce44349b3" providerId="LiveId" clId="{22309527-0B3F-4103-B55C-3A02DE10C806}" dt="2023-12-15T02:49:24.092" v="19"/>
        <pc:sldMkLst>
          <pc:docMk/>
          <pc:sldMk cId="1393908417" sldId="3302"/>
        </pc:sldMkLst>
      </pc:sldChg>
      <pc:sldChg chg="addSp modSp add del mod">
        <pc:chgData name="Aurelien Domont" userId="6da7715ce44349b3" providerId="LiveId" clId="{22309527-0B3F-4103-B55C-3A02DE10C806}" dt="2023-12-06T04:09:45.175" v="4" actId="47"/>
        <pc:sldMkLst>
          <pc:docMk/>
          <pc:sldMk cId="2283142339" sldId="3308"/>
        </pc:sldMkLst>
      </pc:sldChg>
    </pc:docChg>
  </pc:docChgLst>
  <pc:docChgLst>
    <pc:chgData name="Aurelien Domont" userId="6da7715ce44349b3" providerId="LiveId" clId="{9149B00E-810E-48AB-9153-54C78195225C}"/>
    <pc:docChg chg="undo custSel addSld delSld modSld sldOrd replTag">
      <pc:chgData name="Aurelien Domont" userId="6da7715ce44349b3" providerId="LiveId" clId="{9149B00E-810E-48AB-9153-54C78195225C}" dt="2023-11-24T06:13:39.326" v="7283" actId="20577"/>
      <pc:docMkLst>
        <pc:docMk/>
      </pc:docMkLst>
      <pc:sldChg chg="addSp delSp modSp mod">
        <pc:chgData name="Aurelien Domont" userId="6da7715ce44349b3" providerId="LiveId" clId="{9149B00E-810E-48AB-9153-54C78195225C}" dt="2023-11-22T02:03:24.035" v="6234"/>
        <pc:sldMkLst>
          <pc:docMk/>
          <pc:sldMk cId="3956982643" sldId="526"/>
        </pc:sldMkLst>
      </pc:sldChg>
      <pc:sldChg chg="modSp add del mod modClrScheme chgLayout">
        <pc:chgData name="Aurelien Domont" userId="6da7715ce44349b3" providerId="LiveId" clId="{9149B00E-810E-48AB-9153-54C78195225C}" dt="2023-11-22T22:16:33.778" v="6364" actId="2696"/>
        <pc:sldMkLst>
          <pc:docMk/>
          <pc:sldMk cId="2244843449" sldId="1784"/>
        </pc:sldMkLst>
      </pc:sldChg>
      <pc:sldChg chg="modSp add del mod modClrScheme chgLayout">
        <pc:chgData name="Aurelien Domont" userId="6da7715ce44349b3" providerId="LiveId" clId="{9149B00E-810E-48AB-9153-54C78195225C}" dt="2023-11-22T22:16:33.778" v="6364" actId="2696"/>
        <pc:sldMkLst>
          <pc:docMk/>
          <pc:sldMk cId="2407825212" sldId="1785"/>
        </pc:sldMkLst>
      </pc:sldChg>
      <pc:sldChg chg="modSp add del mod modClrScheme chgLayout">
        <pc:chgData name="Aurelien Domont" userId="6da7715ce44349b3" providerId="LiveId" clId="{9149B00E-810E-48AB-9153-54C78195225C}" dt="2023-11-22T22:16:33.778" v="6364" actId="2696"/>
        <pc:sldMkLst>
          <pc:docMk/>
          <pc:sldMk cId="3394244967" sldId="1786"/>
        </pc:sldMkLst>
      </pc:sldChg>
      <pc:sldChg chg="addSp modSp mod ord">
        <pc:chgData name="Aurelien Domont" userId="6da7715ce44349b3" providerId="LiveId" clId="{9149B00E-810E-48AB-9153-54C78195225C}" dt="2023-11-22T00:23:50.916" v="6023" actId="1076"/>
        <pc:sldMkLst>
          <pc:docMk/>
          <pc:sldMk cId="3272444503" sldId="2162"/>
        </pc:sldMkLst>
      </pc:sldChg>
      <pc:sldChg chg="modSp add del mod ord modClrScheme chgLayout">
        <pc:chgData name="Aurelien Domont" userId="6da7715ce44349b3" providerId="LiveId" clId="{9149B00E-810E-48AB-9153-54C78195225C}" dt="2023-11-22T00:10:49.077" v="4822" actId="47"/>
        <pc:sldMkLst>
          <pc:docMk/>
          <pc:sldMk cId="3015462381" sldId="2195"/>
        </pc:sldMkLst>
      </pc:sldChg>
      <pc:sldChg chg="delSp modSp add del mod modClrScheme chgLayout">
        <pc:chgData name="Aurelien Domont" userId="6da7715ce44349b3" providerId="LiveId" clId="{9149B00E-810E-48AB-9153-54C78195225C}" dt="2023-11-22T22:16:33.778" v="6364" actId="2696"/>
        <pc:sldMkLst>
          <pc:docMk/>
          <pc:sldMk cId="1636293053" sldId="2206"/>
        </pc:sldMkLst>
      </pc:sldChg>
      <pc:sldChg chg="delSp modSp add del mod modClrScheme chgLayout">
        <pc:chgData name="Aurelien Domont" userId="6da7715ce44349b3" providerId="LiveId" clId="{9149B00E-810E-48AB-9153-54C78195225C}" dt="2023-11-22T22:16:33.778" v="6364" actId="2696"/>
        <pc:sldMkLst>
          <pc:docMk/>
          <pc:sldMk cId="1868381863" sldId="2207"/>
        </pc:sldMkLst>
      </pc:sldChg>
      <pc:sldChg chg="del">
        <pc:chgData name="Aurelien Domont" userId="6da7715ce44349b3" providerId="LiveId" clId="{9149B00E-810E-48AB-9153-54C78195225C}" dt="2023-11-22T00:20:46.796" v="5445" actId="47"/>
        <pc:sldMkLst>
          <pc:docMk/>
          <pc:sldMk cId="3871908814" sldId="2559"/>
        </pc:sldMkLst>
      </pc:sldChg>
      <pc:sldChg chg="addSp delSp modSp mod ord">
        <pc:chgData name="Aurelien Domont" userId="6da7715ce44349b3" providerId="LiveId" clId="{9149B00E-810E-48AB-9153-54C78195225C}" dt="2023-11-22T00:22:54.262" v="6014" actId="20577"/>
        <pc:sldMkLst>
          <pc:docMk/>
          <pc:sldMk cId="862292938" sldId="2560"/>
        </pc:sldMkLst>
      </pc:sldChg>
      <pc:sldChg chg="addSp delSp modSp del mod ord">
        <pc:chgData name="Aurelien Domont" userId="6da7715ce44349b3" providerId="LiveId" clId="{9149B00E-810E-48AB-9153-54C78195225C}" dt="2023-11-22T00:36:45.694" v="6222" actId="47"/>
        <pc:sldMkLst>
          <pc:docMk/>
          <pc:sldMk cId="3906540847" sldId="2561"/>
        </pc:sldMkLst>
      </pc:sldChg>
      <pc:sldChg chg="add del ord">
        <pc:chgData name="Aurelien Domont" userId="6da7715ce44349b3" providerId="LiveId" clId="{9149B00E-810E-48AB-9153-54C78195225C}" dt="2023-11-22T00:36:48" v="6223" actId="47"/>
        <pc:sldMkLst>
          <pc:docMk/>
          <pc:sldMk cId="3357917663" sldId="2590"/>
        </pc:sldMkLst>
      </pc:sldChg>
      <pc:sldChg chg="modSp mod ord">
        <pc:chgData name="Aurelien Domont" userId="6da7715ce44349b3" providerId="LiveId" clId="{9149B00E-810E-48AB-9153-54C78195225C}" dt="2023-11-21T23:56:24.281" v="184" actId="20577"/>
        <pc:sldMkLst>
          <pc:docMk/>
          <pc:sldMk cId="2246164536" sldId="3289"/>
        </pc:sldMkLst>
      </pc:sldChg>
      <pc:sldChg chg="new add">
        <pc:chgData name="Aurelien Domont" userId="6da7715ce44349b3" providerId="LiveId" clId="{9149B00E-810E-48AB-9153-54C78195225C}" dt="2023-11-21T23:49:39.101" v="9"/>
        <pc:sldMkLst>
          <pc:docMk/>
          <pc:sldMk cId="3005508325" sldId="3292"/>
        </pc:sldMkLst>
      </pc:sldChg>
      <pc:sldChg chg="addSp delSp modSp add del mod">
        <pc:chgData name="Aurelien Domont" userId="6da7715ce44349b3" providerId="LiveId" clId="{9149B00E-810E-48AB-9153-54C78195225C}" dt="2023-11-22T00:10:40.664" v="4821" actId="47"/>
        <pc:sldMkLst>
          <pc:docMk/>
          <pc:sldMk cId="2515676013" sldId="3293"/>
        </pc:sldMkLst>
      </pc:sldChg>
      <pc:sldChg chg="addSp delSp modSp add mod">
        <pc:chgData name="Aurelien Domont" userId="6da7715ce44349b3" providerId="LiveId" clId="{9149B00E-810E-48AB-9153-54C78195225C}" dt="2023-11-22T00:20:39.591" v="5444" actId="20577"/>
        <pc:sldMkLst>
          <pc:docMk/>
          <pc:sldMk cId="2839640228" sldId="3294"/>
        </pc:sldMkLst>
      </pc:sldChg>
      <pc:sldChg chg="addSp delSp modSp add del mod addCm delCm modCm modNotesTx">
        <pc:chgData name="Aurelien Domont" userId="6da7715ce44349b3" providerId="LiveId" clId="{9149B00E-810E-48AB-9153-54C78195225C}" dt="2023-11-24T06:13:17.339" v="7267" actId="47"/>
        <pc:sldMkLst>
          <pc:docMk/>
          <pc:sldMk cId="3022687460" sldId="3295"/>
        </pc:sldMkLst>
        <pc:extLst>
          <p:ext xmlns:p="http://schemas.openxmlformats.org/presentationml/2006/main" uri="{D6D511B9-2390-475A-947B-AFAB55BFBCF1}">
            <pc226:cmChg xmlns:pc226="http://schemas.microsoft.com/office/powerpoint/2022/06/main/command" chg="add del mod">
              <pc226:chgData name="Aurelien Domont" userId="6da7715ce44349b3" providerId="LiveId" clId="{9149B00E-810E-48AB-9153-54C78195225C}" dt="2023-11-23T05:24:17.613" v="6438"/>
              <pc2:cmMkLst xmlns:pc2="http://schemas.microsoft.com/office/powerpoint/2019/9/main/command">
                <pc:docMk/>
                <pc:sldMk cId="3022687460" sldId="3295"/>
                <pc2:cmMk id="{781ABA62-B7B8-46A1-98B5-7C672E33ADD1}"/>
              </pc2:cmMkLst>
            </pc226:cmChg>
          </p:ext>
        </pc:extLst>
      </pc:sldChg>
      <pc:sldChg chg="add del">
        <pc:chgData name="Aurelien Domont" userId="6da7715ce44349b3" providerId="LiveId" clId="{9149B00E-810E-48AB-9153-54C78195225C}" dt="2023-11-22T00:28:10.398" v="6092"/>
        <pc:sldMkLst>
          <pc:docMk/>
          <pc:sldMk cId="1732872127" sldId="3296"/>
        </pc:sldMkLst>
      </pc:sldChg>
      <pc:sldChg chg="addSp delSp modSp add del mod">
        <pc:chgData name="Aurelien Domont" userId="6da7715ce44349b3" providerId="LiveId" clId="{9149B00E-810E-48AB-9153-54C78195225C}" dt="2023-11-22T00:36:42.977" v="6221" actId="47"/>
        <pc:sldMkLst>
          <pc:docMk/>
          <pc:sldMk cId="2874432511" sldId="3296"/>
        </pc:sldMkLst>
      </pc:sldChg>
      <pc:sldChg chg="delSp modSp add mod">
        <pc:chgData name="Aurelien Domont" userId="6da7715ce44349b3" providerId="LiveId" clId="{9149B00E-810E-48AB-9153-54C78195225C}" dt="2023-11-23T06:59:09.081" v="6702" actId="5793"/>
        <pc:sldMkLst>
          <pc:docMk/>
          <pc:sldMk cId="4290400277" sldId="3296"/>
        </pc:sldMkLst>
      </pc:sldChg>
      <pc:sldChg chg="addSp delSp modSp add mod ord">
        <pc:chgData name="Aurelien Domont" userId="6da7715ce44349b3" providerId="LiveId" clId="{9149B00E-810E-48AB-9153-54C78195225C}" dt="2023-11-24T06:13:39.326" v="7283" actId="20577"/>
        <pc:sldMkLst>
          <pc:docMk/>
          <pc:sldMk cId="937810425" sldId="3297"/>
        </pc:sldMkLst>
      </pc:sldChg>
      <pc:sldMasterChg chg="delSldLayout">
        <pc:chgData name="Aurelien Domont" userId="6da7715ce44349b3" providerId="LiveId" clId="{9149B00E-810E-48AB-9153-54C78195225C}" dt="2023-11-21T23:57:54.169" v="192" actId="2696"/>
        <pc:sldMasterMkLst>
          <pc:docMk/>
          <pc:sldMasterMk cId="3482721130" sldId="2147483828"/>
        </pc:sldMasterMkLst>
        <pc:sldLayoutChg chg="del">
          <pc:chgData name="Aurelien Domont" userId="6da7715ce44349b3" providerId="LiveId" clId="{9149B00E-810E-48AB-9153-54C78195225C}" dt="2023-11-21T23:57:54.169" v="192" actId="2696"/>
          <pc:sldLayoutMkLst>
            <pc:docMk/>
            <pc:sldMasterMk cId="3482721130" sldId="2147483828"/>
            <pc:sldLayoutMk cId="2253346866" sldId="2147483836"/>
          </pc:sldLayoutMkLst>
        </pc:sldLayoutChg>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Binary_Worksheet.xlsb"/></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1331444759206799E-2"/>
          <c:y val="0.13006756756756757"/>
          <c:w val="0.97733711048158645"/>
          <c:h val="0.77744932432432434"/>
        </c:manualLayout>
      </c:layout>
      <c:barChart>
        <c:barDir val="col"/>
        <c:grouping val="stacked"/>
        <c:varyColors val="0"/>
        <c:ser>
          <c:idx val="0"/>
          <c:order val="0"/>
          <c:spPr>
            <a:solidFill>
              <a:schemeClr val="accent1"/>
            </a:solidFill>
            <a:ln>
              <a:noFill/>
            </a:ln>
          </c:spPr>
          <c:invertIfNegative val="0"/>
          <c:dPt>
            <c:idx val="1"/>
            <c:invertIfNegative val="0"/>
            <c:bubble3D val="0"/>
            <c:spPr>
              <a:solidFill>
                <a:schemeClr val="accent2"/>
              </a:solidFill>
              <a:ln>
                <a:noFill/>
              </a:ln>
            </c:spPr>
            <c:extLst>
              <c:ext xmlns:c16="http://schemas.microsoft.com/office/drawing/2014/chart" uri="{C3380CC4-5D6E-409C-BE32-E72D297353CC}">
                <c16:uniqueId val="{00000000-A2EF-4D3B-9AEF-5E29DEB6FCD1}"/>
              </c:ext>
            </c:extLst>
          </c:dPt>
          <c:dLbls>
            <c:dLbl>
              <c:idx val="0"/>
              <c:layout>
                <c:manualLayout>
                  <c:x val="0"/>
                  <c:y val="-0.37373310810810811"/>
                </c:manualLayout>
              </c:layout>
              <c:numFmt formatCode="#,##0&quot;%&quot;;&quot;-&quot;#,##0&quot;%&quot;" sourceLinked="0"/>
              <c:spPr>
                <a:noFill/>
                <a:ln>
                  <a:noFill/>
                </a:ln>
              </c:spPr>
              <c:txPr>
                <a:bodyPr wrap="none"/>
                <a:lstStyle/>
                <a:p>
                  <a:pPr>
                    <a:defRPr sz="16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A2EF-4D3B-9AEF-5E29DEB6FCD1}"/>
                </c:ext>
              </c:extLst>
            </c:dLbl>
            <c:dLbl>
              <c:idx val="1"/>
              <c:layout>
                <c:manualLayout>
                  <c:x val="0"/>
                  <c:y val="-0.42652027027027029"/>
                </c:manualLayout>
              </c:layout>
              <c:numFmt formatCode="#,##0&quot;%&quot;;&quot;-&quot;#,##0&quot;%&quot;" sourceLinked="0"/>
              <c:spPr>
                <a:noFill/>
                <a:ln>
                  <a:noFill/>
                </a:ln>
              </c:spPr>
              <c:txPr>
                <a:bodyPr wrap="none"/>
                <a:lstStyle/>
                <a:p>
                  <a:pPr>
                    <a:defRPr sz="16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A2EF-4D3B-9AEF-5E29DEB6FCD1}"/>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Sheet1!$A$1:$B$1</c:f>
              <c:numCache>
                <c:formatCode>General</c:formatCode>
                <c:ptCount val="2"/>
                <c:pt idx="0">
                  <c:v>45</c:v>
                </c:pt>
                <c:pt idx="1">
                  <c:v>52</c:v>
                </c:pt>
              </c:numCache>
            </c:numRef>
          </c:val>
          <c:extLst>
            <c:ext xmlns:c16="http://schemas.microsoft.com/office/drawing/2014/chart" uri="{C3380CC4-5D6E-409C-BE32-E72D297353CC}">
              <c16:uniqueId val="{00000002-A2EF-4D3B-9AEF-5E29DEB6FCD1}"/>
            </c:ext>
          </c:extLst>
        </c:ser>
        <c:dLbls>
          <c:showLegendKey val="0"/>
          <c:showVal val="0"/>
          <c:showCatName val="0"/>
          <c:showSerName val="0"/>
          <c:showPercent val="0"/>
          <c:showBubbleSize val="0"/>
        </c:dLbls>
        <c:gapWidth val="80"/>
        <c:overlap val="100"/>
        <c:axId val="2139907024"/>
        <c:axId val="1"/>
      </c:barChart>
      <c:catAx>
        <c:axId val="2139907024"/>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52"/>
          <c:min val="0"/>
        </c:scaling>
        <c:delete val="1"/>
        <c:axPos val="l"/>
        <c:numFmt formatCode="General" sourceLinked="1"/>
        <c:majorTickMark val="out"/>
        <c:minorTickMark val="none"/>
        <c:tickLblPos val="nextTo"/>
        <c:crossAx val="2139907024"/>
        <c:crosses val="min"/>
        <c:crossBetween val="between"/>
      </c:valAx>
    </c:plotArea>
    <c:plotVisOnly val="0"/>
    <c:dispBlanksAs val="gap"/>
    <c:showDLblsOverMax val="1"/>
  </c:chart>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680FBE-A8DF-4758-9AC4-3A9E1039168F}" type="datetimeFigureOut">
              <a:rPr lang="en-US" smtClean="0"/>
              <a:t>6/30/2025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679768-A2FC-4D08-91F6-8DCE6C566B36}" type="slidenum">
              <a:rPr lang="en-US" smtClean="0"/>
              <a:t>‹#›</a:t>
            </a:fld>
            <a:endParaRPr lang="en-US" dirty="0"/>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rtl="0">
              <a:defRPr sz="1200"/>
            </a:lvl1pPr>
          </a:lstStyle>
          <a:p>
            <a:fld id="{EC13577B-6902-467D-A26C-08A0DD5E4E03}" type="datetimeFigureOut">
              <a:rPr lang="en-US" smtClean="0"/>
              <a:pPr/>
              <a:t>6/30/2025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rtl="0">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rtl="0">
              <a:defRPr sz="1200"/>
            </a:lvl1pPr>
          </a:lstStyle>
          <a:p>
            <a:fld id="{DF61EA0F-A667-4B49-8422-0062BC55E249}" type="slidenum">
              <a:rPr lang="en-US" smtClean="0"/>
              <a:pPr/>
              <a:t>‹#›</a:t>
            </a:fld>
            <a:endParaRPr lang="en-US" dirty="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1</a:t>
            </a:fld>
            <a:endParaRPr lang="en-US" dirty="0"/>
          </a:p>
        </p:txBody>
      </p:sp>
    </p:spTree>
    <p:extLst>
      <p:ext uri="{BB962C8B-B14F-4D97-AF65-F5344CB8AC3E}">
        <p14:creationId xmlns:p14="http://schemas.microsoft.com/office/powerpoint/2010/main" val="24909319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86D15-7E8D-846E-683D-2CC8922296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D0CF7B-6B69-6B58-3396-6614B3C23B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A076A3-AD5E-453A-F66B-52FF18A4751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EC00610-B030-8783-62BB-F93FD855ECBD}"/>
              </a:ext>
            </a:extLst>
          </p:cNvPr>
          <p:cNvSpPr>
            <a:spLocks noGrp="1"/>
          </p:cNvSpPr>
          <p:nvPr>
            <p:ph type="sldNum" sz="quarter" idx="5"/>
          </p:nvPr>
        </p:nvSpPr>
        <p:spPr/>
        <p:txBody>
          <a:bodyPr/>
          <a:lstStyle/>
          <a:p>
            <a:fld id="{DF61EA0F-A667-4B49-8422-0062BC55E249}" type="slidenum">
              <a:rPr lang="en-US" smtClean="0"/>
              <a:pPr/>
              <a:t>2</a:t>
            </a:fld>
            <a:endParaRPr lang="en-US" dirty="0"/>
          </a:p>
        </p:txBody>
      </p:sp>
    </p:spTree>
    <p:extLst>
      <p:ext uri="{BB962C8B-B14F-4D97-AF65-F5344CB8AC3E}">
        <p14:creationId xmlns:p14="http://schemas.microsoft.com/office/powerpoint/2010/main" val="27715120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3</a:t>
            </a:fld>
            <a:endParaRPr lang="en-US" dirty="0"/>
          </a:p>
        </p:txBody>
      </p:sp>
    </p:spTree>
    <p:extLst>
      <p:ext uri="{BB962C8B-B14F-4D97-AF65-F5344CB8AC3E}">
        <p14:creationId xmlns:p14="http://schemas.microsoft.com/office/powerpoint/2010/main" val="13829784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6</a:t>
            </a:fld>
            <a:endParaRPr lang="en-US" dirty="0"/>
          </a:p>
        </p:txBody>
      </p:sp>
    </p:spTree>
    <p:extLst>
      <p:ext uri="{BB962C8B-B14F-4D97-AF65-F5344CB8AC3E}">
        <p14:creationId xmlns:p14="http://schemas.microsoft.com/office/powerpoint/2010/main" val="30787693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7</a:t>
            </a:fld>
            <a:endParaRPr lang="en-US" dirty="0"/>
          </a:p>
        </p:txBody>
      </p:sp>
    </p:spTree>
    <p:extLst>
      <p:ext uri="{BB962C8B-B14F-4D97-AF65-F5344CB8AC3E}">
        <p14:creationId xmlns:p14="http://schemas.microsoft.com/office/powerpoint/2010/main" val="3311147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0DF66-9D0E-5C11-BCD9-CD96E5A9DA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6F1EF8-D932-EB5E-729B-1C670BC16D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E14274-D510-6B15-D75D-4B80F4CBEE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E690E5D-E4FF-ED5B-7D21-14C1B576CD9F}"/>
              </a:ext>
            </a:extLst>
          </p:cNvPr>
          <p:cNvSpPr>
            <a:spLocks noGrp="1"/>
          </p:cNvSpPr>
          <p:nvPr>
            <p:ph type="sldNum" sz="quarter" idx="5"/>
          </p:nvPr>
        </p:nvSpPr>
        <p:spPr/>
        <p:txBody>
          <a:bodyPr/>
          <a:lstStyle/>
          <a:p>
            <a:fld id="{DF61EA0F-A667-4B49-8422-0062BC55E249}" type="slidenum">
              <a:rPr lang="en-US" smtClean="0"/>
              <a:pPr/>
              <a:t>9</a:t>
            </a:fld>
            <a:endParaRPr lang="en-US" dirty="0"/>
          </a:p>
        </p:txBody>
      </p:sp>
    </p:spTree>
    <p:extLst>
      <p:ext uri="{BB962C8B-B14F-4D97-AF65-F5344CB8AC3E}">
        <p14:creationId xmlns:p14="http://schemas.microsoft.com/office/powerpoint/2010/main" val="1785508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10</a:t>
            </a:fld>
            <a:endParaRPr lang="en-US" dirty="0"/>
          </a:p>
        </p:txBody>
      </p:sp>
    </p:spTree>
    <p:extLst>
      <p:ext uri="{BB962C8B-B14F-4D97-AF65-F5344CB8AC3E}">
        <p14:creationId xmlns:p14="http://schemas.microsoft.com/office/powerpoint/2010/main" val="39456024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18</a:t>
            </a:fld>
            <a:endParaRPr lang="en-US" dirty="0"/>
          </a:p>
        </p:txBody>
      </p:sp>
    </p:spTree>
    <p:extLst>
      <p:ext uri="{BB962C8B-B14F-4D97-AF65-F5344CB8AC3E}">
        <p14:creationId xmlns:p14="http://schemas.microsoft.com/office/powerpoint/2010/main" val="10910811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19</a:t>
            </a:fld>
            <a:endParaRPr lang="en-US" dirty="0"/>
          </a:p>
        </p:txBody>
      </p:sp>
    </p:spTree>
    <p:extLst>
      <p:ext uri="{BB962C8B-B14F-4D97-AF65-F5344CB8AC3E}">
        <p14:creationId xmlns:p14="http://schemas.microsoft.com/office/powerpoint/2010/main" val="7674029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21</a:t>
            </a:fld>
            <a:endParaRPr lang="en-US" dirty="0"/>
          </a:p>
        </p:txBody>
      </p:sp>
    </p:spTree>
    <p:extLst>
      <p:ext uri="{BB962C8B-B14F-4D97-AF65-F5344CB8AC3E}">
        <p14:creationId xmlns:p14="http://schemas.microsoft.com/office/powerpoint/2010/main" val="27649952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22</a:t>
            </a:fld>
            <a:endParaRPr lang="en-US" dirty="0"/>
          </a:p>
        </p:txBody>
      </p:sp>
    </p:spTree>
    <p:extLst>
      <p:ext uri="{BB962C8B-B14F-4D97-AF65-F5344CB8AC3E}">
        <p14:creationId xmlns:p14="http://schemas.microsoft.com/office/powerpoint/2010/main" val="12988929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23</a:t>
            </a:fld>
            <a:endParaRPr lang="en-US" dirty="0"/>
          </a:p>
        </p:txBody>
      </p:sp>
    </p:spTree>
    <p:extLst>
      <p:ext uri="{BB962C8B-B14F-4D97-AF65-F5344CB8AC3E}">
        <p14:creationId xmlns:p14="http://schemas.microsoft.com/office/powerpoint/2010/main" val="26654315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24</a:t>
            </a:fld>
            <a:endParaRPr lang="en-US" dirty="0"/>
          </a:p>
        </p:txBody>
      </p:sp>
    </p:spTree>
    <p:extLst>
      <p:ext uri="{BB962C8B-B14F-4D97-AF65-F5344CB8AC3E}">
        <p14:creationId xmlns:p14="http://schemas.microsoft.com/office/powerpoint/2010/main" val="6732697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image" Target="../media/image2.emf"/><Relationship Id="rId4" Type="http://schemas.openxmlformats.org/officeDocument/2006/relationships/oleObject" Target="../embeddings/oleObject3.bin"/></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2.emf"/><Relationship Id="rId4" Type="http://schemas.openxmlformats.org/officeDocument/2006/relationships/oleObject" Target="../embeddings/oleObject4.bin"/></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2.emf"/><Relationship Id="rId4" Type="http://schemas.openxmlformats.org/officeDocument/2006/relationships/oleObject" Target="../embeddings/oleObject5.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 1 Text Box">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BFFDEDE2-612E-44BA-97AF-BE2800D0205E}"/>
              </a:ext>
            </a:extLst>
          </p:cNvPr>
          <p:cNvGraphicFramePr>
            <a:graphicFrameLocks noChangeAspect="1"/>
          </p:cNvGraphicFramePr>
          <p:nvPr>
            <p:custDataLst>
              <p:tags r:id="rId1"/>
            </p:custDataLst>
            <p:extLst>
              <p:ext uri="{D42A27DB-BD31-4B8C-83A1-F6EECF244321}">
                <p14:modId xmlns:p14="http://schemas.microsoft.com/office/powerpoint/2010/main" val="13443790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4" name="Object 3" hidden="1">
                        <a:extLst>
                          <a:ext uri="{FF2B5EF4-FFF2-40B4-BE49-F238E27FC236}">
                            <a16:creationId xmlns:a16="http://schemas.microsoft.com/office/drawing/2014/main" id="{BFFDEDE2-612E-44BA-97AF-BE2800D0205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3ADB49A0-8B85-4CDE-8262-9211F1AFE277}"/>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2400" b="1" i="0" baseline="0"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18" name="Title Placeholder 1">
            <a:extLst>
              <a:ext uri="{FF2B5EF4-FFF2-40B4-BE49-F238E27FC236}">
                <a16:creationId xmlns:a16="http://schemas.microsoft.com/office/drawing/2014/main" id="{DE07B690-0BBA-34F2-85A9-F009C8C6502D}"/>
              </a:ext>
            </a:extLst>
          </p:cNvPr>
          <p:cNvSpPr>
            <a:spLocks noGrp="1"/>
          </p:cNvSpPr>
          <p:nvPr>
            <p:ph type="title"/>
          </p:nvPr>
        </p:nvSpPr>
        <p:spPr>
          <a:xfrm>
            <a:off x="514115" y="365126"/>
            <a:ext cx="11073452" cy="1081710"/>
          </a:xfrm>
          <a:prstGeom prst="rect">
            <a:avLst/>
          </a:prstGeom>
          <a:noFill/>
        </p:spPr>
        <p:txBody>
          <a:bodyPr vert="horz" lIns="91440" tIns="45720" rIns="91440" bIns="45720" rtlCol="0" anchor="ctr">
            <a:normAutofit/>
          </a:bodyPr>
          <a:lstStyle>
            <a:lvl1pPr rtl="0">
              <a:defRPr/>
            </a:lvl1pPr>
          </a:lstStyle>
          <a:p>
            <a:r>
              <a:rPr lang="en-US" dirty="0"/>
              <a:t>Click to </a:t>
            </a:r>
            <a:r>
              <a:rPr lang="en-US" noProof="0" dirty="0"/>
              <a:t>edit</a:t>
            </a:r>
            <a:r>
              <a:rPr lang="en-US" dirty="0"/>
              <a:t> Master title style</a:t>
            </a:r>
          </a:p>
        </p:txBody>
      </p:sp>
      <p:sp>
        <p:nvSpPr>
          <p:cNvPr id="2" name="Slide Number Placeholder 5">
            <a:extLst>
              <a:ext uri="{FF2B5EF4-FFF2-40B4-BE49-F238E27FC236}">
                <a16:creationId xmlns:a16="http://schemas.microsoft.com/office/drawing/2014/main" id="{EA8DDF7C-B3ED-2539-2997-8DDCC58F6E91}"/>
              </a:ext>
            </a:extLst>
          </p:cNvPr>
          <p:cNvSpPr>
            <a:spLocks noGrp="1"/>
          </p:cNvSpPr>
          <p:nvPr>
            <p:ph type="sldNum" sz="quarter" idx="4"/>
          </p:nvPr>
        </p:nvSpPr>
        <p:spPr>
          <a:xfrm>
            <a:off x="11220450" y="6611448"/>
            <a:ext cx="353064" cy="187565"/>
          </a:xfrm>
          <a:prstGeom prst="rect">
            <a:avLst/>
          </a:prstGeom>
        </p:spPr>
        <p:txBody>
          <a:bodyPr vert="horz" lIns="0" tIns="0" rIns="0" bIns="0" rtlCol="0" anchor="ctr"/>
          <a:lstStyle>
            <a:lvl1pPr algn="r" rtl="0">
              <a:defRPr sz="1000">
                <a:solidFill>
                  <a:schemeClr val="bg1">
                    <a:lumMod val="65000"/>
                  </a:schemeClr>
                </a:solidFill>
                <a:latin typeface="Arial" panose="020B0604020202020204" pitchFamily="34" charset="0"/>
                <a:cs typeface="Arial" panose="020B0604020202020204" pitchFamily="34" charset="0"/>
              </a:defRPr>
            </a:lvl1pPr>
          </a:lstStyle>
          <a:p>
            <a:fld id="{37F5C94B-8C55-478B-B509-BAE6A06B2E2A}" type="slidenum">
              <a:rPr lang="en-US" smtClean="0"/>
              <a:pPr/>
              <a:t>‹#›</a:t>
            </a:fld>
            <a:endParaRPr lang="en-US" dirty="0"/>
          </a:p>
        </p:txBody>
      </p:sp>
      <p:sp>
        <p:nvSpPr>
          <p:cNvPr id="3" name="Footer Placeholder 4">
            <a:extLst>
              <a:ext uri="{FF2B5EF4-FFF2-40B4-BE49-F238E27FC236}">
                <a16:creationId xmlns:a16="http://schemas.microsoft.com/office/drawing/2014/main" id="{CA576B74-1056-1C88-D7FB-F21F9C3B8A6B}"/>
              </a:ext>
            </a:extLst>
          </p:cNvPr>
          <p:cNvSpPr>
            <a:spLocks noGrp="1"/>
          </p:cNvSpPr>
          <p:nvPr>
            <p:ph type="ftr" sz="quarter" idx="3"/>
          </p:nvPr>
        </p:nvSpPr>
        <p:spPr>
          <a:xfrm>
            <a:off x="8617402" y="6628286"/>
            <a:ext cx="2508250" cy="153888"/>
          </a:xfrm>
          <a:prstGeom prst="rect">
            <a:avLst/>
          </a:prstGeom>
        </p:spPr>
        <p:txBody>
          <a:bodyPr wrap="square" lIns="0" tIns="0" rIns="0" bIns="0">
            <a:spAutoFit/>
          </a:bodyPr>
          <a:lstStyle>
            <a:lvl1pPr marL="0" algn="r" defTabSz="914400" rtl="0" eaLnBrk="1" latinLnBrk="0" hangingPunct="1">
              <a:defRPr lang="en-IN" sz="1000" kern="1200" dirty="0" smtClean="0">
                <a:solidFill>
                  <a:schemeClr val="bg1">
                    <a:lumMod val="65000"/>
                  </a:schemeClr>
                </a:solidFill>
                <a:latin typeface="Arial" panose="020B0604020202020204" pitchFamily="34" charset="0"/>
                <a:ea typeface="+mn-ea"/>
                <a:cs typeface="Arial" panose="020B0604020202020204" pitchFamily="34" charset="0"/>
              </a:defRPr>
            </a:lvl1pPr>
          </a:lstStyle>
          <a:p>
            <a:r>
              <a:rPr lang="en-US" dirty="0"/>
              <a:t>Domont Consulting</a:t>
            </a:r>
          </a:p>
        </p:txBody>
      </p:sp>
    </p:spTree>
    <p:extLst>
      <p:ext uri="{BB962C8B-B14F-4D97-AF65-F5344CB8AC3E}">
        <p14:creationId xmlns:p14="http://schemas.microsoft.com/office/powerpoint/2010/main" val="250590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Blue Blank">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95B5E3D-CB4A-42B4-B4A8-2B0BF3B8ABBF}"/>
              </a:ext>
            </a:extLst>
          </p:cNvPr>
          <p:cNvGraphicFramePr>
            <a:graphicFrameLocks noChangeAspect="1"/>
          </p:cNvGraphicFramePr>
          <p:nvPr>
            <p:custDataLst>
              <p:tags r:id="rId1"/>
            </p:custDataLst>
            <p:extLst>
              <p:ext uri="{D42A27DB-BD31-4B8C-83A1-F6EECF244321}">
                <p14:modId xmlns:p14="http://schemas.microsoft.com/office/powerpoint/2010/main" val="14044783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6" name="Object 5" hidden="1">
                        <a:extLst>
                          <a:ext uri="{FF2B5EF4-FFF2-40B4-BE49-F238E27FC236}">
                            <a16:creationId xmlns:a16="http://schemas.microsoft.com/office/drawing/2014/main" id="{E95B5E3D-CB4A-42B4-B4A8-2B0BF3B8AB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DA92DAC-F488-43C5-9D7F-27FF4541E39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4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11930260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White Blank">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95B5E3D-CB4A-42B4-B4A8-2B0BF3B8ABBF}"/>
              </a:ext>
            </a:extLst>
          </p:cNvPr>
          <p:cNvGraphicFramePr>
            <a:graphicFrameLocks noChangeAspect="1"/>
          </p:cNvGraphicFramePr>
          <p:nvPr>
            <p:custDataLst>
              <p:tags r:id="rId1"/>
            </p:custDataLst>
            <p:extLst>
              <p:ext uri="{D42A27DB-BD31-4B8C-83A1-F6EECF244321}">
                <p14:modId xmlns:p14="http://schemas.microsoft.com/office/powerpoint/2010/main" val="39837050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6" name="Object 5" hidden="1">
                        <a:extLst>
                          <a:ext uri="{FF2B5EF4-FFF2-40B4-BE49-F238E27FC236}">
                            <a16:creationId xmlns:a16="http://schemas.microsoft.com/office/drawing/2014/main" id="{E95B5E3D-CB4A-42B4-B4A8-2B0BF3B8AB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DA92DAC-F488-43C5-9D7F-27FF4541E39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4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423419968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Ending slide">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95B5E3D-CB4A-42B4-B4A8-2B0BF3B8ABBF}"/>
              </a:ext>
            </a:extLst>
          </p:cNvPr>
          <p:cNvGraphicFramePr>
            <a:graphicFrameLocks noChangeAspect="1"/>
          </p:cNvGraphicFramePr>
          <p:nvPr>
            <p:custDataLst>
              <p:tags r:id="rId1"/>
            </p:custDataLst>
            <p:extLst>
              <p:ext uri="{D42A27DB-BD31-4B8C-83A1-F6EECF244321}">
                <p14:modId xmlns:p14="http://schemas.microsoft.com/office/powerpoint/2010/main" val="39837050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6" name="Object 5" hidden="1">
                        <a:extLst>
                          <a:ext uri="{FF2B5EF4-FFF2-40B4-BE49-F238E27FC236}">
                            <a16:creationId xmlns:a16="http://schemas.microsoft.com/office/drawing/2014/main" id="{E95B5E3D-CB4A-42B4-B4A8-2B0BF3B8AB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DA92DAC-F488-43C5-9D7F-27FF4541E39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4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cxnSp>
        <p:nvCxnSpPr>
          <p:cNvPr id="2" name="Straight Connector 1">
            <a:extLst>
              <a:ext uri="{FF2B5EF4-FFF2-40B4-BE49-F238E27FC236}">
                <a16:creationId xmlns:a16="http://schemas.microsoft.com/office/drawing/2014/main" id="{FDEAB32C-E968-A714-7A77-AEFD89D2A392}"/>
              </a:ext>
            </a:extLst>
          </p:cNvPr>
          <p:cNvCxnSpPr/>
          <p:nvPr userDrawn="1"/>
        </p:nvCxnSpPr>
        <p:spPr>
          <a:xfrm>
            <a:off x="604435" y="1491544"/>
            <a:ext cx="10983132"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sp>
        <p:nvSpPr>
          <p:cNvPr id="3" name="Title Placeholder 1">
            <a:extLst>
              <a:ext uri="{FF2B5EF4-FFF2-40B4-BE49-F238E27FC236}">
                <a16:creationId xmlns:a16="http://schemas.microsoft.com/office/drawing/2014/main" id="{69B22D6A-2535-B1D3-F638-6D5C1616FF47}"/>
              </a:ext>
            </a:extLst>
          </p:cNvPr>
          <p:cNvSpPr>
            <a:spLocks noGrp="1"/>
          </p:cNvSpPr>
          <p:nvPr>
            <p:ph type="title"/>
          </p:nvPr>
        </p:nvSpPr>
        <p:spPr>
          <a:xfrm>
            <a:off x="514115" y="365126"/>
            <a:ext cx="11073452" cy="1081710"/>
          </a:xfrm>
          <a:prstGeom prst="rect">
            <a:avLst/>
          </a:prstGeom>
          <a:noFill/>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759204997"/>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tags" Target="../tags/tag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2.xml"/><Relationship Id="rId5"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EA1CB5F6-6652-4935-9EC5-5408E4F9EA1D}"/>
              </a:ext>
            </a:extLst>
          </p:cNvPr>
          <p:cNvGraphicFramePr>
            <a:graphicFrameLocks noChangeAspect="1"/>
          </p:cNvGraphicFramePr>
          <p:nvPr>
            <p:custDataLst>
              <p:tags r:id="rId6"/>
            </p:custDataLst>
            <p:extLst>
              <p:ext uri="{D42A27DB-BD31-4B8C-83A1-F6EECF244321}">
                <p14:modId xmlns:p14="http://schemas.microsoft.com/office/powerpoint/2010/main" val="12767143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344" imgH="344" progId="TCLayout.ActiveDocument.1">
                  <p:embed/>
                </p:oleObj>
              </mc:Choice>
              <mc:Fallback>
                <p:oleObj name="think-cell Slide" r:id="rId8" imgW="344" imgH="344" progId="TCLayout.ActiveDocument.1">
                  <p:embed/>
                  <p:pic>
                    <p:nvPicPr>
                      <p:cNvPr id="5" name="Object 4" hidden="1">
                        <a:extLst>
                          <a:ext uri="{FF2B5EF4-FFF2-40B4-BE49-F238E27FC236}">
                            <a16:creationId xmlns:a16="http://schemas.microsoft.com/office/drawing/2014/main" id="{EA1CB5F6-6652-4935-9EC5-5408E4F9EA1D}"/>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9" name="Rectangle 8" hidden="1">
            <a:extLst>
              <a:ext uri="{FF2B5EF4-FFF2-40B4-BE49-F238E27FC236}">
                <a16:creationId xmlns:a16="http://schemas.microsoft.com/office/drawing/2014/main" id="{6A767ABE-C4E1-4B07-8DB9-34D6A2E637D2}"/>
              </a:ext>
            </a:extLst>
          </p:cNvPr>
          <p:cNvSpPr/>
          <p:nvPr>
            <p:custDataLst>
              <p:tags r:id="rId7"/>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2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cxnSp>
        <p:nvCxnSpPr>
          <p:cNvPr id="8" name="Straight Connector 7">
            <a:extLst>
              <a:ext uri="{FF2B5EF4-FFF2-40B4-BE49-F238E27FC236}">
                <a16:creationId xmlns:a16="http://schemas.microsoft.com/office/drawing/2014/main" id="{1CD72563-4D37-4C47-9B7B-368741266322}"/>
              </a:ext>
            </a:extLst>
          </p:cNvPr>
          <p:cNvCxnSpPr/>
          <p:nvPr/>
        </p:nvCxnSpPr>
        <p:spPr>
          <a:xfrm>
            <a:off x="604435" y="1491544"/>
            <a:ext cx="10983132"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2670748-EB14-470F-8FB7-9C0A1D7E6619}"/>
              </a:ext>
            </a:extLst>
          </p:cNvPr>
          <p:cNvSpPr>
            <a:spLocks noGrp="1"/>
          </p:cNvSpPr>
          <p:nvPr>
            <p:ph type="title"/>
          </p:nvPr>
        </p:nvSpPr>
        <p:spPr>
          <a:xfrm>
            <a:off x="514115" y="365126"/>
            <a:ext cx="11073452" cy="1081710"/>
          </a:xfrm>
          <a:prstGeom prst="rect">
            <a:avLst/>
          </a:prstGeom>
          <a:noFill/>
        </p:spPr>
        <p:txBody>
          <a:bodyPr vert="horz" lIns="91440" tIns="45720" rIns="91440" bIns="45720" rtlCol="0" anchor="ctr">
            <a:normAutofit/>
          </a:bodyPr>
          <a:lstStyle/>
          <a:p>
            <a:r>
              <a:rPr lang="en-US" dirty="0"/>
              <a:t>Click to edit Master title style</a:t>
            </a:r>
          </a:p>
        </p:txBody>
      </p:sp>
      <p:cxnSp>
        <p:nvCxnSpPr>
          <p:cNvPr id="13" name="Straight Connector 12">
            <a:extLst>
              <a:ext uri="{FF2B5EF4-FFF2-40B4-BE49-F238E27FC236}">
                <a16:creationId xmlns:a16="http://schemas.microsoft.com/office/drawing/2014/main" id="{0D4DD20C-EA54-9D25-63E5-E9D6B73836DD}"/>
              </a:ext>
            </a:extLst>
          </p:cNvPr>
          <p:cNvCxnSpPr/>
          <p:nvPr userDrawn="1"/>
        </p:nvCxnSpPr>
        <p:spPr>
          <a:xfrm>
            <a:off x="604435" y="6576344"/>
            <a:ext cx="10983132"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85FBE890-EBD2-F4BB-8C5B-7C56DF745943}"/>
              </a:ext>
            </a:extLst>
          </p:cNvPr>
          <p:cNvSpPr>
            <a:spLocks noGrp="1"/>
          </p:cNvSpPr>
          <p:nvPr>
            <p:ph type="sldNum" sz="quarter" idx="4"/>
          </p:nvPr>
        </p:nvSpPr>
        <p:spPr>
          <a:xfrm>
            <a:off x="11220450" y="6611448"/>
            <a:ext cx="353064" cy="187565"/>
          </a:xfrm>
          <a:prstGeom prst="rect">
            <a:avLst/>
          </a:prstGeom>
        </p:spPr>
        <p:txBody>
          <a:bodyPr vert="horz" lIns="0" tIns="0" rIns="0" bIns="0" rtlCol="0" anchor="ctr"/>
          <a:lstStyle>
            <a:lvl1pPr algn="r" rtl="0">
              <a:defRPr sz="1000">
                <a:solidFill>
                  <a:schemeClr val="bg1">
                    <a:lumMod val="65000"/>
                  </a:schemeClr>
                </a:solidFill>
                <a:latin typeface="Arial" panose="020B0604020202020204" pitchFamily="34" charset="0"/>
                <a:cs typeface="Arial" panose="020B0604020202020204" pitchFamily="34" charset="0"/>
              </a:defRPr>
            </a:lvl1pPr>
          </a:lstStyle>
          <a:p>
            <a:fld id="{37F5C94B-8C55-478B-B509-BAE6A06B2E2A}" type="slidenum">
              <a:rPr lang="en-US" smtClean="0"/>
              <a:pPr/>
              <a:t>‹#›</a:t>
            </a:fld>
            <a:endParaRPr lang="en-US" dirty="0"/>
          </a:p>
        </p:txBody>
      </p:sp>
      <p:sp>
        <p:nvSpPr>
          <p:cNvPr id="10" name="Footer Placeholder 4">
            <a:extLst>
              <a:ext uri="{FF2B5EF4-FFF2-40B4-BE49-F238E27FC236}">
                <a16:creationId xmlns:a16="http://schemas.microsoft.com/office/drawing/2014/main" id="{DAFAB105-2031-A9D0-840E-251212CBF31C}"/>
              </a:ext>
            </a:extLst>
          </p:cNvPr>
          <p:cNvSpPr>
            <a:spLocks noGrp="1"/>
          </p:cNvSpPr>
          <p:nvPr>
            <p:ph type="ftr" sz="quarter" idx="3"/>
          </p:nvPr>
        </p:nvSpPr>
        <p:spPr>
          <a:xfrm>
            <a:off x="8617402" y="6628286"/>
            <a:ext cx="2508250" cy="153888"/>
          </a:xfrm>
          <a:prstGeom prst="rect">
            <a:avLst/>
          </a:prstGeom>
        </p:spPr>
        <p:txBody>
          <a:bodyPr wrap="square" lIns="0" tIns="0" rIns="0" bIns="0">
            <a:spAutoFit/>
          </a:bodyPr>
          <a:lstStyle>
            <a:lvl1pPr marL="0" algn="r" defTabSz="914400" rtl="0" eaLnBrk="1" latinLnBrk="0" hangingPunct="1">
              <a:defRPr lang="en-IN" sz="1000" kern="1200" dirty="0" smtClean="0">
                <a:solidFill>
                  <a:schemeClr val="bg1">
                    <a:lumMod val="65000"/>
                  </a:schemeClr>
                </a:solidFill>
                <a:latin typeface="Arial" panose="020B0604020202020204" pitchFamily="34" charset="0"/>
                <a:ea typeface="+mn-ea"/>
                <a:cs typeface="Arial" panose="020B0604020202020204" pitchFamily="34" charset="0"/>
              </a:defRPr>
            </a:lvl1pPr>
          </a:lstStyle>
          <a:p>
            <a:r>
              <a:rPr lang="en-US" dirty="0"/>
              <a:t>Domont Consulting</a:t>
            </a:r>
          </a:p>
        </p:txBody>
      </p:sp>
    </p:spTree>
    <p:extLst>
      <p:ext uri="{BB962C8B-B14F-4D97-AF65-F5344CB8AC3E}">
        <p14:creationId xmlns:p14="http://schemas.microsoft.com/office/powerpoint/2010/main" val="3482721130"/>
      </p:ext>
    </p:extLst>
  </p:cSld>
  <p:clrMap bg1="dk1" tx1="lt1" bg2="dk2" tx2="lt2" accent1="accent1" accent2="accent2" accent3="accent3" accent4="accent4" accent5="accent5" accent6="accent6" hlink="hlink" folHlink="folHlink"/>
  <p:sldLayoutIdLst>
    <p:sldLayoutId id="2147483831" r:id="rId1"/>
    <p:sldLayoutId id="2147483832" r:id="rId2"/>
    <p:sldLayoutId id="2147483834" r:id="rId3"/>
    <p:sldLayoutId id="2147483835" r:id="rId4"/>
  </p:sldLayoutIdLst>
  <p:hf hdr="0" dt="0"/>
  <p:txStyles>
    <p:titleStyle>
      <a:lvl1pPr algn="l" defTabSz="914377" rtl="0" eaLnBrk="1" latinLnBrk="0" hangingPunct="1">
        <a:lnSpc>
          <a:spcPct val="100000"/>
        </a:lnSpc>
        <a:spcBef>
          <a:spcPct val="0"/>
        </a:spcBef>
        <a:buNone/>
        <a:defRPr sz="2400" b="1" kern="1200">
          <a:solidFill>
            <a:srgbClr val="002060"/>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90000"/>
        </a:lnSpc>
        <a:spcBef>
          <a:spcPts val="1000"/>
        </a:spcBef>
        <a:buFont typeface="Arial" panose="020B0604020202020204" pitchFamily="34" charset="0"/>
        <a:buNone/>
        <a:defRPr sz="1600" kern="1200">
          <a:solidFill>
            <a:srgbClr val="002060"/>
          </a:solidFill>
          <a:latin typeface="Arial" panose="020B0604020202020204" pitchFamily="34" charset="0"/>
          <a:ea typeface="+mn-ea"/>
          <a:cs typeface="Arial" panose="020B0604020202020204" pitchFamily="34" charset="0"/>
        </a:defRPr>
      </a:lvl1pPr>
      <a:lvl2pPr marL="400041" indent="-168270"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2pPr>
      <a:lvl3pPr marL="914377" indent="-173034"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3pPr>
      <a:lvl4pPr marL="1487451" indent="-171446"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4pPr>
      <a:lvl5pPr marL="2001789" indent="-171446"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www.domontconsulting.com/" TargetMode="External"/><Relationship Id="rId3" Type="http://schemas.openxmlformats.org/officeDocument/2006/relationships/slideLayout" Target="../slideLayouts/slideLayout3.xml"/><Relationship Id="rId7" Type="http://schemas.openxmlformats.org/officeDocument/2006/relationships/image" Target="../media/image4.jpe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3.emf"/><Relationship Id="rId5" Type="http://schemas.openxmlformats.org/officeDocument/2006/relationships/oleObject" Target="../embeddings/oleObject6.bin"/><Relationship Id="rId4" Type="http://schemas.openxmlformats.org/officeDocument/2006/relationships/notesSlide" Target="../notesSlides/notesSlide1.xml"/><Relationship Id="rId9" Type="http://schemas.openxmlformats.org/officeDocument/2006/relationships/image" Target="../media/image5.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notesSlide" Target="../notesSlides/notesSlide2.xml"/><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slideLayout" Target="../slideLayouts/slideLayout3.xml"/><Relationship Id="rId1" Type="http://schemas.openxmlformats.org/officeDocument/2006/relationships/tags" Target="../tags/tag14.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3.emf"/><Relationship Id="rId10" Type="http://schemas.openxmlformats.org/officeDocument/2006/relationships/image" Target="../media/image10.png"/><Relationship Id="rId4" Type="http://schemas.openxmlformats.org/officeDocument/2006/relationships/oleObject" Target="../embeddings/oleObject7.bin"/><Relationship Id="rId9" Type="http://schemas.openxmlformats.org/officeDocument/2006/relationships/image" Target="../media/image9.png"/><Relationship Id="rId14" Type="http://schemas.openxmlformats.org/officeDocument/2006/relationships/image" Target="../media/image14.png"/></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notesSlide" Target="../notesSlides/notesSlide3.xml"/><Relationship Id="rId7" Type="http://schemas.openxmlformats.org/officeDocument/2006/relationships/hyperlink" Target="https://www.linkedin.com/in/aurelien-domont/" TargetMode="External"/><Relationship Id="rId2" Type="http://schemas.openxmlformats.org/officeDocument/2006/relationships/slideLayout" Target="../slideLayouts/slideLayout1.xml"/><Relationship Id="rId1" Type="http://schemas.openxmlformats.org/officeDocument/2006/relationships/tags" Target="../tags/tag15.xml"/><Relationship Id="rId6" Type="http://schemas.openxmlformats.org/officeDocument/2006/relationships/image" Target="../media/image15.jpg"/><Relationship Id="rId5" Type="http://schemas.openxmlformats.org/officeDocument/2006/relationships/image" Target="../media/image1.emf"/><Relationship Id="rId10" Type="http://schemas.openxmlformats.org/officeDocument/2006/relationships/image" Target="../media/image5.png"/><Relationship Id="rId4" Type="http://schemas.openxmlformats.org/officeDocument/2006/relationships/oleObject" Target="../embeddings/oleObject8.bin"/><Relationship Id="rId9" Type="http://schemas.openxmlformats.org/officeDocument/2006/relationships/hyperlink" Target="https://www.domontconsulting.com/" TargetMode="Externa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1.xml"/><Relationship Id="rId1" Type="http://schemas.openxmlformats.org/officeDocument/2006/relationships/tags" Target="../tags/tag16.xml"/><Relationship Id="rId4" Type="http://schemas.openxmlformats.org/officeDocument/2006/relationships/image" Target="../media/image17.emf"/></Relationships>
</file>

<file path=ppt/slides/_rels/slide5.xml.rels><?xml version="1.0" encoding="UTF-8" standalone="yes"?>
<Relationships xmlns="http://schemas.openxmlformats.org/package/2006/relationships"><Relationship Id="rId8" Type="http://schemas.openxmlformats.org/officeDocument/2006/relationships/chart" Target="../charts/chart1.xml"/><Relationship Id="rId3" Type="http://schemas.openxmlformats.org/officeDocument/2006/relationships/tags" Target="../tags/tag19.xml"/><Relationship Id="rId7" Type="http://schemas.openxmlformats.org/officeDocument/2006/relationships/image" Target="../media/image17.emf"/><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oleObject" Target="../embeddings/oleObject10.bin"/><Relationship Id="rId5" Type="http://schemas.openxmlformats.org/officeDocument/2006/relationships/slideLayout" Target="../slideLayouts/slideLayout1.xml"/><Relationship Id="rId4" Type="http://schemas.openxmlformats.org/officeDocument/2006/relationships/tags" Target="../tags/tag20.xml"/></Relationships>
</file>

<file path=ppt/slides/_rels/slide6.xml.rels><?xml version="1.0" encoding="UTF-8" standalone="yes"?>
<Relationships xmlns="http://schemas.openxmlformats.org/package/2006/relationships"><Relationship Id="rId8" Type="http://schemas.openxmlformats.org/officeDocument/2006/relationships/image" Target="../media/image19.svg"/><Relationship Id="rId13" Type="http://schemas.openxmlformats.org/officeDocument/2006/relationships/image" Target="../media/image24.png"/><Relationship Id="rId18" Type="http://schemas.openxmlformats.org/officeDocument/2006/relationships/image" Target="../media/image29.svg"/><Relationship Id="rId3" Type="http://schemas.openxmlformats.org/officeDocument/2006/relationships/slideLayout" Target="../slideLayouts/slideLayout1.xml"/><Relationship Id="rId21" Type="http://schemas.openxmlformats.org/officeDocument/2006/relationships/image" Target="../media/image32.png"/><Relationship Id="rId7" Type="http://schemas.openxmlformats.org/officeDocument/2006/relationships/image" Target="../media/image18.png"/><Relationship Id="rId12" Type="http://schemas.openxmlformats.org/officeDocument/2006/relationships/image" Target="../media/image23.svg"/><Relationship Id="rId17" Type="http://schemas.openxmlformats.org/officeDocument/2006/relationships/image" Target="../media/image28.png"/><Relationship Id="rId25" Type="http://schemas.openxmlformats.org/officeDocument/2006/relationships/image" Target="../media/image36.png"/><Relationship Id="rId2" Type="http://schemas.openxmlformats.org/officeDocument/2006/relationships/tags" Target="../tags/tag22.xml"/><Relationship Id="rId16" Type="http://schemas.openxmlformats.org/officeDocument/2006/relationships/image" Target="../media/image27.svg"/><Relationship Id="rId20" Type="http://schemas.openxmlformats.org/officeDocument/2006/relationships/image" Target="../media/image31.svg"/><Relationship Id="rId1" Type="http://schemas.openxmlformats.org/officeDocument/2006/relationships/tags" Target="../tags/tag21.xml"/><Relationship Id="rId6" Type="http://schemas.openxmlformats.org/officeDocument/2006/relationships/image" Target="../media/image3.emf"/><Relationship Id="rId11" Type="http://schemas.openxmlformats.org/officeDocument/2006/relationships/image" Target="../media/image22.png"/><Relationship Id="rId24" Type="http://schemas.openxmlformats.org/officeDocument/2006/relationships/image" Target="../media/image35.png"/><Relationship Id="rId5" Type="http://schemas.openxmlformats.org/officeDocument/2006/relationships/oleObject" Target="../embeddings/oleObject11.bin"/><Relationship Id="rId15" Type="http://schemas.openxmlformats.org/officeDocument/2006/relationships/image" Target="../media/image26.png"/><Relationship Id="rId23" Type="http://schemas.openxmlformats.org/officeDocument/2006/relationships/image" Target="../media/image34.png"/><Relationship Id="rId10" Type="http://schemas.openxmlformats.org/officeDocument/2006/relationships/image" Target="../media/image21.svg"/><Relationship Id="rId19" Type="http://schemas.openxmlformats.org/officeDocument/2006/relationships/image" Target="../media/image30.png"/><Relationship Id="rId4" Type="http://schemas.openxmlformats.org/officeDocument/2006/relationships/notesSlide" Target="../notesSlides/notesSlide4.xml"/><Relationship Id="rId9" Type="http://schemas.openxmlformats.org/officeDocument/2006/relationships/image" Target="../media/image20.png"/><Relationship Id="rId14" Type="http://schemas.openxmlformats.org/officeDocument/2006/relationships/image" Target="../media/image25.svg"/><Relationship Id="rId22" Type="http://schemas.openxmlformats.org/officeDocument/2006/relationships/image" Target="../media/image3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23.xml"/><Relationship Id="rId5" Type="http://schemas.openxmlformats.org/officeDocument/2006/relationships/image" Target="../media/image1.emf"/><Relationship Id="rId4" Type="http://schemas.openxmlformats.org/officeDocument/2006/relationships/oleObject" Target="../embeddings/oleObject12.bin"/></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3.bin"/><Relationship Id="rId7" Type="http://schemas.openxmlformats.org/officeDocument/2006/relationships/image" Target="../media/image38.png"/><Relationship Id="rId2" Type="http://schemas.openxmlformats.org/officeDocument/2006/relationships/slideLayout" Target="../slideLayouts/slideLayout1.xml"/><Relationship Id="rId1" Type="http://schemas.openxmlformats.org/officeDocument/2006/relationships/tags" Target="../tags/tag24.xml"/><Relationship Id="rId6" Type="http://schemas.openxmlformats.org/officeDocument/2006/relationships/image" Target="../media/image37.png"/><Relationship Id="rId5" Type="http://schemas.openxmlformats.org/officeDocument/2006/relationships/hyperlink" Target="https://youtu.be/bSbI4iiKQ9Y" TargetMode="External"/><Relationship Id="rId4" Type="http://schemas.openxmlformats.org/officeDocument/2006/relationships/image" Target="../media/image3.emf"/></Relationships>
</file>

<file path=ppt/slides/_rels/slide9.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svg"/><Relationship Id="rId18" Type="http://schemas.openxmlformats.org/officeDocument/2006/relationships/image" Target="../media/image51.png"/><Relationship Id="rId3" Type="http://schemas.openxmlformats.org/officeDocument/2006/relationships/notesSlide" Target="../notesSlides/notesSlide6.xml"/><Relationship Id="rId7" Type="http://schemas.openxmlformats.org/officeDocument/2006/relationships/image" Target="../media/image40.svg"/><Relationship Id="rId12" Type="http://schemas.openxmlformats.org/officeDocument/2006/relationships/image" Target="../media/image45.png"/><Relationship Id="rId17" Type="http://schemas.openxmlformats.org/officeDocument/2006/relationships/image" Target="../media/image50.svg"/><Relationship Id="rId2" Type="http://schemas.openxmlformats.org/officeDocument/2006/relationships/slideLayout" Target="../slideLayouts/slideLayout1.xml"/><Relationship Id="rId16" Type="http://schemas.openxmlformats.org/officeDocument/2006/relationships/image" Target="../media/image49.png"/><Relationship Id="rId1" Type="http://schemas.openxmlformats.org/officeDocument/2006/relationships/tags" Target="../tags/tag25.xml"/><Relationship Id="rId6" Type="http://schemas.openxmlformats.org/officeDocument/2006/relationships/image" Target="../media/image39.png"/><Relationship Id="rId11" Type="http://schemas.openxmlformats.org/officeDocument/2006/relationships/image" Target="../media/image44.svg"/><Relationship Id="rId5" Type="http://schemas.openxmlformats.org/officeDocument/2006/relationships/image" Target="../media/image1.emf"/><Relationship Id="rId15" Type="http://schemas.openxmlformats.org/officeDocument/2006/relationships/image" Target="../media/image48.svg"/><Relationship Id="rId10" Type="http://schemas.openxmlformats.org/officeDocument/2006/relationships/image" Target="../media/image43.png"/><Relationship Id="rId19" Type="http://schemas.openxmlformats.org/officeDocument/2006/relationships/image" Target="../media/image52.svg"/><Relationship Id="rId4" Type="http://schemas.openxmlformats.org/officeDocument/2006/relationships/oleObject" Target="../embeddings/oleObject11.bin"/><Relationship Id="rId9" Type="http://schemas.openxmlformats.org/officeDocument/2006/relationships/image" Target="../media/image42.svg"/><Relationship Id="rId14" Type="http://schemas.openxmlformats.org/officeDocument/2006/relationships/image" Target="../media/image47.png"/></Relationships>
</file>

<file path=ppt/slides/_rels/slide10.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53.svg"/><Relationship Id="rId3" Type="http://schemas.openxmlformats.org/officeDocument/2006/relationships/notesSlide" Target="../notesSlides/notesSlide7.xml"/><Relationship Id="rId7" Type="http://schemas.openxmlformats.org/officeDocument/2006/relationships/image" Target="../media/image42.svg"/><Relationship Id="rId12" Type="http://schemas.openxmlformats.org/officeDocument/2006/relationships/image" Target="../media/image47.png"/><Relationship Id="rId17" Type="http://schemas.openxmlformats.org/officeDocument/2006/relationships/image" Target="../media/image52.svg"/><Relationship Id="rId2" Type="http://schemas.openxmlformats.org/officeDocument/2006/relationships/slideLayout" Target="../slideLayouts/slideLayout1.xml"/><Relationship Id="rId16" Type="http://schemas.openxmlformats.org/officeDocument/2006/relationships/image" Target="../media/image51.png"/><Relationship Id="rId1" Type="http://schemas.openxmlformats.org/officeDocument/2006/relationships/tags" Target="../tags/tag26.xml"/><Relationship Id="rId6" Type="http://schemas.openxmlformats.org/officeDocument/2006/relationships/image" Target="../media/image41.png"/><Relationship Id="rId11" Type="http://schemas.openxmlformats.org/officeDocument/2006/relationships/image" Target="../media/image46.svg"/><Relationship Id="rId5" Type="http://schemas.openxmlformats.org/officeDocument/2006/relationships/image" Target="../media/image3.emf"/><Relationship Id="rId15" Type="http://schemas.openxmlformats.org/officeDocument/2006/relationships/image" Target="../media/image50.svg"/><Relationship Id="rId10" Type="http://schemas.openxmlformats.org/officeDocument/2006/relationships/image" Target="../media/image45.png"/><Relationship Id="rId4" Type="http://schemas.openxmlformats.org/officeDocument/2006/relationships/oleObject" Target="../embeddings/oleObject14.bin"/><Relationship Id="rId9" Type="http://schemas.openxmlformats.org/officeDocument/2006/relationships/image" Target="../media/image44.svg"/><Relationship Id="rId14" Type="http://schemas.openxmlformats.org/officeDocument/2006/relationships/image" Target="../media/image49.png"/></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1.bin"/><Relationship Id="rId7" Type="http://schemas.openxmlformats.org/officeDocument/2006/relationships/image" Target="../media/image56.png"/><Relationship Id="rId2" Type="http://schemas.openxmlformats.org/officeDocument/2006/relationships/slideLayout" Target="../slideLayouts/slideLayout1.xml"/><Relationship Id="rId1" Type="http://schemas.openxmlformats.org/officeDocument/2006/relationships/tags" Target="../tags/tag27.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3.emf"/></Relationships>
</file>

<file path=ppt/slides/_rels/slide1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oleObject" Target="../embeddings/oleObject15.bin"/><Relationship Id="rId7" Type="http://schemas.openxmlformats.org/officeDocument/2006/relationships/image" Target="../media/image59.png"/><Relationship Id="rId2" Type="http://schemas.openxmlformats.org/officeDocument/2006/relationships/slideLayout" Target="../slideLayouts/slideLayout1.xml"/><Relationship Id="rId1" Type="http://schemas.openxmlformats.org/officeDocument/2006/relationships/tags" Target="../tags/tag28.xml"/><Relationship Id="rId6" Type="http://schemas.openxmlformats.org/officeDocument/2006/relationships/image" Target="../media/image58.png"/><Relationship Id="rId5" Type="http://schemas.openxmlformats.org/officeDocument/2006/relationships/image" Target="../media/image57.png"/><Relationship Id="rId10" Type="http://schemas.openxmlformats.org/officeDocument/2006/relationships/image" Target="../media/image61.png"/><Relationship Id="rId4" Type="http://schemas.openxmlformats.org/officeDocument/2006/relationships/image" Target="../media/image3.emf"/><Relationship Id="rId9" Type="http://schemas.openxmlformats.org/officeDocument/2006/relationships/image" Target="../media/image60.png"/></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1.xml"/><Relationship Id="rId1" Type="http://schemas.openxmlformats.org/officeDocument/2006/relationships/tags" Target="../tags/tag29.xml"/><Relationship Id="rId6" Type="http://schemas.openxmlformats.org/officeDocument/2006/relationships/image" Target="../media/image6.png"/><Relationship Id="rId5" Type="http://schemas.openxmlformats.org/officeDocument/2006/relationships/image" Target="../media/image62.png"/><Relationship Id="rId4" Type="http://schemas.openxmlformats.org/officeDocument/2006/relationships/image" Target="../media/image3.e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6.bin"/><Relationship Id="rId7" Type="http://schemas.openxmlformats.org/officeDocument/2006/relationships/image" Target="../media/image8.png"/><Relationship Id="rId2" Type="http://schemas.openxmlformats.org/officeDocument/2006/relationships/slideLayout" Target="../slideLayouts/slideLayout1.xml"/><Relationship Id="rId1" Type="http://schemas.openxmlformats.org/officeDocument/2006/relationships/tags" Target="../tags/tag30.xml"/><Relationship Id="rId6" Type="http://schemas.openxmlformats.org/officeDocument/2006/relationships/image" Target="../media/image63.png"/><Relationship Id="rId5" Type="http://schemas.openxmlformats.org/officeDocument/2006/relationships/image" Target="../media/image7.png"/><Relationship Id="rId4" Type="http://schemas.openxmlformats.org/officeDocument/2006/relationships/image" Target="../media/image3.e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1.xml"/><Relationship Id="rId1" Type="http://schemas.openxmlformats.org/officeDocument/2006/relationships/tags" Target="../tags/tag3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3.e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1.xml"/><Relationship Id="rId1" Type="http://schemas.openxmlformats.org/officeDocument/2006/relationships/tags" Target="../tags/tag32.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3.emf"/></Relationships>
</file>

<file path=ppt/slides/_rels/slide17.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oleObject" Target="../embeddings/oleObject19.bin"/><Relationship Id="rId7" Type="http://schemas.openxmlformats.org/officeDocument/2006/relationships/image" Target="../media/image68.png"/><Relationship Id="rId2" Type="http://schemas.openxmlformats.org/officeDocument/2006/relationships/slideLayout" Target="../slideLayouts/slideLayout1.xml"/><Relationship Id="rId1" Type="http://schemas.openxmlformats.org/officeDocument/2006/relationships/tags" Target="../tags/tag33.xml"/><Relationship Id="rId6" Type="http://schemas.openxmlformats.org/officeDocument/2006/relationships/image" Target="../media/image67.emf"/><Relationship Id="rId5" Type="http://schemas.openxmlformats.org/officeDocument/2006/relationships/image" Target="../media/image66.png"/><Relationship Id="rId4" Type="http://schemas.openxmlformats.org/officeDocument/2006/relationships/image" Target="../media/image3.emf"/></Relationships>
</file>

<file path=ppt/slides/_rels/slide18.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notesSlide" Target="../notesSlides/notesSlide8.xml"/><Relationship Id="rId7" Type="http://schemas.openxmlformats.org/officeDocument/2006/relationships/image" Target="../media/image71.png"/><Relationship Id="rId2" Type="http://schemas.openxmlformats.org/officeDocument/2006/relationships/slideLayout" Target="../slideLayouts/slideLayout1.xml"/><Relationship Id="rId1" Type="http://schemas.openxmlformats.org/officeDocument/2006/relationships/tags" Target="../tags/tag34.xml"/><Relationship Id="rId6" Type="http://schemas.openxmlformats.org/officeDocument/2006/relationships/image" Target="../media/image70.png"/><Relationship Id="rId5" Type="http://schemas.openxmlformats.org/officeDocument/2006/relationships/image" Target="../media/image1.emf"/><Relationship Id="rId10" Type="http://schemas.openxmlformats.org/officeDocument/2006/relationships/image" Target="../media/image37.png"/><Relationship Id="rId4" Type="http://schemas.openxmlformats.org/officeDocument/2006/relationships/oleObject" Target="../embeddings/oleObject20.bin"/><Relationship Id="rId9" Type="http://schemas.openxmlformats.org/officeDocument/2006/relationships/image" Target="../media/image73.svg"/></Relationships>
</file>

<file path=ppt/slides/_rels/slide19.xml.rels><?xml version="1.0" encoding="UTF-8" standalone="yes"?>
<Relationships xmlns="http://schemas.openxmlformats.org/package/2006/relationships"><Relationship Id="rId8" Type="http://schemas.openxmlformats.org/officeDocument/2006/relationships/image" Target="../media/image75.svg"/><Relationship Id="rId13" Type="http://schemas.openxmlformats.org/officeDocument/2006/relationships/image" Target="../media/image80.png"/><Relationship Id="rId18" Type="http://schemas.openxmlformats.org/officeDocument/2006/relationships/image" Target="../media/image85.svg"/><Relationship Id="rId3" Type="http://schemas.openxmlformats.org/officeDocument/2006/relationships/slideLayout" Target="../slideLayouts/slideLayout1.xml"/><Relationship Id="rId21" Type="http://schemas.openxmlformats.org/officeDocument/2006/relationships/image" Target="../media/image88.png"/><Relationship Id="rId7" Type="http://schemas.openxmlformats.org/officeDocument/2006/relationships/image" Target="../media/image74.png"/><Relationship Id="rId12" Type="http://schemas.openxmlformats.org/officeDocument/2006/relationships/image" Target="../media/image79.svg"/><Relationship Id="rId17" Type="http://schemas.openxmlformats.org/officeDocument/2006/relationships/image" Target="../media/image84.png"/><Relationship Id="rId2" Type="http://schemas.openxmlformats.org/officeDocument/2006/relationships/tags" Target="../tags/tag36.xml"/><Relationship Id="rId16" Type="http://schemas.openxmlformats.org/officeDocument/2006/relationships/image" Target="../media/image83.svg"/><Relationship Id="rId20" Type="http://schemas.openxmlformats.org/officeDocument/2006/relationships/image" Target="../media/image87.svg"/><Relationship Id="rId1" Type="http://schemas.openxmlformats.org/officeDocument/2006/relationships/tags" Target="../tags/tag35.xml"/><Relationship Id="rId6" Type="http://schemas.openxmlformats.org/officeDocument/2006/relationships/image" Target="../media/image1.emf"/><Relationship Id="rId11" Type="http://schemas.openxmlformats.org/officeDocument/2006/relationships/image" Target="../media/image78.png"/><Relationship Id="rId24" Type="http://schemas.openxmlformats.org/officeDocument/2006/relationships/image" Target="../media/image91.svg"/><Relationship Id="rId5" Type="http://schemas.openxmlformats.org/officeDocument/2006/relationships/oleObject" Target="../embeddings/oleObject21.bin"/><Relationship Id="rId15" Type="http://schemas.openxmlformats.org/officeDocument/2006/relationships/image" Target="../media/image82.png"/><Relationship Id="rId23" Type="http://schemas.openxmlformats.org/officeDocument/2006/relationships/image" Target="../media/image90.png"/><Relationship Id="rId10" Type="http://schemas.openxmlformats.org/officeDocument/2006/relationships/image" Target="../media/image77.svg"/><Relationship Id="rId19" Type="http://schemas.openxmlformats.org/officeDocument/2006/relationships/image" Target="../media/image86.png"/><Relationship Id="rId4" Type="http://schemas.openxmlformats.org/officeDocument/2006/relationships/notesSlide" Target="../notesSlides/notesSlide9.xml"/><Relationship Id="rId9" Type="http://schemas.openxmlformats.org/officeDocument/2006/relationships/image" Target="../media/image76.png"/><Relationship Id="rId14" Type="http://schemas.openxmlformats.org/officeDocument/2006/relationships/image" Target="../media/image81.svg"/><Relationship Id="rId22" Type="http://schemas.openxmlformats.org/officeDocument/2006/relationships/image" Target="../media/image89.svg"/></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22.bin"/><Relationship Id="rId7" Type="http://schemas.openxmlformats.org/officeDocument/2006/relationships/hyperlink" Target="https://www.slidebooks.com/pages/reviews" TargetMode="External"/><Relationship Id="rId2" Type="http://schemas.openxmlformats.org/officeDocument/2006/relationships/slideLayout" Target="../slideLayouts/slideLayout1.xml"/><Relationship Id="rId1" Type="http://schemas.openxmlformats.org/officeDocument/2006/relationships/tags" Target="../tags/tag37.xml"/><Relationship Id="rId6" Type="http://schemas.openxmlformats.org/officeDocument/2006/relationships/hyperlink" Target="https://www.domontconsulting.com/pages/reviews" TargetMode="External"/><Relationship Id="rId5" Type="http://schemas.openxmlformats.org/officeDocument/2006/relationships/image" Target="../media/image92.png"/><Relationship Id="rId4" Type="http://schemas.openxmlformats.org/officeDocument/2006/relationships/image" Target="../media/image3.emf"/></Relationships>
</file>

<file path=ppt/slides/_rels/slide21.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notesSlide" Target="../notesSlides/notesSlide10.xml"/><Relationship Id="rId7" Type="http://schemas.openxmlformats.org/officeDocument/2006/relationships/image" Target="../media/image32.png"/><Relationship Id="rId2" Type="http://schemas.openxmlformats.org/officeDocument/2006/relationships/slideLayout" Target="../slideLayouts/slideLayout1.xml"/><Relationship Id="rId1" Type="http://schemas.openxmlformats.org/officeDocument/2006/relationships/tags" Target="../tags/tag38.xml"/><Relationship Id="rId6" Type="http://schemas.openxmlformats.org/officeDocument/2006/relationships/image" Target="../media/image93.png"/><Relationship Id="rId11" Type="http://schemas.openxmlformats.org/officeDocument/2006/relationships/image" Target="../media/image36.png"/><Relationship Id="rId5" Type="http://schemas.openxmlformats.org/officeDocument/2006/relationships/image" Target="../media/image1.emf"/><Relationship Id="rId10" Type="http://schemas.openxmlformats.org/officeDocument/2006/relationships/image" Target="../media/image35.png"/><Relationship Id="rId4" Type="http://schemas.openxmlformats.org/officeDocument/2006/relationships/oleObject" Target="../embeddings/oleObject23.bin"/><Relationship Id="rId9" Type="http://schemas.openxmlformats.org/officeDocument/2006/relationships/image" Target="../media/image34.png"/></Relationships>
</file>

<file path=ppt/slides/_rels/slide22.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slideLayout" Target="../slideLayouts/slideLayout1.xml"/><Relationship Id="rId7" Type="http://schemas.openxmlformats.org/officeDocument/2006/relationships/hyperlink" Target="https://www.slidebooks.com/products/business-toolkit?variant=12473147916370&amp;utm_source=email&amp;utm_medium=email&amp;utm_campaign=entering%20new%20market" TargetMode="External"/><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image" Target="../media/image2.emf"/><Relationship Id="rId5" Type="http://schemas.openxmlformats.org/officeDocument/2006/relationships/oleObject" Target="../embeddings/oleObject24.bin"/><Relationship Id="rId4" Type="http://schemas.openxmlformats.org/officeDocument/2006/relationships/notesSlide" Target="../notesSlides/notesSlide11.xml"/><Relationship Id="rId9" Type="http://schemas.openxmlformats.org/officeDocument/2006/relationships/hyperlink" Target="https://www.domontconsulting.com/pages/full-access" TargetMode="External"/></Relationships>
</file>

<file path=ppt/slides/_rels/slide23.xml.rels><?xml version="1.0" encoding="UTF-8" standalone="yes"?>
<Relationships xmlns="http://schemas.openxmlformats.org/package/2006/relationships"><Relationship Id="rId8" Type="http://schemas.openxmlformats.org/officeDocument/2006/relationships/image" Target="../media/image95.png"/><Relationship Id="rId13" Type="http://schemas.openxmlformats.org/officeDocument/2006/relationships/image" Target="../media/image100.png"/><Relationship Id="rId3" Type="http://schemas.openxmlformats.org/officeDocument/2006/relationships/slideLayout" Target="../slideLayouts/slideLayout1.xml"/><Relationship Id="rId7" Type="http://schemas.openxmlformats.org/officeDocument/2006/relationships/hyperlink" Target="https://www.domontconsulting.com/pages/post-your-project" TargetMode="External"/><Relationship Id="rId12" Type="http://schemas.openxmlformats.org/officeDocument/2006/relationships/image" Target="../media/image99.png"/><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image" Target="../media/image1.emf"/><Relationship Id="rId11" Type="http://schemas.openxmlformats.org/officeDocument/2006/relationships/image" Target="../media/image98.png"/><Relationship Id="rId5" Type="http://schemas.openxmlformats.org/officeDocument/2006/relationships/oleObject" Target="../embeddings/oleObject25.bin"/><Relationship Id="rId10" Type="http://schemas.openxmlformats.org/officeDocument/2006/relationships/image" Target="../media/image97.png"/><Relationship Id="rId4" Type="http://schemas.openxmlformats.org/officeDocument/2006/relationships/notesSlide" Target="../notesSlides/notesSlide12.xml"/><Relationship Id="rId9" Type="http://schemas.openxmlformats.org/officeDocument/2006/relationships/image" Target="../media/image96.png"/></Relationships>
</file>

<file path=ppt/slides/_rels/slide24.xml.rels><?xml version="1.0" encoding="UTF-8" standalone="yes"?>
<Relationships xmlns="http://schemas.openxmlformats.org/package/2006/relationships"><Relationship Id="rId8" Type="http://schemas.openxmlformats.org/officeDocument/2006/relationships/hyperlink" Target="http://www.domontconsulting.com/" TargetMode="External"/><Relationship Id="rId3" Type="http://schemas.openxmlformats.org/officeDocument/2006/relationships/slideLayout" Target="../slideLayouts/slideLayout4.xml"/><Relationship Id="rId7" Type="http://schemas.openxmlformats.org/officeDocument/2006/relationships/image" Target="../media/image1.emf"/><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oleObject" Target="../embeddings/oleObject26.bin"/><Relationship Id="rId5" Type="http://schemas.openxmlformats.org/officeDocument/2006/relationships/image" Target="../media/image101.png"/><Relationship Id="rId4"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E3B18FE-7C76-9F52-5CB9-B48736D39224}"/>
              </a:ext>
            </a:extLst>
          </p:cNvPr>
          <p:cNvGraphicFramePr>
            <a:graphicFrameLocks noChangeAspect="1"/>
          </p:cNvGraphicFramePr>
          <p:nvPr>
            <p:custDataLst>
              <p:tags r:id="rId1"/>
            </p:custDataLst>
            <p:extLst>
              <p:ext uri="{D42A27DB-BD31-4B8C-83A1-F6EECF244321}">
                <p14:modId xmlns:p14="http://schemas.microsoft.com/office/powerpoint/2010/main" val="37304223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6" name="think-cell data - do not delete" hidden="1">
                        <a:extLst>
                          <a:ext uri="{FF2B5EF4-FFF2-40B4-BE49-F238E27FC236}">
                            <a16:creationId xmlns:a16="http://schemas.microsoft.com/office/drawing/2014/main" id="{EE3B18FE-7C76-9F52-5CB9-B48736D39224}"/>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pic>
        <p:nvPicPr>
          <p:cNvPr id="4" name="Pic">
            <a:extLst>
              <a:ext uri="{FF2B5EF4-FFF2-40B4-BE49-F238E27FC236}">
                <a16:creationId xmlns:a16="http://schemas.microsoft.com/office/drawing/2014/main" id="{55636F25-AFF8-8620-773A-3EF07AF15579}"/>
              </a:ext>
            </a:extLst>
          </p:cNvPr>
          <p:cNvPicPr>
            <a:picLocks/>
          </p:cNvPicPr>
          <p:nvPr>
            <p:custDataLst>
              <p:tags r:id="rId2"/>
            </p:custDataLst>
          </p:nvPr>
        </p:nvPicPr>
        <p:blipFill>
          <a:blip r:embed="rId7">
            <a:extLst>
              <a:ext uri="{BEBA8EAE-BF5A-486C-A8C5-ECC9F3942E4B}">
                <a14:imgProps xmlns:a14="http://schemas.microsoft.com/office/drawing/2010/main">
                  <a14:imgLayer/>
                </a14:imgProps>
              </a:ext>
              <a:ext uri="{6F801314-5768-4EAC-8CED-0F2297F94238}"/>
            </a:extLst>
          </a:blip>
          <a:srcRect t="18626" b="18626"/>
          <a:stretch>
            <a:fillRect/>
          </a:stretch>
        </p:blipFill>
        <p:spPr bwMode="auto">
          <a:xfrm>
            <a:off x="0" y="0"/>
            <a:ext cx="12192000" cy="5106988"/>
          </a:xfrm>
          <a:prstGeom prst="rect">
            <a:avLst/>
          </a:prstGeom>
          <a:noFill/>
          <a:ln>
            <a:noFill/>
          </a:ln>
          <a:effectLst/>
          <a:extLst>
            <a:ext uri="{909E8E84-426E-40DD-AFC4-6F175D3DCCD1}">
              <a14:hiddenFill xmlns:a14="http://schemas.microsoft.com/office/drawing/2010/main">
                <a:solidFill>
                  <a:scrgbClr r="0" g="0" b="0"/>
                </a:solidFill>
              </a14:hiddenFill>
            </a:ext>
          </a:extLst>
        </p:spPr>
      </p:pic>
      <p:sp>
        <p:nvSpPr>
          <p:cNvPr id="9" name="Rectangle 8">
            <a:extLst>
              <a:ext uri="{FF2B5EF4-FFF2-40B4-BE49-F238E27FC236}">
                <a16:creationId xmlns:a16="http://schemas.microsoft.com/office/drawing/2014/main" id="{A1ADDC43-E206-24D0-5D8D-6D8244D3F224}"/>
              </a:ext>
            </a:extLst>
          </p:cNvPr>
          <p:cNvSpPr/>
          <p:nvPr/>
        </p:nvSpPr>
        <p:spPr>
          <a:xfrm>
            <a:off x="-1" y="5331858"/>
            <a:ext cx="12192000" cy="15261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F431BC18-A461-9459-FF13-870ACCC7D4F5}"/>
              </a:ext>
            </a:extLst>
          </p:cNvPr>
          <p:cNvSpPr txBox="1"/>
          <p:nvPr/>
        </p:nvSpPr>
        <p:spPr>
          <a:xfrm>
            <a:off x="172292" y="5294787"/>
            <a:ext cx="6610127" cy="1400383"/>
          </a:xfrm>
          <a:prstGeom prst="rect">
            <a:avLst/>
          </a:prstGeom>
          <a:noFill/>
        </p:spPr>
        <p:txBody>
          <a:bodyPr wrap="square" rtlCol="0">
            <a:spAutoFit/>
          </a:bodyPr>
          <a:lstStyle/>
          <a:p>
            <a:pPr>
              <a:spcBef>
                <a:spcPts val="300"/>
              </a:spcBef>
              <a:spcAft>
                <a:spcPts val="300"/>
              </a:spcAft>
            </a:pPr>
            <a:r>
              <a:rPr lang="en-US" sz="2800" b="1" dirty="0"/>
              <a:t>Operating Model and Organization Design Toolkit </a:t>
            </a:r>
          </a:p>
          <a:p>
            <a:pPr>
              <a:spcBef>
                <a:spcPts val="300"/>
              </a:spcBef>
              <a:spcAft>
                <a:spcPts val="300"/>
              </a:spcAft>
            </a:pPr>
            <a:r>
              <a:rPr lang="en-US" sz="2400" dirty="0">
                <a:solidFill>
                  <a:schemeClr val="accent2"/>
                </a:solidFill>
              </a:rPr>
              <a:t>Overview and Approach</a:t>
            </a:r>
            <a:endParaRPr lang="en-US" sz="2800" dirty="0">
              <a:solidFill>
                <a:schemeClr val="accent2"/>
              </a:solidFill>
            </a:endParaRPr>
          </a:p>
        </p:txBody>
      </p:sp>
      <p:pic>
        <p:nvPicPr>
          <p:cNvPr id="3" name="Picture 2">
            <a:hlinkClick r:id="rId8"/>
            <a:extLst>
              <a:ext uri="{FF2B5EF4-FFF2-40B4-BE49-F238E27FC236}">
                <a16:creationId xmlns:a16="http://schemas.microsoft.com/office/drawing/2014/main" id="{B306F8A8-845A-B178-6CD0-D0574A8D0252}"/>
              </a:ext>
            </a:extLst>
          </p:cNvPr>
          <p:cNvPicPr>
            <a:picLocks noChangeAspect="1"/>
          </p:cNvPicPr>
          <p:nvPr/>
        </p:nvPicPr>
        <p:blipFill>
          <a:blip r:embed="rId9"/>
          <a:stretch>
            <a:fillRect/>
          </a:stretch>
        </p:blipFill>
        <p:spPr>
          <a:xfrm>
            <a:off x="7888692" y="5509722"/>
            <a:ext cx="4101954" cy="964769"/>
          </a:xfrm>
          <a:prstGeom prst="rect">
            <a:avLst/>
          </a:prstGeom>
        </p:spPr>
      </p:pic>
    </p:spTree>
    <p:extLst>
      <p:ext uri="{BB962C8B-B14F-4D97-AF65-F5344CB8AC3E}">
        <p14:creationId xmlns:p14="http://schemas.microsoft.com/office/powerpoint/2010/main" val="30711517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74B19-BA33-5D60-C0DF-6D368C5EA1FD}"/>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A9981529-5580-9D70-1F9E-9AE500B8D4D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6" name="think-cell data - do not delete" hidden="1">
                        <a:extLst>
                          <a:ext uri="{FF2B5EF4-FFF2-40B4-BE49-F238E27FC236}">
                            <a16:creationId xmlns:a16="http://schemas.microsoft.com/office/drawing/2014/main" id="{A9981529-5580-9D70-1F9E-9AE500B8D4D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pSp>
        <p:nvGrpSpPr>
          <p:cNvPr id="4" name="Group 3">
            <a:extLst>
              <a:ext uri="{FF2B5EF4-FFF2-40B4-BE49-F238E27FC236}">
                <a16:creationId xmlns:a16="http://schemas.microsoft.com/office/drawing/2014/main" id="{3AF748A4-52D5-5C72-2092-41BFC2325763}"/>
              </a:ext>
            </a:extLst>
          </p:cNvPr>
          <p:cNvGrpSpPr/>
          <p:nvPr/>
        </p:nvGrpSpPr>
        <p:grpSpPr>
          <a:xfrm>
            <a:off x="641228" y="262252"/>
            <a:ext cx="10937670" cy="6228984"/>
            <a:chOff x="641228" y="262252"/>
            <a:chExt cx="10937670" cy="6228984"/>
          </a:xfrm>
        </p:grpSpPr>
        <p:pic>
          <p:nvPicPr>
            <p:cNvPr id="2" name="Picture 1">
              <a:extLst>
                <a:ext uri="{FF2B5EF4-FFF2-40B4-BE49-F238E27FC236}">
                  <a16:creationId xmlns:a16="http://schemas.microsoft.com/office/drawing/2014/main" id="{CDB45C22-311C-17EF-55C6-EF0A6775E144}"/>
                </a:ext>
              </a:extLst>
            </p:cNvPr>
            <p:cNvPicPr>
              <a:picLocks noChangeAspect="1"/>
            </p:cNvPicPr>
            <p:nvPr/>
          </p:nvPicPr>
          <p:blipFill>
            <a:blip r:embed="rId6"/>
            <a:stretch>
              <a:fillRect/>
            </a:stretch>
          </p:blipFill>
          <p:spPr>
            <a:xfrm>
              <a:off x="8226670" y="262252"/>
              <a:ext cx="3339676" cy="1875600"/>
            </a:xfrm>
            <a:prstGeom prst="rect">
              <a:avLst/>
            </a:prstGeom>
            <a:effectLst>
              <a:outerShdw blurRad="50800" dist="38100" dir="5400000" algn="t" rotWithShape="0">
                <a:prstClr val="black">
                  <a:alpha val="40000"/>
                </a:prstClr>
              </a:outerShdw>
            </a:effectLst>
          </p:spPr>
        </p:pic>
        <p:pic>
          <p:nvPicPr>
            <p:cNvPr id="3" name="Picture 2">
              <a:extLst>
                <a:ext uri="{FF2B5EF4-FFF2-40B4-BE49-F238E27FC236}">
                  <a16:creationId xmlns:a16="http://schemas.microsoft.com/office/drawing/2014/main" id="{4AB8B97D-A99F-5D9F-D7D5-FD5F02627F2B}"/>
                </a:ext>
              </a:extLst>
            </p:cNvPr>
            <p:cNvPicPr>
              <a:picLocks noChangeAspect="1"/>
            </p:cNvPicPr>
            <p:nvPr/>
          </p:nvPicPr>
          <p:blipFill rotWithShape="1">
            <a:blip r:embed="rId7"/>
            <a:srcRect t="27220" b="3888"/>
            <a:stretch/>
          </p:blipFill>
          <p:spPr>
            <a:xfrm>
              <a:off x="655719" y="4615635"/>
              <a:ext cx="3315905" cy="1875600"/>
            </a:xfrm>
            <a:prstGeom prst="rect">
              <a:avLst/>
            </a:prstGeom>
            <a:effectLst>
              <a:outerShdw blurRad="50800" dist="38100" dir="5400000" algn="t" rotWithShape="0">
                <a:prstClr val="black">
                  <a:alpha val="40000"/>
                </a:prstClr>
              </a:outerShdw>
            </a:effectLst>
          </p:spPr>
        </p:pic>
        <p:pic>
          <p:nvPicPr>
            <p:cNvPr id="5" name="Picture 4">
              <a:extLst>
                <a:ext uri="{FF2B5EF4-FFF2-40B4-BE49-F238E27FC236}">
                  <a16:creationId xmlns:a16="http://schemas.microsoft.com/office/drawing/2014/main" id="{09027DAE-29BD-FB5E-60B3-F44B43C537CE}"/>
                </a:ext>
              </a:extLst>
            </p:cNvPr>
            <p:cNvPicPr>
              <a:picLocks noChangeAspect="1"/>
            </p:cNvPicPr>
            <p:nvPr/>
          </p:nvPicPr>
          <p:blipFill>
            <a:blip r:embed="rId8"/>
            <a:stretch>
              <a:fillRect/>
            </a:stretch>
          </p:blipFill>
          <p:spPr>
            <a:xfrm>
              <a:off x="655719" y="2491200"/>
              <a:ext cx="3334401" cy="1875600"/>
            </a:xfrm>
            <a:prstGeom prst="rect">
              <a:avLst/>
            </a:prstGeom>
            <a:effectLst>
              <a:outerShdw blurRad="50800" dist="38100" dir="5400000" algn="t" rotWithShape="0">
                <a:prstClr val="black">
                  <a:alpha val="40000"/>
                </a:prstClr>
              </a:outerShdw>
            </a:effectLst>
          </p:spPr>
        </p:pic>
        <p:pic>
          <p:nvPicPr>
            <p:cNvPr id="10" name="Picture 9">
              <a:extLst>
                <a:ext uri="{FF2B5EF4-FFF2-40B4-BE49-F238E27FC236}">
                  <a16:creationId xmlns:a16="http://schemas.microsoft.com/office/drawing/2014/main" id="{801BF16B-DC14-9FBB-B6D3-0E75E7A8B3EF}"/>
                </a:ext>
              </a:extLst>
            </p:cNvPr>
            <p:cNvPicPr>
              <a:picLocks noChangeAspect="1"/>
            </p:cNvPicPr>
            <p:nvPr/>
          </p:nvPicPr>
          <p:blipFill>
            <a:blip r:embed="rId9"/>
            <a:stretch>
              <a:fillRect/>
            </a:stretch>
          </p:blipFill>
          <p:spPr>
            <a:xfrm>
              <a:off x="8244497" y="2491200"/>
              <a:ext cx="3334401" cy="1875600"/>
            </a:xfrm>
            <a:prstGeom prst="rect">
              <a:avLst/>
            </a:prstGeom>
            <a:effectLst>
              <a:outerShdw blurRad="50800" dist="38100" dir="5400000" algn="t" rotWithShape="0">
                <a:prstClr val="black">
                  <a:alpha val="40000"/>
                </a:prstClr>
              </a:outerShdw>
            </a:effectLst>
          </p:spPr>
        </p:pic>
        <p:pic>
          <p:nvPicPr>
            <p:cNvPr id="13" name="Picture 12">
              <a:extLst>
                <a:ext uri="{FF2B5EF4-FFF2-40B4-BE49-F238E27FC236}">
                  <a16:creationId xmlns:a16="http://schemas.microsoft.com/office/drawing/2014/main" id="{204AFA56-033D-5C6F-5E36-ADB5A6F4057D}"/>
                </a:ext>
              </a:extLst>
            </p:cNvPr>
            <p:cNvPicPr>
              <a:picLocks noChangeAspect="1"/>
            </p:cNvPicPr>
            <p:nvPr/>
          </p:nvPicPr>
          <p:blipFill>
            <a:blip r:embed="rId10"/>
            <a:stretch>
              <a:fillRect/>
            </a:stretch>
          </p:blipFill>
          <p:spPr>
            <a:xfrm>
              <a:off x="4440510" y="2491200"/>
              <a:ext cx="3334400" cy="1875600"/>
            </a:xfrm>
            <a:prstGeom prst="rect">
              <a:avLst/>
            </a:prstGeom>
            <a:effectLst>
              <a:outerShdw blurRad="50800" dist="38100" dir="5400000" algn="t" rotWithShape="0">
                <a:prstClr val="black">
                  <a:alpha val="40000"/>
                </a:prstClr>
              </a:outerShdw>
            </a:effectLst>
          </p:spPr>
        </p:pic>
        <p:pic>
          <p:nvPicPr>
            <p:cNvPr id="16" name="Picture 15">
              <a:extLst>
                <a:ext uri="{FF2B5EF4-FFF2-40B4-BE49-F238E27FC236}">
                  <a16:creationId xmlns:a16="http://schemas.microsoft.com/office/drawing/2014/main" id="{6FA835FD-AFAF-2084-F607-5A0B7AC37A96}"/>
                </a:ext>
              </a:extLst>
            </p:cNvPr>
            <p:cNvPicPr>
              <a:picLocks noChangeAspect="1"/>
            </p:cNvPicPr>
            <p:nvPr/>
          </p:nvPicPr>
          <p:blipFill>
            <a:blip r:embed="rId11"/>
            <a:stretch>
              <a:fillRect/>
            </a:stretch>
          </p:blipFill>
          <p:spPr>
            <a:xfrm>
              <a:off x="4452985" y="4615635"/>
              <a:ext cx="3334400" cy="1875600"/>
            </a:xfrm>
            <a:prstGeom prst="rect">
              <a:avLst/>
            </a:prstGeom>
            <a:effectLst>
              <a:outerShdw blurRad="50800" dist="38100" dir="5400000" algn="t" rotWithShape="0">
                <a:prstClr val="black">
                  <a:alpha val="40000"/>
                </a:prstClr>
              </a:outerShdw>
            </a:effectLst>
          </p:spPr>
        </p:pic>
        <p:pic>
          <p:nvPicPr>
            <p:cNvPr id="18" name="Picture 17">
              <a:extLst>
                <a:ext uri="{FF2B5EF4-FFF2-40B4-BE49-F238E27FC236}">
                  <a16:creationId xmlns:a16="http://schemas.microsoft.com/office/drawing/2014/main" id="{A40C7A6E-954D-1E1D-B1C7-70B681B10A2A}"/>
                </a:ext>
              </a:extLst>
            </p:cNvPr>
            <p:cNvPicPr>
              <a:picLocks noChangeAspect="1"/>
            </p:cNvPicPr>
            <p:nvPr/>
          </p:nvPicPr>
          <p:blipFill>
            <a:blip r:embed="rId12"/>
            <a:stretch>
              <a:fillRect/>
            </a:stretch>
          </p:blipFill>
          <p:spPr>
            <a:xfrm>
              <a:off x="4434353" y="280680"/>
              <a:ext cx="3334401" cy="1875600"/>
            </a:xfrm>
            <a:prstGeom prst="rect">
              <a:avLst/>
            </a:prstGeom>
            <a:effectLst>
              <a:outerShdw blurRad="50800" dist="38100" dir="5400000" algn="t" rotWithShape="0">
                <a:prstClr val="black">
                  <a:alpha val="40000"/>
                </a:prstClr>
              </a:outerShdw>
            </a:effectLst>
          </p:spPr>
        </p:pic>
        <p:pic>
          <p:nvPicPr>
            <p:cNvPr id="19" name="Picture 18">
              <a:extLst>
                <a:ext uri="{FF2B5EF4-FFF2-40B4-BE49-F238E27FC236}">
                  <a16:creationId xmlns:a16="http://schemas.microsoft.com/office/drawing/2014/main" id="{54B2EFE7-9705-5B53-D689-5261D42DE0F8}"/>
                </a:ext>
              </a:extLst>
            </p:cNvPr>
            <p:cNvPicPr>
              <a:picLocks noChangeAspect="1"/>
            </p:cNvPicPr>
            <p:nvPr/>
          </p:nvPicPr>
          <p:blipFill>
            <a:blip r:embed="rId13"/>
            <a:stretch>
              <a:fillRect/>
            </a:stretch>
          </p:blipFill>
          <p:spPr>
            <a:xfrm>
              <a:off x="641228" y="272354"/>
              <a:ext cx="3334400" cy="1875600"/>
            </a:xfrm>
            <a:prstGeom prst="rect">
              <a:avLst/>
            </a:prstGeom>
            <a:effectLst>
              <a:outerShdw blurRad="50800" dist="38100" dir="5400000" algn="t" rotWithShape="0">
                <a:prstClr val="black">
                  <a:alpha val="40000"/>
                </a:prstClr>
              </a:outerShdw>
            </a:effectLst>
          </p:spPr>
        </p:pic>
        <p:pic>
          <p:nvPicPr>
            <p:cNvPr id="26" name="Picture 25">
              <a:extLst>
                <a:ext uri="{FF2B5EF4-FFF2-40B4-BE49-F238E27FC236}">
                  <a16:creationId xmlns:a16="http://schemas.microsoft.com/office/drawing/2014/main" id="{88249B56-64D5-A749-6F57-7B9A5114884D}"/>
                </a:ext>
              </a:extLst>
            </p:cNvPr>
            <p:cNvPicPr>
              <a:picLocks noChangeAspect="1"/>
            </p:cNvPicPr>
            <p:nvPr/>
          </p:nvPicPr>
          <p:blipFill>
            <a:blip r:embed="rId14"/>
            <a:stretch>
              <a:fillRect/>
            </a:stretch>
          </p:blipFill>
          <p:spPr>
            <a:xfrm>
              <a:off x="8244497" y="4615636"/>
              <a:ext cx="3315905" cy="1875600"/>
            </a:xfrm>
            <a:prstGeom prst="rect">
              <a:avLst/>
            </a:prstGeom>
            <a:effectLst>
              <a:outerShdw blurRad="50800" dist="38100" dir="5400000" algn="t" rotWithShape="0">
                <a:prstClr val="black">
                  <a:alpha val="40000"/>
                </a:prstClr>
              </a:outerShdw>
            </a:effectLst>
          </p:spPr>
        </p:pic>
      </p:grpSp>
    </p:spTree>
    <p:extLst>
      <p:ext uri="{BB962C8B-B14F-4D97-AF65-F5344CB8AC3E}">
        <p14:creationId xmlns:p14="http://schemas.microsoft.com/office/powerpoint/2010/main" val="20463011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Introduction</a:t>
            </a:r>
            <a:endParaRPr lang="en-US" b="0" kern="0" dirty="0"/>
          </a:p>
        </p:txBody>
      </p:sp>
      <p:sp>
        <p:nvSpPr>
          <p:cNvPr id="5" name="Rectangle 4">
            <a:extLst>
              <a:ext uri="{FF2B5EF4-FFF2-40B4-BE49-F238E27FC236}">
                <a16:creationId xmlns:a16="http://schemas.microsoft.com/office/drawing/2014/main" id="{DC054480-D828-7B59-3328-48D130C91ED1}"/>
              </a:ext>
            </a:extLst>
          </p:cNvPr>
          <p:cNvSpPr/>
          <p:nvPr/>
        </p:nvSpPr>
        <p:spPr>
          <a:xfrm>
            <a:off x="3840479" y="1766066"/>
            <a:ext cx="7738111" cy="3933656"/>
          </a:xfrm>
          <a:prstGeom prst="rect">
            <a:avLst/>
          </a:prstGeom>
          <a:solidFill>
            <a:schemeClr val="bg1">
              <a:lumMod val="95000"/>
            </a:scheme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2563" indent="-182563">
              <a:spcBef>
                <a:spcPts val="600"/>
              </a:spcBef>
              <a:spcAft>
                <a:spcPts val="600"/>
              </a:spcAft>
              <a:buFont typeface="Arial" panose="020B0604020202020204" pitchFamily="34" charset="0"/>
              <a:buChar char="•"/>
            </a:pPr>
            <a:r>
              <a:rPr lang="en-GB" sz="1600" b="1" dirty="0">
                <a:solidFill>
                  <a:schemeClr val="tx1"/>
                </a:solidFill>
                <a:cs typeface="Arial" panose="020B0604020202020204" pitchFamily="34" charset="0"/>
              </a:rPr>
              <a:t>This Toolkit was created by ex-McKinsey, Deloitte and BCG Management Consultants </a:t>
            </a:r>
            <a:r>
              <a:rPr lang="en-GB" sz="1600">
                <a:solidFill>
                  <a:schemeClr val="tx1"/>
                </a:solidFill>
                <a:cs typeface="Arial" panose="020B0604020202020204" pitchFamily="34" charset="0"/>
              </a:rPr>
              <a:t>after 4,000</a:t>
            </a:r>
            <a:r>
              <a:rPr lang="en-GB" sz="1600" dirty="0">
                <a:solidFill>
                  <a:schemeClr val="tx1"/>
                </a:solidFill>
                <a:cs typeface="Arial" panose="020B0604020202020204" pitchFamily="34" charset="0"/>
              </a:rPr>
              <a:t>+ hours of work. It shares our combined 100+ years of experience advising executive teams around the world. It includes all the Frameworks, Best Practices &amp; Templates required to successfully implement an operating model and organization design initiative, and make your strategy happen.</a:t>
            </a:r>
          </a:p>
          <a:p>
            <a:pPr marL="182563" indent="-182563">
              <a:spcBef>
                <a:spcPts val="600"/>
              </a:spcBef>
              <a:spcAft>
                <a:spcPts val="600"/>
              </a:spcAft>
              <a:buFont typeface="Arial" panose="020B0604020202020204" pitchFamily="34" charset="0"/>
              <a:buChar char="•"/>
            </a:pPr>
            <a:r>
              <a:rPr lang="en-GB" sz="1600" b="1" dirty="0">
                <a:solidFill>
                  <a:srgbClr val="002060"/>
                </a:solidFill>
                <a:cs typeface="Arial" panose="020B0604020202020204" pitchFamily="34" charset="0"/>
              </a:rPr>
              <a:t>Join the 200,000+ Executives, Consultants &amp; Entrepreneurs </a:t>
            </a:r>
            <a:r>
              <a:rPr lang="en-GB" sz="1600" dirty="0">
                <a:solidFill>
                  <a:srgbClr val="002060"/>
                </a:solidFill>
                <a:cs typeface="Arial" panose="020B0604020202020204" pitchFamily="34" charset="0"/>
              </a:rPr>
              <a:t>who are already leveraging our Management Consulting Toolkits to improve the performance of their organization and boost their own career.</a:t>
            </a:r>
          </a:p>
          <a:p>
            <a:pPr marL="182563" indent="-182563">
              <a:spcBef>
                <a:spcPts val="600"/>
              </a:spcBef>
              <a:spcAft>
                <a:spcPts val="600"/>
              </a:spcAft>
              <a:buFont typeface="Arial" panose="020B0604020202020204" pitchFamily="34" charset="0"/>
              <a:buChar char="•"/>
            </a:pPr>
            <a:r>
              <a:rPr lang="en-GB" sz="1600" b="1" dirty="0">
                <a:solidFill>
                  <a:srgbClr val="002060"/>
                </a:solidFill>
                <a:cs typeface="Arial" panose="020B0604020202020204" pitchFamily="34" charset="0"/>
              </a:rPr>
              <a:t>If you have any questions, send us an email at support@domontconsulting.com </a:t>
            </a:r>
            <a:r>
              <a:rPr lang="en-GB" sz="1600" dirty="0">
                <a:solidFill>
                  <a:srgbClr val="002060"/>
                </a:solidFill>
                <a:cs typeface="Arial" panose="020B0604020202020204" pitchFamily="34" charset="0"/>
              </a:rPr>
              <a:t>and one of our ex-McKinsey, Deloitte &amp; BCG Management Consultants will get back to you within 2 business days.</a:t>
            </a:r>
          </a:p>
        </p:txBody>
      </p:sp>
      <p:pic>
        <p:nvPicPr>
          <p:cNvPr id="6" name="Picture 5" descr="A person in a suit&#10;&#10;Description automatically generated with medium confidence">
            <a:extLst>
              <a:ext uri="{FF2B5EF4-FFF2-40B4-BE49-F238E27FC236}">
                <a16:creationId xmlns:a16="http://schemas.microsoft.com/office/drawing/2014/main" id="{7CE27B58-4E64-2C1A-172E-FF737A503B72}"/>
              </a:ext>
            </a:extLst>
          </p:cNvPr>
          <p:cNvPicPr>
            <a:picLocks noChangeAspect="1"/>
          </p:cNvPicPr>
          <p:nvPr/>
        </p:nvPicPr>
        <p:blipFill>
          <a:blip r:embed="rId6"/>
          <a:stretch>
            <a:fillRect/>
          </a:stretch>
        </p:blipFill>
        <p:spPr>
          <a:xfrm>
            <a:off x="604838" y="1766066"/>
            <a:ext cx="2968409" cy="3933656"/>
          </a:xfrm>
          <a:prstGeom prst="rect">
            <a:avLst/>
          </a:prstGeom>
        </p:spPr>
      </p:pic>
      <p:sp>
        <p:nvSpPr>
          <p:cNvPr id="7" name="TextBox 6">
            <a:extLst>
              <a:ext uri="{FF2B5EF4-FFF2-40B4-BE49-F238E27FC236}">
                <a16:creationId xmlns:a16="http://schemas.microsoft.com/office/drawing/2014/main" id="{DA49D4D5-98E8-7870-FF2C-81E5593F9580}"/>
              </a:ext>
            </a:extLst>
          </p:cNvPr>
          <p:cNvSpPr txBox="1"/>
          <p:nvPr/>
        </p:nvSpPr>
        <p:spPr>
          <a:xfrm>
            <a:off x="522909" y="5782906"/>
            <a:ext cx="3050338" cy="600164"/>
          </a:xfrm>
          <a:prstGeom prst="rect">
            <a:avLst/>
          </a:prstGeom>
          <a:noFill/>
        </p:spPr>
        <p:txBody>
          <a:bodyPr wrap="square" rtlCol="0">
            <a:spAutoFit/>
          </a:bodyPr>
          <a:lstStyle/>
          <a:p>
            <a:pPr algn="ctr"/>
            <a:r>
              <a:rPr lang="en-GB" sz="1100" dirty="0"/>
              <a:t>Aurelien Domont</a:t>
            </a:r>
          </a:p>
          <a:p>
            <a:pPr algn="ctr"/>
            <a:r>
              <a:rPr lang="en-GB" sz="1100" dirty="0"/>
              <a:t>Management Consultant</a:t>
            </a:r>
          </a:p>
          <a:p>
            <a:pPr algn="ctr"/>
            <a:r>
              <a:rPr lang="en-GB" sz="1100" dirty="0"/>
              <a:t>Domont Consulting Managing Director</a:t>
            </a:r>
          </a:p>
        </p:txBody>
      </p:sp>
      <p:pic>
        <p:nvPicPr>
          <p:cNvPr id="8" name="Picture 7" descr="A picture containing drawing&#10;&#10;Description automatically generated">
            <a:hlinkClick r:id="rId7"/>
            <a:extLst>
              <a:ext uri="{FF2B5EF4-FFF2-40B4-BE49-F238E27FC236}">
                <a16:creationId xmlns:a16="http://schemas.microsoft.com/office/drawing/2014/main" id="{268E509B-2278-9C53-3AC5-C1C08EBA20F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614027" y="5755943"/>
            <a:ext cx="224866" cy="224866"/>
          </a:xfrm>
          <a:prstGeom prst="rect">
            <a:avLst/>
          </a:prstGeom>
        </p:spPr>
      </p:pic>
      <p:pic>
        <p:nvPicPr>
          <p:cNvPr id="9" name="Picture 8">
            <a:hlinkClick r:id="rId9"/>
            <a:extLst>
              <a:ext uri="{FF2B5EF4-FFF2-40B4-BE49-F238E27FC236}">
                <a16:creationId xmlns:a16="http://schemas.microsoft.com/office/drawing/2014/main" id="{09402739-287F-B248-8F93-455BAF39FE3C}"/>
              </a:ext>
            </a:extLst>
          </p:cNvPr>
          <p:cNvPicPr>
            <a:picLocks noChangeAspect="1"/>
          </p:cNvPicPr>
          <p:nvPr/>
        </p:nvPicPr>
        <p:blipFill>
          <a:blip r:embed="rId10"/>
          <a:stretch>
            <a:fillRect/>
          </a:stretch>
        </p:blipFill>
        <p:spPr>
          <a:xfrm>
            <a:off x="8206739" y="552454"/>
            <a:ext cx="3371439" cy="792954"/>
          </a:xfrm>
          <a:prstGeom prst="rect">
            <a:avLst/>
          </a:prstGeom>
        </p:spPr>
      </p:pic>
      <p:sp>
        <p:nvSpPr>
          <p:cNvPr id="2" name="Footer Placeholder 1">
            <a:extLst>
              <a:ext uri="{FF2B5EF4-FFF2-40B4-BE49-F238E27FC236}">
                <a16:creationId xmlns:a16="http://schemas.microsoft.com/office/drawing/2014/main" id="{FA27F5ED-D4FF-789E-01B5-04A22C6E38E2}"/>
              </a:ext>
            </a:extLst>
          </p:cNvPr>
          <p:cNvSpPr>
            <a:spLocks noGrp="1"/>
          </p:cNvSpPr>
          <p:nvPr>
            <p:ph type="ftr" sz="quarter" idx="3"/>
          </p:nvPr>
        </p:nvSpPr>
        <p:spPr/>
        <p:txBody>
          <a:bodyPr/>
          <a:lstStyle/>
          <a:p>
            <a:r>
              <a:rPr lang="en-US" dirty="0"/>
              <a:t>Domont Consulting</a:t>
            </a:r>
          </a:p>
        </p:txBody>
      </p:sp>
      <p:sp>
        <p:nvSpPr>
          <p:cNvPr id="10" name="Slide Number Placeholder 9">
            <a:extLst>
              <a:ext uri="{FF2B5EF4-FFF2-40B4-BE49-F238E27FC236}">
                <a16:creationId xmlns:a16="http://schemas.microsoft.com/office/drawing/2014/main" id="{91A31051-71CD-77B8-816F-296169471235}"/>
              </a:ext>
            </a:extLst>
          </p:cNvPr>
          <p:cNvSpPr>
            <a:spLocks noGrp="1"/>
          </p:cNvSpPr>
          <p:nvPr>
            <p:ph type="sldNum" sz="quarter" idx="4"/>
          </p:nvPr>
        </p:nvSpPr>
        <p:spPr/>
        <p:txBody>
          <a:bodyPr/>
          <a:lstStyle/>
          <a:p>
            <a:fld id="{37F5C94B-8C55-478B-B509-BAE6A06B2E2A}" type="slidenum">
              <a:rPr lang="en-US" smtClean="0"/>
              <a:pPr/>
              <a:t>3</a:t>
            </a:fld>
            <a:endParaRPr lang="en-US" dirty="0"/>
          </a:p>
        </p:txBody>
      </p:sp>
    </p:spTree>
    <p:extLst>
      <p:ext uri="{BB962C8B-B14F-4D97-AF65-F5344CB8AC3E}">
        <p14:creationId xmlns:p14="http://schemas.microsoft.com/office/powerpoint/2010/main" val="22461645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6A0928A2-5679-39E5-8050-3FF70F110818}"/>
              </a:ext>
            </a:extLst>
          </p:cNvPr>
          <p:cNvGraphicFramePr>
            <a:graphicFrameLocks noChangeAspect="1"/>
          </p:cNvGraphicFramePr>
          <p:nvPr>
            <p:custDataLst>
              <p:tags r:id="rId1"/>
            </p:custDataLst>
            <p:extLst>
              <p:ext uri="{D42A27DB-BD31-4B8C-83A1-F6EECF244321}">
                <p14:modId xmlns:p14="http://schemas.microsoft.com/office/powerpoint/2010/main" val="32010298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6" name="think-cell data - do not delete" hidden="1">
                        <a:extLst>
                          <a:ext uri="{FF2B5EF4-FFF2-40B4-BE49-F238E27FC236}">
                            <a16:creationId xmlns:a16="http://schemas.microsoft.com/office/drawing/2014/main" id="{6A0928A2-5679-39E5-8050-3FF70F11081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C8D96AE-3B87-BB1A-13CC-08803680CEE2}"/>
              </a:ext>
            </a:extLst>
          </p:cNvPr>
          <p:cNvSpPr>
            <a:spLocks noGrp="1"/>
          </p:cNvSpPr>
          <p:nvPr>
            <p:ph type="title"/>
          </p:nvPr>
        </p:nvSpPr>
        <p:spPr/>
        <p:txBody>
          <a:bodyPr vert="horz">
            <a:normAutofit/>
          </a:bodyPr>
          <a:lstStyle/>
          <a:p>
            <a:r>
              <a:rPr lang="en-GB" dirty="0">
                <a:solidFill>
                  <a:schemeClr val="accent2"/>
                </a:solidFill>
              </a:rPr>
              <a:t>Context: </a:t>
            </a:r>
            <a:r>
              <a:rPr lang="en-GB" dirty="0">
                <a:solidFill>
                  <a:schemeClr val="tx1"/>
                </a:solidFill>
              </a:rPr>
              <a:t>Having a great operating model and organization design is more important than ever</a:t>
            </a:r>
            <a:endParaRPr lang="en-US" dirty="0">
              <a:solidFill>
                <a:schemeClr val="tx1"/>
              </a:solidFill>
            </a:endParaRPr>
          </a:p>
        </p:txBody>
      </p:sp>
      <p:sp>
        <p:nvSpPr>
          <p:cNvPr id="108" name="Footer Placeholder 107">
            <a:extLst>
              <a:ext uri="{FF2B5EF4-FFF2-40B4-BE49-F238E27FC236}">
                <a16:creationId xmlns:a16="http://schemas.microsoft.com/office/drawing/2014/main" id="{837A0A3E-F251-0B73-3ECB-60E5ECC8B74D}"/>
              </a:ext>
            </a:extLst>
          </p:cNvPr>
          <p:cNvSpPr>
            <a:spLocks noGrp="1"/>
          </p:cNvSpPr>
          <p:nvPr>
            <p:ph type="ftr" sz="quarter" idx="3"/>
          </p:nvPr>
        </p:nvSpPr>
        <p:spPr/>
        <p:txBody>
          <a:bodyPr/>
          <a:lstStyle/>
          <a:p>
            <a:r>
              <a:rPr lang="en-US" dirty="0"/>
              <a:t>Domont Consulting</a:t>
            </a:r>
          </a:p>
        </p:txBody>
      </p:sp>
      <p:sp>
        <p:nvSpPr>
          <p:cNvPr id="109" name="Slide Number Placeholder 108">
            <a:extLst>
              <a:ext uri="{FF2B5EF4-FFF2-40B4-BE49-F238E27FC236}">
                <a16:creationId xmlns:a16="http://schemas.microsoft.com/office/drawing/2014/main" id="{68C4106C-AF12-7F3F-BB93-145E55280CC5}"/>
              </a:ext>
            </a:extLst>
          </p:cNvPr>
          <p:cNvSpPr>
            <a:spLocks noGrp="1"/>
          </p:cNvSpPr>
          <p:nvPr>
            <p:ph type="sldNum" sz="quarter" idx="4"/>
          </p:nvPr>
        </p:nvSpPr>
        <p:spPr/>
        <p:txBody>
          <a:bodyPr/>
          <a:lstStyle/>
          <a:p>
            <a:fld id="{37F5C94B-8C55-478B-B509-BAE6A06B2E2A}" type="slidenum">
              <a:rPr lang="en-US" smtClean="0"/>
              <a:pPr/>
              <a:t>4</a:t>
            </a:fld>
            <a:endParaRPr lang="en-US" dirty="0"/>
          </a:p>
        </p:txBody>
      </p:sp>
      <p:sp>
        <p:nvSpPr>
          <p:cNvPr id="54" name="TextBox 53">
            <a:extLst>
              <a:ext uri="{FF2B5EF4-FFF2-40B4-BE49-F238E27FC236}">
                <a16:creationId xmlns:a16="http://schemas.microsoft.com/office/drawing/2014/main" id="{B06C86F0-A44E-FE3A-1253-41BC7273947D}"/>
              </a:ext>
            </a:extLst>
          </p:cNvPr>
          <p:cNvSpPr txBox="1"/>
          <p:nvPr/>
        </p:nvSpPr>
        <p:spPr>
          <a:xfrm>
            <a:off x="514114" y="1638469"/>
            <a:ext cx="11073049" cy="4524315"/>
          </a:xfrm>
          <a:prstGeom prst="rect">
            <a:avLst/>
          </a:prstGeom>
          <a:noFill/>
        </p:spPr>
        <p:txBody>
          <a:bodyPr wrap="square" rtlCol="0">
            <a:spAutoFit/>
          </a:bodyPr>
          <a:lstStyle/>
          <a:p>
            <a:r>
              <a:rPr lang="en-GB" sz="1600" b="1" dirty="0"/>
              <a:t>In these times of economic turbulence, disruptive technology, globalization and unprecedentedly fierce competition, having a great operating model and organization design is more important than ever.</a:t>
            </a:r>
          </a:p>
          <a:p>
            <a:endParaRPr lang="en-GB" sz="1600" dirty="0"/>
          </a:p>
          <a:p>
            <a:r>
              <a:rPr lang="en-GB" sz="1600" b="1" dirty="0"/>
              <a:t>A great operating model and organization design will help you:</a:t>
            </a:r>
          </a:p>
          <a:p>
            <a:pPr marL="360363" indent="-184150">
              <a:buFont typeface="Arial" panose="020B0604020202020204" pitchFamily="34" charset="0"/>
              <a:buChar char="•"/>
            </a:pPr>
            <a:r>
              <a:rPr lang="en-GB" sz="1600" dirty="0"/>
              <a:t>Make your strategy happen</a:t>
            </a:r>
          </a:p>
          <a:p>
            <a:pPr marL="360363" indent="-184150">
              <a:buFont typeface="Arial" panose="020B0604020202020204" pitchFamily="34" charset="0"/>
              <a:buChar char="•"/>
            </a:pPr>
            <a:r>
              <a:rPr lang="en-GB" sz="1600" dirty="0"/>
              <a:t>Boost your company’s performance</a:t>
            </a:r>
          </a:p>
          <a:p>
            <a:pPr marL="360363" indent="-184150">
              <a:buFont typeface="Arial" panose="020B0604020202020204" pitchFamily="34" charset="0"/>
              <a:buChar char="•"/>
            </a:pPr>
            <a:r>
              <a:rPr lang="en-GB" sz="1600" dirty="0"/>
              <a:t>Adapt to changing conditions</a:t>
            </a:r>
          </a:p>
          <a:p>
            <a:pPr marL="360363" indent="-184150">
              <a:buFont typeface="Arial" panose="020B0604020202020204" pitchFamily="34" charset="0"/>
              <a:buChar char="•"/>
            </a:pPr>
            <a:r>
              <a:rPr lang="en-GB" sz="1600" dirty="0"/>
              <a:t>Change the trajectory of your business</a:t>
            </a:r>
          </a:p>
          <a:p>
            <a:pPr marL="360363" indent="-184150">
              <a:buFont typeface="Arial" panose="020B0604020202020204" pitchFamily="34" charset="0"/>
              <a:buChar char="•"/>
            </a:pPr>
            <a:r>
              <a:rPr lang="en-GB" sz="1600" dirty="0"/>
              <a:t>Improve coordination and decision-making</a:t>
            </a:r>
          </a:p>
          <a:p>
            <a:pPr marL="360363" indent="-184150">
              <a:buFont typeface="Arial" panose="020B0604020202020204" pitchFamily="34" charset="0"/>
              <a:buChar char="•"/>
            </a:pPr>
            <a:r>
              <a:rPr lang="en-GB" sz="1600" dirty="0"/>
              <a:t>Improve risk management</a:t>
            </a:r>
          </a:p>
          <a:p>
            <a:pPr marL="285750" indent="-109538">
              <a:buFont typeface="Arial" panose="020B0604020202020204" pitchFamily="34" charset="0"/>
              <a:buChar char="•"/>
            </a:pPr>
            <a:endParaRPr lang="en-GB" sz="1600" dirty="0"/>
          </a:p>
          <a:p>
            <a:r>
              <a:rPr lang="en-GB" sz="1600" b="1" dirty="0"/>
              <a:t>Companies without the right operating model and organization design often experience the following challenges:</a:t>
            </a:r>
          </a:p>
          <a:p>
            <a:pPr marL="360363" indent="-184150">
              <a:buFont typeface="Arial" panose="020B0604020202020204" pitchFamily="34" charset="0"/>
              <a:buChar char="•"/>
            </a:pPr>
            <a:r>
              <a:rPr lang="en-GB" sz="1600" dirty="0"/>
              <a:t>Operational inefficiencies as people expend effort in areas not aligned with the strategic plan</a:t>
            </a:r>
          </a:p>
          <a:p>
            <a:pPr marL="360363" indent="-184150">
              <a:buFont typeface="Arial" panose="020B0604020202020204" pitchFamily="34" charset="0"/>
              <a:buChar char="•"/>
            </a:pPr>
            <a:r>
              <a:rPr lang="en-GB" sz="1600" dirty="0"/>
              <a:t>Ambiguity around accountabilities, roles and responsibilities, slowing the decision-making process</a:t>
            </a:r>
          </a:p>
          <a:p>
            <a:pPr marL="360363" indent="-184150">
              <a:buFont typeface="Arial" panose="020B0604020202020204" pitchFamily="34" charset="0"/>
              <a:buChar char="•"/>
            </a:pPr>
            <a:r>
              <a:rPr lang="en-GB" sz="1600" dirty="0"/>
              <a:t>Low interaction and integration between divisional units and functional areas, as it is unclear to people how they should cross these implicit boundaries</a:t>
            </a:r>
          </a:p>
          <a:p>
            <a:pPr marL="360363" indent="-184150">
              <a:buFont typeface="Arial" panose="020B0604020202020204" pitchFamily="34" charset="0"/>
              <a:buChar char="•"/>
            </a:pPr>
            <a:r>
              <a:rPr lang="en-GB" sz="1600" dirty="0"/>
              <a:t>Increased or sustained operating risks due to the absence of clear principles, roles, responsibilities and processes </a:t>
            </a:r>
          </a:p>
        </p:txBody>
      </p:sp>
    </p:spTree>
    <p:extLst>
      <p:ext uri="{BB962C8B-B14F-4D97-AF65-F5344CB8AC3E}">
        <p14:creationId xmlns:p14="http://schemas.microsoft.com/office/powerpoint/2010/main" val="13939084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6A0928A2-5679-39E5-8050-3FF70F110818}"/>
              </a:ext>
            </a:extLst>
          </p:cNvPr>
          <p:cNvGraphicFramePr>
            <a:graphicFrameLocks noChangeAspect="1"/>
          </p:cNvGraphicFramePr>
          <p:nvPr>
            <p:custDataLst>
              <p:tags r:id="rId1"/>
            </p:custDataLst>
            <p:extLst>
              <p:ext uri="{D42A27DB-BD31-4B8C-83A1-F6EECF244321}">
                <p14:modId xmlns:p14="http://schemas.microsoft.com/office/powerpoint/2010/main" val="13290664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06" imgH="306" progId="TCLayout.ActiveDocument.1">
                  <p:embed/>
                </p:oleObj>
              </mc:Choice>
              <mc:Fallback>
                <p:oleObj name="think-cell Slide" r:id="rId6" imgW="306" imgH="306" progId="TCLayout.ActiveDocument.1">
                  <p:embed/>
                  <p:pic>
                    <p:nvPicPr>
                      <p:cNvPr id="16" name="think-cell data - do not delete" hidden="1">
                        <a:extLst>
                          <a:ext uri="{FF2B5EF4-FFF2-40B4-BE49-F238E27FC236}">
                            <a16:creationId xmlns:a16="http://schemas.microsoft.com/office/drawing/2014/main" id="{6A0928A2-5679-39E5-8050-3FF70F11081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C8D96AE-3B87-BB1A-13CC-08803680CEE2}"/>
              </a:ext>
            </a:extLst>
          </p:cNvPr>
          <p:cNvSpPr>
            <a:spLocks noGrp="1"/>
          </p:cNvSpPr>
          <p:nvPr>
            <p:ph type="title"/>
          </p:nvPr>
        </p:nvSpPr>
        <p:spPr/>
        <p:txBody>
          <a:bodyPr vert="horz">
            <a:normAutofit/>
          </a:bodyPr>
          <a:lstStyle/>
          <a:p>
            <a:r>
              <a:rPr lang="en-GB" dirty="0">
                <a:solidFill>
                  <a:schemeClr val="accent2"/>
                </a:solidFill>
              </a:rPr>
              <a:t>Problem: </a:t>
            </a:r>
            <a:r>
              <a:rPr lang="en-GB" dirty="0">
                <a:solidFill>
                  <a:schemeClr val="tx1"/>
                </a:solidFill>
              </a:rPr>
              <a:t>Fewer than half of the reorganization efforts are successful</a:t>
            </a:r>
            <a:endParaRPr lang="en-US" dirty="0">
              <a:solidFill>
                <a:schemeClr val="tx1"/>
              </a:solidFill>
            </a:endParaRPr>
          </a:p>
        </p:txBody>
      </p:sp>
      <p:sp>
        <p:nvSpPr>
          <p:cNvPr id="108" name="Footer Placeholder 107">
            <a:extLst>
              <a:ext uri="{FF2B5EF4-FFF2-40B4-BE49-F238E27FC236}">
                <a16:creationId xmlns:a16="http://schemas.microsoft.com/office/drawing/2014/main" id="{837A0A3E-F251-0B73-3ECB-60E5ECC8B74D}"/>
              </a:ext>
            </a:extLst>
          </p:cNvPr>
          <p:cNvSpPr>
            <a:spLocks noGrp="1"/>
          </p:cNvSpPr>
          <p:nvPr>
            <p:ph type="ftr" sz="quarter" idx="3"/>
          </p:nvPr>
        </p:nvSpPr>
        <p:spPr/>
        <p:txBody>
          <a:bodyPr/>
          <a:lstStyle/>
          <a:p>
            <a:r>
              <a:rPr lang="en-US" dirty="0"/>
              <a:t>Domont Consulting</a:t>
            </a:r>
          </a:p>
        </p:txBody>
      </p:sp>
      <p:sp>
        <p:nvSpPr>
          <p:cNvPr id="109" name="Slide Number Placeholder 108">
            <a:extLst>
              <a:ext uri="{FF2B5EF4-FFF2-40B4-BE49-F238E27FC236}">
                <a16:creationId xmlns:a16="http://schemas.microsoft.com/office/drawing/2014/main" id="{68C4106C-AF12-7F3F-BB93-145E55280CC5}"/>
              </a:ext>
            </a:extLst>
          </p:cNvPr>
          <p:cNvSpPr>
            <a:spLocks noGrp="1"/>
          </p:cNvSpPr>
          <p:nvPr>
            <p:ph type="sldNum" sz="quarter" idx="4"/>
          </p:nvPr>
        </p:nvSpPr>
        <p:spPr/>
        <p:txBody>
          <a:bodyPr/>
          <a:lstStyle/>
          <a:p>
            <a:fld id="{37F5C94B-8C55-478B-B509-BAE6A06B2E2A}" type="slidenum">
              <a:rPr lang="en-US" smtClean="0"/>
              <a:pPr/>
              <a:t>5</a:t>
            </a:fld>
            <a:endParaRPr lang="en-US" dirty="0"/>
          </a:p>
        </p:txBody>
      </p:sp>
      <p:sp>
        <p:nvSpPr>
          <p:cNvPr id="3" name="TextBox 2">
            <a:extLst>
              <a:ext uri="{FF2B5EF4-FFF2-40B4-BE49-F238E27FC236}">
                <a16:creationId xmlns:a16="http://schemas.microsoft.com/office/drawing/2014/main" id="{A138372C-B22A-86F9-2488-6C52595756F9}"/>
              </a:ext>
            </a:extLst>
          </p:cNvPr>
          <p:cNvSpPr txBox="1"/>
          <p:nvPr/>
        </p:nvSpPr>
        <p:spPr>
          <a:xfrm>
            <a:off x="518055" y="6571943"/>
            <a:ext cx="7200000" cy="246221"/>
          </a:xfrm>
          <a:prstGeom prst="rect">
            <a:avLst/>
          </a:prstGeom>
          <a:noFill/>
        </p:spPr>
        <p:txBody>
          <a:bodyPr wrap="square" rtlCol="0" anchor="ctr">
            <a:spAutoFit/>
          </a:bodyPr>
          <a:lstStyle/>
          <a:p>
            <a:pPr>
              <a:spcBef>
                <a:spcPts val="400"/>
              </a:spcBef>
              <a:spcAft>
                <a:spcPts val="400"/>
              </a:spcAft>
            </a:pPr>
            <a:r>
              <a:rPr lang="en-US" sz="1000" dirty="0">
                <a:solidFill>
                  <a:schemeClr val="bg1">
                    <a:lumMod val="65000"/>
                  </a:schemeClr>
                </a:solidFill>
              </a:rPr>
              <a:t>Source: HBR and New York Times</a:t>
            </a:r>
          </a:p>
        </p:txBody>
      </p:sp>
      <p:grpSp>
        <p:nvGrpSpPr>
          <p:cNvPr id="17" name="Group 16">
            <a:extLst>
              <a:ext uri="{FF2B5EF4-FFF2-40B4-BE49-F238E27FC236}">
                <a16:creationId xmlns:a16="http://schemas.microsoft.com/office/drawing/2014/main" id="{207F28EF-4362-30C3-8D17-E17CC23C8ADD}"/>
              </a:ext>
            </a:extLst>
          </p:cNvPr>
          <p:cNvGrpSpPr/>
          <p:nvPr/>
        </p:nvGrpSpPr>
        <p:grpSpPr>
          <a:xfrm>
            <a:off x="567278" y="1686792"/>
            <a:ext cx="7308000" cy="338554"/>
            <a:chOff x="599178" y="1686792"/>
            <a:chExt cx="5127265" cy="338554"/>
          </a:xfrm>
        </p:grpSpPr>
        <p:cxnSp>
          <p:nvCxnSpPr>
            <p:cNvPr id="18" name="Straight Connector 17">
              <a:extLst>
                <a:ext uri="{FF2B5EF4-FFF2-40B4-BE49-F238E27FC236}">
                  <a16:creationId xmlns:a16="http://schemas.microsoft.com/office/drawing/2014/main" id="{905D847C-1D95-A3B7-7747-A9D630A2B2EE}"/>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6A774151-5EBE-2B3D-1EB6-49902A92A678}"/>
                </a:ext>
              </a:extLst>
            </p:cNvPr>
            <p:cNvSpPr txBox="1"/>
            <p:nvPr/>
          </p:nvSpPr>
          <p:spPr>
            <a:xfrm>
              <a:off x="599178" y="1686792"/>
              <a:ext cx="5112000" cy="338554"/>
            </a:xfrm>
            <a:prstGeom prst="rect">
              <a:avLst/>
            </a:prstGeom>
            <a:noFill/>
          </p:spPr>
          <p:txBody>
            <a:bodyPr wrap="square" rtlCol="0">
              <a:spAutoFit/>
            </a:bodyPr>
            <a:lstStyle/>
            <a:p>
              <a:r>
                <a:rPr lang="en-GB" sz="1600" b="1" dirty="0"/>
                <a:t>Reorganization initiatives’ ability to reach value creation objectives</a:t>
              </a:r>
            </a:p>
          </p:txBody>
        </p:sp>
      </p:grpSp>
      <p:grpSp>
        <p:nvGrpSpPr>
          <p:cNvPr id="20" name="Group 19">
            <a:extLst>
              <a:ext uri="{FF2B5EF4-FFF2-40B4-BE49-F238E27FC236}">
                <a16:creationId xmlns:a16="http://schemas.microsoft.com/office/drawing/2014/main" id="{64CC501C-7049-A44E-48B4-ADCE495F9653}"/>
              </a:ext>
            </a:extLst>
          </p:cNvPr>
          <p:cNvGrpSpPr/>
          <p:nvPr/>
        </p:nvGrpSpPr>
        <p:grpSpPr>
          <a:xfrm>
            <a:off x="8176436" y="1655948"/>
            <a:ext cx="3399614" cy="352458"/>
            <a:chOff x="8176436" y="1655948"/>
            <a:chExt cx="3399614" cy="352458"/>
          </a:xfrm>
        </p:grpSpPr>
        <p:cxnSp>
          <p:nvCxnSpPr>
            <p:cNvPr id="21" name="Straight Connector 20">
              <a:extLst>
                <a:ext uri="{FF2B5EF4-FFF2-40B4-BE49-F238E27FC236}">
                  <a16:creationId xmlns:a16="http://schemas.microsoft.com/office/drawing/2014/main" id="{53FD03EA-B70E-8B1A-F5F1-B91DF7CACB7F}"/>
                </a:ext>
              </a:extLst>
            </p:cNvPr>
            <p:cNvCxnSpPr/>
            <p:nvPr/>
          </p:nvCxnSpPr>
          <p:spPr>
            <a:xfrm>
              <a:off x="8216244" y="2008406"/>
              <a:ext cx="3359806"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C07C861C-1918-CD32-8EA8-0DE22EBE70C1}"/>
                </a:ext>
              </a:extLst>
            </p:cNvPr>
            <p:cNvSpPr txBox="1"/>
            <p:nvPr/>
          </p:nvSpPr>
          <p:spPr>
            <a:xfrm>
              <a:off x="8176436" y="1655948"/>
              <a:ext cx="3368290" cy="338555"/>
            </a:xfrm>
            <a:prstGeom prst="rect">
              <a:avLst/>
            </a:prstGeom>
            <a:noFill/>
          </p:spPr>
          <p:txBody>
            <a:bodyPr wrap="square" rtlCol="0">
              <a:spAutoFit/>
            </a:bodyPr>
            <a:lstStyle/>
            <a:p>
              <a:r>
                <a:rPr lang="en-US" sz="1600" b="1" dirty="0"/>
                <a:t>Key insights:</a:t>
              </a:r>
            </a:p>
          </p:txBody>
        </p:sp>
      </p:grpSp>
      <p:cxnSp>
        <p:nvCxnSpPr>
          <p:cNvPr id="25" name="Straight Connector 24">
            <a:extLst>
              <a:ext uri="{FF2B5EF4-FFF2-40B4-BE49-F238E27FC236}">
                <a16:creationId xmlns:a16="http://schemas.microsoft.com/office/drawing/2014/main" id="{7F4ED82C-94A2-4F07-41B4-97C65CE6EA9D}"/>
              </a:ext>
            </a:extLst>
          </p:cNvPr>
          <p:cNvCxnSpPr>
            <a:cxnSpLocks/>
          </p:cNvCxnSpPr>
          <p:nvPr/>
        </p:nvCxnSpPr>
        <p:spPr>
          <a:xfrm flipV="1">
            <a:off x="8054826" y="1761427"/>
            <a:ext cx="0" cy="457200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A377A972-79D6-A144-0DBC-1677BF0D61C8}"/>
              </a:ext>
            </a:extLst>
          </p:cNvPr>
          <p:cNvSpPr txBox="1"/>
          <p:nvPr/>
        </p:nvSpPr>
        <p:spPr>
          <a:xfrm>
            <a:off x="8216244" y="2133600"/>
            <a:ext cx="3349748" cy="3624069"/>
          </a:xfrm>
          <a:prstGeom prst="rect">
            <a:avLst/>
          </a:prstGeom>
          <a:noFill/>
        </p:spPr>
        <p:txBody>
          <a:bodyPr wrap="square" rtlCol="0">
            <a:spAutoFit/>
          </a:bodyPr>
          <a:lstStyle/>
          <a:p>
            <a:pPr marL="180975" indent="-180975">
              <a:spcBef>
                <a:spcPts val="300"/>
              </a:spcBef>
              <a:spcAft>
                <a:spcPts val="300"/>
              </a:spcAft>
              <a:buFont typeface="Arial" panose="020B0604020202020204" pitchFamily="34" charset="0"/>
              <a:buChar char="•"/>
            </a:pPr>
            <a:r>
              <a:rPr lang="en-GB" sz="1400" dirty="0">
                <a:latin typeface="+mj-lt"/>
              </a:rPr>
              <a:t>In a survey conducted by The Boston Consulting Group, almost 80% of the respondent companies reported under-going a recent reorganization exercise.</a:t>
            </a:r>
          </a:p>
          <a:p>
            <a:pPr marL="180975" indent="-180975">
              <a:spcBef>
                <a:spcPts val="300"/>
              </a:spcBef>
              <a:spcAft>
                <a:spcPts val="300"/>
              </a:spcAft>
              <a:buFont typeface="Arial" panose="020B0604020202020204" pitchFamily="34" charset="0"/>
              <a:buChar char="•"/>
            </a:pPr>
            <a:r>
              <a:rPr lang="en-GB" sz="1400" dirty="0">
                <a:latin typeface="+mj-lt"/>
              </a:rPr>
              <a:t>However, the survey respondents rated fewer than half of the reorganization efforts as successful. The underlying reason for such a low success rate was that all too often, the companies’ leaders relied on complex organizational frameworks that have become outmoded and ineffective in today’s business environment. </a:t>
            </a:r>
          </a:p>
          <a:p>
            <a:pPr marL="180975" indent="-180975">
              <a:buFont typeface="Arial" panose="020B0604020202020204" pitchFamily="34" charset="0"/>
              <a:buChar char="•"/>
            </a:pPr>
            <a:endParaRPr lang="en-US" sz="1200" dirty="0"/>
          </a:p>
        </p:txBody>
      </p:sp>
      <p:graphicFrame>
        <p:nvGraphicFramePr>
          <p:cNvPr id="41" name="Chart 40">
            <a:extLst>
              <a:ext uri="{FF2B5EF4-FFF2-40B4-BE49-F238E27FC236}">
                <a16:creationId xmlns:a16="http://schemas.microsoft.com/office/drawing/2014/main" id="{6D8FAA40-6874-F58E-AC79-DEBB9CC96534}"/>
              </a:ext>
            </a:extLst>
          </p:cNvPr>
          <p:cNvGraphicFramePr/>
          <p:nvPr>
            <p:custDataLst>
              <p:tags r:id="rId2"/>
            </p:custDataLst>
            <p:extLst>
              <p:ext uri="{D42A27DB-BD31-4B8C-83A1-F6EECF244321}">
                <p14:modId xmlns:p14="http://schemas.microsoft.com/office/powerpoint/2010/main" val="839272442"/>
              </p:ext>
            </p:extLst>
          </p:nvPr>
        </p:nvGraphicFramePr>
        <p:xfrm>
          <a:off x="515938" y="2322513"/>
          <a:ext cx="7285037" cy="3759200"/>
        </p:xfrm>
        <a:graphic>
          <a:graphicData uri="http://schemas.openxmlformats.org/drawingml/2006/chart">
            <c:chart xmlns:c="http://schemas.openxmlformats.org/drawingml/2006/chart" xmlns:r="http://schemas.openxmlformats.org/officeDocument/2006/relationships" r:id="rId8"/>
          </a:graphicData>
        </a:graphic>
      </p:graphicFrame>
      <p:sp>
        <p:nvSpPr>
          <p:cNvPr id="29" name="Rectangle 28">
            <a:extLst>
              <a:ext uri="{FF2B5EF4-FFF2-40B4-BE49-F238E27FC236}">
                <a16:creationId xmlns:a16="http://schemas.microsoft.com/office/drawing/2014/main" id="{5A7485EF-1AD1-88FC-9CC6-FFFD5732CE2E}"/>
              </a:ext>
            </a:extLst>
          </p:cNvPr>
          <p:cNvSpPr/>
          <p:nvPr>
            <p:custDataLst>
              <p:tags r:id="rId3"/>
            </p:custDataLst>
          </p:nvPr>
        </p:nvSpPr>
        <p:spPr bwMode="auto">
          <a:xfrm>
            <a:off x="1825625" y="5792788"/>
            <a:ext cx="1106488"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lgn="ctr">
              <a:spcBef>
                <a:spcPct val="0"/>
              </a:spcBef>
              <a:spcAft>
                <a:spcPct val="0"/>
              </a:spcAft>
            </a:pPr>
            <a:fld id="{63E563BF-ED67-4926-AA23-E0E908421545}" type="datetime'S''''u''''c''''''''''''''ce''''ss'''' ''ra''''''''''te'''''">
              <a:rPr lang="en-US" altLang="en-US" sz="1400" b="1" smtClean="0">
                <a:solidFill>
                  <a:schemeClr val="tx1"/>
                </a:solidFill>
              </a:rPr>
              <a:pPr/>
              <a:t>Success rate</a:t>
            </a:fld>
            <a:endParaRPr lang="en-US" sz="1400" b="1" dirty="0">
              <a:solidFill>
                <a:schemeClr val="tx1"/>
              </a:solidFill>
            </a:endParaRPr>
          </a:p>
        </p:txBody>
      </p:sp>
      <p:sp>
        <p:nvSpPr>
          <p:cNvPr id="30" name="Rectangle 29">
            <a:extLst>
              <a:ext uri="{FF2B5EF4-FFF2-40B4-BE49-F238E27FC236}">
                <a16:creationId xmlns:a16="http://schemas.microsoft.com/office/drawing/2014/main" id="{6E1C7DD8-AAC4-6A0E-D7C3-DD8A0CE4B247}"/>
              </a:ext>
            </a:extLst>
          </p:cNvPr>
          <p:cNvSpPr/>
          <p:nvPr>
            <p:custDataLst>
              <p:tags r:id="rId4"/>
            </p:custDataLst>
          </p:nvPr>
        </p:nvSpPr>
        <p:spPr bwMode="auto">
          <a:xfrm>
            <a:off x="5454650" y="5792788"/>
            <a:ext cx="968375"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lgn="ctr">
              <a:spcBef>
                <a:spcPct val="0"/>
              </a:spcBef>
              <a:spcAft>
                <a:spcPct val="0"/>
              </a:spcAft>
            </a:pPr>
            <a:fld id="{E867FEFE-C779-4E2D-99FA-885CDD46A004}" type="datetime'''''''''F''''a''''i''lu''''r''''''''e'' r''''''a''''''''t''e'">
              <a:rPr lang="en-US" altLang="en-US" sz="1400" b="1" smtClean="0">
                <a:solidFill>
                  <a:schemeClr val="tx1"/>
                </a:solidFill>
              </a:rPr>
              <a:pPr/>
              <a:t>Failure rate</a:t>
            </a:fld>
            <a:endParaRPr lang="en-US" sz="1400" b="1" dirty="0">
              <a:solidFill>
                <a:schemeClr val="tx1"/>
              </a:solidFill>
            </a:endParaRPr>
          </a:p>
        </p:txBody>
      </p:sp>
    </p:spTree>
    <p:extLst>
      <p:ext uri="{BB962C8B-B14F-4D97-AF65-F5344CB8AC3E}">
        <p14:creationId xmlns:p14="http://schemas.microsoft.com/office/powerpoint/2010/main" val="20984155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C74B90F8-16E2-149E-13EF-2AEEB8172E8E}"/>
              </a:ext>
            </a:extLst>
          </p:cNvPr>
          <p:cNvGraphicFramePr>
            <a:graphicFrameLocks noChangeAspect="1"/>
          </p:cNvGraphicFramePr>
          <p:nvPr>
            <p:custDataLst>
              <p:tags r:id="rId1"/>
            </p:custDataLst>
            <p:extLst>
              <p:ext uri="{D42A27DB-BD31-4B8C-83A1-F6EECF244321}">
                <p14:modId xmlns:p14="http://schemas.microsoft.com/office/powerpoint/2010/main" val="12207884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6" name="think-cell data - do not delete" hidden="1">
                        <a:extLst>
                          <a:ext uri="{FF2B5EF4-FFF2-40B4-BE49-F238E27FC236}">
                            <a16:creationId xmlns:a16="http://schemas.microsoft.com/office/drawing/2014/main" id="{C74B90F8-16E2-149E-13EF-2AEEB8172E8E}"/>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7C4AEFD-F24A-61C6-413F-137EBECACF93}"/>
              </a:ext>
            </a:extLst>
          </p:cNvPr>
          <p:cNvSpPr>
            <a:spLocks noGrp="1"/>
          </p:cNvSpPr>
          <p:nvPr>
            <p:ph type="title"/>
          </p:nvPr>
        </p:nvSpPr>
        <p:spPr/>
        <p:txBody>
          <a:bodyPr vert="horz">
            <a:normAutofit/>
          </a:bodyPr>
          <a:lstStyle/>
          <a:p>
            <a:r>
              <a:rPr lang="en-US" dirty="0">
                <a:solidFill>
                  <a:schemeClr val="accent2"/>
                </a:solidFill>
              </a:rPr>
              <a:t>Solution: </a:t>
            </a:r>
            <a:r>
              <a:rPr lang="en-US" dirty="0"/>
              <a:t>Our </a:t>
            </a:r>
            <a:r>
              <a:rPr lang="en-GB" dirty="0"/>
              <a:t>ex-McKinsey, Deloitte &amp; BCG consultants</a:t>
            </a:r>
            <a:r>
              <a:rPr lang="en-US" dirty="0"/>
              <a:t> created </a:t>
            </a:r>
            <a:r>
              <a:rPr lang="en-GB" dirty="0"/>
              <a:t>a </a:t>
            </a:r>
            <a:r>
              <a:rPr lang="en-US" dirty="0"/>
              <a:t>Toolkit to help you reach your value creation objectives</a:t>
            </a:r>
          </a:p>
        </p:txBody>
      </p:sp>
      <p:grpSp>
        <p:nvGrpSpPr>
          <p:cNvPr id="31" name="Group 30">
            <a:extLst>
              <a:ext uri="{FF2B5EF4-FFF2-40B4-BE49-F238E27FC236}">
                <a16:creationId xmlns:a16="http://schemas.microsoft.com/office/drawing/2014/main" id="{B6727FD6-0702-B2CC-6E64-062AF0B6D15D}"/>
              </a:ext>
            </a:extLst>
          </p:cNvPr>
          <p:cNvGrpSpPr/>
          <p:nvPr/>
        </p:nvGrpSpPr>
        <p:grpSpPr>
          <a:xfrm>
            <a:off x="1294717" y="2215162"/>
            <a:ext cx="4010923" cy="4449451"/>
            <a:chOff x="876059" y="1538710"/>
            <a:chExt cx="4640724" cy="5148110"/>
          </a:xfrm>
        </p:grpSpPr>
        <p:sp>
          <p:nvSpPr>
            <p:cNvPr id="32" name="Shape 59118">
              <a:extLst>
                <a:ext uri="{FF2B5EF4-FFF2-40B4-BE49-F238E27FC236}">
                  <a16:creationId xmlns:a16="http://schemas.microsoft.com/office/drawing/2014/main" id="{507E91AB-4727-2A30-2D87-4F53F2D30E6E}"/>
                </a:ext>
              </a:extLst>
            </p:cNvPr>
            <p:cNvSpPr/>
            <p:nvPr/>
          </p:nvSpPr>
          <p:spPr>
            <a:xfrm>
              <a:off x="1575364" y="153871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7695" y="40"/>
                    <a:pt x="13796" y="741"/>
                    <a:pt x="10124" y="2106"/>
                  </a:cubicBezTo>
                  <a:cubicBezTo>
                    <a:pt x="6451" y="3472"/>
                    <a:pt x="3004" y="5502"/>
                    <a:pt x="0" y="8194"/>
                  </a:cubicBezTo>
                  <a:lnTo>
                    <a:pt x="14636" y="21600"/>
                  </a:lnTo>
                  <a:cubicBezTo>
                    <a:pt x="15627" y="20789"/>
                    <a:pt x="16744" y="20179"/>
                    <a:pt x="17926" y="19771"/>
                  </a:cubicBezTo>
                  <a:cubicBezTo>
                    <a:pt x="19107" y="19363"/>
                    <a:pt x="20353" y="19158"/>
                    <a:pt x="21600" y="19158"/>
                  </a:cubicBezTo>
                  <a:lnTo>
                    <a:pt x="21600"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3" name="Shape 59119">
              <a:extLst>
                <a:ext uri="{FF2B5EF4-FFF2-40B4-BE49-F238E27FC236}">
                  <a16:creationId xmlns:a16="http://schemas.microsoft.com/office/drawing/2014/main" id="{864A878F-3035-4BF9-86C1-4CBC5C958D28}"/>
                </a:ext>
              </a:extLst>
            </p:cNvPr>
            <p:cNvSpPr/>
            <p:nvPr/>
          </p:nvSpPr>
          <p:spPr>
            <a:xfrm>
              <a:off x="879520" y="2242927"/>
              <a:ext cx="1748041" cy="1595195"/>
            </a:xfrm>
            <a:custGeom>
              <a:avLst/>
              <a:gdLst/>
              <a:ahLst/>
              <a:cxnLst>
                <a:cxn ang="0">
                  <a:pos x="wd2" y="hd2"/>
                </a:cxn>
                <a:cxn ang="5400000">
                  <a:pos x="wd2" y="hd2"/>
                </a:cxn>
                <a:cxn ang="10800000">
                  <a:pos x="wd2" y="hd2"/>
                </a:cxn>
                <a:cxn ang="16200000">
                  <a:pos x="wd2" y="hd2"/>
                </a:cxn>
              </a:cxnLst>
              <a:rect l="0" t="0" r="r" b="b"/>
              <a:pathLst>
                <a:path w="21600" h="21600" extrusionOk="0">
                  <a:moveTo>
                    <a:pt x="8251" y="0"/>
                  </a:moveTo>
                  <a:cubicBezTo>
                    <a:pt x="5770" y="2801"/>
                    <a:pt x="3749" y="6098"/>
                    <a:pt x="2329" y="9742"/>
                  </a:cubicBezTo>
                  <a:cubicBezTo>
                    <a:pt x="909" y="13385"/>
                    <a:pt x="88" y="17377"/>
                    <a:pt x="0" y="21573"/>
                  </a:cubicBezTo>
                  <a:lnTo>
                    <a:pt x="18974" y="21600"/>
                  </a:lnTo>
                  <a:cubicBezTo>
                    <a:pt x="19085" y="20283"/>
                    <a:pt x="19372" y="19028"/>
                    <a:pt x="19808" y="17861"/>
                  </a:cubicBezTo>
                  <a:cubicBezTo>
                    <a:pt x="20255" y="16665"/>
                    <a:pt x="20861" y="15555"/>
                    <a:pt x="21600" y="14565"/>
                  </a:cubicBezTo>
                  <a:lnTo>
                    <a:pt x="8251"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4" name="Shape 59120">
              <a:extLst>
                <a:ext uri="{FF2B5EF4-FFF2-40B4-BE49-F238E27FC236}">
                  <a16:creationId xmlns:a16="http://schemas.microsoft.com/office/drawing/2014/main" id="{994CA33D-5029-C30F-279A-5AA73CDDF849}"/>
                </a:ext>
              </a:extLst>
            </p:cNvPr>
            <p:cNvSpPr/>
            <p:nvPr/>
          </p:nvSpPr>
          <p:spPr>
            <a:xfrm>
              <a:off x="1575364" y="443873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7695" y="21560"/>
                    <a:pt x="13796" y="20859"/>
                    <a:pt x="10124" y="19494"/>
                  </a:cubicBezTo>
                  <a:cubicBezTo>
                    <a:pt x="6451" y="18128"/>
                    <a:pt x="3004" y="16098"/>
                    <a:pt x="0" y="13406"/>
                  </a:cubicBezTo>
                  <a:lnTo>
                    <a:pt x="14636" y="0"/>
                  </a:lnTo>
                  <a:cubicBezTo>
                    <a:pt x="15627" y="811"/>
                    <a:pt x="16744" y="1421"/>
                    <a:pt x="17926" y="1829"/>
                  </a:cubicBezTo>
                  <a:cubicBezTo>
                    <a:pt x="19107" y="2237"/>
                    <a:pt x="20353" y="2442"/>
                    <a:pt x="21600" y="2442"/>
                  </a:cubicBezTo>
                  <a:lnTo>
                    <a:pt x="21600"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5" name="Shape 59121">
              <a:extLst>
                <a:ext uri="{FF2B5EF4-FFF2-40B4-BE49-F238E27FC236}">
                  <a16:creationId xmlns:a16="http://schemas.microsoft.com/office/drawing/2014/main" id="{90333B5F-C803-62E7-6B69-44702A54AFFC}"/>
                </a:ext>
              </a:extLst>
            </p:cNvPr>
            <p:cNvSpPr/>
            <p:nvPr/>
          </p:nvSpPr>
          <p:spPr>
            <a:xfrm>
              <a:off x="876059" y="3891220"/>
              <a:ext cx="1753117" cy="1595195"/>
            </a:xfrm>
            <a:custGeom>
              <a:avLst/>
              <a:gdLst/>
              <a:ahLst/>
              <a:cxnLst>
                <a:cxn ang="0">
                  <a:pos x="wd2" y="hd2"/>
                </a:cxn>
                <a:cxn ang="5400000">
                  <a:pos x="wd2" y="hd2"/>
                </a:cxn>
                <a:cxn ang="10800000">
                  <a:pos x="wd2" y="hd2"/>
                </a:cxn>
                <a:cxn ang="16200000">
                  <a:pos x="wd2" y="hd2"/>
                </a:cxn>
              </a:cxnLst>
              <a:rect l="0" t="0" r="r" b="b"/>
              <a:pathLst>
                <a:path w="21600" h="21600" extrusionOk="0">
                  <a:moveTo>
                    <a:pt x="8142" y="21600"/>
                  </a:moveTo>
                  <a:cubicBezTo>
                    <a:pt x="5658" y="18808"/>
                    <a:pt x="3642" y="15510"/>
                    <a:pt x="2238" y="11858"/>
                  </a:cubicBezTo>
                  <a:cubicBezTo>
                    <a:pt x="834" y="8207"/>
                    <a:pt x="42" y="4202"/>
                    <a:pt x="0" y="0"/>
                  </a:cubicBezTo>
                  <a:lnTo>
                    <a:pt x="18834" y="0"/>
                  </a:lnTo>
                  <a:cubicBezTo>
                    <a:pt x="18902" y="1327"/>
                    <a:pt x="19193" y="2588"/>
                    <a:pt x="19666" y="3739"/>
                  </a:cubicBezTo>
                  <a:cubicBezTo>
                    <a:pt x="20140" y="4889"/>
                    <a:pt x="20798" y="5928"/>
                    <a:pt x="21600" y="6810"/>
                  </a:cubicBezTo>
                  <a:lnTo>
                    <a:pt x="8142"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6" name="Shape 59122">
              <a:extLst>
                <a:ext uri="{FF2B5EF4-FFF2-40B4-BE49-F238E27FC236}">
                  <a16:creationId xmlns:a16="http://schemas.microsoft.com/office/drawing/2014/main" id="{C5E260DC-65AB-70D6-7998-CF83EC790A79}"/>
                </a:ext>
              </a:extLst>
            </p:cNvPr>
            <p:cNvSpPr/>
            <p:nvPr/>
          </p:nvSpPr>
          <p:spPr>
            <a:xfrm flipH="1">
              <a:off x="3222203" y="153871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7695" y="40"/>
                    <a:pt x="13796" y="741"/>
                    <a:pt x="10124" y="2106"/>
                  </a:cubicBezTo>
                  <a:cubicBezTo>
                    <a:pt x="6451" y="3472"/>
                    <a:pt x="3004" y="5502"/>
                    <a:pt x="0" y="8194"/>
                  </a:cubicBezTo>
                  <a:lnTo>
                    <a:pt x="14636" y="21600"/>
                  </a:lnTo>
                  <a:cubicBezTo>
                    <a:pt x="15627" y="20789"/>
                    <a:pt x="16744" y="20179"/>
                    <a:pt x="17926" y="19771"/>
                  </a:cubicBezTo>
                  <a:cubicBezTo>
                    <a:pt x="19107" y="19363"/>
                    <a:pt x="20353" y="19158"/>
                    <a:pt x="21600" y="19158"/>
                  </a:cubicBezTo>
                  <a:lnTo>
                    <a:pt x="21600"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7" name="Shape 59123">
              <a:extLst>
                <a:ext uri="{FF2B5EF4-FFF2-40B4-BE49-F238E27FC236}">
                  <a16:creationId xmlns:a16="http://schemas.microsoft.com/office/drawing/2014/main" id="{9B020927-995A-D507-4804-B4FC3B411ED8}"/>
                </a:ext>
              </a:extLst>
            </p:cNvPr>
            <p:cNvSpPr/>
            <p:nvPr/>
          </p:nvSpPr>
          <p:spPr>
            <a:xfrm flipH="1">
              <a:off x="3760387" y="2242927"/>
              <a:ext cx="1746084" cy="1595195"/>
            </a:xfrm>
            <a:custGeom>
              <a:avLst/>
              <a:gdLst/>
              <a:ahLst/>
              <a:cxnLst>
                <a:cxn ang="0">
                  <a:pos x="wd2" y="hd2"/>
                </a:cxn>
                <a:cxn ang="5400000">
                  <a:pos x="wd2" y="hd2"/>
                </a:cxn>
                <a:cxn ang="10800000">
                  <a:pos x="wd2" y="hd2"/>
                </a:cxn>
                <a:cxn ang="16200000">
                  <a:pos x="wd2" y="hd2"/>
                </a:cxn>
              </a:cxnLst>
              <a:rect l="0" t="0" r="r" b="b"/>
              <a:pathLst>
                <a:path w="21600" h="21600" extrusionOk="0">
                  <a:moveTo>
                    <a:pt x="8175" y="0"/>
                  </a:moveTo>
                  <a:cubicBezTo>
                    <a:pt x="5681" y="2792"/>
                    <a:pt x="3656" y="6090"/>
                    <a:pt x="2247" y="9742"/>
                  </a:cubicBezTo>
                  <a:cubicBezTo>
                    <a:pt x="837" y="13393"/>
                    <a:pt x="42" y="17398"/>
                    <a:pt x="0" y="21600"/>
                  </a:cubicBezTo>
                  <a:lnTo>
                    <a:pt x="18910" y="21600"/>
                  </a:lnTo>
                  <a:cubicBezTo>
                    <a:pt x="18996" y="20277"/>
                    <a:pt x="19286" y="19018"/>
                    <a:pt x="19746" y="17861"/>
                  </a:cubicBezTo>
                  <a:cubicBezTo>
                    <a:pt x="20204" y="16707"/>
                    <a:pt x="20833" y="15651"/>
                    <a:pt x="21600" y="14733"/>
                  </a:cubicBezTo>
                  <a:lnTo>
                    <a:pt x="8175"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8" name="Shape 59124">
              <a:extLst>
                <a:ext uri="{FF2B5EF4-FFF2-40B4-BE49-F238E27FC236}">
                  <a16:creationId xmlns:a16="http://schemas.microsoft.com/office/drawing/2014/main" id="{F8BD7E52-876E-08D4-8F54-5579BB0125EE}"/>
                </a:ext>
              </a:extLst>
            </p:cNvPr>
            <p:cNvSpPr/>
            <p:nvPr/>
          </p:nvSpPr>
          <p:spPr>
            <a:xfrm flipH="1">
              <a:off x="3222203" y="443873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7695" y="21560"/>
                    <a:pt x="13796" y="20859"/>
                    <a:pt x="10124" y="19494"/>
                  </a:cubicBezTo>
                  <a:cubicBezTo>
                    <a:pt x="6451" y="18128"/>
                    <a:pt x="3004" y="16098"/>
                    <a:pt x="0" y="13406"/>
                  </a:cubicBezTo>
                  <a:lnTo>
                    <a:pt x="14636" y="0"/>
                  </a:lnTo>
                  <a:cubicBezTo>
                    <a:pt x="15627" y="811"/>
                    <a:pt x="16744" y="1421"/>
                    <a:pt x="17926" y="1829"/>
                  </a:cubicBezTo>
                  <a:cubicBezTo>
                    <a:pt x="19107" y="2237"/>
                    <a:pt x="20353" y="2442"/>
                    <a:pt x="21600" y="2442"/>
                  </a:cubicBezTo>
                  <a:lnTo>
                    <a:pt x="21600"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9" name="Shape 59125">
              <a:extLst>
                <a:ext uri="{FF2B5EF4-FFF2-40B4-BE49-F238E27FC236}">
                  <a16:creationId xmlns:a16="http://schemas.microsoft.com/office/drawing/2014/main" id="{34C2E997-304B-020C-D91A-E4F92750FF41}"/>
                </a:ext>
              </a:extLst>
            </p:cNvPr>
            <p:cNvSpPr/>
            <p:nvPr/>
          </p:nvSpPr>
          <p:spPr>
            <a:xfrm flipH="1">
              <a:off x="3773528" y="3891220"/>
              <a:ext cx="1743255" cy="1595195"/>
            </a:xfrm>
            <a:custGeom>
              <a:avLst/>
              <a:gdLst/>
              <a:ahLst/>
              <a:cxnLst>
                <a:cxn ang="0">
                  <a:pos x="wd2" y="hd2"/>
                </a:cxn>
                <a:cxn ang="5400000">
                  <a:pos x="wd2" y="hd2"/>
                </a:cxn>
                <a:cxn ang="10800000">
                  <a:pos x="wd2" y="hd2"/>
                </a:cxn>
                <a:cxn ang="16200000">
                  <a:pos x="wd2" y="hd2"/>
                </a:cxn>
              </a:cxnLst>
              <a:rect l="0" t="0" r="r" b="b"/>
              <a:pathLst>
                <a:path w="21600" h="21600" extrusionOk="0">
                  <a:moveTo>
                    <a:pt x="8189" y="21600"/>
                  </a:moveTo>
                  <a:cubicBezTo>
                    <a:pt x="5690" y="18808"/>
                    <a:pt x="3662" y="15510"/>
                    <a:pt x="2250" y="11858"/>
                  </a:cubicBezTo>
                  <a:cubicBezTo>
                    <a:pt x="839" y="8207"/>
                    <a:pt x="42" y="4202"/>
                    <a:pt x="0" y="0"/>
                  </a:cubicBezTo>
                  <a:lnTo>
                    <a:pt x="18941" y="0"/>
                  </a:lnTo>
                  <a:cubicBezTo>
                    <a:pt x="19037" y="1321"/>
                    <a:pt x="19326" y="2578"/>
                    <a:pt x="19778" y="3739"/>
                  </a:cubicBezTo>
                  <a:cubicBezTo>
                    <a:pt x="20230" y="4902"/>
                    <a:pt x="20847" y="5973"/>
                    <a:pt x="21600" y="6914"/>
                  </a:cubicBezTo>
                  <a:lnTo>
                    <a:pt x="8189"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40" name="TextBox 39">
              <a:extLst>
                <a:ext uri="{FF2B5EF4-FFF2-40B4-BE49-F238E27FC236}">
                  <a16:creationId xmlns:a16="http://schemas.microsoft.com/office/drawing/2014/main" id="{63070B26-6A06-34C4-A224-A0D750EACEFA}"/>
                </a:ext>
              </a:extLst>
            </p:cNvPr>
            <p:cNvSpPr txBox="1"/>
            <p:nvPr/>
          </p:nvSpPr>
          <p:spPr>
            <a:xfrm>
              <a:off x="3193605" y="2370576"/>
              <a:ext cx="1158512" cy="284883"/>
            </a:xfrm>
            <a:prstGeom prst="rect">
              <a:avLst/>
            </a:prstGeom>
            <a:noFill/>
          </p:spPr>
          <p:txBody>
            <a:bodyPr wrap="square" rtlCol="0">
              <a:spAutoFit/>
            </a:bodyPr>
            <a:lstStyle/>
            <a:p>
              <a:pPr algn="ctr"/>
              <a:r>
                <a:rPr lang="en-US" sz="1000" b="1" dirty="0">
                  <a:solidFill>
                    <a:schemeClr val="bg1"/>
                  </a:solidFill>
                </a:rPr>
                <a:t>Frameworks</a:t>
              </a:r>
            </a:p>
          </p:txBody>
        </p:sp>
        <p:sp>
          <p:nvSpPr>
            <p:cNvPr id="41" name="TextBox 40">
              <a:extLst>
                <a:ext uri="{FF2B5EF4-FFF2-40B4-BE49-F238E27FC236}">
                  <a16:creationId xmlns:a16="http://schemas.microsoft.com/office/drawing/2014/main" id="{AFA21893-580B-81EF-C384-A5E978590C1D}"/>
                </a:ext>
              </a:extLst>
            </p:cNvPr>
            <p:cNvSpPr txBox="1"/>
            <p:nvPr/>
          </p:nvSpPr>
          <p:spPr>
            <a:xfrm>
              <a:off x="4034713" y="3346307"/>
              <a:ext cx="1317412" cy="284883"/>
            </a:xfrm>
            <a:prstGeom prst="rect">
              <a:avLst/>
            </a:prstGeom>
            <a:noFill/>
          </p:spPr>
          <p:txBody>
            <a:bodyPr wrap="square" rtlCol="0">
              <a:spAutoFit/>
            </a:bodyPr>
            <a:lstStyle/>
            <a:p>
              <a:pPr algn="ctr"/>
              <a:r>
                <a:rPr lang="en-US" sz="1000" b="1" dirty="0">
                  <a:solidFill>
                    <a:schemeClr val="bg1"/>
                  </a:solidFill>
                </a:rPr>
                <a:t>Tools</a:t>
              </a:r>
            </a:p>
          </p:txBody>
        </p:sp>
        <p:sp>
          <p:nvSpPr>
            <p:cNvPr id="42" name="TextBox 41">
              <a:extLst>
                <a:ext uri="{FF2B5EF4-FFF2-40B4-BE49-F238E27FC236}">
                  <a16:creationId xmlns:a16="http://schemas.microsoft.com/office/drawing/2014/main" id="{0D8AC8DE-4B3B-61AC-D899-32674575AB40}"/>
                </a:ext>
              </a:extLst>
            </p:cNvPr>
            <p:cNvSpPr txBox="1"/>
            <p:nvPr/>
          </p:nvSpPr>
          <p:spPr>
            <a:xfrm>
              <a:off x="3995915" y="4544770"/>
              <a:ext cx="1317412" cy="284883"/>
            </a:xfrm>
            <a:prstGeom prst="rect">
              <a:avLst/>
            </a:prstGeom>
            <a:noFill/>
          </p:spPr>
          <p:txBody>
            <a:bodyPr wrap="square" rtlCol="0">
              <a:spAutoFit/>
            </a:bodyPr>
            <a:lstStyle/>
            <a:p>
              <a:pPr algn="ctr"/>
              <a:r>
                <a:rPr lang="en-US" sz="1000" b="1" dirty="0">
                  <a:solidFill>
                    <a:schemeClr val="bg1"/>
                  </a:solidFill>
                </a:rPr>
                <a:t>Templates</a:t>
              </a:r>
            </a:p>
          </p:txBody>
        </p:sp>
        <p:sp>
          <p:nvSpPr>
            <p:cNvPr id="43" name="TextBox 42">
              <a:extLst>
                <a:ext uri="{FF2B5EF4-FFF2-40B4-BE49-F238E27FC236}">
                  <a16:creationId xmlns:a16="http://schemas.microsoft.com/office/drawing/2014/main" id="{793C8541-3CEB-40B1-D16E-7A6B113307C5}"/>
                </a:ext>
              </a:extLst>
            </p:cNvPr>
            <p:cNvSpPr txBox="1"/>
            <p:nvPr/>
          </p:nvSpPr>
          <p:spPr>
            <a:xfrm>
              <a:off x="3101681" y="5455438"/>
              <a:ext cx="1317412" cy="462936"/>
            </a:xfrm>
            <a:prstGeom prst="rect">
              <a:avLst/>
            </a:prstGeom>
            <a:noFill/>
          </p:spPr>
          <p:txBody>
            <a:bodyPr wrap="square" rtlCol="0">
              <a:spAutoFit/>
            </a:bodyPr>
            <a:lstStyle/>
            <a:p>
              <a:pPr algn="ctr"/>
              <a:r>
                <a:rPr lang="en-US" sz="1000" b="1" dirty="0">
                  <a:solidFill>
                    <a:schemeClr val="bg1"/>
                  </a:solidFill>
                </a:rPr>
                <a:t>Step-by-step Tutorials</a:t>
              </a:r>
            </a:p>
          </p:txBody>
        </p:sp>
        <p:sp>
          <p:nvSpPr>
            <p:cNvPr id="44" name="TextBox 43">
              <a:extLst>
                <a:ext uri="{FF2B5EF4-FFF2-40B4-BE49-F238E27FC236}">
                  <a16:creationId xmlns:a16="http://schemas.microsoft.com/office/drawing/2014/main" id="{80585AD6-28E0-83C0-69FD-C062B8D591A4}"/>
                </a:ext>
              </a:extLst>
            </p:cNvPr>
            <p:cNvSpPr txBox="1"/>
            <p:nvPr/>
          </p:nvSpPr>
          <p:spPr>
            <a:xfrm>
              <a:off x="1874021" y="5371702"/>
              <a:ext cx="1317412" cy="284883"/>
            </a:xfrm>
            <a:prstGeom prst="rect">
              <a:avLst/>
            </a:prstGeom>
            <a:noFill/>
          </p:spPr>
          <p:txBody>
            <a:bodyPr wrap="square" rtlCol="0">
              <a:spAutoFit/>
            </a:bodyPr>
            <a:lstStyle/>
            <a:p>
              <a:pPr algn="ctr"/>
              <a:r>
                <a:rPr lang="en-US" sz="1000" b="1" dirty="0">
                  <a:solidFill>
                    <a:schemeClr val="bg1"/>
                  </a:solidFill>
                </a:rPr>
                <a:t>Video Training</a:t>
              </a:r>
            </a:p>
          </p:txBody>
        </p:sp>
        <p:sp>
          <p:nvSpPr>
            <p:cNvPr id="45" name="TextBox 44">
              <a:extLst>
                <a:ext uri="{FF2B5EF4-FFF2-40B4-BE49-F238E27FC236}">
                  <a16:creationId xmlns:a16="http://schemas.microsoft.com/office/drawing/2014/main" id="{0637A745-4A7A-A5B7-CB86-CF150183E26E}"/>
                </a:ext>
              </a:extLst>
            </p:cNvPr>
            <p:cNvSpPr txBox="1"/>
            <p:nvPr/>
          </p:nvSpPr>
          <p:spPr>
            <a:xfrm>
              <a:off x="981336" y="4498337"/>
              <a:ext cx="1317412" cy="462936"/>
            </a:xfrm>
            <a:prstGeom prst="rect">
              <a:avLst/>
            </a:prstGeom>
            <a:noFill/>
          </p:spPr>
          <p:txBody>
            <a:bodyPr wrap="square" rtlCol="0">
              <a:spAutoFit/>
            </a:bodyPr>
            <a:lstStyle/>
            <a:p>
              <a:pPr algn="ctr"/>
              <a:r>
                <a:rPr lang="en-US" sz="1000" b="1" dirty="0">
                  <a:solidFill>
                    <a:schemeClr val="bg1"/>
                  </a:solidFill>
                </a:rPr>
                <a:t>Real-life Examples</a:t>
              </a:r>
            </a:p>
          </p:txBody>
        </p:sp>
        <p:sp>
          <p:nvSpPr>
            <p:cNvPr id="46" name="TextBox 45">
              <a:extLst>
                <a:ext uri="{FF2B5EF4-FFF2-40B4-BE49-F238E27FC236}">
                  <a16:creationId xmlns:a16="http://schemas.microsoft.com/office/drawing/2014/main" id="{86EAE97F-8C11-FCD2-66F4-299D20C7C460}"/>
                </a:ext>
              </a:extLst>
            </p:cNvPr>
            <p:cNvSpPr txBox="1"/>
            <p:nvPr/>
          </p:nvSpPr>
          <p:spPr>
            <a:xfrm>
              <a:off x="1912573" y="2355775"/>
              <a:ext cx="1317412" cy="284883"/>
            </a:xfrm>
            <a:prstGeom prst="rect">
              <a:avLst/>
            </a:prstGeom>
            <a:noFill/>
          </p:spPr>
          <p:txBody>
            <a:bodyPr wrap="square" rtlCol="0">
              <a:spAutoFit/>
            </a:bodyPr>
            <a:lstStyle/>
            <a:p>
              <a:pPr algn="ctr"/>
              <a:r>
                <a:rPr lang="en-US" sz="1000" b="1" dirty="0">
                  <a:solidFill>
                    <a:schemeClr val="bg1"/>
                  </a:solidFill>
                </a:rPr>
                <a:t>Best Practices</a:t>
              </a:r>
            </a:p>
          </p:txBody>
        </p:sp>
        <p:sp>
          <p:nvSpPr>
            <p:cNvPr id="47" name="TextBox 46">
              <a:extLst>
                <a:ext uri="{FF2B5EF4-FFF2-40B4-BE49-F238E27FC236}">
                  <a16:creationId xmlns:a16="http://schemas.microsoft.com/office/drawing/2014/main" id="{9B51F0D2-E5EC-26B7-23F1-3C8B2D26EE8C}"/>
                </a:ext>
              </a:extLst>
            </p:cNvPr>
            <p:cNvSpPr txBox="1"/>
            <p:nvPr/>
          </p:nvSpPr>
          <p:spPr>
            <a:xfrm>
              <a:off x="911732" y="3051861"/>
              <a:ext cx="1408421" cy="819039"/>
            </a:xfrm>
            <a:prstGeom prst="rect">
              <a:avLst/>
            </a:prstGeom>
            <a:noFill/>
          </p:spPr>
          <p:txBody>
            <a:bodyPr wrap="square" rtlCol="0">
              <a:spAutoFit/>
            </a:bodyPr>
            <a:lstStyle/>
            <a:p>
              <a:pPr algn="ctr"/>
              <a:r>
                <a:rPr lang="en-US" sz="1000" b="1" dirty="0">
                  <a:solidFill>
                    <a:schemeClr val="bg1"/>
                  </a:solidFill>
                </a:rPr>
                <a:t>Advice from </a:t>
              </a:r>
            </a:p>
            <a:p>
              <a:pPr algn="ctr"/>
              <a:r>
                <a:rPr lang="en-US" sz="1000" b="1" dirty="0">
                  <a:solidFill>
                    <a:schemeClr val="bg1"/>
                  </a:solidFill>
                </a:rPr>
                <a:t>tier-1 Management Consultants</a:t>
              </a:r>
            </a:p>
          </p:txBody>
        </p:sp>
        <p:sp>
          <p:nvSpPr>
            <p:cNvPr id="48" name="Oval 47">
              <a:extLst>
                <a:ext uri="{FF2B5EF4-FFF2-40B4-BE49-F238E27FC236}">
                  <a16:creationId xmlns:a16="http://schemas.microsoft.com/office/drawing/2014/main" id="{69C9BE43-6A0C-EF9E-918B-8B8D3BC80AB9}"/>
                </a:ext>
              </a:extLst>
            </p:cNvPr>
            <p:cNvSpPr/>
            <p:nvPr/>
          </p:nvSpPr>
          <p:spPr>
            <a:xfrm>
              <a:off x="2174294" y="2860084"/>
              <a:ext cx="1980000" cy="1980000"/>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endParaRPr lang="en-US" sz="1200" b="1" dirty="0"/>
            </a:p>
          </p:txBody>
        </p:sp>
        <p:pic>
          <p:nvPicPr>
            <p:cNvPr id="49" name="Graphic 48" descr="Arrow circle">
              <a:extLst>
                <a:ext uri="{FF2B5EF4-FFF2-40B4-BE49-F238E27FC236}">
                  <a16:creationId xmlns:a16="http://schemas.microsoft.com/office/drawing/2014/main" id="{7B990492-B56E-8BD8-E2EA-A9A31C36FB9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524859" y="1932870"/>
              <a:ext cx="504000" cy="504000"/>
            </a:xfrm>
            <a:prstGeom prst="rect">
              <a:avLst/>
            </a:prstGeom>
          </p:spPr>
        </p:pic>
        <p:pic>
          <p:nvPicPr>
            <p:cNvPr id="50" name="Graphic 49" descr="Tools">
              <a:extLst>
                <a:ext uri="{FF2B5EF4-FFF2-40B4-BE49-F238E27FC236}">
                  <a16:creationId xmlns:a16="http://schemas.microsoft.com/office/drawing/2014/main" id="{A9B115DA-02DE-1E92-B04F-2C76877F29B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446994" y="2851905"/>
              <a:ext cx="428393" cy="428393"/>
            </a:xfrm>
            <a:prstGeom prst="rect">
              <a:avLst/>
            </a:prstGeom>
          </p:spPr>
        </p:pic>
        <p:pic>
          <p:nvPicPr>
            <p:cNvPr id="51" name="Graphic 50" descr="Presentation with bar chart RTL">
              <a:extLst>
                <a:ext uri="{FF2B5EF4-FFF2-40B4-BE49-F238E27FC236}">
                  <a16:creationId xmlns:a16="http://schemas.microsoft.com/office/drawing/2014/main" id="{A9BE6839-426F-AFE5-1C90-DF28A0F169E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431370" y="4016600"/>
              <a:ext cx="432000" cy="432000"/>
            </a:xfrm>
            <a:prstGeom prst="rect">
              <a:avLst/>
            </a:prstGeom>
          </p:spPr>
        </p:pic>
        <p:pic>
          <p:nvPicPr>
            <p:cNvPr id="52" name="Graphic 51" descr="Teacher">
              <a:extLst>
                <a:ext uri="{FF2B5EF4-FFF2-40B4-BE49-F238E27FC236}">
                  <a16:creationId xmlns:a16="http://schemas.microsoft.com/office/drawing/2014/main" id="{C3F947EF-9746-8A0B-886A-2300A966611E}"/>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369499" y="4946145"/>
              <a:ext cx="432000" cy="432000"/>
            </a:xfrm>
            <a:prstGeom prst="rect">
              <a:avLst/>
            </a:prstGeom>
          </p:spPr>
        </p:pic>
        <p:pic>
          <p:nvPicPr>
            <p:cNvPr id="53" name="Graphic 52" descr="Podium">
              <a:extLst>
                <a:ext uri="{FF2B5EF4-FFF2-40B4-BE49-F238E27FC236}">
                  <a16:creationId xmlns:a16="http://schemas.microsoft.com/office/drawing/2014/main" id="{3C3A3915-23F2-6F69-8DCB-C0343929DC56}"/>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324129" y="1858815"/>
              <a:ext cx="506995" cy="506995"/>
            </a:xfrm>
            <a:prstGeom prst="rect">
              <a:avLst/>
            </a:prstGeom>
          </p:spPr>
        </p:pic>
        <p:pic>
          <p:nvPicPr>
            <p:cNvPr id="54" name="Graphic 53" descr="Checklist with solid fill">
              <a:extLst>
                <a:ext uri="{FF2B5EF4-FFF2-40B4-BE49-F238E27FC236}">
                  <a16:creationId xmlns:a16="http://schemas.microsoft.com/office/drawing/2014/main" id="{3491897B-2141-B19A-D473-6DA3D860EF7F}"/>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3479768" y="4882325"/>
              <a:ext cx="577961" cy="577961"/>
            </a:xfrm>
            <a:prstGeom prst="rect">
              <a:avLst/>
            </a:prstGeom>
          </p:spPr>
        </p:pic>
        <p:pic>
          <p:nvPicPr>
            <p:cNvPr id="55" name="Graphic 54" descr="Customer review with solid fill">
              <a:extLst>
                <a:ext uri="{FF2B5EF4-FFF2-40B4-BE49-F238E27FC236}">
                  <a16:creationId xmlns:a16="http://schemas.microsoft.com/office/drawing/2014/main" id="{E9AD0067-6CA1-4126-11CD-69AD322FCA52}"/>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388904" y="2587884"/>
              <a:ext cx="486907" cy="486907"/>
            </a:xfrm>
            <a:prstGeom prst="rect">
              <a:avLst/>
            </a:prstGeom>
          </p:spPr>
        </p:pic>
        <p:grpSp>
          <p:nvGrpSpPr>
            <p:cNvPr id="56" name="Group 55">
              <a:extLst>
                <a:ext uri="{FF2B5EF4-FFF2-40B4-BE49-F238E27FC236}">
                  <a16:creationId xmlns:a16="http://schemas.microsoft.com/office/drawing/2014/main" id="{38444726-E9BA-8A9C-05D6-6D8542379292}"/>
                </a:ext>
              </a:extLst>
            </p:cNvPr>
            <p:cNvGrpSpPr/>
            <p:nvPr/>
          </p:nvGrpSpPr>
          <p:grpSpPr>
            <a:xfrm>
              <a:off x="4352117" y="4097419"/>
              <a:ext cx="603238" cy="373065"/>
              <a:chOff x="579475" y="323541"/>
              <a:chExt cx="1528827" cy="945484"/>
            </a:xfrm>
          </p:grpSpPr>
          <p:sp>
            <p:nvSpPr>
              <p:cNvPr id="58" name="Rectangle 57">
                <a:extLst>
                  <a:ext uri="{FF2B5EF4-FFF2-40B4-BE49-F238E27FC236}">
                    <a16:creationId xmlns:a16="http://schemas.microsoft.com/office/drawing/2014/main" id="{2CE29E14-33B4-9051-D4A2-8C7D5421F1FB}"/>
                  </a:ext>
                </a:extLst>
              </p:cNvPr>
              <p:cNvSpPr/>
              <p:nvPr/>
            </p:nvSpPr>
            <p:spPr>
              <a:xfrm>
                <a:off x="579475" y="323541"/>
                <a:ext cx="1528827" cy="945484"/>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59" name="Rectangle 58">
                <a:extLst>
                  <a:ext uri="{FF2B5EF4-FFF2-40B4-BE49-F238E27FC236}">
                    <a16:creationId xmlns:a16="http://schemas.microsoft.com/office/drawing/2014/main" id="{93E11ACC-59C0-E37B-CB03-20447D22BF0E}"/>
                  </a:ext>
                </a:extLst>
              </p:cNvPr>
              <p:cNvSpPr/>
              <p:nvPr/>
            </p:nvSpPr>
            <p:spPr>
              <a:xfrm>
                <a:off x="709723" y="457072"/>
                <a:ext cx="1268330" cy="136763"/>
              </a:xfrm>
              <a:prstGeom prst="rect">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60" name="Rectangle 59">
                <a:extLst>
                  <a:ext uri="{FF2B5EF4-FFF2-40B4-BE49-F238E27FC236}">
                    <a16:creationId xmlns:a16="http://schemas.microsoft.com/office/drawing/2014/main" id="{47FA06ED-3EBC-63BC-2B09-2FCE926CBB8B}"/>
                  </a:ext>
                </a:extLst>
              </p:cNvPr>
              <p:cNvSpPr/>
              <p:nvPr/>
            </p:nvSpPr>
            <p:spPr>
              <a:xfrm>
                <a:off x="709723" y="727366"/>
                <a:ext cx="543456" cy="433497"/>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61" name="Rectangle 60">
                <a:extLst>
                  <a:ext uri="{FF2B5EF4-FFF2-40B4-BE49-F238E27FC236}">
                    <a16:creationId xmlns:a16="http://schemas.microsoft.com/office/drawing/2014/main" id="{F213503F-249D-A370-FD61-124F71F768FA}"/>
                  </a:ext>
                </a:extLst>
              </p:cNvPr>
              <p:cNvSpPr/>
              <p:nvPr/>
            </p:nvSpPr>
            <p:spPr>
              <a:xfrm>
                <a:off x="1422703" y="727366"/>
                <a:ext cx="543456" cy="433497"/>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grpSp>
        <p:sp>
          <p:nvSpPr>
            <p:cNvPr id="57" name="Ellipse 98">
              <a:extLst>
                <a:ext uri="{FF2B5EF4-FFF2-40B4-BE49-F238E27FC236}">
                  <a16:creationId xmlns:a16="http://schemas.microsoft.com/office/drawing/2014/main" id="{7907C555-FAB0-20D5-3934-00A46C895920}"/>
                </a:ext>
              </a:extLst>
            </p:cNvPr>
            <p:cNvSpPr/>
            <p:nvPr>
              <p:custDataLst>
                <p:tags r:id="rId2"/>
              </p:custDataLst>
            </p:nvPr>
          </p:nvSpPr>
          <p:spPr bwMode="auto">
            <a:xfrm>
              <a:off x="1466015" y="6228201"/>
              <a:ext cx="3464141" cy="458619"/>
            </a:xfrm>
            <a:prstGeom prst="ellipse">
              <a:avLst/>
            </a:prstGeom>
            <a:gradFill flip="none" rotWithShape="1">
              <a:gsLst>
                <a:gs pos="100000">
                  <a:srgbClr val="FFFFFF">
                    <a:alpha val="0"/>
                  </a:srgbClr>
                </a:gs>
                <a:gs pos="0">
                  <a:srgbClr val="E6E6E6">
                    <a:lumMod val="10000"/>
                    <a:alpha val="19000"/>
                  </a:srgbClr>
                </a:gs>
              </a:gsLst>
              <a:path path="shape">
                <a:fillToRect l="50000" t="50000" r="50000" b="50000"/>
              </a:path>
              <a:tileRect/>
            </a:gradFill>
            <a:ln w="9525" cap="flat" cmpd="sng" algn="ctr">
              <a:noFill/>
              <a:prstDash val="solid"/>
            </a:ln>
            <a:effectLst/>
          </p:spPr>
          <p:txBody>
            <a:bodyPr anchor="ctr"/>
            <a:lstStyle>
              <a:defPPr>
                <a:defRPr lang="en-US"/>
              </a:defPPr>
              <a:lvl1pPr algn="l" rtl="0" fontAlgn="base">
                <a:spcBef>
                  <a:spcPct val="0"/>
                </a:spcBef>
                <a:spcAft>
                  <a:spcPct val="0"/>
                </a:spcAft>
                <a:defRPr sz="2000" kern="1200">
                  <a:solidFill>
                    <a:schemeClr val="tx1"/>
                  </a:solidFill>
                  <a:latin typeface="Arial" charset="0"/>
                  <a:ea typeface="+mn-ea"/>
                  <a:cs typeface="+mn-cs"/>
                </a:defRPr>
              </a:lvl1pPr>
              <a:lvl2pPr marL="457200" algn="l" rtl="0" fontAlgn="base">
                <a:spcBef>
                  <a:spcPct val="0"/>
                </a:spcBef>
                <a:spcAft>
                  <a:spcPct val="0"/>
                </a:spcAft>
                <a:defRPr sz="2000" kern="1200">
                  <a:solidFill>
                    <a:schemeClr val="tx1"/>
                  </a:solidFill>
                  <a:latin typeface="Arial" charset="0"/>
                  <a:ea typeface="+mn-ea"/>
                  <a:cs typeface="+mn-cs"/>
                </a:defRPr>
              </a:lvl2pPr>
              <a:lvl3pPr marL="914400" algn="l" rtl="0" fontAlgn="base">
                <a:spcBef>
                  <a:spcPct val="0"/>
                </a:spcBef>
                <a:spcAft>
                  <a:spcPct val="0"/>
                </a:spcAft>
                <a:defRPr sz="2000" kern="1200">
                  <a:solidFill>
                    <a:schemeClr val="tx1"/>
                  </a:solidFill>
                  <a:latin typeface="Arial" charset="0"/>
                  <a:ea typeface="+mn-ea"/>
                  <a:cs typeface="+mn-cs"/>
                </a:defRPr>
              </a:lvl3pPr>
              <a:lvl4pPr marL="1371600" algn="l" rtl="0" fontAlgn="base">
                <a:spcBef>
                  <a:spcPct val="0"/>
                </a:spcBef>
                <a:spcAft>
                  <a:spcPct val="0"/>
                </a:spcAft>
                <a:defRPr sz="2000" kern="1200">
                  <a:solidFill>
                    <a:schemeClr val="tx1"/>
                  </a:solidFill>
                  <a:latin typeface="Arial" charset="0"/>
                  <a:ea typeface="+mn-ea"/>
                  <a:cs typeface="+mn-cs"/>
                </a:defRPr>
              </a:lvl4pPr>
              <a:lvl5pPr marL="1828800" algn="l" rtl="0" fontAlgn="base">
                <a:spcBef>
                  <a:spcPct val="0"/>
                </a:spcBef>
                <a:spcAft>
                  <a:spcPct val="0"/>
                </a:spcAft>
                <a:defRPr sz="2000" kern="1200">
                  <a:solidFill>
                    <a:schemeClr val="tx1"/>
                  </a:solidFill>
                  <a:latin typeface="Arial" charset="0"/>
                  <a:ea typeface="+mn-ea"/>
                  <a:cs typeface="+mn-cs"/>
                </a:defRPr>
              </a:lvl5pPr>
              <a:lvl6pPr marL="2286000" algn="l" defTabSz="914400" rtl="0" eaLnBrk="1" latinLnBrk="0" hangingPunct="1">
                <a:defRPr sz="2000" kern="1200">
                  <a:solidFill>
                    <a:schemeClr val="tx1"/>
                  </a:solidFill>
                  <a:latin typeface="Arial" charset="0"/>
                  <a:ea typeface="+mn-ea"/>
                  <a:cs typeface="+mn-cs"/>
                </a:defRPr>
              </a:lvl6pPr>
              <a:lvl7pPr marL="2743200" algn="l" defTabSz="914400" rtl="0" eaLnBrk="1" latinLnBrk="0" hangingPunct="1">
                <a:defRPr sz="2000" kern="1200">
                  <a:solidFill>
                    <a:schemeClr val="tx1"/>
                  </a:solidFill>
                  <a:latin typeface="Arial" charset="0"/>
                  <a:ea typeface="+mn-ea"/>
                  <a:cs typeface="+mn-cs"/>
                </a:defRPr>
              </a:lvl7pPr>
              <a:lvl8pPr marL="3200400" algn="l" defTabSz="914400" rtl="0" eaLnBrk="1" latinLnBrk="0" hangingPunct="1">
                <a:defRPr sz="2000" kern="1200">
                  <a:solidFill>
                    <a:schemeClr val="tx1"/>
                  </a:solidFill>
                  <a:latin typeface="Arial" charset="0"/>
                  <a:ea typeface="+mn-ea"/>
                  <a:cs typeface="+mn-cs"/>
                </a:defRPr>
              </a:lvl8pPr>
              <a:lvl9pPr marL="3657600" algn="l" defTabSz="914400" rtl="0" eaLnBrk="1" latinLnBrk="0" hangingPunct="1">
                <a:defRPr sz="2000" kern="1200">
                  <a:solidFill>
                    <a:schemeClr val="tx1"/>
                  </a:solidFill>
                  <a:latin typeface="Arial" charset="0"/>
                  <a:ea typeface="+mn-ea"/>
                  <a:cs typeface="+mn-cs"/>
                </a:defRPr>
              </a:lvl9pPr>
            </a:lstStyle>
            <a:p>
              <a:pPr algn="ctr"/>
              <a:endParaRPr lang="en-US" sz="1400" dirty="0">
                <a:solidFill>
                  <a:srgbClr val="FFFFFF"/>
                </a:solidFill>
                <a:latin typeface="+mn-lt"/>
              </a:endParaRPr>
            </a:p>
          </p:txBody>
        </p:sp>
      </p:grpSp>
      <p:grpSp>
        <p:nvGrpSpPr>
          <p:cNvPr id="62" name="Group 61">
            <a:extLst>
              <a:ext uri="{FF2B5EF4-FFF2-40B4-BE49-F238E27FC236}">
                <a16:creationId xmlns:a16="http://schemas.microsoft.com/office/drawing/2014/main" id="{58062C18-AB89-5CBD-7FB9-4782F059257E}"/>
              </a:ext>
            </a:extLst>
          </p:cNvPr>
          <p:cNvGrpSpPr/>
          <p:nvPr/>
        </p:nvGrpSpPr>
        <p:grpSpPr>
          <a:xfrm>
            <a:off x="599178" y="1686792"/>
            <a:ext cx="5127265" cy="338554"/>
            <a:chOff x="599178" y="1686792"/>
            <a:chExt cx="5127265" cy="338554"/>
          </a:xfrm>
        </p:grpSpPr>
        <p:cxnSp>
          <p:nvCxnSpPr>
            <p:cNvPr id="63" name="Straight Connector 62">
              <a:extLst>
                <a:ext uri="{FF2B5EF4-FFF2-40B4-BE49-F238E27FC236}">
                  <a16:creationId xmlns:a16="http://schemas.microsoft.com/office/drawing/2014/main" id="{9CA760FA-8328-0E04-1AEC-1329BFAFC1C2}"/>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AC87ED95-9981-C425-C0A5-6F200BC6AE34}"/>
                </a:ext>
              </a:extLst>
            </p:cNvPr>
            <p:cNvSpPr txBox="1"/>
            <p:nvPr/>
          </p:nvSpPr>
          <p:spPr>
            <a:xfrm>
              <a:off x="599178" y="1686792"/>
              <a:ext cx="5112000" cy="338554"/>
            </a:xfrm>
            <a:prstGeom prst="rect">
              <a:avLst/>
            </a:prstGeom>
            <a:noFill/>
          </p:spPr>
          <p:txBody>
            <a:bodyPr wrap="square" rtlCol="0">
              <a:spAutoFit/>
            </a:bodyPr>
            <a:lstStyle/>
            <a:p>
              <a:r>
                <a:rPr lang="en-US" sz="1600" b="1" dirty="0"/>
                <a:t>What’s inside the Toolkit?</a:t>
              </a:r>
            </a:p>
          </p:txBody>
        </p:sp>
      </p:grpSp>
      <p:grpSp>
        <p:nvGrpSpPr>
          <p:cNvPr id="65" name="Group 64">
            <a:extLst>
              <a:ext uri="{FF2B5EF4-FFF2-40B4-BE49-F238E27FC236}">
                <a16:creationId xmlns:a16="http://schemas.microsoft.com/office/drawing/2014/main" id="{D4B3EDE2-C27D-1581-C6F5-C605790BF426}"/>
              </a:ext>
            </a:extLst>
          </p:cNvPr>
          <p:cNvGrpSpPr/>
          <p:nvPr/>
        </p:nvGrpSpPr>
        <p:grpSpPr>
          <a:xfrm>
            <a:off x="6448425" y="1687513"/>
            <a:ext cx="5127625" cy="338138"/>
            <a:chOff x="599178" y="1686792"/>
            <a:chExt cx="5127265" cy="338554"/>
          </a:xfrm>
        </p:grpSpPr>
        <p:cxnSp>
          <p:nvCxnSpPr>
            <p:cNvPr id="66" name="Straight Connector 65">
              <a:extLst>
                <a:ext uri="{FF2B5EF4-FFF2-40B4-BE49-F238E27FC236}">
                  <a16:creationId xmlns:a16="http://schemas.microsoft.com/office/drawing/2014/main" id="{54F0606F-77E4-6BF8-23B8-D79B0B9728E9}"/>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0629FB2E-5B05-BEB2-FDB0-F05DD6C01F9F}"/>
                </a:ext>
              </a:extLst>
            </p:cNvPr>
            <p:cNvSpPr txBox="1"/>
            <p:nvPr/>
          </p:nvSpPr>
          <p:spPr>
            <a:xfrm>
              <a:off x="599178" y="1686792"/>
              <a:ext cx="5112000" cy="338554"/>
            </a:xfrm>
            <a:prstGeom prst="rect">
              <a:avLst/>
            </a:prstGeom>
            <a:noFill/>
          </p:spPr>
          <p:txBody>
            <a:bodyPr wrap="square" rtlCol="0">
              <a:spAutoFit/>
            </a:bodyPr>
            <a:lstStyle/>
            <a:p>
              <a:r>
                <a:rPr lang="en-US" sz="1600" b="1" dirty="0"/>
                <a:t>Who created the Toolkit?</a:t>
              </a:r>
            </a:p>
          </p:txBody>
        </p:sp>
      </p:grpSp>
      <p:sp>
        <p:nvSpPr>
          <p:cNvPr id="68" name="TextBox 67">
            <a:extLst>
              <a:ext uri="{FF2B5EF4-FFF2-40B4-BE49-F238E27FC236}">
                <a16:creationId xmlns:a16="http://schemas.microsoft.com/office/drawing/2014/main" id="{6EF07348-B887-1E63-314E-8D5065886A79}"/>
              </a:ext>
            </a:extLst>
          </p:cNvPr>
          <p:cNvSpPr txBox="1"/>
          <p:nvPr/>
        </p:nvSpPr>
        <p:spPr>
          <a:xfrm>
            <a:off x="6434036" y="2025346"/>
            <a:ext cx="4964065" cy="523220"/>
          </a:xfrm>
          <a:prstGeom prst="rect">
            <a:avLst/>
          </a:prstGeom>
          <a:noFill/>
        </p:spPr>
        <p:txBody>
          <a:bodyPr wrap="square" rtlCol="0">
            <a:spAutoFit/>
          </a:bodyPr>
          <a:lstStyle/>
          <a:p>
            <a:r>
              <a:rPr lang="en-US" sz="1400" dirty="0"/>
              <a:t>The Toolkit was created </a:t>
            </a:r>
            <a:r>
              <a:rPr lang="en-GB" sz="1400" dirty="0"/>
              <a:t>by former McKinsey, Deloitte &amp; BCG management consultants.</a:t>
            </a:r>
            <a:endParaRPr lang="en-US" sz="1400" dirty="0"/>
          </a:p>
        </p:txBody>
      </p:sp>
      <p:grpSp>
        <p:nvGrpSpPr>
          <p:cNvPr id="69" name="Group 68">
            <a:extLst>
              <a:ext uri="{FF2B5EF4-FFF2-40B4-BE49-F238E27FC236}">
                <a16:creationId xmlns:a16="http://schemas.microsoft.com/office/drawing/2014/main" id="{DFFDDE99-5BBE-E557-167B-797A5B7AA2DC}"/>
              </a:ext>
            </a:extLst>
          </p:cNvPr>
          <p:cNvGrpSpPr/>
          <p:nvPr/>
        </p:nvGrpSpPr>
        <p:grpSpPr>
          <a:xfrm>
            <a:off x="6448425" y="3352141"/>
            <a:ext cx="5127625" cy="338138"/>
            <a:chOff x="599178" y="1686792"/>
            <a:chExt cx="5127265" cy="338554"/>
          </a:xfrm>
        </p:grpSpPr>
        <p:cxnSp>
          <p:nvCxnSpPr>
            <p:cNvPr id="70" name="Straight Connector 69">
              <a:extLst>
                <a:ext uri="{FF2B5EF4-FFF2-40B4-BE49-F238E27FC236}">
                  <a16:creationId xmlns:a16="http://schemas.microsoft.com/office/drawing/2014/main" id="{6CB4D8FF-7BE9-0311-510A-CB304A4F2467}"/>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466D9ACC-0AC3-9289-65AD-6EF68BB166BE}"/>
                </a:ext>
              </a:extLst>
            </p:cNvPr>
            <p:cNvSpPr txBox="1"/>
            <p:nvPr/>
          </p:nvSpPr>
          <p:spPr>
            <a:xfrm>
              <a:off x="599178" y="1686792"/>
              <a:ext cx="5112000" cy="338554"/>
            </a:xfrm>
            <a:prstGeom prst="rect">
              <a:avLst/>
            </a:prstGeom>
            <a:noFill/>
          </p:spPr>
          <p:txBody>
            <a:bodyPr wrap="square" rtlCol="0">
              <a:spAutoFit/>
            </a:bodyPr>
            <a:lstStyle/>
            <a:p>
              <a:r>
                <a:rPr lang="en-US" sz="1600" b="1" dirty="0"/>
                <a:t>Number of professionals leveraging our Toolkits</a:t>
              </a:r>
            </a:p>
          </p:txBody>
        </p:sp>
      </p:grpSp>
      <p:sp>
        <p:nvSpPr>
          <p:cNvPr id="72" name="TextBox 71">
            <a:extLst>
              <a:ext uri="{FF2B5EF4-FFF2-40B4-BE49-F238E27FC236}">
                <a16:creationId xmlns:a16="http://schemas.microsoft.com/office/drawing/2014/main" id="{FE359F32-85A0-ACB5-DB66-C02488E95509}"/>
              </a:ext>
            </a:extLst>
          </p:cNvPr>
          <p:cNvSpPr txBox="1"/>
          <p:nvPr/>
        </p:nvSpPr>
        <p:spPr>
          <a:xfrm>
            <a:off x="6434036" y="3689974"/>
            <a:ext cx="4964065" cy="738664"/>
          </a:xfrm>
          <a:prstGeom prst="rect">
            <a:avLst/>
          </a:prstGeom>
          <a:noFill/>
        </p:spPr>
        <p:txBody>
          <a:bodyPr wrap="square" rtlCol="0">
            <a:spAutoFit/>
          </a:bodyPr>
          <a:lstStyle/>
          <a:p>
            <a:r>
              <a:rPr lang="en-GB" sz="1400" dirty="0"/>
              <a:t>There are 200,000+ Executives, Consultants &amp; Entrepreneurs leveraging our Toolkits to improve the performance of their organization.</a:t>
            </a:r>
            <a:endParaRPr lang="en-US" sz="1400" dirty="0"/>
          </a:p>
        </p:txBody>
      </p:sp>
      <p:grpSp>
        <p:nvGrpSpPr>
          <p:cNvPr id="15" name="Group 14">
            <a:extLst>
              <a:ext uri="{FF2B5EF4-FFF2-40B4-BE49-F238E27FC236}">
                <a16:creationId xmlns:a16="http://schemas.microsoft.com/office/drawing/2014/main" id="{65183F95-A02F-6E62-0053-C919268175C2}"/>
              </a:ext>
            </a:extLst>
          </p:cNvPr>
          <p:cNvGrpSpPr/>
          <p:nvPr/>
        </p:nvGrpSpPr>
        <p:grpSpPr>
          <a:xfrm>
            <a:off x="6448425" y="5067028"/>
            <a:ext cx="5127625" cy="338138"/>
            <a:chOff x="599178" y="1686792"/>
            <a:chExt cx="5127265" cy="338554"/>
          </a:xfrm>
        </p:grpSpPr>
        <p:cxnSp>
          <p:nvCxnSpPr>
            <p:cNvPr id="16" name="Straight Connector 15">
              <a:extLst>
                <a:ext uri="{FF2B5EF4-FFF2-40B4-BE49-F238E27FC236}">
                  <a16:creationId xmlns:a16="http://schemas.microsoft.com/office/drawing/2014/main" id="{77C95F68-0C65-7A10-5DB5-0AF3DD88EEDD}"/>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3BF30535-1852-266A-AA62-8E1C596DDF4A}"/>
                </a:ext>
              </a:extLst>
            </p:cNvPr>
            <p:cNvSpPr txBox="1"/>
            <p:nvPr/>
          </p:nvSpPr>
          <p:spPr>
            <a:xfrm>
              <a:off x="599178" y="1686792"/>
              <a:ext cx="5112000" cy="338554"/>
            </a:xfrm>
            <a:prstGeom prst="rect">
              <a:avLst/>
            </a:prstGeom>
            <a:noFill/>
          </p:spPr>
          <p:txBody>
            <a:bodyPr wrap="square" rtlCol="0">
              <a:spAutoFit/>
            </a:bodyPr>
            <a:lstStyle/>
            <a:p>
              <a:r>
                <a:rPr lang="en-GB" sz="1600" b="1" dirty="0"/>
                <a:t>Trusted by small and large organizations</a:t>
              </a:r>
            </a:p>
          </p:txBody>
        </p:sp>
      </p:grpSp>
      <p:pic>
        <p:nvPicPr>
          <p:cNvPr id="19" name="Picture 2" descr="Brand logo">
            <a:extLst>
              <a:ext uri="{FF2B5EF4-FFF2-40B4-BE49-F238E27FC236}">
                <a16:creationId xmlns:a16="http://schemas.microsoft.com/office/drawing/2014/main" id="{1A420441-34F2-FAE3-5B1C-5C358B7CA85B}"/>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554188" y="5641752"/>
            <a:ext cx="395709" cy="395709"/>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a:extLst>
              <a:ext uri="{FF2B5EF4-FFF2-40B4-BE49-F238E27FC236}">
                <a16:creationId xmlns:a16="http://schemas.microsoft.com/office/drawing/2014/main" id="{4B556060-2AA7-76B2-ED87-FC9647822972}"/>
              </a:ext>
            </a:extLst>
          </p:cNvPr>
          <p:cNvPicPr>
            <a:picLocks noChangeAspect="1"/>
          </p:cNvPicPr>
          <p:nvPr/>
        </p:nvPicPr>
        <p:blipFill>
          <a:blip r:embed="rId22"/>
          <a:stretch>
            <a:fillRect/>
          </a:stretch>
        </p:blipFill>
        <p:spPr>
          <a:xfrm>
            <a:off x="8472547" y="5682226"/>
            <a:ext cx="349218" cy="429010"/>
          </a:xfrm>
          <a:prstGeom prst="rect">
            <a:avLst/>
          </a:prstGeom>
        </p:spPr>
      </p:pic>
      <p:pic>
        <p:nvPicPr>
          <p:cNvPr id="21" name="Picture 20">
            <a:extLst>
              <a:ext uri="{FF2B5EF4-FFF2-40B4-BE49-F238E27FC236}">
                <a16:creationId xmlns:a16="http://schemas.microsoft.com/office/drawing/2014/main" id="{873B31A3-BF1B-2658-953A-4FDFBC8356EC}"/>
              </a:ext>
            </a:extLst>
          </p:cNvPr>
          <p:cNvPicPr>
            <a:picLocks noChangeAspect="1"/>
          </p:cNvPicPr>
          <p:nvPr/>
        </p:nvPicPr>
        <p:blipFill>
          <a:blip r:embed="rId23"/>
          <a:stretch>
            <a:fillRect/>
          </a:stretch>
        </p:blipFill>
        <p:spPr>
          <a:xfrm>
            <a:off x="7198734" y="5767326"/>
            <a:ext cx="1016777" cy="343910"/>
          </a:xfrm>
          <a:prstGeom prst="rect">
            <a:avLst/>
          </a:prstGeom>
        </p:spPr>
      </p:pic>
      <p:pic>
        <p:nvPicPr>
          <p:cNvPr id="22" name="Picture 21">
            <a:extLst>
              <a:ext uri="{FF2B5EF4-FFF2-40B4-BE49-F238E27FC236}">
                <a16:creationId xmlns:a16="http://schemas.microsoft.com/office/drawing/2014/main" id="{F8D5A2CB-3C61-817E-AA34-7B0945D439B9}"/>
              </a:ext>
            </a:extLst>
          </p:cNvPr>
          <p:cNvPicPr>
            <a:picLocks noChangeAspect="1"/>
          </p:cNvPicPr>
          <p:nvPr/>
        </p:nvPicPr>
        <p:blipFill rotWithShape="1">
          <a:blip r:embed="rId24"/>
          <a:srcRect t="26410" b="21153"/>
          <a:stretch/>
        </p:blipFill>
        <p:spPr>
          <a:xfrm>
            <a:off x="9007454" y="5707948"/>
            <a:ext cx="1403640" cy="490694"/>
          </a:xfrm>
          <a:prstGeom prst="rect">
            <a:avLst/>
          </a:prstGeom>
        </p:spPr>
      </p:pic>
      <p:pic>
        <p:nvPicPr>
          <p:cNvPr id="23" name="Picture 22">
            <a:extLst>
              <a:ext uri="{FF2B5EF4-FFF2-40B4-BE49-F238E27FC236}">
                <a16:creationId xmlns:a16="http://schemas.microsoft.com/office/drawing/2014/main" id="{0887A1EC-3A21-F8AF-DB81-6E8359841D2C}"/>
              </a:ext>
            </a:extLst>
          </p:cNvPr>
          <p:cNvPicPr>
            <a:picLocks noChangeAspect="1"/>
          </p:cNvPicPr>
          <p:nvPr/>
        </p:nvPicPr>
        <p:blipFill>
          <a:blip r:embed="rId25"/>
          <a:stretch>
            <a:fillRect/>
          </a:stretch>
        </p:blipFill>
        <p:spPr>
          <a:xfrm>
            <a:off x="10642206" y="5734964"/>
            <a:ext cx="866290" cy="358698"/>
          </a:xfrm>
          <a:prstGeom prst="rect">
            <a:avLst/>
          </a:prstGeom>
        </p:spPr>
      </p:pic>
      <p:sp>
        <p:nvSpPr>
          <p:cNvPr id="24" name="Footer Placeholder 23">
            <a:extLst>
              <a:ext uri="{FF2B5EF4-FFF2-40B4-BE49-F238E27FC236}">
                <a16:creationId xmlns:a16="http://schemas.microsoft.com/office/drawing/2014/main" id="{0B841915-6BBA-61C7-023B-507BAD013462}"/>
              </a:ext>
            </a:extLst>
          </p:cNvPr>
          <p:cNvSpPr>
            <a:spLocks noGrp="1"/>
          </p:cNvSpPr>
          <p:nvPr>
            <p:ph type="ftr" sz="quarter" idx="3"/>
          </p:nvPr>
        </p:nvSpPr>
        <p:spPr/>
        <p:txBody>
          <a:bodyPr/>
          <a:lstStyle/>
          <a:p>
            <a:r>
              <a:rPr lang="en-US" dirty="0"/>
              <a:t>Domont Consulting</a:t>
            </a:r>
          </a:p>
        </p:txBody>
      </p:sp>
      <p:sp>
        <p:nvSpPr>
          <p:cNvPr id="25" name="Slide Number Placeholder 24">
            <a:extLst>
              <a:ext uri="{FF2B5EF4-FFF2-40B4-BE49-F238E27FC236}">
                <a16:creationId xmlns:a16="http://schemas.microsoft.com/office/drawing/2014/main" id="{E6B4B1F3-D437-9783-F897-3911110109EF}"/>
              </a:ext>
            </a:extLst>
          </p:cNvPr>
          <p:cNvSpPr>
            <a:spLocks noGrp="1"/>
          </p:cNvSpPr>
          <p:nvPr>
            <p:ph type="sldNum" sz="quarter" idx="4"/>
          </p:nvPr>
        </p:nvSpPr>
        <p:spPr/>
        <p:txBody>
          <a:bodyPr/>
          <a:lstStyle/>
          <a:p>
            <a:fld id="{37F5C94B-8C55-478B-B509-BAE6A06B2E2A}" type="slidenum">
              <a:rPr lang="en-US" smtClean="0"/>
              <a:pPr/>
              <a:t>6</a:t>
            </a:fld>
            <a:endParaRPr lang="en-US" dirty="0"/>
          </a:p>
        </p:txBody>
      </p:sp>
    </p:spTree>
    <p:extLst>
      <p:ext uri="{BB962C8B-B14F-4D97-AF65-F5344CB8AC3E}">
        <p14:creationId xmlns:p14="http://schemas.microsoft.com/office/powerpoint/2010/main" val="8622929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1144211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Our Toolkit will help you fulfill multiple objectives</a:t>
            </a:r>
          </a:p>
        </p:txBody>
      </p:sp>
      <p:sp>
        <p:nvSpPr>
          <p:cNvPr id="6" name="Rectangle 5">
            <a:extLst>
              <a:ext uri="{FF2B5EF4-FFF2-40B4-BE49-F238E27FC236}">
                <a16:creationId xmlns:a16="http://schemas.microsoft.com/office/drawing/2014/main" id="{22D27BA3-CC85-4DD2-AEDB-C22AC367D60A}"/>
              </a:ext>
            </a:extLst>
          </p:cNvPr>
          <p:cNvSpPr/>
          <p:nvPr/>
        </p:nvSpPr>
        <p:spPr>
          <a:xfrm>
            <a:off x="493155" y="1547879"/>
            <a:ext cx="11094412" cy="5016758"/>
          </a:xfrm>
          <a:prstGeom prst="rect">
            <a:avLst/>
          </a:prstGeom>
        </p:spPr>
        <p:txBody>
          <a:bodyPr wrap="square">
            <a:spAutoFit/>
          </a:bodyPr>
          <a:lstStyle/>
          <a:p>
            <a:pPr marL="0" marR="0" lvl="1" algn="l" defTabSz="914400" eaLnBrk="1" fontAlgn="auto" latinLnBrk="0" hangingPunct="1">
              <a:spcBef>
                <a:spcPts val="400"/>
              </a:spcBef>
              <a:spcAft>
                <a:spcPts val="400"/>
              </a:spcAft>
              <a:buClrTx/>
              <a:buSzTx/>
              <a:tabLst/>
              <a:defRPr/>
            </a:pPr>
            <a:r>
              <a:rPr lang="en-US" sz="1300" b="1" dirty="0">
                <a:solidFill>
                  <a:srgbClr val="002060"/>
                </a:solidFill>
                <a:latin typeface="Arial (Body)"/>
              </a:rPr>
              <a:t>The </a:t>
            </a:r>
            <a:r>
              <a:rPr lang="en-GB" sz="1300" b="1" dirty="0">
                <a:solidFill>
                  <a:srgbClr val="002060"/>
                </a:solidFill>
                <a:latin typeface="Arial (Body)"/>
              </a:rPr>
              <a:t>Operating Model and Organization Design Toolkit </a:t>
            </a:r>
            <a:r>
              <a:rPr lang="en-US" sz="1300" b="1" dirty="0">
                <a:solidFill>
                  <a:srgbClr val="002060"/>
                </a:solidFill>
                <a:latin typeface="Arial (Body)"/>
              </a:rPr>
              <a:t>includes frameworks, tools, templates, tutorials, real-life examples, video training, and best practices to help you:</a:t>
            </a:r>
          </a:p>
          <a:p>
            <a:pPr marL="263525" marR="0" lvl="1" indent="-177800" algn="l" defTabSz="914400" rtl="0" eaLnBrk="1" fontAlgn="auto" latinLnBrk="0" hangingPunct="1">
              <a:lnSpc>
                <a:spcPct val="100000"/>
              </a:lnSpc>
              <a:spcBef>
                <a:spcPts val="400"/>
              </a:spcBef>
              <a:spcAft>
                <a:spcPts val="400"/>
              </a:spcAft>
              <a:buClrTx/>
              <a:buSzTx/>
              <a:buFont typeface="Arial" panose="020B0604020202020204" pitchFamily="34" charset="0"/>
              <a:buChar char="•"/>
              <a:tabLst/>
              <a:defRPr/>
            </a:pPr>
            <a:r>
              <a:rPr kumimoji="0" lang="en-US" sz="1300" b="1" i="0" u="none" strike="noStrike" kern="1200" cap="none" spc="0" normalizeH="0" baseline="0" dirty="0">
                <a:ln>
                  <a:noFill/>
                </a:ln>
                <a:solidFill>
                  <a:srgbClr val="002060"/>
                </a:solidFill>
                <a:effectLst/>
                <a:uLnTx/>
                <a:uFillTx/>
                <a:latin typeface="Arial (Body)"/>
              </a:rPr>
              <a:t>Make your strategy happen </a:t>
            </a:r>
            <a:r>
              <a:rPr kumimoji="0" lang="en-US" sz="1300" i="0" u="none" strike="noStrike" kern="1200" cap="none" spc="0" normalizeH="0" baseline="0" dirty="0">
                <a:ln>
                  <a:noFill/>
                </a:ln>
                <a:solidFill>
                  <a:srgbClr val="002060"/>
                </a:solidFill>
                <a:effectLst/>
                <a:uLnTx/>
                <a:uFillTx/>
                <a:latin typeface="Arial (Body)"/>
              </a:rPr>
              <a:t>and boost your company’s performance</a:t>
            </a:r>
          </a:p>
          <a:p>
            <a:pPr marL="263525" marR="0" lvl="1" indent="-177800" algn="l" defTabSz="914400" rtl="0" eaLnBrk="1" fontAlgn="auto" latinLnBrk="0" hangingPunct="1">
              <a:lnSpc>
                <a:spcPct val="100000"/>
              </a:lnSpc>
              <a:spcBef>
                <a:spcPts val="400"/>
              </a:spcBef>
              <a:spcAft>
                <a:spcPts val="400"/>
              </a:spcAft>
              <a:buClrTx/>
              <a:buSzTx/>
              <a:buFont typeface="Arial" panose="020B0604020202020204" pitchFamily="34" charset="0"/>
              <a:buChar char="•"/>
              <a:tabLst/>
              <a:defRPr/>
            </a:pPr>
            <a:r>
              <a:rPr lang="en-GB" sz="1300" b="1" dirty="0">
                <a:solidFill>
                  <a:srgbClr val="002060"/>
                </a:solidFill>
                <a:latin typeface="Arial (Body)"/>
              </a:rPr>
              <a:t>S</a:t>
            </a:r>
            <a:r>
              <a:rPr kumimoji="0" lang="en-GB" sz="1300" b="1" i="0" u="none" strike="noStrike" kern="1200" cap="none" spc="0" normalizeH="0" baseline="0" dirty="0">
                <a:ln>
                  <a:noFill/>
                </a:ln>
                <a:solidFill>
                  <a:srgbClr val="002060"/>
                </a:solidFill>
                <a:effectLst/>
                <a:uLnTx/>
                <a:uFillTx/>
                <a:latin typeface="Arial (Body)"/>
              </a:rPr>
              <a:t>uccessfully implement an operating model and organization design initiative </a:t>
            </a:r>
            <a:r>
              <a:rPr kumimoji="0" lang="en-GB" sz="1300" i="0" u="none" strike="noStrike" kern="1200" cap="none" spc="0" normalizeH="0" baseline="0" dirty="0">
                <a:ln>
                  <a:noFill/>
                </a:ln>
                <a:solidFill>
                  <a:srgbClr val="002060"/>
                </a:solidFill>
                <a:effectLst/>
                <a:uLnTx/>
                <a:uFillTx/>
                <a:latin typeface="Arial (Body)"/>
              </a:rPr>
              <a:t>with our simple and comprehensive 7-phase approach </a:t>
            </a:r>
          </a:p>
          <a:p>
            <a:pPr marL="263525" marR="0" lvl="1" indent="-177800" algn="l" defTabSz="914400" rtl="0" eaLnBrk="1" fontAlgn="auto" latinLnBrk="0" hangingPunct="1">
              <a:lnSpc>
                <a:spcPct val="100000"/>
              </a:lnSpc>
              <a:spcBef>
                <a:spcPts val="400"/>
              </a:spcBef>
              <a:spcAft>
                <a:spcPts val="400"/>
              </a:spcAft>
              <a:buClrTx/>
              <a:buSzTx/>
              <a:buFont typeface="Arial" panose="020B0604020202020204" pitchFamily="34" charset="0"/>
              <a:buChar char="•"/>
              <a:tabLst/>
              <a:defRPr/>
            </a:pPr>
            <a:r>
              <a:rPr lang="en-GB" sz="1300" b="1" dirty="0">
                <a:latin typeface="Arial (Body)"/>
              </a:rPr>
              <a:t>(I) Carry out your </a:t>
            </a:r>
            <a:r>
              <a:rPr kumimoji="0" lang="en-GB" sz="1300" b="1" i="0" u="none" strike="noStrike" kern="1200" cap="none" spc="0" normalizeH="0" baseline="0" dirty="0">
                <a:ln>
                  <a:noFill/>
                </a:ln>
                <a:effectLst/>
                <a:uLnTx/>
                <a:uFillTx/>
                <a:latin typeface="Arial (Body)"/>
              </a:rPr>
              <a:t>business case for</a:t>
            </a:r>
            <a:r>
              <a:rPr lang="en-GB" sz="1300" b="1" dirty="0">
                <a:latin typeface="Arial (Body)"/>
              </a:rPr>
              <a:t> </a:t>
            </a:r>
            <a:r>
              <a:rPr kumimoji="0" lang="en-GB" sz="1300" b="1" i="0" u="none" strike="noStrike" kern="1200" cap="none" spc="0" normalizeH="0" baseline="0" dirty="0">
                <a:ln>
                  <a:noFill/>
                </a:ln>
                <a:effectLst/>
                <a:uLnTx/>
                <a:uFillTx/>
                <a:latin typeface="Arial (Body)"/>
              </a:rPr>
              <a:t>change: </a:t>
            </a:r>
            <a:r>
              <a:rPr kumimoji="0" lang="en-GB" sz="1300" i="0" u="none" strike="noStrike" kern="1200" cap="none" spc="0" normalizeH="0" baseline="0" dirty="0">
                <a:ln>
                  <a:noFill/>
                </a:ln>
                <a:effectLst/>
                <a:uLnTx/>
                <a:uFillTx/>
                <a:latin typeface="Arial (Body)"/>
              </a:rPr>
              <a:t>(1) Situation, key challenge and proposed solution, (2) Objectives and key performance indicators (KPIs), (3) Project scope, approach and team, (4) Key activities and deliverables, (5) Key Risks and Mitigation Strategies, (6) Strategic alignment, (7) Value: project initial investment, project costs, additional revenue generated, cost savings, cash flows and net present value, (8) Ease of implementation </a:t>
            </a:r>
          </a:p>
          <a:p>
            <a:pPr marL="263525" marR="0" lvl="1" indent="-177800" algn="l" defTabSz="914400" rtl="0" eaLnBrk="1" fontAlgn="auto" latinLnBrk="0" hangingPunct="1">
              <a:lnSpc>
                <a:spcPct val="100000"/>
              </a:lnSpc>
              <a:spcBef>
                <a:spcPts val="400"/>
              </a:spcBef>
              <a:spcAft>
                <a:spcPts val="400"/>
              </a:spcAft>
              <a:buClrTx/>
              <a:buSzTx/>
              <a:buFont typeface="Arial" panose="020B0604020202020204" pitchFamily="34" charset="0"/>
              <a:buChar char="•"/>
              <a:tabLst/>
              <a:defRPr/>
            </a:pPr>
            <a:r>
              <a:rPr kumimoji="0" lang="en-GB" sz="1300" b="1" i="0" u="none" strike="noStrike" kern="1200" cap="none" spc="0" normalizeH="0" baseline="0" dirty="0">
                <a:ln>
                  <a:noFill/>
                </a:ln>
                <a:solidFill>
                  <a:srgbClr val="002060"/>
                </a:solidFill>
                <a:effectLst/>
                <a:uLnTx/>
                <a:uFillTx/>
                <a:latin typeface="Arial (Body)"/>
              </a:rPr>
              <a:t>(II) Define your operating model and organization </a:t>
            </a:r>
            <a:r>
              <a:rPr lang="en-GB" sz="1300" b="1" dirty="0">
                <a:solidFill>
                  <a:srgbClr val="002060"/>
                </a:solidFill>
                <a:latin typeface="Arial (Body)"/>
              </a:rPr>
              <a:t>d</a:t>
            </a:r>
            <a:r>
              <a:rPr kumimoji="0" lang="en-GB" sz="1300" b="1" i="0" u="none" strike="noStrike" kern="1200" cap="none" spc="0" normalizeH="0" baseline="0" dirty="0">
                <a:ln>
                  <a:noFill/>
                </a:ln>
                <a:solidFill>
                  <a:srgbClr val="002060"/>
                </a:solidFill>
                <a:effectLst/>
                <a:uLnTx/>
                <a:uFillTx/>
                <a:latin typeface="Arial (Body)"/>
              </a:rPr>
              <a:t>esign: </a:t>
            </a:r>
            <a:r>
              <a:rPr kumimoji="0" lang="en-GB" sz="1300" i="0" u="none" strike="noStrike" kern="1200" cap="none" spc="0" normalizeH="0" baseline="0" dirty="0">
                <a:ln>
                  <a:noFill/>
                </a:ln>
                <a:solidFill>
                  <a:srgbClr val="002060"/>
                </a:solidFill>
                <a:effectLst/>
                <a:uLnTx/>
                <a:uFillTx/>
                <a:latin typeface="Arial (Body)"/>
              </a:rPr>
              <a:t>(1) Capability management, (2) Structure and governance, (3) Culture, (4) Talent management, (5) Processes, (6</a:t>
            </a:r>
            <a:r>
              <a:rPr kumimoji="0" lang="en-GB" sz="1300" i="0" u="none" strike="noStrike" kern="1200" cap="none" spc="0" normalizeH="0" baseline="0">
                <a:ln>
                  <a:noFill/>
                </a:ln>
                <a:solidFill>
                  <a:srgbClr val="002060"/>
                </a:solidFill>
                <a:effectLst/>
                <a:uLnTx/>
                <a:uFillTx/>
                <a:latin typeface="Arial (Body)"/>
              </a:rPr>
              <a:t>) Technology</a:t>
            </a:r>
            <a:endParaRPr lang="en-GB" sz="1300">
              <a:solidFill>
                <a:srgbClr val="002060"/>
              </a:solidFill>
              <a:latin typeface="Arial (Body)"/>
            </a:endParaRPr>
          </a:p>
          <a:p>
            <a:pPr marL="263525" marR="0" lvl="1" indent="-177800" algn="l" defTabSz="914400" rtl="0" eaLnBrk="1" fontAlgn="auto" latinLnBrk="0" hangingPunct="1">
              <a:lnSpc>
                <a:spcPct val="100000"/>
              </a:lnSpc>
              <a:spcBef>
                <a:spcPts val="400"/>
              </a:spcBef>
              <a:spcAft>
                <a:spcPts val="400"/>
              </a:spcAft>
              <a:buClrTx/>
              <a:buSzTx/>
              <a:buFont typeface="Arial" panose="020B0604020202020204" pitchFamily="34" charset="0"/>
              <a:buChar char="•"/>
              <a:tabLst/>
              <a:defRPr/>
            </a:pPr>
            <a:r>
              <a:rPr kumimoji="0" lang="en-GB" sz="1300" b="1" i="0" u="none" strike="noStrike" kern="1200" cap="none" spc="0" normalizeH="0" baseline="0">
                <a:ln>
                  <a:noFill/>
                </a:ln>
                <a:solidFill>
                  <a:srgbClr val="002060"/>
                </a:solidFill>
                <a:effectLst/>
                <a:uLnTx/>
                <a:uFillTx/>
                <a:latin typeface="Arial (Body)"/>
              </a:rPr>
              <a:t>(</a:t>
            </a:r>
            <a:r>
              <a:rPr kumimoji="0" lang="en-GB" sz="1300" b="1" i="0" u="none" strike="noStrike" kern="1200" cap="none" spc="0" normalizeH="0" baseline="0" dirty="0">
                <a:ln>
                  <a:noFill/>
                </a:ln>
                <a:solidFill>
                  <a:srgbClr val="002060"/>
                </a:solidFill>
                <a:effectLst/>
                <a:uLnTx/>
                <a:uFillTx/>
                <a:latin typeface="Arial (Body)"/>
              </a:rPr>
              <a:t>III) </a:t>
            </a:r>
            <a:r>
              <a:rPr lang="en-GB" sz="1300" b="1" dirty="0">
                <a:latin typeface="Arial (Body)"/>
              </a:rPr>
              <a:t>List your potential initiatives </a:t>
            </a:r>
            <a:r>
              <a:rPr lang="en-GB" sz="1300" dirty="0">
                <a:latin typeface="Arial (Body)"/>
              </a:rPr>
              <a:t>for each pillar</a:t>
            </a:r>
          </a:p>
          <a:p>
            <a:pPr marL="263525" lvl="1" indent="-177800">
              <a:spcBef>
                <a:spcPts val="400"/>
              </a:spcBef>
              <a:spcAft>
                <a:spcPts val="400"/>
              </a:spcAft>
              <a:buFont typeface="Arial" panose="020B0604020202020204" pitchFamily="34" charset="0"/>
              <a:buChar char="•"/>
              <a:defRPr/>
            </a:pPr>
            <a:r>
              <a:rPr lang="en-GB" sz="1300" b="1" dirty="0">
                <a:latin typeface="Arial (Body)"/>
              </a:rPr>
              <a:t>(IV) Create your business cases and financial models </a:t>
            </a:r>
            <a:r>
              <a:rPr lang="en-GB" sz="1300" dirty="0">
                <a:latin typeface="Arial (Body)"/>
              </a:rPr>
              <a:t>to assess potential initiatives</a:t>
            </a:r>
          </a:p>
          <a:p>
            <a:pPr marL="263525" lvl="1" indent="-177800">
              <a:spcBef>
                <a:spcPts val="400"/>
              </a:spcBef>
              <a:spcAft>
                <a:spcPts val="400"/>
              </a:spcAft>
              <a:buFont typeface="Arial" panose="020B0604020202020204" pitchFamily="34" charset="0"/>
              <a:buChar char="•"/>
              <a:defRPr/>
            </a:pPr>
            <a:r>
              <a:rPr lang="en-GB" sz="1300" b="1" dirty="0">
                <a:latin typeface="Arial (Body)"/>
              </a:rPr>
              <a:t>(V) Prioritize, plan and implement your projects: </a:t>
            </a:r>
            <a:r>
              <a:rPr lang="en-GB" sz="1300" dirty="0">
                <a:latin typeface="Arial (Body)"/>
              </a:rPr>
              <a:t>(1) Project prioritization, (2) Business roadmap, (3) Governance, (4) Dashboards, (5) Project implementation: agile methodology, design thinking and traditional methodology, (6) Continuous improvement (7) Post projects evaluation and lessons learnt, (8) Post program evaluation and lessons learnt</a:t>
            </a:r>
          </a:p>
          <a:p>
            <a:pPr marL="265113" marR="0" lvl="1" indent="-174625" algn="l" defTabSz="914400" eaLnBrk="1" fontAlgn="auto" latinLnBrk="0" hangingPunct="1">
              <a:spcBef>
                <a:spcPts val="400"/>
              </a:spcBef>
              <a:spcAft>
                <a:spcPts val="400"/>
              </a:spcAft>
              <a:buClrTx/>
              <a:buSzTx/>
              <a:buFont typeface="Arial" panose="020B0604020202020204" pitchFamily="34" charset="0"/>
              <a:buChar char="•"/>
              <a:tabLst/>
              <a:defRPr/>
            </a:pPr>
            <a:r>
              <a:rPr lang="en-GB" sz="1300" b="1" dirty="0">
                <a:solidFill>
                  <a:srgbClr val="002060"/>
                </a:solidFill>
                <a:latin typeface="Arial (Body)"/>
              </a:rPr>
              <a:t>(VI) Define and implement your change management strategy, internal communication strategy, and stakeholder engagement strategy: </a:t>
            </a:r>
            <a:r>
              <a:rPr lang="en-GB" sz="1300" dirty="0">
                <a:solidFill>
                  <a:srgbClr val="002060"/>
                </a:solidFill>
                <a:latin typeface="Arial (Body)"/>
              </a:rPr>
              <a:t>(1) Change management strategy, (2) Change management plans, (3) Implementation, tracking and progress management, (4) Effective communication</a:t>
            </a:r>
          </a:p>
          <a:p>
            <a:pPr marL="265113" marR="0" lvl="1" indent="-174625" algn="l" defTabSz="914400" eaLnBrk="1" fontAlgn="auto" latinLnBrk="0" hangingPunct="1">
              <a:spcBef>
                <a:spcPts val="400"/>
              </a:spcBef>
              <a:spcAft>
                <a:spcPts val="400"/>
              </a:spcAft>
              <a:buClrTx/>
              <a:buSzTx/>
              <a:buFont typeface="Arial" panose="020B0604020202020204" pitchFamily="34" charset="0"/>
              <a:buChar char="•"/>
              <a:tabLst/>
              <a:defRPr/>
            </a:pPr>
            <a:r>
              <a:rPr lang="en-GB" sz="1300" b="1" dirty="0">
                <a:solidFill>
                  <a:srgbClr val="002060"/>
                </a:solidFill>
                <a:latin typeface="Arial (Body)"/>
              </a:rPr>
              <a:t>(VII) </a:t>
            </a:r>
            <a:r>
              <a:rPr lang="en-US" sz="1300" b="1" dirty="0">
                <a:solidFill>
                  <a:srgbClr val="002060"/>
                </a:solidFill>
                <a:latin typeface="Arial (Body)"/>
              </a:rPr>
              <a:t>Create strategic dashboards: </a:t>
            </a:r>
            <a:r>
              <a:rPr lang="en-US" sz="1300" dirty="0">
                <a:solidFill>
                  <a:srgbClr val="002060"/>
                </a:solidFill>
                <a:latin typeface="Arial (Body)"/>
              </a:rPr>
              <a:t>(1) Annual, quarterly and monthly overall performance dashboards, (2)</a:t>
            </a:r>
            <a:r>
              <a:rPr lang="en-GB" sz="1300" dirty="0">
                <a:solidFill>
                  <a:srgbClr val="002060"/>
                </a:solidFill>
                <a:latin typeface="Arial (Body)"/>
              </a:rPr>
              <a:t> Revenue and profit actuals and estimates, (3) Sales and cost breakdown analysis, (4) Three financial statement model, (5) Other common charts</a:t>
            </a:r>
            <a:endParaRPr lang="en-US" sz="1300" dirty="0">
              <a:solidFill>
                <a:srgbClr val="002060"/>
              </a:solidFill>
              <a:latin typeface="Arial (Body)"/>
            </a:endParaRPr>
          </a:p>
        </p:txBody>
      </p:sp>
      <p:sp>
        <p:nvSpPr>
          <p:cNvPr id="10" name="Footer Placeholder 9">
            <a:extLst>
              <a:ext uri="{FF2B5EF4-FFF2-40B4-BE49-F238E27FC236}">
                <a16:creationId xmlns:a16="http://schemas.microsoft.com/office/drawing/2014/main" id="{68CA76AC-0E27-93F2-CD7A-3E94A53195F3}"/>
              </a:ext>
            </a:extLst>
          </p:cNvPr>
          <p:cNvSpPr>
            <a:spLocks noGrp="1"/>
          </p:cNvSpPr>
          <p:nvPr>
            <p:ph type="ftr" sz="quarter" idx="3"/>
          </p:nvPr>
        </p:nvSpPr>
        <p:spPr/>
        <p:txBody>
          <a:bodyPr/>
          <a:lstStyle/>
          <a:p>
            <a:r>
              <a:rPr lang="en-US" dirty="0"/>
              <a:t>Domont Consulting</a:t>
            </a:r>
          </a:p>
        </p:txBody>
      </p:sp>
      <p:sp>
        <p:nvSpPr>
          <p:cNvPr id="11" name="Slide Number Placeholder 10">
            <a:extLst>
              <a:ext uri="{FF2B5EF4-FFF2-40B4-BE49-F238E27FC236}">
                <a16:creationId xmlns:a16="http://schemas.microsoft.com/office/drawing/2014/main" id="{F3F767A9-7249-A2B4-86C1-ABCEE14FA6A3}"/>
              </a:ext>
            </a:extLst>
          </p:cNvPr>
          <p:cNvSpPr>
            <a:spLocks noGrp="1"/>
          </p:cNvSpPr>
          <p:nvPr>
            <p:ph type="sldNum" sz="quarter" idx="4"/>
          </p:nvPr>
        </p:nvSpPr>
        <p:spPr/>
        <p:txBody>
          <a:bodyPr/>
          <a:lstStyle/>
          <a:p>
            <a:fld id="{37F5C94B-8C55-478B-B509-BAE6A06B2E2A}" type="slidenum">
              <a:rPr lang="en-US" smtClean="0"/>
              <a:pPr/>
              <a:t>7</a:t>
            </a:fld>
            <a:endParaRPr lang="en-US" dirty="0"/>
          </a:p>
        </p:txBody>
      </p:sp>
    </p:spTree>
    <p:extLst>
      <p:ext uri="{BB962C8B-B14F-4D97-AF65-F5344CB8AC3E}">
        <p14:creationId xmlns:p14="http://schemas.microsoft.com/office/powerpoint/2010/main" val="32724445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B98BA-866A-FAA9-25A6-6AC232DEB42B}"/>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1DDA44BA-4DEF-3E0F-EAEB-7839C5AD0DA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1DDA44BA-4DEF-3E0F-EAEB-7839C5AD0DA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0848328-A156-B728-0E7B-DBD9A3015AFF}"/>
              </a:ext>
            </a:extLst>
          </p:cNvPr>
          <p:cNvSpPr>
            <a:spLocks noGrp="1"/>
          </p:cNvSpPr>
          <p:nvPr>
            <p:ph type="title"/>
          </p:nvPr>
        </p:nvSpPr>
        <p:spPr/>
        <p:txBody>
          <a:bodyPr vert="horz">
            <a:normAutofit/>
          </a:bodyPr>
          <a:lstStyle/>
          <a:p>
            <a:r>
              <a:rPr lang="en-US" dirty="0"/>
              <a:t>Video demonstration of the Operating Model and Organization Design Toolkit </a:t>
            </a:r>
          </a:p>
        </p:txBody>
      </p:sp>
      <p:sp>
        <p:nvSpPr>
          <p:cNvPr id="4" name="Footer Placeholder 3">
            <a:extLst>
              <a:ext uri="{FF2B5EF4-FFF2-40B4-BE49-F238E27FC236}">
                <a16:creationId xmlns:a16="http://schemas.microsoft.com/office/drawing/2014/main" id="{CCE7AC12-86B9-B57D-FCF4-E4E14ACF1804}"/>
              </a:ext>
            </a:extLst>
          </p:cNvPr>
          <p:cNvSpPr>
            <a:spLocks noGrp="1"/>
          </p:cNvSpPr>
          <p:nvPr>
            <p:ph type="ftr" sz="quarter" idx="3"/>
          </p:nvPr>
        </p:nvSpPr>
        <p:spPr/>
        <p:txBody>
          <a:bodyPr/>
          <a:lstStyle/>
          <a:p>
            <a:r>
              <a:rPr lang="en-US"/>
              <a:t>Domont Consulting</a:t>
            </a:r>
            <a:endParaRPr lang="en-US" dirty="0"/>
          </a:p>
        </p:txBody>
      </p:sp>
      <p:sp>
        <p:nvSpPr>
          <p:cNvPr id="7" name="Slide Number Placeholder 6">
            <a:extLst>
              <a:ext uri="{FF2B5EF4-FFF2-40B4-BE49-F238E27FC236}">
                <a16:creationId xmlns:a16="http://schemas.microsoft.com/office/drawing/2014/main" id="{E29175C0-FC6B-7A83-8DFD-86539758FAA8}"/>
              </a:ext>
            </a:extLst>
          </p:cNvPr>
          <p:cNvSpPr>
            <a:spLocks noGrp="1"/>
          </p:cNvSpPr>
          <p:nvPr>
            <p:ph type="sldNum" sz="quarter" idx="4"/>
          </p:nvPr>
        </p:nvSpPr>
        <p:spPr/>
        <p:txBody>
          <a:bodyPr/>
          <a:lstStyle/>
          <a:p>
            <a:fld id="{37F5C94B-8C55-478B-B509-BAE6A06B2E2A}" type="slidenum">
              <a:rPr lang="en-US" smtClean="0"/>
              <a:pPr/>
              <a:t>8</a:t>
            </a:fld>
            <a:endParaRPr lang="en-US" dirty="0"/>
          </a:p>
        </p:txBody>
      </p:sp>
      <p:grpSp>
        <p:nvGrpSpPr>
          <p:cNvPr id="3" name="Group 2">
            <a:extLst>
              <a:ext uri="{FF2B5EF4-FFF2-40B4-BE49-F238E27FC236}">
                <a16:creationId xmlns:a16="http://schemas.microsoft.com/office/drawing/2014/main" id="{E9F7CF65-C74D-60C7-EA99-8FA5E0BF6465}"/>
              </a:ext>
            </a:extLst>
          </p:cNvPr>
          <p:cNvGrpSpPr/>
          <p:nvPr/>
        </p:nvGrpSpPr>
        <p:grpSpPr>
          <a:xfrm>
            <a:off x="599178" y="1686792"/>
            <a:ext cx="5127265" cy="338554"/>
            <a:chOff x="599178" y="1686792"/>
            <a:chExt cx="5127265" cy="338554"/>
          </a:xfrm>
        </p:grpSpPr>
        <p:cxnSp>
          <p:nvCxnSpPr>
            <p:cNvPr id="5" name="Straight Connector 4">
              <a:extLst>
                <a:ext uri="{FF2B5EF4-FFF2-40B4-BE49-F238E27FC236}">
                  <a16:creationId xmlns:a16="http://schemas.microsoft.com/office/drawing/2014/main" id="{90F72B68-4701-EDE6-E109-09B730999D30}"/>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B8AEB9C-213A-0EA2-AB8F-9E9A96E142EA}"/>
                </a:ext>
              </a:extLst>
            </p:cNvPr>
            <p:cNvSpPr txBox="1"/>
            <p:nvPr/>
          </p:nvSpPr>
          <p:spPr>
            <a:xfrm>
              <a:off x="599178" y="1686792"/>
              <a:ext cx="5112000" cy="338554"/>
            </a:xfrm>
            <a:prstGeom prst="rect">
              <a:avLst/>
            </a:prstGeom>
            <a:noFill/>
          </p:spPr>
          <p:txBody>
            <a:bodyPr wrap="square" rtlCol="0">
              <a:spAutoFit/>
            </a:bodyPr>
            <a:lstStyle/>
            <a:p>
              <a:r>
                <a:rPr lang="en-US" sz="1600" b="1" dirty="0"/>
                <a:t>Video Demo Access</a:t>
              </a:r>
            </a:p>
          </p:txBody>
        </p:sp>
      </p:grpSp>
      <p:grpSp>
        <p:nvGrpSpPr>
          <p:cNvPr id="9" name="Group 8">
            <a:extLst>
              <a:ext uri="{FF2B5EF4-FFF2-40B4-BE49-F238E27FC236}">
                <a16:creationId xmlns:a16="http://schemas.microsoft.com/office/drawing/2014/main" id="{61E81056-97AB-98FD-55E3-58A4AC96ABC6}"/>
              </a:ext>
            </a:extLst>
          </p:cNvPr>
          <p:cNvGrpSpPr/>
          <p:nvPr/>
        </p:nvGrpSpPr>
        <p:grpSpPr>
          <a:xfrm>
            <a:off x="6448425" y="1687513"/>
            <a:ext cx="5127625" cy="338138"/>
            <a:chOff x="599178" y="1686792"/>
            <a:chExt cx="5127265" cy="338554"/>
          </a:xfrm>
        </p:grpSpPr>
        <p:cxnSp>
          <p:nvCxnSpPr>
            <p:cNvPr id="11" name="Straight Connector 10">
              <a:extLst>
                <a:ext uri="{FF2B5EF4-FFF2-40B4-BE49-F238E27FC236}">
                  <a16:creationId xmlns:a16="http://schemas.microsoft.com/office/drawing/2014/main" id="{5E8DB3AD-FF65-1C2E-05EF-BB7ABF43D37F}"/>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90851720-E431-14B5-2181-72539DEA3325}"/>
                </a:ext>
              </a:extLst>
            </p:cNvPr>
            <p:cNvSpPr txBox="1"/>
            <p:nvPr/>
          </p:nvSpPr>
          <p:spPr>
            <a:xfrm>
              <a:off x="599178" y="1686792"/>
              <a:ext cx="5112000" cy="338554"/>
            </a:xfrm>
            <a:prstGeom prst="rect">
              <a:avLst/>
            </a:prstGeom>
            <a:noFill/>
          </p:spPr>
          <p:txBody>
            <a:bodyPr wrap="square" rtlCol="0">
              <a:spAutoFit/>
            </a:bodyPr>
            <a:lstStyle/>
            <a:p>
              <a:r>
                <a:rPr lang="en-US" sz="1600" b="1" dirty="0"/>
                <a:t>Video Demo Visual</a:t>
              </a:r>
            </a:p>
          </p:txBody>
        </p:sp>
      </p:grpSp>
      <p:sp>
        <p:nvSpPr>
          <p:cNvPr id="14" name="TextBox 13">
            <a:extLst>
              <a:ext uri="{FF2B5EF4-FFF2-40B4-BE49-F238E27FC236}">
                <a16:creationId xmlns:a16="http://schemas.microsoft.com/office/drawing/2014/main" id="{ABF9D4B2-53D2-60E9-FECC-79B008226F65}"/>
              </a:ext>
            </a:extLst>
          </p:cNvPr>
          <p:cNvSpPr txBox="1"/>
          <p:nvPr/>
        </p:nvSpPr>
        <p:spPr>
          <a:xfrm>
            <a:off x="599177" y="2080435"/>
            <a:ext cx="5127265" cy="1815882"/>
          </a:xfrm>
          <a:prstGeom prst="rect">
            <a:avLst/>
          </a:prstGeom>
          <a:noFill/>
        </p:spPr>
        <p:txBody>
          <a:bodyPr wrap="square" rtlCol="0">
            <a:spAutoFit/>
          </a:bodyPr>
          <a:lstStyle/>
          <a:p>
            <a:r>
              <a:rPr lang="en-GB" sz="1600" b="0" dirty="0"/>
              <a:t>Select “Slide Show” mode and then click on the link below or on the image on the right to access this video demo.</a:t>
            </a:r>
          </a:p>
          <a:p>
            <a:endParaRPr lang="en-US" sz="1600" dirty="0"/>
          </a:p>
          <a:p>
            <a:r>
              <a:rPr lang="en-US" sz="1600" dirty="0"/>
              <a:t>You can also access the video by copy pasting the following URL in your browser:</a:t>
            </a:r>
          </a:p>
          <a:p>
            <a:r>
              <a:rPr lang="en-US" sz="1600" dirty="0">
                <a:latin typeface="Aptos" panose="020B0004020202020204" pitchFamily="34" charset="0"/>
                <a:ea typeface="Aptos" panose="020B0004020202020204" pitchFamily="34" charset="0"/>
                <a:cs typeface="Aptos" panose="020B0004020202020204" pitchFamily="34" charset="0"/>
                <a:hlinkClick r:id="rId5"/>
              </a:rPr>
              <a:t>https://youtu.be/bSbI4iiKQ9Y</a:t>
            </a:r>
            <a:r>
              <a:rPr lang="en-US" sz="1600" dirty="0">
                <a:latin typeface="Aptos" panose="020B0004020202020204" pitchFamily="34" charset="0"/>
                <a:ea typeface="Aptos" panose="020B0004020202020204" pitchFamily="34" charset="0"/>
                <a:cs typeface="Aptos" panose="020B0004020202020204" pitchFamily="34" charset="0"/>
              </a:rPr>
              <a:t> </a:t>
            </a:r>
          </a:p>
        </p:txBody>
      </p:sp>
      <p:pic>
        <p:nvPicPr>
          <p:cNvPr id="15" name="Picture 14">
            <a:extLst>
              <a:ext uri="{FF2B5EF4-FFF2-40B4-BE49-F238E27FC236}">
                <a16:creationId xmlns:a16="http://schemas.microsoft.com/office/drawing/2014/main" id="{602F014A-3A19-1F69-E455-C4F538B615DE}"/>
              </a:ext>
            </a:extLst>
          </p:cNvPr>
          <p:cNvPicPr>
            <a:picLocks noChangeAspect="1"/>
          </p:cNvPicPr>
          <p:nvPr/>
        </p:nvPicPr>
        <p:blipFill rotWithShape="1">
          <a:blip r:embed="rId6"/>
          <a:srcRect l="11344" t="22611" r="63111" b="28117"/>
          <a:stretch/>
        </p:blipFill>
        <p:spPr>
          <a:xfrm>
            <a:off x="5328288" y="1686792"/>
            <a:ext cx="382890" cy="320590"/>
          </a:xfrm>
          <a:prstGeom prst="rect">
            <a:avLst/>
          </a:prstGeom>
        </p:spPr>
      </p:pic>
      <p:pic>
        <p:nvPicPr>
          <p:cNvPr id="16" name="Picture 15">
            <a:extLst>
              <a:ext uri="{FF2B5EF4-FFF2-40B4-BE49-F238E27FC236}">
                <a16:creationId xmlns:a16="http://schemas.microsoft.com/office/drawing/2014/main" id="{3C82A5A0-F24F-4A17-FB54-B46D19A92322}"/>
              </a:ext>
            </a:extLst>
          </p:cNvPr>
          <p:cNvPicPr>
            <a:picLocks noChangeAspect="1"/>
          </p:cNvPicPr>
          <p:nvPr/>
        </p:nvPicPr>
        <p:blipFill rotWithShape="1">
          <a:blip r:embed="rId6"/>
          <a:srcRect l="11344" t="22611" r="63111" b="28117"/>
          <a:stretch/>
        </p:blipFill>
        <p:spPr>
          <a:xfrm>
            <a:off x="11204677" y="1686792"/>
            <a:ext cx="382890" cy="320590"/>
          </a:xfrm>
          <a:prstGeom prst="rect">
            <a:avLst/>
          </a:prstGeom>
        </p:spPr>
      </p:pic>
      <p:pic>
        <p:nvPicPr>
          <p:cNvPr id="10" name="Picture 9" descr="A person standing in front of a large screen&#10;&#10;Description automatically generated">
            <a:hlinkClick r:id="rId5"/>
            <a:extLst>
              <a:ext uri="{FF2B5EF4-FFF2-40B4-BE49-F238E27FC236}">
                <a16:creationId xmlns:a16="http://schemas.microsoft.com/office/drawing/2014/main" id="{D2C7BD3C-2244-C777-35EF-18B54CA8155E}"/>
              </a:ext>
            </a:extLst>
          </p:cNvPr>
          <p:cNvPicPr>
            <a:picLocks noChangeAspect="1"/>
          </p:cNvPicPr>
          <p:nvPr/>
        </p:nvPicPr>
        <p:blipFill>
          <a:blip r:embed="rId7"/>
          <a:stretch>
            <a:fillRect/>
          </a:stretch>
        </p:blipFill>
        <p:spPr>
          <a:xfrm>
            <a:off x="6487999" y="2149016"/>
            <a:ext cx="5127266" cy="2859528"/>
          </a:xfrm>
          <a:prstGeom prst="rect">
            <a:avLst/>
          </a:prstGeom>
        </p:spPr>
      </p:pic>
    </p:spTree>
    <p:extLst>
      <p:ext uri="{BB962C8B-B14F-4D97-AF65-F5344CB8AC3E}">
        <p14:creationId xmlns:p14="http://schemas.microsoft.com/office/powerpoint/2010/main" val="38921132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558AF-F507-3620-F387-A14733245468}"/>
            </a:ext>
          </a:extLst>
        </p:cNvPr>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336DF99A-A951-D115-D75E-300D3138DBA2}"/>
              </a:ext>
            </a:extLst>
          </p:cNvPr>
          <p:cNvGraphicFramePr>
            <a:graphicFrameLocks noChangeAspect="1"/>
          </p:cNvGraphicFramePr>
          <p:nvPr>
            <p:custDataLst>
              <p:tags r:id="rId1"/>
            </p:custDataLst>
            <p:extLst>
              <p:ext uri="{D42A27DB-BD31-4B8C-83A1-F6EECF244321}">
                <p14:modId xmlns:p14="http://schemas.microsoft.com/office/powerpoint/2010/main" val="21701651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336DF99A-A951-D115-D75E-300D3138DBA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A7E63F1C-0D16-81DD-5829-675E48179E9C}"/>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GB" sz="2400" kern="0" dirty="0"/>
              <a:t>The Operating Model and Organization Design Toolkit focuses on 6 components that will help you make your strategy happen</a:t>
            </a:r>
            <a:endParaRPr lang="en-US" sz="2400" kern="0" dirty="0"/>
          </a:p>
        </p:txBody>
      </p:sp>
      <p:sp>
        <p:nvSpPr>
          <p:cNvPr id="10" name="Footer Placeholder 9">
            <a:extLst>
              <a:ext uri="{FF2B5EF4-FFF2-40B4-BE49-F238E27FC236}">
                <a16:creationId xmlns:a16="http://schemas.microsoft.com/office/drawing/2014/main" id="{FD493971-29C1-679E-AEF5-119DD5102084}"/>
              </a:ext>
            </a:extLst>
          </p:cNvPr>
          <p:cNvSpPr>
            <a:spLocks noGrp="1"/>
          </p:cNvSpPr>
          <p:nvPr>
            <p:ph type="ftr" sz="quarter" idx="3"/>
          </p:nvPr>
        </p:nvSpPr>
        <p:spPr/>
        <p:txBody>
          <a:bodyPr/>
          <a:lstStyle/>
          <a:p>
            <a:r>
              <a:rPr lang="en-US" dirty="0"/>
              <a:t>Domont Consulting</a:t>
            </a:r>
          </a:p>
        </p:txBody>
      </p:sp>
      <p:sp>
        <p:nvSpPr>
          <p:cNvPr id="11" name="Slide Number Placeholder 10">
            <a:extLst>
              <a:ext uri="{FF2B5EF4-FFF2-40B4-BE49-F238E27FC236}">
                <a16:creationId xmlns:a16="http://schemas.microsoft.com/office/drawing/2014/main" id="{040379EE-B061-35EF-CA45-D52D8B265018}"/>
              </a:ext>
            </a:extLst>
          </p:cNvPr>
          <p:cNvSpPr>
            <a:spLocks noGrp="1"/>
          </p:cNvSpPr>
          <p:nvPr>
            <p:ph type="sldNum" sz="quarter" idx="4"/>
          </p:nvPr>
        </p:nvSpPr>
        <p:spPr/>
        <p:txBody>
          <a:bodyPr/>
          <a:lstStyle/>
          <a:p>
            <a:fld id="{37F5C94B-8C55-478B-B509-BAE6A06B2E2A}" type="slidenum">
              <a:rPr lang="en-US" smtClean="0"/>
              <a:pPr/>
              <a:t>9</a:t>
            </a:fld>
            <a:endParaRPr lang="en-US" dirty="0"/>
          </a:p>
        </p:txBody>
      </p:sp>
      <p:sp>
        <p:nvSpPr>
          <p:cNvPr id="2" name="Rectangle 1">
            <a:extLst>
              <a:ext uri="{FF2B5EF4-FFF2-40B4-BE49-F238E27FC236}">
                <a16:creationId xmlns:a16="http://schemas.microsoft.com/office/drawing/2014/main" id="{BBF6F9CC-EAEE-B431-9A33-1AF02B22E181}"/>
              </a:ext>
            </a:extLst>
          </p:cNvPr>
          <p:cNvSpPr/>
          <p:nvPr/>
        </p:nvSpPr>
        <p:spPr>
          <a:xfrm>
            <a:off x="1671782" y="3221080"/>
            <a:ext cx="8994499" cy="2962550"/>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 name="Straight Connector 2">
            <a:extLst>
              <a:ext uri="{FF2B5EF4-FFF2-40B4-BE49-F238E27FC236}">
                <a16:creationId xmlns:a16="http://schemas.microsoft.com/office/drawing/2014/main" id="{450CDB0B-3416-0AFF-982C-A5B62B3AC143}"/>
              </a:ext>
            </a:extLst>
          </p:cNvPr>
          <p:cNvCxnSpPr>
            <a:cxnSpLocks/>
          </p:cNvCxnSpPr>
          <p:nvPr/>
        </p:nvCxnSpPr>
        <p:spPr>
          <a:xfrm flipH="1">
            <a:off x="1440872" y="1819563"/>
            <a:ext cx="4572002" cy="147839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F315FB84-5079-84A5-7BF4-C92A64B93EEE}"/>
              </a:ext>
            </a:extLst>
          </p:cNvPr>
          <p:cNvCxnSpPr>
            <a:cxnSpLocks/>
          </p:cNvCxnSpPr>
          <p:nvPr/>
        </p:nvCxnSpPr>
        <p:spPr>
          <a:xfrm flipH="1" flipV="1">
            <a:off x="6012875" y="1819562"/>
            <a:ext cx="4884316" cy="1458992"/>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5B010C56-F58C-B336-957F-7872ACFEAE48}"/>
              </a:ext>
            </a:extLst>
          </p:cNvPr>
          <p:cNvSpPr txBox="1"/>
          <p:nvPr/>
        </p:nvSpPr>
        <p:spPr>
          <a:xfrm>
            <a:off x="3278906" y="3375309"/>
            <a:ext cx="5495636" cy="553998"/>
          </a:xfrm>
          <a:prstGeom prst="rect">
            <a:avLst/>
          </a:prstGeom>
          <a:noFill/>
        </p:spPr>
        <p:txBody>
          <a:bodyPr wrap="square" rtlCol="0">
            <a:spAutoFit/>
          </a:bodyPr>
          <a:lstStyle/>
          <a:p>
            <a:pPr algn="ctr"/>
            <a:r>
              <a:rPr lang="en-US" sz="1600" b="1" dirty="0"/>
              <a:t>Operating Model and Organization Design</a:t>
            </a:r>
          </a:p>
          <a:p>
            <a:pPr algn="ctr"/>
            <a:r>
              <a:rPr lang="en-GB" sz="1400" dirty="0"/>
              <a:t>This is how you make your strategy happen</a:t>
            </a:r>
            <a:endParaRPr lang="en-US" sz="1400" dirty="0"/>
          </a:p>
        </p:txBody>
      </p:sp>
      <p:sp>
        <p:nvSpPr>
          <p:cNvPr id="7" name="TextBox 6">
            <a:extLst>
              <a:ext uri="{FF2B5EF4-FFF2-40B4-BE49-F238E27FC236}">
                <a16:creationId xmlns:a16="http://schemas.microsoft.com/office/drawing/2014/main" id="{14896A14-6232-CE11-7A2F-0EF51667DEAB}"/>
              </a:ext>
            </a:extLst>
          </p:cNvPr>
          <p:cNvSpPr txBox="1"/>
          <p:nvPr/>
        </p:nvSpPr>
        <p:spPr>
          <a:xfrm>
            <a:off x="5366327" y="2154327"/>
            <a:ext cx="1366982" cy="369332"/>
          </a:xfrm>
          <a:prstGeom prst="rect">
            <a:avLst/>
          </a:prstGeom>
          <a:noFill/>
        </p:spPr>
        <p:txBody>
          <a:bodyPr wrap="square" rtlCol="0">
            <a:spAutoFit/>
          </a:bodyPr>
          <a:lstStyle/>
          <a:p>
            <a:pPr algn="ctr"/>
            <a:r>
              <a:rPr lang="en-US" b="1" dirty="0"/>
              <a:t>Strategy</a:t>
            </a:r>
          </a:p>
        </p:txBody>
      </p:sp>
      <p:pic>
        <p:nvPicPr>
          <p:cNvPr id="8" name="Graphic 7" descr="Lightbulb and gear">
            <a:extLst>
              <a:ext uri="{FF2B5EF4-FFF2-40B4-BE49-F238E27FC236}">
                <a16:creationId xmlns:a16="http://schemas.microsoft.com/office/drawing/2014/main" id="{46FADE97-CD68-6D48-7058-3AFFA7EA205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746739" y="2462554"/>
            <a:ext cx="607798" cy="607796"/>
          </a:xfrm>
          <a:prstGeom prst="rect">
            <a:avLst/>
          </a:prstGeom>
        </p:spPr>
      </p:pic>
      <p:sp>
        <p:nvSpPr>
          <p:cNvPr id="9" name="Rectangle: Rounded Corners 8">
            <a:extLst>
              <a:ext uri="{FF2B5EF4-FFF2-40B4-BE49-F238E27FC236}">
                <a16:creationId xmlns:a16="http://schemas.microsoft.com/office/drawing/2014/main" id="{A98C2D79-D8C3-AAC8-7E54-1CD727892176}"/>
              </a:ext>
            </a:extLst>
          </p:cNvPr>
          <p:cNvSpPr/>
          <p:nvPr/>
        </p:nvSpPr>
        <p:spPr>
          <a:xfrm>
            <a:off x="1808894" y="4224194"/>
            <a:ext cx="2520000" cy="576000"/>
          </a:xfrm>
          <a:prstGeom prst="roundRect">
            <a:avLst/>
          </a:prstGeom>
          <a:solidFill>
            <a:schemeClr val="accent5">
              <a:lumMod val="20000"/>
              <a:lumOff val="80000"/>
            </a:schemeClr>
          </a:solidFill>
          <a:ln w="9525" algn="ctr">
            <a:solidFill>
              <a:schemeClr val="accent1"/>
            </a:solidFill>
            <a:prstDash val="dash"/>
            <a:miter lim="800000"/>
            <a:headEnd/>
            <a:tailEnd/>
          </a:ln>
          <a:effectLst/>
        </p:spPr>
        <p:txBody>
          <a:bodyPr wrap="square" tIns="126000" bIns="91440" anchor="ctr">
            <a:noAutofit/>
          </a:bodyPr>
          <a:lstStyle/>
          <a:p>
            <a:pPr marL="446088"/>
            <a:r>
              <a:rPr lang="en-US" sz="1400" b="1" dirty="0">
                <a:solidFill>
                  <a:schemeClr val="tx2"/>
                </a:solidFill>
              </a:rPr>
              <a:t>Capability Management</a:t>
            </a:r>
          </a:p>
        </p:txBody>
      </p:sp>
      <p:sp>
        <p:nvSpPr>
          <p:cNvPr id="12" name="Rectangle: Rounded Corners 11">
            <a:extLst>
              <a:ext uri="{FF2B5EF4-FFF2-40B4-BE49-F238E27FC236}">
                <a16:creationId xmlns:a16="http://schemas.microsoft.com/office/drawing/2014/main" id="{AE862E71-F20C-D2C3-28B1-E98769F0CC70}"/>
              </a:ext>
            </a:extLst>
          </p:cNvPr>
          <p:cNvSpPr/>
          <p:nvPr/>
        </p:nvSpPr>
        <p:spPr>
          <a:xfrm>
            <a:off x="4836571" y="4224194"/>
            <a:ext cx="2520000" cy="576000"/>
          </a:xfrm>
          <a:prstGeom prst="roundRect">
            <a:avLst/>
          </a:prstGeom>
          <a:solidFill>
            <a:schemeClr val="accent5">
              <a:lumMod val="20000"/>
              <a:lumOff val="80000"/>
            </a:schemeClr>
          </a:solidFill>
          <a:ln w="9525" algn="ctr">
            <a:solidFill>
              <a:schemeClr val="accent1"/>
            </a:solidFill>
            <a:prstDash val="dash"/>
            <a:miter lim="800000"/>
            <a:headEnd/>
            <a:tailEnd/>
          </a:ln>
          <a:effectLst/>
        </p:spPr>
        <p:txBody>
          <a:bodyPr wrap="square" tIns="126000" bIns="91440" anchor="ctr">
            <a:noAutofit/>
          </a:bodyPr>
          <a:lstStyle/>
          <a:p>
            <a:pPr marL="446088"/>
            <a:r>
              <a:rPr lang="en-US" sz="1400" b="1" dirty="0">
                <a:solidFill>
                  <a:schemeClr val="tx2"/>
                </a:solidFill>
              </a:rPr>
              <a:t>Structure &amp; Governance</a:t>
            </a:r>
          </a:p>
        </p:txBody>
      </p:sp>
      <p:sp>
        <p:nvSpPr>
          <p:cNvPr id="14" name="Rectangle: Rounded Corners 13">
            <a:extLst>
              <a:ext uri="{FF2B5EF4-FFF2-40B4-BE49-F238E27FC236}">
                <a16:creationId xmlns:a16="http://schemas.microsoft.com/office/drawing/2014/main" id="{BB646F9B-FDE0-589F-3497-157C24D64E79}"/>
              </a:ext>
            </a:extLst>
          </p:cNvPr>
          <p:cNvSpPr/>
          <p:nvPr/>
        </p:nvSpPr>
        <p:spPr>
          <a:xfrm>
            <a:off x="7955688" y="4224194"/>
            <a:ext cx="2520000" cy="576000"/>
          </a:xfrm>
          <a:prstGeom prst="roundRect">
            <a:avLst/>
          </a:prstGeom>
          <a:solidFill>
            <a:schemeClr val="accent5">
              <a:lumMod val="20000"/>
              <a:lumOff val="80000"/>
            </a:schemeClr>
          </a:solidFill>
          <a:ln w="9525" algn="ctr">
            <a:solidFill>
              <a:schemeClr val="accent1"/>
            </a:solidFill>
            <a:prstDash val="dash"/>
            <a:miter lim="800000"/>
            <a:headEnd/>
            <a:tailEnd/>
          </a:ln>
          <a:effectLst/>
        </p:spPr>
        <p:txBody>
          <a:bodyPr wrap="square" tIns="126000" bIns="91440" anchor="ctr">
            <a:noAutofit/>
          </a:bodyPr>
          <a:lstStyle/>
          <a:p>
            <a:pPr marL="446088"/>
            <a:r>
              <a:rPr lang="en-US" sz="1400" b="1" dirty="0">
                <a:solidFill>
                  <a:schemeClr val="tx2"/>
                </a:solidFill>
              </a:rPr>
              <a:t>Culture</a:t>
            </a:r>
          </a:p>
        </p:txBody>
      </p:sp>
      <p:pic>
        <p:nvPicPr>
          <p:cNvPr id="15" name="Graphic 14" descr="Excellent with solid fill">
            <a:extLst>
              <a:ext uri="{FF2B5EF4-FFF2-40B4-BE49-F238E27FC236}">
                <a16:creationId xmlns:a16="http://schemas.microsoft.com/office/drawing/2014/main" id="{9BFA3F09-6EAF-B20F-8ED0-87449D59231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920049" y="4304749"/>
            <a:ext cx="394722" cy="394722"/>
          </a:xfrm>
          <a:prstGeom prst="rect">
            <a:avLst/>
          </a:prstGeom>
        </p:spPr>
      </p:pic>
      <p:pic>
        <p:nvPicPr>
          <p:cNvPr id="17" name="Graphic 16" descr="Hierarchy with solid fill">
            <a:extLst>
              <a:ext uri="{FF2B5EF4-FFF2-40B4-BE49-F238E27FC236}">
                <a16:creationId xmlns:a16="http://schemas.microsoft.com/office/drawing/2014/main" id="{538C6686-B5C6-EE56-14F5-C3B3491C5CA5}"/>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896784" y="4287038"/>
            <a:ext cx="458153" cy="458153"/>
          </a:xfrm>
          <a:prstGeom prst="rect">
            <a:avLst/>
          </a:prstGeom>
        </p:spPr>
      </p:pic>
      <p:pic>
        <p:nvPicPr>
          <p:cNvPr id="18" name="Graphic 17" descr="Cheers with solid fill">
            <a:extLst>
              <a:ext uri="{FF2B5EF4-FFF2-40B4-BE49-F238E27FC236}">
                <a16:creationId xmlns:a16="http://schemas.microsoft.com/office/drawing/2014/main" id="{429573B1-9BA1-6215-180C-1F1577E8A707}"/>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8064042" y="4358820"/>
            <a:ext cx="353801" cy="353801"/>
          </a:xfrm>
          <a:prstGeom prst="rect">
            <a:avLst/>
          </a:prstGeom>
        </p:spPr>
      </p:pic>
      <p:sp>
        <p:nvSpPr>
          <p:cNvPr id="19" name="Rectangle: Rounded Corners 18">
            <a:extLst>
              <a:ext uri="{FF2B5EF4-FFF2-40B4-BE49-F238E27FC236}">
                <a16:creationId xmlns:a16="http://schemas.microsoft.com/office/drawing/2014/main" id="{DDDF3EC4-364E-9C83-EEF7-3B7E796A1989}"/>
              </a:ext>
            </a:extLst>
          </p:cNvPr>
          <p:cNvSpPr/>
          <p:nvPr/>
        </p:nvSpPr>
        <p:spPr>
          <a:xfrm>
            <a:off x="1808894" y="5200370"/>
            <a:ext cx="2520000" cy="576000"/>
          </a:xfrm>
          <a:prstGeom prst="roundRect">
            <a:avLst/>
          </a:prstGeom>
          <a:solidFill>
            <a:schemeClr val="accent5">
              <a:lumMod val="20000"/>
              <a:lumOff val="80000"/>
            </a:schemeClr>
          </a:solidFill>
          <a:ln w="9525" algn="ctr">
            <a:solidFill>
              <a:schemeClr val="accent1"/>
            </a:solidFill>
            <a:prstDash val="dash"/>
            <a:miter lim="800000"/>
            <a:headEnd/>
            <a:tailEnd/>
          </a:ln>
          <a:effectLst/>
        </p:spPr>
        <p:txBody>
          <a:bodyPr wrap="square" tIns="126000" bIns="91440" anchor="ctr">
            <a:noAutofit/>
          </a:bodyPr>
          <a:lstStyle/>
          <a:p>
            <a:pPr marL="446088"/>
            <a:r>
              <a:rPr lang="en-US" sz="1400" b="1" dirty="0">
                <a:solidFill>
                  <a:schemeClr val="tx2"/>
                </a:solidFill>
              </a:rPr>
              <a:t>Talent Development</a:t>
            </a:r>
          </a:p>
        </p:txBody>
      </p:sp>
      <p:sp>
        <p:nvSpPr>
          <p:cNvPr id="20" name="Rectangle: Rounded Corners 19">
            <a:extLst>
              <a:ext uri="{FF2B5EF4-FFF2-40B4-BE49-F238E27FC236}">
                <a16:creationId xmlns:a16="http://schemas.microsoft.com/office/drawing/2014/main" id="{CBC2B914-7E4F-5761-E92C-887BAB286DCB}"/>
              </a:ext>
            </a:extLst>
          </p:cNvPr>
          <p:cNvSpPr/>
          <p:nvPr/>
        </p:nvSpPr>
        <p:spPr>
          <a:xfrm>
            <a:off x="4836571" y="5200370"/>
            <a:ext cx="2520000" cy="576000"/>
          </a:xfrm>
          <a:prstGeom prst="roundRect">
            <a:avLst/>
          </a:prstGeom>
          <a:solidFill>
            <a:schemeClr val="accent5">
              <a:lumMod val="20000"/>
              <a:lumOff val="80000"/>
            </a:schemeClr>
          </a:solidFill>
          <a:ln w="9525" algn="ctr">
            <a:solidFill>
              <a:schemeClr val="accent1"/>
            </a:solidFill>
            <a:prstDash val="dash"/>
            <a:miter lim="800000"/>
            <a:headEnd/>
            <a:tailEnd/>
          </a:ln>
          <a:effectLst/>
        </p:spPr>
        <p:txBody>
          <a:bodyPr wrap="square" tIns="126000" bIns="91440" anchor="ctr">
            <a:noAutofit/>
          </a:bodyPr>
          <a:lstStyle/>
          <a:p>
            <a:pPr marL="446088"/>
            <a:r>
              <a:rPr lang="en-US" sz="1400" b="1" dirty="0">
                <a:solidFill>
                  <a:schemeClr val="tx2"/>
                </a:solidFill>
              </a:rPr>
              <a:t>Processes</a:t>
            </a:r>
          </a:p>
        </p:txBody>
      </p:sp>
      <p:sp>
        <p:nvSpPr>
          <p:cNvPr id="21" name="Rectangle: Rounded Corners 20">
            <a:extLst>
              <a:ext uri="{FF2B5EF4-FFF2-40B4-BE49-F238E27FC236}">
                <a16:creationId xmlns:a16="http://schemas.microsoft.com/office/drawing/2014/main" id="{80D2E543-5E00-56C9-5150-43263ECD8207}"/>
              </a:ext>
            </a:extLst>
          </p:cNvPr>
          <p:cNvSpPr/>
          <p:nvPr/>
        </p:nvSpPr>
        <p:spPr>
          <a:xfrm>
            <a:off x="7955688" y="5200370"/>
            <a:ext cx="2520000" cy="576000"/>
          </a:xfrm>
          <a:prstGeom prst="roundRect">
            <a:avLst/>
          </a:prstGeom>
          <a:solidFill>
            <a:schemeClr val="accent5">
              <a:lumMod val="20000"/>
              <a:lumOff val="80000"/>
            </a:schemeClr>
          </a:solidFill>
          <a:ln w="9525" algn="ctr">
            <a:solidFill>
              <a:schemeClr val="accent1"/>
            </a:solidFill>
            <a:prstDash val="dash"/>
            <a:miter lim="800000"/>
            <a:headEnd/>
            <a:tailEnd/>
          </a:ln>
          <a:effectLst/>
        </p:spPr>
        <p:txBody>
          <a:bodyPr wrap="square" tIns="126000" bIns="91440" anchor="ctr">
            <a:noAutofit/>
          </a:bodyPr>
          <a:lstStyle/>
          <a:p>
            <a:pPr marL="446088"/>
            <a:r>
              <a:rPr lang="en-US" sz="1400" b="1" dirty="0">
                <a:solidFill>
                  <a:schemeClr val="tx2"/>
                </a:solidFill>
              </a:rPr>
              <a:t>Technology</a:t>
            </a:r>
          </a:p>
        </p:txBody>
      </p:sp>
      <p:pic>
        <p:nvPicPr>
          <p:cNvPr id="22" name="Graphic 21" descr="Users with solid fill">
            <a:extLst>
              <a:ext uri="{FF2B5EF4-FFF2-40B4-BE49-F238E27FC236}">
                <a16:creationId xmlns:a16="http://schemas.microsoft.com/office/drawing/2014/main" id="{4B9B9B4C-1F55-FEF5-EDD9-EA4820C4178D}"/>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863976" y="5232751"/>
            <a:ext cx="485085" cy="485085"/>
          </a:xfrm>
          <a:prstGeom prst="rect">
            <a:avLst/>
          </a:prstGeom>
        </p:spPr>
      </p:pic>
      <p:pic>
        <p:nvPicPr>
          <p:cNvPr id="23" name="Graphic 22" descr="Workflow with solid fill">
            <a:extLst>
              <a:ext uri="{FF2B5EF4-FFF2-40B4-BE49-F238E27FC236}">
                <a16:creationId xmlns:a16="http://schemas.microsoft.com/office/drawing/2014/main" id="{07E04AA4-EA2F-D26B-334F-E7EDEF12EDCA}"/>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928011" y="5275108"/>
            <a:ext cx="426926" cy="426926"/>
          </a:xfrm>
          <a:prstGeom prst="rect">
            <a:avLst/>
          </a:prstGeom>
        </p:spPr>
      </p:pic>
      <p:pic>
        <p:nvPicPr>
          <p:cNvPr id="24" name="Graphic 23" descr="Cloud Computing with solid fill">
            <a:extLst>
              <a:ext uri="{FF2B5EF4-FFF2-40B4-BE49-F238E27FC236}">
                <a16:creationId xmlns:a16="http://schemas.microsoft.com/office/drawing/2014/main" id="{23CCA375-4A9D-87E2-2B50-5F2B863885D0}"/>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8061325" y="5232751"/>
            <a:ext cx="457852" cy="457852"/>
          </a:xfrm>
          <a:prstGeom prst="rect">
            <a:avLst/>
          </a:prstGeom>
        </p:spPr>
      </p:pic>
    </p:spTree>
    <p:extLst>
      <p:ext uri="{BB962C8B-B14F-4D97-AF65-F5344CB8AC3E}">
        <p14:creationId xmlns:p14="http://schemas.microsoft.com/office/powerpoint/2010/main" val="6962902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p:txBody>
          <a:bodyPr vert="horz">
            <a:normAutofit/>
          </a:bodyPr>
          <a:lstStyle/>
          <a:p>
            <a:r>
              <a:rPr lang="en-US" dirty="0"/>
              <a:t>The Toolkit includes a 7-phase approach that we have built and refined over the past 20 years through constant trial and error</a:t>
            </a:r>
          </a:p>
        </p:txBody>
      </p:sp>
      <p:sp>
        <p:nvSpPr>
          <p:cNvPr id="5" name="Footer Placeholder 4">
            <a:extLst>
              <a:ext uri="{FF2B5EF4-FFF2-40B4-BE49-F238E27FC236}">
                <a16:creationId xmlns:a16="http://schemas.microsoft.com/office/drawing/2014/main" id="{8963E3F0-E584-CAB8-E78D-4B53E6277CDA}"/>
              </a:ext>
            </a:extLst>
          </p:cNvPr>
          <p:cNvSpPr>
            <a:spLocks noGrp="1"/>
          </p:cNvSpPr>
          <p:nvPr>
            <p:ph type="ftr" sz="quarter" idx="3"/>
          </p:nvPr>
        </p:nvSpPr>
        <p:spPr/>
        <p:txBody>
          <a:bodyPr/>
          <a:lstStyle/>
          <a:p>
            <a:r>
              <a:rPr lang="en-US" dirty="0"/>
              <a:t>Domont Consulting</a:t>
            </a:r>
          </a:p>
        </p:txBody>
      </p:sp>
      <p:sp>
        <p:nvSpPr>
          <p:cNvPr id="10" name="Slide Number Placeholder 9">
            <a:extLst>
              <a:ext uri="{FF2B5EF4-FFF2-40B4-BE49-F238E27FC236}">
                <a16:creationId xmlns:a16="http://schemas.microsoft.com/office/drawing/2014/main" id="{D3BBE21D-BAC3-6D20-D000-C42F0ED6877C}"/>
              </a:ext>
            </a:extLst>
          </p:cNvPr>
          <p:cNvSpPr>
            <a:spLocks noGrp="1"/>
          </p:cNvSpPr>
          <p:nvPr>
            <p:ph type="sldNum" sz="quarter" idx="4"/>
          </p:nvPr>
        </p:nvSpPr>
        <p:spPr/>
        <p:txBody>
          <a:bodyPr/>
          <a:lstStyle/>
          <a:p>
            <a:fld id="{37F5C94B-8C55-478B-B509-BAE6A06B2E2A}" type="slidenum">
              <a:rPr lang="en-US" smtClean="0"/>
              <a:pPr/>
              <a:t>10</a:t>
            </a:fld>
            <a:endParaRPr lang="en-US" dirty="0"/>
          </a:p>
        </p:txBody>
      </p:sp>
      <p:sp>
        <p:nvSpPr>
          <p:cNvPr id="71" name="Rectangle: Rounded Corners 70">
            <a:extLst>
              <a:ext uri="{FF2B5EF4-FFF2-40B4-BE49-F238E27FC236}">
                <a16:creationId xmlns:a16="http://schemas.microsoft.com/office/drawing/2014/main" id="{A7A43E85-BA7D-FC08-4F3C-0F55980E1481}"/>
              </a:ext>
            </a:extLst>
          </p:cNvPr>
          <p:cNvSpPr/>
          <p:nvPr/>
        </p:nvSpPr>
        <p:spPr>
          <a:xfrm>
            <a:off x="591671" y="1379851"/>
            <a:ext cx="10995492" cy="875889"/>
          </a:xfrm>
          <a:prstGeom prst="roundRect">
            <a:avLst>
              <a:gd name="adj" fmla="val 2394"/>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300" b="1" kern="0" dirty="0">
                <a:solidFill>
                  <a:schemeClr val="bg1">
                    <a:lumMod val="95000"/>
                  </a:schemeClr>
                </a:solidFill>
              </a:rPr>
              <a:t>I. Business Case for Change</a:t>
            </a:r>
            <a:endParaRPr lang="en-US" sz="1300" b="1" dirty="0">
              <a:solidFill>
                <a:schemeClr val="bg1">
                  <a:lumMod val="95000"/>
                </a:schemeClr>
              </a:solidFill>
            </a:endParaRPr>
          </a:p>
        </p:txBody>
      </p:sp>
      <p:sp>
        <p:nvSpPr>
          <p:cNvPr id="72" name="Rectangle: Rounded Corners 71">
            <a:extLst>
              <a:ext uri="{FF2B5EF4-FFF2-40B4-BE49-F238E27FC236}">
                <a16:creationId xmlns:a16="http://schemas.microsoft.com/office/drawing/2014/main" id="{0F0B0624-A434-34BB-AF7C-81FB5EF86D42}"/>
              </a:ext>
            </a:extLst>
          </p:cNvPr>
          <p:cNvSpPr/>
          <p:nvPr/>
        </p:nvSpPr>
        <p:spPr>
          <a:xfrm>
            <a:off x="591671" y="2296826"/>
            <a:ext cx="10995492" cy="3100751"/>
          </a:xfrm>
          <a:prstGeom prst="roundRect">
            <a:avLst>
              <a:gd name="adj" fmla="val 609"/>
            </a:avLst>
          </a:prstGeom>
          <a:solidFill>
            <a:srgbClr val="EBF1FF"/>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300" b="1" kern="0" dirty="0">
                <a:solidFill>
                  <a:schemeClr val="tx1"/>
                </a:solidFill>
              </a:rPr>
              <a:t>II. The 6 Pillars of our Operating Model and Organization Design</a:t>
            </a:r>
            <a:endParaRPr lang="en-US" sz="1300" b="1" dirty="0">
              <a:solidFill>
                <a:schemeClr val="tx1"/>
              </a:solidFill>
            </a:endParaRPr>
          </a:p>
        </p:txBody>
      </p:sp>
      <p:sp>
        <p:nvSpPr>
          <p:cNvPr id="73" name="Rectangle: Rounded Corners 72">
            <a:extLst>
              <a:ext uri="{FF2B5EF4-FFF2-40B4-BE49-F238E27FC236}">
                <a16:creationId xmlns:a16="http://schemas.microsoft.com/office/drawing/2014/main" id="{4F27D601-3970-94F5-BFE6-286753CEC9BF}"/>
              </a:ext>
            </a:extLst>
          </p:cNvPr>
          <p:cNvSpPr/>
          <p:nvPr/>
        </p:nvSpPr>
        <p:spPr>
          <a:xfrm>
            <a:off x="591671" y="5677749"/>
            <a:ext cx="10995492" cy="198000"/>
          </a:xfrm>
          <a:prstGeom prst="roundRect">
            <a:avLst>
              <a:gd name="adj" fmla="val 9295"/>
            </a:avLst>
          </a:prstGeom>
          <a:solidFill>
            <a:srgbClr val="F7F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kern="0" dirty="0">
                <a:solidFill>
                  <a:schemeClr val="tx1"/>
                </a:solidFill>
              </a:rPr>
              <a:t>IV. Business Cases and Financial Models to assess Potential Initiatives</a:t>
            </a:r>
          </a:p>
        </p:txBody>
      </p:sp>
      <p:sp>
        <p:nvSpPr>
          <p:cNvPr id="74" name="Rectangle: Rounded Corners 73">
            <a:extLst>
              <a:ext uri="{FF2B5EF4-FFF2-40B4-BE49-F238E27FC236}">
                <a16:creationId xmlns:a16="http://schemas.microsoft.com/office/drawing/2014/main" id="{4289508E-2732-48E0-9EB3-43516D3FEC07}"/>
              </a:ext>
            </a:extLst>
          </p:cNvPr>
          <p:cNvSpPr/>
          <p:nvPr/>
        </p:nvSpPr>
        <p:spPr>
          <a:xfrm>
            <a:off x="591671" y="5916835"/>
            <a:ext cx="10995492" cy="198000"/>
          </a:xfrm>
          <a:prstGeom prst="roundRect">
            <a:avLst>
              <a:gd name="adj" fmla="val 9295"/>
            </a:avLst>
          </a:prstGeom>
          <a:solidFill>
            <a:srgbClr val="F7F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kern="0" dirty="0">
                <a:solidFill>
                  <a:schemeClr val="tx1"/>
                </a:solidFill>
              </a:rPr>
              <a:t>V. Project Prioritization, Business Roadmap and Implementation</a:t>
            </a:r>
            <a:endParaRPr lang="en-US" sz="1200" b="1" dirty="0">
              <a:solidFill>
                <a:schemeClr val="tx1"/>
              </a:solidFill>
            </a:endParaRPr>
          </a:p>
        </p:txBody>
      </p:sp>
      <p:sp>
        <p:nvSpPr>
          <p:cNvPr id="75" name="Rectangle: Rounded Corners 74">
            <a:extLst>
              <a:ext uri="{FF2B5EF4-FFF2-40B4-BE49-F238E27FC236}">
                <a16:creationId xmlns:a16="http://schemas.microsoft.com/office/drawing/2014/main" id="{739E3E6E-4823-CA1E-BA42-693C394E36C5}"/>
              </a:ext>
            </a:extLst>
          </p:cNvPr>
          <p:cNvSpPr/>
          <p:nvPr/>
        </p:nvSpPr>
        <p:spPr>
          <a:xfrm>
            <a:off x="591671" y="6155921"/>
            <a:ext cx="10995492" cy="198000"/>
          </a:xfrm>
          <a:prstGeom prst="roundRect">
            <a:avLst>
              <a:gd name="adj" fmla="val 9295"/>
            </a:avLst>
          </a:prstGeom>
          <a:solidFill>
            <a:srgbClr val="F7F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kern="0" dirty="0">
                <a:solidFill>
                  <a:schemeClr val="tx1"/>
                </a:solidFill>
              </a:rPr>
              <a:t>VI. Change Management, Internal Communication and Stakeholder Engagement </a:t>
            </a:r>
          </a:p>
        </p:txBody>
      </p:sp>
      <p:sp>
        <p:nvSpPr>
          <p:cNvPr id="79" name="Rectangle: Rounded Corners 78">
            <a:extLst>
              <a:ext uri="{FF2B5EF4-FFF2-40B4-BE49-F238E27FC236}">
                <a16:creationId xmlns:a16="http://schemas.microsoft.com/office/drawing/2014/main" id="{A5472601-475C-7FF5-5CF6-B966B0124255}"/>
              </a:ext>
            </a:extLst>
          </p:cNvPr>
          <p:cNvSpPr/>
          <p:nvPr/>
        </p:nvSpPr>
        <p:spPr>
          <a:xfrm>
            <a:off x="591671" y="5438663"/>
            <a:ext cx="10995492" cy="198000"/>
          </a:xfrm>
          <a:prstGeom prst="roundRect">
            <a:avLst>
              <a:gd name="adj" fmla="val 9295"/>
            </a:avLst>
          </a:prstGeom>
          <a:solidFill>
            <a:srgbClr val="F7F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kern="0" dirty="0">
                <a:solidFill>
                  <a:schemeClr val="tx1"/>
                </a:solidFill>
              </a:rPr>
              <a:t>III. List of Potential Initiatives for each Pillar</a:t>
            </a:r>
            <a:endParaRPr lang="en-US" sz="1200" b="1" dirty="0">
              <a:solidFill>
                <a:schemeClr val="tx1"/>
              </a:solidFill>
            </a:endParaRPr>
          </a:p>
        </p:txBody>
      </p:sp>
      <p:sp>
        <p:nvSpPr>
          <p:cNvPr id="84" name="Rectangle: Rounded Corners 83">
            <a:extLst>
              <a:ext uri="{FF2B5EF4-FFF2-40B4-BE49-F238E27FC236}">
                <a16:creationId xmlns:a16="http://schemas.microsoft.com/office/drawing/2014/main" id="{73855F5F-C472-C8DE-24B0-20E8FA03A018}"/>
              </a:ext>
            </a:extLst>
          </p:cNvPr>
          <p:cNvSpPr/>
          <p:nvPr/>
        </p:nvSpPr>
        <p:spPr>
          <a:xfrm>
            <a:off x="734474" y="2617890"/>
            <a:ext cx="3240000" cy="360000"/>
          </a:xfrm>
          <a:prstGeom prst="roundRect">
            <a:avLst/>
          </a:prstGeom>
          <a:solidFill>
            <a:schemeClr val="accent5">
              <a:lumMod val="20000"/>
              <a:lumOff val="80000"/>
            </a:schemeClr>
          </a:solidFill>
          <a:ln w="9525" algn="ctr">
            <a:solidFill>
              <a:schemeClr val="accent1"/>
            </a:solidFill>
            <a:prstDash val="dash"/>
            <a:miter lim="800000"/>
            <a:headEnd/>
            <a:tailEnd/>
          </a:ln>
          <a:effectLst/>
        </p:spPr>
        <p:txBody>
          <a:bodyPr wrap="square" tIns="126000" bIns="91440" anchor="ctr">
            <a:noAutofit/>
          </a:bodyPr>
          <a:lstStyle/>
          <a:p>
            <a:pPr marL="446088"/>
            <a:r>
              <a:rPr lang="en-US" sz="1200" b="1" dirty="0">
                <a:solidFill>
                  <a:schemeClr val="tx2"/>
                </a:solidFill>
              </a:rPr>
              <a:t>Capability Management</a:t>
            </a:r>
          </a:p>
        </p:txBody>
      </p:sp>
      <p:sp>
        <p:nvSpPr>
          <p:cNvPr id="85" name="Rectangle: Rounded Corners 84">
            <a:extLst>
              <a:ext uri="{FF2B5EF4-FFF2-40B4-BE49-F238E27FC236}">
                <a16:creationId xmlns:a16="http://schemas.microsoft.com/office/drawing/2014/main" id="{BAF1AA2F-4459-4EDD-B484-F18FEF1EFDBC}"/>
              </a:ext>
            </a:extLst>
          </p:cNvPr>
          <p:cNvSpPr/>
          <p:nvPr/>
        </p:nvSpPr>
        <p:spPr>
          <a:xfrm>
            <a:off x="4470811" y="2617890"/>
            <a:ext cx="3240000" cy="360000"/>
          </a:xfrm>
          <a:prstGeom prst="roundRect">
            <a:avLst/>
          </a:prstGeom>
          <a:solidFill>
            <a:schemeClr val="accent5">
              <a:lumMod val="20000"/>
              <a:lumOff val="80000"/>
            </a:schemeClr>
          </a:solidFill>
          <a:ln w="9525" algn="ctr">
            <a:solidFill>
              <a:schemeClr val="accent1"/>
            </a:solidFill>
            <a:prstDash val="dash"/>
            <a:miter lim="800000"/>
            <a:headEnd/>
            <a:tailEnd/>
          </a:ln>
          <a:effectLst/>
        </p:spPr>
        <p:txBody>
          <a:bodyPr wrap="square" tIns="126000" bIns="91440" anchor="ctr">
            <a:noAutofit/>
          </a:bodyPr>
          <a:lstStyle/>
          <a:p>
            <a:pPr marL="446088"/>
            <a:r>
              <a:rPr lang="en-US" sz="1200" b="1" dirty="0">
                <a:solidFill>
                  <a:schemeClr val="tx2"/>
                </a:solidFill>
              </a:rPr>
              <a:t>Structure &amp; Governance</a:t>
            </a:r>
          </a:p>
        </p:txBody>
      </p:sp>
      <p:sp>
        <p:nvSpPr>
          <p:cNvPr id="86" name="Rectangle: Rounded Corners 85">
            <a:extLst>
              <a:ext uri="{FF2B5EF4-FFF2-40B4-BE49-F238E27FC236}">
                <a16:creationId xmlns:a16="http://schemas.microsoft.com/office/drawing/2014/main" id="{E0F5D6B0-B49F-F5E9-CC18-B4BE9052C402}"/>
              </a:ext>
            </a:extLst>
          </p:cNvPr>
          <p:cNvSpPr/>
          <p:nvPr/>
        </p:nvSpPr>
        <p:spPr>
          <a:xfrm>
            <a:off x="8207148" y="2617890"/>
            <a:ext cx="3240000" cy="360000"/>
          </a:xfrm>
          <a:prstGeom prst="roundRect">
            <a:avLst/>
          </a:prstGeom>
          <a:solidFill>
            <a:schemeClr val="accent5">
              <a:lumMod val="20000"/>
              <a:lumOff val="80000"/>
            </a:schemeClr>
          </a:solidFill>
          <a:ln w="9525" algn="ctr">
            <a:solidFill>
              <a:schemeClr val="accent1"/>
            </a:solidFill>
            <a:prstDash val="dash"/>
            <a:miter lim="800000"/>
            <a:headEnd/>
            <a:tailEnd/>
          </a:ln>
          <a:effectLst/>
        </p:spPr>
        <p:txBody>
          <a:bodyPr wrap="square" tIns="126000" bIns="91440" anchor="ctr">
            <a:noAutofit/>
          </a:bodyPr>
          <a:lstStyle/>
          <a:p>
            <a:pPr marL="446088"/>
            <a:r>
              <a:rPr lang="en-US" sz="1200" b="1" dirty="0">
                <a:solidFill>
                  <a:schemeClr val="tx2"/>
                </a:solidFill>
              </a:rPr>
              <a:t>Culture</a:t>
            </a:r>
          </a:p>
        </p:txBody>
      </p:sp>
      <p:pic>
        <p:nvPicPr>
          <p:cNvPr id="87" name="Graphic 86" descr="Excellent with solid fill">
            <a:extLst>
              <a:ext uri="{FF2B5EF4-FFF2-40B4-BE49-F238E27FC236}">
                <a16:creationId xmlns:a16="http://schemas.microsoft.com/office/drawing/2014/main" id="{8CDC246F-87AD-45AA-D4F1-A795ED88FDC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34390" y="2657874"/>
            <a:ext cx="324287" cy="324287"/>
          </a:xfrm>
          <a:prstGeom prst="rect">
            <a:avLst/>
          </a:prstGeom>
        </p:spPr>
      </p:pic>
      <p:pic>
        <p:nvPicPr>
          <p:cNvPr id="88" name="Graphic 87" descr="Hierarchy with solid fill">
            <a:extLst>
              <a:ext uri="{FF2B5EF4-FFF2-40B4-BE49-F238E27FC236}">
                <a16:creationId xmlns:a16="http://schemas.microsoft.com/office/drawing/2014/main" id="{709A38EE-9C87-8752-C2D8-E38EF0FE371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553884" y="2635014"/>
            <a:ext cx="374517" cy="374517"/>
          </a:xfrm>
          <a:prstGeom prst="rect">
            <a:avLst/>
          </a:prstGeom>
        </p:spPr>
      </p:pic>
      <p:pic>
        <p:nvPicPr>
          <p:cNvPr id="89" name="Graphic 88" descr="Cheers with solid fill">
            <a:extLst>
              <a:ext uri="{FF2B5EF4-FFF2-40B4-BE49-F238E27FC236}">
                <a16:creationId xmlns:a16="http://schemas.microsoft.com/office/drawing/2014/main" id="{B5BA2A0E-3D4C-9E4A-DB1D-998E9AFE038C}"/>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326933" y="2683937"/>
            <a:ext cx="282524" cy="282524"/>
          </a:xfrm>
          <a:prstGeom prst="rect">
            <a:avLst/>
          </a:prstGeom>
        </p:spPr>
      </p:pic>
      <p:sp>
        <p:nvSpPr>
          <p:cNvPr id="90" name="Rectangle 89">
            <a:extLst>
              <a:ext uri="{FF2B5EF4-FFF2-40B4-BE49-F238E27FC236}">
                <a16:creationId xmlns:a16="http://schemas.microsoft.com/office/drawing/2014/main" id="{1AE63B57-A348-C665-343E-E47CA0258B56}"/>
              </a:ext>
            </a:extLst>
          </p:cNvPr>
          <p:cNvSpPr/>
          <p:nvPr/>
        </p:nvSpPr>
        <p:spPr>
          <a:xfrm>
            <a:off x="813211" y="2995245"/>
            <a:ext cx="3161263" cy="861774"/>
          </a:xfrm>
          <a:prstGeom prst="rect">
            <a:avLst/>
          </a:prstGeom>
          <a:effectLst/>
        </p:spPr>
        <p:txBody>
          <a:bodyPr wrap="square" lIns="0">
            <a:spAutoFit/>
          </a:bodyPr>
          <a:lstStyle/>
          <a:p>
            <a:pPr marL="182563" indent="-182563">
              <a:spcBef>
                <a:spcPts val="100"/>
              </a:spcBef>
              <a:spcAft>
                <a:spcPts val="100"/>
              </a:spcAft>
              <a:buFont typeface="+mj-lt"/>
              <a:buAutoNum type="arabicPeriod"/>
              <a:defRPr/>
            </a:pPr>
            <a:r>
              <a:rPr lang="en-US" sz="900" dirty="0"/>
              <a:t>The importance of capability management</a:t>
            </a:r>
          </a:p>
          <a:p>
            <a:pPr marL="182563" indent="-182563">
              <a:spcBef>
                <a:spcPts val="100"/>
              </a:spcBef>
              <a:spcAft>
                <a:spcPts val="100"/>
              </a:spcAft>
              <a:buFont typeface="+mj-lt"/>
              <a:buAutoNum type="arabicPeriod"/>
              <a:defRPr/>
            </a:pPr>
            <a:r>
              <a:rPr lang="en-US" sz="900" dirty="0"/>
              <a:t>Desired capabilities</a:t>
            </a:r>
          </a:p>
          <a:p>
            <a:pPr marL="182563" indent="-182563">
              <a:spcBef>
                <a:spcPts val="100"/>
              </a:spcBef>
              <a:spcAft>
                <a:spcPts val="100"/>
              </a:spcAft>
              <a:buFont typeface="+mj-lt"/>
              <a:buAutoNum type="arabicPeriod"/>
              <a:defRPr/>
            </a:pPr>
            <a:r>
              <a:rPr lang="en-US" sz="900" dirty="0"/>
              <a:t>Current state and target state of each desired capabilities</a:t>
            </a:r>
          </a:p>
          <a:p>
            <a:pPr marL="182563" indent="-182563">
              <a:spcBef>
                <a:spcPts val="100"/>
              </a:spcBef>
              <a:spcAft>
                <a:spcPts val="100"/>
              </a:spcAft>
              <a:buFont typeface="+mj-lt"/>
              <a:buAutoNum type="arabicPeriod"/>
              <a:defRPr/>
            </a:pPr>
            <a:r>
              <a:rPr lang="en-US" sz="900" dirty="0"/>
              <a:t>Gap analysis and action plan</a:t>
            </a:r>
          </a:p>
        </p:txBody>
      </p:sp>
      <p:sp>
        <p:nvSpPr>
          <p:cNvPr id="91" name="Rectangle 90">
            <a:extLst>
              <a:ext uri="{FF2B5EF4-FFF2-40B4-BE49-F238E27FC236}">
                <a16:creationId xmlns:a16="http://schemas.microsoft.com/office/drawing/2014/main" id="{F276666B-CDE4-01A1-A163-F7A3A7D75520}"/>
              </a:ext>
            </a:extLst>
          </p:cNvPr>
          <p:cNvSpPr/>
          <p:nvPr/>
        </p:nvSpPr>
        <p:spPr>
          <a:xfrm>
            <a:off x="4538930" y="2995245"/>
            <a:ext cx="3161263" cy="923330"/>
          </a:xfrm>
          <a:prstGeom prst="rect">
            <a:avLst/>
          </a:prstGeom>
          <a:effectLst/>
        </p:spPr>
        <p:txBody>
          <a:bodyPr wrap="square" lIns="0">
            <a:spAutoFit/>
          </a:bodyPr>
          <a:lstStyle/>
          <a:p>
            <a:pPr marL="179388" indent="-179388">
              <a:buFont typeface="+mj-lt"/>
              <a:buAutoNum type="arabicPeriod"/>
              <a:defRPr/>
            </a:pPr>
            <a:r>
              <a:rPr lang="en-US" sz="900" dirty="0">
                <a:solidFill>
                  <a:srgbClr val="002776"/>
                </a:solidFill>
              </a:rPr>
              <a:t>The importance of structure &amp; governance</a:t>
            </a:r>
          </a:p>
          <a:p>
            <a:pPr marL="179388" indent="-179388">
              <a:buFont typeface="+mj-lt"/>
              <a:buAutoNum type="arabicPeriod"/>
              <a:defRPr/>
            </a:pPr>
            <a:r>
              <a:rPr lang="en-US" sz="900" dirty="0">
                <a:solidFill>
                  <a:srgbClr val="002776"/>
                </a:solidFill>
              </a:rPr>
              <a:t>Structure</a:t>
            </a:r>
          </a:p>
          <a:p>
            <a:pPr marL="179388" indent="-179388">
              <a:buFont typeface="+mj-lt"/>
              <a:buAutoNum type="arabicPeriod"/>
              <a:defRPr/>
            </a:pPr>
            <a:r>
              <a:rPr lang="en-US" sz="900" dirty="0">
                <a:solidFill>
                  <a:srgbClr val="002776"/>
                </a:solidFill>
              </a:rPr>
              <a:t>Roles and responsibilities</a:t>
            </a:r>
          </a:p>
          <a:p>
            <a:pPr marL="179388" indent="-179388">
              <a:buFont typeface="+mj-lt"/>
              <a:buAutoNum type="arabicPeriod"/>
              <a:defRPr/>
            </a:pPr>
            <a:r>
              <a:rPr lang="en-US" sz="900" dirty="0">
                <a:solidFill>
                  <a:srgbClr val="002776"/>
                </a:solidFill>
              </a:rPr>
              <a:t>Governance</a:t>
            </a:r>
          </a:p>
          <a:p>
            <a:pPr marL="179388" indent="-179388">
              <a:buFont typeface="+mj-lt"/>
              <a:buAutoNum type="arabicPeriod"/>
              <a:defRPr/>
            </a:pPr>
            <a:r>
              <a:rPr lang="en-US" sz="900" dirty="0">
                <a:solidFill>
                  <a:srgbClr val="002776"/>
                </a:solidFill>
              </a:rPr>
              <a:t>Workforce size</a:t>
            </a:r>
          </a:p>
          <a:p>
            <a:pPr marL="179388" indent="-179388">
              <a:buFont typeface="+mj-lt"/>
              <a:buAutoNum type="arabicPeriod"/>
              <a:defRPr/>
            </a:pPr>
            <a:r>
              <a:rPr lang="en-US" sz="900" dirty="0">
                <a:solidFill>
                  <a:srgbClr val="002776"/>
                </a:solidFill>
              </a:rPr>
              <a:t>Location model</a:t>
            </a:r>
          </a:p>
        </p:txBody>
      </p:sp>
      <p:sp>
        <p:nvSpPr>
          <p:cNvPr id="92" name="Rectangle 91">
            <a:extLst>
              <a:ext uri="{FF2B5EF4-FFF2-40B4-BE49-F238E27FC236}">
                <a16:creationId xmlns:a16="http://schemas.microsoft.com/office/drawing/2014/main" id="{0FC1C28D-BE5D-8F26-B37D-55C7D565C740}"/>
              </a:ext>
            </a:extLst>
          </p:cNvPr>
          <p:cNvSpPr/>
          <p:nvPr/>
        </p:nvSpPr>
        <p:spPr>
          <a:xfrm>
            <a:off x="8267844" y="2995245"/>
            <a:ext cx="3110945" cy="923330"/>
          </a:xfrm>
          <a:prstGeom prst="rect">
            <a:avLst/>
          </a:prstGeom>
          <a:effectLst/>
        </p:spPr>
        <p:txBody>
          <a:bodyPr wrap="square" lIns="0">
            <a:spAutoFit/>
          </a:bodyPr>
          <a:lstStyle/>
          <a:p>
            <a:pPr marL="179388" indent="-179388">
              <a:buFont typeface="+mj-lt"/>
              <a:buAutoNum type="arabicPeriod"/>
              <a:defRPr/>
            </a:pPr>
            <a:r>
              <a:rPr lang="en-US" sz="900" dirty="0"/>
              <a:t>The importance of organizational culture</a:t>
            </a:r>
          </a:p>
          <a:p>
            <a:pPr marL="179388" indent="-179388">
              <a:buFont typeface="+mj-lt"/>
              <a:buAutoNum type="arabicPeriod"/>
              <a:defRPr/>
            </a:pPr>
            <a:r>
              <a:rPr lang="en-US" sz="900" dirty="0"/>
              <a:t>Current culture assessment</a:t>
            </a:r>
          </a:p>
          <a:p>
            <a:pPr marL="179388" indent="-179388">
              <a:buFont typeface="+mj-lt"/>
              <a:buAutoNum type="arabicPeriod"/>
              <a:defRPr/>
            </a:pPr>
            <a:r>
              <a:rPr lang="en-US" sz="900" dirty="0"/>
              <a:t>Culture design principles</a:t>
            </a:r>
          </a:p>
          <a:p>
            <a:pPr marL="179388" indent="-179388">
              <a:buFont typeface="+mj-lt"/>
              <a:buAutoNum type="arabicPeriod"/>
              <a:defRPr/>
            </a:pPr>
            <a:r>
              <a:rPr lang="en-US" sz="900" dirty="0"/>
              <a:t>Highest performing cultures</a:t>
            </a:r>
          </a:p>
          <a:p>
            <a:pPr marL="179388" indent="-179388">
              <a:buFont typeface="+mj-lt"/>
              <a:buAutoNum type="arabicPeriod"/>
              <a:defRPr/>
            </a:pPr>
            <a:r>
              <a:rPr lang="en-US" sz="900" dirty="0"/>
              <a:t>Desired culture</a:t>
            </a:r>
          </a:p>
          <a:p>
            <a:pPr marL="179388" indent="-179388">
              <a:buFont typeface="+mj-lt"/>
              <a:buAutoNum type="arabicPeriod"/>
              <a:defRPr/>
            </a:pPr>
            <a:r>
              <a:rPr lang="en-US" sz="900" dirty="0"/>
              <a:t>Action plan and progress monitoring</a:t>
            </a:r>
          </a:p>
        </p:txBody>
      </p:sp>
      <p:sp>
        <p:nvSpPr>
          <p:cNvPr id="93" name="Rectangle: Rounded Corners 92">
            <a:extLst>
              <a:ext uri="{FF2B5EF4-FFF2-40B4-BE49-F238E27FC236}">
                <a16:creationId xmlns:a16="http://schemas.microsoft.com/office/drawing/2014/main" id="{8F581031-3838-039F-7124-E37742039E94}"/>
              </a:ext>
            </a:extLst>
          </p:cNvPr>
          <p:cNvSpPr/>
          <p:nvPr/>
        </p:nvSpPr>
        <p:spPr>
          <a:xfrm>
            <a:off x="734474" y="3961148"/>
            <a:ext cx="3240000" cy="360000"/>
          </a:xfrm>
          <a:prstGeom prst="roundRect">
            <a:avLst/>
          </a:prstGeom>
          <a:solidFill>
            <a:schemeClr val="accent5">
              <a:lumMod val="20000"/>
              <a:lumOff val="80000"/>
            </a:schemeClr>
          </a:solidFill>
          <a:ln w="9525" algn="ctr">
            <a:solidFill>
              <a:schemeClr val="accent1"/>
            </a:solidFill>
            <a:prstDash val="dash"/>
            <a:miter lim="800000"/>
            <a:headEnd/>
            <a:tailEnd/>
          </a:ln>
          <a:effectLst/>
        </p:spPr>
        <p:txBody>
          <a:bodyPr wrap="square" tIns="126000" bIns="91440" anchor="ctr">
            <a:noAutofit/>
          </a:bodyPr>
          <a:lstStyle/>
          <a:p>
            <a:pPr marL="446088"/>
            <a:r>
              <a:rPr lang="en-US" sz="1200" b="1" dirty="0">
                <a:solidFill>
                  <a:schemeClr val="tx2"/>
                </a:solidFill>
              </a:rPr>
              <a:t>Talent Development</a:t>
            </a:r>
          </a:p>
        </p:txBody>
      </p:sp>
      <p:sp>
        <p:nvSpPr>
          <p:cNvPr id="94" name="Rectangle: Rounded Corners 93">
            <a:extLst>
              <a:ext uri="{FF2B5EF4-FFF2-40B4-BE49-F238E27FC236}">
                <a16:creationId xmlns:a16="http://schemas.microsoft.com/office/drawing/2014/main" id="{8A2ED13E-4ADC-A0DD-0F99-DB825CE4DE09}"/>
              </a:ext>
            </a:extLst>
          </p:cNvPr>
          <p:cNvSpPr/>
          <p:nvPr/>
        </p:nvSpPr>
        <p:spPr>
          <a:xfrm>
            <a:off x="4470811" y="3961148"/>
            <a:ext cx="3240000" cy="360000"/>
          </a:xfrm>
          <a:prstGeom prst="roundRect">
            <a:avLst/>
          </a:prstGeom>
          <a:solidFill>
            <a:schemeClr val="accent5">
              <a:lumMod val="20000"/>
              <a:lumOff val="80000"/>
            </a:schemeClr>
          </a:solidFill>
          <a:ln w="9525" algn="ctr">
            <a:solidFill>
              <a:schemeClr val="accent1"/>
            </a:solidFill>
            <a:prstDash val="dash"/>
            <a:miter lim="800000"/>
            <a:headEnd/>
            <a:tailEnd/>
          </a:ln>
          <a:effectLst/>
        </p:spPr>
        <p:txBody>
          <a:bodyPr wrap="square" tIns="126000" bIns="91440" anchor="ctr">
            <a:noAutofit/>
          </a:bodyPr>
          <a:lstStyle/>
          <a:p>
            <a:pPr marL="446088"/>
            <a:r>
              <a:rPr lang="en-US" sz="1200" b="1" dirty="0">
                <a:solidFill>
                  <a:schemeClr val="tx2"/>
                </a:solidFill>
              </a:rPr>
              <a:t>Processes</a:t>
            </a:r>
          </a:p>
        </p:txBody>
      </p:sp>
      <p:sp>
        <p:nvSpPr>
          <p:cNvPr id="95" name="Rectangle: Rounded Corners 94">
            <a:extLst>
              <a:ext uri="{FF2B5EF4-FFF2-40B4-BE49-F238E27FC236}">
                <a16:creationId xmlns:a16="http://schemas.microsoft.com/office/drawing/2014/main" id="{849B49FC-D412-3B4B-2DC9-0227DC92525D}"/>
              </a:ext>
            </a:extLst>
          </p:cNvPr>
          <p:cNvSpPr/>
          <p:nvPr/>
        </p:nvSpPr>
        <p:spPr>
          <a:xfrm>
            <a:off x="8207148" y="3961148"/>
            <a:ext cx="3240000" cy="360000"/>
          </a:xfrm>
          <a:prstGeom prst="roundRect">
            <a:avLst/>
          </a:prstGeom>
          <a:solidFill>
            <a:schemeClr val="accent5">
              <a:lumMod val="20000"/>
              <a:lumOff val="80000"/>
            </a:schemeClr>
          </a:solidFill>
          <a:ln w="9525" algn="ctr">
            <a:solidFill>
              <a:schemeClr val="accent1"/>
            </a:solidFill>
            <a:prstDash val="dash"/>
            <a:miter lim="800000"/>
            <a:headEnd/>
            <a:tailEnd/>
          </a:ln>
          <a:effectLst/>
        </p:spPr>
        <p:txBody>
          <a:bodyPr wrap="square" tIns="126000" bIns="91440" anchor="ctr">
            <a:noAutofit/>
          </a:bodyPr>
          <a:lstStyle/>
          <a:p>
            <a:pPr marL="446088"/>
            <a:r>
              <a:rPr lang="en-US" sz="1200" b="1" dirty="0">
                <a:solidFill>
                  <a:schemeClr val="tx2"/>
                </a:solidFill>
              </a:rPr>
              <a:t>Technology</a:t>
            </a:r>
          </a:p>
        </p:txBody>
      </p:sp>
      <p:sp>
        <p:nvSpPr>
          <p:cNvPr id="96" name="Rectangle 95">
            <a:extLst>
              <a:ext uri="{FF2B5EF4-FFF2-40B4-BE49-F238E27FC236}">
                <a16:creationId xmlns:a16="http://schemas.microsoft.com/office/drawing/2014/main" id="{46920B10-678A-71CC-B999-72B50EAC019D}"/>
              </a:ext>
            </a:extLst>
          </p:cNvPr>
          <p:cNvSpPr/>
          <p:nvPr/>
        </p:nvSpPr>
        <p:spPr>
          <a:xfrm>
            <a:off x="813212" y="4349933"/>
            <a:ext cx="3158067" cy="1061829"/>
          </a:xfrm>
          <a:prstGeom prst="rect">
            <a:avLst/>
          </a:prstGeom>
          <a:effectLst/>
        </p:spPr>
        <p:txBody>
          <a:bodyPr wrap="square" lIns="0">
            <a:spAutoFit/>
          </a:bodyPr>
          <a:lstStyle/>
          <a:p>
            <a:pPr marL="179388" indent="-179388">
              <a:buFont typeface="+mj-lt"/>
              <a:buAutoNum type="arabicPeriod"/>
              <a:defRPr/>
            </a:pPr>
            <a:r>
              <a:rPr lang="en-US" sz="900" dirty="0"/>
              <a:t>Talent assessment </a:t>
            </a:r>
          </a:p>
          <a:p>
            <a:pPr marL="179388" indent="-179388">
              <a:buFont typeface="+mj-lt"/>
              <a:buAutoNum type="arabicPeriod"/>
              <a:defRPr/>
            </a:pPr>
            <a:r>
              <a:rPr lang="en-US" sz="900" dirty="0"/>
              <a:t>Required competencies</a:t>
            </a:r>
          </a:p>
          <a:p>
            <a:pPr marL="179388" indent="-179388">
              <a:buFont typeface="+mj-lt"/>
              <a:buAutoNum type="arabicPeriod"/>
              <a:defRPr/>
            </a:pPr>
            <a:r>
              <a:rPr lang="en-US" sz="900" dirty="0"/>
              <a:t>Individual development plans</a:t>
            </a:r>
          </a:p>
          <a:p>
            <a:pPr marL="179388" indent="-179388">
              <a:buFont typeface="+mj-lt"/>
              <a:buAutoNum type="arabicPeriod"/>
              <a:defRPr/>
            </a:pPr>
            <a:r>
              <a:rPr lang="en-US" sz="900" dirty="0"/>
              <a:t>Effective training programs</a:t>
            </a:r>
          </a:p>
          <a:p>
            <a:pPr marL="179388" indent="-179388">
              <a:buFont typeface="+mj-lt"/>
              <a:buAutoNum type="arabicPeriod"/>
              <a:defRPr/>
            </a:pPr>
            <a:r>
              <a:rPr lang="en-US" sz="900" dirty="0"/>
              <a:t>Talent mobility and career pathing</a:t>
            </a:r>
          </a:p>
          <a:p>
            <a:pPr marL="179388" indent="-179388">
              <a:buFont typeface="+mj-lt"/>
              <a:buAutoNum type="arabicPeriod"/>
              <a:defRPr/>
            </a:pPr>
            <a:r>
              <a:rPr lang="en-US" sz="900" dirty="0"/>
              <a:t>Employee retention strategies</a:t>
            </a:r>
          </a:p>
          <a:p>
            <a:pPr marL="179388" indent="-179388">
              <a:buFont typeface="+mj-lt"/>
              <a:buAutoNum type="arabicPeriod"/>
              <a:defRPr/>
            </a:pPr>
            <a:r>
              <a:rPr lang="en-US" sz="900" dirty="0"/>
              <a:t>Succession plan</a:t>
            </a:r>
          </a:p>
        </p:txBody>
      </p:sp>
      <p:sp>
        <p:nvSpPr>
          <p:cNvPr id="97" name="Rectangle 96">
            <a:extLst>
              <a:ext uri="{FF2B5EF4-FFF2-40B4-BE49-F238E27FC236}">
                <a16:creationId xmlns:a16="http://schemas.microsoft.com/office/drawing/2014/main" id="{FEE0A99E-B5F6-3112-4045-7195728CBB32}"/>
              </a:ext>
            </a:extLst>
          </p:cNvPr>
          <p:cNvSpPr/>
          <p:nvPr/>
        </p:nvSpPr>
        <p:spPr>
          <a:xfrm>
            <a:off x="4538930" y="4349933"/>
            <a:ext cx="3161263" cy="784830"/>
          </a:xfrm>
          <a:prstGeom prst="rect">
            <a:avLst/>
          </a:prstGeom>
          <a:effectLst/>
        </p:spPr>
        <p:txBody>
          <a:bodyPr wrap="square" lIns="0">
            <a:spAutoFit/>
          </a:bodyPr>
          <a:lstStyle/>
          <a:p>
            <a:pPr marL="179388" indent="-179388">
              <a:buFont typeface="+mj-lt"/>
              <a:buAutoNum type="arabicPeriod"/>
              <a:defRPr/>
            </a:pPr>
            <a:r>
              <a:rPr lang="en-US" sz="900" dirty="0">
                <a:solidFill>
                  <a:srgbClr val="002776"/>
                </a:solidFill>
              </a:rPr>
              <a:t>Business process management essentials</a:t>
            </a:r>
          </a:p>
          <a:p>
            <a:pPr marL="179388" indent="-179388">
              <a:buFont typeface="+mj-lt"/>
              <a:buAutoNum type="arabicPeriod"/>
              <a:defRPr/>
            </a:pPr>
            <a:r>
              <a:rPr lang="en-US" sz="900" dirty="0">
                <a:solidFill>
                  <a:srgbClr val="002776"/>
                </a:solidFill>
              </a:rPr>
              <a:t>Identification of key processes</a:t>
            </a:r>
          </a:p>
          <a:p>
            <a:pPr marL="179388" indent="-179388">
              <a:buFont typeface="+mj-lt"/>
              <a:buAutoNum type="arabicPeriod"/>
              <a:defRPr/>
            </a:pPr>
            <a:r>
              <a:rPr lang="en-US" sz="900" dirty="0">
                <a:solidFill>
                  <a:srgbClr val="002776"/>
                </a:solidFill>
              </a:rPr>
              <a:t>Design principles</a:t>
            </a:r>
          </a:p>
          <a:p>
            <a:pPr marL="179388" indent="-179388">
              <a:buFont typeface="+mj-lt"/>
              <a:buAutoNum type="arabicPeriod"/>
              <a:defRPr/>
            </a:pPr>
            <a:r>
              <a:rPr lang="en-US" sz="900" dirty="0">
                <a:solidFill>
                  <a:srgbClr val="002776"/>
                </a:solidFill>
              </a:rPr>
              <a:t>Current state and target state</a:t>
            </a:r>
          </a:p>
          <a:p>
            <a:pPr marL="179388" indent="-179388">
              <a:buFont typeface="+mj-lt"/>
              <a:buAutoNum type="arabicPeriod"/>
              <a:defRPr/>
            </a:pPr>
            <a:endParaRPr lang="en-US" sz="900" dirty="0">
              <a:solidFill>
                <a:srgbClr val="002776"/>
              </a:solidFill>
            </a:endParaRPr>
          </a:p>
        </p:txBody>
      </p:sp>
      <p:sp>
        <p:nvSpPr>
          <p:cNvPr id="98" name="Rectangle 97">
            <a:extLst>
              <a:ext uri="{FF2B5EF4-FFF2-40B4-BE49-F238E27FC236}">
                <a16:creationId xmlns:a16="http://schemas.microsoft.com/office/drawing/2014/main" id="{84AE952C-8B99-9A79-ADDB-6573541BFB92}"/>
              </a:ext>
            </a:extLst>
          </p:cNvPr>
          <p:cNvSpPr/>
          <p:nvPr/>
        </p:nvSpPr>
        <p:spPr>
          <a:xfrm>
            <a:off x="8267844" y="4349933"/>
            <a:ext cx="3110945" cy="646331"/>
          </a:xfrm>
          <a:prstGeom prst="rect">
            <a:avLst/>
          </a:prstGeom>
          <a:effectLst/>
        </p:spPr>
        <p:txBody>
          <a:bodyPr wrap="square" lIns="0">
            <a:spAutoFit/>
          </a:bodyPr>
          <a:lstStyle/>
          <a:p>
            <a:pPr marL="179388" indent="-179388">
              <a:buFont typeface="+mj-lt"/>
              <a:buAutoNum type="arabicPeriod"/>
              <a:defRPr/>
            </a:pPr>
            <a:r>
              <a:rPr lang="en-US" sz="900" dirty="0"/>
              <a:t>Design principles</a:t>
            </a:r>
          </a:p>
          <a:p>
            <a:pPr marL="179388" indent="-179388">
              <a:buFont typeface="+mj-lt"/>
              <a:buAutoNum type="arabicPeriod"/>
              <a:defRPr/>
            </a:pPr>
            <a:r>
              <a:rPr lang="en-US" sz="900" dirty="0"/>
              <a:t>IT tools and systems</a:t>
            </a:r>
          </a:p>
          <a:p>
            <a:pPr marL="179388" indent="-179388">
              <a:buFont typeface="+mj-lt"/>
              <a:buAutoNum type="arabicPeriod"/>
              <a:defRPr/>
            </a:pPr>
            <a:r>
              <a:rPr lang="en-US" sz="900" dirty="0"/>
              <a:t>Technologies</a:t>
            </a:r>
          </a:p>
          <a:p>
            <a:pPr marL="179388" indent="-179388">
              <a:buFont typeface="+mj-lt"/>
              <a:buAutoNum type="arabicPeriod"/>
              <a:defRPr/>
            </a:pPr>
            <a:endParaRPr lang="en-US" sz="900" dirty="0"/>
          </a:p>
        </p:txBody>
      </p:sp>
      <p:pic>
        <p:nvPicPr>
          <p:cNvPr id="99" name="Graphic 98" descr="Users with solid fill">
            <a:extLst>
              <a:ext uri="{FF2B5EF4-FFF2-40B4-BE49-F238E27FC236}">
                <a16:creationId xmlns:a16="http://schemas.microsoft.com/office/drawing/2014/main" id="{453C4F9A-22C1-C7AF-321A-DE29C22828FB}"/>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845629" y="3972481"/>
            <a:ext cx="357277" cy="357277"/>
          </a:xfrm>
          <a:prstGeom prst="rect">
            <a:avLst/>
          </a:prstGeom>
        </p:spPr>
      </p:pic>
      <p:pic>
        <p:nvPicPr>
          <p:cNvPr id="100" name="Graphic 99" descr="Workflow with solid fill">
            <a:extLst>
              <a:ext uri="{FF2B5EF4-FFF2-40B4-BE49-F238E27FC236}">
                <a16:creationId xmlns:a16="http://schemas.microsoft.com/office/drawing/2014/main" id="{76F866B5-9F3E-0137-4EEE-40AE6A415653}"/>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591859" y="3973814"/>
            <a:ext cx="345089" cy="345089"/>
          </a:xfrm>
          <a:prstGeom prst="rect">
            <a:avLst/>
          </a:prstGeom>
        </p:spPr>
      </p:pic>
      <p:pic>
        <p:nvPicPr>
          <p:cNvPr id="101" name="Graphic 100" descr="Cloud Computing with solid fill">
            <a:extLst>
              <a:ext uri="{FF2B5EF4-FFF2-40B4-BE49-F238E27FC236}">
                <a16:creationId xmlns:a16="http://schemas.microsoft.com/office/drawing/2014/main" id="{9A19DF8D-5B60-1C50-4303-215A2F8E0EE2}"/>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8335645" y="3970669"/>
            <a:ext cx="345089" cy="345089"/>
          </a:xfrm>
          <a:prstGeom prst="rect">
            <a:avLst/>
          </a:prstGeom>
        </p:spPr>
      </p:pic>
      <p:sp>
        <p:nvSpPr>
          <p:cNvPr id="102" name="Rectangle: Rounded Corners 101">
            <a:extLst>
              <a:ext uri="{FF2B5EF4-FFF2-40B4-BE49-F238E27FC236}">
                <a16:creationId xmlns:a16="http://schemas.microsoft.com/office/drawing/2014/main" id="{79F5E398-C605-077C-E466-FCBB7E25C410}"/>
              </a:ext>
            </a:extLst>
          </p:cNvPr>
          <p:cNvSpPr/>
          <p:nvPr/>
        </p:nvSpPr>
        <p:spPr>
          <a:xfrm>
            <a:off x="591671" y="6395007"/>
            <a:ext cx="10995492" cy="198000"/>
          </a:xfrm>
          <a:prstGeom prst="roundRect">
            <a:avLst>
              <a:gd name="adj" fmla="val 9295"/>
            </a:avLst>
          </a:prstGeom>
          <a:solidFill>
            <a:srgbClr val="F7F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kern="0" dirty="0">
                <a:solidFill>
                  <a:schemeClr val="tx1"/>
                </a:solidFill>
              </a:rPr>
              <a:t>VII. Strategic Dashboards</a:t>
            </a:r>
          </a:p>
        </p:txBody>
      </p:sp>
      <p:sp>
        <p:nvSpPr>
          <p:cNvPr id="3" name="Rectangle: Rounded Corners 2">
            <a:extLst>
              <a:ext uri="{FF2B5EF4-FFF2-40B4-BE49-F238E27FC236}">
                <a16:creationId xmlns:a16="http://schemas.microsoft.com/office/drawing/2014/main" id="{12C4EBD0-981A-A5C1-6053-6695ED77464C}"/>
              </a:ext>
            </a:extLst>
          </p:cNvPr>
          <p:cNvSpPr/>
          <p:nvPr/>
        </p:nvSpPr>
        <p:spPr>
          <a:xfrm>
            <a:off x="624379" y="1700347"/>
            <a:ext cx="1332000" cy="504000"/>
          </a:xfrm>
          <a:prstGeom prst="roundRect">
            <a:avLst>
              <a:gd name="adj" fmla="val 512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GB" sz="1000" b="1" dirty="0">
                <a:solidFill>
                  <a:schemeClr val="tx1"/>
                </a:solidFill>
              </a:rPr>
              <a:t>Situation, key challenge and proposed solution</a:t>
            </a:r>
            <a:endParaRPr lang="en-US" sz="1000" b="1" dirty="0">
              <a:solidFill>
                <a:schemeClr val="tx1"/>
              </a:solidFill>
            </a:endParaRPr>
          </a:p>
        </p:txBody>
      </p:sp>
      <p:sp>
        <p:nvSpPr>
          <p:cNvPr id="4" name="Rectangle: Rounded Corners 3">
            <a:extLst>
              <a:ext uri="{FF2B5EF4-FFF2-40B4-BE49-F238E27FC236}">
                <a16:creationId xmlns:a16="http://schemas.microsoft.com/office/drawing/2014/main" id="{2F571DF7-12C2-E443-E160-5069EE30FE5F}"/>
              </a:ext>
            </a:extLst>
          </p:cNvPr>
          <p:cNvSpPr/>
          <p:nvPr/>
        </p:nvSpPr>
        <p:spPr>
          <a:xfrm>
            <a:off x="1997413" y="1700347"/>
            <a:ext cx="1332000" cy="504000"/>
          </a:xfrm>
          <a:prstGeom prst="roundRect">
            <a:avLst>
              <a:gd name="adj" fmla="val 768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000" b="1" dirty="0">
                <a:solidFill>
                  <a:schemeClr val="tx1"/>
                </a:solidFill>
              </a:rPr>
              <a:t>Objectives and key performance indicators (KPIs)</a:t>
            </a:r>
          </a:p>
        </p:txBody>
      </p:sp>
      <p:sp>
        <p:nvSpPr>
          <p:cNvPr id="7" name="Rectangle: Rounded Corners 6">
            <a:extLst>
              <a:ext uri="{FF2B5EF4-FFF2-40B4-BE49-F238E27FC236}">
                <a16:creationId xmlns:a16="http://schemas.microsoft.com/office/drawing/2014/main" id="{1C2DCC4A-8606-2113-5F07-8AA53B82A40D}"/>
              </a:ext>
            </a:extLst>
          </p:cNvPr>
          <p:cNvSpPr/>
          <p:nvPr/>
        </p:nvSpPr>
        <p:spPr>
          <a:xfrm>
            <a:off x="7489549" y="1700346"/>
            <a:ext cx="1332000" cy="504000"/>
          </a:xfrm>
          <a:prstGeom prst="roundRect">
            <a:avLst>
              <a:gd name="adj" fmla="val 11535"/>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000" b="1" dirty="0">
                <a:solidFill>
                  <a:schemeClr val="tx1"/>
                </a:solidFill>
              </a:rPr>
              <a:t>Strategic </a:t>
            </a:r>
          </a:p>
          <a:p>
            <a:pPr algn="ctr"/>
            <a:r>
              <a:rPr lang="en-US" sz="1000" b="1" dirty="0">
                <a:solidFill>
                  <a:schemeClr val="tx1"/>
                </a:solidFill>
              </a:rPr>
              <a:t>alignment</a:t>
            </a:r>
          </a:p>
        </p:txBody>
      </p:sp>
      <p:sp>
        <p:nvSpPr>
          <p:cNvPr id="8" name="Rectangle: Rounded Corners 7">
            <a:extLst>
              <a:ext uri="{FF2B5EF4-FFF2-40B4-BE49-F238E27FC236}">
                <a16:creationId xmlns:a16="http://schemas.microsoft.com/office/drawing/2014/main" id="{5DFC699E-8B65-6749-5834-FA0F281A5C77}"/>
              </a:ext>
            </a:extLst>
          </p:cNvPr>
          <p:cNvSpPr/>
          <p:nvPr/>
        </p:nvSpPr>
        <p:spPr>
          <a:xfrm>
            <a:off x="8862583" y="1700346"/>
            <a:ext cx="1332000" cy="504000"/>
          </a:xfrm>
          <a:prstGeom prst="roundRect">
            <a:avLst>
              <a:gd name="adj" fmla="val 11535"/>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000" b="1" dirty="0">
                <a:solidFill>
                  <a:schemeClr val="tx1"/>
                </a:solidFill>
              </a:rPr>
              <a:t>Value</a:t>
            </a:r>
          </a:p>
        </p:txBody>
      </p:sp>
      <p:sp>
        <p:nvSpPr>
          <p:cNvPr id="9" name="Rectangle: Rounded Corners 8">
            <a:extLst>
              <a:ext uri="{FF2B5EF4-FFF2-40B4-BE49-F238E27FC236}">
                <a16:creationId xmlns:a16="http://schemas.microsoft.com/office/drawing/2014/main" id="{31B7029A-59AE-496D-0241-AC005D8622A3}"/>
              </a:ext>
            </a:extLst>
          </p:cNvPr>
          <p:cNvSpPr/>
          <p:nvPr/>
        </p:nvSpPr>
        <p:spPr>
          <a:xfrm>
            <a:off x="10235615" y="1700346"/>
            <a:ext cx="1332000" cy="504000"/>
          </a:xfrm>
          <a:prstGeom prst="roundRect">
            <a:avLst>
              <a:gd name="adj" fmla="val 11535"/>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000" b="1" dirty="0">
                <a:solidFill>
                  <a:schemeClr val="tx1"/>
                </a:solidFill>
              </a:rPr>
              <a:t>Ease of implementation</a:t>
            </a:r>
          </a:p>
        </p:txBody>
      </p:sp>
      <p:sp>
        <p:nvSpPr>
          <p:cNvPr id="11" name="Rectangle: Rounded Corners 10">
            <a:extLst>
              <a:ext uri="{FF2B5EF4-FFF2-40B4-BE49-F238E27FC236}">
                <a16:creationId xmlns:a16="http://schemas.microsoft.com/office/drawing/2014/main" id="{E18536FA-743E-5297-D1E0-0E93195B4F2E}"/>
              </a:ext>
            </a:extLst>
          </p:cNvPr>
          <p:cNvSpPr/>
          <p:nvPr/>
        </p:nvSpPr>
        <p:spPr>
          <a:xfrm>
            <a:off x="3370447" y="1700347"/>
            <a:ext cx="1332000" cy="504000"/>
          </a:xfrm>
          <a:prstGeom prst="roundRect">
            <a:avLst>
              <a:gd name="adj" fmla="val 768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GB" sz="1000" b="1" dirty="0">
                <a:solidFill>
                  <a:schemeClr val="tx1"/>
                </a:solidFill>
              </a:rPr>
              <a:t>Project scope, approach and team</a:t>
            </a:r>
            <a:endParaRPr lang="en-US" sz="1000" b="1" dirty="0">
              <a:solidFill>
                <a:schemeClr val="tx1"/>
              </a:solidFill>
            </a:endParaRPr>
          </a:p>
        </p:txBody>
      </p:sp>
      <p:sp>
        <p:nvSpPr>
          <p:cNvPr id="12" name="Rectangle: Rounded Corners 11">
            <a:extLst>
              <a:ext uri="{FF2B5EF4-FFF2-40B4-BE49-F238E27FC236}">
                <a16:creationId xmlns:a16="http://schemas.microsoft.com/office/drawing/2014/main" id="{2B1459BF-D4D4-2065-CF47-9AC814F33F8C}"/>
              </a:ext>
            </a:extLst>
          </p:cNvPr>
          <p:cNvSpPr/>
          <p:nvPr/>
        </p:nvSpPr>
        <p:spPr>
          <a:xfrm>
            <a:off x="4743481" y="1700346"/>
            <a:ext cx="1332000" cy="504000"/>
          </a:xfrm>
          <a:prstGeom prst="roundRect">
            <a:avLst>
              <a:gd name="adj" fmla="val 11535"/>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000" b="1" dirty="0">
                <a:solidFill>
                  <a:schemeClr val="tx1"/>
                </a:solidFill>
              </a:rPr>
              <a:t>Key activities and deliverables</a:t>
            </a:r>
          </a:p>
        </p:txBody>
      </p:sp>
      <p:sp>
        <p:nvSpPr>
          <p:cNvPr id="13" name="Rectangle: Rounded Corners 12">
            <a:extLst>
              <a:ext uri="{FF2B5EF4-FFF2-40B4-BE49-F238E27FC236}">
                <a16:creationId xmlns:a16="http://schemas.microsoft.com/office/drawing/2014/main" id="{046C8C26-9465-493B-B1B3-49FEC7613666}"/>
              </a:ext>
            </a:extLst>
          </p:cNvPr>
          <p:cNvSpPr/>
          <p:nvPr/>
        </p:nvSpPr>
        <p:spPr>
          <a:xfrm>
            <a:off x="6116515" y="1700346"/>
            <a:ext cx="1332000" cy="504000"/>
          </a:xfrm>
          <a:prstGeom prst="roundRect">
            <a:avLst>
              <a:gd name="adj" fmla="val 11535"/>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GB" sz="1000" b="1" dirty="0">
                <a:solidFill>
                  <a:schemeClr val="tx1"/>
                </a:solidFill>
              </a:rPr>
              <a:t>Key Risks and Mitigation Strategies</a:t>
            </a:r>
          </a:p>
        </p:txBody>
      </p:sp>
    </p:spTree>
    <p:extLst>
      <p:ext uri="{BB962C8B-B14F-4D97-AF65-F5344CB8AC3E}">
        <p14:creationId xmlns:p14="http://schemas.microsoft.com/office/powerpoint/2010/main" val="23338586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40810743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00ACA2BE-B75C-0C1C-DC2E-5287A2B056DF}"/>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a:xfrm>
            <a:off x="514115" y="365126"/>
            <a:ext cx="8916756" cy="1081710"/>
          </a:xfrm>
        </p:spPr>
        <p:txBody>
          <a:bodyPr vert="horz">
            <a:normAutofit/>
          </a:bodyPr>
          <a:lstStyle/>
          <a:p>
            <a:r>
              <a:rPr lang="en-US" dirty="0"/>
              <a:t>Small preview of the phase 1 ‘</a:t>
            </a:r>
            <a:r>
              <a:rPr lang="en-GB" dirty="0"/>
              <a:t>Business Case for Change’</a:t>
            </a:r>
            <a:r>
              <a:rPr lang="en-US" dirty="0"/>
              <a:t> </a:t>
            </a:r>
            <a:endParaRPr lang="en-US" b="0" dirty="0"/>
          </a:p>
        </p:txBody>
      </p:sp>
      <p:sp>
        <p:nvSpPr>
          <p:cNvPr id="54" name="Footer Placeholder 53">
            <a:extLst>
              <a:ext uri="{FF2B5EF4-FFF2-40B4-BE49-F238E27FC236}">
                <a16:creationId xmlns:a16="http://schemas.microsoft.com/office/drawing/2014/main" id="{8F8E7917-8A82-1FE2-AB04-78EC2E09733B}"/>
              </a:ext>
            </a:extLst>
          </p:cNvPr>
          <p:cNvSpPr>
            <a:spLocks noGrp="1"/>
          </p:cNvSpPr>
          <p:nvPr>
            <p:ph type="ftr" sz="quarter" idx="3"/>
          </p:nvPr>
        </p:nvSpPr>
        <p:spPr/>
        <p:txBody>
          <a:bodyPr/>
          <a:lstStyle/>
          <a:p>
            <a:r>
              <a:rPr lang="en-US" dirty="0"/>
              <a:t>Domont Consulting</a:t>
            </a:r>
          </a:p>
        </p:txBody>
      </p:sp>
      <p:sp>
        <p:nvSpPr>
          <p:cNvPr id="55" name="Slide Number Placeholder 54">
            <a:extLst>
              <a:ext uri="{FF2B5EF4-FFF2-40B4-BE49-F238E27FC236}">
                <a16:creationId xmlns:a16="http://schemas.microsoft.com/office/drawing/2014/main" id="{1613E1FC-9173-92FF-8931-4F9A3AC48C9A}"/>
              </a:ext>
            </a:extLst>
          </p:cNvPr>
          <p:cNvSpPr>
            <a:spLocks noGrp="1"/>
          </p:cNvSpPr>
          <p:nvPr>
            <p:ph type="sldNum" sz="quarter" idx="4"/>
          </p:nvPr>
        </p:nvSpPr>
        <p:spPr/>
        <p:txBody>
          <a:bodyPr/>
          <a:lstStyle/>
          <a:p>
            <a:fld id="{37F5C94B-8C55-478B-B509-BAE6A06B2E2A}" type="slidenum">
              <a:rPr lang="en-US" smtClean="0"/>
              <a:pPr/>
              <a:t>11</a:t>
            </a:fld>
            <a:endParaRPr lang="en-US" dirty="0"/>
          </a:p>
        </p:txBody>
      </p:sp>
      <p:grpSp>
        <p:nvGrpSpPr>
          <p:cNvPr id="75" name="Group 74">
            <a:extLst>
              <a:ext uri="{FF2B5EF4-FFF2-40B4-BE49-F238E27FC236}">
                <a16:creationId xmlns:a16="http://schemas.microsoft.com/office/drawing/2014/main" id="{9A94EBA5-D819-DF81-BC93-C11B7D4E50B1}"/>
              </a:ext>
            </a:extLst>
          </p:cNvPr>
          <p:cNvGrpSpPr/>
          <p:nvPr/>
        </p:nvGrpSpPr>
        <p:grpSpPr>
          <a:xfrm>
            <a:off x="9877648" y="317253"/>
            <a:ext cx="1695866" cy="1083101"/>
            <a:chOff x="9675628" y="224090"/>
            <a:chExt cx="1897886" cy="1212113"/>
          </a:xfrm>
        </p:grpSpPr>
        <p:sp>
          <p:nvSpPr>
            <p:cNvPr id="13" name="Rectangle: Rounded Corners 12">
              <a:extLst>
                <a:ext uri="{FF2B5EF4-FFF2-40B4-BE49-F238E27FC236}">
                  <a16:creationId xmlns:a16="http://schemas.microsoft.com/office/drawing/2014/main" id="{3A1DE33E-EB84-CFA3-DADE-60337BDE9DFB}"/>
                </a:ext>
              </a:extLst>
            </p:cNvPr>
            <p:cNvSpPr/>
            <p:nvPr/>
          </p:nvSpPr>
          <p:spPr>
            <a:xfrm>
              <a:off x="9675628" y="224090"/>
              <a:ext cx="1897886" cy="203651"/>
            </a:xfrm>
            <a:prstGeom prst="roundRect">
              <a:avLst>
                <a:gd name="adj" fmla="val 2394"/>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b="1" dirty="0">
                <a:solidFill>
                  <a:schemeClr val="bg1">
                    <a:lumMod val="95000"/>
                  </a:schemeClr>
                </a:solidFill>
              </a:endParaRPr>
            </a:p>
          </p:txBody>
        </p:sp>
        <p:sp>
          <p:nvSpPr>
            <p:cNvPr id="14" name="Rectangle: Rounded Corners 13">
              <a:extLst>
                <a:ext uri="{FF2B5EF4-FFF2-40B4-BE49-F238E27FC236}">
                  <a16:creationId xmlns:a16="http://schemas.microsoft.com/office/drawing/2014/main" id="{67DEF38A-FD79-4818-B46C-14F237E0F9FB}"/>
                </a:ext>
              </a:extLst>
            </p:cNvPr>
            <p:cNvSpPr/>
            <p:nvPr/>
          </p:nvSpPr>
          <p:spPr>
            <a:xfrm>
              <a:off x="9675628" y="466564"/>
              <a:ext cx="1897886" cy="545319"/>
            </a:xfrm>
            <a:prstGeom prst="roundRect">
              <a:avLst>
                <a:gd name="adj" fmla="val 609"/>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b="1" dirty="0">
                <a:solidFill>
                  <a:schemeClr val="tx1"/>
                </a:solidFill>
              </a:endParaRPr>
            </a:p>
          </p:txBody>
        </p:sp>
        <p:sp>
          <p:nvSpPr>
            <p:cNvPr id="15" name="Rectangle: Rounded Corners 14">
              <a:extLst>
                <a:ext uri="{FF2B5EF4-FFF2-40B4-BE49-F238E27FC236}">
                  <a16:creationId xmlns:a16="http://schemas.microsoft.com/office/drawing/2014/main" id="{F1B5EC43-BF81-6D0E-BCB7-180E8E7435E1}"/>
                </a:ext>
              </a:extLst>
            </p:cNvPr>
            <p:cNvSpPr/>
            <p:nvPr/>
          </p:nvSpPr>
          <p:spPr>
            <a:xfrm>
              <a:off x="9675628" y="1135570"/>
              <a:ext cx="1897886" cy="46037"/>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sp>
          <p:nvSpPr>
            <p:cNvPr id="16" name="Rectangle: Rounded Corners 15">
              <a:extLst>
                <a:ext uri="{FF2B5EF4-FFF2-40B4-BE49-F238E27FC236}">
                  <a16:creationId xmlns:a16="http://schemas.microsoft.com/office/drawing/2014/main" id="{C368E3D6-2116-2E18-8725-4C5E32279F0E}"/>
                </a:ext>
              </a:extLst>
            </p:cNvPr>
            <p:cNvSpPr/>
            <p:nvPr/>
          </p:nvSpPr>
          <p:spPr>
            <a:xfrm>
              <a:off x="9675628" y="1220431"/>
              <a:ext cx="1897886" cy="46037"/>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17" name="Rectangle: Rounded Corners 16">
              <a:extLst>
                <a:ext uri="{FF2B5EF4-FFF2-40B4-BE49-F238E27FC236}">
                  <a16:creationId xmlns:a16="http://schemas.microsoft.com/office/drawing/2014/main" id="{C59A6CEF-E5FE-D9D3-5D53-8E987F9A3484}"/>
                </a:ext>
              </a:extLst>
            </p:cNvPr>
            <p:cNvSpPr/>
            <p:nvPr/>
          </p:nvSpPr>
          <p:spPr>
            <a:xfrm>
              <a:off x="9675628" y="1305291"/>
              <a:ext cx="1897886" cy="46037"/>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sp>
          <p:nvSpPr>
            <p:cNvPr id="18" name="Rectangle: Rounded Corners 17">
              <a:extLst>
                <a:ext uri="{FF2B5EF4-FFF2-40B4-BE49-F238E27FC236}">
                  <a16:creationId xmlns:a16="http://schemas.microsoft.com/office/drawing/2014/main" id="{C2F24FBD-6B7F-3D3D-6095-6AA08B8EBC39}"/>
                </a:ext>
              </a:extLst>
            </p:cNvPr>
            <p:cNvSpPr/>
            <p:nvPr/>
          </p:nvSpPr>
          <p:spPr>
            <a:xfrm>
              <a:off x="9675628" y="1050710"/>
              <a:ext cx="1897886" cy="46037"/>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28" name="Rectangle: Rounded Corners 27">
              <a:extLst>
                <a:ext uri="{FF2B5EF4-FFF2-40B4-BE49-F238E27FC236}">
                  <a16:creationId xmlns:a16="http://schemas.microsoft.com/office/drawing/2014/main" id="{02D01958-DB30-D0C6-971A-336E3204385F}"/>
                </a:ext>
              </a:extLst>
            </p:cNvPr>
            <p:cNvSpPr/>
            <p:nvPr/>
          </p:nvSpPr>
          <p:spPr>
            <a:xfrm>
              <a:off x="9675628" y="1390166"/>
              <a:ext cx="1897886" cy="46037"/>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grpSp>
      <p:sp>
        <p:nvSpPr>
          <p:cNvPr id="76" name="Rectangle: Rounded Corners 75">
            <a:extLst>
              <a:ext uri="{FF2B5EF4-FFF2-40B4-BE49-F238E27FC236}">
                <a16:creationId xmlns:a16="http://schemas.microsoft.com/office/drawing/2014/main" id="{CFBE3C49-B4E1-51BB-C14B-91B7BE9BE64B}"/>
              </a:ext>
            </a:extLst>
          </p:cNvPr>
          <p:cNvSpPr/>
          <p:nvPr/>
        </p:nvSpPr>
        <p:spPr>
          <a:xfrm>
            <a:off x="9956591" y="602405"/>
            <a:ext cx="43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78" name="Rectangle: Rounded Corners 77">
            <a:extLst>
              <a:ext uri="{FF2B5EF4-FFF2-40B4-BE49-F238E27FC236}">
                <a16:creationId xmlns:a16="http://schemas.microsoft.com/office/drawing/2014/main" id="{211AD12E-F78F-1B26-E53B-B6B9602DB3E3}"/>
              </a:ext>
            </a:extLst>
          </p:cNvPr>
          <p:cNvSpPr/>
          <p:nvPr/>
        </p:nvSpPr>
        <p:spPr>
          <a:xfrm>
            <a:off x="10501787" y="602405"/>
            <a:ext cx="43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80" name="Rectangle: Rounded Corners 79">
            <a:extLst>
              <a:ext uri="{FF2B5EF4-FFF2-40B4-BE49-F238E27FC236}">
                <a16:creationId xmlns:a16="http://schemas.microsoft.com/office/drawing/2014/main" id="{8ABD95C9-0128-EFBA-C192-81BA19AA9758}"/>
              </a:ext>
            </a:extLst>
          </p:cNvPr>
          <p:cNvSpPr/>
          <p:nvPr/>
        </p:nvSpPr>
        <p:spPr>
          <a:xfrm>
            <a:off x="11046982" y="602405"/>
            <a:ext cx="43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82" name="Rectangle: Rounded Corners 81">
            <a:extLst>
              <a:ext uri="{FF2B5EF4-FFF2-40B4-BE49-F238E27FC236}">
                <a16:creationId xmlns:a16="http://schemas.microsoft.com/office/drawing/2014/main" id="{75DD022F-3BD3-9106-39C7-A6D7E8EDAD4B}"/>
              </a:ext>
            </a:extLst>
          </p:cNvPr>
          <p:cNvSpPr/>
          <p:nvPr/>
        </p:nvSpPr>
        <p:spPr>
          <a:xfrm>
            <a:off x="9956591" y="808802"/>
            <a:ext cx="43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83" name="Rectangle: Rounded Corners 82">
            <a:extLst>
              <a:ext uri="{FF2B5EF4-FFF2-40B4-BE49-F238E27FC236}">
                <a16:creationId xmlns:a16="http://schemas.microsoft.com/office/drawing/2014/main" id="{53CCCDBE-27EB-06DE-2B77-CD64161C07D4}"/>
              </a:ext>
            </a:extLst>
          </p:cNvPr>
          <p:cNvSpPr/>
          <p:nvPr/>
        </p:nvSpPr>
        <p:spPr>
          <a:xfrm>
            <a:off x="10501787" y="808802"/>
            <a:ext cx="43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84" name="Rectangle: Rounded Corners 83">
            <a:extLst>
              <a:ext uri="{FF2B5EF4-FFF2-40B4-BE49-F238E27FC236}">
                <a16:creationId xmlns:a16="http://schemas.microsoft.com/office/drawing/2014/main" id="{2F117F95-3BB5-6315-0741-6C81DBD41A17}"/>
              </a:ext>
            </a:extLst>
          </p:cNvPr>
          <p:cNvSpPr/>
          <p:nvPr/>
        </p:nvSpPr>
        <p:spPr>
          <a:xfrm>
            <a:off x="11046982" y="808802"/>
            <a:ext cx="43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3" name="Arrow: Right 2">
            <a:extLst>
              <a:ext uri="{FF2B5EF4-FFF2-40B4-BE49-F238E27FC236}">
                <a16:creationId xmlns:a16="http://schemas.microsoft.com/office/drawing/2014/main" id="{FD7EE931-6AD5-D45D-476B-2726384F99CA}"/>
              </a:ext>
            </a:extLst>
          </p:cNvPr>
          <p:cNvSpPr/>
          <p:nvPr/>
        </p:nvSpPr>
        <p:spPr>
          <a:xfrm>
            <a:off x="9649778" y="294574"/>
            <a:ext cx="188259" cy="204654"/>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25" name="Picture 24">
            <a:extLst>
              <a:ext uri="{FF2B5EF4-FFF2-40B4-BE49-F238E27FC236}">
                <a16:creationId xmlns:a16="http://schemas.microsoft.com/office/drawing/2014/main" id="{91F118AE-221B-0B88-9807-B395C2764C60}"/>
              </a:ext>
            </a:extLst>
          </p:cNvPr>
          <p:cNvPicPr>
            <a:picLocks noChangeAspect="1"/>
          </p:cNvPicPr>
          <p:nvPr/>
        </p:nvPicPr>
        <p:blipFill>
          <a:blip r:embed="rId5"/>
          <a:stretch>
            <a:fillRect/>
          </a:stretch>
        </p:blipFill>
        <p:spPr>
          <a:xfrm>
            <a:off x="977148" y="4139485"/>
            <a:ext cx="4087913" cy="2292590"/>
          </a:xfrm>
          <a:prstGeom prst="rect">
            <a:avLst/>
          </a:prstGeom>
          <a:effectLst>
            <a:outerShdw blurRad="50800" dist="38100" dir="5400000" algn="t" rotWithShape="0">
              <a:prstClr val="black">
                <a:alpha val="40000"/>
              </a:prstClr>
            </a:outerShdw>
          </a:effectLst>
        </p:spPr>
      </p:pic>
      <p:pic>
        <p:nvPicPr>
          <p:cNvPr id="27" name="Picture 26">
            <a:extLst>
              <a:ext uri="{FF2B5EF4-FFF2-40B4-BE49-F238E27FC236}">
                <a16:creationId xmlns:a16="http://schemas.microsoft.com/office/drawing/2014/main" id="{BA574962-DAC7-F10D-46EC-B0214047A81F}"/>
              </a:ext>
            </a:extLst>
          </p:cNvPr>
          <p:cNvPicPr>
            <a:picLocks noChangeAspect="1"/>
          </p:cNvPicPr>
          <p:nvPr/>
        </p:nvPicPr>
        <p:blipFill>
          <a:blip r:embed="rId6"/>
          <a:stretch>
            <a:fillRect/>
          </a:stretch>
        </p:blipFill>
        <p:spPr>
          <a:xfrm>
            <a:off x="5755341" y="1700957"/>
            <a:ext cx="5533610" cy="4731117"/>
          </a:xfrm>
          <a:prstGeom prst="rect">
            <a:avLst/>
          </a:prstGeom>
          <a:effectLst>
            <a:outerShdw blurRad="50800" dist="38100" dir="5400000" algn="t" rotWithShape="0">
              <a:prstClr val="black">
                <a:alpha val="40000"/>
              </a:prstClr>
            </a:outerShdw>
          </a:effectLst>
        </p:spPr>
      </p:pic>
      <p:pic>
        <p:nvPicPr>
          <p:cNvPr id="29" name="Picture 28">
            <a:extLst>
              <a:ext uri="{FF2B5EF4-FFF2-40B4-BE49-F238E27FC236}">
                <a16:creationId xmlns:a16="http://schemas.microsoft.com/office/drawing/2014/main" id="{9C47414C-5194-F895-ADE5-3E56F59072A6}"/>
              </a:ext>
            </a:extLst>
          </p:cNvPr>
          <p:cNvPicPr>
            <a:picLocks noChangeAspect="1"/>
          </p:cNvPicPr>
          <p:nvPr/>
        </p:nvPicPr>
        <p:blipFill>
          <a:blip r:embed="rId7"/>
          <a:stretch>
            <a:fillRect/>
          </a:stretch>
        </p:blipFill>
        <p:spPr>
          <a:xfrm>
            <a:off x="977148" y="1705386"/>
            <a:ext cx="4076800" cy="2293200"/>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3484207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E080F-A39F-5EE8-16E8-4E50F1993276}"/>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2BB2CDAA-F6EC-54BC-468C-4CD1BA404FEA}"/>
              </a:ext>
            </a:extLst>
          </p:cNvPr>
          <p:cNvGraphicFramePr>
            <a:graphicFrameLocks noChangeAspect="1"/>
          </p:cNvGraphicFramePr>
          <p:nvPr>
            <p:custDataLst>
              <p:tags r:id="rId1"/>
            </p:custDataLst>
            <p:extLst>
              <p:ext uri="{D42A27DB-BD31-4B8C-83A1-F6EECF244321}">
                <p14:modId xmlns:p14="http://schemas.microsoft.com/office/powerpoint/2010/main" val="30334812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2BB2CDAA-F6EC-54BC-468C-4CD1BA404FE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4ACA034D-2912-DC38-29FA-6858B4C3650C}"/>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4AFCF18E-30BD-95D4-31FC-7EC2CC9BF365}"/>
              </a:ext>
            </a:extLst>
          </p:cNvPr>
          <p:cNvSpPr>
            <a:spLocks noGrp="1"/>
          </p:cNvSpPr>
          <p:nvPr>
            <p:ph type="title"/>
          </p:nvPr>
        </p:nvSpPr>
        <p:spPr>
          <a:xfrm>
            <a:off x="514115" y="365126"/>
            <a:ext cx="8862967" cy="1081710"/>
          </a:xfrm>
        </p:spPr>
        <p:txBody>
          <a:bodyPr vert="horz">
            <a:normAutofit/>
          </a:bodyPr>
          <a:lstStyle/>
          <a:p>
            <a:r>
              <a:rPr lang="en-US" dirty="0"/>
              <a:t>Small preview of the phase 2 ‘</a:t>
            </a:r>
            <a:r>
              <a:rPr lang="en-GB" dirty="0"/>
              <a:t>Operating Model and Organization Design 6 Pillars’</a:t>
            </a:r>
            <a:r>
              <a:rPr lang="en-US" dirty="0"/>
              <a:t> </a:t>
            </a:r>
            <a:endParaRPr lang="en-US" b="0" dirty="0"/>
          </a:p>
        </p:txBody>
      </p:sp>
      <p:sp>
        <p:nvSpPr>
          <p:cNvPr id="54" name="Footer Placeholder 53">
            <a:extLst>
              <a:ext uri="{FF2B5EF4-FFF2-40B4-BE49-F238E27FC236}">
                <a16:creationId xmlns:a16="http://schemas.microsoft.com/office/drawing/2014/main" id="{133BA22A-CD68-C690-D492-D9ABD886D7C6}"/>
              </a:ext>
            </a:extLst>
          </p:cNvPr>
          <p:cNvSpPr>
            <a:spLocks noGrp="1"/>
          </p:cNvSpPr>
          <p:nvPr>
            <p:ph type="ftr" sz="quarter" idx="3"/>
          </p:nvPr>
        </p:nvSpPr>
        <p:spPr/>
        <p:txBody>
          <a:bodyPr/>
          <a:lstStyle/>
          <a:p>
            <a:r>
              <a:rPr lang="en-US" dirty="0"/>
              <a:t>Domont Consulting</a:t>
            </a:r>
          </a:p>
        </p:txBody>
      </p:sp>
      <p:sp>
        <p:nvSpPr>
          <p:cNvPr id="55" name="Slide Number Placeholder 54">
            <a:extLst>
              <a:ext uri="{FF2B5EF4-FFF2-40B4-BE49-F238E27FC236}">
                <a16:creationId xmlns:a16="http://schemas.microsoft.com/office/drawing/2014/main" id="{683816DA-2975-D181-2B5A-EF0D32850056}"/>
              </a:ext>
            </a:extLst>
          </p:cNvPr>
          <p:cNvSpPr>
            <a:spLocks noGrp="1"/>
          </p:cNvSpPr>
          <p:nvPr>
            <p:ph type="sldNum" sz="quarter" idx="4"/>
          </p:nvPr>
        </p:nvSpPr>
        <p:spPr/>
        <p:txBody>
          <a:bodyPr/>
          <a:lstStyle/>
          <a:p>
            <a:fld id="{37F5C94B-8C55-478B-B509-BAE6A06B2E2A}" type="slidenum">
              <a:rPr lang="en-US" smtClean="0"/>
              <a:pPr/>
              <a:t>12</a:t>
            </a:fld>
            <a:endParaRPr lang="en-US" dirty="0"/>
          </a:p>
        </p:txBody>
      </p:sp>
      <p:grpSp>
        <p:nvGrpSpPr>
          <p:cNvPr id="75" name="Group 74">
            <a:extLst>
              <a:ext uri="{FF2B5EF4-FFF2-40B4-BE49-F238E27FC236}">
                <a16:creationId xmlns:a16="http://schemas.microsoft.com/office/drawing/2014/main" id="{F947F318-A453-4008-E0C9-66FE109D06F2}"/>
              </a:ext>
            </a:extLst>
          </p:cNvPr>
          <p:cNvGrpSpPr/>
          <p:nvPr/>
        </p:nvGrpSpPr>
        <p:grpSpPr>
          <a:xfrm>
            <a:off x="9877648" y="317253"/>
            <a:ext cx="1695866" cy="1083089"/>
            <a:chOff x="9675628" y="224091"/>
            <a:chExt cx="1897886" cy="1212112"/>
          </a:xfrm>
        </p:grpSpPr>
        <p:sp>
          <p:nvSpPr>
            <p:cNvPr id="13" name="Rectangle: Rounded Corners 12">
              <a:extLst>
                <a:ext uri="{FF2B5EF4-FFF2-40B4-BE49-F238E27FC236}">
                  <a16:creationId xmlns:a16="http://schemas.microsoft.com/office/drawing/2014/main" id="{30D1D867-8D03-5482-ED5B-3E47DA18D764}"/>
                </a:ext>
              </a:extLst>
            </p:cNvPr>
            <p:cNvSpPr/>
            <p:nvPr/>
          </p:nvSpPr>
          <p:spPr>
            <a:xfrm>
              <a:off x="9675628" y="224091"/>
              <a:ext cx="1897886" cy="203653"/>
            </a:xfrm>
            <a:prstGeom prst="roundRect">
              <a:avLst>
                <a:gd name="adj" fmla="val 2394"/>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14" name="Rectangle: Rounded Corners 13">
              <a:extLst>
                <a:ext uri="{FF2B5EF4-FFF2-40B4-BE49-F238E27FC236}">
                  <a16:creationId xmlns:a16="http://schemas.microsoft.com/office/drawing/2014/main" id="{525E1997-B8D6-E768-5F9E-64D7F228269D}"/>
                </a:ext>
              </a:extLst>
            </p:cNvPr>
            <p:cNvSpPr/>
            <p:nvPr/>
          </p:nvSpPr>
          <p:spPr>
            <a:xfrm>
              <a:off x="9675628" y="466569"/>
              <a:ext cx="1897886" cy="545325"/>
            </a:xfrm>
            <a:prstGeom prst="roundRect">
              <a:avLst>
                <a:gd name="adj" fmla="val 60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b="1" dirty="0">
                <a:solidFill>
                  <a:schemeClr val="tx1"/>
                </a:solidFill>
              </a:endParaRPr>
            </a:p>
          </p:txBody>
        </p:sp>
        <p:sp>
          <p:nvSpPr>
            <p:cNvPr id="15" name="Rectangle: Rounded Corners 14">
              <a:extLst>
                <a:ext uri="{FF2B5EF4-FFF2-40B4-BE49-F238E27FC236}">
                  <a16:creationId xmlns:a16="http://schemas.microsoft.com/office/drawing/2014/main" id="{B4E2DA45-526A-4B4B-0DE4-464FCDB37AE1}"/>
                </a:ext>
              </a:extLst>
            </p:cNvPr>
            <p:cNvSpPr/>
            <p:nvPr/>
          </p:nvSpPr>
          <p:spPr>
            <a:xfrm>
              <a:off x="9675628" y="1135581"/>
              <a:ext cx="1897886" cy="46037"/>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sp>
          <p:nvSpPr>
            <p:cNvPr id="16" name="Rectangle: Rounded Corners 15">
              <a:extLst>
                <a:ext uri="{FF2B5EF4-FFF2-40B4-BE49-F238E27FC236}">
                  <a16:creationId xmlns:a16="http://schemas.microsoft.com/office/drawing/2014/main" id="{EC330DB9-1A6A-4295-9D58-265FF5240BB1}"/>
                </a:ext>
              </a:extLst>
            </p:cNvPr>
            <p:cNvSpPr/>
            <p:nvPr/>
          </p:nvSpPr>
          <p:spPr>
            <a:xfrm>
              <a:off x="9675628" y="1220443"/>
              <a:ext cx="1897886" cy="46037"/>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17" name="Rectangle: Rounded Corners 16">
              <a:extLst>
                <a:ext uri="{FF2B5EF4-FFF2-40B4-BE49-F238E27FC236}">
                  <a16:creationId xmlns:a16="http://schemas.microsoft.com/office/drawing/2014/main" id="{EA0EA802-534A-F3C0-4FB2-4D77B18B088A}"/>
                </a:ext>
              </a:extLst>
            </p:cNvPr>
            <p:cNvSpPr/>
            <p:nvPr/>
          </p:nvSpPr>
          <p:spPr>
            <a:xfrm>
              <a:off x="9675628" y="1305305"/>
              <a:ext cx="1897886" cy="46037"/>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sp>
          <p:nvSpPr>
            <p:cNvPr id="18" name="Rectangle: Rounded Corners 17">
              <a:extLst>
                <a:ext uri="{FF2B5EF4-FFF2-40B4-BE49-F238E27FC236}">
                  <a16:creationId xmlns:a16="http://schemas.microsoft.com/office/drawing/2014/main" id="{61411220-3C1B-E356-3505-9F842482FA95}"/>
                </a:ext>
              </a:extLst>
            </p:cNvPr>
            <p:cNvSpPr/>
            <p:nvPr/>
          </p:nvSpPr>
          <p:spPr>
            <a:xfrm>
              <a:off x="9675628" y="1050719"/>
              <a:ext cx="1897886" cy="46037"/>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28" name="Rectangle: Rounded Corners 27">
              <a:extLst>
                <a:ext uri="{FF2B5EF4-FFF2-40B4-BE49-F238E27FC236}">
                  <a16:creationId xmlns:a16="http://schemas.microsoft.com/office/drawing/2014/main" id="{CF235982-F6CA-F22C-21D9-138B9AA3197D}"/>
                </a:ext>
              </a:extLst>
            </p:cNvPr>
            <p:cNvSpPr/>
            <p:nvPr/>
          </p:nvSpPr>
          <p:spPr>
            <a:xfrm>
              <a:off x="9675628" y="1390166"/>
              <a:ext cx="1897886" cy="46037"/>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grpSp>
      <p:sp>
        <p:nvSpPr>
          <p:cNvPr id="76" name="Rectangle: Rounded Corners 75">
            <a:extLst>
              <a:ext uri="{FF2B5EF4-FFF2-40B4-BE49-F238E27FC236}">
                <a16:creationId xmlns:a16="http://schemas.microsoft.com/office/drawing/2014/main" id="{ABB99012-DEFF-0D25-3A11-2E44C1DA5F9C}"/>
              </a:ext>
            </a:extLst>
          </p:cNvPr>
          <p:cNvSpPr/>
          <p:nvPr/>
        </p:nvSpPr>
        <p:spPr>
          <a:xfrm>
            <a:off x="9956591" y="602405"/>
            <a:ext cx="43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78" name="Rectangle: Rounded Corners 77">
            <a:extLst>
              <a:ext uri="{FF2B5EF4-FFF2-40B4-BE49-F238E27FC236}">
                <a16:creationId xmlns:a16="http://schemas.microsoft.com/office/drawing/2014/main" id="{A069C60D-4384-72E9-DC24-55D6E62FC625}"/>
              </a:ext>
            </a:extLst>
          </p:cNvPr>
          <p:cNvSpPr/>
          <p:nvPr/>
        </p:nvSpPr>
        <p:spPr>
          <a:xfrm>
            <a:off x="10501787" y="602405"/>
            <a:ext cx="43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80" name="Rectangle: Rounded Corners 79">
            <a:extLst>
              <a:ext uri="{FF2B5EF4-FFF2-40B4-BE49-F238E27FC236}">
                <a16:creationId xmlns:a16="http://schemas.microsoft.com/office/drawing/2014/main" id="{774CC9DC-56A0-5090-9D2C-DAA972D2704B}"/>
              </a:ext>
            </a:extLst>
          </p:cNvPr>
          <p:cNvSpPr/>
          <p:nvPr/>
        </p:nvSpPr>
        <p:spPr>
          <a:xfrm>
            <a:off x="11046982" y="602405"/>
            <a:ext cx="43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82" name="Rectangle: Rounded Corners 81">
            <a:extLst>
              <a:ext uri="{FF2B5EF4-FFF2-40B4-BE49-F238E27FC236}">
                <a16:creationId xmlns:a16="http://schemas.microsoft.com/office/drawing/2014/main" id="{0F863181-A5A4-D1CC-1DBD-AE238DCCE0AD}"/>
              </a:ext>
            </a:extLst>
          </p:cNvPr>
          <p:cNvSpPr/>
          <p:nvPr/>
        </p:nvSpPr>
        <p:spPr>
          <a:xfrm>
            <a:off x="9956591" y="808802"/>
            <a:ext cx="43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83" name="Rectangle: Rounded Corners 82">
            <a:extLst>
              <a:ext uri="{FF2B5EF4-FFF2-40B4-BE49-F238E27FC236}">
                <a16:creationId xmlns:a16="http://schemas.microsoft.com/office/drawing/2014/main" id="{737FD126-547A-E61A-DFF5-7D0CDB80C7BD}"/>
              </a:ext>
            </a:extLst>
          </p:cNvPr>
          <p:cNvSpPr/>
          <p:nvPr/>
        </p:nvSpPr>
        <p:spPr>
          <a:xfrm>
            <a:off x="10501787" y="808802"/>
            <a:ext cx="43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84" name="Rectangle: Rounded Corners 83">
            <a:extLst>
              <a:ext uri="{FF2B5EF4-FFF2-40B4-BE49-F238E27FC236}">
                <a16:creationId xmlns:a16="http://schemas.microsoft.com/office/drawing/2014/main" id="{C2615BAE-23CA-B09D-7A8F-49696C195C2B}"/>
              </a:ext>
            </a:extLst>
          </p:cNvPr>
          <p:cNvSpPr/>
          <p:nvPr/>
        </p:nvSpPr>
        <p:spPr>
          <a:xfrm>
            <a:off x="11046982" y="808802"/>
            <a:ext cx="43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3" name="Arrow: Right 2">
            <a:extLst>
              <a:ext uri="{FF2B5EF4-FFF2-40B4-BE49-F238E27FC236}">
                <a16:creationId xmlns:a16="http://schemas.microsoft.com/office/drawing/2014/main" id="{0CEE0EA1-627A-0C6F-D75D-84B9B59394C8}"/>
              </a:ext>
            </a:extLst>
          </p:cNvPr>
          <p:cNvSpPr/>
          <p:nvPr/>
        </p:nvSpPr>
        <p:spPr>
          <a:xfrm>
            <a:off x="9649778" y="689022"/>
            <a:ext cx="188259" cy="204654"/>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10" name="Picture 9">
            <a:extLst>
              <a:ext uri="{FF2B5EF4-FFF2-40B4-BE49-F238E27FC236}">
                <a16:creationId xmlns:a16="http://schemas.microsoft.com/office/drawing/2014/main" id="{87BB0995-2B17-203E-7344-EB7088DE5FB9}"/>
              </a:ext>
            </a:extLst>
          </p:cNvPr>
          <p:cNvPicPr>
            <a:picLocks noChangeAspect="1"/>
          </p:cNvPicPr>
          <p:nvPr/>
        </p:nvPicPr>
        <p:blipFill>
          <a:blip r:embed="rId5"/>
          <a:stretch>
            <a:fillRect/>
          </a:stretch>
        </p:blipFill>
        <p:spPr>
          <a:xfrm>
            <a:off x="688980" y="1901276"/>
            <a:ext cx="3522582" cy="1981452"/>
          </a:xfrm>
          <a:prstGeom prst="rect">
            <a:avLst/>
          </a:prstGeom>
          <a:effectLst>
            <a:outerShdw blurRad="50800" dist="38100" dir="5400000" algn="t" rotWithShape="0">
              <a:prstClr val="black">
                <a:alpha val="40000"/>
              </a:prstClr>
            </a:outerShdw>
          </a:effectLst>
        </p:spPr>
      </p:pic>
      <p:pic>
        <p:nvPicPr>
          <p:cNvPr id="11" name="Picture 10">
            <a:extLst>
              <a:ext uri="{FF2B5EF4-FFF2-40B4-BE49-F238E27FC236}">
                <a16:creationId xmlns:a16="http://schemas.microsoft.com/office/drawing/2014/main" id="{67AB62C2-A02E-0F4F-A9DA-21F9B1B6702A}"/>
              </a:ext>
            </a:extLst>
          </p:cNvPr>
          <p:cNvPicPr>
            <a:picLocks noChangeAspect="1"/>
          </p:cNvPicPr>
          <p:nvPr/>
        </p:nvPicPr>
        <p:blipFill>
          <a:blip r:embed="rId6"/>
          <a:stretch>
            <a:fillRect/>
          </a:stretch>
        </p:blipFill>
        <p:spPr>
          <a:xfrm>
            <a:off x="688980" y="4187767"/>
            <a:ext cx="3522582" cy="1981452"/>
          </a:xfrm>
          <a:prstGeom prst="rect">
            <a:avLst/>
          </a:prstGeom>
          <a:effectLst>
            <a:outerShdw blurRad="50800" dist="38100" dir="5400000" algn="t" rotWithShape="0">
              <a:prstClr val="black">
                <a:alpha val="40000"/>
              </a:prstClr>
            </a:outerShdw>
          </a:effectLst>
        </p:spPr>
      </p:pic>
      <p:pic>
        <p:nvPicPr>
          <p:cNvPr id="19" name="Picture 18">
            <a:extLst>
              <a:ext uri="{FF2B5EF4-FFF2-40B4-BE49-F238E27FC236}">
                <a16:creationId xmlns:a16="http://schemas.microsoft.com/office/drawing/2014/main" id="{E08CFC86-D259-377D-A65C-83BA052A065E}"/>
              </a:ext>
            </a:extLst>
          </p:cNvPr>
          <p:cNvPicPr>
            <a:picLocks noChangeAspect="1"/>
          </p:cNvPicPr>
          <p:nvPr/>
        </p:nvPicPr>
        <p:blipFill>
          <a:blip r:embed="rId7"/>
          <a:stretch>
            <a:fillRect/>
          </a:stretch>
        </p:blipFill>
        <p:spPr>
          <a:xfrm>
            <a:off x="4329124" y="4203081"/>
            <a:ext cx="3522582" cy="1981452"/>
          </a:xfrm>
          <a:prstGeom prst="rect">
            <a:avLst/>
          </a:prstGeom>
          <a:effectLst>
            <a:outerShdw blurRad="50800" dist="38100" dir="5400000" algn="t" rotWithShape="0">
              <a:prstClr val="black">
                <a:alpha val="40000"/>
              </a:prstClr>
            </a:outerShdw>
          </a:effectLst>
        </p:spPr>
      </p:pic>
      <p:pic>
        <p:nvPicPr>
          <p:cNvPr id="20" name="Picture 19">
            <a:extLst>
              <a:ext uri="{FF2B5EF4-FFF2-40B4-BE49-F238E27FC236}">
                <a16:creationId xmlns:a16="http://schemas.microsoft.com/office/drawing/2014/main" id="{3C388A80-89BC-6FCC-8E01-55386FCA014A}"/>
              </a:ext>
            </a:extLst>
          </p:cNvPr>
          <p:cNvPicPr>
            <a:picLocks noChangeAspect="1"/>
          </p:cNvPicPr>
          <p:nvPr/>
        </p:nvPicPr>
        <p:blipFill>
          <a:blip r:embed="rId8"/>
          <a:stretch>
            <a:fillRect/>
          </a:stretch>
        </p:blipFill>
        <p:spPr>
          <a:xfrm>
            <a:off x="4333309" y="1901276"/>
            <a:ext cx="3522582" cy="1981452"/>
          </a:xfrm>
          <a:prstGeom prst="rect">
            <a:avLst/>
          </a:prstGeom>
          <a:effectLst>
            <a:outerShdw blurRad="50800" dist="38100" dir="5400000" algn="t" rotWithShape="0">
              <a:prstClr val="black">
                <a:alpha val="40000"/>
              </a:prstClr>
            </a:outerShdw>
          </a:effectLst>
        </p:spPr>
      </p:pic>
      <p:pic>
        <p:nvPicPr>
          <p:cNvPr id="21" name="Picture 20">
            <a:extLst>
              <a:ext uri="{FF2B5EF4-FFF2-40B4-BE49-F238E27FC236}">
                <a16:creationId xmlns:a16="http://schemas.microsoft.com/office/drawing/2014/main" id="{F2902A50-C12D-7300-CC0C-DF99FE696D5B}"/>
              </a:ext>
            </a:extLst>
          </p:cNvPr>
          <p:cNvPicPr>
            <a:picLocks noChangeAspect="1"/>
          </p:cNvPicPr>
          <p:nvPr/>
        </p:nvPicPr>
        <p:blipFill>
          <a:blip r:embed="rId9"/>
          <a:stretch>
            <a:fillRect/>
          </a:stretch>
        </p:blipFill>
        <p:spPr>
          <a:xfrm>
            <a:off x="7977638" y="1903533"/>
            <a:ext cx="3522582" cy="1981452"/>
          </a:xfrm>
          <a:prstGeom prst="rect">
            <a:avLst/>
          </a:prstGeom>
          <a:effectLst>
            <a:outerShdw blurRad="50800" dist="38100" dir="5400000" algn="t" rotWithShape="0">
              <a:prstClr val="black">
                <a:alpha val="40000"/>
              </a:prstClr>
            </a:outerShdw>
          </a:effectLst>
        </p:spPr>
      </p:pic>
      <p:pic>
        <p:nvPicPr>
          <p:cNvPr id="22" name="Picture 21">
            <a:extLst>
              <a:ext uri="{FF2B5EF4-FFF2-40B4-BE49-F238E27FC236}">
                <a16:creationId xmlns:a16="http://schemas.microsoft.com/office/drawing/2014/main" id="{922DDB17-3882-9BC5-6E06-A56B1641BA70}"/>
              </a:ext>
            </a:extLst>
          </p:cNvPr>
          <p:cNvPicPr>
            <a:picLocks noChangeAspect="1"/>
          </p:cNvPicPr>
          <p:nvPr/>
        </p:nvPicPr>
        <p:blipFill>
          <a:blip r:embed="rId10"/>
          <a:stretch>
            <a:fillRect/>
          </a:stretch>
        </p:blipFill>
        <p:spPr>
          <a:xfrm>
            <a:off x="7977638" y="4203081"/>
            <a:ext cx="3522582" cy="1981452"/>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8043467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9B8FE-FB77-CE89-D98B-AE7716D8A2C2}"/>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45C3991-B7FF-6B87-3E2F-B8F73A5E79ED}"/>
              </a:ext>
            </a:extLst>
          </p:cNvPr>
          <p:cNvGraphicFramePr>
            <a:graphicFrameLocks noChangeAspect="1"/>
          </p:cNvGraphicFramePr>
          <p:nvPr>
            <p:custDataLst>
              <p:tags r:id="rId1"/>
            </p:custDataLst>
            <p:extLst>
              <p:ext uri="{D42A27DB-BD31-4B8C-83A1-F6EECF244321}">
                <p14:modId xmlns:p14="http://schemas.microsoft.com/office/powerpoint/2010/main" val="6995132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45C3991-B7FF-6B87-3E2F-B8F73A5E79E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F8D47105-82E7-A365-7E1D-C88C25030CC7}"/>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14AF5A00-DB34-EF8E-82CD-9B9574C1D3D0}"/>
              </a:ext>
            </a:extLst>
          </p:cNvPr>
          <p:cNvSpPr>
            <a:spLocks noGrp="1"/>
          </p:cNvSpPr>
          <p:nvPr>
            <p:ph type="title"/>
          </p:nvPr>
        </p:nvSpPr>
        <p:spPr>
          <a:xfrm>
            <a:off x="514115" y="365126"/>
            <a:ext cx="8862967" cy="1081710"/>
          </a:xfrm>
        </p:spPr>
        <p:txBody>
          <a:bodyPr vert="horz">
            <a:normAutofit/>
          </a:bodyPr>
          <a:lstStyle/>
          <a:p>
            <a:r>
              <a:rPr lang="en-US" dirty="0"/>
              <a:t>Small preview of the phase 3 ‘</a:t>
            </a:r>
            <a:r>
              <a:rPr lang="en-GB" dirty="0"/>
              <a:t>List of Potential Initiatives for each Pillar’</a:t>
            </a:r>
            <a:endParaRPr lang="en-US" b="0" dirty="0"/>
          </a:p>
        </p:txBody>
      </p:sp>
      <p:sp>
        <p:nvSpPr>
          <p:cNvPr id="54" name="Footer Placeholder 53">
            <a:extLst>
              <a:ext uri="{FF2B5EF4-FFF2-40B4-BE49-F238E27FC236}">
                <a16:creationId xmlns:a16="http://schemas.microsoft.com/office/drawing/2014/main" id="{A8CD603A-EDBD-6C91-9DEC-0BA2CB20920B}"/>
              </a:ext>
            </a:extLst>
          </p:cNvPr>
          <p:cNvSpPr>
            <a:spLocks noGrp="1"/>
          </p:cNvSpPr>
          <p:nvPr>
            <p:ph type="ftr" sz="quarter" idx="3"/>
          </p:nvPr>
        </p:nvSpPr>
        <p:spPr/>
        <p:txBody>
          <a:bodyPr/>
          <a:lstStyle/>
          <a:p>
            <a:r>
              <a:rPr lang="en-US" dirty="0"/>
              <a:t>Domont Consulting</a:t>
            </a:r>
          </a:p>
        </p:txBody>
      </p:sp>
      <p:sp>
        <p:nvSpPr>
          <p:cNvPr id="55" name="Slide Number Placeholder 54">
            <a:extLst>
              <a:ext uri="{FF2B5EF4-FFF2-40B4-BE49-F238E27FC236}">
                <a16:creationId xmlns:a16="http://schemas.microsoft.com/office/drawing/2014/main" id="{8264DC1C-EAB1-9B8E-4E5D-FA2F4CF5578B}"/>
              </a:ext>
            </a:extLst>
          </p:cNvPr>
          <p:cNvSpPr>
            <a:spLocks noGrp="1"/>
          </p:cNvSpPr>
          <p:nvPr>
            <p:ph type="sldNum" sz="quarter" idx="4"/>
          </p:nvPr>
        </p:nvSpPr>
        <p:spPr/>
        <p:txBody>
          <a:bodyPr/>
          <a:lstStyle/>
          <a:p>
            <a:fld id="{37F5C94B-8C55-478B-B509-BAE6A06B2E2A}" type="slidenum">
              <a:rPr lang="en-US" smtClean="0"/>
              <a:pPr/>
              <a:t>13</a:t>
            </a:fld>
            <a:endParaRPr lang="en-US" dirty="0"/>
          </a:p>
        </p:txBody>
      </p:sp>
      <p:grpSp>
        <p:nvGrpSpPr>
          <p:cNvPr id="75" name="Group 74">
            <a:extLst>
              <a:ext uri="{FF2B5EF4-FFF2-40B4-BE49-F238E27FC236}">
                <a16:creationId xmlns:a16="http://schemas.microsoft.com/office/drawing/2014/main" id="{03FC3654-4D00-2F74-DD86-73DCFAD5E012}"/>
              </a:ext>
            </a:extLst>
          </p:cNvPr>
          <p:cNvGrpSpPr/>
          <p:nvPr/>
        </p:nvGrpSpPr>
        <p:grpSpPr>
          <a:xfrm>
            <a:off x="9877648" y="317253"/>
            <a:ext cx="1695866" cy="1083089"/>
            <a:chOff x="9675628" y="224091"/>
            <a:chExt cx="1897886" cy="1212112"/>
          </a:xfrm>
        </p:grpSpPr>
        <p:sp>
          <p:nvSpPr>
            <p:cNvPr id="13" name="Rectangle: Rounded Corners 12">
              <a:extLst>
                <a:ext uri="{FF2B5EF4-FFF2-40B4-BE49-F238E27FC236}">
                  <a16:creationId xmlns:a16="http://schemas.microsoft.com/office/drawing/2014/main" id="{3FD03BEB-A9FF-63A1-E65B-FEF017B2AD75}"/>
                </a:ext>
              </a:extLst>
            </p:cNvPr>
            <p:cNvSpPr/>
            <p:nvPr/>
          </p:nvSpPr>
          <p:spPr>
            <a:xfrm>
              <a:off x="9675628" y="224091"/>
              <a:ext cx="1897886" cy="203653"/>
            </a:xfrm>
            <a:prstGeom prst="roundRect">
              <a:avLst>
                <a:gd name="adj" fmla="val 2394"/>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14" name="Rectangle: Rounded Corners 13">
              <a:extLst>
                <a:ext uri="{FF2B5EF4-FFF2-40B4-BE49-F238E27FC236}">
                  <a16:creationId xmlns:a16="http://schemas.microsoft.com/office/drawing/2014/main" id="{C577753B-022B-3CBE-70C1-7AACCC83AFAE}"/>
                </a:ext>
              </a:extLst>
            </p:cNvPr>
            <p:cNvSpPr/>
            <p:nvPr/>
          </p:nvSpPr>
          <p:spPr>
            <a:xfrm>
              <a:off x="9675628" y="466569"/>
              <a:ext cx="1897886" cy="545325"/>
            </a:xfrm>
            <a:prstGeom prst="roundRect">
              <a:avLst>
                <a:gd name="adj" fmla="val 609"/>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15" name="Rectangle: Rounded Corners 14">
              <a:extLst>
                <a:ext uri="{FF2B5EF4-FFF2-40B4-BE49-F238E27FC236}">
                  <a16:creationId xmlns:a16="http://schemas.microsoft.com/office/drawing/2014/main" id="{23F59EB8-0AD8-1096-BA9D-58666FD618B4}"/>
                </a:ext>
              </a:extLst>
            </p:cNvPr>
            <p:cNvSpPr/>
            <p:nvPr/>
          </p:nvSpPr>
          <p:spPr>
            <a:xfrm>
              <a:off x="9675628" y="1135581"/>
              <a:ext cx="1897886" cy="46037"/>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16" name="Rectangle: Rounded Corners 15">
              <a:extLst>
                <a:ext uri="{FF2B5EF4-FFF2-40B4-BE49-F238E27FC236}">
                  <a16:creationId xmlns:a16="http://schemas.microsoft.com/office/drawing/2014/main" id="{591D8599-95D6-AF6C-3E08-2E64AF8FB6BF}"/>
                </a:ext>
              </a:extLst>
            </p:cNvPr>
            <p:cNvSpPr/>
            <p:nvPr/>
          </p:nvSpPr>
          <p:spPr>
            <a:xfrm>
              <a:off x="9675628" y="1220443"/>
              <a:ext cx="1897886" cy="46037"/>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17" name="Rectangle: Rounded Corners 16">
              <a:extLst>
                <a:ext uri="{FF2B5EF4-FFF2-40B4-BE49-F238E27FC236}">
                  <a16:creationId xmlns:a16="http://schemas.microsoft.com/office/drawing/2014/main" id="{EC0E4300-2135-1607-5336-CF4F1113784E}"/>
                </a:ext>
              </a:extLst>
            </p:cNvPr>
            <p:cNvSpPr/>
            <p:nvPr/>
          </p:nvSpPr>
          <p:spPr>
            <a:xfrm>
              <a:off x="9675628" y="1305305"/>
              <a:ext cx="1897886" cy="46037"/>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sp>
          <p:nvSpPr>
            <p:cNvPr id="18" name="Rectangle: Rounded Corners 17">
              <a:extLst>
                <a:ext uri="{FF2B5EF4-FFF2-40B4-BE49-F238E27FC236}">
                  <a16:creationId xmlns:a16="http://schemas.microsoft.com/office/drawing/2014/main" id="{4AFC38AC-426D-A09E-0892-8CACB2756F5F}"/>
                </a:ext>
              </a:extLst>
            </p:cNvPr>
            <p:cNvSpPr/>
            <p:nvPr/>
          </p:nvSpPr>
          <p:spPr>
            <a:xfrm>
              <a:off x="9675628" y="1050719"/>
              <a:ext cx="1897886" cy="46037"/>
            </a:xfrm>
            <a:prstGeom prst="roundRect">
              <a:avLst>
                <a:gd name="adj" fmla="val 929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28" name="Rectangle: Rounded Corners 27">
              <a:extLst>
                <a:ext uri="{FF2B5EF4-FFF2-40B4-BE49-F238E27FC236}">
                  <a16:creationId xmlns:a16="http://schemas.microsoft.com/office/drawing/2014/main" id="{68573292-83C6-B252-974A-4CB9364E8BD6}"/>
                </a:ext>
              </a:extLst>
            </p:cNvPr>
            <p:cNvSpPr/>
            <p:nvPr/>
          </p:nvSpPr>
          <p:spPr>
            <a:xfrm>
              <a:off x="9675628" y="1390166"/>
              <a:ext cx="1897886" cy="46037"/>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grpSp>
      <p:sp>
        <p:nvSpPr>
          <p:cNvPr id="76" name="Rectangle: Rounded Corners 75">
            <a:extLst>
              <a:ext uri="{FF2B5EF4-FFF2-40B4-BE49-F238E27FC236}">
                <a16:creationId xmlns:a16="http://schemas.microsoft.com/office/drawing/2014/main" id="{E926EE00-E260-5217-5403-E28A1A80321B}"/>
              </a:ext>
            </a:extLst>
          </p:cNvPr>
          <p:cNvSpPr/>
          <p:nvPr/>
        </p:nvSpPr>
        <p:spPr>
          <a:xfrm>
            <a:off x="9956591" y="602405"/>
            <a:ext cx="43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78" name="Rectangle: Rounded Corners 77">
            <a:extLst>
              <a:ext uri="{FF2B5EF4-FFF2-40B4-BE49-F238E27FC236}">
                <a16:creationId xmlns:a16="http://schemas.microsoft.com/office/drawing/2014/main" id="{13076492-9CA3-AC87-D7B0-9E498A80CE42}"/>
              </a:ext>
            </a:extLst>
          </p:cNvPr>
          <p:cNvSpPr/>
          <p:nvPr/>
        </p:nvSpPr>
        <p:spPr>
          <a:xfrm>
            <a:off x="10501787" y="602405"/>
            <a:ext cx="43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80" name="Rectangle: Rounded Corners 79">
            <a:extLst>
              <a:ext uri="{FF2B5EF4-FFF2-40B4-BE49-F238E27FC236}">
                <a16:creationId xmlns:a16="http://schemas.microsoft.com/office/drawing/2014/main" id="{EA82571E-98BD-EE5B-547C-89F982FD660E}"/>
              </a:ext>
            </a:extLst>
          </p:cNvPr>
          <p:cNvSpPr/>
          <p:nvPr/>
        </p:nvSpPr>
        <p:spPr>
          <a:xfrm>
            <a:off x="11046982" y="602405"/>
            <a:ext cx="43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82" name="Rectangle: Rounded Corners 81">
            <a:extLst>
              <a:ext uri="{FF2B5EF4-FFF2-40B4-BE49-F238E27FC236}">
                <a16:creationId xmlns:a16="http://schemas.microsoft.com/office/drawing/2014/main" id="{9CD16532-9395-19A2-E3E0-E2A1BEA47C3D}"/>
              </a:ext>
            </a:extLst>
          </p:cNvPr>
          <p:cNvSpPr/>
          <p:nvPr/>
        </p:nvSpPr>
        <p:spPr>
          <a:xfrm>
            <a:off x="9956591" y="808802"/>
            <a:ext cx="43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83" name="Rectangle: Rounded Corners 82">
            <a:extLst>
              <a:ext uri="{FF2B5EF4-FFF2-40B4-BE49-F238E27FC236}">
                <a16:creationId xmlns:a16="http://schemas.microsoft.com/office/drawing/2014/main" id="{A1C164E4-AFDC-EB1A-9BE8-7F725C59BE06}"/>
              </a:ext>
            </a:extLst>
          </p:cNvPr>
          <p:cNvSpPr/>
          <p:nvPr/>
        </p:nvSpPr>
        <p:spPr>
          <a:xfrm>
            <a:off x="10501787" y="808802"/>
            <a:ext cx="43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84" name="Rectangle: Rounded Corners 83">
            <a:extLst>
              <a:ext uri="{FF2B5EF4-FFF2-40B4-BE49-F238E27FC236}">
                <a16:creationId xmlns:a16="http://schemas.microsoft.com/office/drawing/2014/main" id="{7FF2FD18-EC49-FDD3-2E3D-96FF5F934263}"/>
              </a:ext>
            </a:extLst>
          </p:cNvPr>
          <p:cNvSpPr/>
          <p:nvPr/>
        </p:nvSpPr>
        <p:spPr>
          <a:xfrm>
            <a:off x="11046982" y="808802"/>
            <a:ext cx="43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3" name="Arrow: Right 2">
            <a:extLst>
              <a:ext uri="{FF2B5EF4-FFF2-40B4-BE49-F238E27FC236}">
                <a16:creationId xmlns:a16="http://schemas.microsoft.com/office/drawing/2014/main" id="{F3AC1E54-5347-629D-50D4-FFE35B425244}"/>
              </a:ext>
            </a:extLst>
          </p:cNvPr>
          <p:cNvSpPr/>
          <p:nvPr/>
        </p:nvSpPr>
        <p:spPr>
          <a:xfrm>
            <a:off x="9649778" y="966925"/>
            <a:ext cx="188259" cy="204654"/>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37" name="Picture 36">
            <a:extLst>
              <a:ext uri="{FF2B5EF4-FFF2-40B4-BE49-F238E27FC236}">
                <a16:creationId xmlns:a16="http://schemas.microsoft.com/office/drawing/2014/main" id="{0E925093-D1FA-2AC7-5C6A-C9FDAB509E51}"/>
              </a:ext>
            </a:extLst>
          </p:cNvPr>
          <p:cNvPicPr>
            <a:picLocks noChangeAspect="1"/>
          </p:cNvPicPr>
          <p:nvPr/>
        </p:nvPicPr>
        <p:blipFill>
          <a:blip r:embed="rId5"/>
          <a:stretch>
            <a:fillRect/>
          </a:stretch>
        </p:blipFill>
        <p:spPr>
          <a:xfrm>
            <a:off x="983354" y="2175365"/>
            <a:ext cx="4872446" cy="3514391"/>
          </a:xfrm>
          <a:prstGeom prst="rect">
            <a:avLst/>
          </a:prstGeom>
          <a:effectLst>
            <a:outerShdw blurRad="50800" dist="38100" dir="5400000" algn="t" rotWithShape="0">
              <a:prstClr val="black">
                <a:alpha val="40000"/>
              </a:prstClr>
            </a:outerShdw>
          </a:effectLst>
        </p:spPr>
      </p:pic>
      <p:pic>
        <p:nvPicPr>
          <p:cNvPr id="42" name="Picture 41">
            <a:extLst>
              <a:ext uri="{FF2B5EF4-FFF2-40B4-BE49-F238E27FC236}">
                <a16:creationId xmlns:a16="http://schemas.microsoft.com/office/drawing/2014/main" id="{AC9882FB-B1FA-3A70-D620-10B1A6D929B0}"/>
              </a:ext>
            </a:extLst>
          </p:cNvPr>
          <p:cNvPicPr>
            <a:picLocks noChangeAspect="1"/>
          </p:cNvPicPr>
          <p:nvPr/>
        </p:nvPicPr>
        <p:blipFill>
          <a:blip r:embed="rId6"/>
          <a:stretch>
            <a:fillRect/>
          </a:stretch>
        </p:blipFill>
        <p:spPr>
          <a:xfrm>
            <a:off x="6649460" y="2766989"/>
            <a:ext cx="4559186" cy="2560491"/>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13715430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5F39A-275C-77F8-068E-0E659DFAC32A}"/>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48FD7E6-B4EA-F193-4D55-92085155890E}"/>
              </a:ext>
            </a:extLst>
          </p:cNvPr>
          <p:cNvGraphicFramePr>
            <a:graphicFrameLocks noChangeAspect="1"/>
          </p:cNvGraphicFramePr>
          <p:nvPr>
            <p:custDataLst>
              <p:tags r:id="rId1"/>
            </p:custDataLst>
            <p:extLst>
              <p:ext uri="{D42A27DB-BD31-4B8C-83A1-F6EECF244321}">
                <p14:modId xmlns:p14="http://schemas.microsoft.com/office/powerpoint/2010/main" val="38748243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E48FD7E6-B4EA-F193-4D55-92085155890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C6367CD7-4DBB-DF05-6E71-269F5F2212CF}"/>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B767A495-449D-74CE-C6A5-1D89867B310D}"/>
              </a:ext>
            </a:extLst>
          </p:cNvPr>
          <p:cNvSpPr>
            <a:spLocks noGrp="1"/>
          </p:cNvSpPr>
          <p:nvPr>
            <p:ph type="title"/>
          </p:nvPr>
        </p:nvSpPr>
        <p:spPr>
          <a:xfrm>
            <a:off x="514115" y="365126"/>
            <a:ext cx="8862967" cy="1081710"/>
          </a:xfrm>
        </p:spPr>
        <p:txBody>
          <a:bodyPr vert="horz">
            <a:normAutofit/>
          </a:bodyPr>
          <a:lstStyle/>
          <a:p>
            <a:r>
              <a:rPr lang="en-US" dirty="0"/>
              <a:t>Small preview of the phase </a:t>
            </a:r>
            <a:r>
              <a:rPr lang="en-GB" dirty="0"/>
              <a:t>4 ‘Business cases and financial models to assess potential initiatives’</a:t>
            </a:r>
            <a:endParaRPr lang="en-US" b="0" dirty="0"/>
          </a:p>
        </p:txBody>
      </p:sp>
      <p:sp>
        <p:nvSpPr>
          <p:cNvPr id="54" name="Footer Placeholder 53">
            <a:extLst>
              <a:ext uri="{FF2B5EF4-FFF2-40B4-BE49-F238E27FC236}">
                <a16:creationId xmlns:a16="http://schemas.microsoft.com/office/drawing/2014/main" id="{077D3812-94AF-617C-7D73-69BB3C8A41D2}"/>
              </a:ext>
            </a:extLst>
          </p:cNvPr>
          <p:cNvSpPr>
            <a:spLocks noGrp="1"/>
          </p:cNvSpPr>
          <p:nvPr>
            <p:ph type="ftr" sz="quarter" idx="3"/>
          </p:nvPr>
        </p:nvSpPr>
        <p:spPr/>
        <p:txBody>
          <a:bodyPr/>
          <a:lstStyle/>
          <a:p>
            <a:r>
              <a:rPr lang="en-US" dirty="0"/>
              <a:t>Domont Consulting</a:t>
            </a:r>
          </a:p>
        </p:txBody>
      </p:sp>
      <p:sp>
        <p:nvSpPr>
          <p:cNvPr id="55" name="Slide Number Placeholder 54">
            <a:extLst>
              <a:ext uri="{FF2B5EF4-FFF2-40B4-BE49-F238E27FC236}">
                <a16:creationId xmlns:a16="http://schemas.microsoft.com/office/drawing/2014/main" id="{36DF8D48-A876-243D-63D0-4109AB5BD892}"/>
              </a:ext>
            </a:extLst>
          </p:cNvPr>
          <p:cNvSpPr>
            <a:spLocks noGrp="1"/>
          </p:cNvSpPr>
          <p:nvPr>
            <p:ph type="sldNum" sz="quarter" idx="4"/>
          </p:nvPr>
        </p:nvSpPr>
        <p:spPr/>
        <p:txBody>
          <a:bodyPr/>
          <a:lstStyle/>
          <a:p>
            <a:fld id="{37F5C94B-8C55-478B-B509-BAE6A06B2E2A}" type="slidenum">
              <a:rPr lang="en-US" smtClean="0"/>
              <a:pPr/>
              <a:t>14</a:t>
            </a:fld>
            <a:endParaRPr lang="en-US" dirty="0"/>
          </a:p>
        </p:txBody>
      </p:sp>
      <p:grpSp>
        <p:nvGrpSpPr>
          <p:cNvPr id="75" name="Group 74">
            <a:extLst>
              <a:ext uri="{FF2B5EF4-FFF2-40B4-BE49-F238E27FC236}">
                <a16:creationId xmlns:a16="http://schemas.microsoft.com/office/drawing/2014/main" id="{6A146AF9-233A-1E7A-FA09-31A322DF5885}"/>
              </a:ext>
            </a:extLst>
          </p:cNvPr>
          <p:cNvGrpSpPr/>
          <p:nvPr/>
        </p:nvGrpSpPr>
        <p:grpSpPr>
          <a:xfrm>
            <a:off x="9877648" y="317253"/>
            <a:ext cx="1695866" cy="1083089"/>
            <a:chOff x="9675628" y="224091"/>
            <a:chExt cx="1897886" cy="1212112"/>
          </a:xfrm>
        </p:grpSpPr>
        <p:sp>
          <p:nvSpPr>
            <p:cNvPr id="13" name="Rectangle: Rounded Corners 12">
              <a:extLst>
                <a:ext uri="{FF2B5EF4-FFF2-40B4-BE49-F238E27FC236}">
                  <a16:creationId xmlns:a16="http://schemas.microsoft.com/office/drawing/2014/main" id="{7183250C-8452-F9D0-0AF8-DD72610917EA}"/>
                </a:ext>
              </a:extLst>
            </p:cNvPr>
            <p:cNvSpPr/>
            <p:nvPr/>
          </p:nvSpPr>
          <p:spPr>
            <a:xfrm>
              <a:off x="9675628" y="224091"/>
              <a:ext cx="1897886" cy="203653"/>
            </a:xfrm>
            <a:prstGeom prst="roundRect">
              <a:avLst>
                <a:gd name="adj" fmla="val 2394"/>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14" name="Rectangle: Rounded Corners 13">
              <a:extLst>
                <a:ext uri="{FF2B5EF4-FFF2-40B4-BE49-F238E27FC236}">
                  <a16:creationId xmlns:a16="http://schemas.microsoft.com/office/drawing/2014/main" id="{CF98DD34-E52D-D4D3-C362-9619CB009DCD}"/>
                </a:ext>
              </a:extLst>
            </p:cNvPr>
            <p:cNvSpPr/>
            <p:nvPr/>
          </p:nvSpPr>
          <p:spPr>
            <a:xfrm>
              <a:off x="9675628" y="466569"/>
              <a:ext cx="1897886" cy="545325"/>
            </a:xfrm>
            <a:prstGeom prst="roundRect">
              <a:avLst>
                <a:gd name="adj" fmla="val 609"/>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15" name="Rectangle: Rounded Corners 14">
              <a:extLst>
                <a:ext uri="{FF2B5EF4-FFF2-40B4-BE49-F238E27FC236}">
                  <a16:creationId xmlns:a16="http://schemas.microsoft.com/office/drawing/2014/main" id="{F75EACB4-26CF-8EDE-B7A6-CAEFBEE45D3D}"/>
                </a:ext>
              </a:extLst>
            </p:cNvPr>
            <p:cNvSpPr/>
            <p:nvPr/>
          </p:nvSpPr>
          <p:spPr>
            <a:xfrm>
              <a:off x="9675628" y="1135581"/>
              <a:ext cx="1897886" cy="46037"/>
            </a:xfrm>
            <a:prstGeom prst="roundRect">
              <a:avLst>
                <a:gd name="adj" fmla="val 929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sp>
          <p:nvSpPr>
            <p:cNvPr id="16" name="Rectangle: Rounded Corners 15">
              <a:extLst>
                <a:ext uri="{FF2B5EF4-FFF2-40B4-BE49-F238E27FC236}">
                  <a16:creationId xmlns:a16="http://schemas.microsoft.com/office/drawing/2014/main" id="{E079507B-D18C-AD9E-3AF9-57F59F3D0D11}"/>
                </a:ext>
              </a:extLst>
            </p:cNvPr>
            <p:cNvSpPr/>
            <p:nvPr/>
          </p:nvSpPr>
          <p:spPr>
            <a:xfrm>
              <a:off x="9675628" y="1220443"/>
              <a:ext cx="1897886" cy="46037"/>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17" name="Rectangle: Rounded Corners 16">
              <a:extLst>
                <a:ext uri="{FF2B5EF4-FFF2-40B4-BE49-F238E27FC236}">
                  <a16:creationId xmlns:a16="http://schemas.microsoft.com/office/drawing/2014/main" id="{683014FE-FF88-F8D1-132C-30E7C48CDEEC}"/>
                </a:ext>
              </a:extLst>
            </p:cNvPr>
            <p:cNvSpPr/>
            <p:nvPr/>
          </p:nvSpPr>
          <p:spPr>
            <a:xfrm>
              <a:off x="9675628" y="1305305"/>
              <a:ext cx="1897886" cy="46037"/>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sp>
          <p:nvSpPr>
            <p:cNvPr id="18" name="Rectangle: Rounded Corners 17">
              <a:extLst>
                <a:ext uri="{FF2B5EF4-FFF2-40B4-BE49-F238E27FC236}">
                  <a16:creationId xmlns:a16="http://schemas.microsoft.com/office/drawing/2014/main" id="{3DCD4DBB-B2AF-EB00-231F-0F92A644202F}"/>
                </a:ext>
              </a:extLst>
            </p:cNvPr>
            <p:cNvSpPr/>
            <p:nvPr/>
          </p:nvSpPr>
          <p:spPr>
            <a:xfrm>
              <a:off x="9675628" y="1050719"/>
              <a:ext cx="1897886" cy="46037"/>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28" name="Rectangle: Rounded Corners 27">
              <a:extLst>
                <a:ext uri="{FF2B5EF4-FFF2-40B4-BE49-F238E27FC236}">
                  <a16:creationId xmlns:a16="http://schemas.microsoft.com/office/drawing/2014/main" id="{06397AE5-955E-4E98-E472-5F10C415C5EB}"/>
                </a:ext>
              </a:extLst>
            </p:cNvPr>
            <p:cNvSpPr/>
            <p:nvPr/>
          </p:nvSpPr>
          <p:spPr>
            <a:xfrm>
              <a:off x="9675628" y="1390166"/>
              <a:ext cx="1897886" cy="46037"/>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grpSp>
      <p:sp>
        <p:nvSpPr>
          <p:cNvPr id="76" name="Rectangle: Rounded Corners 75">
            <a:extLst>
              <a:ext uri="{FF2B5EF4-FFF2-40B4-BE49-F238E27FC236}">
                <a16:creationId xmlns:a16="http://schemas.microsoft.com/office/drawing/2014/main" id="{EEBCDFC0-9851-481D-0F88-0AE6BFD69D66}"/>
              </a:ext>
            </a:extLst>
          </p:cNvPr>
          <p:cNvSpPr/>
          <p:nvPr/>
        </p:nvSpPr>
        <p:spPr>
          <a:xfrm>
            <a:off x="9956591" y="602405"/>
            <a:ext cx="43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78" name="Rectangle: Rounded Corners 77">
            <a:extLst>
              <a:ext uri="{FF2B5EF4-FFF2-40B4-BE49-F238E27FC236}">
                <a16:creationId xmlns:a16="http://schemas.microsoft.com/office/drawing/2014/main" id="{4E05353E-4B56-AC54-F9E4-BB2A70282B70}"/>
              </a:ext>
            </a:extLst>
          </p:cNvPr>
          <p:cNvSpPr/>
          <p:nvPr/>
        </p:nvSpPr>
        <p:spPr>
          <a:xfrm>
            <a:off x="10501787" y="602405"/>
            <a:ext cx="43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80" name="Rectangle: Rounded Corners 79">
            <a:extLst>
              <a:ext uri="{FF2B5EF4-FFF2-40B4-BE49-F238E27FC236}">
                <a16:creationId xmlns:a16="http://schemas.microsoft.com/office/drawing/2014/main" id="{9D8C17A1-66E6-CADA-BF83-ADD45638AD42}"/>
              </a:ext>
            </a:extLst>
          </p:cNvPr>
          <p:cNvSpPr/>
          <p:nvPr/>
        </p:nvSpPr>
        <p:spPr>
          <a:xfrm>
            <a:off x="11046982" y="602405"/>
            <a:ext cx="43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82" name="Rectangle: Rounded Corners 81">
            <a:extLst>
              <a:ext uri="{FF2B5EF4-FFF2-40B4-BE49-F238E27FC236}">
                <a16:creationId xmlns:a16="http://schemas.microsoft.com/office/drawing/2014/main" id="{DFCE449C-92EB-9A0C-D15A-44092DD35F0C}"/>
              </a:ext>
            </a:extLst>
          </p:cNvPr>
          <p:cNvSpPr/>
          <p:nvPr/>
        </p:nvSpPr>
        <p:spPr>
          <a:xfrm>
            <a:off x="9956591" y="808802"/>
            <a:ext cx="43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83" name="Rectangle: Rounded Corners 82">
            <a:extLst>
              <a:ext uri="{FF2B5EF4-FFF2-40B4-BE49-F238E27FC236}">
                <a16:creationId xmlns:a16="http://schemas.microsoft.com/office/drawing/2014/main" id="{F82BCBFF-2525-FE01-582B-EADCF8558551}"/>
              </a:ext>
            </a:extLst>
          </p:cNvPr>
          <p:cNvSpPr/>
          <p:nvPr/>
        </p:nvSpPr>
        <p:spPr>
          <a:xfrm>
            <a:off x="10501787" y="808802"/>
            <a:ext cx="43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84" name="Rectangle: Rounded Corners 83">
            <a:extLst>
              <a:ext uri="{FF2B5EF4-FFF2-40B4-BE49-F238E27FC236}">
                <a16:creationId xmlns:a16="http://schemas.microsoft.com/office/drawing/2014/main" id="{7D23B487-612F-9662-3B7C-FDB10DBCF141}"/>
              </a:ext>
            </a:extLst>
          </p:cNvPr>
          <p:cNvSpPr/>
          <p:nvPr/>
        </p:nvSpPr>
        <p:spPr>
          <a:xfrm>
            <a:off x="11046982" y="808802"/>
            <a:ext cx="43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3" name="Arrow: Right 2">
            <a:extLst>
              <a:ext uri="{FF2B5EF4-FFF2-40B4-BE49-F238E27FC236}">
                <a16:creationId xmlns:a16="http://schemas.microsoft.com/office/drawing/2014/main" id="{A2496C32-9169-9547-EFBC-EB7FFDC1059E}"/>
              </a:ext>
            </a:extLst>
          </p:cNvPr>
          <p:cNvSpPr/>
          <p:nvPr/>
        </p:nvSpPr>
        <p:spPr>
          <a:xfrm>
            <a:off x="9649778" y="1047610"/>
            <a:ext cx="188259" cy="204654"/>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8" name="Picture 7">
            <a:extLst>
              <a:ext uri="{FF2B5EF4-FFF2-40B4-BE49-F238E27FC236}">
                <a16:creationId xmlns:a16="http://schemas.microsoft.com/office/drawing/2014/main" id="{B31B7CDD-FDF0-3863-2280-58802DE7D866}"/>
              </a:ext>
            </a:extLst>
          </p:cNvPr>
          <p:cNvPicPr>
            <a:picLocks noChangeAspect="1"/>
          </p:cNvPicPr>
          <p:nvPr/>
        </p:nvPicPr>
        <p:blipFill>
          <a:blip r:embed="rId5"/>
          <a:stretch>
            <a:fillRect/>
          </a:stretch>
        </p:blipFill>
        <p:spPr>
          <a:xfrm>
            <a:off x="1077223" y="1807368"/>
            <a:ext cx="5559205" cy="4564337"/>
          </a:xfrm>
          <a:prstGeom prst="rect">
            <a:avLst/>
          </a:prstGeom>
          <a:effectLst>
            <a:outerShdw blurRad="50800" dist="38100" dir="5400000" algn="t" rotWithShape="0">
              <a:prstClr val="black">
                <a:alpha val="40000"/>
              </a:prstClr>
            </a:outerShdw>
          </a:effectLst>
        </p:spPr>
      </p:pic>
      <p:pic>
        <p:nvPicPr>
          <p:cNvPr id="10" name="Picture 9">
            <a:extLst>
              <a:ext uri="{FF2B5EF4-FFF2-40B4-BE49-F238E27FC236}">
                <a16:creationId xmlns:a16="http://schemas.microsoft.com/office/drawing/2014/main" id="{ECB1E1F9-2872-58A1-4F7B-04C8FDA16B3A}"/>
              </a:ext>
            </a:extLst>
          </p:cNvPr>
          <p:cNvPicPr>
            <a:picLocks noChangeAspect="1"/>
          </p:cNvPicPr>
          <p:nvPr/>
        </p:nvPicPr>
        <p:blipFill>
          <a:blip r:embed="rId6"/>
          <a:stretch>
            <a:fillRect/>
          </a:stretch>
        </p:blipFill>
        <p:spPr>
          <a:xfrm>
            <a:off x="7459759" y="4148123"/>
            <a:ext cx="3565333" cy="2223582"/>
          </a:xfrm>
          <a:prstGeom prst="rect">
            <a:avLst/>
          </a:prstGeom>
          <a:effectLst>
            <a:outerShdw blurRad="50800" dist="38100" dir="5400000" algn="t" rotWithShape="0">
              <a:prstClr val="black">
                <a:alpha val="40000"/>
              </a:prstClr>
            </a:outerShdw>
          </a:effectLst>
        </p:spPr>
      </p:pic>
      <p:pic>
        <p:nvPicPr>
          <p:cNvPr id="12" name="Picture 11">
            <a:extLst>
              <a:ext uri="{FF2B5EF4-FFF2-40B4-BE49-F238E27FC236}">
                <a16:creationId xmlns:a16="http://schemas.microsoft.com/office/drawing/2014/main" id="{DD7D4B99-5CD3-6FC0-BCFC-1FA774BC23EC}"/>
              </a:ext>
            </a:extLst>
          </p:cNvPr>
          <p:cNvPicPr>
            <a:picLocks noChangeAspect="1"/>
          </p:cNvPicPr>
          <p:nvPr/>
        </p:nvPicPr>
        <p:blipFill>
          <a:blip r:embed="rId7"/>
          <a:stretch>
            <a:fillRect/>
          </a:stretch>
        </p:blipFill>
        <p:spPr>
          <a:xfrm>
            <a:off x="7459759" y="1807368"/>
            <a:ext cx="3565333" cy="2005499"/>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4410794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206FD-C57D-2ACF-1683-81A959968CE4}"/>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BC6AE305-F6D6-5F8A-33B0-FD6136D964F6}"/>
              </a:ext>
            </a:extLst>
          </p:cNvPr>
          <p:cNvGraphicFramePr>
            <a:graphicFrameLocks noChangeAspect="1"/>
          </p:cNvGraphicFramePr>
          <p:nvPr>
            <p:custDataLst>
              <p:tags r:id="rId1"/>
            </p:custDataLst>
            <p:extLst>
              <p:ext uri="{D42A27DB-BD31-4B8C-83A1-F6EECF244321}">
                <p14:modId xmlns:p14="http://schemas.microsoft.com/office/powerpoint/2010/main" val="21333175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BC6AE305-F6D6-5F8A-33B0-FD6136D964F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2D08ACBE-E605-B0E8-4922-E0F104F67616}"/>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A47F7793-2CA4-B96B-2CD2-4A52E0A4A588}"/>
              </a:ext>
            </a:extLst>
          </p:cNvPr>
          <p:cNvSpPr>
            <a:spLocks noGrp="1"/>
          </p:cNvSpPr>
          <p:nvPr>
            <p:ph type="title"/>
          </p:nvPr>
        </p:nvSpPr>
        <p:spPr>
          <a:xfrm>
            <a:off x="514115" y="365126"/>
            <a:ext cx="8862967" cy="1081710"/>
          </a:xfrm>
        </p:spPr>
        <p:txBody>
          <a:bodyPr vert="horz">
            <a:normAutofit/>
          </a:bodyPr>
          <a:lstStyle/>
          <a:p>
            <a:r>
              <a:rPr lang="en-US" dirty="0"/>
              <a:t>Small preview of the phase </a:t>
            </a:r>
            <a:r>
              <a:rPr lang="en-GB" dirty="0"/>
              <a:t>5 ‘Project Prioritization, Business Roadmap and Implementation’</a:t>
            </a:r>
            <a:endParaRPr lang="en-US" b="0" dirty="0"/>
          </a:p>
        </p:txBody>
      </p:sp>
      <p:sp>
        <p:nvSpPr>
          <p:cNvPr id="54" name="Footer Placeholder 53">
            <a:extLst>
              <a:ext uri="{FF2B5EF4-FFF2-40B4-BE49-F238E27FC236}">
                <a16:creationId xmlns:a16="http://schemas.microsoft.com/office/drawing/2014/main" id="{7F154E33-2DC1-A605-6961-CCB04F880476}"/>
              </a:ext>
            </a:extLst>
          </p:cNvPr>
          <p:cNvSpPr>
            <a:spLocks noGrp="1"/>
          </p:cNvSpPr>
          <p:nvPr>
            <p:ph type="ftr" sz="quarter" idx="3"/>
          </p:nvPr>
        </p:nvSpPr>
        <p:spPr/>
        <p:txBody>
          <a:bodyPr/>
          <a:lstStyle/>
          <a:p>
            <a:r>
              <a:rPr lang="en-US" dirty="0"/>
              <a:t>Domont Consulting</a:t>
            </a:r>
          </a:p>
        </p:txBody>
      </p:sp>
      <p:sp>
        <p:nvSpPr>
          <p:cNvPr id="55" name="Slide Number Placeholder 54">
            <a:extLst>
              <a:ext uri="{FF2B5EF4-FFF2-40B4-BE49-F238E27FC236}">
                <a16:creationId xmlns:a16="http://schemas.microsoft.com/office/drawing/2014/main" id="{72239552-C527-6A64-16FD-A1A09F279A5F}"/>
              </a:ext>
            </a:extLst>
          </p:cNvPr>
          <p:cNvSpPr>
            <a:spLocks noGrp="1"/>
          </p:cNvSpPr>
          <p:nvPr>
            <p:ph type="sldNum" sz="quarter" idx="4"/>
          </p:nvPr>
        </p:nvSpPr>
        <p:spPr/>
        <p:txBody>
          <a:bodyPr/>
          <a:lstStyle/>
          <a:p>
            <a:fld id="{37F5C94B-8C55-478B-B509-BAE6A06B2E2A}" type="slidenum">
              <a:rPr lang="en-US" smtClean="0"/>
              <a:pPr/>
              <a:t>15</a:t>
            </a:fld>
            <a:endParaRPr lang="en-US" dirty="0"/>
          </a:p>
        </p:txBody>
      </p:sp>
      <p:grpSp>
        <p:nvGrpSpPr>
          <p:cNvPr id="75" name="Group 74">
            <a:extLst>
              <a:ext uri="{FF2B5EF4-FFF2-40B4-BE49-F238E27FC236}">
                <a16:creationId xmlns:a16="http://schemas.microsoft.com/office/drawing/2014/main" id="{43469B6C-51E0-C0AD-1215-75B3CC70575C}"/>
              </a:ext>
            </a:extLst>
          </p:cNvPr>
          <p:cNvGrpSpPr/>
          <p:nvPr/>
        </p:nvGrpSpPr>
        <p:grpSpPr>
          <a:xfrm>
            <a:off x="9877648" y="317253"/>
            <a:ext cx="1695866" cy="1083089"/>
            <a:chOff x="9675628" y="224091"/>
            <a:chExt cx="1897886" cy="1212112"/>
          </a:xfrm>
        </p:grpSpPr>
        <p:sp>
          <p:nvSpPr>
            <p:cNvPr id="13" name="Rectangle: Rounded Corners 12">
              <a:extLst>
                <a:ext uri="{FF2B5EF4-FFF2-40B4-BE49-F238E27FC236}">
                  <a16:creationId xmlns:a16="http://schemas.microsoft.com/office/drawing/2014/main" id="{F546E386-E0CB-4551-4A85-CB91C237106A}"/>
                </a:ext>
              </a:extLst>
            </p:cNvPr>
            <p:cNvSpPr/>
            <p:nvPr/>
          </p:nvSpPr>
          <p:spPr>
            <a:xfrm>
              <a:off x="9675628" y="224091"/>
              <a:ext cx="1897886" cy="203653"/>
            </a:xfrm>
            <a:prstGeom prst="roundRect">
              <a:avLst>
                <a:gd name="adj" fmla="val 2394"/>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14" name="Rectangle: Rounded Corners 13">
              <a:extLst>
                <a:ext uri="{FF2B5EF4-FFF2-40B4-BE49-F238E27FC236}">
                  <a16:creationId xmlns:a16="http://schemas.microsoft.com/office/drawing/2014/main" id="{1811B97B-E252-E69D-6DA2-6EC96642DD91}"/>
                </a:ext>
              </a:extLst>
            </p:cNvPr>
            <p:cNvSpPr/>
            <p:nvPr/>
          </p:nvSpPr>
          <p:spPr>
            <a:xfrm>
              <a:off x="9675628" y="466569"/>
              <a:ext cx="1897886" cy="545325"/>
            </a:xfrm>
            <a:prstGeom prst="roundRect">
              <a:avLst>
                <a:gd name="adj" fmla="val 609"/>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15" name="Rectangle: Rounded Corners 14">
              <a:extLst>
                <a:ext uri="{FF2B5EF4-FFF2-40B4-BE49-F238E27FC236}">
                  <a16:creationId xmlns:a16="http://schemas.microsoft.com/office/drawing/2014/main" id="{842F4ECF-BF39-66D6-1939-E4836040B429}"/>
                </a:ext>
              </a:extLst>
            </p:cNvPr>
            <p:cNvSpPr/>
            <p:nvPr/>
          </p:nvSpPr>
          <p:spPr>
            <a:xfrm>
              <a:off x="9675628" y="1135581"/>
              <a:ext cx="1897886" cy="46037"/>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16" name="Rectangle: Rounded Corners 15">
              <a:extLst>
                <a:ext uri="{FF2B5EF4-FFF2-40B4-BE49-F238E27FC236}">
                  <a16:creationId xmlns:a16="http://schemas.microsoft.com/office/drawing/2014/main" id="{7C0C942D-C902-0E1A-A1A2-2501106773C3}"/>
                </a:ext>
              </a:extLst>
            </p:cNvPr>
            <p:cNvSpPr/>
            <p:nvPr/>
          </p:nvSpPr>
          <p:spPr>
            <a:xfrm>
              <a:off x="9675628" y="1220443"/>
              <a:ext cx="1897886" cy="46037"/>
            </a:xfrm>
            <a:prstGeom prst="roundRect">
              <a:avLst>
                <a:gd name="adj" fmla="val 929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17" name="Rectangle: Rounded Corners 16">
              <a:extLst>
                <a:ext uri="{FF2B5EF4-FFF2-40B4-BE49-F238E27FC236}">
                  <a16:creationId xmlns:a16="http://schemas.microsoft.com/office/drawing/2014/main" id="{76983324-BBDE-3C42-0112-F240D269BD4B}"/>
                </a:ext>
              </a:extLst>
            </p:cNvPr>
            <p:cNvSpPr/>
            <p:nvPr/>
          </p:nvSpPr>
          <p:spPr>
            <a:xfrm>
              <a:off x="9675628" y="1305305"/>
              <a:ext cx="1897886" cy="46037"/>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sp>
          <p:nvSpPr>
            <p:cNvPr id="18" name="Rectangle: Rounded Corners 17">
              <a:extLst>
                <a:ext uri="{FF2B5EF4-FFF2-40B4-BE49-F238E27FC236}">
                  <a16:creationId xmlns:a16="http://schemas.microsoft.com/office/drawing/2014/main" id="{68BE9968-FD9C-D92E-0B55-6C5216825FE2}"/>
                </a:ext>
              </a:extLst>
            </p:cNvPr>
            <p:cNvSpPr/>
            <p:nvPr/>
          </p:nvSpPr>
          <p:spPr>
            <a:xfrm>
              <a:off x="9675628" y="1050719"/>
              <a:ext cx="1897886" cy="46037"/>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28" name="Rectangle: Rounded Corners 27">
              <a:extLst>
                <a:ext uri="{FF2B5EF4-FFF2-40B4-BE49-F238E27FC236}">
                  <a16:creationId xmlns:a16="http://schemas.microsoft.com/office/drawing/2014/main" id="{921435FD-6481-E5E8-4038-DB88ACC9DC8A}"/>
                </a:ext>
              </a:extLst>
            </p:cNvPr>
            <p:cNvSpPr/>
            <p:nvPr/>
          </p:nvSpPr>
          <p:spPr>
            <a:xfrm>
              <a:off x="9675628" y="1390166"/>
              <a:ext cx="1897886" cy="46037"/>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grpSp>
      <p:sp>
        <p:nvSpPr>
          <p:cNvPr id="76" name="Rectangle: Rounded Corners 75">
            <a:extLst>
              <a:ext uri="{FF2B5EF4-FFF2-40B4-BE49-F238E27FC236}">
                <a16:creationId xmlns:a16="http://schemas.microsoft.com/office/drawing/2014/main" id="{F17F36C5-530C-EFD4-E294-96BB38FBBC30}"/>
              </a:ext>
            </a:extLst>
          </p:cNvPr>
          <p:cNvSpPr/>
          <p:nvPr/>
        </p:nvSpPr>
        <p:spPr>
          <a:xfrm>
            <a:off x="9956591" y="602405"/>
            <a:ext cx="43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78" name="Rectangle: Rounded Corners 77">
            <a:extLst>
              <a:ext uri="{FF2B5EF4-FFF2-40B4-BE49-F238E27FC236}">
                <a16:creationId xmlns:a16="http://schemas.microsoft.com/office/drawing/2014/main" id="{E39E95E9-5EE8-837C-6A39-EE37444ED4A5}"/>
              </a:ext>
            </a:extLst>
          </p:cNvPr>
          <p:cNvSpPr/>
          <p:nvPr/>
        </p:nvSpPr>
        <p:spPr>
          <a:xfrm>
            <a:off x="10501787" y="602405"/>
            <a:ext cx="43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80" name="Rectangle: Rounded Corners 79">
            <a:extLst>
              <a:ext uri="{FF2B5EF4-FFF2-40B4-BE49-F238E27FC236}">
                <a16:creationId xmlns:a16="http://schemas.microsoft.com/office/drawing/2014/main" id="{80A6A631-BF62-CC71-135B-03933E40E819}"/>
              </a:ext>
            </a:extLst>
          </p:cNvPr>
          <p:cNvSpPr/>
          <p:nvPr/>
        </p:nvSpPr>
        <p:spPr>
          <a:xfrm>
            <a:off x="11046982" y="602405"/>
            <a:ext cx="43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82" name="Rectangle: Rounded Corners 81">
            <a:extLst>
              <a:ext uri="{FF2B5EF4-FFF2-40B4-BE49-F238E27FC236}">
                <a16:creationId xmlns:a16="http://schemas.microsoft.com/office/drawing/2014/main" id="{6E629653-E804-CD6A-A35B-F6154FE4D0CC}"/>
              </a:ext>
            </a:extLst>
          </p:cNvPr>
          <p:cNvSpPr/>
          <p:nvPr/>
        </p:nvSpPr>
        <p:spPr>
          <a:xfrm>
            <a:off x="9956591" y="808802"/>
            <a:ext cx="43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83" name="Rectangle: Rounded Corners 82">
            <a:extLst>
              <a:ext uri="{FF2B5EF4-FFF2-40B4-BE49-F238E27FC236}">
                <a16:creationId xmlns:a16="http://schemas.microsoft.com/office/drawing/2014/main" id="{6941B7C5-3C3C-7513-0C2B-C8EAB05E9F28}"/>
              </a:ext>
            </a:extLst>
          </p:cNvPr>
          <p:cNvSpPr/>
          <p:nvPr/>
        </p:nvSpPr>
        <p:spPr>
          <a:xfrm>
            <a:off x="10501787" y="808802"/>
            <a:ext cx="43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84" name="Rectangle: Rounded Corners 83">
            <a:extLst>
              <a:ext uri="{FF2B5EF4-FFF2-40B4-BE49-F238E27FC236}">
                <a16:creationId xmlns:a16="http://schemas.microsoft.com/office/drawing/2014/main" id="{23B6D2A0-1EB5-DF18-246F-45A4534F6626}"/>
              </a:ext>
            </a:extLst>
          </p:cNvPr>
          <p:cNvSpPr/>
          <p:nvPr/>
        </p:nvSpPr>
        <p:spPr>
          <a:xfrm>
            <a:off x="11046982" y="808802"/>
            <a:ext cx="43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3" name="Arrow: Right 2">
            <a:extLst>
              <a:ext uri="{FF2B5EF4-FFF2-40B4-BE49-F238E27FC236}">
                <a16:creationId xmlns:a16="http://schemas.microsoft.com/office/drawing/2014/main" id="{3C6C6F18-0FE7-0F30-6863-879025EFA24B}"/>
              </a:ext>
            </a:extLst>
          </p:cNvPr>
          <p:cNvSpPr/>
          <p:nvPr/>
        </p:nvSpPr>
        <p:spPr>
          <a:xfrm>
            <a:off x="9649778" y="1128295"/>
            <a:ext cx="188259" cy="204654"/>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7" name="Picture 6">
            <a:extLst>
              <a:ext uri="{FF2B5EF4-FFF2-40B4-BE49-F238E27FC236}">
                <a16:creationId xmlns:a16="http://schemas.microsoft.com/office/drawing/2014/main" id="{28765BF8-93E0-7C50-94C0-0201DE883B5A}"/>
              </a:ext>
            </a:extLst>
          </p:cNvPr>
          <p:cNvPicPr>
            <a:picLocks noChangeAspect="1"/>
          </p:cNvPicPr>
          <p:nvPr/>
        </p:nvPicPr>
        <p:blipFill>
          <a:blip r:embed="rId5"/>
          <a:stretch>
            <a:fillRect/>
          </a:stretch>
        </p:blipFill>
        <p:spPr>
          <a:xfrm>
            <a:off x="869313" y="1761212"/>
            <a:ext cx="6096528" cy="3429297"/>
          </a:xfrm>
          <a:prstGeom prst="rect">
            <a:avLst/>
          </a:prstGeom>
          <a:effectLst>
            <a:outerShdw blurRad="50800" dist="38100" dir="5400000" algn="t" rotWithShape="0">
              <a:prstClr val="black">
                <a:alpha val="40000"/>
              </a:prstClr>
            </a:outerShdw>
          </a:effectLst>
        </p:spPr>
      </p:pic>
      <p:pic>
        <p:nvPicPr>
          <p:cNvPr id="9" name="Picture 8">
            <a:extLst>
              <a:ext uri="{FF2B5EF4-FFF2-40B4-BE49-F238E27FC236}">
                <a16:creationId xmlns:a16="http://schemas.microsoft.com/office/drawing/2014/main" id="{23F25097-0558-045C-B9FB-7E6E580B4C05}"/>
              </a:ext>
            </a:extLst>
          </p:cNvPr>
          <p:cNvPicPr>
            <a:picLocks noChangeAspect="1"/>
          </p:cNvPicPr>
          <p:nvPr/>
        </p:nvPicPr>
        <p:blipFill>
          <a:blip r:embed="rId6"/>
          <a:stretch>
            <a:fillRect/>
          </a:stretch>
        </p:blipFill>
        <p:spPr>
          <a:xfrm>
            <a:off x="5313313" y="2957536"/>
            <a:ext cx="6096528" cy="3429297"/>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25700038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48899-5301-8F8A-45D3-22CB69D5E491}"/>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B262ACBF-E66F-9D06-484F-051D70E5D54B}"/>
              </a:ext>
            </a:extLst>
          </p:cNvPr>
          <p:cNvGraphicFramePr>
            <a:graphicFrameLocks noChangeAspect="1"/>
          </p:cNvGraphicFramePr>
          <p:nvPr>
            <p:custDataLst>
              <p:tags r:id="rId1"/>
            </p:custDataLst>
            <p:extLst>
              <p:ext uri="{D42A27DB-BD31-4B8C-83A1-F6EECF244321}">
                <p14:modId xmlns:p14="http://schemas.microsoft.com/office/powerpoint/2010/main" val="36228867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B262ACBF-E66F-9D06-484F-051D70E5D54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524073F9-868A-7DF4-1E4B-B93EC4095748}"/>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7" name="Picture 6">
            <a:extLst>
              <a:ext uri="{FF2B5EF4-FFF2-40B4-BE49-F238E27FC236}">
                <a16:creationId xmlns:a16="http://schemas.microsoft.com/office/drawing/2014/main" id="{9DBD7962-7AA8-FE82-4F58-FE3AAF3E5D26}"/>
              </a:ext>
            </a:extLst>
          </p:cNvPr>
          <p:cNvPicPr>
            <a:picLocks noChangeAspect="1"/>
          </p:cNvPicPr>
          <p:nvPr/>
        </p:nvPicPr>
        <p:blipFill>
          <a:blip r:embed="rId5"/>
          <a:stretch>
            <a:fillRect/>
          </a:stretch>
        </p:blipFill>
        <p:spPr>
          <a:xfrm>
            <a:off x="878278" y="1761212"/>
            <a:ext cx="6096528" cy="3429297"/>
          </a:xfrm>
          <a:prstGeom prst="rect">
            <a:avLst/>
          </a:prstGeom>
          <a:effectLst>
            <a:outerShdw blurRad="50800" dist="38100" dir="5400000" algn="t" rotWithShape="0">
              <a:prstClr val="black">
                <a:alpha val="40000"/>
              </a:prstClr>
            </a:outerShdw>
          </a:effectLst>
        </p:spPr>
      </p:pic>
      <p:pic>
        <p:nvPicPr>
          <p:cNvPr id="8" name="Picture 7">
            <a:extLst>
              <a:ext uri="{FF2B5EF4-FFF2-40B4-BE49-F238E27FC236}">
                <a16:creationId xmlns:a16="http://schemas.microsoft.com/office/drawing/2014/main" id="{48A41D36-D00A-8F96-DBD7-4F2F0031A663}"/>
              </a:ext>
            </a:extLst>
          </p:cNvPr>
          <p:cNvPicPr>
            <a:picLocks noChangeAspect="1"/>
          </p:cNvPicPr>
          <p:nvPr/>
        </p:nvPicPr>
        <p:blipFill>
          <a:blip r:embed="rId6"/>
          <a:stretch>
            <a:fillRect/>
          </a:stretch>
        </p:blipFill>
        <p:spPr>
          <a:xfrm>
            <a:off x="5313313" y="2911288"/>
            <a:ext cx="6096528" cy="3429297"/>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9E90C024-9D0D-5521-0ACE-21D6AE81686E}"/>
              </a:ext>
            </a:extLst>
          </p:cNvPr>
          <p:cNvSpPr>
            <a:spLocks noGrp="1"/>
          </p:cNvSpPr>
          <p:nvPr>
            <p:ph type="title"/>
          </p:nvPr>
        </p:nvSpPr>
        <p:spPr>
          <a:xfrm>
            <a:off x="514115" y="365126"/>
            <a:ext cx="8862967" cy="1081710"/>
          </a:xfrm>
        </p:spPr>
        <p:txBody>
          <a:bodyPr vert="horz">
            <a:normAutofit/>
          </a:bodyPr>
          <a:lstStyle/>
          <a:p>
            <a:r>
              <a:rPr lang="en-US" dirty="0"/>
              <a:t>Small preview of the phase </a:t>
            </a:r>
            <a:r>
              <a:rPr lang="en-GB" dirty="0"/>
              <a:t>6 ‘Change Management, Internal Communication and Stakeholder Engagement’</a:t>
            </a:r>
            <a:endParaRPr lang="en-US" b="0" dirty="0"/>
          </a:p>
        </p:txBody>
      </p:sp>
      <p:sp>
        <p:nvSpPr>
          <p:cNvPr id="54" name="Footer Placeholder 53">
            <a:extLst>
              <a:ext uri="{FF2B5EF4-FFF2-40B4-BE49-F238E27FC236}">
                <a16:creationId xmlns:a16="http://schemas.microsoft.com/office/drawing/2014/main" id="{907314E7-9405-6A2D-E327-8298F6676AA4}"/>
              </a:ext>
            </a:extLst>
          </p:cNvPr>
          <p:cNvSpPr>
            <a:spLocks noGrp="1"/>
          </p:cNvSpPr>
          <p:nvPr>
            <p:ph type="ftr" sz="quarter" idx="3"/>
          </p:nvPr>
        </p:nvSpPr>
        <p:spPr/>
        <p:txBody>
          <a:bodyPr/>
          <a:lstStyle/>
          <a:p>
            <a:r>
              <a:rPr lang="en-US" dirty="0"/>
              <a:t>Domont Consulting</a:t>
            </a:r>
          </a:p>
        </p:txBody>
      </p:sp>
      <p:sp>
        <p:nvSpPr>
          <p:cNvPr id="55" name="Slide Number Placeholder 54">
            <a:extLst>
              <a:ext uri="{FF2B5EF4-FFF2-40B4-BE49-F238E27FC236}">
                <a16:creationId xmlns:a16="http://schemas.microsoft.com/office/drawing/2014/main" id="{46A81D13-6F44-E8C2-7E17-7251C9601918}"/>
              </a:ext>
            </a:extLst>
          </p:cNvPr>
          <p:cNvSpPr>
            <a:spLocks noGrp="1"/>
          </p:cNvSpPr>
          <p:nvPr>
            <p:ph type="sldNum" sz="quarter" idx="4"/>
          </p:nvPr>
        </p:nvSpPr>
        <p:spPr/>
        <p:txBody>
          <a:bodyPr/>
          <a:lstStyle/>
          <a:p>
            <a:fld id="{37F5C94B-8C55-478B-B509-BAE6A06B2E2A}" type="slidenum">
              <a:rPr lang="en-US" smtClean="0"/>
              <a:pPr/>
              <a:t>16</a:t>
            </a:fld>
            <a:endParaRPr lang="en-US" dirty="0"/>
          </a:p>
        </p:txBody>
      </p:sp>
      <p:grpSp>
        <p:nvGrpSpPr>
          <p:cNvPr id="75" name="Group 74">
            <a:extLst>
              <a:ext uri="{FF2B5EF4-FFF2-40B4-BE49-F238E27FC236}">
                <a16:creationId xmlns:a16="http://schemas.microsoft.com/office/drawing/2014/main" id="{9220561E-CA7B-C937-F5CA-50E14B962CDF}"/>
              </a:ext>
            </a:extLst>
          </p:cNvPr>
          <p:cNvGrpSpPr/>
          <p:nvPr/>
        </p:nvGrpSpPr>
        <p:grpSpPr>
          <a:xfrm>
            <a:off x="9877648" y="317253"/>
            <a:ext cx="1695866" cy="1083089"/>
            <a:chOff x="9675628" y="224091"/>
            <a:chExt cx="1897886" cy="1212112"/>
          </a:xfrm>
        </p:grpSpPr>
        <p:sp>
          <p:nvSpPr>
            <p:cNvPr id="13" name="Rectangle: Rounded Corners 12">
              <a:extLst>
                <a:ext uri="{FF2B5EF4-FFF2-40B4-BE49-F238E27FC236}">
                  <a16:creationId xmlns:a16="http://schemas.microsoft.com/office/drawing/2014/main" id="{03FAEC10-7878-F1B4-382B-7D88E28A50EA}"/>
                </a:ext>
              </a:extLst>
            </p:cNvPr>
            <p:cNvSpPr/>
            <p:nvPr/>
          </p:nvSpPr>
          <p:spPr>
            <a:xfrm>
              <a:off x="9675628" y="224091"/>
              <a:ext cx="1897886" cy="203653"/>
            </a:xfrm>
            <a:prstGeom prst="roundRect">
              <a:avLst>
                <a:gd name="adj" fmla="val 2394"/>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14" name="Rectangle: Rounded Corners 13">
              <a:extLst>
                <a:ext uri="{FF2B5EF4-FFF2-40B4-BE49-F238E27FC236}">
                  <a16:creationId xmlns:a16="http://schemas.microsoft.com/office/drawing/2014/main" id="{334AAEAF-639B-372B-7C6B-491A88B44553}"/>
                </a:ext>
              </a:extLst>
            </p:cNvPr>
            <p:cNvSpPr/>
            <p:nvPr/>
          </p:nvSpPr>
          <p:spPr>
            <a:xfrm>
              <a:off x="9675628" y="466569"/>
              <a:ext cx="1897886" cy="545325"/>
            </a:xfrm>
            <a:prstGeom prst="roundRect">
              <a:avLst>
                <a:gd name="adj" fmla="val 609"/>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15" name="Rectangle: Rounded Corners 14">
              <a:extLst>
                <a:ext uri="{FF2B5EF4-FFF2-40B4-BE49-F238E27FC236}">
                  <a16:creationId xmlns:a16="http://schemas.microsoft.com/office/drawing/2014/main" id="{4DC42B77-4BCA-A9DC-FFCD-3883D5E3B65C}"/>
                </a:ext>
              </a:extLst>
            </p:cNvPr>
            <p:cNvSpPr/>
            <p:nvPr/>
          </p:nvSpPr>
          <p:spPr>
            <a:xfrm>
              <a:off x="9675628" y="1135581"/>
              <a:ext cx="1897886" cy="46037"/>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16" name="Rectangle: Rounded Corners 15">
              <a:extLst>
                <a:ext uri="{FF2B5EF4-FFF2-40B4-BE49-F238E27FC236}">
                  <a16:creationId xmlns:a16="http://schemas.microsoft.com/office/drawing/2014/main" id="{24E85A0E-8192-3647-29F0-50D2FD3D2C62}"/>
                </a:ext>
              </a:extLst>
            </p:cNvPr>
            <p:cNvSpPr/>
            <p:nvPr/>
          </p:nvSpPr>
          <p:spPr>
            <a:xfrm>
              <a:off x="9675628" y="1220443"/>
              <a:ext cx="1897886" cy="46037"/>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sp>
          <p:nvSpPr>
            <p:cNvPr id="17" name="Rectangle: Rounded Corners 16">
              <a:extLst>
                <a:ext uri="{FF2B5EF4-FFF2-40B4-BE49-F238E27FC236}">
                  <a16:creationId xmlns:a16="http://schemas.microsoft.com/office/drawing/2014/main" id="{9A7C88A1-9C21-E0BF-29F5-9627173CE79E}"/>
                </a:ext>
              </a:extLst>
            </p:cNvPr>
            <p:cNvSpPr/>
            <p:nvPr/>
          </p:nvSpPr>
          <p:spPr>
            <a:xfrm>
              <a:off x="9675628" y="1305305"/>
              <a:ext cx="1897886" cy="46037"/>
            </a:xfrm>
            <a:prstGeom prst="roundRect">
              <a:avLst>
                <a:gd name="adj" fmla="val 929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sp>
          <p:nvSpPr>
            <p:cNvPr id="18" name="Rectangle: Rounded Corners 17">
              <a:extLst>
                <a:ext uri="{FF2B5EF4-FFF2-40B4-BE49-F238E27FC236}">
                  <a16:creationId xmlns:a16="http://schemas.microsoft.com/office/drawing/2014/main" id="{82566919-B6B5-B606-0807-A93E042FA617}"/>
                </a:ext>
              </a:extLst>
            </p:cNvPr>
            <p:cNvSpPr/>
            <p:nvPr/>
          </p:nvSpPr>
          <p:spPr>
            <a:xfrm>
              <a:off x="9675628" y="1050719"/>
              <a:ext cx="1897886" cy="46037"/>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28" name="Rectangle: Rounded Corners 27">
              <a:extLst>
                <a:ext uri="{FF2B5EF4-FFF2-40B4-BE49-F238E27FC236}">
                  <a16:creationId xmlns:a16="http://schemas.microsoft.com/office/drawing/2014/main" id="{B204ED7C-3EF4-0292-B53D-1505544852A7}"/>
                </a:ext>
              </a:extLst>
            </p:cNvPr>
            <p:cNvSpPr/>
            <p:nvPr/>
          </p:nvSpPr>
          <p:spPr>
            <a:xfrm>
              <a:off x="9675628" y="1390166"/>
              <a:ext cx="1897886" cy="46037"/>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grpSp>
      <p:sp>
        <p:nvSpPr>
          <p:cNvPr id="76" name="Rectangle: Rounded Corners 75">
            <a:extLst>
              <a:ext uri="{FF2B5EF4-FFF2-40B4-BE49-F238E27FC236}">
                <a16:creationId xmlns:a16="http://schemas.microsoft.com/office/drawing/2014/main" id="{ACA02A04-4BB3-86E8-2DBE-C5932186646A}"/>
              </a:ext>
            </a:extLst>
          </p:cNvPr>
          <p:cNvSpPr/>
          <p:nvPr/>
        </p:nvSpPr>
        <p:spPr>
          <a:xfrm>
            <a:off x="9956591" y="602405"/>
            <a:ext cx="43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78" name="Rectangle: Rounded Corners 77">
            <a:extLst>
              <a:ext uri="{FF2B5EF4-FFF2-40B4-BE49-F238E27FC236}">
                <a16:creationId xmlns:a16="http://schemas.microsoft.com/office/drawing/2014/main" id="{E8635DB5-E775-1257-88A2-3E8C4403A6EF}"/>
              </a:ext>
            </a:extLst>
          </p:cNvPr>
          <p:cNvSpPr/>
          <p:nvPr/>
        </p:nvSpPr>
        <p:spPr>
          <a:xfrm>
            <a:off x="10501787" y="602405"/>
            <a:ext cx="43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80" name="Rectangle: Rounded Corners 79">
            <a:extLst>
              <a:ext uri="{FF2B5EF4-FFF2-40B4-BE49-F238E27FC236}">
                <a16:creationId xmlns:a16="http://schemas.microsoft.com/office/drawing/2014/main" id="{70B03E4B-6487-C1B4-AC7D-7BA5BC49685E}"/>
              </a:ext>
            </a:extLst>
          </p:cNvPr>
          <p:cNvSpPr/>
          <p:nvPr/>
        </p:nvSpPr>
        <p:spPr>
          <a:xfrm>
            <a:off x="11046982" y="602405"/>
            <a:ext cx="43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82" name="Rectangle: Rounded Corners 81">
            <a:extLst>
              <a:ext uri="{FF2B5EF4-FFF2-40B4-BE49-F238E27FC236}">
                <a16:creationId xmlns:a16="http://schemas.microsoft.com/office/drawing/2014/main" id="{E9001BC4-C4F7-3179-AB95-8EAC523700F4}"/>
              </a:ext>
            </a:extLst>
          </p:cNvPr>
          <p:cNvSpPr/>
          <p:nvPr/>
        </p:nvSpPr>
        <p:spPr>
          <a:xfrm>
            <a:off x="9956591" y="808802"/>
            <a:ext cx="43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83" name="Rectangle: Rounded Corners 82">
            <a:extLst>
              <a:ext uri="{FF2B5EF4-FFF2-40B4-BE49-F238E27FC236}">
                <a16:creationId xmlns:a16="http://schemas.microsoft.com/office/drawing/2014/main" id="{EA94B209-8326-2AB6-51B5-772C0C51AB3E}"/>
              </a:ext>
            </a:extLst>
          </p:cNvPr>
          <p:cNvSpPr/>
          <p:nvPr/>
        </p:nvSpPr>
        <p:spPr>
          <a:xfrm>
            <a:off x="10501787" y="808802"/>
            <a:ext cx="43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84" name="Rectangle: Rounded Corners 83">
            <a:extLst>
              <a:ext uri="{FF2B5EF4-FFF2-40B4-BE49-F238E27FC236}">
                <a16:creationId xmlns:a16="http://schemas.microsoft.com/office/drawing/2014/main" id="{47680302-FE69-C40E-506A-8F380B44E956}"/>
              </a:ext>
            </a:extLst>
          </p:cNvPr>
          <p:cNvSpPr/>
          <p:nvPr/>
        </p:nvSpPr>
        <p:spPr>
          <a:xfrm>
            <a:off x="11046982" y="808802"/>
            <a:ext cx="43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3" name="Arrow: Right 2">
            <a:extLst>
              <a:ext uri="{FF2B5EF4-FFF2-40B4-BE49-F238E27FC236}">
                <a16:creationId xmlns:a16="http://schemas.microsoft.com/office/drawing/2014/main" id="{66D736DB-63B2-3439-AB14-1A382DA7F38B}"/>
              </a:ext>
            </a:extLst>
          </p:cNvPr>
          <p:cNvSpPr/>
          <p:nvPr/>
        </p:nvSpPr>
        <p:spPr>
          <a:xfrm>
            <a:off x="9649778" y="1208980"/>
            <a:ext cx="188259" cy="204654"/>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Tree>
    <p:extLst>
      <p:ext uri="{BB962C8B-B14F-4D97-AF65-F5344CB8AC3E}">
        <p14:creationId xmlns:p14="http://schemas.microsoft.com/office/powerpoint/2010/main" val="17432614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3B148C-5749-4B4C-3457-5937D54E31BF}"/>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CE945F0E-DBB3-5EED-E728-506B26899C1A}"/>
              </a:ext>
            </a:extLst>
          </p:cNvPr>
          <p:cNvGraphicFramePr>
            <a:graphicFrameLocks noChangeAspect="1"/>
          </p:cNvGraphicFramePr>
          <p:nvPr>
            <p:custDataLst>
              <p:tags r:id="rId1"/>
            </p:custDataLst>
            <p:extLst>
              <p:ext uri="{D42A27DB-BD31-4B8C-83A1-F6EECF244321}">
                <p14:modId xmlns:p14="http://schemas.microsoft.com/office/powerpoint/2010/main" val="9254282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CE945F0E-DBB3-5EED-E728-506B26899C1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06BB98F3-3AE5-99A2-92C2-18F620B91292}"/>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ED0BBD5B-6C10-63D1-1A8B-A14EBAD97239}"/>
              </a:ext>
            </a:extLst>
          </p:cNvPr>
          <p:cNvSpPr>
            <a:spLocks noGrp="1"/>
          </p:cNvSpPr>
          <p:nvPr>
            <p:ph type="title"/>
          </p:nvPr>
        </p:nvSpPr>
        <p:spPr>
          <a:xfrm>
            <a:off x="514115" y="365126"/>
            <a:ext cx="8862967" cy="1081710"/>
          </a:xfrm>
        </p:spPr>
        <p:txBody>
          <a:bodyPr vert="horz">
            <a:normAutofit/>
          </a:bodyPr>
          <a:lstStyle/>
          <a:p>
            <a:r>
              <a:rPr lang="en-US" dirty="0"/>
              <a:t>Small preview of the phase </a:t>
            </a:r>
            <a:r>
              <a:rPr lang="en-GB" dirty="0"/>
              <a:t>7 ‘Strategic Dashboards’</a:t>
            </a:r>
            <a:endParaRPr lang="en-US" b="0" dirty="0"/>
          </a:p>
        </p:txBody>
      </p:sp>
      <p:sp>
        <p:nvSpPr>
          <p:cNvPr id="54" name="Footer Placeholder 53">
            <a:extLst>
              <a:ext uri="{FF2B5EF4-FFF2-40B4-BE49-F238E27FC236}">
                <a16:creationId xmlns:a16="http://schemas.microsoft.com/office/drawing/2014/main" id="{A0260D60-1BDF-F941-6B21-26464EA417D7}"/>
              </a:ext>
            </a:extLst>
          </p:cNvPr>
          <p:cNvSpPr>
            <a:spLocks noGrp="1"/>
          </p:cNvSpPr>
          <p:nvPr>
            <p:ph type="ftr" sz="quarter" idx="3"/>
          </p:nvPr>
        </p:nvSpPr>
        <p:spPr/>
        <p:txBody>
          <a:bodyPr/>
          <a:lstStyle/>
          <a:p>
            <a:r>
              <a:rPr lang="en-US" dirty="0"/>
              <a:t>Domont Consulting</a:t>
            </a:r>
          </a:p>
        </p:txBody>
      </p:sp>
      <p:sp>
        <p:nvSpPr>
          <p:cNvPr id="55" name="Slide Number Placeholder 54">
            <a:extLst>
              <a:ext uri="{FF2B5EF4-FFF2-40B4-BE49-F238E27FC236}">
                <a16:creationId xmlns:a16="http://schemas.microsoft.com/office/drawing/2014/main" id="{A692F130-4BC1-9AFB-E8C5-A5BA62FD3636}"/>
              </a:ext>
            </a:extLst>
          </p:cNvPr>
          <p:cNvSpPr>
            <a:spLocks noGrp="1"/>
          </p:cNvSpPr>
          <p:nvPr>
            <p:ph type="sldNum" sz="quarter" idx="4"/>
          </p:nvPr>
        </p:nvSpPr>
        <p:spPr/>
        <p:txBody>
          <a:bodyPr/>
          <a:lstStyle/>
          <a:p>
            <a:fld id="{37F5C94B-8C55-478B-B509-BAE6A06B2E2A}" type="slidenum">
              <a:rPr lang="en-US" smtClean="0"/>
              <a:pPr/>
              <a:t>17</a:t>
            </a:fld>
            <a:endParaRPr lang="en-US" dirty="0"/>
          </a:p>
        </p:txBody>
      </p:sp>
      <p:grpSp>
        <p:nvGrpSpPr>
          <p:cNvPr id="75" name="Group 74">
            <a:extLst>
              <a:ext uri="{FF2B5EF4-FFF2-40B4-BE49-F238E27FC236}">
                <a16:creationId xmlns:a16="http://schemas.microsoft.com/office/drawing/2014/main" id="{7F6F5F85-BA3B-BE8F-4E2F-38C9D2D823E0}"/>
              </a:ext>
            </a:extLst>
          </p:cNvPr>
          <p:cNvGrpSpPr/>
          <p:nvPr/>
        </p:nvGrpSpPr>
        <p:grpSpPr>
          <a:xfrm>
            <a:off x="9877648" y="317253"/>
            <a:ext cx="1695866" cy="1083089"/>
            <a:chOff x="9675628" y="224091"/>
            <a:chExt cx="1897886" cy="1212112"/>
          </a:xfrm>
        </p:grpSpPr>
        <p:sp>
          <p:nvSpPr>
            <p:cNvPr id="13" name="Rectangle: Rounded Corners 12">
              <a:extLst>
                <a:ext uri="{FF2B5EF4-FFF2-40B4-BE49-F238E27FC236}">
                  <a16:creationId xmlns:a16="http://schemas.microsoft.com/office/drawing/2014/main" id="{487CC08A-D011-190C-4193-AB300E4756D8}"/>
                </a:ext>
              </a:extLst>
            </p:cNvPr>
            <p:cNvSpPr/>
            <p:nvPr/>
          </p:nvSpPr>
          <p:spPr>
            <a:xfrm>
              <a:off x="9675628" y="224091"/>
              <a:ext cx="1897886" cy="203653"/>
            </a:xfrm>
            <a:prstGeom prst="roundRect">
              <a:avLst>
                <a:gd name="adj" fmla="val 2394"/>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14" name="Rectangle: Rounded Corners 13">
              <a:extLst>
                <a:ext uri="{FF2B5EF4-FFF2-40B4-BE49-F238E27FC236}">
                  <a16:creationId xmlns:a16="http://schemas.microsoft.com/office/drawing/2014/main" id="{B7733582-3F15-0FA1-D610-69AC9C88737C}"/>
                </a:ext>
              </a:extLst>
            </p:cNvPr>
            <p:cNvSpPr/>
            <p:nvPr/>
          </p:nvSpPr>
          <p:spPr>
            <a:xfrm>
              <a:off x="9675628" y="466569"/>
              <a:ext cx="1897886" cy="545325"/>
            </a:xfrm>
            <a:prstGeom prst="roundRect">
              <a:avLst>
                <a:gd name="adj" fmla="val 609"/>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15" name="Rectangle: Rounded Corners 14">
              <a:extLst>
                <a:ext uri="{FF2B5EF4-FFF2-40B4-BE49-F238E27FC236}">
                  <a16:creationId xmlns:a16="http://schemas.microsoft.com/office/drawing/2014/main" id="{0771E439-B9D0-EB4A-4470-63228774AC6A}"/>
                </a:ext>
              </a:extLst>
            </p:cNvPr>
            <p:cNvSpPr/>
            <p:nvPr/>
          </p:nvSpPr>
          <p:spPr>
            <a:xfrm>
              <a:off x="9675628" y="1135581"/>
              <a:ext cx="1897886" cy="46037"/>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16" name="Rectangle: Rounded Corners 15">
              <a:extLst>
                <a:ext uri="{FF2B5EF4-FFF2-40B4-BE49-F238E27FC236}">
                  <a16:creationId xmlns:a16="http://schemas.microsoft.com/office/drawing/2014/main" id="{DCCAE4B1-10D2-26FA-AD8C-BEF549A93D2F}"/>
                </a:ext>
              </a:extLst>
            </p:cNvPr>
            <p:cNvSpPr/>
            <p:nvPr/>
          </p:nvSpPr>
          <p:spPr>
            <a:xfrm>
              <a:off x="9675628" y="1220443"/>
              <a:ext cx="1897886" cy="46037"/>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sp>
          <p:nvSpPr>
            <p:cNvPr id="17" name="Rectangle: Rounded Corners 16">
              <a:extLst>
                <a:ext uri="{FF2B5EF4-FFF2-40B4-BE49-F238E27FC236}">
                  <a16:creationId xmlns:a16="http://schemas.microsoft.com/office/drawing/2014/main" id="{85196EA8-D7C8-D5BF-24E5-63D3B1D688DF}"/>
                </a:ext>
              </a:extLst>
            </p:cNvPr>
            <p:cNvSpPr/>
            <p:nvPr/>
          </p:nvSpPr>
          <p:spPr>
            <a:xfrm>
              <a:off x="9675628" y="1305305"/>
              <a:ext cx="1897886" cy="46037"/>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sp>
          <p:nvSpPr>
            <p:cNvPr id="18" name="Rectangle: Rounded Corners 17">
              <a:extLst>
                <a:ext uri="{FF2B5EF4-FFF2-40B4-BE49-F238E27FC236}">
                  <a16:creationId xmlns:a16="http://schemas.microsoft.com/office/drawing/2014/main" id="{C842657E-2FF6-55EB-AB3F-618B778389DF}"/>
                </a:ext>
              </a:extLst>
            </p:cNvPr>
            <p:cNvSpPr/>
            <p:nvPr/>
          </p:nvSpPr>
          <p:spPr>
            <a:xfrm>
              <a:off x="9675628" y="1050719"/>
              <a:ext cx="1897886" cy="46037"/>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28" name="Rectangle: Rounded Corners 27">
              <a:extLst>
                <a:ext uri="{FF2B5EF4-FFF2-40B4-BE49-F238E27FC236}">
                  <a16:creationId xmlns:a16="http://schemas.microsoft.com/office/drawing/2014/main" id="{ACC6AF29-3BFE-7891-24CB-277C9EE181FB}"/>
                </a:ext>
              </a:extLst>
            </p:cNvPr>
            <p:cNvSpPr/>
            <p:nvPr/>
          </p:nvSpPr>
          <p:spPr>
            <a:xfrm>
              <a:off x="9675628" y="1390166"/>
              <a:ext cx="1897886" cy="46037"/>
            </a:xfrm>
            <a:prstGeom prst="roundRect">
              <a:avLst>
                <a:gd name="adj" fmla="val 929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grpSp>
      <p:sp>
        <p:nvSpPr>
          <p:cNvPr id="76" name="Rectangle: Rounded Corners 75">
            <a:extLst>
              <a:ext uri="{FF2B5EF4-FFF2-40B4-BE49-F238E27FC236}">
                <a16:creationId xmlns:a16="http://schemas.microsoft.com/office/drawing/2014/main" id="{F446F14C-4CCF-3FDB-1367-E92F698EE2A3}"/>
              </a:ext>
            </a:extLst>
          </p:cNvPr>
          <p:cNvSpPr/>
          <p:nvPr/>
        </p:nvSpPr>
        <p:spPr>
          <a:xfrm>
            <a:off x="9956591" y="602405"/>
            <a:ext cx="43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78" name="Rectangle: Rounded Corners 77">
            <a:extLst>
              <a:ext uri="{FF2B5EF4-FFF2-40B4-BE49-F238E27FC236}">
                <a16:creationId xmlns:a16="http://schemas.microsoft.com/office/drawing/2014/main" id="{8D342FB3-5637-B08E-A1CB-F5F79A927022}"/>
              </a:ext>
            </a:extLst>
          </p:cNvPr>
          <p:cNvSpPr/>
          <p:nvPr/>
        </p:nvSpPr>
        <p:spPr>
          <a:xfrm>
            <a:off x="10501787" y="602405"/>
            <a:ext cx="43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80" name="Rectangle: Rounded Corners 79">
            <a:extLst>
              <a:ext uri="{FF2B5EF4-FFF2-40B4-BE49-F238E27FC236}">
                <a16:creationId xmlns:a16="http://schemas.microsoft.com/office/drawing/2014/main" id="{7B884C35-6C78-AF7D-F8F0-532B6D7B3C0A}"/>
              </a:ext>
            </a:extLst>
          </p:cNvPr>
          <p:cNvSpPr/>
          <p:nvPr/>
        </p:nvSpPr>
        <p:spPr>
          <a:xfrm>
            <a:off x="11046982" y="602405"/>
            <a:ext cx="43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82" name="Rectangle: Rounded Corners 81">
            <a:extLst>
              <a:ext uri="{FF2B5EF4-FFF2-40B4-BE49-F238E27FC236}">
                <a16:creationId xmlns:a16="http://schemas.microsoft.com/office/drawing/2014/main" id="{B27BB6DD-1D6F-2E5D-8250-724F5B6429D5}"/>
              </a:ext>
            </a:extLst>
          </p:cNvPr>
          <p:cNvSpPr/>
          <p:nvPr/>
        </p:nvSpPr>
        <p:spPr>
          <a:xfrm>
            <a:off x="9956591" y="808802"/>
            <a:ext cx="43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83" name="Rectangle: Rounded Corners 82">
            <a:extLst>
              <a:ext uri="{FF2B5EF4-FFF2-40B4-BE49-F238E27FC236}">
                <a16:creationId xmlns:a16="http://schemas.microsoft.com/office/drawing/2014/main" id="{D3CD44DF-8F91-6160-48C2-EA466425F67D}"/>
              </a:ext>
            </a:extLst>
          </p:cNvPr>
          <p:cNvSpPr/>
          <p:nvPr/>
        </p:nvSpPr>
        <p:spPr>
          <a:xfrm>
            <a:off x="10501787" y="808802"/>
            <a:ext cx="43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84" name="Rectangle: Rounded Corners 83">
            <a:extLst>
              <a:ext uri="{FF2B5EF4-FFF2-40B4-BE49-F238E27FC236}">
                <a16:creationId xmlns:a16="http://schemas.microsoft.com/office/drawing/2014/main" id="{6F590624-0362-90F9-BF4A-F87610406BA5}"/>
              </a:ext>
            </a:extLst>
          </p:cNvPr>
          <p:cNvSpPr/>
          <p:nvPr/>
        </p:nvSpPr>
        <p:spPr>
          <a:xfrm>
            <a:off x="11046982" y="808802"/>
            <a:ext cx="43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3" name="Arrow: Right 2">
            <a:extLst>
              <a:ext uri="{FF2B5EF4-FFF2-40B4-BE49-F238E27FC236}">
                <a16:creationId xmlns:a16="http://schemas.microsoft.com/office/drawing/2014/main" id="{B86DBD86-95DD-4C87-596A-79313D6CCB85}"/>
              </a:ext>
            </a:extLst>
          </p:cNvPr>
          <p:cNvSpPr/>
          <p:nvPr/>
        </p:nvSpPr>
        <p:spPr>
          <a:xfrm>
            <a:off x="9649778" y="1262768"/>
            <a:ext cx="188259" cy="204654"/>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12" name="Picture 11">
            <a:extLst>
              <a:ext uri="{FF2B5EF4-FFF2-40B4-BE49-F238E27FC236}">
                <a16:creationId xmlns:a16="http://schemas.microsoft.com/office/drawing/2014/main" id="{CAB10A3C-2B03-1F71-FE97-167F236C6765}"/>
              </a:ext>
            </a:extLst>
          </p:cNvPr>
          <p:cNvPicPr>
            <a:picLocks noChangeAspect="1"/>
          </p:cNvPicPr>
          <p:nvPr/>
        </p:nvPicPr>
        <p:blipFill>
          <a:blip r:embed="rId5"/>
          <a:stretch>
            <a:fillRect/>
          </a:stretch>
        </p:blipFill>
        <p:spPr>
          <a:xfrm>
            <a:off x="852616" y="2302883"/>
            <a:ext cx="2592789" cy="3557049"/>
          </a:xfrm>
          <a:prstGeom prst="rect">
            <a:avLst/>
          </a:prstGeom>
          <a:effectLst>
            <a:outerShdw blurRad="63500" sx="102000" sy="102000" algn="ctr" rotWithShape="0">
              <a:prstClr val="black">
                <a:alpha val="40000"/>
              </a:prstClr>
            </a:outerShdw>
          </a:effectLst>
        </p:spPr>
      </p:pic>
      <p:sp>
        <p:nvSpPr>
          <p:cNvPr id="19" name="Rectangle 18">
            <a:extLst>
              <a:ext uri="{FF2B5EF4-FFF2-40B4-BE49-F238E27FC236}">
                <a16:creationId xmlns:a16="http://schemas.microsoft.com/office/drawing/2014/main" id="{381DA19B-2341-A46B-FD6A-4232F4DA3951}"/>
              </a:ext>
            </a:extLst>
          </p:cNvPr>
          <p:cNvSpPr/>
          <p:nvPr/>
        </p:nvSpPr>
        <p:spPr>
          <a:xfrm>
            <a:off x="7039711" y="2302883"/>
            <a:ext cx="4324351" cy="3557049"/>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20" name="Picture 19">
            <a:extLst>
              <a:ext uri="{FF2B5EF4-FFF2-40B4-BE49-F238E27FC236}">
                <a16:creationId xmlns:a16="http://schemas.microsoft.com/office/drawing/2014/main" id="{268CB347-DDDD-7305-2738-67635CCE4B21}"/>
              </a:ext>
            </a:extLst>
          </p:cNvPr>
          <p:cNvPicPr>
            <a:picLocks noChangeAspect="1"/>
          </p:cNvPicPr>
          <p:nvPr/>
        </p:nvPicPr>
        <p:blipFill>
          <a:blip r:embed="rId6"/>
          <a:stretch>
            <a:fillRect/>
          </a:stretch>
        </p:blipFill>
        <p:spPr>
          <a:xfrm>
            <a:off x="7039711" y="2302883"/>
            <a:ext cx="4324351" cy="3557049"/>
          </a:xfrm>
          <a:prstGeom prst="rect">
            <a:avLst/>
          </a:prstGeom>
        </p:spPr>
      </p:pic>
      <p:pic>
        <p:nvPicPr>
          <p:cNvPr id="21" name="Picture 20">
            <a:extLst>
              <a:ext uri="{FF2B5EF4-FFF2-40B4-BE49-F238E27FC236}">
                <a16:creationId xmlns:a16="http://schemas.microsoft.com/office/drawing/2014/main" id="{48220483-8588-67E6-1D99-2179CBB7F63E}"/>
              </a:ext>
            </a:extLst>
          </p:cNvPr>
          <p:cNvPicPr>
            <a:picLocks noChangeAspect="1"/>
          </p:cNvPicPr>
          <p:nvPr/>
        </p:nvPicPr>
        <p:blipFill>
          <a:blip r:embed="rId7"/>
          <a:srcRect b="1554"/>
          <a:stretch/>
        </p:blipFill>
        <p:spPr>
          <a:xfrm>
            <a:off x="3686587" y="2302883"/>
            <a:ext cx="3067390" cy="1697026"/>
          </a:xfrm>
          <a:prstGeom prst="rect">
            <a:avLst/>
          </a:prstGeom>
          <a:effectLst>
            <a:outerShdw blurRad="50800" dist="38100" dir="5400000" algn="t" rotWithShape="0">
              <a:prstClr val="black">
                <a:alpha val="40000"/>
              </a:prstClr>
            </a:outerShdw>
          </a:effectLst>
        </p:spPr>
      </p:pic>
      <p:pic>
        <p:nvPicPr>
          <p:cNvPr id="22" name="Picture 21">
            <a:extLst>
              <a:ext uri="{FF2B5EF4-FFF2-40B4-BE49-F238E27FC236}">
                <a16:creationId xmlns:a16="http://schemas.microsoft.com/office/drawing/2014/main" id="{4DFE97C4-FC63-49E7-3587-C2128FA86531}"/>
              </a:ext>
            </a:extLst>
          </p:cNvPr>
          <p:cNvPicPr>
            <a:picLocks noChangeAspect="1"/>
          </p:cNvPicPr>
          <p:nvPr/>
        </p:nvPicPr>
        <p:blipFill>
          <a:blip r:embed="rId8"/>
          <a:stretch>
            <a:fillRect/>
          </a:stretch>
        </p:blipFill>
        <p:spPr>
          <a:xfrm>
            <a:off x="3686587" y="4134526"/>
            <a:ext cx="3067390" cy="1725406"/>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14104495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36566759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dirty="0"/>
              <a:t>The Toolkit includes multiple PowerPoint slides, Excel sheets and Video training that you can download on your device immediately after purchase</a:t>
            </a:r>
            <a:endParaRPr lang="en-US" sz="2400" kern="0" dirty="0"/>
          </a:p>
        </p:txBody>
      </p:sp>
      <p:sp>
        <p:nvSpPr>
          <p:cNvPr id="6" name="Rectangle: Rounded Corners 5">
            <a:extLst>
              <a:ext uri="{FF2B5EF4-FFF2-40B4-BE49-F238E27FC236}">
                <a16:creationId xmlns:a16="http://schemas.microsoft.com/office/drawing/2014/main" id="{E1C86821-54CE-8A1B-CBED-54B7AF9E8611}"/>
              </a:ext>
            </a:extLst>
          </p:cNvPr>
          <p:cNvSpPr/>
          <p:nvPr/>
        </p:nvSpPr>
        <p:spPr>
          <a:xfrm>
            <a:off x="621153" y="4954265"/>
            <a:ext cx="10966010" cy="871477"/>
          </a:xfrm>
          <a:prstGeom prst="roundRect">
            <a:avLst>
              <a:gd name="adj" fmla="val 4711"/>
            </a:avLst>
          </a:prstGeom>
          <a:solidFill>
            <a:schemeClr val="bg1">
              <a:lumMod val="95000"/>
            </a:schemeClr>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Rounded Corners 6">
            <a:extLst>
              <a:ext uri="{FF2B5EF4-FFF2-40B4-BE49-F238E27FC236}">
                <a16:creationId xmlns:a16="http://schemas.microsoft.com/office/drawing/2014/main" id="{1B22B2CC-25AA-263D-1020-C20A807B7EB8}"/>
              </a:ext>
            </a:extLst>
          </p:cNvPr>
          <p:cNvSpPr/>
          <p:nvPr/>
        </p:nvSpPr>
        <p:spPr>
          <a:xfrm>
            <a:off x="621153" y="3882015"/>
            <a:ext cx="10966010" cy="871477"/>
          </a:xfrm>
          <a:prstGeom prst="roundRect">
            <a:avLst>
              <a:gd name="adj" fmla="val 4711"/>
            </a:avLst>
          </a:prstGeom>
          <a:solidFill>
            <a:schemeClr val="bg1">
              <a:lumMod val="95000"/>
            </a:schemeClr>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Rounded Corners 7">
            <a:extLst>
              <a:ext uri="{FF2B5EF4-FFF2-40B4-BE49-F238E27FC236}">
                <a16:creationId xmlns:a16="http://schemas.microsoft.com/office/drawing/2014/main" id="{D0572104-6430-3E61-5813-3590A3CFE972}"/>
              </a:ext>
            </a:extLst>
          </p:cNvPr>
          <p:cNvSpPr/>
          <p:nvPr/>
        </p:nvSpPr>
        <p:spPr>
          <a:xfrm>
            <a:off x="621153" y="2816044"/>
            <a:ext cx="10966010" cy="871477"/>
          </a:xfrm>
          <a:prstGeom prst="roundRect">
            <a:avLst>
              <a:gd name="adj" fmla="val 4711"/>
            </a:avLst>
          </a:prstGeom>
          <a:solidFill>
            <a:schemeClr val="bg1">
              <a:lumMod val="95000"/>
            </a:schemeClr>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Rounded Corners 8">
            <a:extLst>
              <a:ext uri="{FF2B5EF4-FFF2-40B4-BE49-F238E27FC236}">
                <a16:creationId xmlns:a16="http://schemas.microsoft.com/office/drawing/2014/main" id="{D6B23995-4475-E84D-EF57-7992732496E4}"/>
              </a:ext>
            </a:extLst>
          </p:cNvPr>
          <p:cNvSpPr/>
          <p:nvPr/>
        </p:nvSpPr>
        <p:spPr>
          <a:xfrm>
            <a:off x="621153" y="1720039"/>
            <a:ext cx="10966010" cy="871477"/>
          </a:xfrm>
          <a:prstGeom prst="roundRect">
            <a:avLst>
              <a:gd name="adj" fmla="val 4711"/>
            </a:avLst>
          </a:prstGeom>
          <a:solidFill>
            <a:schemeClr val="bg1">
              <a:lumMod val="95000"/>
            </a:schemeClr>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2">
            <a:extLst>
              <a:ext uri="{FF2B5EF4-FFF2-40B4-BE49-F238E27FC236}">
                <a16:creationId xmlns:a16="http://schemas.microsoft.com/office/drawing/2014/main" id="{F8D9CE97-3B89-11F5-DD37-F399ADABEF6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2960" y="1835113"/>
            <a:ext cx="675558" cy="62829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Download Microsoft Excel Logo in SVG Vector or PNG File Format - Logo.wine">
            <a:extLst>
              <a:ext uri="{FF2B5EF4-FFF2-40B4-BE49-F238E27FC236}">
                <a16:creationId xmlns:a16="http://schemas.microsoft.com/office/drawing/2014/main" id="{B71C95D7-A854-1E0E-C591-CD4E72F4E24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8724" y="2843273"/>
            <a:ext cx="1307215" cy="871477"/>
          </a:xfrm>
          <a:prstGeom prst="rect">
            <a:avLst/>
          </a:prstGeom>
          <a:noFill/>
          <a:extLst>
            <a:ext uri="{909E8E84-426E-40DD-AFC4-6F175D3DCCD1}">
              <a14:hiddenFill xmlns:a14="http://schemas.microsoft.com/office/drawing/2010/main">
                <a:solidFill>
                  <a:srgbClr val="FFFFFF"/>
                </a:solidFill>
              </a14:hiddenFill>
            </a:ext>
          </a:extLst>
        </p:spPr>
      </p:pic>
      <p:pic>
        <p:nvPicPr>
          <p:cNvPr id="12" name="Graphic 11" descr="Open folder outline">
            <a:extLst>
              <a:ext uri="{FF2B5EF4-FFF2-40B4-BE49-F238E27FC236}">
                <a16:creationId xmlns:a16="http://schemas.microsoft.com/office/drawing/2014/main" id="{9EE88CF5-F9D5-B7D1-ABD0-E1C6B217D73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5400000">
            <a:off x="794401" y="5010472"/>
            <a:ext cx="829320" cy="829320"/>
          </a:xfrm>
          <a:prstGeom prst="rect">
            <a:avLst/>
          </a:prstGeom>
        </p:spPr>
      </p:pic>
      <p:sp>
        <p:nvSpPr>
          <p:cNvPr id="14" name="TextBox 13">
            <a:extLst>
              <a:ext uri="{FF2B5EF4-FFF2-40B4-BE49-F238E27FC236}">
                <a16:creationId xmlns:a16="http://schemas.microsoft.com/office/drawing/2014/main" id="{4A437ECF-467E-1AD6-2C2E-4087FF953203}"/>
              </a:ext>
            </a:extLst>
          </p:cNvPr>
          <p:cNvSpPr txBox="1"/>
          <p:nvPr/>
        </p:nvSpPr>
        <p:spPr>
          <a:xfrm>
            <a:off x="1863088" y="1994804"/>
            <a:ext cx="4400551" cy="338554"/>
          </a:xfrm>
          <a:prstGeom prst="rect">
            <a:avLst/>
          </a:prstGeom>
          <a:noFill/>
        </p:spPr>
        <p:txBody>
          <a:bodyPr wrap="square" rtlCol="0">
            <a:spAutoFit/>
          </a:bodyPr>
          <a:lstStyle/>
          <a:p>
            <a:r>
              <a:rPr lang="en-US" sz="1600" b="1" dirty="0"/>
              <a:t>700 editable PowerPoint slides*</a:t>
            </a:r>
          </a:p>
        </p:txBody>
      </p:sp>
      <p:sp>
        <p:nvSpPr>
          <p:cNvPr id="15" name="TextBox 14">
            <a:extLst>
              <a:ext uri="{FF2B5EF4-FFF2-40B4-BE49-F238E27FC236}">
                <a16:creationId xmlns:a16="http://schemas.microsoft.com/office/drawing/2014/main" id="{777600B6-F58C-3E6A-BB6D-D47C974412BF}"/>
              </a:ext>
            </a:extLst>
          </p:cNvPr>
          <p:cNvSpPr txBox="1"/>
          <p:nvPr/>
        </p:nvSpPr>
        <p:spPr>
          <a:xfrm>
            <a:off x="1863088" y="3125122"/>
            <a:ext cx="3005768" cy="338554"/>
          </a:xfrm>
          <a:prstGeom prst="rect">
            <a:avLst/>
          </a:prstGeom>
          <a:noFill/>
        </p:spPr>
        <p:txBody>
          <a:bodyPr wrap="square" rtlCol="0">
            <a:spAutoFit/>
          </a:bodyPr>
          <a:lstStyle/>
          <a:p>
            <a:r>
              <a:rPr lang="en-US" sz="1600" b="1" dirty="0"/>
              <a:t>30 Excel sheets*</a:t>
            </a:r>
          </a:p>
        </p:txBody>
      </p:sp>
      <p:sp>
        <p:nvSpPr>
          <p:cNvPr id="17" name="TextBox 16">
            <a:extLst>
              <a:ext uri="{FF2B5EF4-FFF2-40B4-BE49-F238E27FC236}">
                <a16:creationId xmlns:a16="http://schemas.microsoft.com/office/drawing/2014/main" id="{FE597C27-D46E-623C-682B-08389CD25348}"/>
              </a:ext>
            </a:extLst>
          </p:cNvPr>
          <p:cNvSpPr txBox="1"/>
          <p:nvPr/>
        </p:nvSpPr>
        <p:spPr>
          <a:xfrm>
            <a:off x="1863088" y="4153332"/>
            <a:ext cx="3450672" cy="338554"/>
          </a:xfrm>
          <a:prstGeom prst="rect">
            <a:avLst/>
          </a:prstGeom>
          <a:noFill/>
        </p:spPr>
        <p:txBody>
          <a:bodyPr wrap="square" rtlCol="0">
            <a:spAutoFit/>
          </a:bodyPr>
          <a:lstStyle/>
          <a:p>
            <a:r>
              <a:rPr lang="en-US" sz="1600" b="1"/>
              <a:t>55 </a:t>
            </a:r>
            <a:r>
              <a:rPr lang="en-US" sz="1600" b="1" dirty="0"/>
              <a:t>minutes of Video training</a:t>
            </a:r>
          </a:p>
        </p:txBody>
      </p:sp>
      <p:sp>
        <p:nvSpPr>
          <p:cNvPr id="19" name="Rectangle 18">
            <a:extLst>
              <a:ext uri="{FF2B5EF4-FFF2-40B4-BE49-F238E27FC236}">
                <a16:creationId xmlns:a16="http://schemas.microsoft.com/office/drawing/2014/main" id="{58B932BA-CA7A-E3C4-9CC0-B95F841B1AA1}"/>
              </a:ext>
            </a:extLst>
          </p:cNvPr>
          <p:cNvSpPr/>
          <p:nvPr/>
        </p:nvSpPr>
        <p:spPr>
          <a:xfrm>
            <a:off x="1686842" y="1812253"/>
            <a:ext cx="59203" cy="68981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F0FE0B1D-EED1-17BD-8FCD-7A8076B46A80}"/>
              </a:ext>
            </a:extLst>
          </p:cNvPr>
          <p:cNvSpPr/>
          <p:nvPr/>
        </p:nvSpPr>
        <p:spPr>
          <a:xfrm>
            <a:off x="1686842" y="2949494"/>
            <a:ext cx="59203" cy="68981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EA0FC0FE-A163-ED1A-A296-D87A1C3FBA71}"/>
              </a:ext>
            </a:extLst>
          </p:cNvPr>
          <p:cNvSpPr/>
          <p:nvPr/>
        </p:nvSpPr>
        <p:spPr>
          <a:xfrm>
            <a:off x="1686842" y="3966891"/>
            <a:ext cx="59203" cy="68981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299470BB-701E-9F9B-5EED-CC4D40F693E5}"/>
              </a:ext>
            </a:extLst>
          </p:cNvPr>
          <p:cNvSpPr/>
          <p:nvPr/>
        </p:nvSpPr>
        <p:spPr>
          <a:xfrm>
            <a:off x="1686842" y="5056527"/>
            <a:ext cx="59203" cy="68981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3" name="Picture 22">
            <a:extLst>
              <a:ext uri="{FF2B5EF4-FFF2-40B4-BE49-F238E27FC236}">
                <a16:creationId xmlns:a16="http://schemas.microsoft.com/office/drawing/2014/main" id="{CBE2770C-6D4F-9F15-A358-CC0DFDE1D3D0}"/>
              </a:ext>
            </a:extLst>
          </p:cNvPr>
          <p:cNvPicPr>
            <a:picLocks noChangeAspect="1"/>
          </p:cNvPicPr>
          <p:nvPr/>
        </p:nvPicPr>
        <p:blipFill rotWithShape="1">
          <a:blip r:embed="rId10"/>
          <a:srcRect l="11344" t="22611" r="63111" b="28117"/>
          <a:stretch/>
        </p:blipFill>
        <p:spPr>
          <a:xfrm>
            <a:off x="794400" y="3945615"/>
            <a:ext cx="823861" cy="689810"/>
          </a:xfrm>
          <a:prstGeom prst="rect">
            <a:avLst/>
          </a:prstGeom>
        </p:spPr>
      </p:pic>
      <p:sp>
        <p:nvSpPr>
          <p:cNvPr id="24" name="TextBox 23">
            <a:extLst>
              <a:ext uri="{FF2B5EF4-FFF2-40B4-BE49-F238E27FC236}">
                <a16:creationId xmlns:a16="http://schemas.microsoft.com/office/drawing/2014/main" id="{BAA9348D-3B76-CAB3-5A04-7493B1BF62D0}"/>
              </a:ext>
            </a:extLst>
          </p:cNvPr>
          <p:cNvSpPr txBox="1"/>
          <p:nvPr/>
        </p:nvSpPr>
        <p:spPr>
          <a:xfrm>
            <a:off x="621153" y="6023610"/>
            <a:ext cx="11073049" cy="461665"/>
          </a:xfrm>
          <a:prstGeom prst="rect">
            <a:avLst/>
          </a:prstGeom>
          <a:noFill/>
        </p:spPr>
        <p:txBody>
          <a:bodyPr wrap="square" rtlCol="0">
            <a:spAutoFit/>
          </a:bodyPr>
          <a:lstStyle/>
          <a:p>
            <a:r>
              <a:rPr lang="en-US" sz="1200" b="1" dirty="0"/>
              <a:t>*Please note that the number of Powerpoint slides and Excel sheets listed is the number of unique slides and sheets. For example, a Powerpoint slide that has been duplicated to facilitate our clients’ understanding only counts for one slide</a:t>
            </a:r>
          </a:p>
        </p:txBody>
      </p:sp>
      <p:sp>
        <p:nvSpPr>
          <p:cNvPr id="2" name="Footer Placeholder 1">
            <a:extLst>
              <a:ext uri="{FF2B5EF4-FFF2-40B4-BE49-F238E27FC236}">
                <a16:creationId xmlns:a16="http://schemas.microsoft.com/office/drawing/2014/main" id="{3A3B45A2-6730-AAE6-D2B9-DE558A8BAB55}"/>
              </a:ext>
            </a:extLst>
          </p:cNvPr>
          <p:cNvSpPr>
            <a:spLocks noGrp="1"/>
          </p:cNvSpPr>
          <p:nvPr>
            <p:ph type="ftr" sz="quarter" idx="3"/>
          </p:nvPr>
        </p:nvSpPr>
        <p:spPr/>
        <p:txBody>
          <a:bodyPr/>
          <a:lstStyle/>
          <a:p>
            <a:r>
              <a:rPr lang="en-US" dirty="0"/>
              <a:t>Domont Consulting</a:t>
            </a:r>
          </a:p>
        </p:txBody>
      </p:sp>
      <p:sp>
        <p:nvSpPr>
          <p:cNvPr id="5" name="Slide Number Placeholder 4">
            <a:extLst>
              <a:ext uri="{FF2B5EF4-FFF2-40B4-BE49-F238E27FC236}">
                <a16:creationId xmlns:a16="http://schemas.microsoft.com/office/drawing/2014/main" id="{24F8AD31-0AF9-5A74-3C81-0664730D0C73}"/>
              </a:ext>
            </a:extLst>
          </p:cNvPr>
          <p:cNvSpPr>
            <a:spLocks noGrp="1"/>
          </p:cNvSpPr>
          <p:nvPr>
            <p:ph type="sldNum" sz="quarter" idx="4"/>
          </p:nvPr>
        </p:nvSpPr>
        <p:spPr/>
        <p:txBody>
          <a:bodyPr/>
          <a:lstStyle/>
          <a:p>
            <a:fld id="{37F5C94B-8C55-478B-B509-BAE6A06B2E2A}" type="slidenum">
              <a:rPr lang="en-US" smtClean="0"/>
              <a:pPr/>
              <a:t>18</a:t>
            </a:fld>
            <a:endParaRPr lang="en-US" dirty="0"/>
          </a:p>
        </p:txBody>
      </p:sp>
      <p:sp>
        <p:nvSpPr>
          <p:cNvPr id="3" name="TextBox 2">
            <a:extLst>
              <a:ext uri="{FF2B5EF4-FFF2-40B4-BE49-F238E27FC236}">
                <a16:creationId xmlns:a16="http://schemas.microsoft.com/office/drawing/2014/main" id="{B927FF4E-317C-4CEC-FBC7-B39A59DED97E}"/>
              </a:ext>
            </a:extLst>
          </p:cNvPr>
          <p:cNvSpPr txBox="1"/>
          <p:nvPr/>
        </p:nvSpPr>
        <p:spPr>
          <a:xfrm>
            <a:off x="1863087" y="5008794"/>
            <a:ext cx="9534511" cy="806123"/>
          </a:xfrm>
          <a:prstGeom prst="rect">
            <a:avLst/>
          </a:prstGeom>
          <a:noFill/>
        </p:spPr>
        <p:txBody>
          <a:bodyPr wrap="square" numCol="2" rtlCol="0">
            <a:noAutofit/>
          </a:bodyPr>
          <a:lstStyle/>
          <a:p>
            <a:pPr marL="228600" indent="-228600">
              <a:buFont typeface="+mj-lt"/>
              <a:buAutoNum type="arabicPeriod"/>
            </a:pPr>
            <a:r>
              <a:rPr lang="en-US" sz="1100" dirty="0"/>
              <a:t>Overview and Approach</a:t>
            </a:r>
          </a:p>
          <a:p>
            <a:pPr marL="228600" indent="-228600">
              <a:buFont typeface="+mj-lt"/>
              <a:buAutoNum type="arabicPeriod"/>
            </a:pPr>
            <a:r>
              <a:rPr lang="en-GB" sz="1100" dirty="0"/>
              <a:t>Business Case for Change</a:t>
            </a:r>
            <a:endParaRPr lang="en-US" sz="1100" dirty="0"/>
          </a:p>
          <a:p>
            <a:pPr marL="228600" indent="-228600">
              <a:buFont typeface="+mj-lt"/>
              <a:buAutoNum type="arabicPeriod"/>
            </a:pPr>
            <a:r>
              <a:rPr lang="en-GB" sz="1100" dirty="0"/>
              <a:t>Operating Model and Organization Design Pillars</a:t>
            </a:r>
          </a:p>
          <a:p>
            <a:pPr marL="228600" indent="-228600">
              <a:buFont typeface="+mj-lt"/>
              <a:buAutoNum type="arabicPeriod"/>
            </a:pPr>
            <a:r>
              <a:rPr lang="en-US" sz="1100" dirty="0"/>
              <a:t>List of Potential Initiatives</a:t>
            </a:r>
          </a:p>
          <a:p>
            <a:pPr marL="228600" indent="-228600">
              <a:buFont typeface="+mj-lt"/>
              <a:buAutoNum type="arabicPeriod"/>
            </a:pPr>
            <a:r>
              <a:rPr lang="en-GB" sz="1100" dirty="0"/>
              <a:t>Business Cases and Financial Models</a:t>
            </a:r>
          </a:p>
          <a:p>
            <a:pPr marL="228600" indent="-228600">
              <a:buFont typeface="+mj-lt"/>
              <a:buAutoNum type="arabicPeriod"/>
            </a:pPr>
            <a:r>
              <a:rPr lang="en-GB" sz="1100" dirty="0"/>
              <a:t>Project Prioritization, Business Roadmap and Implementation</a:t>
            </a:r>
          </a:p>
          <a:p>
            <a:pPr marL="228600" indent="-228600">
              <a:buFont typeface="+mj-lt"/>
              <a:buAutoNum type="arabicPeriod"/>
            </a:pPr>
            <a:r>
              <a:rPr lang="en-US" sz="1100" dirty="0"/>
              <a:t>Change Management, Communication &amp; Stakeholder Engagement</a:t>
            </a:r>
          </a:p>
          <a:p>
            <a:pPr marL="228600" indent="-228600">
              <a:buFont typeface="+mj-lt"/>
              <a:buAutoNum type="arabicPeriod"/>
            </a:pPr>
            <a:r>
              <a:rPr lang="en-US" sz="1100" dirty="0"/>
              <a:t>Strategic Dashboards</a:t>
            </a:r>
          </a:p>
        </p:txBody>
      </p:sp>
    </p:spTree>
    <p:extLst>
      <p:ext uri="{BB962C8B-B14F-4D97-AF65-F5344CB8AC3E}">
        <p14:creationId xmlns:p14="http://schemas.microsoft.com/office/powerpoint/2010/main" val="12090916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1F394E08-585B-4505-9747-167D67881D89}"/>
              </a:ext>
            </a:extLst>
          </p:cNvPr>
          <p:cNvGraphicFramePr>
            <a:graphicFrameLocks noChangeAspect="1"/>
          </p:cNvGraphicFramePr>
          <p:nvPr>
            <p:custDataLst>
              <p:tags r:id="rId1"/>
            </p:custDataLst>
            <p:extLst>
              <p:ext uri="{D42A27DB-BD31-4B8C-83A1-F6EECF244321}">
                <p14:modId xmlns:p14="http://schemas.microsoft.com/office/powerpoint/2010/main" val="36784164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4" name="Object 3" hidden="1">
                        <a:extLst>
                          <a:ext uri="{FF2B5EF4-FFF2-40B4-BE49-F238E27FC236}">
                            <a16:creationId xmlns:a16="http://schemas.microsoft.com/office/drawing/2014/main" id="{1F394E08-585B-4505-9747-167D67881D89}"/>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3751010D-829D-4277-97AB-08D381FF1AB3}"/>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lstStyle/>
          <a:p>
            <a:r>
              <a:rPr lang="en-US" sz="2400" kern="0" dirty="0"/>
              <a:t>Our Management Consulting Toolkits include 9 key benefits</a:t>
            </a:r>
            <a:endParaRPr lang="en-US" sz="2400" b="0" kern="0" dirty="0"/>
          </a:p>
        </p:txBody>
      </p:sp>
      <p:sp>
        <p:nvSpPr>
          <p:cNvPr id="7" name="Rectangle 6">
            <a:extLst>
              <a:ext uri="{FF2B5EF4-FFF2-40B4-BE49-F238E27FC236}">
                <a16:creationId xmlns:a16="http://schemas.microsoft.com/office/drawing/2014/main" id="{E0995E6E-91BA-B0E7-4827-A68EC447770B}"/>
              </a:ext>
            </a:extLst>
          </p:cNvPr>
          <p:cNvSpPr/>
          <p:nvPr/>
        </p:nvSpPr>
        <p:spPr>
          <a:xfrm>
            <a:off x="623454" y="1769876"/>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C760E3F4-FD20-38EA-1420-4623364ED51E}"/>
              </a:ext>
            </a:extLst>
          </p:cNvPr>
          <p:cNvSpPr/>
          <p:nvPr/>
        </p:nvSpPr>
        <p:spPr>
          <a:xfrm>
            <a:off x="4358343" y="1769876"/>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771454E6-A047-784E-7613-20D7CCDFF33E}"/>
              </a:ext>
            </a:extLst>
          </p:cNvPr>
          <p:cNvSpPr/>
          <p:nvPr/>
        </p:nvSpPr>
        <p:spPr>
          <a:xfrm>
            <a:off x="8093234" y="1769876"/>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0B011522-144C-50E9-7C59-75376D78C1B7}"/>
              </a:ext>
            </a:extLst>
          </p:cNvPr>
          <p:cNvSpPr/>
          <p:nvPr/>
        </p:nvSpPr>
        <p:spPr>
          <a:xfrm>
            <a:off x="623454" y="3326712"/>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E33AC3B5-B093-8FC2-5B92-E7096884A7EF}"/>
              </a:ext>
            </a:extLst>
          </p:cNvPr>
          <p:cNvSpPr/>
          <p:nvPr/>
        </p:nvSpPr>
        <p:spPr>
          <a:xfrm>
            <a:off x="4358343" y="3326712"/>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1B207AFA-900A-08C9-C601-047F9B971411}"/>
              </a:ext>
            </a:extLst>
          </p:cNvPr>
          <p:cNvSpPr/>
          <p:nvPr/>
        </p:nvSpPr>
        <p:spPr>
          <a:xfrm>
            <a:off x="8093234" y="3326712"/>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FEF5CC02-D203-B520-C5B5-7DC6DED93266}"/>
              </a:ext>
            </a:extLst>
          </p:cNvPr>
          <p:cNvSpPr/>
          <p:nvPr/>
        </p:nvSpPr>
        <p:spPr>
          <a:xfrm>
            <a:off x="623454" y="4883548"/>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C938A4F5-5450-BF24-707B-85666AD593E9}"/>
              </a:ext>
            </a:extLst>
          </p:cNvPr>
          <p:cNvSpPr/>
          <p:nvPr/>
        </p:nvSpPr>
        <p:spPr>
          <a:xfrm>
            <a:off x="4358343" y="4883548"/>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FEFADB5E-4C81-33E2-D634-A1839CEA8691}"/>
              </a:ext>
            </a:extLst>
          </p:cNvPr>
          <p:cNvSpPr/>
          <p:nvPr/>
        </p:nvSpPr>
        <p:spPr>
          <a:xfrm>
            <a:off x="8093234" y="4883548"/>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Graphic 20">
            <a:extLst>
              <a:ext uri="{FF2B5EF4-FFF2-40B4-BE49-F238E27FC236}">
                <a16:creationId xmlns:a16="http://schemas.microsoft.com/office/drawing/2014/main" id="{AA7CD485-9B9C-7FFF-019C-F215989F53D9}"/>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92218" y="2201757"/>
            <a:ext cx="509624" cy="509624"/>
          </a:xfrm>
          <a:prstGeom prst="rect">
            <a:avLst/>
          </a:prstGeom>
        </p:spPr>
      </p:pic>
      <p:sp>
        <p:nvSpPr>
          <p:cNvPr id="22" name="Rounded Rectangle 5">
            <a:extLst>
              <a:ext uri="{FF2B5EF4-FFF2-40B4-BE49-F238E27FC236}">
                <a16:creationId xmlns:a16="http://schemas.microsoft.com/office/drawing/2014/main" id="{F664C8EF-D253-2803-0178-09A2F1F96CDD}"/>
              </a:ext>
            </a:extLst>
          </p:cNvPr>
          <p:cNvSpPr/>
          <p:nvPr/>
        </p:nvSpPr>
        <p:spPr bwMode="auto">
          <a:xfrm>
            <a:off x="1470606" y="1994903"/>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Improve the growth &amp; efficiency of your organization </a:t>
            </a:r>
            <a:r>
              <a:rPr lang="en-US" sz="1200" b="0" i="0" dirty="0">
                <a:solidFill>
                  <a:srgbClr val="053881"/>
                </a:solidFill>
                <a:effectLst/>
                <a:latin typeface="Helvetica" panose="020B0604020202020204" pitchFamily="34" charset="0"/>
              </a:rPr>
              <a:t>by leveraging Management Consulting Toolkits created by ex-McKinsey, Deloitte &amp; BCG Consultants.</a:t>
            </a:r>
            <a:endParaRPr lang="en-US" sz="1200" dirty="0">
              <a:ea typeface="ＭＳ Ｐゴシック" pitchFamily="50" charset="-128"/>
            </a:endParaRPr>
          </a:p>
        </p:txBody>
      </p:sp>
      <p:sp>
        <p:nvSpPr>
          <p:cNvPr id="23" name="Rounded Rectangle 5">
            <a:extLst>
              <a:ext uri="{FF2B5EF4-FFF2-40B4-BE49-F238E27FC236}">
                <a16:creationId xmlns:a16="http://schemas.microsoft.com/office/drawing/2014/main" id="{B1D380C4-C6FD-13A7-39CE-E277C9BF1645}"/>
              </a:ext>
            </a:extLst>
          </p:cNvPr>
          <p:cNvSpPr/>
          <p:nvPr/>
        </p:nvSpPr>
        <p:spPr bwMode="auto">
          <a:xfrm>
            <a:off x="5206138" y="1994903"/>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Make a great investment for your career &amp; organization. </a:t>
            </a:r>
            <a:r>
              <a:rPr lang="en-US" sz="1200" b="0" i="0" dirty="0">
                <a:solidFill>
                  <a:srgbClr val="053881"/>
                </a:solidFill>
                <a:effectLst/>
                <a:latin typeface="Helvetica" panose="020B0604020202020204" pitchFamily="34" charset="0"/>
              </a:rPr>
              <a:t>It cost us US$8M+ over the past 10 years to create all our Toolkits. Get them for a fraction of this cost.</a:t>
            </a:r>
            <a:endParaRPr lang="en-US" sz="1200" dirty="0">
              <a:ea typeface="ＭＳ Ｐゴシック" pitchFamily="50" charset="-128"/>
            </a:endParaRPr>
          </a:p>
        </p:txBody>
      </p:sp>
      <p:sp>
        <p:nvSpPr>
          <p:cNvPr id="26" name="Rounded Rectangle 5">
            <a:extLst>
              <a:ext uri="{FF2B5EF4-FFF2-40B4-BE49-F238E27FC236}">
                <a16:creationId xmlns:a16="http://schemas.microsoft.com/office/drawing/2014/main" id="{28E73549-6EA8-6C56-AB0D-394D25DB4EFE}"/>
              </a:ext>
            </a:extLst>
          </p:cNvPr>
          <p:cNvSpPr/>
          <p:nvPr/>
        </p:nvSpPr>
        <p:spPr bwMode="auto">
          <a:xfrm>
            <a:off x="8941670" y="1994903"/>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Get a competitive advantage. </a:t>
            </a:r>
            <a:r>
              <a:rPr lang="en-US" sz="1200" b="0" i="0" dirty="0">
                <a:solidFill>
                  <a:srgbClr val="053881"/>
                </a:solidFill>
                <a:effectLst/>
                <a:latin typeface="Helvetica" panose="020B0604020202020204" pitchFamily="34" charset="0"/>
              </a:rPr>
              <a:t>It’s like hiring Management Consultants to create all the practical Frameworks, Tools &amp; Templates you need.</a:t>
            </a:r>
            <a:endParaRPr lang="en-US" sz="1200" dirty="0">
              <a:ea typeface="ＭＳ Ｐゴシック" pitchFamily="50" charset="-128"/>
            </a:endParaRPr>
          </a:p>
        </p:txBody>
      </p:sp>
      <p:sp>
        <p:nvSpPr>
          <p:cNvPr id="27" name="Rounded Rectangle 5">
            <a:extLst>
              <a:ext uri="{FF2B5EF4-FFF2-40B4-BE49-F238E27FC236}">
                <a16:creationId xmlns:a16="http://schemas.microsoft.com/office/drawing/2014/main" id="{812424AD-450E-927F-1233-1544347BC47F}"/>
              </a:ext>
            </a:extLst>
          </p:cNvPr>
          <p:cNvSpPr/>
          <p:nvPr/>
        </p:nvSpPr>
        <p:spPr bwMode="auto">
          <a:xfrm>
            <a:off x="1470606" y="3551740"/>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Get the job done quicker </a:t>
            </a:r>
            <a:r>
              <a:rPr lang="en-US" sz="1200" b="0" i="0" dirty="0">
                <a:solidFill>
                  <a:srgbClr val="053881"/>
                </a:solidFill>
                <a:effectLst/>
                <a:latin typeface="Helvetica" panose="020B0604020202020204" pitchFamily="34" charset="0"/>
              </a:rPr>
              <a:t>and never start from scratch again with our ready-made and fully editable Frameworks, Tools &amp; Templates in Powerpoint &amp; Excel.</a:t>
            </a:r>
            <a:endParaRPr lang="en-US" sz="1200" dirty="0">
              <a:ea typeface="ＭＳ Ｐゴシック" pitchFamily="50" charset="-128"/>
            </a:endParaRPr>
          </a:p>
        </p:txBody>
      </p:sp>
      <p:sp>
        <p:nvSpPr>
          <p:cNvPr id="28" name="Rounded Rectangle 5">
            <a:extLst>
              <a:ext uri="{FF2B5EF4-FFF2-40B4-BE49-F238E27FC236}">
                <a16:creationId xmlns:a16="http://schemas.microsoft.com/office/drawing/2014/main" id="{A2EC5241-F3A8-F265-3E22-EB43ABE1A1C6}"/>
              </a:ext>
            </a:extLst>
          </p:cNvPr>
          <p:cNvSpPr/>
          <p:nvPr/>
        </p:nvSpPr>
        <p:spPr bwMode="auto">
          <a:xfrm>
            <a:off x="8941670" y="3644073"/>
            <a:ext cx="2467550" cy="738664"/>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Improve the capabilities of your organization </a:t>
            </a:r>
            <a:r>
              <a:rPr lang="en-US" sz="1200" b="0" i="0" dirty="0">
                <a:solidFill>
                  <a:srgbClr val="053881"/>
                </a:solidFill>
                <a:effectLst/>
                <a:latin typeface="Helvetica" panose="020B0604020202020204" pitchFamily="34" charset="0"/>
              </a:rPr>
              <a:t>by learning how the Fortune 100 and Global Consulting Firms do it.</a:t>
            </a:r>
          </a:p>
        </p:txBody>
      </p:sp>
      <p:sp>
        <p:nvSpPr>
          <p:cNvPr id="29" name="Rounded Rectangle 5">
            <a:extLst>
              <a:ext uri="{FF2B5EF4-FFF2-40B4-BE49-F238E27FC236}">
                <a16:creationId xmlns:a16="http://schemas.microsoft.com/office/drawing/2014/main" id="{9D88DB97-7C34-0A0C-2DED-7A5380022445}"/>
              </a:ext>
            </a:extLst>
          </p:cNvPr>
          <p:cNvSpPr/>
          <p:nvPr/>
        </p:nvSpPr>
        <p:spPr bwMode="auto">
          <a:xfrm>
            <a:off x="1470606" y="5293242"/>
            <a:ext cx="2467550" cy="553998"/>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Get free support and advice </a:t>
            </a:r>
            <a:r>
              <a:rPr lang="en-US" sz="1200" b="0" i="0" dirty="0">
                <a:solidFill>
                  <a:srgbClr val="053881"/>
                </a:solidFill>
                <a:effectLst/>
                <a:latin typeface="Helvetica" panose="020B0604020202020204" pitchFamily="34" charset="0"/>
              </a:rPr>
              <a:t>from our ex-McKinsey, Deloitte &amp; BCG Management Consultants.</a:t>
            </a:r>
            <a:endParaRPr lang="en-US" sz="1200" dirty="0">
              <a:ea typeface="ＭＳ Ｐゴシック" pitchFamily="50" charset="-128"/>
            </a:endParaRPr>
          </a:p>
        </p:txBody>
      </p:sp>
      <p:sp>
        <p:nvSpPr>
          <p:cNvPr id="30" name="Rounded Rectangle 5">
            <a:extLst>
              <a:ext uri="{FF2B5EF4-FFF2-40B4-BE49-F238E27FC236}">
                <a16:creationId xmlns:a16="http://schemas.microsoft.com/office/drawing/2014/main" id="{B9DBF249-EEFB-86E5-1410-2D72D5445CAB}"/>
              </a:ext>
            </a:extLst>
          </p:cNvPr>
          <p:cNvSpPr/>
          <p:nvPr/>
        </p:nvSpPr>
        <p:spPr bwMode="auto">
          <a:xfrm>
            <a:off x="5206138" y="5016243"/>
            <a:ext cx="2467550" cy="1107996"/>
          </a:xfrm>
          <a:prstGeom prst="rect">
            <a:avLst/>
          </a:prstGeom>
          <a:noFill/>
          <a:ln w="19050" algn="ctr">
            <a:noFill/>
            <a:miter lim="800000"/>
            <a:headEnd type="none" w="sm" len="sm"/>
            <a:tailEnd type="none" w="sm" len="sm"/>
          </a:ln>
        </p:spPr>
        <p:txBody>
          <a:bodyPr wrap="square" lIns="0" tIns="0" rIns="0" bIns="0" anchor="ctr">
            <a:spAutoFit/>
          </a:bodyPr>
          <a:lstStyle/>
          <a:p>
            <a:endParaRPr lang="en-US" sz="1200" b="1" i="0" dirty="0">
              <a:solidFill>
                <a:srgbClr val="053881"/>
              </a:solidFill>
              <a:effectLst/>
              <a:latin typeface="Helvetica" panose="020B0604020202020204" pitchFamily="34" charset="0"/>
            </a:endParaRPr>
          </a:p>
          <a:p>
            <a:r>
              <a:rPr lang="en-US" sz="1200" b="1" i="0" dirty="0">
                <a:solidFill>
                  <a:srgbClr val="053881"/>
                </a:solidFill>
                <a:effectLst/>
                <a:latin typeface="Helvetica" panose="020B0604020202020204" pitchFamily="34" charset="0"/>
              </a:rPr>
              <a:t>Decrease your costs. </a:t>
            </a:r>
            <a:r>
              <a:rPr lang="en-US" sz="1200" b="0" i="0" dirty="0">
                <a:solidFill>
                  <a:srgbClr val="053881"/>
                </a:solidFill>
                <a:effectLst/>
                <a:latin typeface="Helvetica" panose="020B0604020202020204" pitchFamily="34" charset="0"/>
              </a:rPr>
              <a:t>Hiring tier-1 Consultants for a project would cost you $300k+. Way more expensive than our Toolkits, which will last you a lifetime!</a:t>
            </a:r>
            <a:endParaRPr lang="en-US" sz="1200" dirty="0">
              <a:ea typeface="ＭＳ Ｐゴシック" pitchFamily="50" charset="-128"/>
            </a:endParaRPr>
          </a:p>
        </p:txBody>
      </p:sp>
      <p:sp>
        <p:nvSpPr>
          <p:cNvPr id="31" name="Rounded Rectangle 5">
            <a:extLst>
              <a:ext uri="{FF2B5EF4-FFF2-40B4-BE49-F238E27FC236}">
                <a16:creationId xmlns:a16="http://schemas.microsoft.com/office/drawing/2014/main" id="{C074EF3D-1813-7902-A555-08D7A6C23019}"/>
              </a:ext>
            </a:extLst>
          </p:cNvPr>
          <p:cNvSpPr/>
          <p:nvPr/>
        </p:nvSpPr>
        <p:spPr bwMode="auto">
          <a:xfrm>
            <a:off x="8941670" y="5108576"/>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Become your organization’s subject matter expert </a:t>
            </a:r>
            <a:r>
              <a:rPr lang="en-US" sz="1200" b="0" i="0" dirty="0">
                <a:solidFill>
                  <a:srgbClr val="053881"/>
                </a:solidFill>
                <a:effectLst/>
                <a:latin typeface="Helvetica" panose="020B0604020202020204" pitchFamily="34" charset="0"/>
              </a:rPr>
              <a:t>and impress your stakeholders with world-class approaches to resolve common business problems.</a:t>
            </a:r>
            <a:endParaRPr lang="en-US" sz="1200" dirty="0">
              <a:ea typeface="ＭＳ Ｐゴシック" pitchFamily="50" charset="-128"/>
            </a:endParaRPr>
          </a:p>
        </p:txBody>
      </p:sp>
      <p:pic>
        <p:nvPicPr>
          <p:cNvPr id="32" name="Graphic 31">
            <a:extLst>
              <a:ext uri="{FF2B5EF4-FFF2-40B4-BE49-F238E27FC236}">
                <a16:creationId xmlns:a16="http://schemas.microsoft.com/office/drawing/2014/main" id="{A912F6A8-7755-96B0-1BF1-CA38F6CC8574}"/>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492182" y="2168438"/>
            <a:ext cx="576263" cy="576263"/>
          </a:xfrm>
          <a:prstGeom prst="rect">
            <a:avLst/>
          </a:prstGeom>
        </p:spPr>
      </p:pic>
      <p:pic>
        <p:nvPicPr>
          <p:cNvPr id="33" name="Graphic 32">
            <a:extLst>
              <a:ext uri="{FF2B5EF4-FFF2-40B4-BE49-F238E27FC236}">
                <a16:creationId xmlns:a16="http://schemas.microsoft.com/office/drawing/2014/main" id="{CE4974F3-ECF8-466E-0BC1-97429FC20B94}"/>
              </a:ext>
            </a:extLst>
          </p:cNvPr>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273737" y="2212854"/>
            <a:ext cx="487430" cy="487430"/>
          </a:xfrm>
          <a:prstGeom prst="rect">
            <a:avLst/>
          </a:prstGeom>
        </p:spPr>
      </p:pic>
      <p:pic>
        <p:nvPicPr>
          <p:cNvPr id="34" name="Graphic 33">
            <a:extLst>
              <a:ext uri="{FF2B5EF4-FFF2-40B4-BE49-F238E27FC236}">
                <a16:creationId xmlns:a16="http://schemas.microsoft.com/office/drawing/2014/main" id="{AA4AE859-771D-EA7A-DE78-A7FAC68B21F0}"/>
              </a:ext>
            </a:extLst>
          </p:cNvPr>
          <p:cNvPicPr>
            <a:picLocks noChangeAspect="1"/>
          </p:cNvPicPr>
          <p:nvPr/>
        </p:nvPicPr>
        <p:blipFill>
          <a:blip r:embed="rId13" cstate="print">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216558" y="3746630"/>
            <a:ext cx="533551" cy="533551"/>
          </a:xfrm>
          <a:prstGeom prst="rect">
            <a:avLst/>
          </a:prstGeom>
        </p:spPr>
      </p:pic>
      <p:pic>
        <p:nvPicPr>
          <p:cNvPr id="36" name="Graphic 35">
            <a:extLst>
              <a:ext uri="{FF2B5EF4-FFF2-40B4-BE49-F238E27FC236}">
                <a16:creationId xmlns:a16="http://schemas.microsoft.com/office/drawing/2014/main" id="{AD0E1CAC-441C-9262-8EDC-3890CD2E5B49}"/>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468090" y="5255693"/>
            <a:ext cx="629096" cy="629096"/>
          </a:xfrm>
          <a:prstGeom prst="rect">
            <a:avLst/>
          </a:prstGeom>
        </p:spPr>
      </p:pic>
      <p:pic>
        <p:nvPicPr>
          <p:cNvPr id="39" name="Graphic 38">
            <a:extLst>
              <a:ext uri="{FF2B5EF4-FFF2-40B4-BE49-F238E27FC236}">
                <a16:creationId xmlns:a16="http://schemas.microsoft.com/office/drawing/2014/main" id="{7041940F-C223-8CDD-F031-D40DD7E4E4FA}"/>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8223806" y="5276595"/>
            <a:ext cx="587292" cy="587292"/>
          </a:xfrm>
          <a:prstGeom prst="rect">
            <a:avLst/>
          </a:prstGeom>
        </p:spPr>
      </p:pic>
      <p:pic>
        <p:nvPicPr>
          <p:cNvPr id="42" name="Graphic 41">
            <a:extLst>
              <a:ext uri="{FF2B5EF4-FFF2-40B4-BE49-F238E27FC236}">
                <a16:creationId xmlns:a16="http://schemas.microsoft.com/office/drawing/2014/main" id="{817D6250-7BD1-07BD-54C9-FF55282E8ABF}"/>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820882" y="5343654"/>
            <a:ext cx="453174" cy="453174"/>
          </a:xfrm>
          <a:prstGeom prst="rect">
            <a:avLst/>
          </a:prstGeom>
        </p:spPr>
      </p:pic>
      <p:sp>
        <p:nvSpPr>
          <p:cNvPr id="43" name="Rounded Rectangle 5">
            <a:extLst>
              <a:ext uri="{FF2B5EF4-FFF2-40B4-BE49-F238E27FC236}">
                <a16:creationId xmlns:a16="http://schemas.microsoft.com/office/drawing/2014/main" id="{35773859-1551-24FA-766B-DEBA9384247B}"/>
              </a:ext>
            </a:extLst>
          </p:cNvPr>
          <p:cNvSpPr/>
          <p:nvPr/>
        </p:nvSpPr>
        <p:spPr bwMode="auto">
          <a:xfrm>
            <a:off x="5206138" y="3551740"/>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Don't reinvent the wheel. </a:t>
            </a:r>
            <a:r>
              <a:rPr lang="en-US" sz="1200" b="0" i="0" dirty="0">
                <a:solidFill>
                  <a:srgbClr val="053881"/>
                </a:solidFill>
                <a:effectLst/>
                <a:latin typeface="Helvetica" panose="020B0604020202020204" pitchFamily="34" charset="0"/>
              </a:rPr>
              <a:t>We have already worked 30,000+ hours over the past 10 years to create all the Management Consulting Toolkits you need.</a:t>
            </a:r>
            <a:endParaRPr lang="en-US" sz="1200" dirty="0">
              <a:ea typeface="ＭＳ Ｐゴシック" pitchFamily="50" charset="-128"/>
            </a:endParaRPr>
          </a:p>
        </p:txBody>
      </p:sp>
      <p:pic>
        <p:nvPicPr>
          <p:cNvPr id="44" name="Graphic 43" descr="Stopwatch 66% outline">
            <a:extLst>
              <a:ext uri="{FF2B5EF4-FFF2-40B4-BE49-F238E27FC236}">
                <a16:creationId xmlns:a16="http://schemas.microsoft.com/office/drawing/2014/main" id="{558EA078-3275-6A21-DCC5-4B366E8DC307}"/>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731239" y="3575144"/>
            <a:ext cx="739367" cy="739367"/>
          </a:xfrm>
          <a:prstGeom prst="rect">
            <a:avLst/>
          </a:prstGeom>
        </p:spPr>
      </p:pic>
      <p:pic>
        <p:nvPicPr>
          <p:cNvPr id="51" name="Graphic 50" descr="Steering Wheel outline">
            <a:extLst>
              <a:ext uri="{FF2B5EF4-FFF2-40B4-BE49-F238E27FC236}">
                <a16:creationId xmlns:a16="http://schemas.microsoft.com/office/drawing/2014/main" id="{C6EC77E8-A539-C100-7C53-F2165FD1421C}"/>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4465460" y="3644073"/>
            <a:ext cx="728441" cy="728441"/>
          </a:xfrm>
          <a:prstGeom prst="rect">
            <a:avLst/>
          </a:prstGeom>
        </p:spPr>
      </p:pic>
      <p:sp>
        <p:nvSpPr>
          <p:cNvPr id="5" name="Footer Placeholder 4">
            <a:extLst>
              <a:ext uri="{FF2B5EF4-FFF2-40B4-BE49-F238E27FC236}">
                <a16:creationId xmlns:a16="http://schemas.microsoft.com/office/drawing/2014/main" id="{44722813-CA7B-743F-2865-95D43FE4DA52}"/>
              </a:ext>
            </a:extLst>
          </p:cNvPr>
          <p:cNvSpPr>
            <a:spLocks noGrp="1"/>
          </p:cNvSpPr>
          <p:nvPr>
            <p:ph type="ftr" sz="quarter" idx="3"/>
          </p:nvPr>
        </p:nvSpPr>
        <p:spPr/>
        <p:txBody>
          <a:bodyPr/>
          <a:lstStyle/>
          <a:p>
            <a:r>
              <a:rPr lang="en-US" dirty="0"/>
              <a:t>Domont Consulting</a:t>
            </a:r>
          </a:p>
        </p:txBody>
      </p:sp>
      <p:sp>
        <p:nvSpPr>
          <p:cNvPr id="9" name="Slide Number Placeholder 8">
            <a:extLst>
              <a:ext uri="{FF2B5EF4-FFF2-40B4-BE49-F238E27FC236}">
                <a16:creationId xmlns:a16="http://schemas.microsoft.com/office/drawing/2014/main" id="{572406C9-4EBE-0F5E-2B72-C05073EE7F19}"/>
              </a:ext>
            </a:extLst>
          </p:cNvPr>
          <p:cNvSpPr>
            <a:spLocks noGrp="1"/>
          </p:cNvSpPr>
          <p:nvPr>
            <p:ph type="sldNum" sz="quarter" idx="4"/>
          </p:nvPr>
        </p:nvSpPr>
        <p:spPr/>
        <p:txBody>
          <a:bodyPr/>
          <a:lstStyle/>
          <a:p>
            <a:fld id="{37F5C94B-8C55-478B-B509-BAE6A06B2E2A}" type="slidenum">
              <a:rPr lang="en-US" smtClean="0"/>
              <a:pPr/>
              <a:t>19</a:t>
            </a:fld>
            <a:endParaRPr lang="en-US" dirty="0"/>
          </a:p>
        </p:txBody>
      </p:sp>
    </p:spTree>
    <p:extLst>
      <p:ext uri="{BB962C8B-B14F-4D97-AF65-F5344CB8AC3E}">
        <p14:creationId xmlns:p14="http://schemas.microsoft.com/office/powerpoint/2010/main" val="39383374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7CB5ED6B-8FA4-B70C-ED66-9357630FC2B7}"/>
              </a:ext>
            </a:extLst>
          </p:cNvPr>
          <p:cNvGraphicFramePr>
            <a:graphicFrameLocks noChangeAspect="1"/>
          </p:cNvGraphicFramePr>
          <p:nvPr>
            <p:custDataLst>
              <p:tags r:id="rId1"/>
            </p:custDataLst>
            <p:extLst>
              <p:ext uri="{D42A27DB-BD31-4B8C-83A1-F6EECF244321}">
                <p14:modId xmlns:p14="http://schemas.microsoft.com/office/powerpoint/2010/main" val="20787321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7CB5ED6B-8FA4-B70C-ED66-9357630FC2B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1" name="Picture 10">
            <a:extLst>
              <a:ext uri="{FF2B5EF4-FFF2-40B4-BE49-F238E27FC236}">
                <a16:creationId xmlns:a16="http://schemas.microsoft.com/office/drawing/2014/main" id="{5D58A1A0-06A2-4FAC-A5EA-99253435D8B8}"/>
              </a:ext>
            </a:extLst>
          </p:cNvPr>
          <p:cNvPicPr>
            <a:picLocks noChangeAspect="1"/>
          </p:cNvPicPr>
          <p:nvPr/>
        </p:nvPicPr>
        <p:blipFill>
          <a:blip r:embed="rId5"/>
          <a:stretch>
            <a:fillRect/>
          </a:stretch>
        </p:blipFill>
        <p:spPr>
          <a:xfrm>
            <a:off x="1321620" y="1968982"/>
            <a:ext cx="9458036" cy="3701886"/>
          </a:xfrm>
          <a:prstGeom prst="rect">
            <a:avLst/>
          </a:prstGeom>
          <a:ln>
            <a:noFill/>
          </a:ln>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DEFE2F89-2C68-4882-ACAA-4D3583EC021E}"/>
              </a:ext>
            </a:extLst>
          </p:cNvPr>
          <p:cNvSpPr>
            <a:spLocks noGrp="1"/>
          </p:cNvSpPr>
          <p:nvPr>
            <p:ph type="title"/>
          </p:nvPr>
        </p:nvSpPr>
        <p:spPr/>
        <p:txBody>
          <a:bodyPr vert="horz"/>
          <a:lstStyle/>
          <a:p>
            <a:r>
              <a:rPr lang="en-US" dirty="0"/>
              <a:t>What our clients say about our Toolkits</a:t>
            </a:r>
            <a:endParaRPr lang="en-US" b="0" dirty="0"/>
          </a:p>
        </p:txBody>
      </p:sp>
      <p:sp>
        <p:nvSpPr>
          <p:cNvPr id="7" name="Rectangle: Rounded Corners 6">
            <a:hlinkClick r:id="rId6"/>
            <a:extLst>
              <a:ext uri="{FF2B5EF4-FFF2-40B4-BE49-F238E27FC236}">
                <a16:creationId xmlns:a16="http://schemas.microsoft.com/office/drawing/2014/main" id="{34408D4B-2DBA-45D0-9E35-C8280CE479B1}"/>
              </a:ext>
            </a:extLst>
          </p:cNvPr>
          <p:cNvSpPr/>
          <p:nvPr/>
        </p:nvSpPr>
        <p:spPr bwMode="auto">
          <a:xfrm>
            <a:off x="5303240" y="5271355"/>
            <a:ext cx="1585519" cy="346348"/>
          </a:xfrm>
          <a:prstGeom prst="roundRect">
            <a:avLst>
              <a:gd name="adj" fmla="val 10721"/>
            </a:avLst>
          </a:prstGeom>
          <a:solidFill>
            <a:srgbClr val="3EA9F5"/>
          </a:solidFill>
          <a:ln>
            <a:noFill/>
          </a:ln>
          <a:effectLst/>
        </p:spPr>
        <p:txBody>
          <a:bodyPr wrap="square" lIns="91428" tIns="100800" rIns="91428" bIns="91440" rtlCol="0" anchor="ctr">
            <a:noAutofit/>
          </a:bodyPr>
          <a:lstStyle/>
          <a:p>
            <a:pPr algn="ctr" defTabSz="623853" fontAlgn="base">
              <a:lnSpc>
                <a:spcPts val="1100"/>
              </a:lnSpc>
              <a:spcBef>
                <a:spcPct val="0"/>
              </a:spcBef>
              <a:spcAft>
                <a:spcPct val="0"/>
              </a:spcAft>
              <a:buClr>
                <a:srgbClr val="000000"/>
              </a:buClr>
            </a:pPr>
            <a:r>
              <a:rPr lang="en-US" sz="1100" b="1" dirty="0">
                <a:solidFill>
                  <a:schemeClr val="bg1"/>
                </a:solidFill>
                <a:latin typeface="Arial" charset="0"/>
                <a:cs typeface="Times New Roman" pitchFamily="18" charset="0"/>
              </a:rPr>
              <a:t>Click here to see more reviews &gt;</a:t>
            </a:r>
          </a:p>
        </p:txBody>
      </p:sp>
      <p:sp>
        <p:nvSpPr>
          <p:cNvPr id="3" name="Oval 2">
            <a:hlinkClick r:id="rId7"/>
            <a:extLst>
              <a:ext uri="{FF2B5EF4-FFF2-40B4-BE49-F238E27FC236}">
                <a16:creationId xmlns:a16="http://schemas.microsoft.com/office/drawing/2014/main" id="{E7801C33-1882-44AC-8209-E2ACFFBF177C}"/>
              </a:ext>
            </a:extLst>
          </p:cNvPr>
          <p:cNvSpPr/>
          <p:nvPr/>
        </p:nvSpPr>
        <p:spPr>
          <a:xfrm>
            <a:off x="10419046" y="3957144"/>
            <a:ext cx="280099" cy="29361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hlinkClick r:id="rId7"/>
            <a:extLst>
              <a:ext uri="{FF2B5EF4-FFF2-40B4-BE49-F238E27FC236}">
                <a16:creationId xmlns:a16="http://schemas.microsoft.com/office/drawing/2014/main" id="{F65F7B22-3F2E-42E7-BE12-BCF3C4BCBF84}"/>
              </a:ext>
            </a:extLst>
          </p:cNvPr>
          <p:cNvSpPr/>
          <p:nvPr/>
        </p:nvSpPr>
        <p:spPr>
          <a:xfrm>
            <a:off x="1327557" y="3892492"/>
            <a:ext cx="280099" cy="29361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ooter Placeholder 3">
            <a:extLst>
              <a:ext uri="{FF2B5EF4-FFF2-40B4-BE49-F238E27FC236}">
                <a16:creationId xmlns:a16="http://schemas.microsoft.com/office/drawing/2014/main" id="{2F9CE760-CA4B-E925-FAD9-C788638FC19D}"/>
              </a:ext>
            </a:extLst>
          </p:cNvPr>
          <p:cNvSpPr>
            <a:spLocks noGrp="1"/>
          </p:cNvSpPr>
          <p:nvPr>
            <p:ph type="ftr" sz="quarter" idx="3"/>
          </p:nvPr>
        </p:nvSpPr>
        <p:spPr/>
        <p:txBody>
          <a:bodyPr/>
          <a:lstStyle/>
          <a:p>
            <a:r>
              <a:rPr lang="en-US" dirty="0"/>
              <a:t>Domont Consulting</a:t>
            </a:r>
          </a:p>
        </p:txBody>
      </p:sp>
      <p:sp>
        <p:nvSpPr>
          <p:cNvPr id="5" name="Slide Number Placeholder 4">
            <a:extLst>
              <a:ext uri="{FF2B5EF4-FFF2-40B4-BE49-F238E27FC236}">
                <a16:creationId xmlns:a16="http://schemas.microsoft.com/office/drawing/2014/main" id="{60F575FF-EE9F-DC72-B546-90416B160436}"/>
              </a:ext>
            </a:extLst>
          </p:cNvPr>
          <p:cNvSpPr>
            <a:spLocks noGrp="1"/>
          </p:cNvSpPr>
          <p:nvPr>
            <p:ph type="sldNum" sz="quarter" idx="4"/>
          </p:nvPr>
        </p:nvSpPr>
        <p:spPr/>
        <p:txBody>
          <a:bodyPr/>
          <a:lstStyle/>
          <a:p>
            <a:fld id="{37F5C94B-8C55-478B-B509-BAE6A06B2E2A}" type="slidenum">
              <a:rPr lang="en-US" smtClean="0"/>
              <a:pPr/>
              <a:t>20</a:t>
            </a:fld>
            <a:endParaRPr lang="en-US" dirty="0"/>
          </a:p>
        </p:txBody>
      </p:sp>
    </p:spTree>
    <p:extLst>
      <p:ext uri="{BB962C8B-B14F-4D97-AF65-F5344CB8AC3E}">
        <p14:creationId xmlns:p14="http://schemas.microsoft.com/office/powerpoint/2010/main" val="19266199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41978348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16" name="Title 1">
            <a:extLst>
              <a:ext uri="{FF2B5EF4-FFF2-40B4-BE49-F238E27FC236}">
                <a16:creationId xmlns:a16="http://schemas.microsoft.com/office/drawing/2014/main" id="{E1807DFC-6E0A-41E9-BAC7-1EE85BC2BECF}"/>
              </a:ext>
            </a:extLst>
          </p:cNvPr>
          <p:cNvSpPr txBox="1">
            <a:spLocks noGrp="1"/>
          </p:cNvSpPr>
          <p:nvPr>
            <p:ph type="title"/>
          </p:nvPr>
        </p:nvSpPr>
        <p:spPr>
          <a:prstGeom prst="rect">
            <a:avLst/>
          </a:prstGeom>
        </p:spPr>
        <p:txBody>
          <a:bodyPr>
            <a:no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dirty="0"/>
              <a:t>Join 200,000+ Executives, Consultants &amp; Entrepreneurs leveraging our Toolkits to improve the performance of their organization</a:t>
            </a:r>
            <a:endParaRPr lang="en-US" sz="2400" b="0" kern="0" dirty="0"/>
          </a:p>
        </p:txBody>
      </p:sp>
      <p:sp>
        <p:nvSpPr>
          <p:cNvPr id="2" name="Rectangle 1">
            <a:extLst>
              <a:ext uri="{FF2B5EF4-FFF2-40B4-BE49-F238E27FC236}">
                <a16:creationId xmlns:a16="http://schemas.microsoft.com/office/drawing/2014/main" id="{A962B74C-75B9-94DD-8E27-57692538BA17}"/>
              </a:ext>
            </a:extLst>
          </p:cNvPr>
          <p:cNvSpPr/>
          <p:nvPr/>
        </p:nvSpPr>
        <p:spPr>
          <a:xfrm>
            <a:off x="616285" y="1648544"/>
            <a:ext cx="7416000" cy="953040"/>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E4DF4256-F406-5ABB-5F23-D915115DCCDB}"/>
              </a:ext>
            </a:extLst>
          </p:cNvPr>
          <p:cNvSpPr/>
          <p:nvPr/>
        </p:nvSpPr>
        <p:spPr>
          <a:xfrm>
            <a:off x="8087873" y="1648544"/>
            <a:ext cx="3508381" cy="953040"/>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808B0DF4-A6EA-4926-BCB2-370EDE306BD5}"/>
              </a:ext>
            </a:extLst>
          </p:cNvPr>
          <p:cNvSpPr txBox="1"/>
          <p:nvPr/>
        </p:nvSpPr>
        <p:spPr>
          <a:xfrm>
            <a:off x="634084" y="1648544"/>
            <a:ext cx="7425359" cy="369332"/>
          </a:xfrm>
          <a:prstGeom prst="rect">
            <a:avLst/>
          </a:prstGeom>
          <a:noFill/>
        </p:spPr>
        <p:txBody>
          <a:bodyPr wrap="square" rtlCol="0">
            <a:spAutoFit/>
          </a:bodyPr>
          <a:lstStyle/>
          <a:p>
            <a:r>
              <a:rPr lang="en-US" dirty="0"/>
              <a:t>Trusted by small and large organizations</a:t>
            </a:r>
          </a:p>
        </p:txBody>
      </p:sp>
      <p:sp>
        <p:nvSpPr>
          <p:cNvPr id="6" name="TextBox 5">
            <a:extLst>
              <a:ext uri="{FF2B5EF4-FFF2-40B4-BE49-F238E27FC236}">
                <a16:creationId xmlns:a16="http://schemas.microsoft.com/office/drawing/2014/main" id="{A6342A59-F39E-3014-C636-92960AC5C071}"/>
              </a:ext>
            </a:extLst>
          </p:cNvPr>
          <p:cNvSpPr txBox="1"/>
          <p:nvPr/>
        </p:nvSpPr>
        <p:spPr>
          <a:xfrm>
            <a:off x="8064688" y="1648544"/>
            <a:ext cx="3623927" cy="369332"/>
          </a:xfrm>
          <a:prstGeom prst="rect">
            <a:avLst/>
          </a:prstGeom>
          <a:noFill/>
        </p:spPr>
        <p:txBody>
          <a:bodyPr wrap="square" rtlCol="0">
            <a:spAutoFit/>
          </a:bodyPr>
          <a:lstStyle/>
          <a:p>
            <a:r>
              <a:rPr lang="en-US" dirty="0"/>
              <a:t>Customer satisfaction</a:t>
            </a:r>
          </a:p>
        </p:txBody>
      </p:sp>
      <p:sp>
        <p:nvSpPr>
          <p:cNvPr id="7" name="Rectangle 6">
            <a:extLst>
              <a:ext uri="{FF2B5EF4-FFF2-40B4-BE49-F238E27FC236}">
                <a16:creationId xmlns:a16="http://schemas.microsoft.com/office/drawing/2014/main" id="{9EDD568C-1DE4-6515-9B2E-6BA2D546AD92}"/>
              </a:ext>
            </a:extLst>
          </p:cNvPr>
          <p:cNvSpPr/>
          <p:nvPr/>
        </p:nvSpPr>
        <p:spPr>
          <a:xfrm>
            <a:off x="616285" y="2675070"/>
            <a:ext cx="7416000" cy="3733268"/>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482732DF-EB8D-BB18-A809-B81EB32FED81}"/>
              </a:ext>
            </a:extLst>
          </p:cNvPr>
          <p:cNvSpPr txBox="1"/>
          <p:nvPr/>
        </p:nvSpPr>
        <p:spPr>
          <a:xfrm>
            <a:off x="634086" y="2709886"/>
            <a:ext cx="7327609" cy="1077218"/>
          </a:xfrm>
          <a:prstGeom prst="rect">
            <a:avLst/>
          </a:prstGeom>
          <a:noFill/>
        </p:spPr>
        <p:txBody>
          <a:bodyPr wrap="square" rtlCol="0">
            <a:spAutoFit/>
          </a:bodyPr>
          <a:lstStyle/>
          <a:p>
            <a:r>
              <a:rPr lang="en-US" dirty="0"/>
              <a:t>Number of countries leveraging our Toolkits</a:t>
            </a:r>
          </a:p>
          <a:p>
            <a:r>
              <a:rPr lang="en-US" sz="2800" b="1" dirty="0">
                <a:solidFill>
                  <a:schemeClr val="accent2"/>
                </a:solidFill>
              </a:rPr>
              <a:t>160+ </a:t>
            </a:r>
          </a:p>
          <a:p>
            <a:endParaRPr lang="en-US" dirty="0"/>
          </a:p>
        </p:txBody>
      </p:sp>
      <p:sp>
        <p:nvSpPr>
          <p:cNvPr id="9" name="Rectangle 8">
            <a:extLst>
              <a:ext uri="{FF2B5EF4-FFF2-40B4-BE49-F238E27FC236}">
                <a16:creationId xmlns:a16="http://schemas.microsoft.com/office/drawing/2014/main" id="{FDCE55B0-8DF3-F891-70F7-EBD939067D53}"/>
              </a:ext>
            </a:extLst>
          </p:cNvPr>
          <p:cNvSpPr/>
          <p:nvPr/>
        </p:nvSpPr>
        <p:spPr>
          <a:xfrm>
            <a:off x="8087873" y="2670574"/>
            <a:ext cx="3508381" cy="1588313"/>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D2AC5B92-C47E-9941-ACE2-8C1EBA9995C7}"/>
              </a:ext>
            </a:extLst>
          </p:cNvPr>
          <p:cNvSpPr txBox="1"/>
          <p:nvPr/>
        </p:nvSpPr>
        <p:spPr>
          <a:xfrm>
            <a:off x="8064688" y="2669659"/>
            <a:ext cx="3602468" cy="1354217"/>
          </a:xfrm>
          <a:prstGeom prst="rect">
            <a:avLst/>
          </a:prstGeom>
          <a:noFill/>
        </p:spPr>
        <p:txBody>
          <a:bodyPr wrap="square" rtlCol="0">
            <a:spAutoFit/>
          </a:bodyPr>
          <a:lstStyle/>
          <a:p>
            <a:r>
              <a:rPr lang="en-US" dirty="0"/>
              <a:t>Number of professionals leveraging our Toolkits</a:t>
            </a:r>
          </a:p>
          <a:p>
            <a:endParaRPr lang="en-US" dirty="0"/>
          </a:p>
          <a:p>
            <a:r>
              <a:rPr lang="en-US" sz="2800" b="1" dirty="0">
                <a:solidFill>
                  <a:schemeClr val="accent2"/>
                </a:solidFill>
              </a:rPr>
              <a:t>200,000+</a:t>
            </a:r>
          </a:p>
        </p:txBody>
      </p:sp>
      <p:grpSp>
        <p:nvGrpSpPr>
          <p:cNvPr id="14" name="Group 5">
            <a:extLst>
              <a:ext uri="{FF2B5EF4-FFF2-40B4-BE49-F238E27FC236}">
                <a16:creationId xmlns:a16="http://schemas.microsoft.com/office/drawing/2014/main" id="{732D0F89-CF30-4FD0-1C26-882D37E55FA9}"/>
              </a:ext>
            </a:extLst>
          </p:cNvPr>
          <p:cNvGrpSpPr>
            <a:grpSpLocks/>
          </p:cNvGrpSpPr>
          <p:nvPr/>
        </p:nvGrpSpPr>
        <p:grpSpPr bwMode="auto">
          <a:xfrm>
            <a:off x="5622228" y="5262111"/>
            <a:ext cx="297844" cy="94643"/>
            <a:chOff x="4449" y="3335"/>
            <a:chExt cx="260" cy="83"/>
          </a:xfrm>
          <a:solidFill>
            <a:schemeClr val="accent2"/>
          </a:solidFill>
        </p:grpSpPr>
        <p:sp>
          <p:nvSpPr>
            <p:cNvPr id="15" name="Freeform 6">
              <a:extLst>
                <a:ext uri="{FF2B5EF4-FFF2-40B4-BE49-F238E27FC236}">
                  <a16:creationId xmlns:a16="http://schemas.microsoft.com/office/drawing/2014/main" id="{BF9E5B90-1AEC-73F5-0602-14CA9A383DD2}"/>
                </a:ext>
              </a:extLst>
            </p:cNvPr>
            <p:cNvSpPr>
              <a:spLocks/>
            </p:cNvSpPr>
            <p:nvPr/>
          </p:nvSpPr>
          <p:spPr bwMode="auto">
            <a:xfrm>
              <a:off x="4449" y="3340"/>
              <a:ext cx="52" cy="69"/>
            </a:xfrm>
            <a:custGeom>
              <a:avLst/>
              <a:gdLst>
                <a:gd name="T0" fmla="*/ 0 w 52"/>
                <a:gd name="T1" fmla="*/ 0 h 69"/>
                <a:gd name="T2" fmla="*/ 0 w 52"/>
                <a:gd name="T3" fmla="*/ 0 h 69"/>
                <a:gd name="T4" fmla="*/ 10 w 52"/>
                <a:gd name="T5" fmla="*/ 0 h 69"/>
                <a:gd name="T6" fmla="*/ 13 w 52"/>
                <a:gd name="T7" fmla="*/ 13 h 69"/>
                <a:gd name="T8" fmla="*/ 26 w 52"/>
                <a:gd name="T9" fmla="*/ 5 h 69"/>
                <a:gd name="T10" fmla="*/ 43 w 52"/>
                <a:gd name="T11" fmla="*/ 21 h 69"/>
                <a:gd name="T12" fmla="*/ 51 w 52"/>
                <a:gd name="T13" fmla="*/ 68 h 69"/>
                <a:gd name="T14" fmla="*/ 50 w 52"/>
                <a:gd name="T15" fmla="*/ 68 h 69"/>
                <a:gd name="T16" fmla="*/ 16 w 52"/>
                <a:gd name="T17" fmla="*/ 48 h 69"/>
                <a:gd name="T18" fmla="*/ 0 w 52"/>
                <a:gd name="T19" fmla="*/ 0 h 69"/>
                <a:gd name="T20" fmla="*/ 0 w 52"/>
                <a:gd name="T21" fmla="*/ 0 h 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2"/>
                <a:gd name="T34" fmla="*/ 0 h 69"/>
                <a:gd name="T35" fmla="*/ 52 w 52"/>
                <a:gd name="T36" fmla="*/ 69 h 6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2" h="69">
                  <a:moveTo>
                    <a:pt x="0" y="0"/>
                  </a:moveTo>
                  <a:lnTo>
                    <a:pt x="0" y="0"/>
                  </a:lnTo>
                  <a:lnTo>
                    <a:pt x="10" y="0"/>
                  </a:lnTo>
                  <a:lnTo>
                    <a:pt x="13" y="13"/>
                  </a:lnTo>
                  <a:lnTo>
                    <a:pt x="26" y="5"/>
                  </a:lnTo>
                  <a:lnTo>
                    <a:pt x="43" y="21"/>
                  </a:lnTo>
                  <a:lnTo>
                    <a:pt x="51" y="68"/>
                  </a:lnTo>
                  <a:lnTo>
                    <a:pt x="50" y="68"/>
                  </a:lnTo>
                  <a:lnTo>
                    <a:pt x="16" y="48"/>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16" name="Freeform 7">
              <a:extLst>
                <a:ext uri="{FF2B5EF4-FFF2-40B4-BE49-F238E27FC236}">
                  <a16:creationId xmlns:a16="http://schemas.microsoft.com/office/drawing/2014/main" id="{73103DF3-7B38-60DD-76F5-926F56E877E6}"/>
                </a:ext>
              </a:extLst>
            </p:cNvPr>
            <p:cNvSpPr>
              <a:spLocks/>
            </p:cNvSpPr>
            <p:nvPr/>
          </p:nvSpPr>
          <p:spPr bwMode="auto">
            <a:xfrm>
              <a:off x="4577" y="3335"/>
              <a:ext cx="132" cy="83"/>
            </a:xfrm>
            <a:custGeom>
              <a:avLst/>
              <a:gdLst>
                <a:gd name="T0" fmla="*/ 0 w 132"/>
                <a:gd name="T1" fmla="*/ 72 h 83"/>
                <a:gd name="T2" fmla="*/ 0 w 132"/>
                <a:gd name="T3" fmla="*/ 72 h 83"/>
                <a:gd name="T4" fmla="*/ 12 w 132"/>
                <a:gd name="T5" fmla="*/ 82 h 83"/>
                <a:gd name="T6" fmla="*/ 53 w 132"/>
                <a:gd name="T7" fmla="*/ 79 h 83"/>
                <a:gd name="T8" fmla="*/ 66 w 132"/>
                <a:gd name="T9" fmla="*/ 73 h 83"/>
                <a:gd name="T10" fmla="*/ 84 w 132"/>
                <a:gd name="T11" fmla="*/ 36 h 83"/>
                <a:gd name="T12" fmla="*/ 108 w 132"/>
                <a:gd name="T13" fmla="*/ 37 h 83"/>
                <a:gd name="T14" fmla="*/ 131 w 132"/>
                <a:gd name="T15" fmla="*/ 25 h 83"/>
                <a:gd name="T16" fmla="*/ 109 w 132"/>
                <a:gd name="T17" fmla="*/ 14 h 83"/>
                <a:gd name="T18" fmla="*/ 102 w 132"/>
                <a:gd name="T19" fmla="*/ 0 h 83"/>
                <a:gd name="T20" fmla="*/ 75 w 132"/>
                <a:gd name="T21" fmla="*/ 26 h 83"/>
                <a:gd name="T22" fmla="*/ 67 w 132"/>
                <a:gd name="T23" fmla="*/ 40 h 83"/>
                <a:gd name="T24" fmla="*/ 59 w 132"/>
                <a:gd name="T25" fmla="*/ 32 h 83"/>
                <a:gd name="T26" fmla="*/ 43 w 132"/>
                <a:gd name="T27" fmla="*/ 52 h 83"/>
                <a:gd name="T28" fmla="*/ 26 w 132"/>
                <a:gd name="T29" fmla="*/ 55 h 83"/>
                <a:gd name="T30" fmla="*/ 20 w 132"/>
                <a:gd name="T31" fmla="*/ 73 h 83"/>
                <a:gd name="T32" fmla="*/ 0 w 132"/>
                <a:gd name="T33" fmla="*/ 72 h 83"/>
                <a:gd name="T34" fmla="*/ 0 w 132"/>
                <a:gd name="T35" fmla="*/ 72 h 8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32"/>
                <a:gd name="T55" fmla="*/ 0 h 83"/>
                <a:gd name="T56" fmla="*/ 132 w 132"/>
                <a:gd name="T57" fmla="*/ 83 h 8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32" h="83">
                  <a:moveTo>
                    <a:pt x="0" y="72"/>
                  </a:moveTo>
                  <a:lnTo>
                    <a:pt x="0" y="72"/>
                  </a:lnTo>
                  <a:lnTo>
                    <a:pt x="12" y="82"/>
                  </a:lnTo>
                  <a:lnTo>
                    <a:pt x="53" y="79"/>
                  </a:lnTo>
                  <a:lnTo>
                    <a:pt x="66" y="73"/>
                  </a:lnTo>
                  <a:lnTo>
                    <a:pt x="84" y="36"/>
                  </a:lnTo>
                  <a:lnTo>
                    <a:pt x="108" y="37"/>
                  </a:lnTo>
                  <a:lnTo>
                    <a:pt x="131" y="25"/>
                  </a:lnTo>
                  <a:lnTo>
                    <a:pt x="109" y="14"/>
                  </a:lnTo>
                  <a:lnTo>
                    <a:pt x="102" y="0"/>
                  </a:lnTo>
                  <a:lnTo>
                    <a:pt x="75" y="26"/>
                  </a:lnTo>
                  <a:lnTo>
                    <a:pt x="67" y="40"/>
                  </a:lnTo>
                  <a:lnTo>
                    <a:pt x="59" y="32"/>
                  </a:lnTo>
                  <a:lnTo>
                    <a:pt x="43" y="52"/>
                  </a:lnTo>
                  <a:lnTo>
                    <a:pt x="26" y="55"/>
                  </a:lnTo>
                  <a:lnTo>
                    <a:pt x="20" y="73"/>
                  </a:lnTo>
                  <a:lnTo>
                    <a:pt x="0" y="7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grpSp>
        <p:nvGrpSpPr>
          <p:cNvPr id="17" name="Group 8">
            <a:extLst>
              <a:ext uri="{FF2B5EF4-FFF2-40B4-BE49-F238E27FC236}">
                <a16:creationId xmlns:a16="http://schemas.microsoft.com/office/drawing/2014/main" id="{2F3936FA-DE12-3B0E-D82E-7D19FCFE9E8A}"/>
              </a:ext>
            </a:extLst>
          </p:cNvPr>
          <p:cNvGrpSpPr>
            <a:grpSpLocks/>
          </p:cNvGrpSpPr>
          <p:nvPr/>
        </p:nvGrpSpPr>
        <p:grpSpPr bwMode="auto">
          <a:xfrm>
            <a:off x="5543338" y="5285066"/>
            <a:ext cx="719784" cy="239313"/>
            <a:chOff x="4380" y="3353"/>
            <a:chExt cx="629" cy="218"/>
          </a:xfrm>
          <a:solidFill>
            <a:schemeClr val="accent2"/>
          </a:solidFill>
        </p:grpSpPr>
        <p:sp>
          <p:nvSpPr>
            <p:cNvPr id="18" name="Freeform 9">
              <a:extLst>
                <a:ext uri="{FF2B5EF4-FFF2-40B4-BE49-F238E27FC236}">
                  <a16:creationId xmlns:a16="http://schemas.microsoft.com/office/drawing/2014/main" id="{858BE8C5-B8A3-AB1E-4287-9FFF497B166D}"/>
                </a:ext>
              </a:extLst>
            </p:cNvPr>
            <p:cNvSpPr>
              <a:spLocks/>
            </p:cNvSpPr>
            <p:nvPr/>
          </p:nvSpPr>
          <p:spPr bwMode="auto">
            <a:xfrm>
              <a:off x="4380" y="3353"/>
              <a:ext cx="149" cy="156"/>
            </a:xfrm>
            <a:custGeom>
              <a:avLst/>
              <a:gdLst>
                <a:gd name="T0" fmla="*/ 0 w 149"/>
                <a:gd name="T1" fmla="*/ 0 h 156"/>
                <a:gd name="T2" fmla="*/ 0 w 149"/>
                <a:gd name="T3" fmla="*/ 0 h 156"/>
                <a:gd name="T4" fmla="*/ 33 w 149"/>
                <a:gd name="T5" fmla="*/ 7 h 156"/>
                <a:gd name="T6" fmla="*/ 74 w 149"/>
                <a:gd name="T7" fmla="*/ 47 h 156"/>
                <a:gd name="T8" fmla="*/ 108 w 149"/>
                <a:gd name="T9" fmla="*/ 62 h 156"/>
                <a:gd name="T10" fmla="*/ 104 w 149"/>
                <a:gd name="T11" fmla="*/ 73 h 156"/>
                <a:gd name="T12" fmla="*/ 115 w 149"/>
                <a:gd name="T13" fmla="*/ 72 h 156"/>
                <a:gd name="T14" fmla="*/ 114 w 149"/>
                <a:gd name="T15" fmla="*/ 87 h 156"/>
                <a:gd name="T16" fmla="*/ 148 w 149"/>
                <a:gd name="T17" fmla="*/ 116 h 156"/>
                <a:gd name="T18" fmla="*/ 144 w 149"/>
                <a:gd name="T19" fmla="*/ 154 h 156"/>
                <a:gd name="T20" fmla="*/ 129 w 149"/>
                <a:gd name="T21" fmla="*/ 155 h 156"/>
                <a:gd name="T22" fmla="*/ 99 w 149"/>
                <a:gd name="T23" fmla="*/ 133 h 156"/>
                <a:gd name="T24" fmla="*/ 50 w 149"/>
                <a:gd name="T25" fmla="*/ 54 h 156"/>
                <a:gd name="T26" fmla="*/ 0 w 149"/>
                <a:gd name="T27" fmla="*/ 0 h 156"/>
                <a:gd name="T28" fmla="*/ 0 w 149"/>
                <a:gd name="T29" fmla="*/ 0 h 15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9"/>
                <a:gd name="T46" fmla="*/ 0 h 156"/>
                <a:gd name="T47" fmla="*/ 149 w 149"/>
                <a:gd name="T48" fmla="*/ 156 h 15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9" h="156">
                  <a:moveTo>
                    <a:pt x="0" y="0"/>
                  </a:moveTo>
                  <a:lnTo>
                    <a:pt x="0" y="0"/>
                  </a:lnTo>
                  <a:lnTo>
                    <a:pt x="33" y="7"/>
                  </a:lnTo>
                  <a:lnTo>
                    <a:pt x="74" y="47"/>
                  </a:lnTo>
                  <a:lnTo>
                    <a:pt x="108" y="62"/>
                  </a:lnTo>
                  <a:lnTo>
                    <a:pt x="104" y="73"/>
                  </a:lnTo>
                  <a:lnTo>
                    <a:pt x="115" y="72"/>
                  </a:lnTo>
                  <a:lnTo>
                    <a:pt x="114" y="87"/>
                  </a:lnTo>
                  <a:lnTo>
                    <a:pt x="148" y="116"/>
                  </a:lnTo>
                  <a:lnTo>
                    <a:pt x="144" y="154"/>
                  </a:lnTo>
                  <a:lnTo>
                    <a:pt x="129" y="155"/>
                  </a:lnTo>
                  <a:lnTo>
                    <a:pt x="99" y="133"/>
                  </a:lnTo>
                  <a:lnTo>
                    <a:pt x="50" y="54"/>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19" name="Freeform 10">
              <a:extLst>
                <a:ext uri="{FF2B5EF4-FFF2-40B4-BE49-F238E27FC236}">
                  <a16:creationId xmlns:a16="http://schemas.microsoft.com/office/drawing/2014/main" id="{2BDAD4D1-E7E8-0B23-8E5F-1C50C7318D6F}"/>
                </a:ext>
              </a:extLst>
            </p:cNvPr>
            <p:cNvSpPr>
              <a:spLocks/>
            </p:cNvSpPr>
            <p:nvPr/>
          </p:nvSpPr>
          <p:spPr bwMode="auto">
            <a:xfrm>
              <a:off x="4519" y="3510"/>
              <a:ext cx="125" cy="40"/>
            </a:xfrm>
            <a:custGeom>
              <a:avLst/>
              <a:gdLst>
                <a:gd name="T0" fmla="*/ 0 w 125"/>
                <a:gd name="T1" fmla="*/ 11 h 40"/>
                <a:gd name="T2" fmla="*/ 0 w 125"/>
                <a:gd name="T3" fmla="*/ 11 h 40"/>
                <a:gd name="T4" fmla="*/ 8 w 125"/>
                <a:gd name="T5" fmla="*/ 0 h 40"/>
                <a:gd name="T6" fmla="*/ 95 w 125"/>
                <a:gd name="T7" fmla="*/ 12 h 40"/>
                <a:gd name="T8" fmla="*/ 104 w 125"/>
                <a:gd name="T9" fmla="*/ 22 h 40"/>
                <a:gd name="T10" fmla="*/ 122 w 125"/>
                <a:gd name="T11" fmla="*/ 26 h 40"/>
                <a:gd name="T12" fmla="*/ 124 w 125"/>
                <a:gd name="T13" fmla="*/ 39 h 40"/>
                <a:gd name="T14" fmla="*/ 22 w 125"/>
                <a:gd name="T15" fmla="*/ 21 h 40"/>
                <a:gd name="T16" fmla="*/ 0 w 125"/>
                <a:gd name="T17" fmla="*/ 11 h 40"/>
                <a:gd name="T18" fmla="*/ 0 w 125"/>
                <a:gd name="T19" fmla="*/ 11 h 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5"/>
                <a:gd name="T31" fmla="*/ 0 h 40"/>
                <a:gd name="T32" fmla="*/ 125 w 125"/>
                <a:gd name="T33" fmla="*/ 40 h 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5" h="40">
                  <a:moveTo>
                    <a:pt x="0" y="11"/>
                  </a:moveTo>
                  <a:lnTo>
                    <a:pt x="0" y="11"/>
                  </a:lnTo>
                  <a:lnTo>
                    <a:pt x="8" y="0"/>
                  </a:lnTo>
                  <a:lnTo>
                    <a:pt x="95" y="12"/>
                  </a:lnTo>
                  <a:lnTo>
                    <a:pt x="104" y="22"/>
                  </a:lnTo>
                  <a:lnTo>
                    <a:pt x="122" y="26"/>
                  </a:lnTo>
                  <a:lnTo>
                    <a:pt x="124" y="39"/>
                  </a:lnTo>
                  <a:lnTo>
                    <a:pt x="22" y="21"/>
                  </a:lnTo>
                  <a:lnTo>
                    <a:pt x="0" y="1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0" name="Freeform 11">
              <a:extLst>
                <a:ext uri="{FF2B5EF4-FFF2-40B4-BE49-F238E27FC236}">
                  <a16:creationId xmlns:a16="http://schemas.microsoft.com/office/drawing/2014/main" id="{CD667DE6-4851-1AE8-0E2E-92465F9C5E35}"/>
                </a:ext>
              </a:extLst>
            </p:cNvPr>
            <p:cNvSpPr>
              <a:spLocks/>
            </p:cNvSpPr>
            <p:nvPr/>
          </p:nvSpPr>
          <p:spPr bwMode="auto">
            <a:xfrm>
              <a:off x="4568" y="3371"/>
              <a:ext cx="136" cy="116"/>
            </a:xfrm>
            <a:custGeom>
              <a:avLst/>
              <a:gdLst>
                <a:gd name="T0" fmla="*/ 0 w 136"/>
                <a:gd name="T1" fmla="*/ 52 h 116"/>
                <a:gd name="T2" fmla="*/ 0 w 136"/>
                <a:gd name="T3" fmla="*/ 52 h 116"/>
                <a:gd name="T4" fmla="*/ 9 w 136"/>
                <a:gd name="T5" fmla="*/ 36 h 116"/>
                <a:gd name="T6" fmla="*/ 21 w 136"/>
                <a:gd name="T7" fmla="*/ 46 h 116"/>
                <a:gd name="T8" fmla="*/ 62 w 136"/>
                <a:gd name="T9" fmla="*/ 43 h 116"/>
                <a:gd name="T10" fmla="*/ 75 w 136"/>
                <a:gd name="T11" fmla="*/ 37 h 116"/>
                <a:gd name="T12" fmla="*/ 93 w 136"/>
                <a:gd name="T13" fmla="*/ 0 h 116"/>
                <a:gd name="T14" fmla="*/ 117 w 136"/>
                <a:gd name="T15" fmla="*/ 1 h 116"/>
                <a:gd name="T16" fmla="*/ 112 w 136"/>
                <a:gd name="T17" fmla="*/ 11 h 116"/>
                <a:gd name="T18" fmla="*/ 135 w 136"/>
                <a:gd name="T19" fmla="*/ 46 h 116"/>
                <a:gd name="T20" fmla="*/ 122 w 136"/>
                <a:gd name="T21" fmla="*/ 43 h 116"/>
                <a:gd name="T22" fmla="*/ 99 w 136"/>
                <a:gd name="T23" fmla="*/ 82 h 116"/>
                <a:gd name="T24" fmla="*/ 95 w 136"/>
                <a:gd name="T25" fmla="*/ 107 h 116"/>
                <a:gd name="T26" fmla="*/ 81 w 136"/>
                <a:gd name="T27" fmla="*/ 115 h 116"/>
                <a:gd name="T28" fmla="*/ 55 w 136"/>
                <a:gd name="T29" fmla="*/ 100 h 116"/>
                <a:gd name="T30" fmla="*/ 40 w 136"/>
                <a:gd name="T31" fmla="*/ 107 h 116"/>
                <a:gd name="T32" fmla="*/ 37 w 136"/>
                <a:gd name="T33" fmla="*/ 95 h 116"/>
                <a:gd name="T34" fmla="*/ 17 w 136"/>
                <a:gd name="T35" fmla="*/ 97 h 116"/>
                <a:gd name="T36" fmla="*/ 0 w 136"/>
                <a:gd name="T37" fmla="*/ 52 h 116"/>
                <a:gd name="T38" fmla="*/ 0 w 136"/>
                <a:gd name="T39" fmla="*/ 52 h 11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36"/>
                <a:gd name="T61" fmla="*/ 0 h 116"/>
                <a:gd name="T62" fmla="*/ 136 w 136"/>
                <a:gd name="T63" fmla="*/ 116 h 11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36" h="116">
                  <a:moveTo>
                    <a:pt x="0" y="52"/>
                  </a:moveTo>
                  <a:lnTo>
                    <a:pt x="0" y="52"/>
                  </a:lnTo>
                  <a:lnTo>
                    <a:pt x="9" y="36"/>
                  </a:lnTo>
                  <a:lnTo>
                    <a:pt x="21" y="46"/>
                  </a:lnTo>
                  <a:lnTo>
                    <a:pt x="62" y="43"/>
                  </a:lnTo>
                  <a:lnTo>
                    <a:pt x="75" y="37"/>
                  </a:lnTo>
                  <a:lnTo>
                    <a:pt x="93" y="0"/>
                  </a:lnTo>
                  <a:lnTo>
                    <a:pt x="117" y="1"/>
                  </a:lnTo>
                  <a:lnTo>
                    <a:pt x="112" y="11"/>
                  </a:lnTo>
                  <a:lnTo>
                    <a:pt x="135" y="46"/>
                  </a:lnTo>
                  <a:lnTo>
                    <a:pt x="122" y="43"/>
                  </a:lnTo>
                  <a:lnTo>
                    <a:pt x="99" y="82"/>
                  </a:lnTo>
                  <a:lnTo>
                    <a:pt x="95" y="107"/>
                  </a:lnTo>
                  <a:lnTo>
                    <a:pt x="81" y="115"/>
                  </a:lnTo>
                  <a:lnTo>
                    <a:pt x="55" y="100"/>
                  </a:lnTo>
                  <a:lnTo>
                    <a:pt x="40" y="107"/>
                  </a:lnTo>
                  <a:lnTo>
                    <a:pt x="37" y="95"/>
                  </a:lnTo>
                  <a:lnTo>
                    <a:pt x="17" y="97"/>
                  </a:lnTo>
                  <a:lnTo>
                    <a:pt x="0" y="5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1" name="Freeform 12">
              <a:extLst>
                <a:ext uri="{FF2B5EF4-FFF2-40B4-BE49-F238E27FC236}">
                  <a16:creationId xmlns:a16="http://schemas.microsoft.com/office/drawing/2014/main" id="{6307464E-CE62-1D8E-704B-131B9F25B298}"/>
                </a:ext>
              </a:extLst>
            </p:cNvPr>
            <p:cNvSpPr>
              <a:spLocks/>
            </p:cNvSpPr>
            <p:nvPr/>
          </p:nvSpPr>
          <p:spPr bwMode="auto">
            <a:xfrm>
              <a:off x="4674" y="3544"/>
              <a:ext cx="34" cy="9"/>
            </a:xfrm>
            <a:custGeom>
              <a:avLst/>
              <a:gdLst>
                <a:gd name="T0" fmla="*/ 0 w 34"/>
                <a:gd name="T1" fmla="*/ 2 h 9"/>
                <a:gd name="T2" fmla="*/ 0 w 34"/>
                <a:gd name="T3" fmla="*/ 2 h 9"/>
                <a:gd name="T4" fmla="*/ 4 w 34"/>
                <a:gd name="T5" fmla="*/ 8 h 9"/>
                <a:gd name="T6" fmla="*/ 33 w 34"/>
                <a:gd name="T7" fmla="*/ 3 h 9"/>
                <a:gd name="T8" fmla="*/ 11 w 34"/>
                <a:gd name="T9" fmla="*/ 0 h 9"/>
                <a:gd name="T10" fmla="*/ 0 w 34"/>
                <a:gd name="T11" fmla="*/ 2 h 9"/>
                <a:gd name="T12" fmla="*/ 0 w 34"/>
                <a:gd name="T13" fmla="*/ 2 h 9"/>
                <a:gd name="T14" fmla="*/ 0 60000 65536"/>
                <a:gd name="T15" fmla="*/ 0 60000 65536"/>
                <a:gd name="T16" fmla="*/ 0 60000 65536"/>
                <a:gd name="T17" fmla="*/ 0 60000 65536"/>
                <a:gd name="T18" fmla="*/ 0 60000 65536"/>
                <a:gd name="T19" fmla="*/ 0 60000 65536"/>
                <a:gd name="T20" fmla="*/ 0 60000 65536"/>
                <a:gd name="T21" fmla="*/ 0 w 34"/>
                <a:gd name="T22" fmla="*/ 0 h 9"/>
                <a:gd name="T23" fmla="*/ 34 w 34"/>
                <a:gd name="T24" fmla="*/ 9 h 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4" h="9">
                  <a:moveTo>
                    <a:pt x="0" y="2"/>
                  </a:moveTo>
                  <a:lnTo>
                    <a:pt x="0" y="2"/>
                  </a:lnTo>
                  <a:lnTo>
                    <a:pt x="4" y="8"/>
                  </a:lnTo>
                  <a:lnTo>
                    <a:pt x="33" y="3"/>
                  </a:lnTo>
                  <a:lnTo>
                    <a:pt x="11" y="0"/>
                  </a:lnTo>
                  <a:lnTo>
                    <a:pt x="0" y="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2" name="Freeform 13">
              <a:extLst>
                <a:ext uri="{FF2B5EF4-FFF2-40B4-BE49-F238E27FC236}">
                  <a16:creationId xmlns:a16="http://schemas.microsoft.com/office/drawing/2014/main" id="{24895B4D-21B8-D961-A13C-C39635DF4A36}"/>
                </a:ext>
              </a:extLst>
            </p:cNvPr>
            <p:cNvSpPr>
              <a:spLocks/>
            </p:cNvSpPr>
            <p:nvPr/>
          </p:nvSpPr>
          <p:spPr bwMode="auto">
            <a:xfrm>
              <a:off x="4703" y="3405"/>
              <a:ext cx="85" cy="101"/>
            </a:xfrm>
            <a:custGeom>
              <a:avLst/>
              <a:gdLst>
                <a:gd name="T0" fmla="*/ 0 w 85"/>
                <a:gd name="T1" fmla="*/ 60 h 101"/>
                <a:gd name="T2" fmla="*/ 0 w 85"/>
                <a:gd name="T3" fmla="*/ 60 h 101"/>
                <a:gd name="T4" fmla="*/ 10 w 85"/>
                <a:gd name="T5" fmla="*/ 78 h 101"/>
                <a:gd name="T6" fmla="*/ 7 w 85"/>
                <a:gd name="T7" fmla="*/ 96 h 101"/>
                <a:gd name="T8" fmla="*/ 21 w 85"/>
                <a:gd name="T9" fmla="*/ 100 h 101"/>
                <a:gd name="T10" fmla="*/ 19 w 85"/>
                <a:gd name="T11" fmla="*/ 63 h 101"/>
                <a:gd name="T12" fmla="*/ 28 w 85"/>
                <a:gd name="T13" fmla="*/ 60 h 101"/>
                <a:gd name="T14" fmla="*/ 30 w 85"/>
                <a:gd name="T15" fmla="*/ 74 h 101"/>
                <a:gd name="T16" fmla="*/ 37 w 85"/>
                <a:gd name="T17" fmla="*/ 90 h 101"/>
                <a:gd name="T18" fmla="*/ 53 w 85"/>
                <a:gd name="T19" fmla="*/ 83 h 101"/>
                <a:gd name="T20" fmla="*/ 34 w 85"/>
                <a:gd name="T21" fmla="*/ 48 h 101"/>
                <a:gd name="T22" fmla="*/ 62 w 85"/>
                <a:gd name="T23" fmla="*/ 33 h 101"/>
                <a:gd name="T24" fmla="*/ 25 w 85"/>
                <a:gd name="T25" fmla="*/ 43 h 101"/>
                <a:gd name="T26" fmla="*/ 19 w 85"/>
                <a:gd name="T27" fmla="*/ 21 h 101"/>
                <a:gd name="T28" fmla="*/ 74 w 85"/>
                <a:gd name="T29" fmla="*/ 19 h 101"/>
                <a:gd name="T30" fmla="*/ 84 w 85"/>
                <a:gd name="T31" fmla="*/ 0 h 101"/>
                <a:gd name="T32" fmla="*/ 68 w 85"/>
                <a:gd name="T33" fmla="*/ 12 h 101"/>
                <a:gd name="T34" fmla="*/ 28 w 85"/>
                <a:gd name="T35" fmla="*/ 6 h 101"/>
                <a:gd name="T36" fmla="*/ 15 w 85"/>
                <a:gd name="T37" fmla="*/ 14 h 101"/>
                <a:gd name="T38" fmla="*/ 0 w 85"/>
                <a:gd name="T39" fmla="*/ 60 h 101"/>
                <a:gd name="T40" fmla="*/ 0 w 85"/>
                <a:gd name="T41" fmla="*/ 60 h 10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5"/>
                <a:gd name="T64" fmla="*/ 0 h 101"/>
                <a:gd name="T65" fmla="*/ 85 w 85"/>
                <a:gd name="T66" fmla="*/ 101 h 10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5" h="101">
                  <a:moveTo>
                    <a:pt x="0" y="60"/>
                  </a:moveTo>
                  <a:lnTo>
                    <a:pt x="0" y="60"/>
                  </a:lnTo>
                  <a:lnTo>
                    <a:pt x="10" y="78"/>
                  </a:lnTo>
                  <a:lnTo>
                    <a:pt x="7" y="96"/>
                  </a:lnTo>
                  <a:lnTo>
                    <a:pt x="21" y="100"/>
                  </a:lnTo>
                  <a:lnTo>
                    <a:pt x="19" y="63"/>
                  </a:lnTo>
                  <a:lnTo>
                    <a:pt x="28" y="60"/>
                  </a:lnTo>
                  <a:lnTo>
                    <a:pt x="30" y="74"/>
                  </a:lnTo>
                  <a:lnTo>
                    <a:pt x="37" y="90"/>
                  </a:lnTo>
                  <a:lnTo>
                    <a:pt x="53" y="83"/>
                  </a:lnTo>
                  <a:lnTo>
                    <a:pt x="34" y="48"/>
                  </a:lnTo>
                  <a:lnTo>
                    <a:pt x="62" y="33"/>
                  </a:lnTo>
                  <a:lnTo>
                    <a:pt x="25" y="43"/>
                  </a:lnTo>
                  <a:lnTo>
                    <a:pt x="19" y="21"/>
                  </a:lnTo>
                  <a:lnTo>
                    <a:pt x="74" y="19"/>
                  </a:lnTo>
                  <a:lnTo>
                    <a:pt x="84" y="0"/>
                  </a:lnTo>
                  <a:lnTo>
                    <a:pt x="68" y="12"/>
                  </a:lnTo>
                  <a:lnTo>
                    <a:pt x="28" y="6"/>
                  </a:lnTo>
                  <a:lnTo>
                    <a:pt x="15" y="14"/>
                  </a:lnTo>
                  <a:lnTo>
                    <a:pt x="0" y="6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3" name="Freeform 14">
              <a:extLst>
                <a:ext uri="{FF2B5EF4-FFF2-40B4-BE49-F238E27FC236}">
                  <a16:creationId xmlns:a16="http://schemas.microsoft.com/office/drawing/2014/main" id="{60E507A3-7124-0167-0EF6-BB88A096A8E0}"/>
                </a:ext>
              </a:extLst>
            </p:cNvPr>
            <p:cNvSpPr>
              <a:spLocks/>
            </p:cNvSpPr>
            <p:nvPr/>
          </p:nvSpPr>
          <p:spPr bwMode="auto">
            <a:xfrm>
              <a:off x="4769" y="3545"/>
              <a:ext cx="48" cy="26"/>
            </a:xfrm>
            <a:custGeom>
              <a:avLst/>
              <a:gdLst>
                <a:gd name="T0" fmla="*/ 0 w 48"/>
                <a:gd name="T1" fmla="*/ 15 h 26"/>
                <a:gd name="T2" fmla="*/ 0 w 48"/>
                <a:gd name="T3" fmla="*/ 15 h 26"/>
                <a:gd name="T4" fmla="*/ 2 w 48"/>
                <a:gd name="T5" fmla="*/ 25 h 26"/>
                <a:gd name="T6" fmla="*/ 47 w 48"/>
                <a:gd name="T7" fmla="*/ 0 h 26"/>
                <a:gd name="T8" fmla="*/ 14 w 48"/>
                <a:gd name="T9" fmla="*/ 7 h 26"/>
                <a:gd name="T10" fmla="*/ 0 w 48"/>
                <a:gd name="T11" fmla="*/ 15 h 26"/>
                <a:gd name="T12" fmla="*/ 0 w 48"/>
                <a:gd name="T13" fmla="*/ 15 h 26"/>
                <a:gd name="T14" fmla="*/ 0 60000 65536"/>
                <a:gd name="T15" fmla="*/ 0 60000 65536"/>
                <a:gd name="T16" fmla="*/ 0 60000 65536"/>
                <a:gd name="T17" fmla="*/ 0 60000 65536"/>
                <a:gd name="T18" fmla="*/ 0 60000 65536"/>
                <a:gd name="T19" fmla="*/ 0 60000 65536"/>
                <a:gd name="T20" fmla="*/ 0 60000 65536"/>
                <a:gd name="T21" fmla="*/ 0 w 48"/>
                <a:gd name="T22" fmla="*/ 0 h 26"/>
                <a:gd name="T23" fmla="*/ 48 w 48"/>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26">
                  <a:moveTo>
                    <a:pt x="0" y="15"/>
                  </a:moveTo>
                  <a:lnTo>
                    <a:pt x="0" y="15"/>
                  </a:lnTo>
                  <a:lnTo>
                    <a:pt x="2" y="25"/>
                  </a:lnTo>
                  <a:lnTo>
                    <a:pt x="47" y="0"/>
                  </a:lnTo>
                  <a:lnTo>
                    <a:pt x="14" y="7"/>
                  </a:lnTo>
                  <a:lnTo>
                    <a:pt x="0" y="1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4" name="Freeform 15">
              <a:extLst>
                <a:ext uri="{FF2B5EF4-FFF2-40B4-BE49-F238E27FC236}">
                  <a16:creationId xmlns:a16="http://schemas.microsoft.com/office/drawing/2014/main" id="{73E276F9-5C72-68BF-985B-279FE01D462A}"/>
                </a:ext>
              </a:extLst>
            </p:cNvPr>
            <p:cNvSpPr>
              <a:spLocks/>
            </p:cNvSpPr>
            <p:nvPr/>
          </p:nvSpPr>
          <p:spPr bwMode="auto">
            <a:xfrm>
              <a:off x="4819" y="3400"/>
              <a:ext cx="17" cy="42"/>
            </a:xfrm>
            <a:custGeom>
              <a:avLst/>
              <a:gdLst>
                <a:gd name="T0" fmla="*/ 0 w 17"/>
                <a:gd name="T1" fmla="*/ 14 h 42"/>
                <a:gd name="T2" fmla="*/ 0 w 17"/>
                <a:gd name="T3" fmla="*/ 14 h 42"/>
                <a:gd name="T4" fmla="*/ 3 w 17"/>
                <a:gd name="T5" fmla="*/ 33 h 42"/>
                <a:gd name="T6" fmla="*/ 13 w 17"/>
                <a:gd name="T7" fmla="*/ 41 h 42"/>
                <a:gd name="T8" fmla="*/ 7 w 17"/>
                <a:gd name="T9" fmla="*/ 24 h 42"/>
                <a:gd name="T10" fmla="*/ 16 w 17"/>
                <a:gd name="T11" fmla="*/ 21 h 42"/>
                <a:gd name="T12" fmla="*/ 15 w 17"/>
                <a:gd name="T13" fmla="*/ 8 h 42"/>
                <a:gd name="T14" fmla="*/ 3 w 17"/>
                <a:gd name="T15" fmla="*/ 17 h 42"/>
                <a:gd name="T16" fmla="*/ 8 w 17"/>
                <a:gd name="T17" fmla="*/ 0 h 42"/>
                <a:gd name="T18" fmla="*/ 0 w 17"/>
                <a:gd name="T19" fmla="*/ 14 h 42"/>
                <a:gd name="T20" fmla="*/ 0 w 17"/>
                <a:gd name="T21" fmla="*/ 14 h 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
                <a:gd name="T34" fmla="*/ 0 h 42"/>
                <a:gd name="T35" fmla="*/ 17 w 17"/>
                <a:gd name="T36" fmla="*/ 42 h 4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 h="42">
                  <a:moveTo>
                    <a:pt x="0" y="14"/>
                  </a:moveTo>
                  <a:lnTo>
                    <a:pt x="0" y="14"/>
                  </a:lnTo>
                  <a:lnTo>
                    <a:pt x="3" y="33"/>
                  </a:lnTo>
                  <a:lnTo>
                    <a:pt x="13" y="41"/>
                  </a:lnTo>
                  <a:lnTo>
                    <a:pt x="7" y="24"/>
                  </a:lnTo>
                  <a:lnTo>
                    <a:pt x="16" y="21"/>
                  </a:lnTo>
                  <a:lnTo>
                    <a:pt x="15" y="8"/>
                  </a:lnTo>
                  <a:lnTo>
                    <a:pt x="3" y="17"/>
                  </a:lnTo>
                  <a:lnTo>
                    <a:pt x="8" y="0"/>
                  </a:lnTo>
                  <a:lnTo>
                    <a:pt x="0" y="1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6" name="Freeform 16">
              <a:extLst>
                <a:ext uri="{FF2B5EF4-FFF2-40B4-BE49-F238E27FC236}">
                  <a16:creationId xmlns:a16="http://schemas.microsoft.com/office/drawing/2014/main" id="{7AF4AF4D-28D4-C6F2-28BA-FD6955954333}"/>
                </a:ext>
              </a:extLst>
            </p:cNvPr>
            <p:cNvSpPr>
              <a:spLocks/>
            </p:cNvSpPr>
            <p:nvPr/>
          </p:nvSpPr>
          <p:spPr bwMode="auto">
            <a:xfrm>
              <a:off x="4826" y="3466"/>
              <a:ext cx="40" cy="14"/>
            </a:xfrm>
            <a:custGeom>
              <a:avLst/>
              <a:gdLst>
                <a:gd name="T0" fmla="*/ 0 w 40"/>
                <a:gd name="T1" fmla="*/ 5 h 14"/>
                <a:gd name="T2" fmla="*/ 0 w 40"/>
                <a:gd name="T3" fmla="*/ 5 h 14"/>
                <a:gd name="T4" fmla="*/ 22 w 40"/>
                <a:gd name="T5" fmla="*/ 0 h 14"/>
                <a:gd name="T6" fmla="*/ 39 w 40"/>
                <a:gd name="T7" fmla="*/ 13 h 14"/>
                <a:gd name="T8" fmla="*/ 0 w 40"/>
                <a:gd name="T9" fmla="*/ 5 h 14"/>
                <a:gd name="T10" fmla="*/ 0 w 40"/>
                <a:gd name="T11" fmla="*/ 5 h 14"/>
                <a:gd name="T12" fmla="*/ 0 60000 65536"/>
                <a:gd name="T13" fmla="*/ 0 60000 65536"/>
                <a:gd name="T14" fmla="*/ 0 60000 65536"/>
                <a:gd name="T15" fmla="*/ 0 60000 65536"/>
                <a:gd name="T16" fmla="*/ 0 60000 65536"/>
                <a:gd name="T17" fmla="*/ 0 60000 65536"/>
                <a:gd name="T18" fmla="*/ 0 w 40"/>
                <a:gd name="T19" fmla="*/ 0 h 14"/>
                <a:gd name="T20" fmla="*/ 40 w 40"/>
                <a:gd name="T21" fmla="*/ 14 h 14"/>
              </a:gdLst>
              <a:ahLst/>
              <a:cxnLst>
                <a:cxn ang="T12">
                  <a:pos x="T0" y="T1"/>
                </a:cxn>
                <a:cxn ang="T13">
                  <a:pos x="T2" y="T3"/>
                </a:cxn>
                <a:cxn ang="T14">
                  <a:pos x="T4" y="T5"/>
                </a:cxn>
                <a:cxn ang="T15">
                  <a:pos x="T6" y="T7"/>
                </a:cxn>
                <a:cxn ang="T16">
                  <a:pos x="T8" y="T9"/>
                </a:cxn>
                <a:cxn ang="T17">
                  <a:pos x="T10" y="T11"/>
                </a:cxn>
              </a:cxnLst>
              <a:rect l="T18" t="T19" r="T20" b="T21"/>
              <a:pathLst>
                <a:path w="40" h="14">
                  <a:moveTo>
                    <a:pt x="0" y="5"/>
                  </a:moveTo>
                  <a:lnTo>
                    <a:pt x="0" y="5"/>
                  </a:lnTo>
                  <a:lnTo>
                    <a:pt x="22" y="0"/>
                  </a:lnTo>
                  <a:lnTo>
                    <a:pt x="39" y="13"/>
                  </a:lnTo>
                  <a:lnTo>
                    <a:pt x="0" y="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9" name="Freeform 17">
              <a:extLst>
                <a:ext uri="{FF2B5EF4-FFF2-40B4-BE49-F238E27FC236}">
                  <a16:creationId xmlns:a16="http://schemas.microsoft.com/office/drawing/2014/main" id="{0DBF46BE-42A0-333D-1481-12BF1D1386AB}"/>
                </a:ext>
              </a:extLst>
            </p:cNvPr>
            <p:cNvSpPr>
              <a:spLocks/>
            </p:cNvSpPr>
            <p:nvPr/>
          </p:nvSpPr>
          <p:spPr bwMode="auto">
            <a:xfrm>
              <a:off x="4865" y="3434"/>
              <a:ext cx="144" cy="119"/>
            </a:xfrm>
            <a:custGeom>
              <a:avLst/>
              <a:gdLst>
                <a:gd name="T0" fmla="*/ 0 w 144"/>
                <a:gd name="T1" fmla="*/ 15 h 119"/>
                <a:gd name="T2" fmla="*/ 0 w 144"/>
                <a:gd name="T3" fmla="*/ 15 h 119"/>
                <a:gd name="T4" fmla="*/ 21 w 144"/>
                <a:gd name="T5" fmla="*/ 26 h 119"/>
                <a:gd name="T6" fmla="*/ 42 w 144"/>
                <a:gd name="T7" fmla="*/ 23 h 119"/>
                <a:gd name="T8" fmla="*/ 16 w 144"/>
                <a:gd name="T9" fmla="*/ 32 h 119"/>
                <a:gd name="T10" fmla="*/ 28 w 144"/>
                <a:gd name="T11" fmla="*/ 51 h 119"/>
                <a:gd name="T12" fmla="*/ 41 w 144"/>
                <a:gd name="T13" fmla="*/ 35 h 119"/>
                <a:gd name="T14" fmla="*/ 49 w 144"/>
                <a:gd name="T15" fmla="*/ 51 h 119"/>
                <a:gd name="T16" fmla="*/ 100 w 144"/>
                <a:gd name="T17" fmla="*/ 69 h 119"/>
                <a:gd name="T18" fmla="*/ 113 w 144"/>
                <a:gd name="T19" fmla="*/ 98 h 119"/>
                <a:gd name="T20" fmla="*/ 103 w 144"/>
                <a:gd name="T21" fmla="*/ 97 h 119"/>
                <a:gd name="T22" fmla="*/ 95 w 144"/>
                <a:gd name="T23" fmla="*/ 110 h 119"/>
                <a:gd name="T24" fmla="*/ 126 w 144"/>
                <a:gd name="T25" fmla="*/ 104 h 119"/>
                <a:gd name="T26" fmla="*/ 143 w 144"/>
                <a:gd name="T27" fmla="*/ 118 h 119"/>
                <a:gd name="T28" fmla="*/ 141 w 144"/>
                <a:gd name="T29" fmla="*/ 30 h 119"/>
                <a:gd name="T30" fmla="*/ 97 w 144"/>
                <a:gd name="T31" fmla="*/ 15 h 119"/>
                <a:gd name="T32" fmla="*/ 61 w 144"/>
                <a:gd name="T33" fmla="*/ 41 h 119"/>
                <a:gd name="T34" fmla="*/ 47 w 144"/>
                <a:gd name="T35" fmla="*/ 27 h 119"/>
                <a:gd name="T36" fmla="*/ 43 w 144"/>
                <a:gd name="T37" fmla="*/ 6 h 119"/>
                <a:gd name="T38" fmla="*/ 21 w 144"/>
                <a:gd name="T39" fmla="*/ 0 h 119"/>
                <a:gd name="T40" fmla="*/ 0 w 144"/>
                <a:gd name="T41" fmla="*/ 15 h 119"/>
                <a:gd name="T42" fmla="*/ 0 w 144"/>
                <a:gd name="T43" fmla="*/ 15 h 11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44"/>
                <a:gd name="T67" fmla="*/ 0 h 119"/>
                <a:gd name="T68" fmla="*/ 144 w 144"/>
                <a:gd name="T69" fmla="*/ 119 h 11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44" h="119">
                  <a:moveTo>
                    <a:pt x="0" y="15"/>
                  </a:moveTo>
                  <a:lnTo>
                    <a:pt x="0" y="15"/>
                  </a:lnTo>
                  <a:lnTo>
                    <a:pt x="21" y="26"/>
                  </a:lnTo>
                  <a:lnTo>
                    <a:pt x="42" y="23"/>
                  </a:lnTo>
                  <a:lnTo>
                    <a:pt x="16" y="32"/>
                  </a:lnTo>
                  <a:lnTo>
                    <a:pt x="28" y="51"/>
                  </a:lnTo>
                  <a:lnTo>
                    <a:pt x="41" y="35"/>
                  </a:lnTo>
                  <a:lnTo>
                    <a:pt x="49" y="51"/>
                  </a:lnTo>
                  <a:lnTo>
                    <a:pt x="100" y="69"/>
                  </a:lnTo>
                  <a:lnTo>
                    <a:pt x="113" y="98"/>
                  </a:lnTo>
                  <a:lnTo>
                    <a:pt x="103" y="97"/>
                  </a:lnTo>
                  <a:lnTo>
                    <a:pt x="95" y="110"/>
                  </a:lnTo>
                  <a:lnTo>
                    <a:pt x="126" y="104"/>
                  </a:lnTo>
                  <a:lnTo>
                    <a:pt x="143" y="118"/>
                  </a:lnTo>
                  <a:lnTo>
                    <a:pt x="141" y="30"/>
                  </a:lnTo>
                  <a:lnTo>
                    <a:pt x="97" y="15"/>
                  </a:lnTo>
                  <a:lnTo>
                    <a:pt x="61" y="41"/>
                  </a:lnTo>
                  <a:lnTo>
                    <a:pt x="47" y="27"/>
                  </a:lnTo>
                  <a:lnTo>
                    <a:pt x="43" y="6"/>
                  </a:lnTo>
                  <a:lnTo>
                    <a:pt x="21" y="0"/>
                  </a:lnTo>
                  <a:lnTo>
                    <a:pt x="0" y="1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0" name="Freeform 18">
              <a:extLst>
                <a:ext uri="{FF2B5EF4-FFF2-40B4-BE49-F238E27FC236}">
                  <a16:creationId xmlns:a16="http://schemas.microsoft.com/office/drawing/2014/main" id="{68379DB9-1D23-4A7E-956A-035E9E332697}"/>
                </a:ext>
              </a:extLst>
            </p:cNvPr>
            <p:cNvSpPr>
              <a:spLocks/>
            </p:cNvSpPr>
            <p:nvPr/>
          </p:nvSpPr>
          <p:spPr bwMode="auto">
            <a:xfrm>
              <a:off x="4871" y="3526"/>
              <a:ext cx="7" cy="11"/>
            </a:xfrm>
            <a:custGeom>
              <a:avLst/>
              <a:gdLst>
                <a:gd name="T0" fmla="*/ 0 w 7"/>
                <a:gd name="T1" fmla="*/ 10 h 11"/>
                <a:gd name="T2" fmla="*/ 0 w 7"/>
                <a:gd name="T3" fmla="*/ 10 h 11"/>
                <a:gd name="T4" fmla="*/ 3 w 7"/>
                <a:gd name="T5" fmla="*/ 0 h 11"/>
                <a:gd name="T6" fmla="*/ 6 w 7"/>
                <a:gd name="T7" fmla="*/ 6 h 11"/>
                <a:gd name="T8" fmla="*/ 0 w 7"/>
                <a:gd name="T9" fmla="*/ 10 h 11"/>
                <a:gd name="T10" fmla="*/ 0 w 7"/>
                <a:gd name="T11" fmla="*/ 10 h 11"/>
                <a:gd name="T12" fmla="*/ 0 60000 65536"/>
                <a:gd name="T13" fmla="*/ 0 60000 65536"/>
                <a:gd name="T14" fmla="*/ 0 60000 65536"/>
                <a:gd name="T15" fmla="*/ 0 60000 65536"/>
                <a:gd name="T16" fmla="*/ 0 60000 65536"/>
                <a:gd name="T17" fmla="*/ 0 60000 65536"/>
                <a:gd name="T18" fmla="*/ 0 w 7"/>
                <a:gd name="T19" fmla="*/ 0 h 11"/>
                <a:gd name="T20" fmla="*/ 7 w 7"/>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7" h="11">
                  <a:moveTo>
                    <a:pt x="0" y="10"/>
                  </a:moveTo>
                  <a:lnTo>
                    <a:pt x="0" y="10"/>
                  </a:lnTo>
                  <a:lnTo>
                    <a:pt x="3" y="0"/>
                  </a:lnTo>
                  <a:lnTo>
                    <a:pt x="6" y="6"/>
                  </a:lnTo>
                  <a:lnTo>
                    <a:pt x="0" y="1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1" name="Freeform 599">
            <a:extLst>
              <a:ext uri="{FF2B5EF4-FFF2-40B4-BE49-F238E27FC236}">
                <a16:creationId xmlns:a16="http://schemas.microsoft.com/office/drawing/2014/main" id="{359FAC09-0983-8858-7A99-06E260F3D9C0}"/>
              </a:ext>
            </a:extLst>
          </p:cNvPr>
          <p:cNvSpPr>
            <a:spLocks/>
          </p:cNvSpPr>
          <p:nvPr/>
        </p:nvSpPr>
        <p:spPr bwMode="auto">
          <a:xfrm>
            <a:off x="4998772" y="4759147"/>
            <a:ext cx="223381" cy="154135"/>
          </a:xfrm>
          <a:custGeom>
            <a:avLst/>
            <a:gdLst>
              <a:gd name="T0" fmla="*/ 0 w 194"/>
              <a:gd name="T1" fmla="*/ 111880299 h 139"/>
              <a:gd name="T2" fmla="*/ 0 w 194"/>
              <a:gd name="T3" fmla="*/ 111880299 h 139"/>
              <a:gd name="T4" fmla="*/ 3134995 w 194"/>
              <a:gd name="T5" fmla="*/ 172905343 h 139"/>
              <a:gd name="T6" fmla="*/ 25079963 w 194"/>
              <a:gd name="T7" fmla="*/ 191552270 h 139"/>
              <a:gd name="T8" fmla="*/ 6269991 w 194"/>
              <a:gd name="T9" fmla="*/ 222064121 h 139"/>
              <a:gd name="T10" fmla="*/ 40754933 w 194"/>
              <a:gd name="T11" fmla="*/ 233930347 h 139"/>
              <a:gd name="T12" fmla="*/ 119129815 w 194"/>
              <a:gd name="T13" fmla="*/ 222064121 h 139"/>
              <a:gd name="T14" fmla="*/ 133237289 w 194"/>
              <a:gd name="T15" fmla="*/ 188161920 h 139"/>
              <a:gd name="T16" fmla="*/ 186530976 w 194"/>
              <a:gd name="T17" fmla="*/ 169514952 h 139"/>
              <a:gd name="T18" fmla="*/ 191233467 w 194"/>
              <a:gd name="T19" fmla="*/ 140696975 h 139"/>
              <a:gd name="T20" fmla="*/ 210043431 w 194"/>
              <a:gd name="T21" fmla="*/ 133916274 h 139"/>
              <a:gd name="T22" fmla="*/ 202205946 w 194"/>
              <a:gd name="T23" fmla="*/ 118659698 h 139"/>
              <a:gd name="T24" fmla="*/ 221015911 w 194"/>
              <a:gd name="T25" fmla="*/ 116965824 h 139"/>
              <a:gd name="T26" fmla="*/ 235123384 w 194"/>
              <a:gd name="T27" fmla="*/ 88147847 h 139"/>
              <a:gd name="T28" fmla="*/ 228853396 w 194"/>
              <a:gd name="T29" fmla="*/ 59329849 h 139"/>
              <a:gd name="T30" fmla="*/ 300958260 w 194"/>
              <a:gd name="T31" fmla="*/ 38989039 h 139"/>
              <a:gd name="T32" fmla="*/ 302525758 w 194"/>
              <a:gd name="T33" fmla="*/ 32208338 h 139"/>
              <a:gd name="T34" fmla="*/ 275878308 w 194"/>
              <a:gd name="T35" fmla="*/ 27122813 h 139"/>
              <a:gd name="T36" fmla="*/ 238258378 w 194"/>
              <a:gd name="T37" fmla="*/ 47463623 h 139"/>
              <a:gd name="T38" fmla="*/ 219448414 w 194"/>
              <a:gd name="T39" fmla="*/ 0 h 139"/>
              <a:gd name="T40" fmla="*/ 188098473 w 194"/>
              <a:gd name="T41" fmla="*/ 35598688 h 139"/>
              <a:gd name="T42" fmla="*/ 94049862 w 194"/>
              <a:gd name="T43" fmla="*/ 32208338 h 139"/>
              <a:gd name="T44" fmla="*/ 47024931 w 194"/>
              <a:gd name="T45" fmla="*/ 86452672 h 139"/>
              <a:gd name="T46" fmla="*/ 14107478 w 194"/>
              <a:gd name="T47" fmla="*/ 69500900 h 139"/>
              <a:gd name="T48" fmla="*/ 0 w 194"/>
              <a:gd name="T49" fmla="*/ 111880299 h 139"/>
              <a:gd name="T50" fmla="*/ 0 w 194"/>
              <a:gd name="T51" fmla="*/ 111880299 h 13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94"/>
              <a:gd name="T79" fmla="*/ 0 h 139"/>
              <a:gd name="T80" fmla="*/ 194 w 194"/>
              <a:gd name="T81" fmla="*/ 139 h 13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94" h="139">
                <a:moveTo>
                  <a:pt x="0" y="66"/>
                </a:moveTo>
                <a:lnTo>
                  <a:pt x="0" y="66"/>
                </a:lnTo>
                <a:lnTo>
                  <a:pt x="2" y="102"/>
                </a:lnTo>
                <a:lnTo>
                  <a:pt x="16" y="113"/>
                </a:lnTo>
                <a:lnTo>
                  <a:pt x="4" y="131"/>
                </a:lnTo>
                <a:lnTo>
                  <a:pt x="26" y="138"/>
                </a:lnTo>
                <a:lnTo>
                  <a:pt x="76" y="131"/>
                </a:lnTo>
                <a:lnTo>
                  <a:pt x="85" y="111"/>
                </a:lnTo>
                <a:lnTo>
                  <a:pt x="119" y="100"/>
                </a:lnTo>
                <a:lnTo>
                  <a:pt x="122" y="83"/>
                </a:lnTo>
                <a:lnTo>
                  <a:pt x="134" y="79"/>
                </a:lnTo>
                <a:lnTo>
                  <a:pt x="129" y="70"/>
                </a:lnTo>
                <a:lnTo>
                  <a:pt x="141" y="69"/>
                </a:lnTo>
                <a:lnTo>
                  <a:pt x="150" y="52"/>
                </a:lnTo>
                <a:lnTo>
                  <a:pt x="146" y="35"/>
                </a:lnTo>
                <a:lnTo>
                  <a:pt x="192" y="23"/>
                </a:lnTo>
                <a:lnTo>
                  <a:pt x="193" y="19"/>
                </a:lnTo>
                <a:lnTo>
                  <a:pt x="176" y="16"/>
                </a:lnTo>
                <a:lnTo>
                  <a:pt x="152" y="28"/>
                </a:lnTo>
                <a:lnTo>
                  <a:pt x="140" y="0"/>
                </a:lnTo>
                <a:lnTo>
                  <a:pt x="120" y="21"/>
                </a:lnTo>
                <a:lnTo>
                  <a:pt x="60" y="19"/>
                </a:lnTo>
                <a:lnTo>
                  <a:pt x="30" y="51"/>
                </a:lnTo>
                <a:lnTo>
                  <a:pt x="9" y="41"/>
                </a:lnTo>
                <a:lnTo>
                  <a:pt x="0" y="6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2" name="Group 20">
            <a:extLst>
              <a:ext uri="{FF2B5EF4-FFF2-40B4-BE49-F238E27FC236}">
                <a16:creationId xmlns:a16="http://schemas.microsoft.com/office/drawing/2014/main" id="{B98620B0-3B82-51D5-7559-BED04A04E0FE}"/>
              </a:ext>
            </a:extLst>
          </p:cNvPr>
          <p:cNvGrpSpPr>
            <a:grpSpLocks/>
          </p:cNvGrpSpPr>
          <p:nvPr/>
        </p:nvGrpSpPr>
        <p:grpSpPr bwMode="auto">
          <a:xfrm>
            <a:off x="5820759" y="5531171"/>
            <a:ext cx="635106" cy="539471"/>
            <a:chOff x="4623" y="3575"/>
            <a:chExt cx="552" cy="485"/>
          </a:xfrm>
          <a:solidFill>
            <a:schemeClr val="accent2"/>
          </a:solidFill>
        </p:grpSpPr>
        <p:sp>
          <p:nvSpPr>
            <p:cNvPr id="33" name="Freeform 610">
              <a:extLst>
                <a:ext uri="{FF2B5EF4-FFF2-40B4-BE49-F238E27FC236}">
                  <a16:creationId xmlns:a16="http://schemas.microsoft.com/office/drawing/2014/main" id="{CBBD30F7-F39E-2932-B271-73926A8D4AD1}"/>
                </a:ext>
              </a:extLst>
            </p:cNvPr>
            <p:cNvSpPr>
              <a:spLocks/>
            </p:cNvSpPr>
            <p:nvPr/>
          </p:nvSpPr>
          <p:spPr bwMode="auto">
            <a:xfrm>
              <a:off x="4623" y="3575"/>
              <a:ext cx="552" cy="414"/>
            </a:xfrm>
            <a:custGeom>
              <a:avLst/>
              <a:gdLst>
                <a:gd name="T0" fmla="*/ 0 w 552"/>
                <a:gd name="T1" fmla="*/ 218 h 414"/>
                <a:gd name="T2" fmla="*/ 4 w 552"/>
                <a:gd name="T3" fmla="*/ 209 h 414"/>
                <a:gd name="T4" fmla="*/ 3 w 552"/>
                <a:gd name="T5" fmla="*/ 192 h 414"/>
                <a:gd name="T6" fmla="*/ 14 w 552"/>
                <a:gd name="T7" fmla="*/ 165 h 414"/>
                <a:gd name="T8" fmla="*/ 106 w 552"/>
                <a:gd name="T9" fmla="*/ 123 h 414"/>
                <a:gd name="T10" fmla="*/ 125 w 552"/>
                <a:gd name="T11" fmla="*/ 88 h 414"/>
                <a:gd name="T12" fmla="*/ 141 w 552"/>
                <a:gd name="T13" fmla="*/ 94 h 414"/>
                <a:gd name="T14" fmla="*/ 154 w 552"/>
                <a:gd name="T15" fmla="*/ 80 h 414"/>
                <a:gd name="T16" fmla="*/ 175 w 552"/>
                <a:gd name="T17" fmla="*/ 46 h 414"/>
                <a:gd name="T18" fmla="*/ 202 w 552"/>
                <a:gd name="T19" fmla="*/ 68 h 414"/>
                <a:gd name="T20" fmla="*/ 226 w 552"/>
                <a:gd name="T21" fmla="*/ 63 h 414"/>
                <a:gd name="T22" fmla="*/ 233 w 552"/>
                <a:gd name="T23" fmla="*/ 28 h 414"/>
                <a:gd name="T24" fmla="*/ 257 w 552"/>
                <a:gd name="T25" fmla="*/ 6 h 414"/>
                <a:gd name="T26" fmla="*/ 306 w 552"/>
                <a:gd name="T27" fmla="*/ 59 h 414"/>
                <a:gd name="T28" fmla="*/ 384 w 552"/>
                <a:gd name="T29" fmla="*/ 82 h 414"/>
                <a:gd name="T30" fmla="*/ 405 w 552"/>
                <a:gd name="T31" fmla="*/ 0 h 414"/>
                <a:gd name="T32" fmla="*/ 440 w 552"/>
                <a:gd name="T33" fmla="*/ 59 h 414"/>
                <a:gd name="T34" fmla="*/ 488 w 552"/>
                <a:gd name="T35" fmla="*/ 133 h 414"/>
                <a:gd name="T36" fmla="*/ 512 w 552"/>
                <a:gd name="T37" fmla="*/ 163 h 414"/>
                <a:gd name="T38" fmla="*/ 543 w 552"/>
                <a:gd name="T39" fmla="*/ 204 h 414"/>
                <a:gd name="T40" fmla="*/ 545 w 552"/>
                <a:gd name="T41" fmla="*/ 290 h 414"/>
                <a:gd name="T42" fmla="*/ 503 w 552"/>
                <a:gd name="T43" fmla="*/ 388 h 414"/>
                <a:gd name="T44" fmla="*/ 453 w 552"/>
                <a:gd name="T45" fmla="*/ 406 h 414"/>
                <a:gd name="T46" fmla="*/ 435 w 552"/>
                <a:gd name="T47" fmla="*/ 392 h 414"/>
                <a:gd name="T48" fmla="*/ 387 w 552"/>
                <a:gd name="T49" fmla="*/ 401 h 414"/>
                <a:gd name="T50" fmla="*/ 357 w 552"/>
                <a:gd name="T51" fmla="*/ 354 h 414"/>
                <a:gd name="T52" fmla="*/ 341 w 552"/>
                <a:gd name="T53" fmla="*/ 337 h 414"/>
                <a:gd name="T54" fmla="*/ 324 w 552"/>
                <a:gd name="T55" fmla="*/ 352 h 414"/>
                <a:gd name="T56" fmla="*/ 312 w 552"/>
                <a:gd name="T57" fmla="*/ 349 h 414"/>
                <a:gd name="T58" fmla="*/ 288 w 552"/>
                <a:gd name="T59" fmla="*/ 312 h 414"/>
                <a:gd name="T60" fmla="*/ 175 w 552"/>
                <a:gd name="T61" fmla="*/ 308 h 414"/>
                <a:gd name="T62" fmla="*/ 94 w 552"/>
                <a:gd name="T63" fmla="*/ 331 h 414"/>
                <a:gd name="T64" fmla="*/ 27 w 552"/>
                <a:gd name="T65" fmla="*/ 337 h 414"/>
                <a:gd name="T66" fmla="*/ 0 w 552"/>
                <a:gd name="T67" fmla="*/ 218 h 4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52"/>
                <a:gd name="T103" fmla="*/ 0 h 414"/>
                <a:gd name="T104" fmla="*/ 552 w 552"/>
                <a:gd name="T105" fmla="*/ 414 h 4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52" h="414">
                  <a:moveTo>
                    <a:pt x="0" y="218"/>
                  </a:moveTo>
                  <a:lnTo>
                    <a:pt x="0" y="218"/>
                  </a:lnTo>
                  <a:lnTo>
                    <a:pt x="9" y="221"/>
                  </a:lnTo>
                  <a:lnTo>
                    <a:pt x="4" y="209"/>
                  </a:lnTo>
                  <a:lnTo>
                    <a:pt x="15" y="215"/>
                  </a:lnTo>
                  <a:lnTo>
                    <a:pt x="3" y="192"/>
                  </a:lnTo>
                  <a:lnTo>
                    <a:pt x="11" y="155"/>
                  </a:lnTo>
                  <a:lnTo>
                    <a:pt x="14" y="165"/>
                  </a:lnTo>
                  <a:lnTo>
                    <a:pt x="48" y="136"/>
                  </a:lnTo>
                  <a:lnTo>
                    <a:pt x="106" y="123"/>
                  </a:lnTo>
                  <a:lnTo>
                    <a:pt x="125" y="101"/>
                  </a:lnTo>
                  <a:lnTo>
                    <a:pt x="125" y="88"/>
                  </a:lnTo>
                  <a:lnTo>
                    <a:pt x="133" y="78"/>
                  </a:lnTo>
                  <a:lnTo>
                    <a:pt x="141" y="94"/>
                  </a:lnTo>
                  <a:lnTo>
                    <a:pt x="141" y="76"/>
                  </a:lnTo>
                  <a:lnTo>
                    <a:pt x="154" y="80"/>
                  </a:lnTo>
                  <a:lnTo>
                    <a:pt x="155" y="67"/>
                  </a:lnTo>
                  <a:lnTo>
                    <a:pt x="175" y="46"/>
                  </a:lnTo>
                  <a:lnTo>
                    <a:pt x="197" y="48"/>
                  </a:lnTo>
                  <a:lnTo>
                    <a:pt x="202" y="68"/>
                  </a:lnTo>
                  <a:lnTo>
                    <a:pt x="210" y="56"/>
                  </a:lnTo>
                  <a:lnTo>
                    <a:pt x="226" y="63"/>
                  </a:lnTo>
                  <a:lnTo>
                    <a:pt x="220" y="49"/>
                  </a:lnTo>
                  <a:lnTo>
                    <a:pt x="233" y="28"/>
                  </a:lnTo>
                  <a:lnTo>
                    <a:pt x="265" y="20"/>
                  </a:lnTo>
                  <a:lnTo>
                    <a:pt x="257" y="6"/>
                  </a:lnTo>
                  <a:lnTo>
                    <a:pt x="319" y="23"/>
                  </a:lnTo>
                  <a:lnTo>
                    <a:pt x="306" y="59"/>
                  </a:lnTo>
                  <a:lnTo>
                    <a:pt x="368" y="97"/>
                  </a:lnTo>
                  <a:lnTo>
                    <a:pt x="384" y="82"/>
                  </a:lnTo>
                  <a:lnTo>
                    <a:pt x="390" y="19"/>
                  </a:lnTo>
                  <a:lnTo>
                    <a:pt x="405" y="0"/>
                  </a:lnTo>
                  <a:lnTo>
                    <a:pt x="418" y="49"/>
                  </a:lnTo>
                  <a:lnTo>
                    <a:pt x="440" y="59"/>
                  </a:lnTo>
                  <a:lnTo>
                    <a:pt x="454" y="115"/>
                  </a:lnTo>
                  <a:lnTo>
                    <a:pt x="488" y="133"/>
                  </a:lnTo>
                  <a:lnTo>
                    <a:pt x="499" y="165"/>
                  </a:lnTo>
                  <a:lnTo>
                    <a:pt x="512" y="163"/>
                  </a:lnTo>
                  <a:lnTo>
                    <a:pt x="515" y="179"/>
                  </a:lnTo>
                  <a:lnTo>
                    <a:pt x="543" y="204"/>
                  </a:lnTo>
                  <a:lnTo>
                    <a:pt x="551" y="247"/>
                  </a:lnTo>
                  <a:lnTo>
                    <a:pt x="545" y="290"/>
                  </a:lnTo>
                  <a:lnTo>
                    <a:pt x="521" y="326"/>
                  </a:lnTo>
                  <a:lnTo>
                    <a:pt x="503" y="388"/>
                  </a:lnTo>
                  <a:lnTo>
                    <a:pt x="472" y="395"/>
                  </a:lnTo>
                  <a:lnTo>
                    <a:pt x="453" y="406"/>
                  </a:lnTo>
                  <a:lnTo>
                    <a:pt x="454" y="413"/>
                  </a:lnTo>
                  <a:lnTo>
                    <a:pt x="435" y="392"/>
                  </a:lnTo>
                  <a:lnTo>
                    <a:pt x="413" y="408"/>
                  </a:lnTo>
                  <a:lnTo>
                    <a:pt x="387" y="401"/>
                  </a:lnTo>
                  <a:lnTo>
                    <a:pt x="367" y="386"/>
                  </a:lnTo>
                  <a:lnTo>
                    <a:pt x="357" y="354"/>
                  </a:lnTo>
                  <a:lnTo>
                    <a:pt x="341" y="358"/>
                  </a:lnTo>
                  <a:lnTo>
                    <a:pt x="341" y="337"/>
                  </a:lnTo>
                  <a:lnTo>
                    <a:pt x="336" y="351"/>
                  </a:lnTo>
                  <a:lnTo>
                    <a:pt x="324" y="352"/>
                  </a:lnTo>
                  <a:lnTo>
                    <a:pt x="336" y="311"/>
                  </a:lnTo>
                  <a:lnTo>
                    <a:pt x="312" y="349"/>
                  </a:lnTo>
                  <a:lnTo>
                    <a:pt x="301" y="341"/>
                  </a:lnTo>
                  <a:lnTo>
                    <a:pt x="288" y="312"/>
                  </a:lnTo>
                  <a:lnTo>
                    <a:pt x="248" y="295"/>
                  </a:lnTo>
                  <a:lnTo>
                    <a:pt x="175" y="308"/>
                  </a:lnTo>
                  <a:lnTo>
                    <a:pt x="144" y="330"/>
                  </a:lnTo>
                  <a:lnTo>
                    <a:pt x="94" y="331"/>
                  </a:lnTo>
                  <a:lnTo>
                    <a:pt x="65" y="350"/>
                  </a:lnTo>
                  <a:lnTo>
                    <a:pt x="27" y="337"/>
                  </a:lnTo>
                  <a:lnTo>
                    <a:pt x="35" y="297"/>
                  </a:lnTo>
                  <a:lnTo>
                    <a:pt x="0" y="21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 name="Freeform 611">
              <a:extLst>
                <a:ext uri="{FF2B5EF4-FFF2-40B4-BE49-F238E27FC236}">
                  <a16:creationId xmlns:a16="http://schemas.microsoft.com/office/drawing/2014/main" id="{311FFAFE-C125-8FF0-8812-96B3C0225AE0}"/>
                </a:ext>
              </a:extLst>
            </p:cNvPr>
            <p:cNvSpPr>
              <a:spLocks/>
            </p:cNvSpPr>
            <p:nvPr/>
          </p:nvSpPr>
          <p:spPr bwMode="auto">
            <a:xfrm>
              <a:off x="5055" y="4012"/>
              <a:ext cx="49" cy="48"/>
            </a:xfrm>
            <a:custGeom>
              <a:avLst/>
              <a:gdLst>
                <a:gd name="T0" fmla="*/ 0 w 49"/>
                <a:gd name="T1" fmla="*/ 8 h 48"/>
                <a:gd name="T2" fmla="*/ 0 w 49"/>
                <a:gd name="T3" fmla="*/ 8 h 48"/>
                <a:gd name="T4" fmla="*/ 1 w 49"/>
                <a:gd name="T5" fmla="*/ 0 h 48"/>
                <a:gd name="T6" fmla="*/ 25 w 49"/>
                <a:gd name="T7" fmla="*/ 7 h 48"/>
                <a:gd name="T8" fmla="*/ 44 w 49"/>
                <a:gd name="T9" fmla="*/ 1 h 48"/>
                <a:gd name="T10" fmla="*/ 48 w 49"/>
                <a:gd name="T11" fmla="*/ 13 h 48"/>
                <a:gd name="T12" fmla="*/ 48 w 49"/>
                <a:gd name="T13" fmla="*/ 27 h 48"/>
                <a:gd name="T14" fmla="*/ 30 w 49"/>
                <a:gd name="T15" fmla="*/ 47 h 48"/>
                <a:gd name="T16" fmla="*/ 18 w 49"/>
                <a:gd name="T17" fmla="*/ 46 h 48"/>
                <a:gd name="T18" fmla="*/ 0 w 49"/>
                <a:gd name="T19" fmla="*/ 8 h 48"/>
                <a:gd name="T20" fmla="*/ 0 w 49"/>
                <a:gd name="T21" fmla="*/ 8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9"/>
                <a:gd name="T34" fmla="*/ 0 h 48"/>
                <a:gd name="T35" fmla="*/ 49 w 49"/>
                <a:gd name="T36" fmla="*/ 48 h 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9" h="48">
                  <a:moveTo>
                    <a:pt x="0" y="8"/>
                  </a:moveTo>
                  <a:lnTo>
                    <a:pt x="0" y="8"/>
                  </a:lnTo>
                  <a:lnTo>
                    <a:pt x="1" y="0"/>
                  </a:lnTo>
                  <a:lnTo>
                    <a:pt x="25" y="7"/>
                  </a:lnTo>
                  <a:lnTo>
                    <a:pt x="44" y="1"/>
                  </a:lnTo>
                  <a:lnTo>
                    <a:pt x="48" y="13"/>
                  </a:lnTo>
                  <a:lnTo>
                    <a:pt x="48" y="27"/>
                  </a:lnTo>
                  <a:lnTo>
                    <a:pt x="30" y="47"/>
                  </a:lnTo>
                  <a:lnTo>
                    <a:pt x="18" y="46"/>
                  </a:lnTo>
                  <a:lnTo>
                    <a:pt x="0" y="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6" name="Freeform 612">
            <a:extLst>
              <a:ext uri="{FF2B5EF4-FFF2-40B4-BE49-F238E27FC236}">
                <a16:creationId xmlns:a16="http://schemas.microsoft.com/office/drawing/2014/main" id="{15329A0D-6D78-86BA-FB85-F6E3191B32E8}"/>
              </a:ext>
            </a:extLst>
          </p:cNvPr>
          <p:cNvSpPr>
            <a:spLocks/>
          </p:cNvSpPr>
          <p:nvPr/>
        </p:nvSpPr>
        <p:spPr bwMode="auto">
          <a:xfrm>
            <a:off x="5426555" y="4959251"/>
            <a:ext cx="75921" cy="91940"/>
          </a:xfrm>
          <a:custGeom>
            <a:avLst/>
            <a:gdLst>
              <a:gd name="T0" fmla="*/ 0 w 66"/>
              <a:gd name="T1" fmla="*/ 43327448 h 82"/>
              <a:gd name="T2" fmla="*/ 0 w 66"/>
              <a:gd name="T3" fmla="*/ 43327448 h 82"/>
              <a:gd name="T4" fmla="*/ 14079776 w 66"/>
              <a:gd name="T5" fmla="*/ 57191119 h 82"/>
              <a:gd name="T6" fmla="*/ 21902016 w 66"/>
              <a:gd name="T7" fmla="*/ 123048514 h 82"/>
              <a:gd name="T8" fmla="*/ 46932174 w 66"/>
              <a:gd name="T9" fmla="*/ 117849802 h 82"/>
              <a:gd name="T10" fmla="*/ 62575392 w 66"/>
              <a:gd name="T11" fmla="*/ 90119827 h 82"/>
              <a:gd name="T12" fmla="*/ 79784558 w 66"/>
              <a:gd name="T13" fmla="*/ 97052321 h 82"/>
              <a:gd name="T14" fmla="*/ 92299652 w 66"/>
              <a:gd name="T15" fmla="*/ 140379749 h 82"/>
              <a:gd name="T16" fmla="*/ 101685332 w 66"/>
              <a:gd name="T17" fmla="*/ 116116020 h 82"/>
              <a:gd name="T18" fmla="*/ 90734955 w 66"/>
              <a:gd name="T19" fmla="*/ 69323642 h 82"/>
              <a:gd name="T20" fmla="*/ 79784558 w 66"/>
              <a:gd name="T21" fmla="*/ 86653580 h 82"/>
              <a:gd name="T22" fmla="*/ 67269483 w 66"/>
              <a:gd name="T23" fmla="*/ 65857395 h 82"/>
              <a:gd name="T24" fmla="*/ 92299652 w 66"/>
              <a:gd name="T25" fmla="*/ 36394944 h 82"/>
              <a:gd name="T26" fmla="*/ 43802780 w 66"/>
              <a:gd name="T27" fmla="*/ 32928697 h 82"/>
              <a:gd name="T28" fmla="*/ 12515079 w 66"/>
              <a:gd name="T29" fmla="*/ 0 h 82"/>
              <a:gd name="T30" fmla="*/ 3129395 w 66"/>
              <a:gd name="T31" fmla="*/ 19063705 h 82"/>
              <a:gd name="T32" fmla="*/ 14079776 w 66"/>
              <a:gd name="T33" fmla="*/ 32928697 h 82"/>
              <a:gd name="T34" fmla="*/ 0 w 66"/>
              <a:gd name="T35" fmla="*/ 43327448 h 82"/>
              <a:gd name="T36" fmla="*/ 0 w 66"/>
              <a:gd name="T37" fmla="*/ 43327448 h 8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6"/>
              <a:gd name="T58" fmla="*/ 0 h 82"/>
              <a:gd name="T59" fmla="*/ 66 w 66"/>
              <a:gd name="T60" fmla="*/ 82 h 8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6" h="82">
                <a:moveTo>
                  <a:pt x="0" y="25"/>
                </a:moveTo>
                <a:lnTo>
                  <a:pt x="0" y="25"/>
                </a:lnTo>
                <a:lnTo>
                  <a:pt x="9" y="33"/>
                </a:lnTo>
                <a:lnTo>
                  <a:pt x="14" y="71"/>
                </a:lnTo>
                <a:lnTo>
                  <a:pt x="30" y="68"/>
                </a:lnTo>
                <a:lnTo>
                  <a:pt x="40" y="52"/>
                </a:lnTo>
                <a:lnTo>
                  <a:pt x="51" y="56"/>
                </a:lnTo>
                <a:lnTo>
                  <a:pt x="59" y="81"/>
                </a:lnTo>
                <a:lnTo>
                  <a:pt x="65" y="67"/>
                </a:lnTo>
                <a:lnTo>
                  <a:pt x="58" y="40"/>
                </a:lnTo>
                <a:lnTo>
                  <a:pt x="51" y="50"/>
                </a:lnTo>
                <a:lnTo>
                  <a:pt x="43" y="38"/>
                </a:lnTo>
                <a:lnTo>
                  <a:pt x="59" y="21"/>
                </a:lnTo>
                <a:lnTo>
                  <a:pt x="28" y="19"/>
                </a:lnTo>
                <a:lnTo>
                  <a:pt x="8" y="0"/>
                </a:lnTo>
                <a:lnTo>
                  <a:pt x="2" y="11"/>
                </a:lnTo>
                <a:lnTo>
                  <a:pt x="9" y="19"/>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 name="Freeform 613">
            <a:extLst>
              <a:ext uri="{FF2B5EF4-FFF2-40B4-BE49-F238E27FC236}">
                <a16:creationId xmlns:a16="http://schemas.microsoft.com/office/drawing/2014/main" id="{F3C48CAE-0093-459D-1922-4740B796099A}"/>
              </a:ext>
            </a:extLst>
          </p:cNvPr>
          <p:cNvSpPr>
            <a:spLocks/>
          </p:cNvSpPr>
          <p:nvPr/>
        </p:nvSpPr>
        <p:spPr bwMode="auto">
          <a:xfrm>
            <a:off x="5442616" y="4930858"/>
            <a:ext cx="46720" cy="28393"/>
          </a:xfrm>
          <a:custGeom>
            <a:avLst/>
            <a:gdLst>
              <a:gd name="T0" fmla="*/ 0 w 42"/>
              <a:gd name="T1" fmla="*/ 27013506 h 24"/>
              <a:gd name="T2" fmla="*/ 0 w 42"/>
              <a:gd name="T3" fmla="*/ 27013506 h 24"/>
              <a:gd name="T4" fmla="*/ 7315200 w 42"/>
              <a:gd name="T5" fmla="*/ 44379820 h 24"/>
              <a:gd name="T6" fmla="*/ 59980283 w 42"/>
              <a:gd name="T7" fmla="*/ 36662076 h 24"/>
              <a:gd name="T8" fmla="*/ 57054446 w 42"/>
              <a:gd name="T9" fmla="*/ 13507447 h 24"/>
              <a:gd name="T10" fmla="*/ 19018550 w 42"/>
              <a:gd name="T11" fmla="*/ 0 h 24"/>
              <a:gd name="T12" fmla="*/ 0 w 42"/>
              <a:gd name="T13" fmla="*/ 27013506 h 24"/>
              <a:gd name="T14" fmla="*/ 0 w 42"/>
              <a:gd name="T15" fmla="*/ 27013506 h 24"/>
              <a:gd name="T16" fmla="*/ 0 60000 65536"/>
              <a:gd name="T17" fmla="*/ 0 60000 65536"/>
              <a:gd name="T18" fmla="*/ 0 60000 65536"/>
              <a:gd name="T19" fmla="*/ 0 60000 65536"/>
              <a:gd name="T20" fmla="*/ 0 60000 65536"/>
              <a:gd name="T21" fmla="*/ 0 60000 65536"/>
              <a:gd name="T22" fmla="*/ 0 60000 65536"/>
              <a:gd name="T23" fmla="*/ 0 60000 65536"/>
              <a:gd name="T24" fmla="*/ 0 w 42"/>
              <a:gd name="T25" fmla="*/ 0 h 24"/>
              <a:gd name="T26" fmla="*/ 42 w 42"/>
              <a:gd name="T27" fmla="*/ 24 h 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2" h="24">
                <a:moveTo>
                  <a:pt x="0" y="14"/>
                </a:moveTo>
                <a:lnTo>
                  <a:pt x="0" y="14"/>
                </a:lnTo>
                <a:lnTo>
                  <a:pt x="5" y="23"/>
                </a:lnTo>
                <a:lnTo>
                  <a:pt x="41" y="19"/>
                </a:lnTo>
                <a:lnTo>
                  <a:pt x="39" y="7"/>
                </a:lnTo>
                <a:lnTo>
                  <a:pt x="13" y="0"/>
                </a:lnTo>
                <a:lnTo>
                  <a:pt x="0" y="1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 name="Freeform 614">
            <a:extLst>
              <a:ext uri="{FF2B5EF4-FFF2-40B4-BE49-F238E27FC236}">
                <a16:creationId xmlns:a16="http://schemas.microsoft.com/office/drawing/2014/main" id="{CC0039AC-EF25-6413-AA1C-A2F93C443482}"/>
              </a:ext>
            </a:extLst>
          </p:cNvPr>
          <p:cNvSpPr>
            <a:spLocks/>
          </p:cNvSpPr>
          <p:nvPr/>
        </p:nvSpPr>
        <p:spPr bwMode="auto">
          <a:xfrm>
            <a:off x="5835359" y="5293208"/>
            <a:ext cx="20440" cy="16225"/>
          </a:xfrm>
          <a:custGeom>
            <a:avLst/>
            <a:gdLst>
              <a:gd name="T0" fmla="*/ 0 w 17"/>
              <a:gd name="T1" fmla="*/ 9677400 h 15"/>
              <a:gd name="T2" fmla="*/ 0 w 17"/>
              <a:gd name="T3" fmla="*/ 9677400 h 15"/>
              <a:gd name="T4" fmla="*/ 13673603 w 17"/>
              <a:gd name="T5" fmla="*/ 22580604 h 15"/>
              <a:gd name="T6" fmla="*/ 27347207 w 17"/>
              <a:gd name="T7" fmla="*/ 0 h 15"/>
              <a:gd name="T8" fmla="*/ 0 w 17"/>
              <a:gd name="T9" fmla="*/ 9677400 h 15"/>
              <a:gd name="T10" fmla="*/ 0 w 17"/>
              <a:gd name="T11" fmla="*/ 9677400 h 15"/>
              <a:gd name="T12" fmla="*/ 0 60000 65536"/>
              <a:gd name="T13" fmla="*/ 0 60000 65536"/>
              <a:gd name="T14" fmla="*/ 0 60000 65536"/>
              <a:gd name="T15" fmla="*/ 0 60000 65536"/>
              <a:gd name="T16" fmla="*/ 0 60000 65536"/>
              <a:gd name="T17" fmla="*/ 0 60000 65536"/>
              <a:gd name="T18" fmla="*/ 0 w 17"/>
              <a:gd name="T19" fmla="*/ 0 h 15"/>
              <a:gd name="T20" fmla="*/ 17 w 17"/>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7" h="15">
                <a:moveTo>
                  <a:pt x="0" y="6"/>
                </a:moveTo>
                <a:lnTo>
                  <a:pt x="0" y="6"/>
                </a:lnTo>
                <a:lnTo>
                  <a:pt x="8" y="14"/>
                </a:lnTo>
                <a:lnTo>
                  <a:pt x="16" y="0"/>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 name="Freeform 615">
            <a:extLst>
              <a:ext uri="{FF2B5EF4-FFF2-40B4-BE49-F238E27FC236}">
                <a16:creationId xmlns:a16="http://schemas.microsoft.com/office/drawing/2014/main" id="{C405742B-9EF3-4940-EE97-A2CC07EFB0E2}"/>
              </a:ext>
            </a:extLst>
          </p:cNvPr>
          <p:cNvSpPr>
            <a:spLocks/>
          </p:cNvSpPr>
          <p:nvPr/>
        </p:nvSpPr>
        <p:spPr bwMode="auto">
          <a:xfrm>
            <a:off x="5493715" y="4932210"/>
            <a:ext cx="141621" cy="285283"/>
          </a:xfrm>
          <a:custGeom>
            <a:avLst/>
            <a:gdLst>
              <a:gd name="T0" fmla="*/ 0 w 124"/>
              <a:gd name="T1" fmla="*/ 180866331 h 254"/>
              <a:gd name="T2" fmla="*/ 0 w 124"/>
              <a:gd name="T3" fmla="*/ 180866331 h 254"/>
              <a:gd name="T4" fmla="*/ 9252940 w 124"/>
              <a:gd name="T5" fmla="*/ 156518251 h 254"/>
              <a:gd name="T6" fmla="*/ 63228222 w 124"/>
              <a:gd name="T7" fmla="*/ 41738375 h 254"/>
              <a:gd name="T8" fmla="*/ 101782356 w 124"/>
              <a:gd name="T9" fmla="*/ 26086159 h 254"/>
              <a:gd name="T10" fmla="*/ 109494173 w 124"/>
              <a:gd name="T11" fmla="*/ 0 h 254"/>
              <a:gd name="T12" fmla="*/ 135710623 w 124"/>
              <a:gd name="T13" fmla="*/ 15652222 h 254"/>
              <a:gd name="T14" fmla="*/ 137252987 w 124"/>
              <a:gd name="T15" fmla="*/ 38259519 h 254"/>
              <a:gd name="T16" fmla="*/ 114120021 w 124"/>
              <a:gd name="T17" fmla="*/ 107823492 h 254"/>
              <a:gd name="T18" fmla="*/ 138794108 w 124"/>
              <a:gd name="T19" fmla="*/ 102606526 h 254"/>
              <a:gd name="T20" fmla="*/ 151131773 w 124"/>
              <a:gd name="T21" fmla="*/ 149561857 h 254"/>
              <a:gd name="T22" fmla="*/ 189685926 w 124"/>
              <a:gd name="T23" fmla="*/ 163474645 h 254"/>
              <a:gd name="T24" fmla="*/ 169637687 w 124"/>
              <a:gd name="T25" fmla="*/ 186083297 h 254"/>
              <a:gd name="T26" fmla="*/ 124915322 w 124"/>
              <a:gd name="T27" fmla="*/ 215648302 h 254"/>
              <a:gd name="T28" fmla="*/ 114120021 w 124"/>
              <a:gd name="T29" fmla="*/ 243473879 h 254"/>
              <a:gd name="T30" fmla="*/ 138794108 w 124"/>
              <a:gd name="T31" fmla="*/ 297385605 h 254"/>
              <a:gd name="T32" fmla="*/ 129541170 w 124"/>
              <a:gd name="T33" fmla="*/ 328688719 h 254"/>
              <a:gd name="T34" fmla="*/ 158842347 w 124"/>
              <a:gd name="T35" fmla="*/ 398252743 h 254"/>
              <a:gd name="T36" fmla="*/ 137252987 w 124"/>
              <a:gd name="T37" fmla="*/ 439991109 h 254"/>
              <a:gd name="T38" fmla="*/ 115662384 w 124"/>
              <a:gd name="T39" fmla="*/ 290429210 h 254"/>
              <a:gd name="T40" fmla="*/ 97156508 w 124"/>
              <a:gd name="T41" fmla="*/ 266081171 h 254"/>
              <a:gd name="T42" fmla="*/ 66312948 w 124"/>
              <a:gd name="T43" fmla="*/ 306081427 h 254"/>
              <a:gd name="T44" fmla="*/ 43179983 w 124"/>
              <a:gd name="T45" fmla="*/ 299125033 h 254"/>
              <a:gd name="T46" fmla="*/ 47807072 w 124"/>
              <a:gd name="T47" fmla="*/ 243473879 h 254"/>
              <a:gd name="T48" fmla="*/ 0 w 124"/>
              <a:gd name="T49" fmla="*/ 180866331 h 254"/>
              <a:gd name="T50" fmla="*/ 0 w 124"/>
              <a:gd name="T51" fmla="*/ 180866331 h 25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24"/>
              <a:gd name="T79" fmla="*/ 0 h 254"/>
              <a:gd name="T80" fmla="*/ 124 w 124"/>
              <a:gd name="T81" fmla="*/ 254 h 25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24" h="254">
                <a:moveTo>
                  <a:pt x="0" y="104"/>
                </a:moveTo>
                <a:lnTo>
                  <a:pt x="0" y="104"/>
                </a:lnTo>
                <a:lnTo>
                  <a:pt x="6" y="90"/>
                </a:lnTo>
                <a:lnTo>
                  <a:pt x="41" y="24"/>
                </a:lnTo>
                <a:lnTo>
                  <a:pt x="66" y="15"/>
                </a:lnTo>
                <a:lnTo>
                  <a:pt x="71" y="0"/>
                </a:lnTo>
                <a:lnTo>
                  <a:pt x="88" y="9"/>
                </a:lnTo>
                <a:lnTo>
                  <a:pt x="89" y="22"/>
                </a:lnTo>
                <a:lnTo>
                  <a:pt x="74" y="62"/>
                </a:lnTo>
                <a:lnTo>
                  <a:pt x="90" y="59"/>
                </a:lnTo>
                <a:lnTo>
                  <a:pt x="98" y="86"/>
                </a:lnTo>
                <a:lnTo>
                  <a:pt x="123" y="94"/>
                </a:lnTo>
                <a:lnTo>
                  <a:pt x="110" y="107"/>
                </a:lnTo>
                <a:lnTo>
                  <a:pt x="81" y="124"/>
                </a:lnTo>
                <a:lnTo>
                  <a:pt x="74" y="140"/>
                </a:lnTo>
                <a:lnTo>
                  <a:pt x="90" y="171"/>
                </a:lnTo>
                <a:lnTo>
                  <a:pt x="84" y="189"/>
                </a:lnTo>
                <a:lnTo>
                  <a:pt x="103" y="229"/>
                </a:lnTo>
                <a:lnTo>
                  <a:pt x="89" y="253"/>
                </a:lnTo>
                <a:lnTo>
                  <a:pt x="75" y="167"/>
                </a:lnTo>
                <a:lnTo>
                  <a:pt x="63" y="153"/>
                </a:lnTo>
                <a:lnTo>
                  <a:pt x="43" y="176"/>
                </a:lnTo>
                <a:lnTo>
                  <a:pt x="28" y="172"/>
                </a:lnTo>
                <a:lnTo>
                  <a:pt x="31" y="140"/>
                </a:lnTo>
                <a:lnTo>
                  <a:pt x="0" y="10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 name="Freeform 616">
            <a:extLst>
              <a:ext uri="{FF2B5EF4-FFF2-40B4-BE49-F238E27FC236}">
                <a16:creationId xmlns:a16="http://schemas.microsoft.com/office/drawing/2014/main" id="{6C314E65-BA29-7EDE-4D6E-CEE36A919EDB}"/>
              </a:ext>
            </a:extLst>
          </p:cNvPr>
          <p:cNvSpPr>
            <a:spLocks/>
          </p:cNvSpPr>
          <p:nvPr/>
        </p:nvSpPr>
        <p:spPr bwMode="auto">
          <a:xfrm>
            <a:off x="5654317" y="5148539"/>
            <a:ext cx="80301" cy="62194"/>
          </a:xfrm>
          <a:custGeom>
            <a:avLst/>
            <a:gdLst>
              <a:gd name="T0" fmla="*/ 0 w 70"/>
              <a:gd name="T1" fmla="*/ 18383734 h 59"/>
              <a:gd name="T2" fmla="*/ 0 w 70"/>
              <a:gd name="T3" fmla="*/ 18383734 h 59"/>
              <a:gd name="T4" fmla="*/ 7779587 w 70"/>
              <a:gd name="T5" fmla="*/ 62808929 h 59"/>
              <a:gd name="T6" fmla="*/ 21782099 w 70"/>
              <a:gd name="T7" fmla="*/ 85788301 h 59"/>
              <a:gd name="T8" fmla="*/ 43562951 w 70"/>
              <a:gd name="T9" fmla="*/ 88851637 h 59"/>
              <a:gd name="T10" fmla="*/ 107352573 w 70"/>
              <a:gd name="T11" fmla="*/ 47489774 h 59"/>
              <a:gd name="T12" fmla="*/ 104240490 w 70"/>
              <a:gd name="T13" fmla="*/ 0 h 59"/>
              <a:gd name="T14" fmla="*/ 56010037 w 70"/>
              <a:gd name="T15" fmla="*/ 7660199 h 59"/>
              <a:gd name="T16" fmla="*/ 15557927 w 70"/>
              <a:gd name="T17" fmla="*/ 6127912 h 59"/>
              <a:gd name="T18" fmla="*/ 0 w 70"/>
              <a:gd name="T19" fmla="*/ 18383734 h 59"/>
              <a:gd name="T20" fmla="*/ 0 w 70"/>
              <a:gd name="T21" fmla="*/ 18383734 h 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0"/>
              <a:gd name="T34" fmla="*/ 0 h 59"/>
              <a:gd name="T35" fmla="*/ 70 w 70"/>
              <a:gd name="T36" fmla="*/ 59 h 5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0" h="59">
                <a:moveTo>
                  <a:pt x="0" y="12"/>
                </a:moveTo>
                <a:lnTo>
                  <a:pt x="0" y="12"/>
                </a:lnTo>
                <a:lnTo>
                  <a:pt x="5" y="41"/>
                </a:lnTo>
                <a:lnTo>
                  <a:pt x="14" y="56"/>
                </a:lnTo>
                <a:lnTo>
                  <a:pt x="28" y="58"/>
                </a:lnTo>
                <a:lnTo>
                  <a:pt x="69" y="31"/>
                </a:lnTo>
                <a:lnTo>
                  <a:pt x="67" y="0"/>
                </a:lnTo>
                <a:lnTo>
                  <a:pt x="36" y="5"/>
                </a:lnTo>
                <a:lnTo>
                  <a:pt x="10" y="4"/>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 name="Freeform 617">
            <a:extLst>
              <a:ext uri="{FF2B5EF4-FFF2-40B4-BE49-F238E27FC236}">
                <a16:creationId xmlns:a16="http://schemas.microsoft.com/office/drawing/2014/main" id="{E9CF28EA-1655-E9F3-F5E7-A2631BCC29B5}"/>
              </a:ext>
            </a:extLst>
          </p:cNvPr>
          <p:cNvSpPr>
            <a:spLocks/>
          </p:cNvSpPr>
          <p:nvPr/>
        </p:nvSpPr>
        <p:spPr bwMode="auto">
          <a:xfrm>
            <a:off x="5300994" y="5221549"/>
            <a:ext cx="29201" cy="55434"/>
          </a:xfrm>
          <a:custGeom>
            <a:avLst/>
            <a:gdLst>
              <a:gd name="T0" fmla="*/ 0 w 26"/>
              <a:gd name="T1" fmla="*/ 0 h 51"/>
              <a:gd name="T2" fmla="*/ 0 w 26"/>
              <a:gd name="T3" fmla="*/ 0 h 51"/>
              <a:gd name="T4" fmla="*/ 7456366 w 26"/>
              <a:gd name="T5" fmla="*/ 81436595 h 51"/>
              <a:gd name="T6" fmla="*/ 37280604 w 26"/>
              <a:gd name="T7" fmla="*/ 66777986 h 51"/>
              <a:gd name="T8" fmla="*/ 22367878 w 26"/>
              <a:gd name="T9" fmla="*/ 19545242 h 51"/>
              <a:gd name="T10" fmla="*/ 0 w 26"/>
              <a:gd name="T11" fmla="*/ 0 h 51"/>
              <a:gd name="T12" fmla="*/ 0 w 26"/>
              <a:gd name="T13" fmla="*/ 0 h 51"/>
              <a:gd name="T14" fmla="*/ 0 60000 65536"/>
              <a:gd name="T15" fmla="*/ 0 60000 65536"/>
              <a:gd name="T16" fmla="*/ 0 60000 65536"/>
              <a:gd name="T17" fmla="*/ 0 60000 65536"/>
              <a:gd name="T18" fmla="*/ 0 60000 65536"/>
              <a:gd name="T19" fmla="*/ 0 60000 65536"/>
              <a:gd name="T20" fmla="*/ 0 60000 65536"/>
              <a:gd name="T21" fmla="*/ 0 w 26"/>
              <a:gd name="T22" fmla="*/ 0 h 51"/>
              <a:gd name="T23" fmla="*/ 26 w 26"/>
              <a:gd name="T24" fmla="*/ 51 h 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51">
                <a:moveTo>
                  <a:pt x="0" y="0"/>
                </a:moveTo>
                <a:lnTo>
                  <a:pt x="0" y="0"/>
                </a:lnTo>
                <a:lnTo>
                  <a:pt x="5" y="50"/>
                </a:lnTo>
                <a:lnTo>
                  <a:pt x="25" y="41"/>
                </a:lnTo>
                <a:lnTo>
                  <a:pt x="15" y="1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 name="Group 29">
            <a:extLst>
              <a:ext uri="{FF2B5EF4-FFF2-40B4-BE49-F238E27FC236}">
                <a16:creationId xmlns:a16="http://schemas.microsoft.com/office/drawing/2014/main" id="{23906095-DBD1-0C8F-578A-9081EA447830}"/>
              </a:ext>
            </a:extLst>
          </p:cNvPr>
          <p:cNvGrpSpPr>
            <a:grpSpLocks/>
          </p:cNvGrpSpPr>
          <p:nvPr/>
        </p:nvGrpSpPr>
        <p:grpSpPr bwMode="auto">
          <a:xfrm>
            <a:off x="5204634" y="4473864"/>
            <a:ext cx="957768" cy="619242"/>
            <a:chOff x="4086" y="2626"/>
            <a:chExt cx="835" cy="555"/>
          </a:xfrm>
          <a:solidFill>
            <a:schemeClr val="accent2"/>
          </a:solidFill>
        </p:grpSpPr>
        <p:sp>
          <p:nvSpPr>
            <p:cNvPr id="319" name="Freeform 30">
              <a:extLst>
                <a:ext uri="{FF2B5EF4-FFF2-40B4-BE49-F238E27FC236}">
                  <a16:creationId xmlns:a16="http://schemas.microsoft.com/office/drawing/2014/main" id="{12304BDE-1C1F-5047-F801-E03D894B2139}"/>
                </a:ext>
              </a:extLst>
            </p:cNvPr>
            <p:cNvSpPr>
              <a:spLocks/>
            </p:cNvSpPr>
            <p:nvPr/>
          </p:nvSpPr>
          <p:spPr bwMode="auto">
            <a:xfrm>
              <a:off x="4086" y="2626"/>
              <a:ext cx="835" cy="526"/>
            </a:xfrm>
            <a:custGeom>
              <a:avLst/>
              <a:gdLst>
                <a:gd name="T0" fmla="*/ 0 w 835"/>
                <a:gd name="T1" fmla="*/ 250 h 526"/>
                <a:gd name="T2" fmla="*/ 35 w 835"/>
                <a:gd name="T3" fmla="*/ 226 h 526"/>
                <a:gd name="T4" fmla="*/ 95 w 835"/>
                <a:gd name="T5" fmla="*/ 177 h 526"/>
                <a:gd name="T6" fmla="*/ 118 w 835"/>
                <a:gd name="T7" fmla="*/ 145 h 526"/>
                <a:gd name="T8" fmla="*/ 162 w 835"/>
                <a:gd name="T9" fmla="*/ 114 h 526"/>
                <a:gd name="T10" fmla="*/ 192 w 835"/>
                <a:gd name="T11" fmla="*/ 81 h 526"/>
                <a:gd name="T12" fmla="*/ 225 w 835"/>
                <a:gd name="T13" fmla="*/ 106 h 526"/>
                <a:gd name="T14" fmla="*/ 293 w 835"/>
                <a:gd name="T15" fmla="*/ 160 h 526"/>
                <a:gd name="T16" fmla="*/ 368 w 835"/>
                <a:gd name="T17" fmla="*/ 185 h 526"/>
                <a:gd name="T18" fmla="*/ 499 w 835"/>
                <a:gd name="T19" fmla="*/ 187 h 526"/>
                <a:gd name="T20" fmla="*/ 522 w 835"/>
                <a:gd name="T21" fmla="*/ 151 h 526"/>
                <a:gd name="T22" fmla="*/ 588 w 835"/>
                <a:gd name="T23" fmla="*/ 123 h 526"/>
                <a:gd name="T24" fmla="*/ 607 w 835"/>
                <a:gd name="T25" fmla="*/ 98 h 526"/>
                <a:gd name="T26" fmla="*/ 572 w 835"/>
                <a:gd name="T27" fmla="*/ 78 h 526"/>
                <a:gd name="T28" fmla="*/ 602 w 835"/>
                <a:gd name="T29" fmla="*/ 72 h 526"/>
                <a:gd name="T30" fmla="*/ 642 w 835"/>
                <a:gd name="T31" fmla="*/ 28 h 526"/>
                <a:gd name="T32" fmla="*/ 681 w 835"/>
                <a:gd name="T33" fmla="*/ 0 h 526"/>
                <a:gd name="T34" fmla="*/ 734 w 835"/>
                <a:gd name="T35" fmla="*/ 69 h 526"/>
                <a:gd name="T36" fmla="*/ 783 w 835"/>
                <a:gd name="T37" fmla="*/ 104 h 526"/>
                <a:gd name="T38" fmla="*/ 811 w 835"/>
                <a:gd name="T39" fmla="*/ 147 h 526"/>
                <a:gd name="T40" fmla="*/ 785 w 835"/>
                <a:gd name="T41" fmla="*/ 177 h 526"/>
                <a:gd name="T42" fmla="*/ 770 w 835"/>
                <a:gd name="T43" fmla="*/ 185 h 526"/>
                <a:gd name="T44" fmla="*/ 744 w 835"/>
                <a:gd name="T45" fmla="*/ 210 h 526"/>
                <a:gd name="T46" fmla="*/ 691 w 835"/>
                <a:gd name="T47" fmla="*/ 232 h 526"/>
                <a:gd name="T48" fmla="*/ 663 w 835"/>
                <a:gd name="T49" fmla="*/ 226 h 526"/>
                <a:gd name="T50" fmla="*/ 602 w 835"/>
                <a:gd name="T51" fmla="*/ 247 h 526"/>
                <a:gd name="T52" fmla="*/ 618 w 835"/>
                <a:gd name="T53" fmla="*/ 276 h 526"/>
                <a:gd name="T54" fmla="*/ 668 w 835"/>
                <a:gd name="T55" fmla="*/ 274 h 526"/>
                <a:gd name="T56" fmla="*/ 622 w 835"/>
                <a:gd name="T57" fmla="*/ 312 h 526"/>
                <a:gd name="T58" fmla="*/ 633 w 835"/>
                <a:gd name="T59" fmla="*/ 355 h 526"/>
                <a:gd name="T60" fmla="*/ 634 w 835"/>
                <a:gd name="T61" fmla="*/ 382 h 526"/>
                <a:gd name="T62" fmla="*/ 613 w 835"/>
                <a:gd name="T63" fmla="*/ 463 h 526"/>
                <a:gd name="T64" fmla="*/ 552 w 835"/>
                <a:gd name="T65" fmla="*/ 493 h 526"/>
                <a:gd name="T66" fmla="*/ 543 w 835"/>
                <a:gd name="T67" fmla="*/ 489 h 526"/>
                <a:gd name="T68" fmla="*/ 499 w 835"/>
                <a:gd name="T69" fmla="*/ 510 h 526"/>
                <a:gd name="T70" fmla="*/ 490 w 835"/>
                <a:gd name="T71" fmla="*/ 506 h 526"/>
                <a:gd name="T72" fmla="*/ 429 w 835"/>
                <a:gd name="T73" fmla="*/ 484 h 526"/>
                <a:gd name="T74" fmla="*/ 380 w 835"/>
                <a:gd name="T75" fmla="*/ 494 h 526"/>
                <a:gd name="T76" fmla="*/ 375 w 835"/>
                <a:gd name="T77" fmla="*/ 506 h 526"/>
                <a:gd name="T78" fmla="*/ 342 w 835"/>
                <a:gd name="T79" fmla="*/ 471 h 526"/>
                <a:gd name="T80" fmla="*/ 341 w 835"/>
                <a:gd name="T81" fmla="*/ 434 h 526"/>
                <a:gd name="T82" fmla="*/ 323 w 835"/>
                <a:gd name="T83" fmla="*/ 412 h 526"/>
                <a:gd name="T84" fmla="*/ 305 w 835"/>
                <a:gd name="T85" fmla="*/ 392 h 526"/>
                <a:gd name="T86" fmla="*/ 220 w 835"/>
                <a:gd name="T87" fmla="*/ 410 h 526"/>
                <a:gd name="T88" fmla="*/ 205 w 835"/>
                <a:gd name="T89" fmla="*/ 414 h 526"/>
                <a:gd name="T90" fmla="*/ 166 w 835"/>
                <a:gd name="T91" fmla="*/ 416 h 526"/>
                <a:gd name="T92" fmla="*/ 100 w 835"/>
                <a:gd name="T93" fmla="*/ 381 h 526"/>
                <a:gd name="T94" fmla="*/ 65 w 835"/>
                <a:gd name="T95" fmla="*/ 347 h 526"/>
                <a:gd name="T96" fmla="*/ 71 w 835"/>
                <a:gd name="T97" fmla="*/ 325 h 526"/>
                <a:gd name="T98" fmla="*/ 75 w 835"/>
                <a:gd name="T99" fmla="*/ 295 h 526"/>
                <a:gd name="T100" fmla="*/ 13 w 835"/>
                <a:gd name="T101" fmla="*/ 278 h 526"/>
                <a:gd name="T102" fmla="*/ 14 w 835"/>
                <a:gd name="T103" fmla="*/ 256 h 526"/>
                <a:gd name="T104" fmla="*/ 0 w 835"/>
                <a:gd name="T105" fmla="*/ 250 h 52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835"/>
                <a:gd name="T160" fmla="*/ 0 h 526"/>
                <a:gd name="T161" fmla="*/ 835 w 835"/>
                <a:gd name="T162" fmla="*/ 526 h 52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835" h="526">
                  <a:moveTo>
                    <a:pt x="0" y="250"/>
                  </a:moveTo>
                  <a:lnTo>
                    <a:pt x="0" y="250"/>
                  </a:lnTo>
                  <a:lnTo>
                    <a:pt x="5" y="230"/>
                  </a:lnTo>
                  <a:lnTo>
                    <a:pt x="35" y="226"/>
                  </a:lnTo>
                  <a:lnTo>
                    <a:pt x="88" y="198"/>
                  </a:lnTo>
                  <a:lnTo>
                    <a:pt x="95" y="177"/>
                  </a:lnTo>
                  <a:lnTo>
                    <a:pt x="85" y="152"/>
                  </a:lnTo>
                  <a:lnTo>
                    <a:pt x="118" y="145"/>
                  </a:lnTo>
                  <a:lnTo>
                    <a:pt x="127" y="112"/>
                  </a:lnTo>
                  <a:lnTo>
                    <a:pt x="162" y="114"/>
                  </a:lnTo>
                  <a:lnTo>
                    <a:pt x="166" y="92"/>
                  </a:lnTo>
                  <a:lnTo>
                    <a:pt x="192" y="81"/>
                  </a:lnTo>
                  <a:lnTo>
                    <a:pt x="206" y="100"/>
                  </a:lnTo>
                  <a:lnTo>
                    <a:pt x="225" y="106"/>
                  </a:lnTo>
                  <a:lnTo>
                    <a:pt x="233" y="145"/>
                  </a:lnTo>
                  <a:lnTo>
                    <a:pt x="293" y="160"/>
                  </a:lnTo>
                  <a:lnTo>
                    <a:pt x="319" y="187"/>
                  </a:lnTo>
                  <a:lnTo>
                    <a:pt x="368" y="185"/>
                  </a:lnTo>
                  <a:lnTo>
                    <a:pt x="424" y="206"/>
                  </a:lnTo>
                  <a:lnTo>
                    <a:pt x="499" y="187"/>
                  </a:lnTo>
                  <a:lnTo>
                    <a:pt x="522" y="172"/>
                  </a:lnTo>
                  <a:lnTo>
                    <a:pt x="522" y="151"/>
                  </a:lnTo>
                  <a:lnTo>
                    <a:pt x="543" y="153"/>
                  </a:lnTo>
                  <a:lnTo>
                    <a:pt x="588" y="123"/>
                  </a:lnTo>
                  <a:lnTo>
                    <a:pt x="625" y="121"/>
                  </a:lnTo>
                  <a:lnTo>
                    <a:pt x="607" y="98"/>
                  </a:lnTo>
                  <a:lnTo>
                    <a:pt x="572" y="104"/>
                  </a:lnTo>
                  <a:lnTo>
                    <a:pt x="572" y="78"/>
                  </a:lnTo>
                  <a:lnTo>
                    <a:pt x="581" y="64"/>
                  </a:lnTo>
                  <a:lnTo>
                    <a:pt x="602" y="72"/>
                  </a:lnTo>
                  <a:lnTo>
                    <a:pt x="621" y="63"/>
                  </a:lnTo>
                  <a:lnTo>
                    <a:pt x="642" y="28"/>
                  </a:lnTo>
                  <a:lnTo>
                    <a:pt x="632" y="16"/>
                  </a:lnTo>
                  <a:lnTo>
                    <a:pt x="681" y="0"/>
                  </a:lnTo>
                  <a:lnTo>
                    <a:pt x="709" y="11"/>
                  </a:lnTo>
                  <a:lnTo>
                    <a:pt x="734" y="69"/>
                  </a:lnTo>
                  <a:lnTo>
                    <a:pt x="776" y="82"/>
                  </a:lnTo>
                  <a:lnTo>
                    <a:pt x="783" y="104"/>
                  </a:lnTo>
                  <a:lnTo>
                    <a:pt x="834" y="90"/>
                  </a:lnTo>
                  <a:lnTo>
                    <a:pt x="811" y="147"/>
                  </a:lnTo>
                  <a:lnTo>
                    <a:pt x="781" y="155"/>
                  </a:lnTo>
                  <a:lnTo>
                    <a:pt x="785" y="177"/>
                  </a:lnTo>
                  <a:lnTo>
                    <a:pt x="776" y="190"/>
                  </a:lnTo>
                  <a:lnTo>
                    <a:pt x="770" y="185"/>
                  </a:lnTo>
                  <a:lnTo>
                    <a:pt x="744" y="201"/>
                  </a:lnTo>
                  <a:lnTo>
                    <a:pt x="744" y="210"/>
                  </a:lnTo>
                  <a:lnTo>
                    <a:pt x="726" y="207"/>
                  </a:lnTo>
                  <a:lnTo>
                    <a:pt x="691" y="232"/>
                  </a:lnTo>
                  <a:lnTo>
                    <a:pt x="651" y="253"/>
                  </a:lnTo>
                  <a:lnTo>
                    <a:pt x="663" y="226"/>
                  </a:lnTo>
                  <a:lnTo>
                    <a:pt x="657" y="216"/>
                  </a:lnTo>
                  <a:lnTo>
                    <a:pt x="602" y="247"/>
                  </a:lnTo>
                  <a:lnTo>
                    <a:pt x="600" y="255"/>
                  </a:lnTo>
                  <a:lnTo>
                    <a:pt x="618" y="276"/>
                  </a:lnTo>
                  <a:lnTo>
                    <a:pt x="643" y="267"/>
                  </a:lnTo>
                  <a:lnTo>
                    <a:pt x="668" y="274"/>
                  </a:lnTo>
                  <a:lnTo>
                    <a:pt x="634" y="290"/>
                  </a:lnTo>
                  <a:lnTo>
                    <a:pt x="622" y="312"/>
                  </a:lnTo>
                  <a:lnTo>
                    <a:pt x="658" y="360"/>
                  </a:lnTo>
                  <a:lnTo>
                    <a:pt x="633" y="355"/>
                  </a:lnTo>
                  <a:lnTo>
                    <a:pt x="658" y="371"/>
                  </a:lnTo>
                  <a:lnTo>
                    <a:pt x="634" y="382"/>
                  </a:lnTo>
                  <a:lnTo>
                    <a:pt x="659" y="386"/>
                  </a:lnTo>
                  <a:lnTo>
                    <a:pt x="613" y="463"/>
                  </a:lnTo>
                  <a:lnTo>
                    <a:pt x="582" y="485"/>
                  </a:lnTo>
                  <a:lnTo>
                    <a:pt x="552" y="493"/>
                  </a:lnTo>
                  <a:lnTo>
                    <a:pt x="550" y="493"/>
                  </a:lnTo>
                  <a:lnTo>
                    <a:pt x="543" y="489"/>
                  </a:lnTo>
                  <a:lnTo>
                    <a:pt x="535" y="502"/>
                  </a:lnTo>
                  <a:lnTo>
                    <a:pt x="499" y="510"/>
                  </a:lnTo>
                  <a:lnTo>
                    <a:pt x="496" y="525"/>
                  </a:lnTo>
                  <a:lnTo>
                    <a:pt x="490" y="506"/>
                  </a:lnTo>
                  <a:lnTo>
                    <a:pt x="466" y="507"/>
                  </a:lnTo>
                  <a:lnTo>
                    <a:pt x="429" y="484"/>
                  </a:lnTo>
                  <a:lnTo>
                    <a:pt x="389" y="494"/>
                  </a:lnTo>
                  <a:lnTo>
                    <a:pt x="380" y="494"/>
                  </a:lnTo>
                  <a:lnTo>
                    <a:pt x="381" y="510"/>
                  </a:lnTo>
                  <a:lnTo>
                    <a:pt x="375" y="506"/>
                  </a:lnTo>
                  <a:lnTo>
                    <a:pt x="350" y="498"/>
                  </a:lnTo>
                  <a:lnTo>
                    <a:pt x="342" y="471"/>
                  </a:lnTo>
                  <a:lnTo>
                    <a:pt x="326" y="474"/>
                  </a:lnTo>
                  <a:lnTo>
                    <a:pt x="341" y="434"/>
                  </a:lnTo>
                  <a:lnTo>
                    <a:pt x="340" y="421"/>
                  </a:lnTo>
                  <a:lnTo>
                    <a:pt x="323" y="412"/>
                  </a:lnTo>
                  <a:lnTo>
                    <a:pt x="309" y="407"/>
                  </a:lnTo>
                  <a:lnTo>
                    <a:pt x="305" y="392"/>
                  </a:lnTo>
                  <a:lnTo>
                    <a:pt x="246" y="417"/>
                  </a:lnTo>
                  <a:lnTo>
                    <a:pt x="220" y="410"/>
                  </a:lnTo>
                  <a:lnTo>
                    <a:pt x="207" y="424"/>
                  </a:lnTo>
                  <a:lnTo>
                    <a:pt x="205" y="414"/>
                  </a:lnTo>
                  <a:lnTo>
                    <a:pt x="196" y="416"/>
                  </a:lnTo>
                  <a:lnTo>
                    <a:pt x="166" y="416"/>
                  </a:lnTo>
                  <a:lnTo>
                    <a:pt x="143" y="395"/>
                  </a:lnTo>
                  <a:lnTo>
                    <a:pt x="100" y="381"/>
                  </a:lnTo>
                  <a:lnTo>
                    <a:pt x="72" y="371"/>
                  </a:lnTo>
                  <a:lnTo>
                    <a:pt x="65" y="347"/>
                  </a:lnTo>
                  <a:lnTo>
                    <a:pt x="80" y="344"/>
                  </a:lnTo>
                  <a:lnTo>
                    <a:pt x="71" y="325"/>
                  </a:lnTo>
                  <a:lnTo>
                    <a:pt x="90" y="302"/>
                  </a:lnTo>
                  <a:lnTo>
                    <a:pt x="75" y="295"/>
                  </a:lnTo>
                  <a:lnTo>
                    <a:pt x="54" y="303"/>
                  </a:lnTo>
                  <a:lnTo>
                    <a:pt x="13" y="278"/>
                  </a:lnTo>
                  <a:lnTo>
                    <a:pt x="14" y="274"/>
                  </a:lnTo>
                  <a:lnTo>
                    <a:pt x="14" y="256"/>
                  </a:lnTo>
                  <a:lnTo>
                    <a:pt x="0" y="25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3" name="Freeform 31">
              <a:extLst>
                <a:ext uri="{FF2B5EF4-FFF2-40B4-BE49-F238E27FC236}">
                  <a16:creationId xmlns:a16="http://schemas.microsoft.com/office/drawing/2014/main" id="{7CA2276E-DF12-4728-DC63-40A3E66A37C6}"/>
                </a:ext>
              </a:extLst>
            </p:cNvPr>
            <p:cNvSpPr>
              <a:spLocks/>
            </p:cNvSpPr>
            <p:nvPr/>
          </p:nvSpPr>
          <p:spPr bwMode="auto">
            <a:xfrm>
              <a:off x="4564" y="3155"/>
              <a:ext cx="31" cy="26"/>
            </a:xfrm>
            <a:custGeom>
              <a:avLst/>
              <a:gdLst>
                <a:gd name="T0" fmla="*/ 0 w 31"/>
                <a:gd name="T1" fmla="*/ 19 h 26"/>
                <a:gd name="T2" fmla="*/ 0 w 31"/>
                <a:gd name="T3" fmla="*/ 19 h 26"/>
                <a:gd name="T4" fmla="*/ 9 w 31"/>
                <a:gd name="T5" fmla="*/ 0 h 26"/>
                <a:gd name="T6" fmla="*/ 30 w 31"/>
                <a:gd name="T7" fmla="*/ 4 h 26"/>
                <a:gd name="T8" fmla="*/ 13 w 31"/>
                <a:gd name="T9" fmla="*/ 25 h 26"/>
                <a:gd name="T10" fmla="*/ 0 w 31"/>
                <a:gd name="T11" fmla="*/ 19 h 26"/>
                <a:gd name="T12" fmla="*/ 0 w 31"/>
                <a:gd name="T13" fmla="*/ 19 h 26"/>
                <a:gd name="T14" fmla="*/ 0 60000 65536"/>
                <a:gd name="T15" fmla="*/ 0 60000 65536"/>
                <a:gd name="T16" fmla="*/ 0 60000 65536"/>
                <a:gd name="T17" fmla="*/ 0 60000 65536"/>
                <a:gd name="T18" fmla="*/ 0 60000 65536"/>
                <a:gd name="T19" fmla="*/ 0 60000 65536"/>
                <a:gd name="T20" fmla="*/ 0 60000 65536"/>
                <a:gd name="T21" fmla="*/ 0 w 31"/>
                <a:gd name="T22" fmla="*/ 0 h 26"/>
                <a:gd name="T23" fmla="*/ 31 w 31"/>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1" h="26">
                  <a:moveTo>
                    <a:pt x="0" y="19"/>
                  </a:moveTo>
                  <a:lnTo>
                    <a:pt x="0" y="19"/>
                  </a:lnTo>
                  <a:lnTo>
                    <a:pt x="9" y="0"/>
                  </a:lnTo>
                  <a:lnTo>
                    <a:pt x="30" y="4"/>
                  </a:lnTo>
                  <a:lnTo>
                    <a:pt x="13" y="25"/>
                  </a:lnTo>
                  <a:lnTo>
                    <a:pt x="0" y="1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24" name="Freeform 621">
            <a:extLst>
              <a:ext uri="{FF2B5EF4-FFF2-40B4-BE49-F238E27FC236}">
                <a16:creationId xmlns:a16="http://schemas.microsoft.com/office/drawing/2014/main" id="{74B2BA83-4FE7-4CB2-54AD-9C65087E2F85}"/>
              </a:ext>
            </a:extLst>
          </p:cNvPr>
          <p:cNvSpPr>
            <a:spLocks/>
          </p:cNvSpPr>
          <p:nvPr/>
        </p:nvSpPr>
        <p:spPr bwMode="auto">
          <a:xfrm>
            <a:off x="5930260" y="4984939"/>
            <a:ext cx="30660" cy="50027"/>
          </a:xfrm>
          <a:custGeom>
            <a:avLst/>
            <a:gdLst>
              <a:gd name="T0" fmla="*/ 0 w 25"/>
              <a:gd name="T1" fmla="*/ 29348570 h 46"/>
              <a:gd name="T2" fmla="*/ 0 w 25"/>
              <a:gd name="T3" fmla="*/ 29348570 h 46"/>
              <a:gd name="T4" fmla="*/ 16003094 w 25"/>
              <a:gd name="T5" fmla="*/ 73372696 h 46"/>
              <a:gd name="T6" fmla="*/ 42676691 w 25"/>
              <a:gd name="T7" fmla="*/ 0 h 46"/>
              <a:gd name="T8" fmla="*/ 19559484 w 25"/>
              <a:gd name="T9" fmla="*/ 1630618 h 46"/>
              <a:gd name="T10" fmla="*/ 0 w 25"/>
              <a:gd name="T11" fmla="*/ 29348570 h 46"/>
              <a:gd name="T12" fmla="*/ 0 w 25"/>
              <a:gd name="T13" fmla="*/ 29348570 h 46"/>
              <a:gd name="T14" fmla="*/ 0 60000 65536"/>
              <a:gd name="T15" fmla="*/ 0 60000 65536"/>
              <a:gd name="T16" fmla="*/ 0 60000 65536"/>
              <a:gd name="T17" fmla="*/ 0 60000 65536"/>
              <a:gd name="T18" fmla="*/ 0 60000 65536"/>
              <a:gd name="T19" fmla="*/ 0 60000 65536"/>
              <a:gd name="T20" fmla="*/ 0 60000 65536"/>
              <a:gd name="T21" fmla="*/ 0 w 25"/>
              <a:gd name="T22" fmla="*/ 0 h 46"/>
              <a:gd name="T23" fmla="*/ 25 w 25"/>
              <a:gd name="T24" fmla="*/ 46 h 4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46">
                <a:moveTo>
                  <a:pt x="0" y="18"/>
                </a:moveTo>
                <a:lnTo>
                  <a:pt x="0" y="18"/>
                </a:lnTo>
                <a:lnTo>
                  <a:pt x="9" y="45"/>
                </a:lnTo>
                <a:lnTo>
                  <a:pt x="24" y="0"/>
                </a:lnTo>
                <a:lnTo>
                  <a:pt x="11" y="1"/>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5" name="Freeform 622">
            <a:extLst>
              <a:ext uri="{FF2B5EF4-FFF2-40B4-BE49-F238E27FC236}">
                <a16:creationId xmlns:a16="http://schemas.microsoft.com/office/drawing/2014/main" id="{EEFAD170-A471-0C7D-1DFA-56DCD3307AF1}"/>
              </a:ext>
            </a:extLst>
          </p:cNvPr>
          <p:cNvSpPr>
            <a:spLocks/>
          </p:cNvSpPr>
          <p:nvPr/>
        </p:nvSpPr>
        <p:spPr bwMode="auto">
          <a:xfrm>
            <a:off x="5117032" y="4802412"/>
            <a:ext cx="458443" cy="444826"/>
          </a:xfrm>
          <a:custGeom>
            <a:avLst/>
            <a:gdLst>
              <a:gd name="T0" fmla="*/ 0 w 401"/>
              <a:gd name="T1" fmla="*/ 310135055 h 399"/>
              <a:gd name="T2" fmla="*/ 64899953 w 401"/>
              <a:gd name="T3" fmla="*/ 294713849 h 399"/>
              <a:gd name="T4" fmla="*/ 50993623 w 401"/>
              <a:gd name="T5" fmla="*/ 203901388 h 399"/>
              <a:gd name="T6" fmla="*/ 140617183 w 401"/>
              <a:gd name="T7" fmla="*/ 128508783 h 399"/>
              <a:gd name="T8" fmla="*/ 152979608 w 401"/>
              <a:gd name="T9" fmla="*/ 94239436 h 399"/>
              <a:gd name="T10" fmla="*/ 125164463 w 401"/>
              <a:gd name="T11" fmla="*/ 32555890 h 399"/>
              <a:gd name="T12" fmla="*/ 202426860 w 401"/>
              <a:gd name="T13" fmla="*/ 13707744 h 399"/>
              <a:gd name="T14" fmla="*/ 258055907 w 401"/>
              <a:gd name="T15" fmla="*/ 11994277 h 399"/>
              <a:gd name="T16" fmla="*/ 242604430 w 401"/>
              <a:gd name="T17" fmla="*/ 83959921 h 399"/>
              <a:gd name="T18" fmla="*/ 230242005 w 401"/>
              <a:gd name="T19" fmla="*/ 130222251 h 399"/>
              <a:gd name="T20" fmla="*/ 251875316 w 401"/>
              <a:gd name="T21" fmla="*/ 185053247 h 399"/>
              <a:gd name="T22" fmla="*/ 418762536 w 401"/>
              <a:gd name="T23" fmla="*/ 243311137 h 399"/>
              <a:gd name="T24" fmla="*/ 435760404 w 401"/>
              <a:gd name="T25" fmla="*/ 203901388 h 399"/>
              <a:gd name="T26" fmla="*/ 446576438 w 401"/>
              <a:gd name="T27" fmla="*/ 236457268 h 399"/>
              <a:gd name="T28" fmla="*/ 499115190 w 401"/>
              <a:gd name="T29" fmla="*/ 209041790 h 399"/>
              <a:gd name="T30" fmla="*/ 596465711 w 401"/>
              <a:gd name="T31" fmla="*/ 191907116 h 399"/>
              <a:gd name="T32" fmla="*/ 610373284 w 401"/>
              <a:gd name="T33" fmla="*/ 226176463 h 399"/>
              <a:gd name="T34" fmla="*/ 517658205 w 401"/>
              <a:gd name="T35" fmla="*/ 354685288 h 399"/>
              <a:gd name="T36" fmla="*/ 496024894 w 401"/>
              <a:gd name="T37" fmla="*/ 325556261 h 399"/>
              <a:gd name="T38" fmla="*/ 508386076 w 401"/>
              <a:gd name="T39" fmla="*/ 275865708 h 399"/>
              <a:gd name="T40" fmla="*/ 429578570 w 401"/>
              <a:gd name="T41" fmla="*/ 239884202 h 399"/>
              <a:gd name="T42" fmla="*/ 431123717 w 401"/>
              <a:gd name="T43" fmla="*/ 272438773 h 399"/>
              <a:gd name="T44" fmla="*/ 431123717 w 401"/>
              <a:gd name="T45" fmla="*/ 296427316 h 399"/>
              <a:gd name="T46" fmla="*/ 420307683 w 401"/>
              <a:gd name="T47" fmla="*/ 351258353 h 399"/>
              <a:gd name="T48" fmla="*/ 256510760 w 401"/>
              <a:gd name="T49" fmla="*/ 505469106 h 399"/>
              <a:gd name="T50" fmla="*/ 194701121 w 401"/>
              <a:gd name="T51" fmla="*/ 681954934 h 399"/>
              <a:gd name="T52" fmla="*/ 128256001 w 401"/>
              <a:gd name="T53" fmla="*/ 507182573 h 399"/>
              <a:gd name="T54" fmla="*/ 97350561 w 401"/>
              <a:gd name="T55" fmla="*/ 346117951 h 399"/>
              <a:gd name="T56" fmla="*/ 78807526 w 401"/>
              <a:gd name="T57" fmla="*/ 371819961 h 399"/>
              <a:gd name="T58" fmla="*/ 18543021 w 401"/>
              <a:gd name="T59" fmla="*/ 344404484 h 399"/>
              <a:gd name="T60" fmla="*/ 18543021 w 401"/>
              <a:gd name="T61" fmla="*/ 330696663 h 399"/>
              <a:gd name="T62" fmla="*/ 0 w 401"/>
              <a:gd name="T63" fmla="*/ 310135055 h 39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01"/>
              <a:gd name="T97" fmla="*/ 0 h 399"/>
              <a:gd name="T98" fmla="*/ 401 w 401"/>
              <a:gd name="T99" fmla="*/ 399 h 399"/>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01" h="399">
                <a:moveTo>
                  <a:pt x="0" y="181"/>
                </a:moveTo>
                <a:lnTo>
                  <a:pt x="0" y="181"/>
                </a:lnTo>
                <a:lnTo>
                  <a:pt x="11" y="172"/>
                </a:lnTo>
                <a:lnTo>
                  <a:pt x="42" y="172"/>
                </a:lnTo>
                <a:lnTo>
                  <a:pt x="20" y="130"/>
                </a:lnTo>
                <a:lnTo>
                  <a:pt x="33" y="119"/>
                </a:lnTo>
                <a:lnTo>
                  <a:pt x="51" y="120"/>
                </a:lnTo>
                <a:lnTo>
                  <a:pt x="91" y="75"/>
                </a:lnTo>
                <a:lnTo>
                  <a:pt x="88" y="62"/>
                </a:lnTo>
                <a:lnTo>
                  <a:pt x="99" y="55"/>
                </a:lnTo>
                <a:lnTo>
                  <a:pt x="81" y="41"/>
                </a:lnTo>
                <a:lnTo>
                  <a:pt x="81" y="19"/>
                </a:lnTo>
                <a:lnTo>
                  <a:pt x="120" y="19"/>
                </a:lnTo>
                <a:lnTo>
                  <a:pt x="131" y="8"/>
                </a:lnTo>
                <a:lnTo>
                  <a:pt x="152" y="0"/>
                </a:lnTo>
                <a:lnTo>
                  <a:pt x="167" y="7"/>
                </a:lnTo>
                <a:lnTo>
                  <a:pt x="148" y="30"/>
                </a:lnTo>
                <a:lnTo>
                  <a:pt x="157" y="49"/>
                </a:lnTo>
                <a:lnTo>
                  <a:pt x="142" y="52"/>
                </a:lnTo>
                <a:lnTo>
                  <a:pt x="149" y="76"/>
                </a:lnTo>
                <a:lnTo>
                  <a:pt x="177" y="86"/>
                </a:lnTo>
                <a:lnTo>
                  <a:pt x="163" y="108"/>
                </a:lnTo>
                <a:lnTo>
                  <a:pt x="200" y="129"/>
                </a:lnTo>
                <a:lnTo>
                  <a:pt x="271" y="142"/>
                </a:lnTo>
                <a:lnTo>
                  <a:pt x="273" y="121"/>
                </a:lnTo>
                <a:lnTo>
                  <a:pt x="282" y="119"/>
                </a:lnTo>
                <a:lnTo>
                  <a:pt x="284" y="129"/>
                </a:lnTo>
                <a:lnTo>
                  <a:pt x="289" y="138"/>
                </a:lnTo>
                <a:lnTo>
                  <a:pt x="325" y="134"/>
                </a:lnTo>
                <a:lnTo>
                  <a:pt x="323" y="122"/>
                </a:lnTo>
                <a:lnTo>
                  <a:pt x="382" y="97"/>
                </a:lnTo>
                <a:lnTo>
                  <a:pt x="386" y="112"/>
                </a:lnTo>
                <a:lnTo>
                  <a:pt x="400" y="117"/>
                </a:lnTo>
                <a:lnTo>
                  <a:pt x="395" y="132"/>
                </a:lnTo>
                <a:lnTo>
                  <a:pt x="370" y="141"/>
                </a:lnTo>
                <a:lnTo>
                  <a:pt x="335" y="207"/>
                </a:lnTo>
                <a:lnTo>
                  <a:pt x="328" y="180"/>
                </a:lnTo>
                <a:lnTo>
                  <a:pt x="321" y="190"/>
                </a:lnTo>
                <a:lnTo>
                  <a:pt x="313" y="178"/>
                </a:lnTo>
                <a:lnTo>
                  <a:pt x="329" y="161"/>
                </a:lnTo>
                <a:lnTo>
                  <a:pt x="298" y="159"/>
                </a:lnTo>
                <a:lnTo>
                  <a:pt x="278" y="140"/>
                </a:lnTo>
                <a:lnTo>
                  <a:pt x="272" y="151"/>
                </a:lnTo>
                <a:lnTo>
                  <a:pt x="279" y="159"/>
                </a:lnTo>
                <a:lnTo>
                  <a:pt x="270" y="165"/>
                </a:lnTo>
                <a:lnTo>
                  <a:pt x="279" y="173"/>
                </a:lnTo>
                <a:lnTo>
                  <a:pt x="284" y="211"/>
                </a:lnTo>
                <a:lnTo>
                  <a:pt x="272" y="205"/>
                </a:lnTo>
                <a:lnTo>
                  <a:pt x="249" y="234"/>
                </a:lnTo>
                <a:lnTo>
                  <a:pt x="166" y="295"/>
                </a:lnTo>
                <a:lnTo>
                  <a:pt x="160" y="369"/>
                </a:lnTo>
                <a:lnTo>
                  <a:pt x="126" y="398"/>
                </a:lnTo>
                <a:lnTo>
                  <a:pt x="95" y="341"/>
                </a:lnTo>
                <a:lnTo>
                  <a:pt x="83" y="296"/>
                </a:lnTo>
                <a:lnTo>
                  <a:pt x="72" y="285"/>
                </a:lnTo>
                <a:lnTo>
                  <a:pt x="63" y="202"/>
                </a:lnTo>
                <a:lnTo>
                  <a:pt x="56" y="199"/>
                </a:lnTo>
                <a:lnTo>
                  <a:pt x="51" y="217"/>
                </a:lnTo>
                <a:lnTo>
                  <a:pt x="32" y="223"/>
                </a:lnTo>
                <a:lnTo>
                  <a:pt x="12" y="201"/>
                </a:lnTo>
                <a:lnTo>
                  <a:pt x="31" y="189"/>
                </a:lnTo>
                <a:lnTo>
                  <a:pt x="12" y="193"/>
                </a:lnTo>
                <a:lnTo>
                  <a:pt x="0" y="18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6" name="Freeform 623">
            <a:extLst>
              <a:ext uri="{FF2B5EF4-FFF2-40B4-BE49-F238E27FC236}">
                <a16:creationId xmlns:a16="http://schemas.microsoft.com/office/drawing/2014/main" id="{95EE2FCF-A428-8F5C-6528-E191F4E7B89F}"/>
              </a:ext>
            </a:extLst>
          </p:cNvPr>
          <p:cNvSpPr>
            <a:spLocks/>
          </p:cNvSpPr>
          <p:nvPr/>
        </p:nvSpPr>
        <p:spPr bwMode="auto">
          <a:xfrm>
            <a:off x="4741810" y="4733457"/>
            <a:ext cx="300763" cy="251482"/>
          </a:xfrm>
          <a:custGeom>
            <a:avLst/>
            <a:gdLst>
              <a:gd name="T0" fmla="*/ 0 w 262"/>
              <a:gd name="T1" fmla="*/ 12162959 h 224"/>
              <a:gd name="T2" fmla="*/ 0 w 262"/>
              <a:gd name="T3" fmla="*/ 12162959 h 224"/>
              <a:gd name="T4" fmla="*/ 10905410 w 262"/>
              <a:gd name="T5" fmla="*/ 0 h 224"/>
              <a:gd name="T6" fmla="*/ 42065151 w 262"/>
              <a:gd name="T7" fmla="*/ 29539366 h 224"/>
              <a:gd name="T8" fmla="*/ 81014809 w 262"/>
              <a:gd name="T9" fmla="*/ 5213449 h 224"/>
              <a:gd name="T10" fmla="*/ 84130302 w 262"/>
              <a:gd name="T11" fmla="*/ 27801989 h 224"/>
              <a:gd name="T12" fmla="*/ 102825638 w 262"/>
              <a:gd name="T13" fmla="*/ 36490190 h 224"/>
              <a:gd name="T14" fmla="*/ 105942360 w 262"/>
              <a:gd name="T15" fmla="*/ 60817427 h 224"/>
              <a:gd name="T16" fmla="*/ 162028369 w 262"/>
              <a:gd name="T17" fmla="*/ 88619426 h 224"/>
              <a:gd name="T18" fmla="*/ 213442456 w 262"/>
              <a:gd name="T19" fmla="*/ 79931205 h 224"/>
              <a:gd name="T20" fmla="*/ 208767998 w 262"/>
              <a:gd name="T21" fmla="*/ 66029556 h 224"/>
              <a:gd name="T22" fmla="*/ 275760660 w 262"/>
              <a:gd name="T23" fmla="*/ 41703638 h 224"/>
              <a:gd name="T24" fmla="*/ 363007722 w 262"/>
              <a:gd name="T25" fmla="*/ 85143335 h 224"/>
              <a:gd name="T26" fmla="*/ 364565459 w 262"/>
              <a:gd name="T27" fmla="*/ 109470581 h 224"/>
              <a:gd name="T28" fmla="*/ 350543333 w 262"/>
              <a:gd name="T29" fmla="*/ 152911586 h 224"/>
              <a:gd name="T30" fmla="*/ 353658806 w 262"/>
              <a:gd name="T31" fmla="*/ 215466409 h 224"/>
              <a:gd name="T32" fmla="*/ 375470864 w 262"/>
              <a:gd name="T33" fmla="*/ 234580188 h 224"/>
              <a:gd name="T34" fmla="*/ 356775527 w 262"/>
              <a:gd name="T35" fmla="*/ 265856920 h 224"/>
              <a:gd name="T36" fmla="*/ 406630590 w 262"/>
              <a:gd name="T37" fmla="*/ 337099903 h 224"/>
              <a:gd name="T38" fmla="*/ 373913127 w 262"/>
              <a:gd name="T39" fmla="*/ 387491814 h 224"/>
              <a:gd name="T40" fmla="*/ 283550592 w 262"/>
              <a:gd name="T41" fmla="*/ 370115413 h 224"/>
              <a:gd name="T42" fmla="*/ 263297519 w 262"/>
              <a:gd name="T43" fmla="*/ 338837280 h 224"/>
              <a:gd name="T44" fmla="*/ 200978066 w 262"/>
              <a:gd name="T45" fmla="*/ 349264258 h 224"/>
              <a:gd name="T46" fmla="*/ 155797422 w 262"/>
              <a:gd name="T47" fmla="*/ 317986125 h 224"/>
              <a:gd name="T48" fmla="*/ 124637696 w 262"/>
              <a:gd name="T49" fmla="*/ 258907414 h 224"/>
              <a:gd name="T50" fmla="*/ 101267901 w 262"/>
              <a:gd name="T51" fmla="*/ 248480518 h 224"/>
              <a:gd name="T52" fmla="*/ 95035706 w 262"/>
              <a:gd name="T53" fmla="*/ 262382167 h 224"/>
              <a:gd name="T54" fmla="*/ 66992682 w 262"/>
              <a:gd name="T55" fmla="*/ 201564761 h 224"/>
              <a:gd name="T56" fmla="*/ 28043015 w 262"/>
              <a:gd name="T57" fmla="*/ 165074540 h 224"/>
              <a:gd name="T58" fmla="*/ 46739609 w 262"/>
              <a:gd name="T59" fmla="*/ 109470581 h 224"/>
              <a:gd name="T60" fmla="*/ 29601999 w 262"/>
              <a:gd name="T61" fmla="*/ 102519757 h 224"/>
              <a:gd name="T62" fmla="*/ 14022131 w 262"/>
              <a:gd name="T63" fmla="*/ 71243004 h 224"/>
              <a:gd name="T64" fmla="*/ 0 w 262"/>
              <a:gd name="T65" fmla="*/ 12162959 h 224"/>
              <a:gd name="T66" fmla="*/ 0 w 262"/>
              <a:gd name="T67" fmla="*/ 12162959 h 22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62"/>
              <a:gd name="T103" fmla="*/ 0 h 224"/>
              <a:gd name="T104" fmla="*/ 262 w 262"/>
              <a:gd name="T105" fmla="*/ 224 h 22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62" h="224">
                <a:moveTo>
                  <a:pt x="0" y="7"/>
                </a:moveTo>
                <a:lnTo>
                  <a:pt x="0" y="7"/>
                </a:lnTo>
                <a:lnTo>
                  <a:pt x="7" y="0"/>
                </a:lnTo>
                <a:lnTo>
                  <a:pt x="27" y="17"/>
                </a:lnTo>
                <a:lnTo>
                  <a:pt x="52" y="3"/>
                </a:lnTo>
                <a:lnTo>
                  <a:pt x="54" y="16"/>
                </a:lnTo>
                <a:lnTo>
                  <a:pt x="66" y="21"/>
                </a:lnTo>
                <a:lnTo>
                  <a:pt x="68" y="35"/>
                </a:lnTo>
                <a:lnTo>
                  <a:pt x="104" y="51"/>
                </a:lnTo>
                <a:lnTo>
                  <a:pt x="137" y="46"/>
                </a:lnTo>
                <a:lnTo>
                  <a:pt x="134" y="38"/>
                </a:lnTo>
                <a:lnTo>
                  <a:pt x="177" y="24"/>
                </a:lnTo>
                <a:lnTo>
                  <a:pt x="233" y="49"/>
                </a:lnTo>
                <a:lnTo>
                  <a:pt x="234" y="63"/>
                </a:lnTo>
                <a:lnTo>
                  <a:pt x="225" y="88"/>
                </a:lnTo>
                <a:lnTo>
                  <a:pt x="227" y="124"/>
                </a:lnTo>
                <a:lnTo>
                  <a:pt x="241" y="135"/>
                </a:lnTo>
                <a:lnTo>
                  <a:pt x="229" y="153"/>
                </a:lnTo>
                <a:lnTo>
                  <a:pt x="261" y="194"/>
                </a:lnTo>
                <a:lnTo>
                  <a:pt x="240" y="223"/>
                </a:lnTo>
                <a:lnTo>
                  <a:pt x="182" y="213"/>
                </a:lnTo>
                <a:lnTo>
                  <a:pt x="169" y="195"/>
                </a:lnTo>
                <a:lnTo>
                  <a:pt x="129" y="201"/>
                </a:lnTo>
                <a:lnTo>
                  <a:pt x="100" y="183"/>
                </a:lnTo>
                <a:lnTo>
                  <a:pt x="80" y="149"/>
                </a:lnTo>
                <a:lnTo>
                  <a:pt x="65" y="143"/>
                </a:lnTo>
                <a:lnTo>
                  <a:pt x="61" y="151"/>
                </a:lnTo>
                <a:lnTo>
                  <a:pt x="43" y="116"/>
                </a:lnTo>
                <a:lnTo>
                  <a:pt x="18" y="95"/>
                </a:lnTo>
                <a:lnTo>
                  <a:pt x="30" y="63"/>
                </a:lnTo>
                <a:lnTo>
                  <a:pt x="19" y="59"/>
                </a:lnTo>
                <a:lnTo>
                  <a:pt x="9" y="41"/>
                </a:lnTo>
                <a:lnTo>
                  <a:pt x="0"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27" name="Group 35">
            <a:extLst>
              <a:ext uri="{FF2B5EF4-FFF2-40B4-BE49-F238E27FC236}">
                <a16:creationId xmlns:a16="http://schemas.microsoft.com/office/drawing/2014/main" id="{640A791E-361B-F7F4-1FC2-A21FFD5F8C52}"/>
              </a:ext>
            </a:extLst>
          </p:cNvPr>
          <p:cNvGrpSpPr>
            <a:grpSpLocks/>
          </p:cNvGrpSpPr>
          <p:nvPr/>
        </p:nvGrpSpPr>
        <p:grpSpPr bwMode="auto">
          <a:xfrm>
            <a:off x="6080641" y="4633371"/>
            <a:ext cx="254042" cy="248776"/>
            <a:chOff x="4850" y="2769"/>
            <a:chExt cx="221" cy="223"/>
          </a:xfrm>
          <a:solidFill>
            <a:schemeClr val="accent2"/>
          </a:solidFill>
        </p:grpSpPr>
        <p:sp>
          <p:nvSpPr>
            <p:cNvPr id="328" name="Freeform 625">
              <a:extLst>
                <a:ext uri="{FF2B5EF4-FFF2-40B4-BE49-F238E27FC236}">
                  <a16:creationId xmlns:a16="http://schemas.microsoft.com/office/drawing/2014/main" id="{6CD50AAB-3522-B742-9EB9-C1947F86C066}"/>
                </a:ext>
              </a:extLst>
            </p:cNvPr>
            <p:cNvSpPr>
              <a:spLocks/>
            </p:cNvSpPr>
            <p:nvPr/>
          </p:nvSpPr>
          <p:spPr bwMode="auto">
            <a:xfrm>
              <a:off x="4850" y="2954"/>
              <a:ext cx="33" cy="38"/>
            </a:xfrm>
            <a:custGeom>
              <a:avLst/>
              <a:gdLst>
                <a:gd name="T0" fmla="*/ 0 w 33"/>
                <a:gd name="T1" fmla="*/ 10 h 38"/>
                <a:gd name="T2" fmla="*/ 0 w 33"/>
                <a:gd name="T3" fmla="*/ 10 h 38"/>
                <a:gd name="T4" fmla="*/ 1 w 33"/>
                <a:gd name="T5" fmla="*/ 19 h 38"/>
                <a:gd name="T6" fmla="*/ 8 w 33"/>
                <a:gd name="T7" fmla="*/ 10 h 38"/>
                <a:gd name="T8" fmla="*/ 12 w 33"/>
                <a:gd name="T9" fmla="*/ 15 h 38"/>
                <a:gd name="T10" fmla="*/ 8 w 33"/>
                <a:gd name="T11" fmla="*/ 37 h 38"/>
                <a:gd name="T12" fmla="*/ 23 w 33"/>
                <a:gd name="T13" fmla="*/ 37 h 38"/>
                <a:gd name="T14" fmla="*/ 32 w 33"/>
                <a:gd name="T15" fmla="*/ 14 h 38"/>
                <a:gd name="T16" fmla="*/ 27 w 33"/>
                <a:gd name="T17" fmla="*/ 1 h 38"/>
                <a:gd name="T18" fmla="*/ 12 w 33"/>
                <a:gd name="T19" fmla="*/ 0 h 38"/>
                <a:gd name="T20" fmla="*/ 0 w 33"/>
                <a:gd name="T21" fmla="*/ 10 h 38"/>
                <a:gd name="T22" fmla="*/ 0 w 33"/>
                <a:gd name="T23" fmla="*/ 10 h 3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
                <a:gd name="T37" fmla="*/ 0 h 38"/>
                <a:gd name="T38" fmla="*/ 33 w 33"/>
                <a:gd name="T39" fmla="*/ 38 h 3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 h="38">
                  <a:moveTo>
                    <a:pt x="0" y="10"/>
                  </a:moveTo>
                  <a:lnTo>
                    <a:pt x="0" y="10"/>
                  </a:lnTo>
                  <a:lnTo>
                    <a:pt x="1" y="19"/>
                  </a:lnTo>
                  <a:lnTo>
                    <a:pt x="8" y="10"/>
                  </a:lnTo>
                  <a:lnTo>
                    <a:pt x="12" y="15"/>
                  </a:lnTo>
                  <a:lnTo>
                    <a:pt x="8" y="37"/>
                  </a:lnTo>
                  <a:lnTo>
                    <a:pt x="23" y="37"/>
                  </a:lnTo>
                  <a:lnTo>
                    <a:pt x="32" y="14"/>
                  </a:lnTo>
                  <a:lnTo>
                    <a:pt x="27" y="1"/>
                  </a:lnTo>
                  <a:lnTo>
                    <a:pt x="12" y="0"/>
                  </a:lnTo>
                  <a:lnTo>
                    <a:pt x="0" y="1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9" name="Freeform 626">
              <a:extLst>
                <a:ext uri="{FF2B5EF4-FFF2-40B4-BE49-F238E27FC236}">
                  <a16:creationId xmlns:a16="http://schemas.microsoft.com/office/drawing/2014/main" id="{86FD29E3-3417-A3EB-AB1A-DF9586567AC1}"/>
                </a:ext>
              </a:extLst>
            </p:cNvPr>
            <p:cNvSpPr>
              <a:spLocks/>
            </p:cNvSpPr>
            <p:nvPr/>
          </p:nvSpPr>
          <p:spPr bwMode="auto">
            <a:xfrm>
              <a:off x="4866" y="2835"/>
              <a:ext cx="155" cy="125"/>
            </a:xfrm>
            <a:custGeom>
              <a:avLst/>
              <a:gdLst>
                <a:gd name="T0" fmla="*/ 0 w 155"/>
                <a:gd name="T1" fmla="*/ 116 h 125"/>
                <a:gd name="T2" fmla="*/ 0 w 155"/>
                <a:gd name="T3" fmla="*/ 116 h 125"/>
                <a:gd name="T4" fmla="*/ 27 w 155"/>
                <a:gd name="T5" fmla="*/ 93 h 125"/>
                <a:gd name="T6" fmla="*/ 66 w 155"/>
                <a:gd name="T7" fmla="*/ 93 h 125"/>
                <a:gd name="T8" fmla="*/ 82 w 155"/>
                <a:gd name="T9" fmla="*/ 65 h 125"/>
                <a:gd name="T10" fmla="*/ 89 w 155"/>
                <a:gd name="T11" fmla="*/ 63 h 125"/>
                <a:gd name="T12" fmla="*/ 89 w 155"/>
                <a:gd name="T13" fmla="*/ 74 h 125"/>
                <a:gd name="T14" fmla="*/ 107 w 155"/>
                <a:gd name="T15" fmla="*/ 63 h 125"/>
                <a:gd name="T16" fmla="*/ 122 w 155"/>
                <a:gd name="T17" fmla="*/ 42 h 125"/>
                <a:gd name="T18" fmla="*/ 129 w 155"/>
                <a:gd name="T19" fmla="*/ 6 h 125"/>
                <a:gd name="T20" fmla="*/ 141 w 155"/>
                <a:gd name="T21" fmla="*/ 8 h 125"/>
                <a:gd name="T22" fmla="*/ 137 w 155"/>
                <a:gd name="T23" fmla="*/ 0 h 125"/>
                <a:gd name="T24" fmla="*/ 144 w 155"/>
                <a:gd name="T25" fmla="*/ 1 h 125"/>
                <a:gd name="T26" fmla="*/ 154 w 155"/>
                <a:gd name="T27" fmla="*/ 30 h 125"/>
                <a:gd name="T28" fmla="*/ 141 w 155"/>
                <a:gd name="T29" fmla="*/ 51 h 125"/>
                <a:gd name="T30" fmla="*/ 141 w 155"/>
                <a:gd name="T31" fmla="*/ 70 h 125"/>
                <a:gd name="T32" fmla="*/ 131 w 155"/>
                <a:gd name="T33" fmla="*/ 98 h 125"/>
                <a:gd name="T34" fmla="*/ 124 w 155"/>
                <a:gd name="T35" fmla="*/ 102 h 125"/>
                <a:gd name="T36" fmla="*/ 124 w 155"/>
                <a:gd name="T37" fmla="*/ 91 h 125"/>
                <a:gd name="T38" fmla="*/ 101 w 155"/>
                <a:gd name="T39" fmla="*/ 107 h 125"/>
                <a:gd name="T40" fmla="*/ 82 w 155"/>
                <a:gd name="T41" fmla="*/ 100 h 125"/>
                <a:gd name="T42" fmla="*/ 83 w 155"/>
                <a:gd name="T43" fmla="*/ 113 h 125"/>
                <a:gd name="T44" fmla="*/ 67 w 155"/>
                <a:gd name="T45" fmla="*/ 124 h 125"/>
                <a:gd name="T46" fmla="*/ 62 w 155"/>
                <a:gd name="T47" fmla="*/ 106 h 125"/>
                <a:gd name="T48" fmla="*/ 0 w 155"/>
                <a:gd name="T49" fmla="*/ 116 h 125"/>
                <a:gd name="T50" fmla="*/ 0 w 155"/>
                <a:gd name="T51" fmla="*/ 116 h 12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5"/>
                <a:gd name="T79" fmla="*/ 0 h 125"/>
                <a:gd name="T80" fmla="*/ 155 w 155"/>
                <a:gd name="T81" fmla="*/ 125 h 12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5" h="125">
                  <a:moveTo>
                    <a:pt x="0" y="116"/>
                  </a:moveTo>
                  <a:lnTo>
                    <a:pt x="0" y="116"/>
                  </a:lnTo>
                  <a:lnTo>
                    <a:pt x="27" y="93"/>
                  </a:lnTo>
                  <a:lnTo>
                    <a:pt x="66" y="93"/>
                  </a:lnTo>
                  <a:lnTo>
                    <a:pt x="82" y="65"/>
                  </a:lnTo>
                  <a:lnTo>
                    <a:pt x="89" y="63"/>
                  </a:lnTo>
                  <a:lnTo>
                    <a:pt x="89" y="74"/>
                  </a:lnTo>
                  <a:lnTo>
                    <a:pt x="107" y="63"/>
                  </a:lnTo>
                  <a:lnTo>
                    <a:pt x="122" y="42"/>
                  </a:lnTo>
                  <a:lnTo>
                    <a:pt x="129" y="6"/>
                  </a:lnTo>
                  <a:lnTo>
                    <a:pt x="141" y="8"/>
                  </a:lnTo>
                  <a:lnTo>
                    <a:pt x="137" y="0"/>
                  </a:lnTo>
                  <a:lnTo>
                    <a:pt x="144" y="1"/>
                  </a:lnTo>
                  <a:lnTo>
                    <a:pt x="154" y="30"/>
                  </a:lnTo>
                  <a:lnTo>
                    <a:pt x="141" y="51"/>
                  </a:lnTo>
                  <a:lnTo>
                    <a:pt x="141" y="70"/>
                  </a:lnTo>
                  <a:lnTo>
                    <a:pt x="131" y="98"/>
                  </a:lnTo>
                  <a:lnTo>
                    <a:pt x="124" y="102"/>
                  </a:lnTo>
                  <a:lnTo>
                    <a:pt x="124" y="91"/>
                  </a:lnTo>
                  <a:lnTo>
                    <a:pt x="101" y="107"/>
                  </a:lnTo>
                  <a:lnTo>
                    <a:pt x="82" y="100"/>
                  </a:lnTo>
                  <a:lnTo>
                    <a:pt x="83" y="113"/>
                  </a:lnTo>
                  <a:lnTo>
                    <a:pt x="67" y="124"/>
                  </a:lnTo>
                  <a:lnTo>
                    <a:pt x="62" y="106"/>
                  </a:lnTo>
                  <a:lnTo>
                    <a:pt x="0" y="11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0" name="Freeform 627">
              <a:extLst>
                <a:ext uri="{FF2B5EF4-FFF2-40B4-BE49-F238E27FC236}">
                  <a16:creationId xmlns:a16="http://schemas.microsoft.com/office/drawing/2014/main" id="{4EEBA8B6-67CC-A10F-82DF-D257B0CE9D2D}"/>
                </a:ext>
              </a:extLst>
            </p:cNvPr>
            <p:cNvSpPr>
              <a:spLocks/>
            </p:cNvSpPr>
            <p:nvPr/>
          </p:nvSpPr>
          <p:spPr bwMode="auto">
            <a:xfrm>
              <a:off x="4885" y="2948"/>
              <a:ext cx="32" cy="23"/>
            </a:xfrm>
            <a:custGeom>
              <a:avLst/>
              <a:gdLst>
                <a:gd name="T0" fmla="*/ 0 w 32"/>
                <a:gd name="T1" fmla="*/ 12 h 23"/>
                <a:gd name="T2" fmla="*/ 0 w 32"/>
                <a:gd name="T3" fmla="*/ 12 h 23"/>
                <a:gd name="T4" fmla="*/ 10 w 32"/>
                <a:gd name="T5" fmla="*/ 22 h 23"/>
                <a:gd name="T6" fmla="*/ 28 w 32"/>
                <a:gd name="T7" fmla="*/ 14 h 23"/>
                <a:gd name="T8" fmla="*/ 31 w 32"/>
                <a:gd name="T9" fmla="*/ 0 h 23"/>
                <a:gd name="T10" fmla="*/ 0 w 32"/>
                <a:gd name="T11" fmla="*/ 12 h 23"/>
                <a:gd name="T12" fmla="*/ 0 w 32"/>
                <a:gd name="T13" fmla="*/ 12 h 23"/>
                <a:gd name="T14" fmla="*/ 0 60000 65536"/>
                <a:gd name="T15" fmla="*/ 0 60000 65536"/>
                <a:gd name="T16" fmla="*/ 0 60000 65536"/>
                <a:gd name="T17" fmla="*/ 0 60000 65536"/>
                <a:gd name="T18" fmla="*/ 0 60000 65536"/>
                <a:gd name="T19" fmla="*/ 0 60000 65536"/>
                <a:gd name="T20" fmla="*/ 0 60000 65536"/>
                <a:gd name="T21" fmla="*/ 0 w 32"/>
                <a:gd name="T22" fmla="*/ 0 h 23"/>
                <a:gd name="T23" fmla="*/ 32 w 32"/>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23">
                  <a:moveTo>
                    <a:pt x="0" y="12"/>
                  </a:moveTo>
                  <a:lnTo>
                    <a:pt x="0" y="12"/>
                  </a:lnTo>
                  <a:lnTo>
                    <a:pt x="10" y="22"/>
                  </a:lnTo>
                  <a:lnTo>
                    <a:pt x="28" y="14"/>
                  </a:lnTo>
                  <a:lnTo>
                    <a:pt x="31" y="0"/>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1" name="Freeform 628">
              <a:extLst>
                <a:ext uri="{FF2B5EF4-FFF2-40B4-BE49-F238E27FC236}">
                  <a16:creationId xmlns:a16="http://schemas.microsoft.com/office/drawing/2014/main" id="{C01C48CD-0566-734C-7791-46E267C335FB}"/>
                </a:ext>
              </a:extLst>
            </p:cNvPr>
            <p:cNvSpPr>
              <a:spLocks/>
            </p:cNvSpPr>
            <p:nvPr/>
          </p:nvSpPr>
          <p:spPr bwMode="auto">
            <a:xfrm>
              <a:off x="4990" y="2769"/>
              <a:ext cx="81" cy="67"/>
            </a:xfrm>
            <a:custGeom>
              <a:avLst/>
              <a:gdLst>
                <a:gd name="T0" fmla="*/ 0 w 81"/>
                <a:gd name="T1" fmla="*/ 47 h 67"/>
                <a:gd name="T2" fmla="*/ 0 w 81"/>
                <a:gd name="T3" fmla="*/ 47 h 67"/>
                <a:gd name="T4" fmla="*/ 3 w 81"/>
                <a:gd name="T5" fmla="*/ 66 h 67"/>
                <a:gd name="T6" fmla="*/ 17 w 81"/>
                <a:gd name="T7" fmla="*/ 59 h 67"/>
                <a:gd name="T8" fmla="*/ 8 w 81"/>
                <a:gd name="T9" fmla="*/ 48 h 67"/>
                <a:gd name="T10" fmla="*/ 46 w 81"/>
                <a:gd name="T11" fmla="*/ 58 h 67"/>
                <a:gd name="T12" fmla="*/ 55 w 81"/>
                <a:gd name="T13" fmla="*/ 42 h 67"/>
                <a:gd name="T14" fmla="*/ 80 w 81"/>
                <a:gd name="T15" fmla="*/ 37 h 67"/>
                <a:gd name="T16" fmla="*/ 71 w 81"/>
                <a:gd name="T17" fmla="*/ 27 h 67"/>
                <a:gd name="T18" fmla="*/ 74 w 81"/>
                <a:gd name="T19" fmla="*/ 18 h 67"/>
                <a:gd name="T20" fmla="*/ 53 w 81"/>
                <a:gd name="T21" fmla="*/ 20 h 67"/>
                <a:gd name="T22" fmla="*/ 27 w 81"/>
                <a:gd name="T23" fmla="*/ 0 h 67"/>
                <a:gd name="T24" fmla="*/ 18 w 81"/>
                <a:gd name="T25" fmla="*/ 38 h 67"/>
                <a:gd name="T26" fmla="*/ 7 w 81"/>
                <a:gd name="T27" fmla="*/ 35 h 67"/>
                <a:gd name="T28" fmla="*/ 0 w 81"/>
                <a:gd name="T29" fmla="*/ 47 h 67"/>
                <a:gd name="T30" fmla="*/ 0 w 81"/>
                <a:gd name="T31" fmla="*/ 47 h 6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1"/>
                <a:gd name="T49" fmla="*/ 0 h 67"/>
                <a:gd name="T50" fmla="*/ 81 w 81"/>
                <a:gd name="T51" fmla="*/ 67 h 6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1" h="67">
                  <a:moveTo>
                    <a:pt x="0" y="47"/>
                  </a:moveTo>
                  <a:lnTo>
                    <a:pt x="0" y="47"/>
                  </a:lnTo>
                  <a:lnTo>
                    <a:pt x="3" y="66"/>
                  </a:lnTo>
                  <a:lnTo>
                    <a:pt x="17" y="59"/>
                  </a:lnTo>
                  <a:lnTo>
                    <a:pt x="8" y="48"/>
                  </a:lnTo>
                  <a:lnTo>
                    <a:pt x="46" y="58"/>
                  </a:lnTo>
                  <a:lnTo>
                    <a:pt x="55" y="42"/>
                  </a:lnTo>
                  <a:lnTo>
                    <a:pt x="80" y="37"/>
                  </a:lnTo>
                  <a:lnTo>
                    <a:pt x="71" y="27"/>
                  </a:lnTo>
                  <a:lnTo>
                    <a:pt x="74" y="18"/>
                  </a:lnTo>
                  <a:lnTo>
                    <a:pt x="53" y="20"/>
                  </a:lnTo>
                  <a:lnTo>
                    <a:pt x="27" y="0"/>
                  </a:lnTo>
                  <a:lnTo>
                    <a:pt x="18" y="38"/>
                  </a:lnTo>
                  <a:lnTo>
                    <a:pt x="7" y="35"/>
                  </a:lnTo>
                  <a:lnTo>
                    <a:pt x="0" y="4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32" name="Freeform 629">
            <a:extLst>
              <a:ext uri="{FF2B5EF4-FFF2-40B4-BE49-F238E27FC236}">
                <a16:creationId xmlns:a16="http://schemas.microsoft.com/office/drawing/2014/main" id="{99C26B28-B718-1116-10E0-533C6EE464B2}"/>
              </a:ext>
            </a:extLst>
          </p:cNvPr>
          <p:cNvSpPr>
            <a:spLocks/>
          </p:cNvSpPr>
          <p:nvPr/>
        </p:nvSpPr>
        <p:spPr bwMode="auto">
          <a:xfrm>
            <a:off x="5997420" y="4680727"/>
            <a:ext cx="100740" cy="94643"/>
          </a:xfrm>
          <a:custGeom>
            <a:avLst/>
            <a:gdLst>
              <a:gd name="T0" fmla="*/ 0 w 87"/>
              <a:gd name="T1" fmla="*/ 82254980 h 84"/>
              <a:gd name="T2" fmla="*/ 0 w 87"/>
              <a:gd name="T3" fmla="*/ 82254980 h 84"/>
              <a:gd name="T4" fmla="*/ 25363482 w 87"/>
              <a:gd name="T5" fmla="*/ 94505205 h 84"/>
              <a:gd name="T6" fmla="*/ 9510832 w 87"/>
              <a:gd name="T7" fmla="*/ 136509117 h 84"/>
              <a:gd name="T8" fmla="*/ 47555429 w 87"/>
              <a:gd name="T9" fmla="*/ 145258884 h 84"/>
              <a:gd name="T10" fmla="*/ 87186425 w 87"/>
              <a:gd name="T11" fmla="*/ 120757154 h 84"/>
              <a:gd name="T12" fmla="*/ 69748624 w 87"/>
              <a:gd name="T13" fmla="*/ 87505655 h 84"/>
              <a:gd name="T14" fmla="*/ 115718915 w 87"/>
              <a:gd name="T15" fmla="*/ 56003032 h 84"/>
              <a:gd name="T16" fmla="*/ 136326972 w 87"/>
              <a:gd name="T17" fmla="*/ 14000427 h 84"/>
              <a:gd name="T18" fmla="*/ 134741833 w 87"/>
              <a:gd name="T19" fmla="*/ 8751093 h 84"/>
              <a:gd name="T20" fmla="*/ 125231004 w 87"/>
              <a:gd name="T21" fmla="*/ 0 h 84"/>
              <a:gd name="T22" fmla="*/ 84014889 w 87"/>
              <a:gd name="T23" fmla="*/ 28002177 h 84"/>
              <a:gd name="T24" fmla="*/ 84014889 w 87"/>
              <a:gd name="T25" fmla="*/ 43752828 h 84"/>
              <a:gd name="T26" fmla="*/ 55482379 w 87"/>
              <a:gd name="T27" fmla="*/ 38502163 h 84"/>
              <a:gd name="T28" fmla="*/ 0 w 87"/>
              <a:gd name="T29" fmla="*/ 82254980 h 84"/>
              <a:gd name="T30" fmla="*/ 0 w 87"/>
              <a:gd name="T31" fmla="*/ 82254980 h 8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7"/>
              <a:gd name="T49" fmla="*/ 0 h 84"/>
              <a:gd name="T50" fmla="*/ 87 w 87"/>
              <a:gd name="T51" fmla="*/ 84 h 8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7" h="84">
                <a:moveTo>
                  <a:pt x="0" y="47"/>
                </a:moveTo>
                <a:lnTo>
                  <a:pt x="0" y="47"/>
                </a:lnTo>
                <a:lnTo>
                  <a:pt x="16" y="54"/>
                </a:lnTo>
                <a:lnTo>
                  <a:pt x="6" y="78"/>
                </a:lnTo>
                <a:lnTo>
                  <a:pt x="30" y="83"/>
                </a:lnTo>
                <a:lnTo>
                  <a:pt x="55" y="69"/>
                </a:lnTo>
                <a:lnTo>
                  <a:pt x="44" y="50"/>
                </a:lnTo>
                <a:lnTo>
                  <a:pt x="73" y="32"/>
                </a:lnTo>
                <a:lnTo>
                  <a:pt x="86" y="8"/>
                </a:lnTo>
                <a:lnTo>
                  <a:pt x="85" y="5"/>
                </a:lnTo>
                <a:lnTo>
                  <a:pt x="79" y="0"/>
                </a:lnTo>
                <a:lnTo>
                  <a:pt x="53" y="16"/>
                </a:lnTo>
                <a:lnTo>
                  <a:pt x="53" y="25"/>
                </a:lnTo>
                <a:lnTo>
                  <a:pt x="35" y="22"/>
                </a:lnTo>
                <a:lnTo>
                  <a:pt x="0" y="4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3" name="Freeform 630">
            <a:extLst>
              <a:ext uri="{FF2B5EF4-FFF2-40B4-BE49-F238E27FC236}">
                <a16:creationId xmlns:a16="http://schemas.microsoft.com/office/drawing/2014/main" id="{7CA4B497-B9D5-1505-7FE8-1D43071EA46B}"/>
              </a:ext>
            </a:extLst>
          </p:cNvPr>
          <p:cNvSpPr>
            <a:spLocks/>
          </p:cNvSpPr>
          <p:nvPr/>
        </p:nvSpPr>
        <p:spPr bwMode="auto">
          <a:xfrm>
            <a:off x="6028080" y="4759147"/>
            <a:ext cx="52561" cy="73011"/>
          </a:xfrm>
          <a:custGeom>
            <a:avLst/>
            <a:gdLst>
              <a:gd name="T0" fmla="*/ 0 w 48"/>
              <a:gd name="T1" fmla="*/ 109657851 h 66"/>
              <a:gd name="T2" fmla="*/ 0 w 48"/>
              <a:gd name="T3" fmla="*/ 109657851 h 66"/>
              <a:gd name="T4" fmla="*/ 7087791 w 48"/>
              <a:gd name="T5" fmla="*/ 23618536 h 66"/>
              <a:gd name="T6" fmla="*/ 42527939 w 48"/>
              <a:gd name="T7" fmla="*/ 0 h 66"/>
              <a:gd name="T8" fmla="*/ 66626182 w 48"/>
              <a:gd name="T9" fmla="*/ 67482449 h 66"/>
              <a:gd name="T10" fmla="*/ 42527939 w 48"/>
              <a:gd name="T11" fmla="*/ 99535812 h 66"/>
              <a:gd name="T12" fmla="*/ 0 w 48"/>
              <a:gd name="T13" fmla="*/ 109657851 h 66"/>
              <a:gd name="T14" fmla="*/ 0 w 48"/>
              <a:gd name="T15" fmla="*/ 109657851 h 66"/>
              <a:gd name="T16" fmla="*/ 0 60000 65536"/>
              <a:gd name="T17" fmla="*/ 0 60000 65536"/>
              <a:gd name="T18" fmla="*/ 0 60000 65536"/>
              <a:gd name="T19" fmla="*/ 0 60000 65536"/>
              <a:gd name="T20" fmla="*/ 0 60000 65536"/>
              <a:gd name="T21" fmla="*/ 0 60000 65536"/>
              <a:gd name="T22" fmla="*/ 0 60000 65536"/>
              <a:gd name="T23" fmla="*/ 0 60000 65536"/>
              <a:gd name="T24" fmla="*/ 0 w 48"/>
              <a:gd name="T25" fmla="*/ 0 h 66"/>
              <a:gd name="T26" fmla="*/ 48 w 48"/>
              <a:gd name="T27" fmla="*/ 66 h 6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 h="66">
                <a:moveTo>
                  <a:pt x="0" y="65"/>
                </a:moveTo>
                <a:lnTo>
                  <a:pt x="0" y="65"/>
                </a:lnTo>
                <a:lnTo>
                  <a:pt x="5" y="14"/>
                </a:lnTo>
                <a:lnTo>
                  <a:pt x="30" y="0"/>
                </a:lnTo>
                <a:lnTo>
                  <a:pt x="47" y="40"/>
                </a:lnTo>
                <a:lnTo>
                  <a:pt x="30" y="59"/>
                </a:lnTo>
                <a:lnTo>
                  <a:pt x="0" y="6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4" name="Freeform 631">
            <a:extLst>
              <a:ext uri="{FF2B5EF4-FFF2-40B4-BE49-F238E27FC236}">
                <a16:creationId xmlns:a16="http://schemas.microsoft.com/office/drawing/2014/main" id="{6978D2E0-1AD4-9D1F-4B8C-113DA4F867F0}"/>
              </a:ext>
            </a:extLst>
          </p:cNvPr>
          <p:cNvSpPr>
            <a:spLocks/>
          </p:cNvSpPr>
          <p:nvPr/>
        </p:nvSpPr>
        <p:spPr bwMode="auto">
          <a:xfrm>
            <a:off x="5620738" y="5025501"/>
            <a:ext cx="112420" cy="127093"/>
          </a:xfrm>
          <a:custGeom>
            <a:avLst/>
            <a:gdLst>
              <a:gd name="T0" fmla="*/ 0 w 99"/>
              <a:gd name="T1" fmla="*/ 42094425 h 115"/>
              <a:gd name="T2" fmla="*/ 0 w 99"/>
              <a:gd name="T3" fmla="*/ 42094425 h 115"/>
              <a:gd name="T4" fmla="*/ 19818444 w 99"/>
              <a:gd name="T5" fmla="*/ 69035380 h 115"/>
              <a:gd name="T6" fmla="*/ 13720178 w 99"/>
              <a:gd name="T7" fmla="*/ 116181404 h 115"/>
              <a:gd name="T8" fmla="*/ 67079713 w 99"/>
              <a:gd name="T9" fmla="*/ 95976345 h 115"/>
              <a:gd name="T10" fmla="*/ 89946687 w 99"/>
              <a:gd name="T11" fmla="*/ 116181404 h 115"/>
              <a:gd name="T12" fmla="*/ 109766361 w 99"/>
              <a:gd name="T13" fmla="*/ 163327409 h 115"/>
              <a:gd name="T14" fmla="*/ 102143220 w 99"/>
              <a:gd name="T15" fmla="*/ 191951392 h 115"/>
              <a:gd name="T16" fmla="*/ 149403240 w 99"/>
              <a:gd name="T17" fmla="*/ 183532509 h 115"/>
              <a:gd name="T18" fmla="*/ 126536285 w 99"/>
              <a:gd name="T19" fmla="*/ 121232994 h 115"/>
              <a:gd name="T20" fmla="*/ 76226495 w 99"/>
              <a:gd name="T21" fmla="*/ 75769967 h 115"/>
              <a:gd name="T22" fmla="*/ 89946687 w 99"/>
              <a:gd name="T23" fmla="*/ 50513318 h 115"/>
              <a:gd name="T24" fmla="*/ 62505087 w 99"/>
              <a:gd name="T25" fmla="*/ 35359838 h 115"/>
              <a:gd name="T26" fmla="*/ 41161773 w 99"/>
              <a:gd name="T27" fmla="*/ 0 h 115"/>
              <a:gd name="T28" fmla="*/ 27441590 w 99"/>
              <a:gd name="T29" fmla="*/ 0 h 115"/>
              <a:gd name="T30" fmla="*/ 28966466 w 99"/>
              <a:gd name="T31" fmla="*/ 26940955 h 115"/>
              <a:gd name="T32" fmla="*/ 19818444 w 99"/>
              <a:gd name="T33" fmla="*/ 20205065 h 115"/>
              <a:gd name="T34" fmla="*/ 0 w 99"/>
              <a:gd name="T35" fmla="*/ 42094425 h 115"/>
              <a:gd name="T36" fmla="*/ 0 w 99"/>
              <a:gd name="T37" fmla="*/ 42094425 h 11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9"/>
              <a:gd name="T58" fmla="*/ 0 h 115"/>
              <a:gd name="T59" fmla="*/ 99 w 99"/>
              <a:gd name="T60" fmla="*/ 115 h 11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9" h="115">
                <a:moveTo>
                  <a:pt x="0" y="25"/>
                </a:moveTo>
                <a:lnTo>
                  <a:pt x="0" y="25"/>
                </a:lnTo>
                <a:lnTo>
                  <a:pt x="13" y="41"/>
                </a:lnTo>
                <a:lnTo>
                  <a:pt x="9" y="69"/>
                </a:lnTo>
                <a:lnTo>
                  <a:pt x="44" y="57"/>
                </a:lnTo>
                <a:lnTo>
                  <a:pt x="59" y="69"/>
                </a:lnTo>
                <a:lnTo>
                  <a:pt x="72" y="97"/>
                </a:lnTo>
                <a:lnTo>
                  <a:pt x="67" y="114"/>
                </a:lnTo>
                <a:lnTo>
                  <a:pt x="98" y="109"/>
                </a:lnTo>
                <a:lnTo>
                  <a:pt x="83" y="72"/>
                </a:lnTo>
                <a:lnTo>
                  <a:pt x="50" y="45"/>
                </a:lnTo>
                <a:lnTo>
                  <a:pt x="59" y="30"/>
                </a:lnTo>
                <a:lnTo>
                  <a:pt x="41" y="21"/>
                </a:lnTo>
                <a:lnTo>
                  <a:pt x="27" y="0"/>
                </a:lnTo>
                <a:lnTo>
                  <a:pt x="18" y="0"/>
                </a:lnTo>
                <a:lnTo>
                  <a:pt x="19" y="16"/>
                </a:lnTo>
                <a:lnTo>
                  <a:pt x="13" y="12"/>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35" name="Group 43">
            <a:extLst>
              <a:ext uri="{FF2B5EF4-FFF2-40B4-BE49-F238E27FC236}">
                <a16:creationId xmlns:a16="http://schemas.microsoft.com/office/drawing/2014/main" id="{91F25DDA-B566-91C7-FB46-B5C2DB41C902}"/>
              </a:ext>
            </a:extLst>
          </p:cNvPr>
          <p:cNvGrpSpPr>
            <a:grpSpLocks/>
          </p:cNvGrpSpPr>
          <p:nvPr/>
        </p:nvGrpSpPr>
        <p:grpSpPr bwMode="auto">
          <a:xfrm>
            <a:off x="1845143" y="3676147"/>
            <a:ext cx="1384088" cy="1023508"/>
            <a:chOff x="1156" y="1908"/>
            <a:chExt cx="1207" cy="919"/>
          </a:xfrm>
          <a:solidFill>
            <a:schemeClr val="accent2"/>
          </a:solidFill>
        </p:grpSpPr>
        <p:sp>
          <p:nvSpPr>
            <p:cNvPr id="336" name="Freeform 633">
              <a:extLst>
                <a:ext uri="{FF2B5EF4-FFF2-40B4-BE49-F238E27FC236}">
                  <a16:creationId xmlns:a16="http://schemas.microsoft.com/office/drawing/2014/main" id="{9B38B644-6514-E793-A95A-4C97DA23FA36}"/>
                </a:ext>
              </a:extLst>
            </p:cNvPr>
            <p:cNvSpPr>
              <a:spLocks/>
            </p:cNvSpPr>
            <p:nvPr/>
          </p:nvSpPr>
          <p:spPr bwMode="auto">
            <a:xfrm>
              <a:off x="1156" y="2232"/>
              <a:ext cx="1166" cy="595"/>
            </a:xfrm>
            <a:custGeom>
              <a:avLst/>
              <a:gdLst>
                <a:gd name="T0" fmla="*/ 93 w 1166"/>
                <a:gd name="T1" fmla="*/ 82 h 595"/>
                <a:gd name="T2" fmla="*/ 110 w 1166"/>
                <a:gd name="T3" fmla="*/ 69 h 595"/>
                <a:gd name="T4" fmla="*/ 177 w 1166"/>
                <a:gd name="T5" fmla="*/ 35 h 595"/>
                <a:gd name="T6" fmla="*/ 250 w 1166"/>
                <a:gd name="T7" fmla="*/ 52 h 595"/>
                <a:gd name="T8" fmla="*/ 347 w 1166"/>
                <a:gd name="T9" fmla="*/ 95 h 595"/>
                <a:gd name="T10" fmla="*/ 453 w 1166"/>
                <a:gd name="T11" fmla="*/ 123 h 595"/>
                <a:gd name="T12" fmla="*/ 450 w 1166"/>
                <a:gd name="T13" fmla="*/ 93 h 595"/>
                <a:gd name="T14" fmla="*/ 515 w 1166"/>
                <a:gd name="T15" fmla="*/ 93 h 595"/>
                <a:gd name="T16" fmla="*/ 595 w 1166"/>
                <a:gd name="T17" fmla="*/ 105 h 595"/>
                <a:gd name="T18" fmla="*/ 597 w 1166"/>
                <a:gd name="T19" fmla="*/ 85 h 595"/>
                <a:gd name="T20" fmla="*/ 624 w 1166"/>
                <a:gd name="T21" fmla="*/ 114 h 595"/>
                <a:gd name="T22" fmla="*/ 632 w 1166"/>
                <a:gd name="T23" fmla="*/ 78 h 595"/>
                <a:gd name="T24" fmla="*/ 620 w 1166"/>
                <a:gd name="T25" fmla="*/ 18 h 595"/>
                <a:gd name="T26" fmla="*/ 676 w 1166"/>
                <a:gd name="T27" fmla="*/ 44 h 595"/>
                <a:gd name="T28" fmla="*/ 685 w 1166"/>
                <a:gd name="T29" fmla="*/ 61 h 595"/>
                <a:gd name="T30" fmla="*/ 721 w 1166"/>
                <a:gd name="T31" fmla="*/ 76 h 595"/>
                <a:gd name="T32" fmla="*/ 743 w 1166"/>
                <a:gd name="T33" fmla="*/ 109 h 595"/>
                <a:gd name="T34" fmla="*/ 797 w 1166"/>
                <a:gd name="T35" fmla="*/ 55 h 595"/>
                <a:gd name="T36" fmla="*/ 798 w 1166"/>
                <a:gd name="T37" fmla="*/ 85 h 595"/>
                <a:gd name="T38" fmla="*/ 783 w 1166"/>
                <a:gd name="T39" fmla="*/ 137 h 595"/>
                <a:gd name="T40" fmla="*/ 695 w 1166"/>
                <a:gd name="T41" fmla="*/ 143 h 595"/>
                <a:gd name="T42" fmla="*/ 698 w 1166"/>
                <a:gd name="T43" fmla="*/ 183 h 595"/>
                <a:gd name="T44" fmla="*/ 689 w 1166"/>
                <a:gd name="T45" fmla="*/ 208 h 595"/>
                <a:gd name="T46" fmla="*/ 661 w 1166"/>
                <a:gd name="T47" fmla="*/ 226 h 595"/>
                <a:gd name="T48" fmla="*/ 653 w 1166"/>
                <a:gd name="T49" fmla="*/ 293 h 595"/>
                <a:gd name="T50" fmla="*/ 759 w 1166"/>
                <a:gd name="T51" fmla="*/ 359 h 595"/>
                <a:gd name="T52" fmla="*/ 800 w 1166"/>
                <a:gd name="T53" fmla="*/ 404 h 595"/>
                <a:gd name="T54" fmla="*/ 817 w 1166"/>
                <a:gd name="T55" fmla="*/ 440 h 595"/>
                <a:gd name="T56" fmla="*/ 836 w 1166"/>
                <a:gd name="T57" fmla="*/ 375 h 595"/>
                <a:gd name="T58" fmla="*/ 849 w 1166"/>
                <a:gd name="T59" fmla="*/ 293 h 595"/>
                <a:gd name="T60" fmla="*/ 858 w 1166"/>
                <a:gd name="T61" fmla="*/ 252 h 595"/>
                <a:gd name="T62" fmla="*/ 900 w 1166"/>
                <a:gd name="T63" fmla="*/ 225 h 595"/>
                <a:gd name="T64" fmla="*/ 974 w 1166"/>
                <a:gd name="T65" fmla="*/ 248 h 595"/>
                <a:gd name="T66" fmla="*/ 980 w 1166"/>
                <a:gd name="T67" fmla="*/ 283 h 595"/>
                <a:gd name="T68" fmla="*/ 978 w 1166"/>
                <a:gd name="T69" fmla="*/ 312 h 595"/>
                <a:gd name="T70" fmla="*/ 1022 w 1166"/>
                <a:gd name="T71" fmla="*/ 300 h 595"/>
                <a:gd name="T72" fmla="*/ 1061 w 1166"/>
                <a:gd name="T73" fmla="*/ 285 h 595"/>
                <a:gd name="T74" fmla="*/ 1058 w 1166"/>
                <a:gd name="T75" fmla="*/ 300 h 595"/>
                <a:gd name="T76" fmla="*/ 1079 w 1166"/>
                <a:gd name="T77" fmla="*/ 316 h 595"/>
                <a:gd name="T78" fmla="*/ 1082 w 1166"/>
                <a:gd name="T79" fmla="*/ 336 h 595"/>
                <a:gd name="T80" fmla="*/ 1118 w 1166"/>
                <a:gd name="T81" fmla="*/ 362 h 595"/>
                <a:gd name="T82" fmla="*/ 1144 w 1166"/>
                <a:gd name="T83" fmla="*/ 381 h 595"/>
                <a:gd name="T84" fmla="*/ 1156 w 1166"/>
                <a:gd name="T85" fmla="*/ 400 h 595"/>
                <a:gd name="T86" fmla="*/ 985 w 1166"/>
                <a:gd name="T87" fmla="*/ 477 h 595"/>
                <a:gd name="T88" fmla="*/ 1047 w 1166"/>
                <a:gd name="T89" fmla="*/ 482 h 595"/>
                <a:gd name="T90" fmla="*/ 1053 w 1166"/>
                <a:gd name="T91" fmla="*/ 527 h 595"/>
                <a:gd name="T92" fmla="*/ 1108 w 1166"/>
                <a:gd name="T93" fmla="*/ 523 h 595"/>
                <a:gd name="T94" fmla="*/ 1022 w 1166"/>
                <a:gd name="T95" fmla="*/ 552 h 595"/>
                <a:gd name="T96" fmla="*/ 1010 w 1166"/>
                <a:gd name="T97" fmla="*/ 540 h 595"/>
                <a:gd name="T98" fmla="*/ 960 w 1166"/>
                <a:gd name="T99" fmla="*/ 539 h 595"/>
                <a:gd name="T100" fmla="*/ 846 w 1166"/>
                <a:gd name="T101" fmla="*/ 574 h 595"/>
                <a:gd name="T102" fmla="*/ 798 w 1166"/>
                <a:gd name="T103" fmla="*/ 582 h 595"/>
                <a:gd name="T104" fmla="*/ 820 w 1166"/>
                <a:gd name="T105" fmla="*/ 550 h 595"/>
                <a:gd name="T106" fmla="*/ 770 w 1166"/>
                <a:gd name="T107" fmla="*/ 518 h 595"/>
                <a:gd name="T108" fmla="*/ 735 w 1166"/>
                <a:gd name="T109" fmla="*/ 479 h 595"/>
                <a:gd name="T110" fmla="*/ 634 w 1166"/>
                <a:gd name="T111" fmla="*/ 480 h 595"/>
                <a:gd name="T112" fmla="*/ 244 w 1166"/>
                <a:gd name="T113" fmla="*/ 462 h 595"/>
                <a:gd name="T114" fmla="*/ 188 w 1166"/>
                <a:gd name="T115" fmla="*/ 431 h 595"/>
                <a:gd name="T116" fmla="*/ 149 w 1166"/>
                <a:gd name="T117" fmla="*/ 366 h 595"/>
                <a:gd name="T118" fmla="*/ 48 w 1166"/>
                <a:gd name="T119" fmla="*/ 291 h 595"/>
                <a:gd name="T120" fmla="*/ 0 w 1166"/>
                <a:gd name="T121" fmla="*/ 264 h 595"/>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166"/>
                <a:gd name="T184" fmla="*/ 0 h 595"/>
                <a:gd name="T185" fmla="*/ 1166 w 1166"/>
                <a:gd name="T186" fmla="*/ 595 h 595"/>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166" h="595">
                  <a:moveTo>
                    <a:pt x="0" y="264"/>
                  </a:moveTo>
                  <a:lnTo>
                    <a:pt x="0" y="264"/>
                  </a:lnTo>
                  <a:lnTo>
                    <a:pt x="0" y="55"/>
                  </a:lnTo>
                  <a:lnTo>
                    <a:pt x="93" y="82"/>
                  </a:lnTo>
                  <a:lnTo>
                    <a:pt x="88" y="71"/>
                  </a:lnTo>
                  <a:lnTo>
                    <a:pt x="98" y="64"/>
                  </a:lnTo>
                  <a:lnTo>
                    <a:pt x="154" y="42"/>
                  </a:lnTo>
                  <a:lnTo>
                    <a:pt x="110" y="69"/>
                  </a:lnTo>
                  <a:lnTo>
                    <a:pt x="136" y="62"/>
                  </a:lnTo>
                  <a:lnTo>
                    <a:pt x="136" y="67"/>
                  </a:lnTo>
                  <a:lnTo>
                    <a:pt x="183" y="43"/>
                  </a:lnTo>
                  <a:lnTo>
                    <a:pt x="177" y="35"/>
                  </a:lnTo>
                  <a:lnTo>
                    <a:pt x="207" y="64"/>
                  </a:lnTo>
                  <a:lnTo>
                    <a:pt x="227" y="47"/>
                  </a:lnTo>
                  <a:lnTo>
                    <a:pt x="225" y="64"/>
                  </a:lnTo>
                  <a:lnTo>
                    <a:pt x="250" y="52"/>
                  </a:lnTo>
                  <a:lnTo>
                    <a:pt x="319" y="73"/>
                  </a:lnTo>
                  <a:lnTo>
                    <a:pt x="351" y="72"/>
                  </a:lnTo>
                  <a:lnTo>
                    <a:pt x="369" y="85"/>
                  </a:lnTo>
                  <a:lnTo>
                    <a:pt x="347" y="95"/>
                  </a:lnTo>
                  <a:lnTo>
                    <a:pt x="360" y="100"/>
                  </a:lnTo>
                  <a:lnTo>
                    <a:pt x="422" y="94"/>
                  </a:lnTo>
                  <a:lnTo>
                    <a:pt x="450" y="112"/>
                  </a:lnTo>
                  <a:lnTo>
                    <a:pt x="453" y="123"/>
                  </a:lnTo>
                  <a:lnTo>
                    <a:pt x="460" y="116"/>
                  </a:lnTo>
                  <a:lnTo>
                    <a:pt x="450" y="100"/>
                  </a:lnTo>
                  <a:lnTo>
                    <a:pt x="479" y="80"/>
                  </a:lnTo>
                  <a:lnTo>
                    <a:pt x="450" y="93"/>
                  </a:lnTo>
                  <a:lnTo>
                    <a:pt x="440" y="87"/>
                  </a:lnTo>
                  <a:lnTo>
                    <a:pt x="475" y="72"/>
                  </a:lnTo>
                  <a:lnTo>
                    <a:pt x="494" y="93"/>
                  </a:lnTo>
                  <a:lnTo>
                    <a:pt x="515" y="93"/>
                  </a:lnTo>
                  <a:lnTo>
                    <a:pt x="528" y="102"/>
                  </a:lnTo>
                  <a:lnTo>
                    <a:pt x="582" y="100"/>
                  </a:lnTo>
                  <a:lnTo>
                    <a:pt x="580" y="93"/>
                  </a:lnTo>
                  <a:lnTo>
                    <a:pt x="595" y="105"/>
                  </a:lnTo>
                  <a:lnTo>
                    <a:pt x="598" y="95"/>
                  </a:lnTo>
                  <a:lnTo>
                    <a:pt x="586" y="99"/>
                  </a:lnTo>
                  <a:lnTo>
                    <a:pt x="577" y="86"/>
                  </a:lnTo>
                  <a:lnTo>
                    <a:pt x="597" y="85"/>
                  </a:lnTo>
                  <a:lnTo>
                    <a:pt x="605" y="94"/>
                  </a:lnTo>
                  <a:lnTo>
                    <a:pt x="613" y="91"/>
                  </a:lnTo>
                  <a:lnTo>
                    <a:pt x="609" y="106"/>
                  </a:lnTo>
                  <a:lnTo>
                    <a:pt x="624" y="114"/>
                  </a:lnTo>
                  <a:lnTo>
                    <a:pt x="620" y="93"/>
                  </a:lnTo>
                  <a:lnTo>
                    <a:pt x="648" y="81"/>
                  </a:lnTo>
                  <a:lnTo>
                    <a:pt x="640" y="71"/>
                  </a:lnTo>
                  <a:lnTo>
                    <a:pt x="632" y="78"/>
                  </a:lnTo>
                  <a:lnTo>
                    <a:pt x="646" y="61"/>
                  </a:lnTo>
                  <a:lnTo>
                    <a:pt x="607" y="48"/>
                  </a:lnTo>
                  <a:lnTo>
                    <a:pt x="611" y="17"/>
                  </a:lnTo>
                  <a:lnTo>
                    <a:pt x="620" y="18"/>
                  </a:lnTo>
                  <a:lnTo>
                    <a:pt x="625" y="0"/>
                  </a:lnTo>
                  <a:lnTo>
                    <a:pt x="655" y="17"/>
                  </a:lnTo>
                  <a:lnTo>
                    <a:pt x="656" y="29"/>
                  </a:lnTo>
                  <a:lnTo>
                    <a:pt x="676" y="44"/>
                  </a:lnTo>
                  <a:lnTo>
                    <a:pt x="663" y="44"/>
                  </a:lnTo>
                  <a:lnTo>
                    <a:pt x="668" y="49"/>
                  </a:lnTo>
                  <a:lnTo>
                    <a:pt x="661" y="56"/>
                  </a:lnTo>
                  <a:lnTo>
                    <a:pt x="685" y="61"/>
                  </a:lnTo>
                  <a:lnTo>
                    <a:pt x="677" y="64"/>
                  </a:lnTo>
                  <a:lnTo>
                    <a:pt x="692" y="90"/>
                  </a:lnTo>
                  <a:lnTo>
                    <a:pt x="704" y="67"/>
                  </a:lnTo>
                  <a:lnTo>
                    <a:pt x="721" y="76"/>
                  </a:lnTo>
                  <a:lnTo>
                    <a:pt x="726" y="91"/>
                  </a:lnTo>
                  <a:lnTo>
                    <a:pt x="717" y="95"/>
                  </a:lnTo>
                  <a:lnTo>
                    <a:pt x="733" y="114"/>
                  </a:lnTo>
                  <a:lnTo>
                    <a:pt x="743" y="109"/>
                  </a:lnTo>
                  <a:lnTo>
                    <a:pt x="755" y="81"/>
                  </a:lnTo>
                  <a:lnTo>
                    <a:pt x="769" y="78"/>
                  </a:lnTo>
                  <a:lnTo>
                    <a:pt x="758" y="53"/>
                  </a:lnTo>
                  <a:lnTo>
                    <a:pt x="797" y="55"/>
                  </a:lnTo>
                  <a:lnTo>
                    <a:pt x="814" y="69"/>
                  </a:lnTo>
                  <a:lnTo>
                    <a:pt x="807" y="77"/>
                  </a:lnTo>
                  <a:lnTo>
                    <a:pt x="815" y="81"/>
                  </a:lnTo>
                  <a:lnTo>
                    <a:pt x="798" y="85"/>
                  </a:lnTo>
                  <a:lnTo>
                    <a:pt x="813" y="117"/>
                  </a:lnTo>
                  <a:lnTo>
                    <a:pt x="788" y="134"/>
                  </a:lnTo>
                  <a:lnTo>
                    <a:pt x="779" y="126"/>
                  </a:lnTo>
                  <a:lnTo>
                    <a:pt x="783" y="137"/>
                  </a:lnTo>
                  <a:lnTo>
                    <a:pt x="743" y="129"/>
                  </a:lnTo>
                  <a:lnTo>
                    <a:pt x="751" y="140"/>
                  </a:lnTo>
                  <a:lnTo>
                    <a:pt x="735" y="156"/>
                  </a:lnTo>
                  <a:lnTo>
                    <a:pt x="695" y="143"/>
                  </a:lnTo>
                  <a:lnTo>
                    <a:pt x="710" y="156"/>
                  </a:lnTo>
                  <a:lnTo>
                    <a:pt x="739" y="159"/>
                  </a:lnTo>
                  <a:lnTo>
                    <a:pt x="719" y="185"/>
                  </a:lnTo>
                  <a:lnTo>
                    <a:pt x="698" y="183"/>
                  </a:lnTo>
                  <a:lnTo>
                    <a:pt x="688" y="197"/>
                  </a:lnTo>
                  <a:lnTo>
                    <a:pt x="650" y="185"/>
                  </a:lnTo>
                  <a:lnTo>
                    <a:pt x="685" y="197"/>
                  </a:lnTo>
                  <a:lnTo>
                    <a:pt x="689" y="208"/>
                  </a:lnTo>
                  <a:lnTo>
                    <a:pt x="663" y="212"/>
                  </a:lnTo>
                  <a:lnTo>
                    <a:pt x="668" y="215"/>
                  </a:lnTo>
                  <a:lnTo>
                    <a:pt x="661" y="216"/>
                  </a:lnTo>
                  <a:lnTo>
                    <a:pt x="661" y="226"/>
                  </a:lnTo>
                  <a:lnTo>
                    <a:pt x="633" y="241"/>
                  </a:lnTo>
                  <a:lnTo>
                    <a:pt x="627" y="289"/>
                  </a:lnTo>
                  <a:lnTo>
                    <a:pt x="638" y="300"/>
                  </a:lnTo>
                  <a:lnTo>
                    <a:pt x="653" y="293"/>
                  </a:lnTo>
                  <a:lnTo>
                    <a:pt x="659" y="330"/>
                  </a:lnTo>
                  <a:lnTo>
                    <a:pt x="681" y="322"/>
                  </a:lnTo>
                  <a:lnTo>
                    <a:pt x="707" y="333"/>
                  </a:lnTo>
                  <a:lnTo>
                    <a:pt x="759" y="359"/>
                  </a:lnTo>
                  <a:lnTo>
                    <a:pt x="755" y="370"/>
                  </a:lnTo>
                  <a:lnTo>
                    <a:pt x="761" y="362"/>
                  </a:lnTo>
                  <a:lnTo>
                    <a:pt x="800" y="364"/>
                  </a:lnTo>
                  <a:lnTo>
                    <a:pt x="800" y="404"/>
                  </a:lnTo>
                  <a:lnTo>
                    <a:pt x="812" y="417"/>
                  </a:lnTo>
                  <a:lnTo>
                    <a:pt x="803" y="420"/>
                  </a:lnTo>
                  <a:lnTo>
                    <a:pt x="823" y="427"/>
                  </a:lnTo>
                  <a:lnTo>
                    <a:pt x="817" y="440"/>
                  </a:lnTo>
                  <a:lnTo>
                    <a:pt x="836" y="439"/>
                  </a:lnTo>
                  <a:lnTo>
                    <a:pt x="862" y="418"/>
                  </a:lnTo>
                  <a:lnTo>
                    <a:pt x="851" y="413"/>
                  </a:lnTo>
                  <a:lnTo>
                    <a:pt x="836" y="375"/>
                  </a:lnTo>
                  <a:lnTo>
                    <a:pt x="885" y="342"/>
                  </a:lnTo>
                  <a:lnTo>
                    <a:pt x="877" y="342"/>
                  </a:lnTo>
                  <a:lnTo>
                    <a:pt x="867" y="303"/>
                  </a:lnTo>
                  <a:lnTo>
                    <a:pt x="849" y="293"/>
                  </a:lnTo>
                  <a:lnTo>
                    <a:pt x="872" y="277"/>
                  </a:lnTo>
                  <a:lnTo>
                    <a:pt x="864" y="269"/>
                  </a:lnTo>
                  <a:lnTo>
                    <a:pt x="868" y="255"/>
                  </a:lnTo>
                  <a:lnTo>
                    <a:pt x="858" y="252"/>
                  </a:lnTo>
                  <a:lnTo>
                    <a:pt x="868" y="238"/>
                  </a:lnTo>
                  <a:lnTo>
                    <a:pt x="857" y="229"/>
                  </a:lnTo>
                  <a:lnTo>
                    <a:pt x="863" y="216"/>
                  </a:lnTo>
                  <a:lnTo>
                    <a:pt x="900" y="225"/>
                  </a:lnTo>
                  <a:lnTo>
                    <a:pt x="916" y="218"/>
                  </a:lnTo>
                  <a:lnTo>
                    <a:pt x="947" y="238"/>
                  </a:lnTo>
                  <a:lnTo>
                    <a:pt x="947" y="246"/>
                  </a:lnTo>
                  <a:lnTo>
                    <a:pt x="974" y="248"/>
                  </a:lnTo>
                  <a:lnTo>
                    <a:pt x="977" y="267"/>
                  </a:lnTo>
                  <a:lnTo>
                    <a:pt x="953" y="268"/>
                  </a:lnTo>
                  <a:lnTo>
                    <a:pt x="973" y="271"/>
                  </a:lnTo>
                  <a:lnTo>
                    <a:pt x="980" y="283"/>
                  </a:lnTo>
                  <a:lnTo>
                    <a:pt x="958" y="300"/>
                  </a:lnTo>
                  <a:lnTo>
                    <a:pt x="990" y="292"/>
                  </a:lnTo>
                  <a:lnTo>
                    <a:pt x="992" y="306"/>
                  </a:lnTo>
                  <a:lnTo>
                    <a:pt x="978" y="312"/>
                  </a:lnTo>
                  <a:lnTo>
                    <a:pt x="998" y="297"/>
                  </a:lnTo>
                  <a:lnTo>
                    <a:pt x="1000" y="307"/>
                  </a:lnTo>
                  <a:lnTo>
                    <a:pt x="1018" y="292"/>
                  </a:lnTo>
                  <a:lnTo>
                    <a:pt x="1022" y="300"/>
                  </a:lnTo>
                  <a:lnTo>
                    <a:pt x="1035" y="279"/>
                  </a:lnTo>
                  <a:lnTo>
                    <a:pt x="1030" y="275"/>
                  </a:lnTo>
                  <a:lnTo>
                    <a:pt x="1045" y="264"/>
                  </a:lnTo>
                  <a:lnTo>
                    <a:pt x="1061" y="285"/>
                  </a:lnTo>
                  <a:lnTo>
                    <a:pt x="1047" y="291"/>
                  </a:lnTo>
                  <a:lnTo>
                    <a:pt x="1062" y="288"/>
                  </a:lnTo>
                  <a:lnTo>
                    <a:pt x="1068" y="297"/>
                  </a:lnTo>
                  <a:lnTo>
                    <a:pt x="1058" y="300"/>
                  </a:lnTo>
                  <a:lnTo>
                    <a:pt x="1071" y="301"/>
                  </a:lnTo>
                  <a:lnTo>
                    <a:pt x="1062" y="308"/>
                  </a:lnTo>
                  <a:lnTo>
                    <a:pt x="1072" y="306"/>
                  </a:lnTo>
                  <a:lnTo>
                    <a:pt x="1079" y="316"/>
                  </a:lnTo>
                  <a:lnTo>
                    <a:pt x="1074" y="320"/>
                  </a:lnTo>
                  <a:lnTo>
                    <a:pt x="1088" y="328"/>
                  </a:lnTo>
                  <a:lnTo>
                    <a:pt x="1066" y="336"/>
                  </a:lnTo>
                  <a:lnTo>
                    <a:pt x="1082" y="336"/>
                  </a:lnTo>
                  <a:lnTo>
                    <a:pt x="1079" y="344"/>
                  </a:lnTo>
                  <a:lnTo>
                    <a:pt x="1102" y="351"/>
                  </a:lnTo>
                  <a:lnTo>
                    <a:pt x="1110" y="369"/>
                  </a:lnTo>
                  <a:lnTo>
                    <a:pt x="1118" y="362"/>
                  </a:lnTo>
                  <a:lnTo>
                    <a:pt x="1142" y="375"/>
                  </a:lnTo>
                  <a:lnTo>
                    <a:pt x="1091" y="390"/>
                  </a:lnTo>
                  <a:lnTo>
                    <a:pt x="1102" y="399"/>
                  </a:lnTo>
                  <a:lnTo>
                    <a:pt x="1144" y="381"/>
                  </a:lnTo>
                  <a:lnTo>
                    <a:pt x="1144" y="396"/>
                  </a:lnTo>
                  <a:lnTo>
                    <a:pt x="1163" y="393"/>
                  </a:lnTo>
                  <a:lnTo>
                    <a:pt x="1165" y="400"/>
                  </a:lnTo>
                  <a:lnTo>
                    <a:pt x="1156" y="400"/>
                  </a:lnTo>
                  <a:lnTo>
                    <a:pt x="1165" y="418"/>
                  </a:lnTo>
                  <a:lnTo>
                    <a:pt x="1106" y="453"/>
                  </a:lnTo>
                  <a:lnTo>
                    <a:pt x="1021" y="453"/>
                  </a:lnTo>
                  <a:lnTo>
                    <a:pt x="985" y="477"/>
                  </a:lnTo>
                  <a:lnTo>
                    <a:pt x="955" y="513"/>
                  </a:lnTo>
                  <a:lnTo>
                    <a:pt x="985" y="486"/>
                  </a:lnTo>
                  <a:lnTo>
                    <a:pt x="1031" y="470"/>
                  </a:lnTo>
                  <a:lnTo>
                    <a:pt x="1047" y="482"/>
                  </a:lnTo>
                  <a:lnTo>
                    <a:pt x="1017" y="492"/>
                  </a:lnTo>
                  <a:lnTo>
                    <a:pt x="1041" y="497"/>
                  </a:lnTo>
                  <a:lnTo>
                    <a:pt x="1035" y="508"/>
                  </a:lnTo>
                  <a:lnTo>
                    <a:pt x="1053" y="527"/>
                  </a:lnTo>
                  <a:lnTo>
                    <a:pt x="1089" y="535"/>
                  </a:lnTo>
                  <a:lnTo>
                    <a:pt x="1098" y="510"/>
                  </a:lnTo>
                  <a:lnTo>
                    <a:pt x="1098" y="525"/>
                  </a:lnTo>
                  <a:lnTo>
                    <a:pt x="1108" y="523"/>
                  </a:lnTo>
                  <a:lnTo>
                    <a:pt x="1091" y="539"/>
                  </a:lnTo>
                  <a:lnTo>
                    <a:pt x="1049" y="550"/>
                  </a:lnTo>
                  <a:lnTo>
                    <a:pt x="1034" y="568"/>
                  </a:lnTo>
                  <a:lnTo>
                    <a:pt x="1022" y="552"/>
                  </a:lnTo>
                  <a:lnTo>
                    <a:pt x="1062" y="537"/>
                  </a:lnTo>
                  <a:lnTo>
                    <a:pt x="1041" y="538"/>
                  </a:lnTo>
                  <a:lnTo>
                    <a:pt x="1045" y="527"/>
                  </a:lnTo>
                  <a:lnTo>
                    <a:pt x="1010" y="540"/>
                  </a:lnTo>
                  <a:lnTo>
                    <a:pt x="1000" y="532"/>
                  </a:lnTo>
                  <a:lnTo>
                    <a:pt x="1000" y="510"/>
                  </a:lnTo>
                  <a:lnTo>
                    <a:pt x="977" y="503"/>
                  </a:lnTo>
                  <a:lnTo>
                    <a:pt x="960" y="539"/>
                  </a:lnTo>
                  <a:lnTo>
                    <a:pt x="891" y="552"/>
                  </a:lnTo>
                  <a:lnTo>
                    <a:pt x="843" y="566"/>
                  </a:lnTo>
                  <a:lnTo>
                    <a:pt x="835" y="572"/>
                  </a:lnTo>
                  <a:lnTo>
                    <a:pt x="846" y="574"/>
                  </a:lnTo>
                  <a:lnTo>
                    <a:pt x="849" y="579"/>
                  </a:lnTo>
                  <a:lnTo>
                    <a:pt x="791" y="594"/>
                  </a:lnTo>
                  <a:lnTo>
                    <a:pt x="794" y="587"/>
                  </a:lnTo>
                  <a:lnTo>
                    <a:pt x="798" y="582"/>
                  </a:lnTo>
                  <a:lnTo>
                    <a:pt x="800" y="576"/>
                  </a:lnTo>
                  <a:lnTo>
                    <a:pt x="809" y="571"/>
                  </a:lnTo>
                  <a:lnTo>
                    <a:pt x="810" y="539"/>
                  </a:lnTo>
                  <a:lnTo>
                    <a:pt x="820" y="550"/>
                  </a:lnTo>
                  <a:lnTo>
                    <a:pt x="837" y="546"/>
                  </a:lnTo>
                  <a:lnTo>
                    <a:pt x="823" y="527"/>
                  </a:lnTo>
                  <a:lnTo>
                    <a:pt x="773" y="518"/>
                  </a:lnTo>
                  <a:lnTo>
                    <a:pt x="770" y="518"/>
                  </a:lnTo>
                  <a:lnTo>
                    <a:pt x="765" y="493"/>
                  </a:lnTo>
                  <a:lnTo>
                    <a:pt x="755" y="495"/>
                  </a:lnTo>
                  <a:lnTo>
                    <a:pt x="746" y="480"/>
                  </a:lnTo>
                  <a:lnTo>
                    <a:pt x="735" y="479"/>
                  </a:lnTo>
                  <a:lnTo>
                    <a:pt x="735" y="488"/>
                  </a:lnTo>
                  <a:lnTo>
                    <a:pt x="722" y="475"/>
                  </a:lnTo>
                  <a:lnTo>
                    <a:pt x="699" y="493"/>
                  </a:lnTo>
                  <a:lnTo>
                    <a:pt x="634" y="480"/>
                  </a:lnTo>
                  <a:lnTo>
                    <a:pt x="626" y="468"/>
                  </a:lnTo>
                  <a:lnTo>
                    <a:pt x="625" y="476"/>
                  </a:lnTo>
                  <a:lnTo>
                    <a:pt x="249" y="476"/>
                  </a:lnTo>
                  <a:lnTo>
                    <a:pt x="244" y="462"/>
                  </a:lnTo>
                  <a:lnTo>
                    <a:pt x="224" y="458"/>
                  </a:lnTo>
                  <a:lnTo>
                    <a:pt x="225" y="449"/>
                  </a:lnTo>
                  <a:lnTo>
                    <a:pt x="183" y="437"/>
                  </a:lnTo>
                  <a:lnTo>
                    <a:pt x="188" y="431"/>
                  </a:lnTo>
                  <a:lnTo>
                    <a:pt x="178" y="414"/>
                  </a:lnTo>
                  <a:lnTo>
                    <a:pt x="168" y="413"/>
                  </a:lnTo>
                  <a:lnTo>
                    <a:pt x="145" y="377"/>
                  </a:lnTo>
                  <a:lnTo>
                    <a:pt x="149" y="366"/>
                  </a:lnTo>
                  <a:lnTo>
                    <a:pt x="150" y="347"/>
                  </a:lnTo>
                  <a:lnTo>
                    <a:pt x="124" y="336"/>
                  </a:lnTo>
                  <a:lnTo>
                    <a:pt x="76" y="273"/>
                  </a:lnTo>
                  <a:lnTo>
                    <a:pt x="48" y="291"/>
                  </a:lnTo>
                  <a:lnTo>
                    <a:pt x="41" y="283"/>
                  </a:lnTo>
                  <a:lnTo>
                    <a:pt x="39" y="281"/>
                  </a:lnTo>
                  <a:lnTo>
                    <a:pt x="26" y="264"/>
                  </a:lnTo>
                  <a:lnTo>
                    <a:pt x="0" y="26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7" name="Freeform 45">
              <a:extLst>
                <a:ext uri="{FF2B5EF4-FFF2-40B4-BE49-F238E27FC236}">
                  <a16:creationId xmlns:a16="http://schemas.microsoft.com/office/drawing/2014/main" id="{F1A276CA-E4AB-38FC-B4D8-113E279C3A68}"/>
                </a:ext>
              </a:extLst>
            </p:cNvPr>
            <p:cNvSpPr>
              <a:spLocks/>
            </p:cNvSpPr>
            <p:nvPr/>
          </p:nvSpPr>
          <p:spPr bwMode="auto">
            <a:xfrm>
              <a:off x="1330" y="2676"/>
              <a:ext cx="69" cy="40"/>
            </a:xfrm>
            <a:custGeom>
              <a:avLst/>
              <a:gdLst>
                <a:gd name="T0" fmla="*/ 0 w 69"/>
                <a:gd name="T1" fmla="*/ 0 h 40"/>
                <a:gd name="T2" fmla="*/ 0 w 69"/>
                <a:gd name="T3" fmla="*/ 0 h 40"/>
                <a:gd name="T4" fmla="*/ 37 w 69"/>
                <a:gd name="T5" fmla="*/ 8 h 40"/>
                <a:gd name="T6" fmla="*/ 68 w 69"/>
                <a:gd name="T7" fmla="*/ 39 h 40"/>
                <a:gd name="T8" fmla="*/ 50 w 69"/>
                <a:gd name="T9" fmla="*/ 33 h 40"/>
                <a:gd name="T10" fmla="*/ 0 w 69"/>
                <a:gd name="T11" fmla="*/ 0 h 40"/>
                <a:gd name="T12" fmla="*/ 0 w 69"/>
                <a:gd name="T13" fmla="*/ 0 h 40"/>
                <a:gd name="T14" fmla="*/ 0 60000 65536"/>
                <a:gd name="T15" fmla="*/ 0 60000 65536"/>
                <a:gd name="T16" fmla="*/ 0 60000 65536"/>
                <a:gd name="T17" fmla="*/ 0 60000 65536"/>
                <a:gd name="T18" fmla="*/ 0 60000 65536"/>
                <a:gd name="T19" fmla="*/ 0 60000 65536"/>
                <a:gd name="T20" fmla="*/ 0 60000 65536"/>
                <a:gd name="T21" fmla="*/ 0 w 69"/>
                <a:gd name="T22" fmla="*/ 0 h 40"/>
                <a:gd name="T23" fmla="*/ 69 w 69"/>
                <a:gd name="T24" fmla="*/ 40 h 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 h="40">
                  <a:moveTo>
                    <a:pt x="0" y="0"/>
                  </a:moveTo>
                  <a:lnTo>
                    <a:pt x="0" y="0"/>
                  </a:lnTo>
                  <a:lnTo>
                    <a:pt x="37" y="8"/>
                  </a:lnTo>
                  <a:lnTo>
                    <a:pt x="68" y="39"/>
                  </a:lnTo>
                  <a:lnTo>
                    <a:pt x="50" y="33"/>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8" name="Freeform 635">
              <a:extLst>
                <a:ext uri="{FF2B5EF4-FFF2-40B4-BE49-F238E27FC236}">
                  <a16:creationId xmlns:a16="http://schemas.microsoft.com/office/drawing/2014/main" id="{26D1DB65-5803-E919-4A23-4CEC338C634C}"/>
                </a:ext>
              </a:extLst>
            </p:cNvPr>
            <p:cNvSpPr>
              <a:spLocks/>
            </p:cNvSpPr>
            <p:nvPr/>
          </p:nvSpPr>
          <p:spPr bwMode="auto">
            <a:xfrm>
              <a:off x="1362" y="2165"/>
              <a:ext cx="144" cy="89"/>
            </a:xfrm>
            <a:custGeom>
              <a:avLst/>
              <a:gdLst>
                <a:gd name="T0" fmla="*/ 0 w 144"/>
                <a:gd name="T1" fmla="*/ 66 h 89"/>
                <a:gd name="T2" fmla="*/ 0 w 144"/>
                <a:gd name="T3" fmla="*/ 66 h 89"/>
                <a:gd name="T4" fmla="*/ 6 w 144"/>
                <a:gd name="T5" fmla="*/ 55 h 89"/>
                <a:gd name="T6" fmla="*/ 27 w 144"/>
                <a:gd name="T7" fmla="*/ 18 h 89"/>
                <a:gd name="T8" fmla="*/ 17 w 144"/>
                <a:gd name="T9" fmla="*/ 3 h 89"/>
                <a:gd name="T10" fmla="*/ 61 w 144"/>
                <a:gd name="T11" fmla="*/ 0 h 89"/>
                <a:gd name="T12" fmla="*/ 92 w 144"/>
                <a:gd name="T13" fmla="*/ 14 h 89"/>
                <a:gd name="T14" fmla="*/ 112 w 144"/>
                <a:gd name="T15" fmla="*/ 6 h 89"/>
                <a:gd name="T16" fmla="*/ 143 w 144"/>
                <a:gd name="T17" fmla="*/ 27 h 89"/>
                <a:gd name="T18" fmla="*/ 77 w 144"/>
                <a:gd name="T19" fmla="*/ 59 h 89"/>
                <a:gd name="T20" fmla="*/ 72 w 144"/>
                <a:gd name="T21" fmla="*/ 79 h 89"/>
                <a:gd name="T22" fmla="*/ 39 w 144"/>
                <a:gd name="T23" fmla="*/ 88 h 89"/>
                <a:gd name="T24" fmla="*/ 25 w 144"/>
                <a:gd name="T25" fmla="*/ 73 h 89"/>
                <a:gd name="T26" fmla="*/ 0 w 144"/>
                <a:gd name="T27" fmla="*/ 66 h 89"/>
                <a:gd name="T28" fmla="*/ 0 w 144"/>
                <a:gd name="T29" fmla="*/ 66 h 8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4"/>
                <a:gd name="T46" fmla="*/ 0 h 89"/>
                <a:gd name="T47" fmla="*/ 144 w 144"/>
                <a:gd name="T48" fmla="*/ 89 h 8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4" h="89">
                  <a:moveTo>
                    <a:pt x="0" y="66"/>
                  </a:moveTo>
                  <a:lnTo>
                    <a:pt x="0" y="66"/>
                  </a:lnTo>
                  <a:lnTo>
                    <a:pt x="6" y="55"/>
                  </a:lnTo>
                  <a:lnTo>
                    <a:pt x="27" y="18"/>
                  </a:lnTo>
                  <a:lnTo>
                    <a:pt x="17" y="3"/>
                  </a:lnTo>
                  <a:lnTo>
                    <a:pt x="61" y="0"/>
                  </a:lnTo>
                  <a:lnTo>
                    <a:pt x="92" y="14"/>
                  </a:lnTo>
                  <a:lnTo>
                    <a:pt x="112" y="6"/>
                  </a:lnTo>
                  <a:lnTo>
                    <a:pt x="143" y="27"/>
                  </a:lnTo>
                  <a:lnTo>
                    <a:pt x="77" y="59"/>
                  </a:lnTo>
                  <a:lnTo>
                    <a:pt x="72" y="79"/>
                  </a:lnTo>
                  <a:lnTo>
                    <a:pt x="39" y="88"/>
                  </a:lnTo>
                  <a:lnTo>
                    <a:pt x="25" y="73"/>
                  </a:lnTo>
                  <a:lnTo>
                    <a:pt x="0" y="6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9" name="Freeform 636">
              <a:extLst>
                <a:ext uri="{FF2B5EF4-FFF2-40B4-BE49-F238E27FC236}">
                  <a16:creationId xmlns:a16="http://schemas.microsoft.com/office/drawing/2014/main" id="{4DC9DFB4-FB75-3C8F-0C03-C66A1716BFE8}"/>
                </a:ext>
              </a:extLst>
            </p:cNvPr>
            <p:cNvSpPr>
              <a:spLocks/>
            </p:cNvSpPr>
            <p:nvPr/>
          </p:nvSpPr>
          <p:spPr bwMode="auto">
            <a:xfrm>
              <a:off x="1403" y="2082"/>
              <a:ext cx="101" cy="51"/>
            </a:xfrm>
            <a:custGeom>
              <a:avLst/>
              <a:gdLst>
                <a:gd name="T0" fmla="*/ 0 w 101"/>
                <a:gd name="T1" fmla="*/ 38 h 51"/>
                <a:gd name="T2" fmla="*/ 0 w 101"/>
                <a:gd name="T3" fmla="*/ 38 h 51"/>
                <a:gd name="T4" fmla="*/ 23 w 101"/>
                <a:gd name="T5" fmla="*/ 45 h 51"/>
                <a:gd name="T6" fmla="*/ 29 w 101"/>
                <a:gd name="T7" fmla="*/ 37 h 51"/>
                <a:gd name="T8" fmla="*/ 34 w 101"/>
                <a:gd name="T9" fmla="*/ 50 h 51"/>
                <a:gd name="T10" fmla="*/ 45 w 101"/>
                <a:gd name="T11" fmla="*/ 45 h 51"/>
                <a:gd name="T12" fmla="*/ 43 w 101"/>
                <a:gd name="T13" fmla="*/ 33 h 51"/>
                <a:gd name="T14" fmla="*/ 54 w 101"/>
                <a:gd name="T15" fmla="*/ 39 h 51"/>
                <a:gd name="T16" fmla="*/ 60 w 101"/>
                <a:gd name="T17" fmla="*/ 21 h 51"/>
                <a:gd name="T18" fmla="*/ 69 w 101"/>
                <a:gd name="T19" fmla="*/ 20 h 51"/>
                <a:gd name="T20" fmla="*/ 72 w 101"/>
                <a:gd name="T21" fmla="*/ 37 h 51"/>
                <a:gd name="T22" fmla="*/ 94 w 101"/>
                <a:gd name="T23" fmla="*/ 24 h 51"/>
                <a:gd name="T24" fmla="*/ 87 w 101"/>
                <a:gd name="T25" fmla="*/ 10 h 51"/>
                <a:gd name="T26" fmla="*/ 100 w 101"/>
                <a:gd name="T27" fmla="*/ 7 h 51"/>
                <a:gd name="T28" fmla="*/ 86 w 101"/>
                <a:gd name="T29" fmla="*/ 0 h 51"/>
                <a:gd name="T30" fmla="*/ 50 w 101"/>
                <a:gd name="T31" fmla="*/ 7 h 51"/>
                <a:gd name="T32" fmla="*/ 0 w 101"/>
                <a:gd name="T33" fmla="*/ 38 h 51"/>
                <a:gd name="T34" fmla="*/ 0 w 101"/>
                <a:gd name="T35" fmla="*/ 38 h 5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1"/>
                <a:gd name="T55" fmla="*/ 0 h 51"/>
                <a:gd name="T56" fmla="*/ 101 w 101"/>
                <a:gd name="T57" fmla="*/ 51 h 5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1" h="51">
                  <a:moveTo>
                    <a:pt x="0" y="38"/>
                  </a:moveTo>
                  <a:lnTo>
                    <a:pt x="0" y="38"/>
                  </a:lnTo>
                  <a:lnTo>
                    <a:pt x="23" y="45"/>
                  </a:lnTo>
                  <a:lnTo>
                    <a:pt x="29" y="37"/>
                  </a:lnTo>
                  <a:lnTo>
                    <a:pt x="34" y="50"/>
                  </a:lnTo>
                  <a:lnTo>
                    <a:pt x="45" y="45"/>
                  </a:lnTo>
                  <a:lnTo>
                    <a:pt x="43" y="33"/>
                  </a:lnTo>
                  <a:lnTo>
                    <a:pt x="54" y="39"/>
                  </a:lnTo>
                  <a:lnTo>
                    <a:pt x="60" y="21"/>
                  </a:lnTo>
                  <a:lnTo>
                    <a:pt x="69" y="20"/>
                  </a:lnTo>
                  <a:lnTo>
                    <a:pt x="72" y="37"/>
                  </a:lnTo>
                  <a:lnTo>
                    <a:pt x="94" y="24"/>
                  </a:lnTo>
                  <a:lnTo>
                    <a:pt x="87" y="10"/>
                  </a:lnTo>
                  <a:lnTo>
                    <a:pt x="100" y="7"/>
                  </a:lnTo>
                  <a:lnTo>
                    <a:pt x="86" y="0"/>
                  </a:lnTo>
                  <a:lnTo>
                    <a:pt x="50" y="7"/>
                  </a:lnTo>
                  <a:lnTo>
                    <a:pt x="0" y="3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0" name="Freeform 637">
              <a:extLst>
                <a:ext uri="{FF2B5EF4-FFF2-40B4-BE49-F238E27FC236}">
                  <a16:creationId xmlns:a16="http://schemas.microsoft.com/office/drawing/2014/main" id="{F85059D6-093B-5796-092E-CBFD1F6A41A3}"/>
                </a:ext>
              </a:extLst>
            </p:cNvPr>
            <p:cNvSpPr>
              <a:spLocks/>
            </p:cNvSpPr>
            <p:nvPr/>
          </p:nvSpPr>
          <p:spPr bwMode="auto">
            <a:xfrm>
              <a:off x="1457" y="2196"/>
              <a:ext cx="247" cy="122"/>
            </a:xfrm>
            <a:custGeom>
              <a:avLst/>
              <a:gdLst>
                <a:gd name="T0" fmla="*/ 0 w 247"/>
                <a:gd name="T1" fmla="*/ 39 h 122"/>
                <a:gd name="T2" fmla="*/ 0 w 247"/>
                <a:gd name="T3" fmla="*/ 39 h 122"/>
                <a:gd name="T4" fmla="*/ 12 w 247"/>
                <a:gd name="T5" fmla="*/ 29 h 122"/>
                <a:gd name="T6" fmla="*/ 6 w 247"/>
                <a:gd name="T7" fmla="*/ 24 h 122"/>
                <a:gd name="T8" fmla="*/ 35 w 247"/>
                <a:gd name="T9" fmla="*/ 7 h 122"/>
                <a:gd name="T10" fmla="*/ 59 w 247"/>
                <a:gd name="T11" fmla="*/ 0 h 122"/>
                <a:gd name="T12" fmla="*/ 67 w 247"/>
                <a:gd name="T13" fmla="*/ 13 h 122"/>
                <a:gd name="T14" fmla="*/ 59 w 247"/>
                <a:gd name="T15" fmla="*/ 20 h 122"/>
                <a:gd name="T16" fmla="*/ 81 w 247"/>
                <a:gd name="T17" fmla="*/ 10 h 122"/>
                <a:gd name="T18" fmla="*/ 105 w 247"/>
                <a:gd name="T19" fmla="*/ 18 h 122"/>
                <a:gd name="T20" fmla="*/ 96 w 247"/>
                <a:gd name="T21" fmla="*/ 27 h 122"/>
                <a:gd name="T22" fmla="*/ 124 w 247"/>
                <a:gd name="T23" fmla="*/ 21 h 122"/>
                <a:gd name="T24" fmla="*/ 116 w 247"/>
                <a:gd name="T25" fmla="*/ 11 h 122"/>
                <a:gd name="T26" fmla="*/ 127 w 247"/>
                <a:gd name="T27" fmla="*/ 12 h 122"/>
                <a:gd name="T28" fmla="*/ 149 w 247"/>
                <a:gd name="T29" fmla="*/ 44 h 122"/>
                <a:gd name="T30" fmla="*/ 157 w 247"/>
                <a:gd name="T31" fmla="*/ 37 h 122"/>
                <a:gd name="T32" fmla="*/ 148 w 247"/>
                <a:gd name="T33" fmla="*/ 1 h 122"/>
                <a:gd name="T34" fmla="*/ 166 w 247"/>
                <a:gd name="T35" fmla="*/ 2 h 122"/>
                <a:gd name="T36" fmla="*/ 186 w 247"/>
                <a:gd name="T37" fmla="*/ 14 h 122"/>
                <a:gd name="T38" fmla="*/ 197 w 247"/>
                <a:gd name="T39" fmla="*/ 58 h 122"/>
                <a:gd name="T40" fmla="*/ 246 w 247"/>
                <a:gd name="T41" fmla="*/ 80 h 122"/>
                <a:gd name="T42" fmla="*/ 245 w 247"/>
                <a:gd name="T43" fmla="*/ 91 h 122"/>
                <a:gd name="T44" fmla="*/ 232 w 247"/>
                <a:gd name="T45" fmla="*/ 86 h 122"/>
                <a:gd name="T46" fmla="*/ 217 w 247"/>
                <a:gd name="T47" fmla="*/ 94 h 122"/>
                <a:gd name="T48" fmla="*/ 238 w 247"/>
                <a:gd name="T49" fmla="*/ 104 h 122"/>
                <a:gd name="T50" fmla="*/ 219 w 247"/>
                <a:gd name="T51" fmla="*/ 114 h 122"/>
                <a:gd name="T52" fmla="*/ 187 w 247"/>
                <a:gd name="T53" fmla="*/ 109 h 122"/>
                <a:gd name="T54" fmla="*/ 169 w 247"/>
                <a:gd name="T55" fmla="*/ 97 h 122"/>
                <a:gd name="T56" fmla="*/ 128 w 247"/>
                <a:gd name="T57" fmla="*/ 117 h 122"/>
                <a:gd name="T58" fmla="*/ 78 w 247"/>
                <a:gd name="T59" fmla="*/ 121 h 122"/>
                <a:gd name="T60" fmla="*/ 68 w 247"/>
                <a:gd name="T61" fmla="*/ 102 h 122"/>
                <a:gd name="T62" fmla="*/ 40 w 247"/>
                <a:gd name="T63" fmla="*/ 100 h 122"/>
                <a:gd name="T64" fmla="*/ 22 w 247"/>
                <a:gd name="T65" fmla="*/ 84 h 122"/>
                <a:gd name="T66" fmla="*/ 93 w 247"/>
                <a:gd name="T67" fmla="*/ 74 h 122"/>
                <a:gd name="T68" fmla="*/ 19 w 247"/>
                <a:gd name="T69" fmla="*/ 69 h 122"/>
                <a:gd name="T70" fmla="*/ 9 w 247"/>
                <a:gd name="T71" fmla="*/ 59 h 122"/>
                <a:gd name="T72" fmla="*/ 47 w 247"/>
                <a:gd name="T73" fmla="*/ 48 h 122"/>
                <a:gd name="T74" fmla="*/ 12 w 247"/>
                <a:gd name="T75" fmla="*/ 49 h 122"/>
                <a:gd name="T76" fmla="*/ 15 w 247"/>
                <a:gd name="T77" fmla="*/ 44 h 122"/>
                <a:gd name="T78" fmla="*/ 0 w 247"/>
                <a:gd name="T79" fmla="*/ 39 h 122"/>
                <a:gd name="T80" fmla="*/ 0 w 247"/>
                <a:gd name="T81" fmla="*/ 39 h 12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47"/>
                <a:gd name="T124" fmla="*/ 0 h 122"/>
                <a:gd name="T125" fmla="*/ 247 w 247"/>
                <a:gd name="T126" fmla="*/ 122 h 12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47" h="122">
                  <a:moveTo>
                    <a:pt x="0" y="39"/>
                  </a:moveTo>
                  <a:lnTo>
                    <a:pt x="0" y="39"/>
                  </a:lnTo>
                  <a:lnTo>
                    <a:pt x="12" y="29"/>
                  </a:lnTo>
                  <a:lnTo>
                    <a:pt x="6" y="24"/>
                  </a:lnTo>
                  <a:lnTo>
                    <a:pt x="35" y="7"/>
                  </a:lnTo>
                  <a:lnTo>
                    <a:pt x="59" y="0"/>
                  </a:lnTo>
                  <a:lnTo>
                    <a:pt x="67" y="13"/>
                  </a:lnTo>
                  <a:lnTo>
                    <a:pt x="59" y="20"/>
                  </a:lnTo>
                  <a:lnTo>
                    <a:pt x="81" y="10"/>
                  </a:lnTo>
                  <a:lnTo>
                    <a:pt x="105" y="18"/>
                  </a:lnTo>
                  <a:lnTo>
                    <a:pt x="96" y="27"/>
                  </a:lnTo>
                  <a:lnTo>
                    <a:pt x="124" y="21"/>
                  </a:lnTo>
                  <a:lnTo>
                    <a:pt x="116" y="11"/>
                  </a:lnTo>
                  <a:lnTo>
                    <a:pt x="127" y="12"/>
                  </a:lnTo>
                  <a:lnTo>
                    <a:pt x="149" y="44"/>
                  </a:lnTo>
                  <a:lnTo>
                    <a:pt x="157" y="37"/>
                  </a:lnTo>
                  <a:lnTo>
                    <a:pt x="148" y="1"/>
                  </a:lnTo>
                  <a:lnTo>
                    <a:pt x="166" y="2"/>
                  </a:lnTo>
                  <a:lnTo>
                    <a:pt x="186" y="14"/>
                  </a:lnTo>
                  <a:lnTo>
                    <a:pt x="197" y="58"/>
                  </a:lnTo>
                  <a:lnTo>
                    <a:pt x="246" y="80"/>
                  </a:lnTo>
                  <a:lnTo>
                    <a:pt x="245" y="91"/>
                  </a:lnTo>
                  <a:lnTo>
                    <a:pt x="232" y="86"/>
                  </a:lnTo>
                  <a:lnTo>
                    <a:pt x="217" y="94"/>
                  </a:lnTo>
                  <a:lnTo>
                    <a:pt x="238" y="104"/>
                  </a:lnTo>
                  <a:lnTo>
                    <a:pt x="219" y="114"/>
                  </a:lnTo>
                  <a:lnTo>
                    <a:pt x="187" y="109"/>
                  </a:lnTo>
                  <a:lnTo>
                    <a:pt x="169" y="97"/>
                  </a:lnTo>
                  <a:lnTo>
                    <a:pt x="128" y="117"/>
                  </a:lnTo>
                  <a:lnTo>
                    <a:pt x="78" y="121"/>
                  </a:lnTo>
                  <a:lnTo>
                    <a:pt x="68" y="102"/>
                  </a:lnTo>
                  <a:lnTo>
                    <a:pt x="40" y="100"/>
                  </a:lnTo>
                  <a:lnTo>
                    <a:pt x="22" y="84"/>
                  </a:lnTo>
                  <a:lnTo>
                    <a:pt x="93" y="74"/>
                  </a:lnTo>
                  <a:lnTo>
                    <a:pt x="19" y="69"/>
                  </a:lnTo>
                  <a:lnTo>
                    <a:pt x="9" y="59"/>
                  </a:lnTo>
                  <a:lnTo>
                    <a:pt x="47" y="48"/>
                  </a:lnTo>
                  <a:lnTo>
                    <a:pt x="12" y="49"/>
                  </a:lnTo>
                  <a:lnTo>
                    <a:pt x="15" y="44"/>
                  </a:lnTo>
                  <a:lnTo>
                    <a:pt x="0" y="3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1" name="Freeform 638">
              <a:extLst>
                <a:ext uri="{FF2B5EF4-FFF2-40B4-BE49-F238E27FC236}">
                  <a16:creationId xmlns:a16="http://schemas.microsoft.com/office/drawing/2014/main" id="{61D7F557-28F9-BBF8-9391-7ACFE485B261}"/>
                </a:ext>
              </a:extLst>
            </p:cNvPr>
            <p:cNvSpPr>
              <a:spLocks/>
            </p:cNvSpPr>
            <p:nvPr/>
          </p:nvSpPr>
          <p:spPr bwMode="auto">
            <a:xfrm>
              <a:off x="1475" y="2101"/>
              <a:ext cx="168" cy="68"/>
            </a:xfrm>
            <a:custGeom>
              <a:avLst/>
              <a:gdLst>
                <a:gd name="T0" fmla="*/ 0 w 168"/>
                <a:gd name="T1" fmla="*/ 44 h 68"/>
                <a:gd name="T2" fmla="*/ 0 w 168"/>
                <a:gd name="T3" fmla="*/ 44 h 68"/>
                <a:gd name="T4" fmla="*/ 6 w 168"/>
                <a:gd name="T5" fmla="*/ 38 h 68"/>
                <a:gd name="T6" fmla="*/ 34 w 168"/>
                <a:gd name="T7" fmla="*/ 32 h 68"/>
                <a:gd name="T8" fmla="*/ 6 w 168"/>
                <a:gd name="T9" fmla="*/ 33 h 68"/>
                <a:gd name="T10" fmla="*/ 39 w 168"/>
                <a:gd name="T11" fmla="*/ 27 h 68"/>
                <a:gd name="T12" fmla="*/ 12 w 168"/>
                <a:gd name="T13" fmla="*/ 27 h 68"/>
                <a:gd name="T14" fmla="*/ 14 w 168"/>
                <a:gd name="T15" fmla="*/ 19 h 68"/>
                <a:gd name="T16" fmla="*/ 40 w 168"/>
                <a:gd name="T17" fmla="*/ 19 h 68"/>
                <a:gd name="T18" fmla="*/ 22 w 168"/>
                <a:gd name="T19" fmla="*/ 17 h 68"/>
                <a:gd name="T20" fmla="*/ 36 w 168"/>
                <a:gd name="T21" fmla="*/ 10 h 68"/>
                <a:gd name="T22" fmla="*/ 70 w 168"/>
                <a:gd name="T23" fmla="*/ 19 h 68"/>
                <a:gd name="T24" fmla="*/ 87 w 168"/>
                <a:gd name="T25" fmla="*/ 36 h 68"/>
                <a:gd name="T26" fmla="*/ 118 w 168"/>
                <a:gd name="T27" fmla="*/ 37 h 68"/>
                <a:gd name="T28" fmla="*/ 106 w 168"/>
                <a:gd name="T29" fmla="*/ 27 h 68"/>
                <a:gd name="T30" fmla="*/ 113 w 168"/>
                <a:gd name="T31" fmla="*/ 20 h 68"/>
                <a:gd name="T32" fmla="*/ 99 w 168"/>
                <a:gd name="T33" fmla="*/ 12 h 68"/>
                <a:gd name="T34" fmla="*/ 121 w 168"/>
                <a:gd name="T35" fmla="*/ 0 h 68"/>
                <a:gd name="T36" fmla="*/ 131 w 168"/>
                <a:gd name="T37" fmla="*/ 14 h 68"/>
                <a:gd name="T38" fmla="*/ 124 w 168"/>
                <a:gd name="T39" fmla="*/ 21 h 68"/>
                <a:gd name="T40" fmla="*/ 136 w 168"/>
                <a:gd name="T41" fmla="*/ 23 h 68"/>
                <a:gd name="T42" fmla="*/ 132 w 168"/>
                <a:gd name="T43" fmla="*/ 31 h 68"/>
                <a:gd name="T44" fmla="*/ 147 w 168"/>
                <a:gd name="T45" fmla="*/ 33 h 68"/>
                <a:gd name="T46" fmla="*/ 156 w 168"/>
                <a:gd name="T47" fmla="*/ 23 h 68"/>
                <a:gd name="T48" fmla="*/ 167 w 168"/>
                <a:gd name="T49" fmla="*/ 35 h 68"/>
                <a:gd name="T50" fmla="*/ 158 w 168"/>
                <a:gd name="T51" fmla="*/ 50 h 68"/>
                <a:gd name="T52" fmla="*/ 122 w 168"/>
                <a:gd name="T53" fmla="*/ 49 h 68"/>
                <a:gd name="T54" fmla="*/ 67 w 168"/>
                <a:gd name="T55" fmla="*/ 67 h 68"/>
                <a:gd name="T56" fmla="*/ 45 w 168"/>
                <a:gd name="T57" fmla="*/ 57 h 68"/>
                <a:gd name="T58" fmla="*/ 91 w 168"/>
                <a:gd name="T59" fmla="*/ 42 h 68"/>
                <a:gd name="T60" fmla="*/ 51 w 168"/>
                <a:gd name="T61" fmla="*/ 51 h 68"/>
                <a:gd name="T62" fmla="*/ 58 w 168"/>
                <a:gd name="T63" fmla="*/ 39 h 68"/>
                <a:gd name="T64" fmla="*/ 38 w 168"/>
                <a:gd name="T65" fmla="*/ 52 h 68"/>
                <a:gd name="T66" fmla="*/ 14 w 168"/>
                <a:gd name="T67" fmla="*/ 49 h 68"/>
                <a:gd name="T68" fmla="*/ 0 w 168"/>
                <a:gd name="T69" fmla="*/ 44 h 68"/>
                <a:gd name="T70" fmla="*/ 0 w 168"/>
                <a:gd name="T71" fmla="*/ 44 h 6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68"/>
                <a:gd name="T109" fmla="*/ 0 h 68"/>
                <a:gd name="T110" fmla="*/ 168 w 168"/>
                <a:gd name="T111" fmla="*/ 68 h 6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68" h="68">
                  <a:moveTo>
                    <a:pt x="0" y="44"/>
                  </a:moveTo>
                  <a:lnTo>
                    <a:pt x="0" y="44"/>
                  </a:lnTo>
                  <a:lnTo>
                    <a:pt x="6" y="38"/>
                  </a:lnTo>
                  <a:lnTo>
                    <a:pt x="34" y="32"/>
                  </a:lnTo>
                  <a:lnTo>
                    <a:pt x="6" y="33"/>
                  </a:lnTo>
                  <a:lnTo>
                    <a:pt x="39" y="27"/>
                  </a:lnTo>
                  <a:lnTo>
                    <a:pt x="12" y="27"/>
                  </a:lnTo>
                  <a:lnTo>
                    <a:pt x="14" y="19"/>
                  </a:lnTo>
                  <a:lnTo>
                    <a:pt x="40" y="19"/>
                  </a:lnTo>
                  <a:lnTo>
                    <a:pt x="22" y="17"/>
                  </a:lnTo>
                  <a:lnTo>
                    <a:pt x="36" y="10"/>
                  </a:lnTo>
                  <a:lnTo>
                    <a:pt x="70" y="19"/>
                  </a:lnTo>
                  <a:lnTo>
                    <a:pt x="87" y="36"/>
                  </a:lnTo>
                  <a:lnTo>
                    <a:pt x="118" y="37"/>
                  </a:lnTo>
                  <a:lnTo>
                    <a:pt x="106" y="27"/>
                  </a:lnTo>
                  <a:lnTo>
                    <a:pt x="113" y="20"/>
                  </a:lnTo>
                  <a:lnTo>
                    <a:pt x="99" y="12"/>
                  </a:lnTo>
                  <a:lnTo>
                    <a:pt x="121" y="0"/>
                  </a:lnTo>
                  <a:lnTo>
                    <a:pt x="131" y="14"/>
                  </a:lnTo>
                  <a:lnTo>
                    <a:pt x="124" y="21"/>
                  </a:lnTo>
                  <a:lnTo>
                    <a:pt x="136" y="23"/>
                  </a:lnTo>
                  <a:lnTo>
                    <a:pt x="132" y="31"/>
                  </a:lnTo>
                  <a:lnTo>
                    <a:pt x="147" y="33"/>
                  </a:lnTo>
                  <a:lnTo>
                    <a:pt x="156" y="23"/>
                  </a:lnTo>
                  <a:lnTo>
                    <a:pt x="167" y="35"/>
                  </a:lnTo>
                  <a:lnTo>
                    <a:pt x="158" y="50"/>
                  </a:lnTo>
                  <a:lnTo>
                    <a:pt x="122" y="49"/>
                  </a:lnTo>
                  <a:lnTo>
                    <a:pt x="67" y="67"/>
                  </a:lnTo>
                  <a:lnTo>
                    <a:pt x="45" y="57"/>
                  </a:lnTo>
                  <a:lnTo>
                    <a:pt x="91" y="42"/>
                  </a:lnTo>
                  <a:lnTo>
                    <a:pt x="51" y="51"/>
                  </a:lnTo>
                  <a:lnTo>
                    <a:pt x="58" y="39"/>
                  </a:lnTo>
                  <a:lnTo>
                    <a:pt x="38" y="52"/>
                  </a:lnTo>
                  <a:lnTo>
                    <a:pt x="14" y="49"/>
                  </a:lnTo>
                  <a:lnTo>
                    <a:pt x="0" y="4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2" name="Freeform 639">
              <a:extLst>
                <a:ext uri="{FF2B5EF4-FFF2-40B4-BE49-F238E27FC236}">
                  <a16:creationId xmlns:a16="http://schemas.microsoft.com/office/drawing/2014/main" id="{DFD42EB3-EAE6-E363-D909-4141E8685379}"/>
                </a:ext>
              </a:extLst>
            </p:cNvPr>
            <p:cNvSpPr>
              <a:spLocks/>
            </p:cNvSpPr>
            <p:nvPr/>
          </p:nvSpPr>
          <p:spPr bwMode="auto">
            <a:xfrm>
              <a:off x="1641" y="2031"/>
              <a:ext cx="87" cy="43"/>
            </a:xfrm>
            <a:custGeom>
              <a:avLst/>
              <a:gdLst>
                <a:gd name="T0" fmla="*/ 0 w 87"/>
                <a:gd name="T1" fmla="*/ 0 h 43"/>
                <a:gd name="T2" fmla="*/ 0 w 87"/>
                <a:gd name="T3" fmla="*/ 0 h 43"/>
                <a:gd name="T4" fmla="*/ 7 w 87"/>
                <a:gd name="T5" fmla="*/ 15 h 43"/>
                <a:gd name="T6" fmla="*/ 28 w 87"/>
                <a:gd name="T7" fmla="*/ 15 h 43"/>
                <a:gd name="T8" fmla="*/ 21 w 87"/>
                <a:gd name="T9" fmla="*/ 18 h 43"/>
                <a:gd name="T10" fmla="*/ 26 w 87"/>
                <a:gd name="T11" fmla="*/ 23 h 43"/>
                <a:gd name="T12" fmla="*/ 8 w 87"/>
                <a:gd name="T13" fmla="*/ 25 h 43"/>
                <a:gd name="T14" fmla="*/ 38 w 87"/>
                <a:gd name="T15" fmla="*/ 31 h 43"/>
                <a:gd name="T16" fmla="*/ 86 w 87"/>
                <a:gd name="T17" fmla="*/ 42 h 43"/>
                <a:gd name="T18" fmla="*/ 79 w 87"/>
                <a:gd name="T19" fmla="*/ 17 h 43"/>
                <a:gd name="T20" fmla="*/ 44 w 87"/>
                <a:gd name="T21" fmla="*/ 3 h 43"/>
                <a:gd name="T22" fmla="*/ 33 w 87"/>
                <a:gd name="T23" fmla="*/ 9 h 43"/>
                <a:gd name="T24" fmla="*/ 30 w 87"/>
                <a:gd name="T25" fmla="*/ 0 h 43"/>
                <a:gd name="T26" fmla="*/ 0 w 87"/>
                <a:gd name="T27" fmla="*/ 0 h 43"/>
                <a:gd name="T28" fmla="*/ 0 w 87"/>
                <a:gd name="T29" fmla="*/ 0 h 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7"/>
                <a:gd name="T46" fmla="*/ 0 h 43"/>
                <a:gd name="T47" fmla="*/ 87 w 87"/>
                <a:gd name="T48" fmla="*/ 43 h 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7" h="43">
                  <a:moveTo>
                    <a:pt x="0" y="0"/>
                  </a:moveTo>
                  <a:lnTo>
                    <a:pt x="0" y="0"/>
                  </a:lnTo>
                  <a:lnTo>
                    <a:pt x="7" y="15"/>
                  </a:lnTo>
                  <a:lnTo>
                    <a:pt x="28" y="15"/>
                  </a:lnTo>
                  <a:lnTo>
                    <a:pt x="21" y="18"/>
                  </a:lnTo>
                  <a:lnTo>
                    <a:pt x="26" y="23"/>
                  </a:lnTo>
                  <a:lnTo>
                    <a:pt x="8" y="25"/>
                  </a:lnTo>
                  <a:lnTo>
                    <a:pt x="38" y="31"/>
                  </a:lnTo>
                  <a:lnTo>
                    <a:pt x="86" y="42"/>
                  </a:lnTo>
                  <a:lnTo>
                    <a:pt x="79" y="17"/>
                  </a:lnTo>
                  <a:lnTo>
                    <a:pt x="44" y="3"/>
                  </a:lnTo>
                  <a:lnTo>
                    <a:pt x="33" y="9"/>
                  </a:lnTo>
                  <a:lnTo>
                    <a:pt x="30" y="0"/>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3" name="Freeform 640">
              <a:extLst>
                <a:ext uri="{FF2B5EF4-FFF2-40B4-BE49-F238E27FC236}">
                  <a16:creationId xmlns:a16="http://schemas.microsoft.com/office/drawing/2014/main" id="{20CD1F3E-E90A-B2AC-6439-1979BE84047D}"/>
                </a:ext>
              </a:extLst>
            </p:cNvPr>
            <p:cNvSpPr>
              <a:spLocks/>
            </p:cNvSpPr>
            <p:nvPr/>
          </p:nvSpPr>
          <p:spPr bwMode="auto">
            <a:xfrm>
              <a:off x="1681" y="2110"/>
              <a:ext cx="70" cy="43"/>
            </a:xfrm>
            <a:custGeom>
              <a:avLst/>
              <a:gdLst>
                <a:gd name="T0" fmla="*/ 0 w 70"/>
                <a:gd name="T1" fmla="*/ 28 h 43"/>
                <a:gd name="T2" fmla="*/ 0 w 70"/>
                <a:gd name="T3" fmla="*/ 28 h 43"/>
                <a:gd name="T4" fmla="*/ 8 w 70"/>
                <a:gd name="T5" fmla="*/ 18 h 43"/>
                <a:gd name="T6" fmla="*/ 21 w 70"/>
                <a:gd name="T7" fmla="*/ 19 h 43"/>
                <a:gd name="T8" fmla="*/ 4 w 70"/>
                <a:gd name="T9" fmla="*/ 9 h 43"/>
                <a:gd name="T10" fmla="*/ 8 w 70"/>
                <a:gd name="T11" fmla="*/ 3 h 43"/>
                <a:gd name="T12" fmla="*/ 36 w 70"/>
                <a:gd name="T13" fmla="*/ 17 h 43"/>
                <a:gd name="T14" fmla="*/ 20 w 70"/>
                <a:gd name="T15" fmla="*/ 2 h 43"/>
                <a:gd name="T16" fmla="*/ 62 w 70"/>
                <a:gd name="T17" fmla="*/ 0 h 43"/>
                <a:gd name="T18" fmla="*/ 69 w 70"/>
                <a:gd name="T19" fmla="*/ 31 h 43"/>
                <a:gd name="T20" fmla="*/ 61 w 70"/>
                <a:gd name="T21" fmla="*/ 26 h 43"/>
                <a:gd name="T22" fmla="*/ 60 w 70"/>
                <a:gd name="T23" fmla="*/ 42 h 43"/>
                <a:gd name="T24" fmla="*/ 27 w 70"/>
                <a:gd name="T25" fmla="*/ 41 h 43"/>
                <a:gd name="T26" fmla="*/ 33 w 70"/>
                <a:gd name="T27" fmla="*/ 36 h 43"/>
                <a:gd name="T28" fmla="*/ 24 w 70"/>
                <a:gd name="T29" fmla="*/ 30 h 43"/>
                <a:gd name="T30" fmla="*/ 48 w 70"/>
                <a:gd name="T31" fmla="*/ 22 h 43"/>
                <a:gd name="T32" fmla="*/ 0 w 70"/>
                <a:gd name="T33" fmla="*/ 28 h 43"/>
                <a:gd name="T34" fmla="*/ 0 w 70"/>
                <a:gd name="T35" fmla="*/ 28 h 4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0"/>
                <a:gd name="T55" fmla="*/ 0 h 43"/>
                <a:gd name="T56" fmla="*/ 70 w 70"/>
                <a:gd name="T57" fmla="*/ 43 h 4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0" h="43">
                  <a:moveTo>
                    <a:pt x="0" y="28"/>
                  </a:moveTo>
                  <a:lnTo>
                    <a:pt x="0" y="28"/>
                  </a:lnTo>
                  <a:lnTo>
                    <a:pt x="8" y="18"/>
                  </a:lnTo>
                  <a:lnTo>
                    <a:pt x="21" y="19"/>
                  </a:lnTo>
                  <a:lnTo>
                    <a:pt x="4" y="9"/>
                  </a:lnTo>
                  <a:lnTo>
                    <a:pt x="8" y="3"/>
                  </a:lnTo>
                  <a:lnTo>
                    <a:pt x="36" y="17"/>
                  </a:lnTo>
                  <a:lnTo>
                    <a:pt x="20" y="2"/>
                  </a:lnTo>
                  <a:lnTo>
                    <a:pt x="62" y="0"/>
                  </a:lnTo>
                  <a:lnTo>
                    <a:pt x="69" y="31"/>
                  </a:lnTo>
                  <a:lnTo>
                    <a:pt x="61" y="26"/>
                  </a:lnTo>
                  <a:lnTo>
                    <a:pt x="60" y="42"/>
                  </a:lnTo>
                  <a:lnTo>
                    <a:pt x="27" y="41"/>
                  </a:lnTo>
                  <a:lnTo>
                    <a:pt x="33" y="36"/>
                  </a:lnTo>
                  <a:lnTo>
                    <a:pt x="24" y="30"/>
                  </a:lnTo>
                  <a:lnTo>
                    <a:pt x="48" y="22"/>
                  </a:lnTo>
                  <a:lnTo>
                    <a:pt x="0" y="2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4" name="Freeform 641">
              <a:extLst>
                <a:ext uri="{FF2B5EF4-FFF2-40B4-BE49-F238E27FC236}">
                  <a16:creationId xmlns:a16="http://schemas.microsoft.com/office/drawing/2014/main" id="{C768CAF1-D873-E4BA-1AC4-23EDAEFAC93B}"/>
                </a:ext>
              </a:extLst>
            </p:cNvPr>
            <p:cNvSpPr>
              <a:spLocks/>
            </p:cNvSpPr>
            <p:nvPr/>
          </p:nvSpPr>
          <p:spPr bwMode="auto">
            <a:xfrm>
              <a:off x="1683" y="2183"/>
              <a:ext cx="82" cy="67"/>
            </a:xfrm>
            <a:custGeom>
              <a:avLst/>
              <a:gdLst>
                <a:gd name="T0" fmla="*/ 0 w 82"/>
                <a:gd name="T1" fmla="*/ 33 h 67"/>
                <a:gd name="T2" fmla="*/ 0 w 82"/>
                <a:gd name="T3" fmla="*/ 33 h 67"/>
                <a:gd name="T4" fmla="*/ 4 w 82"/>
                <a:gd name="T5" fmla="*/ 24 h 67"/>
                <a:gd name="T6" fmla="*/ 31 w 82"/>
                <a:gd name="T7" fmla="*/ 29 h 67"/>
                <a:gd name="T8" fmla="*/ 27 w 82"/>
                <a:gd name="T9" fmla="*/ 19 h 67"/>
                <a:gd name="T10" fmla="*/ 34 w 82"/>
                <a:gd name="T11" fmla="*/ 19 h 67"/>
                <a:gd name="T12" fmla="*/ 16 w 82"/>
                <a:gd name="T13" fmla="*/ 14 h 67"/>
                <a:gd name="T14" fmla="*/ 25 w 82"/>
                <a:gd name="T15" fmla="*/ 11 h 67"/>
                <a:gd name="T16" fmla="*/ 17 w 82"/>
                <a:gd name="T17" fmla="*/ 5 h 67"/>
                <a:gd name="T18" fmla="*/ 68 w 82"/>
                <a:gd name="T19" fmla="*/ 0 h 67"/>
                <a:gd name="T20" fmla="*/ 70 w 82"/>
                <a:gd name="T21" fmla="*/ 14 h 67"/>
                <a:gd name="T22" fmla="*/ 54 w 82"/>
                <a:gd name="T23" fmla="*/ 26 h 67"/>
                <a:gd name="T24" fmla="*/ 78 w 82"/>
                <a:gd name="T25" fmla="*/ 29 h 67"/>
                <a:gd name="T26" fmla="*/ 81 w 82"/>
                <a:gd name="T27" fmla="*/ 53 h 67"/>
                <a:gd name="T28" fmla="*/ 46 w 82"/>
                <a:gd name="T29" fmla="*/ 66 h 67"/>
                <a:gd name="T30" fmla="*/ 31 w 82"/>
                <a:gd name="T31" fmla="*/ 47 h 67"/>
                <a:gd name="T32" fmla="*/ 0 w 82"/>
                <a:gd name="T33" fmla="*/ 33 h 67"/>
                <a:gd name="T34" fmla="*/ 0 w 82"/>
                <a:gd name="T35" fmla="*/ 33 h 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2"/>
                <a:gd name="T55" fmla="*/ 0 h 67"/>
                <a:gd name="T56" fmla="*/ 82 w 82"/>
                <a:gd name="T57" fmla="*/ 67 h 6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2" h="67">
                  <a:moveTo>
                    <a:pt x="0" y="33"/>
                  </a:moveTo>
                  <a:lnTo>
                    <a:pt x="0" y="33"/>
                  </a:lnTo>
                  <a:lnTo>
                    <a:pt x="4" y="24"/>
                  </a:lnTo>
                  <a:lnTo>
                    <a:pt x="31" y="29"/>
                  </a:lnTo>
                  <a:lnTo>
                    <a:pt x="27" y="19"/>
                  </a:lnTo>
                  <a:lnTo>
                    <a:pt x="34" y="19"/>
                  </a:lnTo>
                  <a:lnTo>
                    <a:pt x="16" y="14"/>
                  </a:lnTo>
                  <a:lnTo>
                    <a:pt x="25" y="11"/>
                  </a:lnTo>
                  <a:lnTo>
                    <a:pt x="17" y="5"/>
                  </a:lnTo>
                  <a:lnTo>
                    <a:pt x="68" y="0"/>
                  </a:lnTo>
                  <a:lnTo>
                    <a:pt x="70" y="14"/>
                  </a:lnTo>
                  <a:lnTo>
                    <a:pt x="54" y="26"/>
                  </a:lnTo>
                  <a:lnTo>
                    <a:pt x="78" y="29"/>
                  </a:lnTo>
                  <a:lnTo>
                    <a:pt x="81" y="53"/>
                  </a:lnTo>
                  <a:lnTo>
                    <a:pt x="46" y="66"/>
                  </a:lnTo>
                  <a:lnTo>
                    <a:pt x="31" y="47"/>
                  </a:lnTo>
                  <a:lnTo>
                    <a:pt x="0" y="33"/>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5" name="Freeform 642">
              <a:extLst>
                <a:ext uri="{FF2B5EF4-FFF2-40B4-BE49-F238E27FC236}">
                  <a16:creationId xmlns:a16="http://schemas.microsoft.com/office/drawing/2014/main" id="{5DC733A9-CD76-55FC-3C61-6B3C3929E517}"/>
                </a:ext>
              </a:extLst>
            </p:cNvPr>
            <p:cNvSpPr>
              <a:spLocks/>
            </p:cNvSpPr>
            <p:nvPr/>
          </p:nvSpPr>
          <p:spPr bwMode="auto">
            <a:xfrm>
              <a:off x="1740" y="2042"/>
              <a:ext cx="49" cy="34"/>
            </a:xfrm>
            <a:custGeom>
              <a:avLst/>
              <a:gdLst>
                <a:gd name="T0" fmla="*/ 0 w 49"/>
                <a:gd name="T1" fmla="*/ 0 h 34"/>
                <a:gd name="T2" fmla="*/ 0 w 49"/>
                <a:gd name="T3" fmla="*/ 0 h 34"/>
                <a:gd name="T4" fmla="*/ 5 w 49"/>
                <a:gd name="T5" fmla="*/ 20 h 34"/>
                <a:gd name="T6" fmla="*/ 20 w 49"/>
                <a:gd name="T7" fmla="*/ 21 h 34"/>
                <a:gd name="T8" fmla="*/ 7 w 49"/>
                <a:gd name="T9" fmla="*/ 24 h 34"/>
                <a:gd name="T10" fmla="*/ 14 w 49"/>
                <a:gd name="T11" fmla="*/ 33 h 34"/>
                <a:gd name="T12" fmla="*/ 44 w 49"/>
                <a:gd name="T13" fmla="*/ 28 h 34"/>
                <a:gd name="T14" fmla="*/ 48 w 49"/>
                <a:gd name="T15" fmla="*/ 16 h 34"/>
                <a:gd name="T16" fmla="*/ 0 w 49"/>
                <a:gd name="T17" fmla="*/ 0 h 34"/>
                <a:gd name="T18" fmla="*/ 0 w 49"/>
                <a:gd name="T19" fmla="*/ 0 h 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9"/>
                <a:gd name="T31" fmla="*/ 0 h 34"/>
                <a:gd name="T32" fmla="*/ 49 w 49"/>
                <a:gd name="T33" fmla="*/ 34 h 3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9" h="34">
                  <a:moveTo>
                    <a:pt x="0" y="0"/>
                  </a:moveTo>
                  <a:lnTo>
                    <a:pt x="0" y="0"/>
                  </a:lnTo>
                  <a:lnTo>
                    <a:pt x="5" y="20"/>
                  </a:lnTo>
                  <a:lnTo>
                    <a:pt x="20" y="21"/>
                  </a:lnTo>
                  <a:lnTo>
                    <a:pt x="7" y="24"/>
                  </a:lnTo>
                  <a:lnTo>
                    <a:pt x="14" y="33"/>
                  </a:lnTo>
                  <a:lnTo>
                    <a:pt x="44" y="28"/>
                  </a:lnTo>
                  <a:lnTo>
                    <a:pt x="48" y="16"/>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6" name="Freeform 643">
              <a:extLst>
                <a:ext uri="{FF2B5EF4-FFF2-40B4-BE49-F238E27FC236}">
                  <a16:creationId xmlns:a16="http://schemas.microsoft.com/office/drawing/2014/main" id="{0D84BCA1-6108-F823-1188-A4EF26CCFD27}"/>
                </a:ext>
              </a:extLst>
            </p:cNvPr>
            <p:cNvSpPr>
              <a:spLocks/>
            </p:cNvSpPr>
            <p:nvPr/>
          </p:nvSpPr>
          <p:spPr bwMode="auto">
            <a:xfrm>
              <a:off x="1757" y="2093"/>
              <a:ext cx="236" cy="76"/>
            </a:xfrm>
            <a:custGeom>
              <a:avLst/>
              <a:gdLst>
                <a:gd name="T0" fmla="*/ 0 w 236"/>
                <a:gd name="T1" fmla="*/ 12 h 76"/>
                <a:gd name="T2" fmla="*/ 0 w 236"/>
                <a:gd name="T3" fmla="*/ 12 h 76"/>
                <a:gd name="T4" fmla="*/ 15 w 236"/>
                <a:gd name="T5" fmla="*/ 0 h 76"/>
                <a:gd name="T6" fmla="*/ 35 w 236"/>
                <a:gd name="T7" fmla="*/ 7 h 76"/>
                <a:gd name="T8" fmla="*/ 49 w 236"/>
                <a:gd name="T9" fmla="*/ 12 h 76"/>
                <a:gd name="T10" fmla="*/ 45 w 236"/>
                <a:gd name="T11" fmla="*/ 21 h 76"/>
                <a:gd name="T12" fmla="*/ 72 w 236"/>
                <a:gd name="T13" fmla="*/ 13 h 76"/>
                <a:gd name="T14" fmla="*/ 89 w 236"/>
                <a:gd name="T15" fmla="*/ 21 h 76"/>
                <a:gd name="T16" fmla="*/ 75 w 236"/>
                <a:gd name="T17" fmla="*/ 21 h 76"/>
                <a:gd name="T18" fmla="*/ 105 w 236"/>
                <a:gd name="T19" fmla="*/ 26 h 76"/>
                <a:gd name="T20" fmla="*/ 72 w 236"/>
                <a:gd name="T21" fmla="*/ 28 h 76"/>
                <a:gd name="T22" fmla="*/ 89 w 236"/>
                <a:gd name="T23" fmla="*/ 34 h 76"/>
                <a:gd name="T24" fmla="*/ 76 w 236"/>
                <a:gd name="T25" fmla="*/ 40 h 76"/>
                <a:gd name="T26" fmla="*/ 93 w 236"/>
                <a:gd name="T27" fmla="*/ 35 h 76"/>
                <a:gd name="T28" fmla="*/ 107 w 236"/>
                <a:gd name="T29" fmla="*/ 49 h 76"/>
                <a:gd name="T30" fmla="*/ 111 w 236"/>
                <a:gd name="T31" fmla="*/ 43 h 76"/>
                <a:gd name="T32" fmla="*/ 154 w 236"/>
                <a:gd name="T33" fmla="*/ 49 h 76"/>
                <a:gd name="T34" fmla="*/ 199 w 236"/>
                <a:gd name="T35" fmla="*/ 35 h 76"/>
                <a:gd name="T36" fmla="*/ 235 w 236"/>
                <a:gd name="T37" fmla="*/ 52 h 76"/>
                <a:gd name="T38" fmla="*/ 224 w 236"/>
                <a:gd name="T39" fmla="*/ 59 h 76"/>
                <a:gd name="T40" fmla="*/ 228 w 236"/>
                <a:gd name="T41" fmla="*/ 72 h 76"/>
                <a:gd name="T42" fmla="*/ 206 w 236"/>
                <a:gd name="T43" fmla="*/ 75 h 76"/>
                <a:gd name="T44" fmla="*/ 182 w 236"/>
                <a:gd name="T45" fmla="*/ 63 h 76"/>
                <a:gd name="T46" fmla="*/ 182 w 236"/>
                <a:gd name="T47" fmla="*/ 72 h 76"/>
                <a:gd name="T48" fmla="*/ 169 w 236"/>
                <a:gd name="T49" fmla="*/ 73 h 76"/>
                <a:gd name="T50" fmla="*/ 116 w 236"/>
                <a:gd name="T51" fmla="*/ 75 h 76"/>
                <a:gd name="T52" fmla="*/ 111 w 236"/>
                <a:gd name="T53" fmla="*/ 64 h 76"/>
                <a:gd name="T54" fmla="*/ 98 w 236"/>
                <a:gd name="T55" fmla="*/ 73 h 76"/>
                <a:gd name="T56" fmla="*/ 82 w 236"/>
                <a:gd name="T57" fmla="*/ 64 h 76"/>
                <a:gd name="T58" fmla="*/ 71 w 236"/>
                <a:gd name="T59" fmla="*/ 71 h 76"/>
                <a:gd name="T60" fmla="*/ 51 w 236"/>
                <a:gd name="T61" fmla="*/ 22 h 76"/>
                <a:gd name="T62" fmla="*/ 26 w 236"/>
                <a:gd name="T63" fmla="*/ 27 h 76"/>
                <a:gd name="T64" fmla="*/ 0 w 236"/>
                <a:gd name="T65" fmla="*/ 12 h 76"/>
                <a:gd name="T66" fmla="*/ 0 w 236"/>
                <a:gd name="T67" fmla="*/ 12 h 7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36"/>
                <a:gd name="T103" fmla="*/ 0 h 76"/>
                <a:gd name="T104" fmla="*/ 236 w 236"/>
                <a:gd name="T105" fmla="*/ 76 h 7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36" h="76">
                  <a:moveTo>
                    <a:pt x="0" y="12"/>
                  </a:moveTo>
                  <a:lnTo>
                    <a:pt x="0" y="12"/>
                  </a:lnTo>
                  <a:lnTo>
                    <a:pt x="15" y="0"/>
                  </a:lnTo>
                  <a:lnTo>
                    <a:pt x="35" y="7"/>
                  </a:lnTo>
                  <a:lnTo>
                    <a:pt x="49" y="12"/>
                  </a:lnTo>
                  <a:lnTo>
                    <a:pt x="45" y="21"/>
                  </a:lnTo>
                  <a:lnTo>
                    <a:pt x="72" y="13"/>
                  </a:lnTo>
                  <a:lnTo>
                    <a:pt x="89" y="21"/>
                  </a:lnTo>
                  <a:lnTo>
                    <a:pt x="75" y="21"/>
                  </a:lnTo>
                  <a:lnTo>
                    <a:pt x="105" y="26"/>
                  </a:lnTo>
                  <a:lnTo>
                    <a:pt x="72" y="28"/>
                  </a:lnTo>
                  <a:lnTo>
                    <a:pt x="89" y="34"/>
                  </a:lnTo>
                  <a:lnTo>
                    <a:pt x="76" y="40"/>
                  </a:lnTo>
                  <a:lnTo>
                    <a:pt x="93" y="35"/>
                  </a:lnTo>
                  <a:lnTo>
                    <a:pt x="107" y="49"/>
                  </a:lnTo>
                  <a:lnTo>
                    <a:pt x="111" y="43"/>
                  </a:lnTo>
                  <a:lnTo>
                    <a:pt x="154" y="49"/>
                  </a:lnTo>
                  <a:lnTo>
                    <a:pt x="199" y="35"/>
                  </a:lnTo>
                  <a:lnTo>
                    <a:pt x="235" y="52"/>
                  </a:lnTo>
                  <a:lnTo>
                    <a:pt x="224" y="59"/>
                  </a:lnTo>
                  <a:lnTo>
                    <a:pt x="228" y="72"/>
                  </a:lnTo>
                  <a:lnTo>
                    <a:pt x="206" y="75"/>
                  </a:lnTo>
                  <a:lnTo>
                    <a:pt x="182" y="63"/>
                  </a:lnTo>
                  <a:lnTo>
                    <a:pt x="182" y="72"/>
                  </a:lnTo>
                  <a:lnTo>
                    <a:pt x="169" y="73"/>
                  </a:lnTo>
                  <a:lnTo>
                    <a:pt x="116" y="75"/>
                  </a:lnTo>
                  <a:lnTo>
                    <a:pt x="111" y="64"/>
                  </a:lnTo>
                  <a:lnTo>
                    <a:pt x="98" y="73"/>
                  </a:lnTo>
                  <a:lnTo>
                    <a:pt x="82" y="64"/>
                  </a:lnTo>
                  <a:lnTo>
                    <a:pt x="71" y="71"/>
                  </a:lnTo>
                  <a:lnTo>
                    <a:pt x="51" y="22"/>
                  </a:lnTo>
                  <a:lnTo>
                    <a:pt x="26" y="27"/>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7" name="Freeform 644">
              <a:extLst>
                <a:ext uri="{FF2B5EF4-FFF2-40B4-BE49-F238E27FC236}">
                  <a16:creationId xmlns:a16="http://schemas.microsoft.com/office/drawing/2014/main" id="{77116ADB-AD88-DAE9-0DFC-8A0E6684C7FA}"/>
                </a:ext>
              </a:extLst>
            </p:cNvPr>
            <p:cNvSpPr>
              <a:spLocks/>
            </p:cNvSpPr>
            <p:nvPr/>
          </p:nvSpPr>
          <p:spPr bwMode="auto">
            <a:xfrm>
              <a:off x="1767" y="1966"/>
              <a:ext cx="154" cy="100"/>
            </a:xfrm>
            <a:custGeom>
              <a:avLst/>
              <a:gdLst>
                <a:gd name="T0" fmla="*/ 0 w 154"/>
                <a:gd name="T1" fmla="*/ 31 h 100"/>
                <a:gd name="T2" fmla="*/ 0 w 154"/>
                <a:gd name="T3" fmla="*/ 31 h 100"/>
                <a:gd name="T4" fmla="*/ 37 w 154"/>
                <a:gd name="T5" fmla="*/ 26 h 100"/>
                <a:gd name="T6" fmla="*/ 17 w 154"/>
                <a:gd name="T7" fmla="*/ 12 h 100"/>
                <a:gd name="T8" fmla="*/ 50 w 154"/>
                <a:gd name="T9" fmla="*/ 6 h 100"/>
                <a:gd name="T10" fmla="*/ 24 w 154"/>
                <a:gd name="T11" fmla="*/ 0 h 100"/>
                <a:gd name="T12" fmla="*/ 65 w 154"/>
                <a:gd name="T13" fmla="*/ 8 h 100"/>
                <a:gd name="T14" fmla="*/ 77 w 154"/>
                <a:gd name="T15" fmla="*/ 26 h 100"/>
                <a:gd name="T16" fmla="*/ 98 w 154"/>
                <a:gd name="T17" fmla="*/ 27 h 100"/>
                <a:gd name="T18" fmla="*/ 106 w 154"/>
                <a:gd name="T19" fmla="*/ 40 h 100"/>
                <a:gd name="T20" fmla="*/ 108 w 154"/>
                <a:gd name="T21" fmla="*/ 31 h 100"/>
                <a:gd name="T22" fmla="*/ 118 w 154"/>
                <a:gd name="T23" fmla="*/ 31 h 100"/>
                <a:gd name="T24" fmla="*/ 114 w 154"/>
                <a:gd name="T25" fmla="*/ 40 h 100"/>
                <a:gd name="T26" fmla="*/ 126 w 154"/>
                <a:gd name="T27" fmla="*/ 46 h 100"/>
                <a:gd name="T28" fmla="*/ 118 w 154"/>
                <a:gd name="T29" fmla="*/ 55 h 100"/>
                <a:gd name="T30" fmla="*/ 142 w 154"/>
                <a:gd name="T31" fmla="*/ 54 h 100"/>
                <a:gd name="T32" fmla="*/ 153 w 154"/>
                <a:gd name="T33" fmla="*/ 67 h 100"/>
                <a:gd name="T34" fmla="*/ 124 w 154"/>
                <a:gd name="T35" fmla="*/ 71 h 100"/>
                <a:gd name="T36" fmla="*/ 116 w 154"/>
                <a:gd name="T37" fmla="*/ 83 h 100"/>
                <a:gd name="T38" fmla="*/ 110 w 154"/>
                <a:gd name="T39" fmla="*/ 71 h 100"/>
                <a:gd name="T40" fmla="*/ 102 w 154"/>
                <a:gd name="T41" fmla="*/ 99 h 100"/>
                <a:gd name="T42" fmla="*/ 84 w 154"/>
                <a:gd name="T43" fmla="*/ 84 h 100"/>
                <a:gd name="T44" fmla="*/ 93 w 154"/>
                <a:gd name="T45" fmla="*/ 99 h 100"/>
                <a:gd name="T46" fmla="*/ 57 w 154"/>
                <a:gd name="T47" fmla="*/ 97 h 100"/>
                <a:gd name="T48" fmla="*/ 46 w 154"/>
                <a:gd name="T49" fmla="*/ 89 h 100"/>
                <a:gd name="T50" fmla="*/ 63 w 154"/>
                <a:gd name="T51" fmla="*/ 88 h 100"/>
                <a:gd name="T52" fmla="*/ 45 w 154"/>
                <a:gd name="T53" fmla="*/ 85 h 100"/>
                <a:gd name="T54" fmla="*/ 40 w 154"/>
                <a:gd name="T55" fmla="*/ 81 h 100"/>
                <a:gd name="T56" fmla="*/ 50 w 154"/>
                <a:gd name="T57" fmla="*/ 80 h 100"/>
                <a:gd name="T58" fmla="*/ 34 w 154"/>
                <a:gd name="T59" fmla="*/ 74 h 100"/>
                <a:gd name="T60" fmla="*/ 83 w 154"/>
                <a:gd name="T61" fmla="*/ 65 h 100"/>
                <a:gd name="T62" fmla="*/ 24 w 154"/>
                <a:gd name="T63" fmla="*/ 67 h 100"/>
                <a:gd name="T64" fmla="*/ 13 w 154"/>
                <a:gd name="T65" fmla="*/ 57 h 100"/>
                <a:gd name="T66" fmla="*/ 34 w 154"/>
                <a:gd name="T67" fmla="*/ 53 h 100"/>
                <a:gd name="T68" fmla="*/ 2 w 154"/>
                <a:gd name="T69" fmla="*/ 46 h 100"/>
                <a:gd name="T70" fmla="*/ 9 w 154"/>
                <a:gd name="T71" fmla="*/ 45 h 100"/>
                <a:gd name="T72" fmla="*/ 0 w 154"/>
                <a:gd name="T73" fmla="*/ 38 h 100"/>
                <a:gd name="T74" fmla="*/ 37 w 154"/>
                <a:gd name="T75" fmla="*/ 38 h 100"/>
                <a:gd name="T76" fmla="*/ 0 w 154"/>
                <a:gd name="T77" fmla="*/ 31 h 100"/>
                <a:gd name="T78" fmla="*/ 0 w 154"/>
                <a:gd name="T79" fmla="*/ 31 h 10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54"/>
                <a:gd name="T121" fmla="*/ 0 h 100"/>
                <a:gd name="T122" fmla="*/ 154 w 154"/>
                <a:gd name="T123" fmla="*/ 100 h 100"/>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54" h="100">
                  <a:moveTo>
                    <a:pt x="0" y="31"/>
                  </a:moveTo>
                  <a:lnTo>
                    <a:pt x="0" y="31"/>
                  </a:lnTo>
                  <a:lnTo>
                    <a:pt x="37" y="26"/>
                  </a:lnTo>
                  <a:lnTo>
                    <a:pt x="17" y="12"/>
                  </a:lnTo>
                  <a:lnTo>
                    <a:pt x="50" y="6"/>
                  </a:lnTo>
                  <a:lnTo>
                    <a:pt x="24" y="0"/>
                  </a:lnTo>
                  <a:lnTo>
                    <a:pt x="65" y="8"/>
                  </a:lnTo>
                  <a:lnTo>
                    <a:pt x="77" y="26"/>
                  </a:lnTo>
                  <a:lnTo>
                    <a:pt x="98" y="27"/>
                  </a:lnTo>
                  <a:lnTo>
                    <a:pt x="106" y="40"/>
                  </a:lnTo>
                  <a:lnTo>
                    <a:pt x="108" y="31"/>
                  </a:lnTo>
                  <a:lnTo>
                    <a:pt x="118" y="31"/>
                  </a:lnTo>
                  <a:lnTo>
                    <a:pt x="114" y="40"/>
                  </a:lnTo>
                  <a:lnTo>
                    <a:pt x="126" y="46"/>
                  </a:lnTo>
                  <a:lnTo>
                    <a:pt x="118" y="55"/>
                  </a:lnTo>
                  <a:lnTo>
                    <a:pt x="142" y="54"/>
                  </a:lnTo>
                  <a:lnTo>
                    <a:pt x="153" y="67"/>
                  </a:lnTo>
                  <a:lnTo>
                    <a:pt x="124" y="71"/>
                  </a:lnTo>
                  <a:lnTo>
                    <a:pt x="116" y="83"/>
                  </a:lnTo>
                  <a:lnTo>
                    <a:pt x="110" y="71"/>
                  </a:lnTo>
                  <a:lnTo>
                    <a:pt x="102" y="99"/>
                  </a:lnTo>
                  <a:lnTo>
                    <a:pt x="84" y="84"/>
                  </a:lnTo>
                  <a:lnTo>
                    <a:pt x="93" y="99"/>
                  </a:lnTo>
                  <a:lnTo>
                    <a:pt x="57" y="97"/>
                  </a:lnTo>
                  <a:lnTo>
                    <a:pt x="46" y="89"/>
                  </a:lnTo>
                  <a:lnTo>
                    <a:pt x="63" y="88"/>
                  </a:lnTo>
                  <a:lnTo>
                    <a:pt x="45" y="85"/>
                  </a:lnTo>
                  <a:lnTo>
                    <a:pt x="40" y="81"/>
                  </a:lnTo>
                  <a:lnTo>
                    <a:pt x="50" y="80"/>
                  </a:lnTo>
                  <a:lnTo>
                    <a:pt x="34" y="74"/>
                  </a:lnTo>
                  <a:lnTo>
                    <a:pt x="83" y="65"/>
                  </a:lnTo>
                  <a:lnTo>
                    <a:pt x="24" y="67"/>
                  </a:lnTo>
                  <a:lnTo>
                    <a:pt x="13" y="57"/>
                  </a:lnTo>
                  <a:lnTo>
                    <a:pt x="34" y="53"/>
                  </a:lnTo>
                  <a:lnTo>
                    <a:pt x="2" y="46"/>
                  </a:lnTo>
                  <a:lnTo>
                    <a:pt x="9" y="45"/>
                  </a:lnTo>
                  <a:lnTo>
                    <a:pt x="0" y="38"/>
                  </a:lnTo>
                  <a:lnTo>
                    <a:pt x="37" y="38"/>
                  </a:lnTo>
                  <a:lnTo>
                    <a:pt x="0" y="3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8" name="Freeform 645">
              <a:extLst>
                <a:ext uri="{FF2B5EF4-FFF2-40B4-BE49-F238E27FC236}">
                  <a16:creationId xmlns:a16="http://schemas.microsoft.com/office/drawing/2014/main" id="{45F94FA2-0E47-1E6B-714F-524317E4E78D}"/>
                </a:ext>
              </a:extLst>
            </p:cNvPr>
            <p:cNvSpPr>
              <a:spLocks/>
            </p:cNvSpPr>
            <p:nvPr/>
          </p:nvSpPr>
          <p:spPr bwMode="auto">
            <a:xfrm>
              <a:off x="1767" y="2137"/>
              <a:ext cx="38" cy="26"/>
            </a:xfrm>
            <a:custGeom>
              <a:avLst/>
              <a:gdLst>
                <a:gd name="T0" fmla="*/ 0 w 38"/>
                <a:gd name="T1" fmla="*/ 17 h 26"/>
                <a:gd name="T2" fmla="*/ 0 w 38"/>
                <a:gd name="T3" fmla="*/ 17 h 26"/>
                <a:gd name="T4" fmla="*/ 6 w 38"/>
                <a:gd name="T5" fmla="*/ 0 h 26"/>
                <a:gd name="T6" fmla="*/ 30 w 38"/>
                <a:gd name="T7" fmla="*/ 5 h 26"/>
                <a:gd name="T8" fmla="*/ 37 w 38"/>
                <a:gd name="T9" fmla="*/ 25 h 26"/>
                <a:gd name="T10" fmla="*/ 0 w 38"/>
                <a:gd name="T11" fmla="*/ 17 h 26"/>
                <a:gd name="T12" fmla="*/ 0 w 38"/>
                <a:gd name="T13" fmla="*/ 17 h 26"/>
                <a:gd name="T14" fmla="*/ 0 60000 65536"/>
                <a:gd name="T15" fmla="*/ 0 60000 65536"/>
                <a:gd name="T16" fmla="*/ 0 60000 65536"/>
                <a:gd name="T17" fmla="*/ 0 60000 65536"/>
                <a:gd name="T18" fmla="*/ 0 60000 65536"/>
                <a:gd name="T19" fmla="*/ 0 60000 65536"/>
                <a:gd name="T20" fmla="*/ 0 60000 65536"/>
                <a:gd name="T21" fmla="*/ 0 w 38"/>
                <a:gd name="T22" fmla="*/ 0 h 26"/>
                <a:gd name="T23" fmla="*/ 38 w 38"/>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26">
                  <a:moveTo>
                    <a:pt x="0" y="17"/>
                  </a:moveTo>
                  <a:lnTo>
                    <a:pt x="0" y="17"/>
                  </a:lnTo>
                  <a:lnTo>
                    <a:pt x="6" y="0"/>
                  </a:lnTo>
                  <a:lnTo>
                    <a:pt x="30" y="5"/>
                  </a:lnTo>
                  <a:lnTo>
                    <a:pt x="37" y="25"/>
                  </a:lnTo>
                  <a:lnTo>
                    <a:pt x="0" y="1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9" name="Freeform 646">
              <a:extLst>
                <a:ext uri="{FF2B5EF4-FFF2-40B4-BE49-F238E27FC236}">
                  <a16:creationId xmlns:a16="http://schemas.microsoft.com/office/drawing/2014/main" id="{DEB9E08E-ABCE-4D07-6D62-1792389598D8}"/>
                </a:ext>
              </a:extLst>
            </p:cNvPr>
            <p:cNvSpPr>
              <a:spLocks/>
            </p:cNvSpPr>
            <p:nvPr/>
          </p:nvSpPr>
          <p:spPr bwMode="auto">
            <a:xfrm>
              <a:off x="1767" y="2075"/>
              <a:ext cx="43" cy="10"/>
            </a:xfrm>
            <a:custGeom>
              <a:avLst/>
              <a:gdLst>
                <a:gd name="T0" fmla="*/ 0 w 43"/>
                <a:gd name="T1" fmla="*/ 4 h 10"/>
                <a:gd name="T2" fmla="*/ 0 w 43"/>
                <a:gd name="T3" fmla="*/ 4 h 10"/>
                <a:gd name="T4" fmla="*/ 10 w 43"/>
                <a:gd name="T5" fmla="*/ 9 h 10"/>
                <a:gd name="T6" fmla="*/ 42 w 43"/>
                <a:gd name="T7" fmla="*/ 4 h 10"/>
                <a:gd name="T8" fmla="*/ 11 w 43"/>
                <a:gd name="T9" fmla="*/ 0 h 10"/>
                <a:gd name="T10" fmla="*/ 0 w 43"/>
                <a:gd name="T11" fmla="*/ 4 h 10"/>
                <a:gd name="T12" fmla="*/ 0 w 43"/>
                <a:gd name="T13" fmla="*/ 4 h 10"/>
                <a:gd name="T14" fmla="*/ 0 60000 65536"/>
                <a:gd name="T15" fmla="*/ 0 60000 65536"/>
                <a:gd name="T16" fmla="*/ 0 60000 65536"/>
                <a:gd name="T17" fmla="*/ 0 60000 65536"/>
                <a:gd name="T18" fmla="*/ 0 60000 65536"/>
                <a:gd name="T19" fmla="*/ 0 60000 65536"/>
                <a:gd name="T20" fmla="*/ 0 60000 65536"/>
                <a:gd name="T21" fmla="*/ 0 w 43"/>
                <a:gd name="T22" fmla="*/ 0 h 10"/>
                <a:gd name="T23" fmla="*/ 43 w 43"/>
                <a:gd name="T24" fmla="*/ 10 h 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 h="10">
                  <a:moveTo>
                    <a:pt x="0" y="4"/>
                  </a:moveTo>
                  <a:lnTo>
                    <a:pt x="0" y="4"/>
                  </a:lnTo>
                  <a:lnTo>
                    <a:pt x="10" y="9"/>
                  </a:lnTo>
                  <a:lnTo>
                    <a:pt x="42" y="4"/>
                  </a:lnTo>
                  <a:lnTo>
                    <a:pt x="11" y="0"/>
                  </a:lnTo>
                  <a:lnTo>
                    <a:pt x="0" y="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0" name="Freeform 647">
              <a:extLst>
                <a:ext uri="{FF2B5EF4-FFF2-40B4-BE49-F238E27FC236}">
                  <a16:creationId xmlns:a16="http://schemas.microsoft.com/office/drawing/2014/main" id="{0D26E982-8C93-FA43-B5CF-6A51A53E2458}"/>
                </a:ext>
              </a:extLst>
            </p:cNvPr>
            <p:cNvSpPr>
              <a:spLocks/>
            </p:cNvSpPr>
            <p:nvPr/>
          </p:nvSpPr>
          <p:spPr bwMode="auto">
            <a:xfrm>
              <a:off x="1774" y="2179"/>
              <a:ext cx="75" cy="53"/>
            </a:xfrm>
            <a:custGeom>
              <a:avLst/>
              <a:gdLst>
                <a:gd name="T0" fmla="*/ 0 w 75"/>
                <a:gd name="T1" fmla="*/ 9 h 53"/>
                <a:gd name="T2" fmla="*/ 0 w 75"/>
                <a:gd name="T3" fmla="*/ 9 h 53"/>
                <a:gd name="T4" fmla="*/ 2 w 75"/>
                <a:gd name="T5" fmla="*/ 33 h 53"/>
                <a:gd name="T6" fmla="*/ 10 w 75"/>
                <a:gd name="T7" fmla="*/ 38 h 53"/>
                <a:gd name="T8" fmla="*/ 7 w 75"/>
                <a:gd name="T9" fmla="*/ 52 h 53"/>
                <a:gd name="T10" fmla="*/ 18 w 75"/>
                <a:gd name="T11" fmla="*/ 52 h 53"/>
                <a:gd name="T12" fmla="*/ 30 w 75"/>
                <a:gd name="T13" fmla="*/ 41 h 53"/>
                <a:gd name="T14" fmla="*/ 18 w 75"/>
                <a:gd name="T15" fmla="*/ 33 h 53"/>
                <a:gd name="T16" fmla="*/ 48 w 75"/>
                <a:gd name="T17" fmla="*/ 33 h 53"/>
                <a:gd name="T18" fmla="*/ 74 w 75"/>
                <a:gd name="T19" fmla="*/ 4 h 53"/>
                <a:gd name="T20" fmla="*/ 6 w 75"/>
                <a:gd name="T21" fmla="*/ 0 h 53"/>
                <a:gd name="T22" fmla="*/ 15 w 75"/>
                <a:gd name="T23" fmla="*/ 10 h 53"/>
                <a:gd name="T24" fmla="*/ 0 w 75"/>
                <a:gd name="T25" fmla="*/ 9 h 53"/>
                <a:gd name="T26" fmla="*/ 0 w 75"/>
                <a:gd name="T27" fmla="*/ 9 h 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5"/>
                <a:gd name="T43" fmla="*/ 0 h 53"/>
                <a:gd name="T44" fmla="*/ 75 w 75"/>
                <a:gd name="T45" fmla="*/ 53 h 5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5" h="53">
                  <a:moveTo>
                    <a:pt x="0" y="9"/>
                  </a:moveTo>
                  <a:lnTo>
                    <a:pt x="0" y="9"/>
                  </a:lnTo>
                  <a:lnTo>
                    <a:pt x="2" y="33"/>
                  </a:lnTo>
                  <a:lnTo>
                    <a:pt x="10" y="38"/>
                  </a:lnTo>
                  <a:lnTo>
                    <a:pt x="7" y="52"/>
                  </a:lnTo>
                  <a:lnTo>
                    <a:pt x="18" y="52"/>
                  </a:lnTo>
                  <a:lnTo>
                    <a:pt x="30" y="41"/>
                  </a:lnTo>
                  <a:lnTo>
                    <a:pt x="18" y="33"/>
                  </a:lnTo>
                  <a:lnTo>
                    <a:pt x="48" y="33"/>
                  </a:lnTo>
                  <a:lnTo>
                    <a:pt x="74" y="4"/>
                  </a:lnTo>
                  <a:lnTo>
                    <a:pt x="6" y="0"/>
                  </a:lnTo>
                  <a:lnTo>
                    <a:pt x="15" y="10"/>
                  </a:lnTo>
                  <a:lnTo>
                    <a:pt x="0" y="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1" name="Freeform 59">
              <a:extLst>
                <a:ext uri="{FF2B5EF4-FFF2-40B4-BE49-F238E27FC236}">
                  <a16:creationId xmlns:a16="http://schemas.microsoft.com/office/drawing/2014/main" id="{094868C4-CE2A-9414-ECCF-860A1CC4D315}"/>
                </a:ext>
              </a:extLst>
            </p:cNvPr>
            <p:cNvSpPr>
              <a:spLocks/>
            </p:cNvSpPr>
            <p:nvPr/>
          </p:nvSpPr>
          <p:spPr bwMode="auto">
            <a:xfrm>
              <a:off x="1824" y="1908"/>
              <a:ext cx="421" cy="214"/>
            </a:xfrm>
            <a:custGeom>
              <a:avLst/>
              <a:gdLst>
                <a:gd name="T0" fmla="*/ 37 w 421"/>
                <a:gd name="T1" fmla="*/ 50 h 214"/>
                <a:gd name="T2" fmla="*/ 31 w 421"/>
                <a:gd name="T3" fmla="*/ 58 h 214"/>
                <a:gd name="T4" fmla="*/ 36 w 421"/>
                <a:gd name="T5" fmla="*/ 68 h 214"/>
                <a:gd name="T6" fmla="*/ 66 w 421"/>
                <a:gd name="T7" fmla="*/ 83 h 214"/>
                <a:gd name="T8" fmla="*/ 89 w 421"/>
                <a:gd name="T9" fmla="*/ 71 h 214"/>
                <a:gd name="T10" fmla="*/ 135 w 421"/>
                <a:gd name="T11" fmla="*/ 72 h 214"/>
                <a:gd name="T12" fmla="*/ 166 w 421"/>
                <a:gd name="T13" fmla="*/ 75 h 214"/>
                <a:gd name="T14" fmla="*/ 172 w 421"/>
                <a:gd name="T15" fmla="*/ 74 h 214"/>
                <a:gd name="T16" fmla="*/ 142 w 421"/>
                <a:gd name="T17" fmla="*/ 111 h 214"/>
                <a:gd name="T18" fmla="*/ 111 w 421"/>
                <a:gd name="T19" fmla="*/ 93 h 214"/>
                <a:gd name="T20" fmla="*/ 90 w 421"/>
                <a:gd name="T21" fmla="*/ 103 h 214"/>
                <a:gd name="T22" fmla="*/ 100 w 421"/>
                <a:gd name="T23" fmla="*/ 131 h 214"/>
                <a:gd name="T24" fmla="*/ 132 w 421"/>
                <a:gd name="T25" fmla="*/ 145 h 214"/>
                <a:gd name="T26" fmla="*/ 62 w 421"/>
                <a:gd name="T27" fmla="*/ 157 h 214"/>
                <a:gd name="T28" fmla="*/ 88 w 421"/>
                <a:gd name="T29" fmla="*/ 158 h 214"/>
                <a:gd name="T30" fmla="*/ 109 w 421"/>
                <a:gd name="T31" fmla="*/ 157 h 214"/>
                <a:gd name="T32" fmla="*/ 88 w 421"/>
                <a:gd name="T33" fmla="*/ 167 h 214"/>
                <a:gd name="T34" fmla="*/ 132 w 421"/>
                <a:gd name="T35" fmla="*/ 159 h 214"/>
                <a:gd name="T36" fmla="*/ 51 w 421"/>
                <a:gd name="T37" fmla="*/ 168 h 214"/>
                <a:gd name="T38" fmla="*/ 39 w 421"/>
                <a:gd name="T39" fmla="*/ 207 h 214"/>
                <a:gd name="T40" fmla="*/ 72 w 421"/>
                <a:gd name="T41" fmla="*/ 202 h 214"/>
                <a:gd name="T42" fmla="*/ 93 w 421"/>
                <a:gd name="T43" fmla="*/ 203 h 214"/>
                <a:gd name="T44" fmla="*/ 126 w 421"/>
                <a:gd name="T45" fmla="*/ 207 h 214"/>
                <a:gd name="T46" fmla="*/ 149 w 421"/>
                <a:gd name="T47" fmla="*/ 205 h 214"/>
                <a:gd name="T48" fmla="*/ 191 w 421"/>
                <a:gd name="T49" fmla="*/ 193 h 214"/>
                <a:gd name="T50" fmla="*/ 135 w 421"/>
                <a:gd name="T51" fmla="*/ 184 h 214"/>
                <a:gd name="T52" fmla="*/ 188 w 421"/>
                <a:gd name="T53" fmla="*/ 162 h 214"/>
                <a:gd name="T54" fmla="*/ 204 w 421"/>
                <a:gd name="T55" fmla="*/ 155 h 214"/>
                <a:gd name="T56" fmla="*/ 235 w 421"/>
                <a:gd name="T57" fmla="*/ 142 h 214"/>
                <a:gd name="T58" fmla="*/ 217 w 421"/>
                <a:gd name="T59" fmla="*/ 129 h 214"/>
                <a:gd name="T60" fmla="*/ 237 w 421"/>
                <a:gd name="T61" fmla="*/ 125 h 214"/>
                <a:gd name="T62" fmla="*/ 235 w 421"/>
                <a:gd name="T63" fmla="*/ 108 h 214"/>
                <a:gd name="T64" fmla="*/ 268 w 421"/>
                <a:gd name="T65" fmla="*/ 98 h 214"/>
                <a:gd name="T66" fmla="*/ 305 w 421"/>
                <a:gd name="T67" fmla="*/ 90 h 214"/>
                <a:gd name="T68" fmla="*/ 341 w 421"/>
                <a:gd name="T69" fmla="*/ 53 h 214"/>
                <a:gd name="T70" fmla="*/ 357 w 421"/>
                <a:gd name="T71" fmla="*/ 50 h 214"/>
                <a:gd name="T72" fmla="*/ 393 w 421"/>
                <a:gd name="T73" fmla="*/ 23 h 214"/>
                <a:gd name="T74" fmla="*/ 345 w 421"/>
                <a:gd name="T75" fmla="*/ 6 h 214"/>
                <a:gd name="T76" fmla="*/ 249 w 421"/>
                <a:gd name="T77" fmla="*/ 11 h 214"/>
                <a:gd name="T78" fmla="*/ 219 w 421"/>
                <a:gd name="T79" fmla="*/ 19 h 214"/>
                <a:gd name="T80" fmla="*/ 154 w 421"/>
                <a:gd name="T81" fmla="*/ 7 h 214"/>
                <a:gd name="T82" fmla="*/ 147 w 421"/>
                <a:gd name="T83" fmla="*/ 21 h 214"/>
                <a:gd name="T84" fmla="*/ 117 w 421"/>
                <a:gd name="T85" fmla="*/ 23 h 214"/>
                <a:gd name="T86" fmla="*/ 65 w 421"/>
                <a:gd name="T87" fmla="*/ 33 h 214"/>
                <a:gd name="T88" fmla="*/ 0 w 421"/>
                <a:gd name="T89" fmla="*/ 50 h 21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421"/>
                <a:gd name="T136" fmla="*/ 0 h 214"/>
                <a:gd name="T137" fmla="*/ 421 w 421"/>
                <a:gd name="T138" fmla="*/ 214 h 21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421" h="214">
                  <a:moveTo>
                    <a:pt x="0" y="50"/>
                  </a:moveTo>
                  <a:lnTo>
                    <a:pt x="0" y="50"/>
                  </a:lnTo>
                  <a:lnTo>
                    <a:pt x="37" y="50"/>
                  </a:lnTo>
                  <a:lnTo>
                    <a:pt x="24" y="58"/>
                  </a:lnTo>
                  <a:lnTo>
                    <a:pt x="76" y="53"/>
                  </a:lnTo>
                  <a:lnTo>
                    <a:pt x="31" y="58"/>
                  </a:lnTo>
                  <a:lnTo>
                    <a:pt x="45" y="62"/>
                  </a:lnTo>
                  <a:lnTo>
                    <a:pt x="30" y="63"/>
                  </a:lnTo>
                  <a:lnTo>
                    <a:pt x="36" y="68"/>
                  </a:lnTo>
                  <a:lnTo>
                    <a:pt x="103" y="60"/>
                  </a:lnTo>
                  <a:lnTo>
                    <a:pt x="37" y="73"/>
                  </a:lnTo>
                  <a:lnTo>
                    <a:pt x="66" y="83"/>
                  </a:lnTo>
                  <a:lnTo>
                    <a:pt x="92" y="68"/>
                  </a:lnTo>
                  <a:lnTo>
                    <a:pt x="135" y="66"/>
                  </a:lnTo>
                  <a:lnTo>
                    <a:pt x="89" y="71"/>
                  </a:lnTo>
                  <a:lnTo>
                    <a:pt x="78" y="83"/>
                  </a:lnTo>
                  <a:lnTo>
                    <a:pt x="106" y="85"/>
                  </a:lnTo>
                  <a:lnTo>
                    <a:pt x="135" y="72"/>
                  </a:lnTo>
                  <a:lnTo>
                    <a:pt x="115" y="84"/>
                  </a:lnTo>
                  <a:lnTo>
                    <a:pt x="135" y="84"/>
                  </a:lnTo>
                  <a:lnTo>
                    <a:pt x="166" y="75"/>
                  </a:lnTo>
                  <a:lnTo>
                    <a:pt x="162" y="63"/>
                  </a:lnTo>
                  <a:lnTo>
                    <a:pt x="197" y="54"/>
                  </a:lnTo>
                  <a:lnTo>
                    <a:pt x="172" y="74"/>
                  </a:lnTo>
                  <a:lnTo>
                    <a:pt x="225" y="70"/>
                  </a:lnTo>
                  <a:lnTo>
                    <a:pt x="117" y="90"/>
                  </a:lnTo>
                  <a:lnTo>
                    <a:pt x="142" y="111"/>
                  </a:lnTo>
                  <a:lnTo>
                    <a:pt x="163" y="111"/>
                  </a:lnTo>
                  <a:lnTo>
                    <a:pt x="152" y="115"/>
                  </a:lnTo>
                  <a:lnTo>
                    <a:pt x="111" y="93"/>
                  </a:lnTo>
                  <a:lnTo>
                    <a:pt x="75" y="90"/>
                  </a:lnTo>
                  <a:lnTo>
                    <a:pt x="74" y="99"/>
                  </a:lnTo>
                  <a:lnTo>
                    <a:pt x="90" y="103"/>
                  </a:lnTo>
                  <a:lnTo>
                    <a:pt x="75" y="107"/>
                  </a:lnTo>
                  <a:lnTo>
                    <a:pt x="117" y="130"/>
                  </a:lnTo>
                  <a:lnTo>
                    <a:pt x="100" y="131"/>
                  </a:lnTo>
                  <a:lnTo>
                    <a:pt x="143" y="132"/>
                  </a:lnTo>
                  <a:lnTo>
                    <a:pt x="119" y="138"/>
                  </a:lnTo>
                  <a:lnTo>
                    <a:pt x="132" y="145"/>
                  </a:lnTo>
                  <a:lnTo>
                    <a:pt x="93" y="133"/>
                  </a:lnTo>
                  <a:lnTo>
                    <a:pt x="71" y="138"/>
                  </a:lnTo>
                  <a:lnTo>
                    <a:pt x="62" y="157"/>
                  </a:lnTo>
                  <a:lnTo>
                    <a:pt x="84" y="151"/>
                  </a:lnTo>
                  <a:lnTo>
                    <a:pt x="80" y="158"/>
                  </a:lnTo>
                  <a:lnTo>
                    <a:pt x="88" y="158"/>
                  </a:lnTo>
                  <a:lnTo>
                    <a:pt x="101" y="143"/>
                  </a:lnTo>
                  <a:lnTo>
                    <a:pt x="97" y="155"/>
                  </a:lnTo>
                  <a:lnTo>
                    <a:pt x="109" y="157"/>
                  </a:lnTo>
                  <a:lnTo>
                    <a:pt x="85" y="162"/>
                  </a:lnTo>
                  <a:lnTo>
                    <a:pt x="100" y="163"/>
                  </a:lnTo>
                  <a:lnTo>
                    <a:pt x="88" y="167"/>
                  </a:lnTo>
                  <a:lnTo>
                    <a:pt x="98" y="175"/>
                  </a:lnTo>
                  <a:lnTo>
                    <a:pt x="115" y="175"/>
                  </a:lnTo>
                  <a:lnTo>
                    <a:pt x="132" y="159"/>
                  </a:lnTo>
                  <a:lnTo>
                    <a:pt x="103" y="181"/>
                  </a:lnTo>
                  <a:lnTo>
                    <a:pt x="75" y="165"/>
                  </a:lnTo>
                  <a:lnTo>
                    <a:pt x="51" y="168"/>
                  </a:lnTo>
                  <a:lnTo>
                    <a:pt x="71" y="185"/>
                  </a:lnTo>
                  <a:lnTo>
                    <a:pt x="36" y="194"/>
                  </a:lnTo>
                  <a:lnTo>
                    <a:pt x="39" y="207"/>
                  </a:lnTo>
                  <a:lnTo>
                    <a:pt x="46" y="195"/>
                  </a:lnTo>
                  <a:lnTo>
                    <a:pt x="47" y="207"/>
                  </a:lnTo>
                  <a:lnTo>
                    <a:pt x="72" y="202"/>
                  </a:lnTo>
                  <a:lnTo>
                    <a:pt x="89" y="212"/>
                  </a:lnTo>
                  <a:lnTo>
                    <a:pt x="102" y="211"/>
                  </a:lnTo>
                  <a:lnTo>
                    <a:pt x="93" y="203"/>
                  </a:lnTo>
                  <a:lnTo>
                    <a:pt x="117" y="206"/>
                  </a:lnTo>
                  <a:lnTo>
                    <a:pt x="115" y="198"/>
                  </a:lnTo>
                  <a:lnTo>
                    <a:pt x="126" y="207"/>
                  </a:lnTo>
                  <a:lnTo>
                    <a:pt x="133" y="205"/>
                  </a:lnTo>
                  <a:lnTo>
                    <a:pt x="129" y="199"/>
                  </a:lnTo>
                  <a:lnTo>
                    <a:pt x="149" y="205"/>
                  </a:lnTo>
                  <a:lnTo>
                    <a:pt x="149" y="213"/>
                  </a:lnTo>
                  <a:lnTo>
                    <a:pt x="185" y="205"/>
                  </a:lnTo>
                  <a:lnTo>
                    <a:pt x="191" y="193"/>
                  </a:lnTo>
                  <a:lnTo>
                    <a:pt x="175" y="195"/>
                  </a:lnTo>
                  <a:lnTo>
                    <a:pt x="175" y="184"/>
                  </a:lnTo>
                  <a:lnTo>
                    <a:pt x="135" y="184"/>
                  </a:lnTo>
                  <a:lnTo>
                    <a:pt x="188" y="181"/>
                  </a:lnTo>
                  <a:lnTo>
                    <a:pt x="196" y="172"/>
                  </a:lnTo>
                  <a:lnTo>
                    <a:pt x="188" y="162"/>
                  </a:lnTo>
                  <a:lnTo>
                    <a:pt x="218" y="162"/>
                  </a:lnTo>
                  <a:lnTo>
                    <a:pt x="225" y="158"/>
                  </a:lnTo>
                  <a:lnTo>
                    <a:pt x="204" y="155"/>
                  </a:lnTo>
                  <a:lnTo>
                    <a:pt x="231" y="154"/>
                  </a:lnTo>
                  <a:lnTo>
                    <a:pt x="213" y="147"/>
                  </a:lnTo>
                  <a:lnTo>
                    <a:pt x="235" y="142"/>
                  </a:lnTo>
                  <a:lnTo>
                    <a:pt x="234" y="136"/>
                  </a:lnTo>
                  <a:lnTo>
                    <a:pt x="194" y="133"/>
                  </a:lnTo>
                  <a:lnTo>
                    <a:pt x="217" y="129"/>
                  </a:lnTo>
                  <a:lnTo>
                    <a:pt x="193" y="127"/>
                  </a:lnTo>
                  <a:lnTo>
                    <a:pt x="235" y="131"/>
                  </a:lnTo>
                  <a:lnTo>
                    <a:pt x="237" y="125"/>
                  </a:lnTo>
                  <a:lnTo>
                    <a:pt x="193" y="123"/>
                  </a:lnTo>
                  <a:lnTo>
                    <a:pt x="250" y="115"/>
                  </a:lnTo>
                  <a:lnTo>
                    <a:pt x="235" y="108"/>
                  </a:lnTo>
                  <a:lnTo>
                    <a:pt x="276" y="111"/>
                  </a:lnTo>
                  <a:lnTo>
                    <a:pt x="289" y="99"/>
                  </a:lnTo>
                  <a:lnTo>
                    <a:pt x="268" y="98"/>
                  </a:lnTo>
                  <a:lnTo>
                    <a:pt x="295" y="96"/>
                  </a:lnTo>
                  <a:lnTo>
                    <a:pt x="292" y="88"/>
                  </a:lnTo>
                  <a:lnTo>
                    <a:pt x="305" y="90"/>
                  </a:lnTo>
                  <a:lnTo>
                    <a:pt x="375" y="55"/>
                  </a:lnTo>
                  <a:lnTo>
                    <a:pt x="297" y="67"/>
                  </a:lnTo>
                  <a:lnTo>
                    <a:pt x="341" y="53"/>
                  </a:lnTo>
                  <a:lnTo>
                    <a:pt x="314" y="54"/>
                  </a:lnTo>
                  <a:lnTo>
                    <a:pt x="308" y="47"/>
                  </a:lnTo>
                  <a:lnTo>
                    <a:pt x="357" y="50"/>
                  </a:lnTo>
                  <a:lnTo>
                    <a:pt x="420" y="32"/>
                  </a:lnTo>
                  <a:lnTo>
                    <a:pt x="419" y="23"/>
                  </a:lnTo>
                  <a:lnTo>
                    <a:pt x="393" y="23"/>
                  </a:lnTo>
                  <a:lnTo>
                    <a:pt x="386" y="9"/>
                  </a:lnTo>
                  <a:lnTo>
                    <a:pt x="314" y="16"/>
                  </a:lnTo>
                  <a:lnTo>
                    <a:pt x="345" y="6"/>
                  </a:lnTo>
                  <a:lnTo>
                    <a:pt x="250" y="0"/>
                  </a:lnTo>
                  <a:lnTo>
                    <a:pt x="242" y="7"/>
                  </a:lnTo>
                  <a:lnTo>
                    <a:pt x="249" y="11"/>
                  </a:lnTo>
                  <a:lnTo>
                    <a:pt x="231" y="4"/>
                  </a:lnTo>
                  <a:lnTo>
                    <a:pt x="189" y="4"/>
                  </a:lnTo>
                  <a:lnTo>
                    <a:pt x="219" y="19"/>
                  </a:lnTo>
                  <a:lnTo>
                    <a:pt x="208" y="23"/>
                  </a:lnTo>
                  <a:lnTo>
                    <a:pt x="193" y="8"/>
                  </a:lnTo>
                  <a:lnTo>
                    <a:pt x="154" y="7"/>
                  </a:lnTo>
                  <a:lnTo>
                    <a:pt x="162" y="13"/>
                  </a:lnTo>
                  <a:lnTo>
                    <a:pt x="132" y="11"/>
                  </a:lnTo>
                  <a:lnTo>
                    <a:pt x="147" y="21"/>
                  </a:lnTo>
                  <a:lnTo>
                    <a:pt x="124" y="15"/>
                  </a:lnTo>
                  <a:lnTo>
                    <a:pt x="131" y="21"/>
                  </a:lnTo>
                  <a:lnTo>
                    <a:pt x="117" y="23"/>
                  </a:lnTo>
                  <a:lnTo>
                    <a:pt x="147" y="37"/>
                  </a:lnTo>
                  <a:lnTo>
                    <a:pt x="81" y="22"/>
                  </a:lnTo>
                  <a:lnTo>
                    <a:pt x="65" y="33"/>
                  </a:lnTo>
                  <a:lnTo>
                    <a:pt x="91" y="38"/>
                  </a:lnTo>
                  <a:lnTo>
                    <a:pt x="47" y="34"/>
                  </a:lnTo>
                  <a:lnTo>
                    <a:pt x="0" y="5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2" name="Freeform 649">
              <a:extLst>
                <a:ext uri="{FF2B5EF4-FFF2-40B4-BE49-F238E27FC236}">
                  <a16:creationId xmlns:a16="http://schemas.microsoft.com/office/drawing/2014/main" id="{D87B3134-54C2-9FBE-B558-CF1C13359C4F}"/>
                </a:ext>
              </a:extLst>
            </p:cNvPr>
            <p:cNvSpPr>
              <a:spLocks/>
            </p:cNvSpPr>
            <p:nvPr/>
          </p:nvSpPr>
          <p:spPr bwMode="auto">
            <a:xfrm>
              <a:off x="1851" y="2184"/>
              <a:ext cx="392" cy="278"/>
            </a:xfrm>
            <a:custGeom>
              <a:avLst/>
              <a:gdLst>
                <a:gd name="T0" fmla="*/ 0 w 392"/>
                <a:gd name="T1" fmla="*/ 61 h 278"/>
                <a:gd name="T2" fmla="*/ 19 w 392"/>
                <a:gd name="T3" fmla="*/ 10 h 278"/>
                <a:gd name="T4" fmla="*/ 69 w 392"/>
                <a:gd name="T5" fmla="*/ 4 h 278"/>
                <a:gd name="T6" fmla="*/ 51 w 392"/>
                <a:gd name="T7" fmla="*/ 49 h 278"/>
                <a:gd name="T8" fmla="*/ 47 w 392"/>
                <a:gd name="T9" fmla="*/ 72 h 278"/>
                <a:gd name="T10" fmla="*/ 73 w 392"/>
                <a:gd name="T11" fmla="*/ 56 h 278"/>
                <a:gd name="T12" fmla="*/ 70 w 392"/>
                <a:gd name="T13" fmla="*/ 38 h 278"/>
                <a:gd name="T14" fmla="*/ 82 w 392"/>
                <a:gd name="T15" fmla="*/ 28 h 278"/>
                <a:gd name="T16" fmla="*/ 85 w 392"/>
                <a:gd name="T17" fmla="*/ 23 h 278"/>
                <a:gd name="T18" fmla="*/ 88 w 392"/>
                <a:gd name="T19" fmla="*/ 14 h 278"/>
                <a:gd name="T20" fmla="*/ 116 w 392"/>
                <a:gd name="T21" fmla="*/ 3 h 278"/>
                <a:gd name="T22" fmla="*/ 128 w 392"/>
                <a:gd name="T23" fmla="*/ 21 h 278"/>
                <a:gd name="T24" fmla="*/ 139 w 392"/>
                <a:gd name="T25" fmla="*/ 36 h 278"/>
                <a:gd name="T26" fmla="*/ 170 w 392"/>
                <a:gd name="T27" fmla="*/ 28 h 278"/>
                <a:gd name="T28" fmla="*/ 215 w 392"/>
                <a:gd name="T29" fmla="*/ 49 h 278"/>
                <a:gd name="T30" fmla="*/ 225 w 392"/>
                <a:gd name="T31" fmla="*/ 53 h 278"/>
                <a:gd name="T32" fmla="*/ 231 w 392"/>
                <a:gd name="T33" fmla="*/ 65 h 278"/>
                <a:gd name="T34" fmla="*/ 254 w 392"/>
                <a:gd name="T35" fmla="*/ 60 h 278"/>
                <a:gd name="T36" fmla="*/ 246 w 392"/>
                <a:gd name="T37" fmla="*/ 71 h 278"/>
                <a:gd name="T38" fmla="*/ 262 w 392"/>
                <a:gd name="T39" fmla="*/ 82 h 278"/>
                <a:gd name="T40" fmla="*/ 267 w 392"/>
                <a:gd name="T41" fmla="*/ 85 h 278"/>
                <a:gd name="T42" fmla="*/ 279 w 392"/>
                <a:gd name="T43" fmla="*/ 92 h 278"/>
                <a:gd name="T44" fmla="*/ 287 w 392"/>
                <a:gd name="T45" fmla="*/ 98 h 278"/>
                <a:gd name="T46" fmla="*/ 312 w 392"/>
                <a:gd name="T47" fmla="*/ 99 h 278"/>
                <a:gd name="T48" fmla="*/ 322 w 392"/>
                <a:gd name="T49" fmla="*/ 114 h 278"/>
                <a:gd name="T50" fmla="*/ 305 w 392"/>
                <a:gd name="T51" fmla="*/ 120 h 278"/>
                <a:gd name="T52" fmla="*/ 329 w 392"/>
                <a:gd name="T53" fmla="*/ 146 h 278"/>
                <a:gd name="T54" fmla="*/ 353 w 392"/>
                <a:gd name="T55" fmla="*/ 162 h 278"/>
                <a:gd name="T56" fmla="*/ 367 w 392"/>
                <a:gd name="T57" fmla="*/ 169 h 278"/>
                <a:gd name="T58" fmla="*/ 388 w 392"/>
                <a:gd name="T59" fmla="*/ 184 h 278"/>
                <a:gd name="T60" fmla="*/ 381 w 392"/>
                <a:gd name="T61" fmla="*/ 189 h 278"/>
                <a:gd name="T62" fmla="*/ 364 w 392"/>
                <a:gd name="T63" fmla="*/ 195 h 278"/>
                <a:gd name="T64" fmla="*/ 317 w 392"/>
                <a:gd name="T65" fmla="*/ 178 h 278"/>
                <a:gd name="T66" fmla="*/ 312 w 392"/>
                <a:gd name="T67" fmla="*/ 190 h 278"/>
                <a:gd name="T68" fmla="*/ 310 w 392"/>
                <a:gd name="T69" fmla="*/ 198 h 278"/>
                <a:gd name="T70" fmla="*/ 341 w 392"/>
                <a:gd name="T71" fmla="*/ 220 h 278"/>
                <a:gd name="T72" fmla="*/ 351 w 392"/>
                <a:gd name="T73" fmla="*/ 240 h 278"/>
                <a:gd name="T74" fmla="*/ 290 w 392"/>
                <a:gd name="T75" fmla="*/ 239 h 278"/>
                <a:gd name="T76" fmla="*/ 256 w 392"/>
                <a:gd name="T77" fmla="*/ 256 h 278"/>
                <a:gd name="T78" fmla="*/ 256 w 392"/>
                <a:gd name="T79" fmla="*/ 242 h 278"/>
                <a:gd name="T80" fmla="*/ 227 w 392"/>
                <a:gd name="T81" fmla="*/ 219 h 278"/>
                <a:gd name="T82" fmla="*/ 208 w 392"/>
                <a:gd name="T83" fmla="*/ 224 h 278"/>
                <a:gd name="T84" fmla="*/ 182 w 392"/>
                <a:gd name="T85" fmla="*/ 229 h 278"/>
                <a:gd name="T86" fmla="*/ 173 w 392"/>
                <a:gd name="T87" fmla="*/ 202 h 278"/>
                <a:gd name="T88" fmla="*/ 213 w 392"/>
                <a:gd name="T89" fmla="*/ 186 h 278"/>
                <a:gd name="T90" fmla="*/ 221 w 392"/>
                <a:gd name="T91" fmla="*/ 128 h 278"/>
                <a:gd name="T92" fmla="*/ 215 w 392"/>
                <a:gd name="T93" fmla="*/ 120 h 278"/>
                <a:gd name="T94" fmla="*/ 182 w 392"/>
                <a:gd name="T95" fmla="*/ 119 h 278"/>
                <a:gd name="T96" fmla="*/ 170 w 392"/>
                <a:gd name="T97" fmla="*/ 101 h 278"/>
                <a:gd name="T98" fmla="*/ 148 w 392"/>
                <a:gd name="T99" fmla="*/ 86 h 278"/>
                <a:gd name="T100" fmla="*/ 115 w 392"/>
                <a:gd name="T101" fmla="*/ 95 h 278"/>
                <a:gd name="T102" fmla="*/ 26 w 392"/>
                <a:gd name="T103" fmla="*/ 89 h 278"/>
                <a:gd name="T104" fmla="*/ 39 w 392"/>
                <a:gd name="T105" fmla="*/ 72 h 278"/>
                <a:gd name="T106" fmla="*/ 0 w 392"/>
                <a:gd name="T107" fmla="*/ 61 h 27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392"/>
                <a:gd name="T163" fmla="*/ 0 h 278"/>
                <a:gd name="T164" fmla="*/ 392 w 392"/>
                <a:gd name="T165" fmla="*/ 278 h 278"/>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392" h="278">
                  <a:moveTo>
                    <a:pt x="0" y="61"/>
                  </a:moveTo>
                  <a:lnTo>
                    <a:pt x="0" y="61"/>
                  </a:lnTo>
                  <a:lnTo>
                    <a:pt x="3" y="32"/>
                  </a:lnTo>
                  <a:lnTo>
                    <a:pt x="19" y="10"/>
                  </a:lnTo>
                  <a:lnTo>
                    <a:pt x="47" y="0"/>
                  </a:lnTo>
                  <a:lnTo>
                    <a:pt x="69" y="4"/>
                  </a:lnTo>
                  <a:lnTo>
                    <a:pt x="45" y="32"/>
                  </a:lnTo>
                  <a:lnTo>
                    <a:pt x="51" y="49"/>
                  </a:lnTo>
                  <a:lnTo>
                    <a:pt x="69" y="65"/>
                  </a:lnTo>
                  <a:lnTo>
                    <a:pt x="47" y="72"/>
                  </a:lnTo>
                  <a:lnTo>
                    <a:pt x="70" y="71"/>
                  </a:lnTo>
                  <a:lnTo>
                    <a:pt x="73" y="56"/>
                  </a:lnTo>
                  <a:lnTo>
                    <a:pt x="56" y="47"/>
                  </a:lnTo>
                  <a:lnTo>
                    <a:pt x="70" y="38"/>
                  </a:lnTo>
                  <a:lnTo>
                    <a:pt x="59" y="25"/>
                  </a:lnTo>
                  <a:lnTo>
                    <a:pt x="82" y="28"/>
                  </a:lnTo>
                  <a:lnTo>
                    <a:pt x="61" y="21"/>
                  </a:lnTo>
                  <a:lnTo>
                    <a:pt x="85" y="23"/>
                  </a:lnTo>
                  <a:lnTo>
                    <a:pt x="69" y="13"/>
                  </a:lnTo>
                  <a:lnTo>
                    <a:pt x="88" y="14"/>
                  </a:lnTo>
                  <a:lnTo>
                    <a:pt x="100" y="4"/>
                  </a:lnTo>
                  <a:lnTo>
                    <a:pt x="116" y="3"/>
                  </a:lnTo>
                  <a:lnTo>
                    <a:pt x="117" y="16"/>
                  </a:lnTo>
                  <a:lnTo>
                    <a:pt x="128" y="21"/>
                  </a:lnTo>
                  <a:lnTo>
                    <a:pt x="124" y="49"/>
                  </a:lnTo>
                  <a:lnTo>
                    <a:pt x="139" y="36"/>
                  </a:lnTo>
                  <a:lnTo>
                    <a:pt x="148" y="41"/>
                  </a:lnTo>
                  <a:lnTo>
                    <a:pt x="170" y="28"/>
                  </a:lnTo>
                  <a:lnTo>
                    <a:pt x="202" y="36"/>
                  </a:lnTo>
                  <a:lnTo>
                    <a:pt x="215" y="49"/>
                  </a:lnTo>
                  <a:lnTo>
                    <a:pt x="206" y="56"/>
                  </a:lnTo>
                  <a:lnTo>
                    <a:pt x="225" y="53"/>
                  </a:lnTo>
                  <a:lnTo>
                    <a:pt x="219" y="61"/>
                  </a:lnTo>
                  <a:lnTo>
                    <a:pt x="231" y="65"/>
                  </a:lnTo>
                  <a:lnTo>
                    <a:pt x="240" y="55"/>
                  </a:lnTo>
                  <a:lnTo>
                    <a:pt x="254" y="60"/>
                  </a:lnTo>
                  <a:lnTo>
                    <a:pt x="258" y="69"/>
                  </a:lnTo>
                  <a:lnTo>
                    <a:pt x="246" y="71"/>
                  </a:lnTo>
                  <a:lnTo>
                    <a:pt x="265" y="71"/>
                  </a:lnTo>
                  <a:lnTo>
                    <a:pt x="262" y="82"/>
                  </a:lnTo>
                  <a:lnTo>
                    <a:pt x="276" y="76"/>
                  </a:lnTo>
                  <a:lnTo>
                    <a:pt x="267" y="85"/>
                  </a:lnTo>
                  <a:lnTo>
                    <a:pt x="295" y="83"/>
                  </a:lnTo>
                  <a:lnTo>
                    <a:pt x="279" y="92"/>
                  </a:lnTo>
                  <a:lnTo>
                    <a:pt x="292" y="92"/>
                  </a:lnTo>
                  <a:lnTo>
                    <a:pt x="287" y="98"/>
                  </a:lnTo>
                  <a:lnTo>
                    <a:pt x="300" y="89"/>
                  </a:lnTo>
                  <a:lnTo>
                    <a:pt x="312" y="99"/>
                  </a:lnTo>
                  <a:lnTo>
                    <a:pt x="290" y="107"/>
                  </a:lnTo>
                  <a:lnTo>
                    <a:pt x="322" y="114"/>
                  </a:lnTo>
                  <a:lnTo>
                    <a:pt x="294" y="116"/>
                  </a:lnTo>
                  <a:lnTo>
                    <a:pt x="305" y="120"/>
                  </a:lnTo>
                  <a:lnTo>
                    <a:pt x="296" y="129"/>
                  </a:lnTo>
                  <a:lnTo>
                    <a:pt x="329" y="146"/>
                  </a:lnTo>
                  <a:lnTo>
                    <a:pt x="345" y="143"/>
                  </a:lnTo>
                  <a:lnTo>
                    <a:pt x="353" y="162"/>
                  </a:lnTo>
                  <a:lnTo>
                    <a:pt x="369" y="161"/>
                  </a:lnTo>
                  <a:lnTo>
                    <a:pt x="367" y="169"/>
                  </a:lnTo>
                  <a:lnTo>
                    <a:pt x="391" y="174"/>
                  </a:lnTo>
                  <a:lnTo>
                    <a:pt x="388" y="184"/>
                  </a:lnTo>
                  <a:lnTo>
                    <a:pt x="376" y="183"/>
                  </a:lnTo>
                  <a:lnTo>
                    <a:pt x="381" y="189"/>
                  </a:lnTo>
                  <a:lnTo>
                    <a:pt x="375" y="199"/>
                  </a:lnTo>
                  <a:lnTo>
                    <a:pt x="364" y="195"/>
                  </a:lnTo>
                  <a:lnTo>
                    <a:pt x="362" y="214"/>
                  </a:lnTo>
                  <a:lnTo>
                    <a:pt x="317" y="178"/>
                  </a:lnTo>
                  <a:lnTo>
                    <a:pt x="300" y="182"/>
                  </a:lnTo>
                  <a:lnTo>
                    <a:pt x="312" y="190"/>
                  </a:lnTo>
                  <a:lnTo>
                    <a:pt x="303" y="199"/>
                  </a:lnTo>
                  <a:lnTo>
                    <a:pt x="310" y="198"/>
                  </a:lnTo>
                  <a:lnTo>
                    <a:pt x="320" y="216"/>
                  </a:lnTo>
                  <a:lnTo>
                    <a:pt x="341" y="220"/>
                  </a:lnTo>
                  <a:lnTo>
                    <a:pt x="340" y="231"/>
                  </a:lnTo>
                  <a:lnTo>
                    <a:pt x="351" y="240"/>
                  </a:lnTo>
                  <a:lnTo>
                    <a:pt x="345" y="264"/>
                  </a:lnTo>
                  <a:lnTo>
                    <a:pt x="290" y="239"/>
                  </a:lnTo>
                  <a:lnTo>
                    <a:pt x="327" y="277"/>
                  </a:lnTo>
                  <a:lnTo>
                    <a:pt x="256" y="256"/>
                  </a:lnTo>
                  <a:lnTo>
                    <a:pt x="246" y="243"/>
                  </a:lnTo>
                  <a:lnTo>
                    <a:pt x="256" y="242"/>
                  </a:lnTo>
                  <a:lnTo>
                    <a:pt x="233" y="234"/>
                  </a:lnTo>
                  <a:lnTo>
                    <a:pt x="227" y="219"/>
                  </a:lnTo>
                  <a:lnTo>
                    <a:pt x="209" y="214"/>
                  </a:lnTo>
                  <a:lnTo>
                    <a:pt x="208" y="224"/>
                  </a:lnTo>
                  <a:lnTo>
                    <a:pt x="198" y="219"/>
                  </a:lnTo>
                  <a:lnTo>
                    <a:pt x="182" y="229"/>
                  </a:lnTo>
                  <a:lnTo>
                    <a:pt x="163" y="219"/>
                  </a:lnTo>
                  <a:lnTo>
                    <a:pt x="173" y="202"/>
                  </a:lnTo>
                  <a:lnTo>
                    <a:pt x="225" y="202"/>
                  </a:lnTo>
                  <a:lnTo>
                    <a:pt x="213" y="186"/>
                  </a:lnTo>
                  <a:lnTo>
                    <a:pt x="242" y="161"/>
                  </a:lnTo>
                  <a:lnTo>
                    <a:pt x="221" y="128"/>
                  </a:lnTo>
                  <a:lnTo>
                    <a:pt x="207" y="125"/>
                  </a:lnTo>
                  <a:lnTo>
                    <a:pt x="215" y="120"/>
                  </a:lnTo>
                  <a:lnTo>
                    <a:pt x="183" y="129"/>
                  </a:lnTo>
                  <a:lnTo>
                    <a:pt x="182" y="119"/>
                  </a:lnTo>
                  <a:lnTo>
                    <a:pt x="194" y="114"/>
                  </a:lnTo>
                  <a:lnTo>
                    <a:pt x="170" y="101"/>
                  </a:lnTo>
                  <a:lnTo>
                    <a:pt x="170" y="91"/>
                  </a:lnTo>
                  <a:lnTo>
                    <a:pt x="148" y="86"/>
                  </a:lnTo>
                  <a:lnTo>
                    <a:pt x="153" y="100"/>
                  </a:lnTo>
                  <a:lnTo>
                    <a:pt x="115" y="95"/>
                  </a:lnTo>
                  <a:lnTo>
                    <a:pt x="125" y="102"/>
                  </a:lnTo>
                  <a:lnTo>
                    <a:pt x="26" y="89"/>
                  </a:lnTo>
                  <a:lnTo>
                    <a:pt x="8" y="71"/>
                  </a:lnTo>
                  <a:lnTo>
                    <a:pt x="39" y="72"/>
                  </a:lnTo>
                  <a:lnTo>
                    <a:pt x="0" y="6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3" name="Freeform 650">
              <a:extLst>
                <a:ext uri="{FF2B5EF4-FFF2-40B4-BE49-F238E27FC236}">
                  <a16:creationId xmlns:a16="http://schemas.microsoft.com/office/drawing/2014/main" id="{6049D67C-EF5D-F2E1-EBA4-D105F6208C57}"/>
                </a:ext>
              </a:extLst>
            </p:cNvPr>
            <p:cNvSpPr>
              <a:spLocks/>
            </p:cNvSpPr>
            <p:nvPr/>
          </p:nvSpPr>
          <p:spPr bwMode="auto">
            <a:xfrm>
              <a:off x="1890" y="2375"/>
              <a:ext cx="92" cy="62"/>
            </a:xfrm>
            <a:custGeom>
              <a:avLst/>
              <a:gdLst>
                <a:gd name="T0" fmla="*/ 0 w 92"/>
                <a:gd name="T1" fmla="*/ 50 h 62"/>
                <a:gd name="T2" fmla="*/ 0 w 92"/>
                <a:gd name="T3" fmla="*/ 50 h 62"/>
                <a:gd name="T4" fmla="*/ 14 w 92"/>
                <a:gd name="T5" fmla="*/ 38 h 62"/>
                <a:gd name="T6" fmla="*/ 22 w 92"/>
                <a:gd name="T7" fmla="*/ 0 h 62"/>
                <a:gd name="T8" fmla="*/ 30 w 92"/>
                <a:gd name="T9" fmla="*/ 14 h 62"/>
                <a:gd name="T10" fmla="*/ 51 w 92"/>
                <a:gd name="T11" fmla="*/ 17 h 62"/>
                <a:gd name="T12" fmla="*/ 91 w 92"/>
                <a:gd name="T13" fmla="*/ 45 h 62"/>
                <a:gd name="T14" fmla="*/ 86 w 92"/>
                <a:gd name="T15" fmla="*/ 54 h 62"/>
                <a:gd name="T16" fmla="*/ 49 w 92"/>
                <a:gd name="T17" fmla="*/ 41 h 62"/>
                <a:gd name="T18" fmla="*/ 27 w 92"/>
                <a:gd name="T19" fmla="*/ 61 h 62"/>
                <a:gd name="T20" fmla="*/ 21 w 92"/>
                <a:gd name="T21" fmla="*/ 45 h 62"/>
                <a:gd name="T22" fmla="*/ 0 w 92"/>
                <a:gd name="T23" fmla="*/ 50 h 62"/>
                <a:gd name="T24" fmla="*/ 0 w 92"/>
                <a:gd name="T25" fmla="*/ 50 h 6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2"/>
                <a:gd name="T40" fmla="*/ 0 h 62"/>
                <a:gd name="T41" fmla="*/ 92 w 92"/>
                <a:gd name="T42" fmla="*/ 62 h 6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2" h="62">
                  <a:moveTo>
                    <a:pt x="0" y="50"/>
                  </a:moveTo>
                  <a:lnTo>
                    <a:pt x="0" y="50"/>
                  </a:lnTo>
                  <a:lnTo>
                    <a:pt x="14" y="38"/>
                  </a:lnTo>
                  <a:lnTo>
                    <a:pt x="22" y="0"/>
                  </a:lnTo>
                  <a:lnTo>
                    <a:pt x="30" y="14"/>
                  </a:lnTo>
                  <a:lnTo>
                    <a:pt x="51" y="17"/>
                  </a:lnTo>
                  <a:lnTo>
                    <a:pt x="91" y="45"/>
                  </a:lnTo>
                  <a:lnTo>
                    <a:pt x="86" y="54"/>
                  </a:lnTo>
                  <a:lnTo>
                    <a:pt x="49" y="41"/>
                  </a:lnTo>
                  <a:lnTo>
                    <a:pt x="27" y="61"/>
                  </a:lnTo>
                  <a:lnTo>
                    <a:pt x="21" y="45"/>
                  </a:lnTo>
                  <a:lnTo>
                    <a:pt x="0" y="5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4" name="Freeform 651">
              <a:extLst>
                <a:ext uri="{FF2B5EF4-FFF2-40B4-BE49-F238E27FC236}">
                  <a16:creationId xmlns:a16="http://schemas.microsoft.com/office/drawing/2014/main" id="{B5C8B6D0-C645-B8D7-6BC5-6A9E5F4A8CAD}"/>
                </a:ext>
              </a:extLst>
            </p:cNvPr>
            <p:cNvSpPr>
              <a:spLocks/>
            </p:cNvSpPr>
            <p:nvPr/>
          </p:nvSpPr>
          <p:spPr bwMode="auto">
            <a:xfrm>
              <a:off x="2271" y="2661"/>
              <a:ext cx="92" cy="89"/>
            </a:xfrm>
            <a:custGeom>
              <a:avLst/>
              <a:gdLst>
                <a:gd name="T0" fmla="*/ 0 w 92"/>
                <a:gd name="T1" fmla="*/ 69 h 89"/>
                <a:gd name="T2" fmla="*/ 0 w 92"/>
                <a:gd name="T3" fmla="*/ 69 h 89"/>
                <a:gd name="T4" fmla="*/ 37 w 92"/>
                <a:gd name="T5" fmla="*/ 4 h 89"/>
                <a:gd name="T6" fmla="*/ 52 w 92"/>
                <a:gd name="T7" fmla="*/ 0 h 89"/>
                <a:gd name="T8" fmla="*/ 34 w 92"/>
                <a:gd name="T9" fmla="*/ 34 h 89"/>
                <a:gd name="T10" fmla="*/ 46 w 92"/>
                <a:gd name="T11" fmla="*/ 26 h 89"/>
                <a:gd name="T12" fmla="*/ 54 w 92"/>
                <a:gd name="T13" fmla="*/ 41 h 89"/>
                <a:gd name="T14" fmla="*/ 78 w 92"/>
                <a:gd name="T15" fmla="*/ 41 h 89"/>
                <a:gd name="T16" fmla="*/ 73 w 92"/>
                <a:gd name="T17" fmla="*/ 54 h 89"/>
                <a:gd name="T18" fmla="*/ 85 w 92"/>
                <a:gd name="T19" fmla="*/ 53 h 89"/>
                <a:gd name="T20" fmla="*/ 77 w 92"/>
                <a:gd name="T21" fmla="*/ 67 h 89"/>
                <a:gd name="T22" fmla="*/ 88 w 92"/>
                <a:gd name="T23" fmla="*/ 60 h 89"/>
                <a:gd name="T24" fmla="*/ 91 w 92"/>
                <a:gd name="T25" fmla="*/ 73 h 89"/>
                <a:gd name="T26" fmla="*/ 79 w 92"/>
                <a:gd name="T27" fmla="*/ 88 h 89"/>
                <a:gd name="T28" fmla="*/ 78 w 92"/>
                <a:gd name="T29" fmla="*/ 77 h 89"/>
                <a:gd name="T30" fmla="*/ 73 w 92"/>
                <a:gd name="T31" fmla="*/ 83 h 89"/>
                <a:gd name="T32" fmla="*/ 73 w 92"/>
                <a:gd name="T33" fmla="*/ 66 h 89"/>
                <a:gd name="T34" fmla="*/ 50 w 92"/>
                <a:gd name="T35" fmla="*/ 83 h 89"/>
                <a:gd name="T36" fmla="*/ 63 w 92"/>
                <a:gd name="T37" fmla="*/ 71 h 89"/>
                <a:gd name="T38" fmla="*/ 45 w 92"/>
                <a:gd name="T39" fmla="*/ 73 h 89"/>
                <a:gd name="T40" fmla="*/ 49 w 92"/>
                <a:gd name="T41" fmla="*/ 66 h 89"/>
                <a:gd name="T42" fmla="*/ 0 w 92"/>
                <a:gd name="T43" fmla="*/ 69 h 89"/>
                <a:gd name="T44" fmla="*/ 0 w 92"/>
                <a:gd name="T45" fmla="*/ 69 h 8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92"/>
                <a:gd name="T70" fmla="*/ 0 h 89"/>
                <a:gd name="T71" fmla="*/ 92 w 92"/>
                <a:gd name="T72" fmla="*/ 89 h 8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92" h="89">
                  <a:moveTo>
                    <a:pt x="0" y="69"/>
                  </a:moveTo>
                  <a:lnTo>
                    <a:pt x="0" y="69"/>
                  </a:lnTo>
                  <a:lnTo>
                    <a:pt x="37" y="4"/>
                  </a:lnTo>
                  <a:lnTo>
                    <a:pt x="52" y="0"/>
                  </a:lnTo>
                  <a:lnTo>
                    <a:pt x="34" y="34"/>
                  </a:lnTo>
                  <a:lnTo>
                    <a:pt x="46" y="26"/>
                  </a:lnTo>
                  <a:lnTo>
                    <a:pt x="54" y="41"/>
                  </a:lnTo>
                  <a:lnTo>
                    <a:pt x="78" y="41"/>
                  </a:lnTo>
                  <a:lnTo>
                    <a:pt x="73" y="54"/>
                  </a:lnTo>
                  <a:lnTo>
                    <a:pt x="85" y="53"/>
                  </a:lnTo>
                  <a:lnTo>
                    <a:pt x="77" y="67"/>
                  </a:lnTo>
                  <a:lnTo>
                    <a:pt x="88" y="60"/>
                  </a:lnTo>
                  <a:lnTo>
                    <a:pt x="91" y="73"/>
                  </a:lnTo>
                  <a:lnTo>
                    <a:pt x="79" y="88"/>
                  </a:lnTo>
                  <a:lnTo>
                    <a:pt x="78" y="77"/>
                  </a:lnTo>
                  <a:lnTo>
                    <a:pt x="73" y="83"/>
                  </a:lnTo>
                  <a:lnTo>
                    <a:pt x="73" y="66"/>
                  </a:lnTo>
                  <a:lnTo>
                    <a:pt x="50" y="83"/>
                  </a:lnTo>
                  <a:lnTo>
                    <a:pt x="63" y="71"/>
                  </a:lnTo>
                  <a:lnTo>
                    <a:pt x="45" y="73"/>
                  </a:lnTo>
                  <a:lnTo>
                    <a:pt x="49" y="66"/>
                  </a:lnTo>
                  <a:lnTo>
                    <a:pt x="0" y="6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55" name="Freeform 652">
            <a:extLst>
              <a:ext uri="{FF2B5EF4-FFF2-40B4-BE49-F238E27FC236}">
                <a16:creationId xmlns:a16="http://schemas.microsoft.com/office/drawing/2014/main" id="{749F7193-E88E-48CA-015A-4D27A9367E17}"/>
              </a:ext>
            </a:extLst>
          </p:cNvPr>
          <p:cNvSpPr>
            <a:spLocks/>
          </p:cNvSpPr>
          <p:nvPr/>
        </p:nvSpPr>
        <p:spPr bwMode="auto">
          <a:xfrm>
            <a:off x="2909494" y="3659924"/>
            <a:ext cx="950468" cy="673324"/>
          </a:xfrm>
          <a:custGeom>
            <a:avLst/>
            <a:gdLst>
              <a:gd name="T0" fmla="*/ 91471449 w 830"/>
              <a:gd name="T1" fmla="*/ 245076928 h 606"/>
              <a:gd name="T2" fmla="*/ 182942897 w 830"/>
              <a:gd name="T3" fmla="*/ 205933045 h 606"/>
              <a:gd name="T4" fmla="*/ 148834854 w 830"/>
              <a:gd name="T5" fmla="*/ 199125753 h 606"/>
              <a:gd name="T6" fmla="*/ 243406691 w 830"/>
              <a:gd name="T7" fmla="*/ 132750054 h 606"/>
              <a:gd name="T8" fmla="*/ 275964501 w 830"/>
              <a:gd name="T9" fmla="*/ 88500049 h 606"/>
              <a:gd name="T10" fmla="*/ 410846402 w 830"/>
              <a:gd name="T11" fmla="*/ 86798879 h 606"/>
              <a:gd name="T12" fmla="*/ 455807010 w 830"/>
              <a:gd name="T13" fmla="*/ 76586617 h 606"/>
              <a:gd name="T14" fmla="*/ 576735842 w 830"/>
              <a:gd name="T15" fmla="*/ 86798879 h 606"/>
              <a:gd name="T16" fmla="*/ 561231411 w 830"/>
              <a:gd name="T17" fmla="*/ 44250025 h 606"/>
              <a:gd name="T18" fmla="*/ 607742213 w 830"/>
              <a:gd name="T19" fmla="*/ 39143894 h 606"/>
              <a:gd name="T20" fmla="*/ 617044622 w 830"/>
              <a:gd name="T21" fmla="*/ 15317063 h 606"/>
              <a:gd name="T22" fmla="*/ 702315412 w 830"/>
              <a:gd name="T23" fmla="*/ 20423184 h 606"/>
              <a:gd name="T24" fmla="*/ 976729641 w 830"/>
              <a:gd name="T25" fmla="*/ 15317063 h 606"/>
              <a:gd name="T26" fmla="*/ 767429787 w 830"/>
              <a:gd name="T27" fmla="*/ 39143894 h 606"/>
              <a:gd name="T28" fmla="*/ 1021690249 w 830"/>
              <a:gd name="T29" fmla="*/ 39143894 h 606"/>
              <a:gd name="T30" fmla="*/ 883708037 w 830"/>
              <a:gd name="T31" fmla="*/ 85096383 h 606"/>
              <a:gd name="T32" fmla="*/ 992232826 w 830"/>
              <a:gd name="T33" fmla="*/ 97009816 h 606"/>
              <a:gd name="T34" fmla="*/ 1017038421 w 830"/>
              <a:gd name="T35" fmla="*/ 171893978 h 606"/>
              <a:gd name="T36" fmla="*/ 1172075258 w 830"/>
              <a:gd name="T37" fmla="*/ 97009816 h 606"/>
              <a:gd name="T38" fmla="*/ 1227888469 w 830"/>
              <a:gd name="T39" fmla="*/ 151472062 h 606"/>
              <a:gd name="T40" fmla="*/ 1114711852 w 830"/>
              <a:gd name="T41" fmla="*/ 209336691 h 606"/>
              <a:gd name="T42" fmla="*/ 1141067641 w 830"/>
              <a:gd name="T43" fmla="*/ 234865991 h 606"/>
              <a:gd name="T44" fmla="*/ 1137967253 w 830"/>
              <a:gd name="T45" fmla="*/ 311452587 h 606"/>
              <a:gd name="T46" fmla="*/ 1158122266 w 830"/>
              <a:gd name="T47" fmla="*/ 354000198 h 606"/>
              <a:gd name="T48" fmla="*/ 1085254430 w 830"/>
              <a:gd name="T49" fmla="*/ 384635619 h 606"/>
              <a:gd name="T50" fmla="*/ 1128664844 w 830"/>
              <a:gd name="T51" fmla="*/ 437395390 h 606"/>
              <a:gd name="T52" fmla="*/ 1105409443 w 830"/>
              <a:gd name="T53" fmla="*/ 442501511 h 606"/>
              <a:gd name="T54" fmla="*/ 1066650856 w 830"/>
              <a:gd name="T55" fmla="*/ 473135628 h 606"/>
              <a:gd name="T56" fmla="*/ 1030992658 w 830"/>
              <a:gd name="T57" fmla="*/ 496962453 h 606"/>
              <a:gd name="T58" fmla="*/ 1018589860 w 830"/>
              <a:gd name="T59" fmla="*/ 546318578 h 606"/>
              <a:gd name="T60" fmla="*/ 1052696620 w 830"/>
              <a:gd name="T61" fmla="*/ 595674703 h 606"/>
              <a:gd name="T62" fmla="*/ 1086804624 w 830"/>
              <a:gd name="T63" fmla="*/ 641625878 h 606"/>
              <a:gd name="T64" fmla="*/ 1021690249 w 830"/>
              <a:gd name="T65" fmla="*/ 604184470 h 606"/>
              <a:gd name="T66" fmla="*/ 930218839 w 830"/>
              <a:gd name="T67" fmla="*/ 641625878 h 606"/>
              <a:gd name="T68" fmla="*/ 1071301438 w 830"/>
              <a:gd name="T69" fmla="*/ 662049057 h 606"/>
              <a:gd name="T70" fmla="*/ 855800809 w 830"/>
              <a:gd name="T71" fmla="*/ 714808992 h 606"/>
              <a:gd name="T72" fmla="*/ 786034606 w 830"/>
              <a:gd name="T73" fmla="*/ 805011475 h 606"/>
              <a:gd name="T74" fmla="*/ 759678817 w 830"/>
              <a:gd name="T75" fmla="*/ 806712646 h 606"/>
              <a:gd name="T76" fmla="*/ 696113390 w 830"/>
              <a:gd name="T77" fmla="*/ 857771246 h 606"/>
              <a:gd name="T78" fmla="*/ 686810981 w 830"/>
              <a:gd name="T79" fmla="*/ 900318776 h 606"/>
              <a:gd name="T80" fmla="*/ 654253171 w 830"/>
              <a:gd name="T81" fmla="*/ 924146905 h 606"/>
              <a:gd name="T82" fmla="*/ 638749829 w 830"/>
              <a:gd name="T83" fmla="*/ 1014348084 h 606"/>
              <a:gd name="T84" fmla="*/ 586037006 w 830"/>
              <a:gd name="T85" fmla="*/ 1002434672 h 606"/>
              <a:gd name="T86" fmla="*/ 524023019 w 830"/>
              <a:gd name="T87" fmla="*/ 982011493 h 606"/>
              <a:gd name="T88" fmla="*/ 455807010 w 830"/>
              <a:gd name="T89" fmla="*/ 905424897 h 606"/>
              <a:gd name="T90" fmla="*/ 443404213 w 830"/>
              <a:gd name="T91" fmla="*/ 885001717 h 606"/>
              <a:gd name="T92" fmla="*/ 406195820 w 830"/>
              <a:gd name="T93" fmla="*/ 769271238 h 606"/>
              <a:gd name="T94" fmla="*/ 462009031 w 830"/>
              <a:gd name="T95" fmla="*/ 723318758 h 606"/>
              <a:gd name="T96" fmla="*/ 479062411 w 830"/>
              <a:gd name="T97" fmla="*/ 658645412 h 606"/>
              <a:gd name="T98" fmla="*/ 458907398 w 830"/>
              <a:gd name="T99" fmla="*/ 636521062 h 606"/>
              <a:gd name="T100" fmla="*/ 434101803 w 830"/>
              <a:gd name="T101" fmla="*/ 610991761 h 606"/>
              <a:gd name="T102" fmla="*/ 410846402 w 830"/>
              <a:gd name="T103" fmla="*/ 575251524 h 606"/>
              <a:gd name="T104" fmla="*/ 386040807 w 830"/>
              <a:gd name="T105" fmla="*/ 575251524 h 606"/>
              <a:gd name="T106" fmla="*/ 378288592 w 830"/>
              <a:gd name="T107" fmla="*/ 513981986 h 606"/>
              <a:gd name="T108" fmla="*/ 306972117 w 830"/>
              <a:gd name="T109" fmla="*/ 410164919 h 606"/>
              <a:gd name="T110" fmla="*/ 128679841 w 830"/>
              <a:gd name="T111" fmla="*/ 384635619 h 606"/>
              <a:gd name="T112" fmla="*/ 103874246 w 830"/>
              <a:gd name="T113" fmla="*/ 364212440 h 606"/>
              <a:gd name="T114" fmla="*/ 155036875 w 830"/>
              <a:gd name="T115" fmla="*/ 335279412 h 606"/>
              <a:gd name="T116" fmla="*/ 0 w 830"/>
              <a:gd name="T117" fmla="*/ 289326933 h 60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830"/>
              <a:gd name="T178" fmla="*/ 0 h 606"/>
              <a:gd name="T179" fmla="*/ 830 w 830"/>
              <a:gd name="T180" fmla="*/ 606 h 60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830" h="606">
                <a:moveTo>
                  <a:pt x="0" y="170"/>
                </a:moveTo>
                <a:lnTo>
                  <a:pt x="0" y="170"/>
                </a:lnTo>
                <a:lnTo>
                  <a:pt x="5" y="161"/>
                </a:lnTo>
                <a:lnTo>
                  <a:pt x="59" y="144"/>
                </a:lnTo>
                <a:lnTo>
                  <a:pt x="93" y="144"/>
                </a:lnTo>
                <a:lnTo>
                  <a:pt x="112" y="130"/>
                </a:lnTo>
                <a:lnTo>
                  <a:pt x="107" y="126"/>
                </a:lnTo>
                <a:lnTo>
                  <a:pt x="118" y="121"/>
                </a:lnTo>
                <a:lnTo>
                  <a:pt x="108" y="118"/>
                </a:lnTo>
                <a:lnTo>
                  <a:pt x="127" y="112"/>
                </a:lnTo>
                <a:lnTo>
                  <a:pt x="120" y="108"/>
                </a:lnTo>
                <a:lnTo>
                  <a:pt x="96" y="117"/>
                </a:lnTo>
                <a:lnTo>
                  <a:pt x="72" y="105"/>
                </a:lnTo>
                <a:lnTo>
                  <a:pt x="103" y="98"/>
                </a:lnTo>
                <a:lnTo>
                  <a:pt x="120" y="79"/>
                </a:lnTo>
                <a:lnTo>
                  <a:pt x="157" y="78"/>
                </a:lnTo>
                <a:lnTo>
                  <a:pt x="155" y="57"/>
                </a:lnTo>
                <a:lnTo>
                  <a:pt x="183" y="57"/>
                </a:lnTo>
                <a:lnTo>
                  <a:pt x="211" y="72"/>
                </a:lnTo>
                <a:lnTo>
                  <a:pt x="178" y="52"/>
                </a:lnTo>
                <a:lnTo>
                  <a:pt x="240" y="40"/>
                </a:lnTo>
                <a:lnTo>
                  <a:pt x="255" y="49"/>
                </a:lnTo>
                <a:lnTo>
                  <a:pt x="257" y="67"/>
                </a:lnTo>
                <a:lnTo>
                  <a:pt x="265" y="51"/>
                </a:lnTo>
                <a:lnTo>
                  <a:pt x="305" y="63"/>
                </a:lnTo>
                <a:lnTo>
                  <a:pt x="291" y="54"/>
                </a:lnTo>
                <a:lnTo>
                  <a:pt x="311" y="55"/>
                </a:lnTo>
                <a:lnTo>
                  <a:pt x="294" y="45"/>
                </a:lnTo>
                <a:lnTo>
                  <a:pt x="289" y="36"/>
                </a:lnTo>
                <a:lnTo>
                  <a:pt x="298" y="35"/>
                </a:lnTo>
                <a:lnTo>
                  <a:pt x="378" y="60"/>
                </a:lnTo>
                <a:lnTo>
                  <a:pt x="372" y="51"/>
                </a:lnTo>
                <a:lnTo>
                  <a:pt x="389" y="50"/>
                </a:lnTo>
                <a:lnTo>
                  <a:pt x="378" y="43"/>
                </a:lnTo>
                <a:lnTo>
                  <a:pt x="405" y="45"/>
                </a:lnTo>
                <a:lnTo>
                  <a:pt x="362" y="26"/>
                </a:lnTo>
                <a:lnTo>
                  <a:pt x="440" y="36"/>
                </a:lnTo>
                <a:lnTo>
                  <a:pt x="422" y="26"/>
                </a:lnTo>
                <a:lnTo>
                  <a:pt x="377" y="24"/>
                </a:lnTo>
                <a:lnTo>
                  <a:pt x="392" y="23"/>
                </a:lnTo>
                <a:lnTo>
                  <a:pt x="364" y="14"/>
                </a:lnTo>
                <a:lnTo>
                  <a:pt x="397" y="16"/>
                </a:lnTo>
                <a:lnTo>
                  <a:pt x="383" y="12"/>
                </a:lnTo>
                <a:lnTo>
                  <a:pt x="398" y="9"/>
                </a:lnTo>
                <a:lnTo>
                  <a:pt x="455" y="26"/>
                </a:lnTo>
                <a:lnTo>
                  <a:pt x="449" y="20"/>
                </a:lnTo>
                <a:lnTo>
                  <a:pt x="474" y="14"/>
                </a:lnTo>
                <a:lnTo>
                  <a:pt x="453" y="12"/>
                </a:lnTo>
                <a:lnTo>
                  <a:pt x="452" y="4"/>
                </a:lnTo>
                <a:lnTo>
                  <a:pt x="466" y="0"/>
                </a:lnTo>
                <a:lnTo>
                  <a:pt x="619" y="4"/>
                </a:lnTo>
                <a:lnTo>
                  <a:pt x="630" y="9"/>
                </a:lnTo>
                <a:lnTo>
                  <a:pt x="626" y="12"/>
                </a:lnTo>
                <a:lnTo>
                  <a:pt x="523" y="13"/>
                </a:lnTo>
                <a:lnTo>
                  <a:pt x="535" y="18"/>
                </a:lnTo>
                <a:lnTo>
                  <a:pt x="495" y="23"/>
                </a:lnTo>
                <a:lnTo>
                  <a:pt x="640" y="14"/>
                </a:lnTo>
                <a:lnTo>
                  <a:pt x="645" y="22"/>
                </a:lnTo>
                <a:lnTo>
                  <a:pt x="626" y="27"/>
                </a:lnTo>
                <a:lnTo>
                  <a:pt x="659" y="23"/>
                </a:lnTo>
                <a:lnTo>
                  <a:pt x="697" y="33"/>
                </a:lnTo>
                <a:lnTo>
                  <a:pt x="640" y="49"/>
                </a:lnTo>
                <a:lnTo>
                  <a:pt x="548" y="47"/>
                </a:lnTo>
                <a:lnTo>
                  <a:pt x="570" y="50"/>
                </a:lnTo>
                <a:lnTo>
                  <a:pt x="531" y="57"/>
                </a:lnTo>
                <a:lnTo>
                  <a:pt x="531" y="65"/>
                </a:lnTo>
                <a:lnTo>
                  <a:pt x="632" y="52"/>
                </a:lnTo>
                <a:lnTo>
                  <a:pt x="640" y="57"/>
                </a:lnTo>
                <a:lnTo>
                  <a:pt x="619" y="70"/>
                </a:lnTo>
                <a:lnTo>
                  <a:pt x="684" y="50"/>
                </a:lnTo>
                <a:lnTo>
                  <a:pt x="688" y="69"/>
                </a:lnTo>
                <a:lnTo>
                  <a:pt x="656" y="101"/>
                </a:lnTo>
                <a:lnTo>
                  <a:pt x="718" y="64"/>
                </a:lnTo>
                <a:lnTo>
                  <a:pt x="718" y="70"/>
                </a:lnTo>
                <a:lnTo>
                  <a:pt x="747" y="69"/>
                </a:lnTo>
                <a:lnTo>
                  <a:pt x="756" y="57"/>
                </a:lnTo>
                <a:lnTo>
                  <a:pt x="789" y="55"/>
                </a:lnTo>
                <a:lnTo>
                  <a:pt x="829" y="66"/>
                </a:lnTo>
                <a:lnTo>
                  <a:pt x="790" y="82"/>
                </a:lnTo>
                <a:lnTo>
                  <a:pt x="792" y="89"/>
                </a:lnTo>
                <a:lnTo>
                  <a:pt x="702" y="98"/>
                </a:lnTo>
                <a:lnTo>
                  <a:pt x="774" y="99"/>
                </a:lnTo>
                <a:lnTo>
                  <a:pt x="715" y="113"/>
                </a:lnTo>
                <a:lnTo>
                  <a:pt x="719" y="123"/>
                </a:lnTo>
                <a:lnTo>
                  <a:pt x="759" y="113"/>
                </a:lnTo>
                <a:lnTo>
                  <a:pt x="730" y="126"/>
                </a:lnTo>
                <a:lnTo>
                  <a:pt x="726" y="142"/>
                </a:lnTo>
                <a:lnTo>
                  <a:pt x="736" y="138"/>
                </a:lnTo>
                <a:lnTo>
                  <a:pt x="708" y="153"/>
                </a:lnTo>
                <a:lnTo>
                  <a:pt x="698" y="183"/>
                </a:lnTo>
                <a:lnTo>
                  <a:pt x="713" y="177"/>
                </a:lnTo>
                <a:lnTo>
                  <a:pt x="734" y="183"/>
                </a:lnTo>
                <a:lnTo>
                  <a:pt x="715" y="183"/>
                </a:lnTo>
                <a:lnTo>
                  <a:pt x="715" y="192"/>
                </a:lnTo>
                <a:lnTo>
                  <a:pt x="746" y="196"/>
                </a:lnTo>
                <a:lnTo>
                  <a:pt x="747" y="208"/>
                </a:lnTo>
                <a:lnTo>
                  <a:pt x="700" y="205"/>
                </a:lnTo>
                <a:lnTo>
                  <a:pt x="713" y="210"/>
                </a:lnTo>
                <a:lnTo>
                  <a:pt x="687" y="214"/>
                </a:lnTo>
                <a:lnTo>
                  <a:pt x="700" y="226"/>
                </a:lnTo>
                <a:lnTo>
                  <a:pt x="724" y="227"/>
                </a:lnTo>
                <a:lnTo>
                  <a:pt x="710" y="234"/>
                </a:lnTo>
                <a:lnTo>
                  <a:pt x="729" y="241"/>
                </a:lnTo>
                <a:lnTo>
                  <a:pt x="728" y="257"/>
                </a:lnTo>
                <a:lnTo>
                  <a:pt x="693" y="247"/>
                </a:lnTo>
                <a:lnTo>
                  <a:pt x="714" y="255"/>
                </a:lnTo>
                <a:lnTo>
                  <a:pt x="701" y="261"/>
                </a:lnTo>
                <a:lnTo>
                  <a:pt x="713" y="260"/>
                </a:lnTo>
                <a:lnTo>
                  <a:pt x="710" y="270"/>
                </a:lnTo>
                <a:lnTo>
                  <a:pt x="735" y="275"/>
                </a:lnTo>
                <a:lnTo>
                  <a:pt x="695" y="272"/>
                </a:lnTo>
                <a:lnTo>
                  <a:pt x="688" y="278"/>
                </a:lnTo>
                <a:lnTo>
                  <a:pt x="718" y="290"/>
                </a:lnTo>
                <a:lnTo>
                  <a:pt x="714" y="301"/>
                </a:lnTo>
                <a:lnTo>
                  <a:pt x="689" y="307"/>
                </a:lnTo>
                <a:lnTo>
                  <a:pt x="665" y="292"/>
                </a:lnTo>
                <a:lnTo>
                  <a:pt x="629" y="305"/>
                </a:lnTo>
                <a:lnTo>
                  <a:pt x="655" y="313"/>
                </a:lnTo>
                <a:lnTo>
                  <a:pt x="630" y="320"/>
                </a:lnTo>
                <a:lnTo>
                  <a:pt x="657" y="321"/>
                </a:lnTo>
                <a:lnTo>
                  <a:pt x="648" y="336"/>
                </a:lnTo>
                <a:lnTo>
                  <a:pt x="659" y="327"/>
                </a:lnTo>
                <a:lnTo>
                  <a:pt x="688" y="340"/>
                </a:lnTo>
                <a:lnTo>
                  <a:pt x="679" y="350"/>
                </a:lnTo>
                <a:lnTo>
                  <a:pt x="695" y="346"/>
                </a:lnTo>
                <a:lnTo>
                  <a:pt x="688" y="356"/>
                </a:lnTo>
                <a:lnTo>
                  <a:pt x="699" y="351"/>
                </a:lnTo>
                <a:lnTo>
                  <a:pt x="701" y="377"/>
                </a:lnTo>
                <a:lnTo>
                  <a:pt x="688" y="368"/>
                </a:lnTo>
                <a:lnTo>
                  <a:pt x="688" y="377"/>
                </a:lnTo>
                <a:lnTo>
                  <a:pt x="675" y="377"/>
                </a:lnTo>
                <a:lnTo>
                  <a:pt x="659" y="355"/>
                </a:lnTo>
                <a:lnTo>
                  <a:pt x="619" y="344"/>
                </a:lnTo>
                <a:lnTo>
                  <a:pt x="647" y="358"/>
                </a:lnTo>
                <a:lnTo>
                  <a:pt x="611" y="365"/>
                </a:lnTo>
                <a:lnTo>
                  <a:pt x="600" y="377"/>
                </a:lnTo>
                <a:lnTo>
                  <a:pt x="634" y="380"/>
                </a:lnTo>
                <a:lnTo>
                  <a:pt x="605" y="387"/>
                </a:lnTo>
                <a:lnTo>
                  <a:pt x="649" y="378"/>
                </a:lnTo>
                <a:lnTo>
                  <a:pt x="691" y="389"/>
                </a:lnTo>
                <a:lnTo>
                  <a:pt x="636" y="419"/>
                </a:lnTo>
                <a:lnTo>
                  <a:pt x="584" y="432"/>
                </a:lnTo>
                <a:lnTo>
                  <a:pt x="565" y="433"/>
                </a:lnTo>
                <a:lnTo>
                  <a:pt x="552" y="420"/>
                </a:lnTo>
                <a:lnTo>
                  <a:pt x="558" y="433"/>
                </a:lnTo>
                <a:lnTo>
                  <a:pt x="543" y="441"/>
                </a:lnTo>
                <a:lnTo>
                  <a:pt x="523" y="473"/>
                </a:lnTo>
                <a:lnTo>
                  <a:pt x="507" y="473"/>
                </a:lnTo>
                <a:lnTo>
                  <a:pt x="503" y="482"/>
                </a:lnTo>
                <a:lnTo>
                  <a:pt x="487" y="484"/>
                </a:lnTo>
                <a:lnTo>
                  <a:pt x="480" y="480"/>
                </a:lnTo>
                <a:lnTo>
                  <a:pt x="490" y="474"/>
                </a:lnTo>
                <a:lnTo>
                  <a:pt x="479" y="473"/>
                </a:lnTo>
                <a:lnTo>
                  <a:pt x="473" y="489"/>
                </a:lnTo>
                <a:lnTo>
                  <a:pt x="448" y="491"/>
                </a:lnTo>
                <a:lnTo>
                  <a:pt x="449" y="504"/>
                </a:lnTo>
                <a:lnTo>
                  <a:pt x="433" y="505"/>
                </a:lnTo>
                <a:lnTo>
                  <a:pt x="447" y="515"/>
                </a:lnTo>
                <a:lnTo>
                  <a:pt x="429" y="518"/>
                </a:lnTo>
                <a:lnTo>
                  <a:pt x="443" y="529"/>
                </a:lnTo>
                <a:lnTo>
                  <a:pt x="431" y="529"/>
                </a:lnTo>
                <a:lnTo>
                  <a:pt x="440" y="532"/>
                </a:lnTo>
                <a:lnTo>
                  <a:pt x="431" y="545"/>
                </a:lnTo>
                <a:lnTo>
                  <a:pt x="422" y="543"/>
                </a:lnTo>
                <a:lnTo>
                  <a:pt x="429" y="549"/>
                </a:lnTo>
                <a:lnTo>
                  <a:pt x="412" y="554"/>
                </a:lnTo>
                <a:lnTo>
                  <a:pt x="422" y="572"/>
                </a:lnTo>
                <a:lnTo>
                  <a:pt x="412" y="596"/>
                </a:lnTo>
                <a:lnTo>
                  <a:pt x="400" y="597"/>
                </a:lnTo>
                <a:lnTo>
                  <a:pt x="409" y="605"/>
                </a:lnTo>
                <a:lnTo>
                  <a:pt x="381" y="605"/>
                </a:lnTo>
                <a:lnTo>
                  <a:pt x="378" y="589"/>
                </a:lnTo>
                <a:lnTo>
                  <a:pt x="339" y="591"/>
                </a:lnTo>
                <a:lnTo>
                  <a:pt x="348" y="587"/>
                </a:lnTo>
                <a:lnTo>
                  <a:pt x="328" y="580"/>
                </a:lnTo>
                <a:lnTo>
                  <a:pt x="338" y="577"/>
                </a:lnTo>
                <a:lnTo>
                  <a:pt x="323" y="577"/>
                </a:lnTo>
                <a:lnTo>
                  <a:pt x="328" y="564"/>
                </a:lnTo>
                <a:lnTo>
                  <a:pt x="320" y="567"/>
                </a:lnTo>
                <a:lnTo>
                  <a:pt x="294" y="532"/>
                </a:lnTo>
                <a:lnTo>
                  <a:pt x="294" y="522"/>
                </a:lnTo>
                <a:lnTo>
                  <a:pt x="313" y="510"/>
                </a:lnTo>
                <a:lnTo>
                  <a:pt x="305" y="507"/>
                </a:lnTo>
                <a:lnTo>
                  <a:pt x="286" y="520"/>
                </a:lnTo>
                <a:lnTo>
                  <a:pt x="286" y="494"/>
                </a:lnTo>
                <a:lnTo>
                  <a:pt x="268" y="480"/>
                </a:lnTo>
                <a:lnTo>
                  <a:pt x="273" y="460"/>
                </a:lnTo>
                <a:lnTo>
                  <a:pt x="262" y="452"/>
                </a:lnTo>
                <a:lnTo>
                  <a:pt x="277" y="434"/>
                </a:lnTo>
                <a:lnTo>
                  <a:pt x="268" y="432"/>
                </a:lnTo>
                <a:lnTo>
                  <a:pt x="301" y="432"/>
                </a:lnTo>
                <a:lnTo>
                  <a:pt x="298" y="425"/>
                </a:lnTo>
                <a:lnTo>
                  <a:pt x="275" y="426"/>
                </a:lnTo>
                <a:lnTo>
                  <a:pt x="309" y="410"/>
                </a:lnTo>
                <a:lnTo>
                  <a:pt x="301" y="405"/>
                </a:lnTo>
                <a:lnTo>
                  <a:pt x="309" y="387"/>
                </a:lnTo>
                <a:lnTo>
                  <a:pt x="281" y="387"/>
                </a:lnTo>
                <a:lnTo>
                  <a:pt x="251" y="372"/>
                </a:lnTo>
                <a:lnTo>
                  <a:pt x="305" y="380"/>
                </a:lnTo>
                <a:lnTo>
                  <a:pt x="296" y="374"/>
                </a:lnTo>
                <a:lnTo>
                  <a:pt x="305" y="371"/>
                </a:lnTo>
                <a:lnTo>
                  <a:pt x="284" y="360"/>
                </a:lnTo>
                <a:lnTo>
                  <a:pt x="291" y="355"/>
                </a:lnTo>
                <a:lnTo>
                  <a:pt x="280" y="359"/>
                </a:lnTo>
                <a:lnTo>
                  <a:pt x="288" y="352"/>
                </a:lnTo>
                <a:lnTo>
                  <a:pt x="274" y="352"/>
                </a:lnTo>
                <a:lnTo>
                  <a:pt x="289" y="347"/>
                </a:lnTo>
                <a:lnTo>
                  <a:pt x="265" y="338"/>
                </a:lnTo>
                <a:lnTo>
                  <a:pt x="260" y="352"/>
                </a:lnTo>
                <a:lnTo>
                  <a:pt x="240" y="352"/>
                </a:lnTo>
                <a:lnTo>
                  <a:pt x="236" y="347"/>
                </a:lnTo>
                <a:lnTo>
                  <a:pt x="249" y="338"/>
                </a:lnTo>
                <a:lnTo>
                  <a:pt x="239" y="338"/>
                </a:lnTo>
                <a:lnTo>
                  <a:pt x="251" y="316"/>
                </a:lnTo>
                <a:lnTo>
                  <a:pt x="237" y="312"/>
                </a:lnTo>
                <a:lnTo>
                  <a:pt x="244" y="302"/>
                </a:lnTo>
                <a:lnTo>
                  <a:pt x="221" y="275"/>
                </a:lnTo>
                <a:lnTo>
                  <a:pt x="229" y="274"/>
                </a:lnTo>
                <a:lnTo>
                  <a:pt x="198" y="250"/>
                </a:lnTo>
                <a:lnTo>
                  <a:pt x="198" y="241"/>
                </a:lnTo>
                <a:lnTo>
                  <a:pt x="165" y="229"/>
                </a:lnTo>
                <a:lnTo>
                  <a:pt x="134" y="222"/>
                </a:lnTo>
                <a:lnTo>
                  <a:pt x="106" y="234"/>
                </a:lnTo>
                <a:lnTo>
                  <a:pt x="83" y="226"/>
                </a:lnTo>
                <a:lnTo>
                  <a:pt x="91" y="235"/>
                </a:lnTo>
                <a:lnTo>
                  <a:pt x="67" y="231"/>
                </a:lnTo>
                <a:lnTo>
                  <a:pt x="46" y="222"/>
                </a:lnTo>
                <a:lnTo>
                  <a:pt x="67" y="214"/>
                </a:lnTo>
                <a:lnTo>
                  <a:pt x="21" y="205"/>
                </a:lnTo>
                <a:lnTo>
                  <a:pt x="38" y="198"/>
                </a:lnTo>
                <a:lnTo>
                  <a:pt x="93" y="200"/>
                </a:lnTo>
                <a:lnTo>
                  <a:pt x="100" y="197"/>
                </a:lnTo>
                <a:lnTo>
                  <a:pt x="90" y="192"/>
                </a:lnTo>
                <a:lnTo>
                  <a:pt x="99" y="187"/>
                </a:lnTo>
                <a:lnTo>
                  <a:pt x="50" y="191"/>
                </a:lnTo>
                <a:lnTo>
                  <a:pt x="0" y="17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6" name="Freeform 653">
            <a:extLst>
              <a:ext uri="{FF2B5EF4-FFF2-40B4-BE49-F238E27FC236}">
                <a16:creationId xmlns:a16="http://schemas.microsoft.com/office/drawing/2014/main" id="{9106CE49-5810-E4AF-67F9-E830E2528AA7}"/>
              </a:ext>
            </a:extLst>
          </p:cNvPr>
          <p:cNvSpPr>
            <a:spLocks/>
          </p:cNvSpPr>
          <p:nvPr/>
        </p:nvSpPr>
        <p:spPr bwMode="auto">
          <a:xfrm>
            <a:off x="3668701" y="4181819"/>
            <a:ext cx="173742" cy="77068"/>
          </a:xfrm>
          <a:custGeom>
            <a:avLst/>
            <a:gdLst>
              <a:gd name="T0" fmla="*/ 0 w 151"/>
              <a:gd name="T1" fmla="*/ 40104274 h 70"/>
              <a:gd name="T2" fmla="*/ 0 w 151"/>
              <a:gd name="T3" fmla="*/ 40104274 h 70"/>
              <a:gd name="T4" fmla="*/ 15652254 w 151"/>
              <a:gd name="T5" fmla="*/ 35091241 h 70"/>
              <a:gd name="T6" fmla="*/ 6260402 w 151"/>
              <a:gd name="T7" fmla="*/ 25065175 h 70"/>
              <a:gd name="T8" fmla="*/ 26607957 w 151"/>
              <a:gd name="T9" fmla="*/ 31749650 h 70"/>
              <a:gd name="T10" fmla="*/ 17217354 w 151"/>
              <a:gd name="T11" fmla="*/ 13367662 h 70"/>
              <a:gd name="T12" fmla="*/ 40695106 w 151"/>
              <a:gd name="T13" fmla="*/ 23395026 h 70"/>
              <a:gd name="T14" fmla="*/ 29739408 w 151"/>
              <a:gd name="T15" fmla="*/ 1671443 h 70"/>
              <a:gd name="T16" fmla="*/ 65737964 w 151"/>
              <a:gd name="T17" fmla="*/ 18381988 h 70"/>
              <a:gd name="T18" fmla="*/ 68868163 w 151"/>
              <a:gd name="T19" fmla="*/ 48460201 h 70"/>
              <a:gd name="T20" fmla="*/ 87650631 w 151"/>
              <a:gd name="T21" fmla="*/ 15039104 h 70"/>
              <a:gd name="T22" fmla="*/ 106433080 w 151"/>
              <a:gd name="T23" fmla="*/ 28408059 h 70"/>
              <a:gd name="T24" fmla="*/ 122085329 w 151"/>
              <a:gd name="T25" fmla="*/ 11697513 h 70"/>
              <a:gd name="T26" fmla="*/ 134607378 w 151"/>
              <a:gd name="T27" fmla="*/ 31749650 h 70"/>
              <a:gd name="T28" fmla="*/ 131477179 w 151"/>
              <a:gd name="T29" fmla="*/ 13367662 h 70"/>
              <a:gd name="T30" fmla="*/ 170607214 w 151"/>
              <a:gd name="T31" fmla="*/ 13367662 h 70"/>
              <a:gd name="T32" fmla="*/ 175302514 w 151"/>
              <a:gd name="T33" fmla="*/ 0 h 70"/>
              <a:gd name="T34" fmla="*/ 192519862 w 151"/>
              <a:gd name="T35" fmla="*/ 11697513 h 70"/>
              <a:gd name="T36" fmla="*/ 214432511 w 151"/>
              <a:gd name="T37" fmla="*/ 6684477 h 70"/>
              <a:gd name="T38" fmla="*/ 198780262 w 151"/>
              <a:gd name="T39" fmla="*/ 15039104 h 70"/>
              <a:gd name="T40" fmla="*/ 234780059 w 151"/>
              <a:gd name="T41" fmla="*/ 51801792 h 70"/>
              <a:gd name="T42" fmla="*/ 203475561 w 151"/>
              <a:gd name="T43" fmla="*/ 83551432 h 70"/>
              <a:gd name="T44" fmla="*/ 117390029 w 151"/>
              <a:gd name="T45" fmla="*/ 115301092 h 70"/>
              <a:gd name="T46" fmla="*/ 39130007 w 151"/>
              <a:gd name="T47" fmla="*/ 100261993 h 70"/>
              <a:gd name="T48" fmla="*/ 57912465 w 151"/>
              <a:gd name="T49" fmla="*/ 70183775 h 70"/>
              <a:gd name="T50" fmla="*/ 12522054 w 151"/>
              <a:gd name="T51" fmla="*/ 60157709 h 70"/>
              <a:gd name="T52" fmla="*/ 56347365 w 151"/>
              <a:gd name="T53" fmla="*/ 58486267 h 70"/>
              <a:gd name="T54" fmla="*/ 40695106 w 151"/>
              <a:gd name="T55" fmla="*/ 48460201 h 70"/>
              <a:gd name="T56" fmla="*/ 56347365 w 151"/>
              <a:gd name="T57" fmla="*/ 40104274 h 70"/>
              <a:gd name="T58" fmla="*/ 0 w 151"/>
              <a:gd name="T59" fmla="*/ 40104274 h 70"/>
              <a:gd name="T60" fmla="*/ 0 w 151"/>
              <a:gd name="T61" fmla="*/ 40104274 h 7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51"/>
              <a:gd name="T94" fmla="*/ 0 h 70"/>
              <a:gd name="T95" fmla="*/ 151 w 151"/>
              <a:gd name="T96" fmla="*/ 70 h 7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51" h="70">
                <a:moveTo>
                  <a:pt x="0" y="24"/>
                </a:moveTo>
                <a:lnTo>
                  <a:pt x="0" y="24"/>
                </a:lnTo>
                <a:lnTo>
                  <a:pt x="10" y="21"/>
                </a:lnTo>
                <a:lnTo>
                  <a:pt x="4" y="15"/>
                </a:lnTo>
                <a:lnTo>
                  <a:pt x="17" y="19"/>
                </a:lnTo>
                <a:lnTo>
                  <a:pt x="11" y="8"/>
                </a:lnTo>
                <a:lnTo>
                  <a:pt x="26" y="14"/>
                </a:lnTo>
                <a:lnTo>
                  <a:pt x="19" y="1"/>
                </a:lnTo>
                <a:lnTo>
                  <a:pt x="42" y="11"/>
                </a:lnTo>
                <a:lnTo>
                  <a:pt x="44" y="29"/>
                </a:lnTo>
                <a:lnTo>
                  <a:pt x="56" y="9"/>
                </a:lnTo>
                <a:lnTo>
                  <a:pt x="68" y="17"/>
                </a:lnTo>
                <a:lnTo>
                  <a:pt x="78" y="7"/>
                </a:lnTo>
                <a:lnTo>
                  <a:pt x="86" y="19"/>
                </a:lnTo>
                <a:lnTo>
                  <a:pt x="84" y="8"/>
                </a:lnTo>
                <a:lnTo>
                  <a:pt x="109" y="8"/>
                </a:lnTo>
                <a:lnTo>
                  <a:pt x="112" y="0"/>
                </a:lnTo>
                <a:lnTo>
                  <a:pt x="123" y="7"/>
                </a:lnTo>
                <a:lnTo>
                  <a:pt x="137" y="4"/>
                </a:lnTo>
                <a:lnTo>
                  <a:pt x="127" y="9"/>
                </a:lnTo>
                <a:lnTo>
                  <a:pt x="150" y="31"/>
                </a:lnTo>
                <a:lnTo>
                  <a:pt x="130" y="50"/>
                </a:lnTo>
                <a:lnTo>
                  <a:pt x="75" y="69"/>
                </a:lnTo>
                <a:lnTo>
                  <a:pt x="25" y="60"/>
                </a:lnTo>
                <a:lnTo>
                  <a:pt x="37" y="42"/>
                </a:lnTo>
                <a:lnTo>
                  <a:pt x="8" y="36"/>
                </a:lnTo>
                <a:lnTo>
                  <a:pt x="36" y="35"/>
                </a:lnTo>
                <a:lnTo>
                  <a:pt x="26" y="29"/>
                </a:lnTo>
                <a:lnTo>
                  <a:pt x="36" y="24"/>
                </a:lnTo>
                <a:lnTo>
                  <a:pt x="0" y="24"/>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7" name="Freeform 654">
            <a:extLst>
              <a:ext uri="{FF2B5EF4-FFF2-40B4-BE49-F238E27FC236}">
                <a16:creationId xmlns:a16="http://schemas.microsoft.com/office/drawing/2014/main" id="{51F03474-3B98-CC21-BBF7-4B6A7092F78C}"/>
              </a:ext>
            </a:extLst>
          </p:cNvPr>
          <p:cNvSpPr>
            <a:spLocks/>
          </p:cNvSpPr>
          <p:nvPr/>
        </p:nvSpPr>
        <p:spPr bwMode="auto">
          <a:xfrm>
            <a:off x="2218909" y="4859199"/>
            <a:ext cx="474503" cy="289340"/>
          </a:xfrm>
          <a:custGeom>
            <a:avLst/>
            <a:gdLst>
              <a:gd name="T0" fmla="*/ 0 w 412"/>
              <a:gd name="T1" fmla="*/ 5082858 h 261"/>
              <a:gd name="T2" fmla="*/ 0 w 412"/>
              <a:gd name="T3" fmla="*/ 5082858 h 261"/>
              <a:gd name="T4" fmla="*/ 29795363 w 412"/>
              <a:gd name="T5" fmla="*/ 72852125 h 261"/>
              <a:gd name="T6" fmla="*/ 65864618 w 412"/>
              <a:gd name="T7" fmla="*/ 105042701 h 261"/>
              <a:gd name="T8" fmla="*/ 64295518 w 412"/>
              <a:gd name="T9" fmla="*/ 123679407 h 261"/>
              <a:gd name="T10" fmla="*/ 45477599 w 412"/>
              <a:gd name="T11" fmla="*/ 127067544 h 261"/>
              <a:gd name="T12" fmla="*/ 86250404 w 412"/>
              <a:gd name="T13" fmla="*/ 142316113 h 261"/>
              <a:gd name="T14" fmla="*/ 108205270 w 412"/>
              <a:gd name="T15" fmla="*/ 174506710 h 261"/>
              <a:gd name="T16" fmla="*/ 106637423 w 412"/>
              <a:gd name="T17" fmla="*/ 199919690 h 261"/>
              <a:gd name="T18" fmla="*/ 152115002 w 412"/>
              <a:gd name="T19" fmla="*/ 242275958 h 261"/>
              <a:gd name="T20" fmla="*/ 163092435 w 412"/>
              <a:gd name="T21" fmla="*/ 228722108 h 261"/>
              <a:gd name="T22" fmla="*/ 53318085 w 412"/>
              <a:gd name="T23" fmla="*/ 62686412 h 261"/>
              <a:gd name="T24" fmla="*/ 47045445 w 412"/>
              <a:gd name="T25" fmla="*/ 18636711 h 261"/>
              <a:gd name="T26" fmla="*/ 70568158 w 412"/>
              <a:gd name="T27" fmla="*/ 28802429 h 261"/>
              <a:gd name="T28" fmla="*/ 111340964 w 412"/>
              <a:gd name="T29" fmla="*/ 101654564 h 261"/>
              <a:gd name="T30" fmla="*/ 169365114 w 412"/>
              <a:gd name="T31" fmla="*/ 155869963 h 261"/>
              <a:gd name="T32" fmla="*/ 166228168 w 412"/>
              <a:gd name="T33" fmla="*/ 176200127 h 261"/>
              <a:gd name="T34" fmla="*/ 246205893 w 412"/>
              <a:gd name="T35" fmla="*/ 250746952 h 261"/>
              <a:gd name="T36" fmla="*/ 255615479 w 412"/>
              <a:gd name="T37" fmla="*/ 282937507 h 261"/>
              <a:gd name="T38" fmla="*/ 246205893 w 412"/>
              <a:gd name="T39" fmla="*/ 303267631 h 261"/>
              <a:gd name="T40" fmla="*/ 265023813 w 412"/>
              <a:gd name="T41" fmla="*/ 332070050 h 261"/>
              <a:gd name="T42" fmla="*/ 417138854 w 412"/>
              <a:gd name="T43" fmla="*/ 410005092 h 261"/>
              <a:gd name="T44" fmla="*/ 484571299 w 412"/>
              <a:gd name="T45" fmla="*/ 403227517 h 261"/>
              <a:gd name="T46" fmla="*/ 528479779 w 412"/>
              <a:gd name="T47" fmla="*/ 440500929 h 261"/>
              <a:gd name="T48" fmla="*/ 545729852 w 412"/>
              <a:gd name="T49" fmla="*/ 404922236 h 261"/>
              <a:gd name="T50" fmla="*/ 567684718 w 412"/>
              <a:gd name="T51" fmla="*/ 403227517 h 261"/>
              <a:gd name="T52" fmla="*/ 545729852 w 412"/>
              <a:gd name="T53" fmla="*/ 372731680 h 261"/>
              <a:gd name="T54" fmla="*/ 594344377 w 412"/>
              <a:gd name="T55" fmla="*/ 360872550 h 261"/>
              <a:gd name="T56" fmla="*/ 613162297 w 412"/>
              <a:gd name="T57" fmla="*/ 347318700 h 261"/>
              <a:gd name="T58" fmla="*/ 617867090 w 412"/>
              <a:gd name="T59" fmla="*/ 340541043 h 261"/>
              <a:gd name="T60" fmla="*/ 624139730 w 412"/>
              <a:gd name="T61" fmla="*/ 357484413 h 261"/>
              <a:gd name="T62" fmla="*/ 644526749 w 412"/>
              <a:gd name="T63" fmla="*/ 282937507 h 261"/>
              <a:gd name="T64" fmla="*/ 617867090 w 412"/>
              <a:gd name="T65" fmla="*/ 272771795 h 261"/>
              <a:gd name="T66" fmla="*/ 569253817 w 412"/>
              <a:gd name="T67" fmla="*/ 282937507 h 261"/>
              <a:gd name="T68" fmla="*/ 544162005 w 412"/>
              <a:gd name="T69" fmla="*/ 347318700 h 261"/>
              <a:gd name="T70" fmla="*/ 481434353 w 412"/>
              <a:gd name="T71" fmla="*/ 354094974 h 261"/>
              <a:gd name="T72" fmla="*/ 454775946 w 412"/>
              <a:gd name="T73" fmla="*/ 338847625 h 261"/>
              <a:gd name="T74" fmla="*/ 414001908 w 412"/>
              <a:gd name="T75" fmla="*/ 259217945 h 261"/>
              <a:gd name="T76" fmla="*/ 412434061 w 412"/>
              <a:gd name="T77" fmla="*/ 199919690 h 261"/>
              <a:gd name="T78" fmla="*/ 426548440 w 412"/>
              <a:gd name="T79" fmla="*/ 171117271 h 261"/>
              <a:gd name="T80" fmla="*/ 384206555 w 412"/>
              <a:gd name="T81" fmla="*/ 155869963 h 261"/>
              <a:gd name="T82" fmla="*/ 330888489 w 412"/>
              <a:gd name="T83" fmla="*/ 72852125 h 261"/>
              <a:gd name="T84" fmla="*/ 285410832 w 412"/>
              <a:gd name="T85" fmla="*/ 89794132 h 261"/>
              <a:gd name="T86" fmla="*/ 227387973 w 412"/>
              <a:gd name="T87" fmla="*/ 22024853 h 261"/>
              <a:gd name="T88" fmla="*/ 130160136 w 412"/>
              <a:gd name="T89" fmla="*/ 35578703 h 261"/>
              <a:gd name="T90" fmla="*/ 48614545 w 412"/>
              <a:gd name="T91" fmla="*/ 0 h 261"/>
              <a:gd name="T92" fmla="*/ 0 w 412"/>
              <a:gd name="T93" fmla="*/ 5082858 h 261"/>
              <a:gd name="T94" fmla="*/ 0 w 412"/>
              <a:gd name="T95" fmla="*/ 5082858 h 261"/>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12"/>
              <a:gd name="T145" fmla="*/ 0 h 261"/>
              <a:gd name="T146" fmla="*/ 412 w 412"/>
              <a:gd name="T147" fmla="*/ 261 h 261"/>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12" h="261">
                <a:moveTo>
                  <a:pt x="0" y="3"/>
                </a:moveTo>
                <a:lnTo>
                  <a:pt x="0" y="3"/>
                </a:lnTo>
                <a:lnTo>
                  <a:pt x="19" y="43"/>
                </a:lnTo>
                <a:lnTo>
                  <a:pt x="42" y="62"/>
                </a:lnTo>
                <a:lnTo>
                  <a:pt x="41" y="73"/>
                </a:lnTo>
                <a:lnTo>
                  <a:pt x="29" y="75"/>
                </a:lnTo>
                <a:lnTo>
                  <a:pt x="55" y="84"/>
                </a:lnTo>
                <a:lnTo>
                  <a:pt x="69" y="103"/>
                </a:lnTo>
                <a:lnTo>
                  <a:pt x="68" y="118"/>
                </a:lnTo>
                <a:lnTo>
                  <a:pt x="97" y="143"/>
                </a:lnTo>
                <a:lnTo>
                  <a:pt x="104" y="135"/>
                </a:lnTo>
                <a:lnTo>
                  <a:pt x="34" y="37"/>
                </a:lnTo>
                <a:lnTo>
                  <a:pt x="30" y="11"/>
                </a:lnTo>
                <a:lnTo>
                  <a:pt x="45" y="17"/>
                </a:lnTo>
                <a:lnTo>
                  <a:pt x="71" y="60"/>
                </a:lnTo>
                <a:lnTo>
                  <a:pt x="108" y="92"/>
                </a:lnTo>
                <a:lnTo>
                  <a:pt x="106" y="104"/>
                </a:lnTo>
                <a:lnTo>
                  <a:pt x="157" y="148"/>
                </a:lnTo>
                <a:lnTo>
                  <a:pt x="163" y="167"/>
                </a:lnTo>
                <a:lnTo>
                  <a:pt x="157" y="179"/>
                </a:lnTo>
                <a:lnTo>
                  <a:pt x="169" y="196"/>
                </a:lnTo>
                <a:lnTo>
                  <a:pt x="266" y="242"/>
                </a:lnTo>
                <a:lnTo>
                  <a:pt x="309" y="238"/>
                </a:lnTo>
                <a:lnTo>
                  <a:pt x="337" y="260"/>
                </a:lnTo>
                <a:lnTo>
                  <a:pt x="348" y="239"/>
                </a:lnTo>
                <a:lnTo>
                  <a:pt x="362" y="238"/>
                </a:lnTo>
                <a:lnTo>
                  <a:pt x="348" y="220"/>
                </a:lnTo>
                <a:lnTo>
                  <a:pt x="379" y="213"/>
                </a:lnTo>
                <a:lnTo>
                  <a:pt x="391" y="205"/>
                </a:lnTo>
                <a:lnTo>
                  <a:pt x="394" y="201"/>
                </a:lnTo>
                <a:lnTo>
                  <a:pt x="398" y="211"/>
                </a:lnTo>
                <a:lnTo>
                  <a:pt x="411" y="167"/>
                </a:lnTo>
                <a:lnTo>
                  <a:pt x="394" y="161"/>
                </a:lnTo>
                <a:lnTo>
                  <a:pt x="363" y="167"/>
                </a:lnTo>
                <a:lnTo>
                  <a:pt x="347" y="205"/>
                </a:lnTo>
                <a:lnTo>
                  <a:pt x="307" y="209"/>
                </a:lnTo>
                <a:lnTo>
                  <a:pt x="290" y="200"/>
                </a:lnTo>
                <a:lnTo>
                  <a:pt x="264" y="153"/>
                </a:lnTo>
                <a:lnTo>
                  <a:pt x="263" y="118"/>
                </a:lnTo>
                <a:lnTo>
                  <a:pt x="272" y="101"/>
                </a:lnTo>
                <a:lnTo>
                  <a:pt x="245" y="92"/>
                </a:lnTo>
                <a:lnTo>
                  <a:pt x="211" y="43"/>
                </a:lnTo>
                <a:lnTo>
                  <a:pt x="182" y="53"/>
                </a:lnTo>
                <a:lnTo>
                  <a:pt x="145" y="13"/>
                </a:lnTo>
                <a:lnTo>
                  <a:pt x="83" y="21"/>
                </a:lnTo>
                <a:lnTo>
                  <a:pt x="31" y="0"/>
                </a:lnTo>
                <a:lnTo>
                  <a:pt x="0" y="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8" name="Freeform 655">
            <a:extLst>
              <a:ext uri="{FF2B5EF4-FFF2-40B4-BE49-F238E27FC236}">
                <a16:creationId xmlns:a16="http://schemas.microsoft.com/office/drawing/2014/main" id="{5E0B3D84-322E-851F-8949-0F7097461CF4}"/>
              </a:ext>
            </a:extLst>
          </p:cNvPr>
          <p:cNvSpPr>
            <a:spLocks/>
          </p:cNvSpPr>
          <p:nvPr/>
        </p:nvSpPr>
        <p:spPr bwMode="auto">
          <a:xfrm>
            <a:off x="5425096" y="4464485"/>
            <a:ext cx="497864" cy="276999"/>
          </a:xfrm>
          <a:custGeom>
            <a:avLst/>
            <a:gdLst>
              <a:gd name="T0" fmla="*/ 0 w 434"/>
              <a:gd name="T1" fmla="*/ 97804222 h 183"/>
              <a:gd name="T2" fmla="*/ 0 w 434"/>
              <a:gd name="T3" fmla="*/ 97804222 h 183"/>
              <a:gd name="T4" fmla="*/ 21780710 w 434"/>
              <a:gd name="T5" fmla="*/ 130405179 h 183"/>
              <a:gd name="T6" fmla="*/ 51342202 w 434"/>
              <a:gd name="T7" fmla="*/ 140699736 h 183"/>
              <a:gd name="T8" fmla="*/ 63787960 w 434"/>
              <a:gd name="T9" fmla="*/ 207618979 h 183"/>
              <a:gd name="T10" fmla="*/ 157136156 w 434"/>
              <a:gd name="T11" fmla="*/ 233356025 h 183"/>
              <a:gd name="T12" fmla="*/ 197588027 w 434"/>
              <a:gd name="T13" fmla="*/ 279684804 h 183"/>
              <a:gd name="T14" fmla="*/ 273821727 w 434"/>
              <a:gd name="T15" fmla="*/ 276252848 h 183"/>
              <a:gd name="T16" fmla="*/ 360947101 w 434"/>
              <a:gd name="T17" fmla="*/ 312285761 h 183"/>
              <a:gd name="T18" fmla="*/ 477632633 w 434"/>
              <a:gd name="T19" fmla="*/ 279684804 h 183"/>
              <a:gd name="T20" fmla="*/ 513416994 w 434"/>
              <a:gd name="T21" fmla="*/ 253946448 h 183"/>
              <a:gd name="T22" fmla="*/ 513416994 w 434"/>
              <a:gd name="T23" fmla="*/ 217913535 h 183"/>
              <a:gd name="T24" fmla="*/ 546088045 w 434"/>
              <a:gd name="T25" fmla="*/ 221345491 h 183"/>
              <a:gd name="T26" fmla="*/ 616100113 w 434"/>
              <a:gd name="T27" fmla="*/ 169870047 h 183"/>
              <a:gd name="T28" fmla="*/ 673665330 w 434"/>
              <a:gd name="T29" fmla="*/ 166438092 h 183"/>
              <a:gd name="T30" fmla="*/ 645660348 w 434"/>
              <a:gd name="T31" fmla="*/ 126973224 h 183"/>
              <a:gd name="T32" fmla="*/ 591207349 w 434"/>
              <a:gd name="T33" fmla="*/ 137269090 h 183"/>
              <a:gd name="T34" fmla="*/ 591207349 w 434"/>
              <a:gd name="T35" fmla="*/ 92656289 h 183"/>
              <a:gd name="T36" fmla="*/ 605209762 w 434"/>
              <a:gd name="T37" fmla="*/ 68633890 h 183"/>
              <a:gd name="T38" fmla="*/ 566314585 w 434"/>
              <a:gd name="T39" fmla="*/ 61771289 h 183"/>
              <a:gd name="T40" fmla="*/ 465186875 w 434"/>
              <a:gd name="T41" fmla="*/ 89224334 h 183"/>
              <a:gd name="T42" fmla="*/ 378061578 w 434"/>
              <a:gd name="T43" fmla="*/ 49759445 h 183"/>
              <a:gd name="T44" fmla="*/ 320496438 w 434"/>
              <a:gd name="T45" fmla="*/ 54907378 h 183"/>
              <a:gd name="T46" fmla="*/ 300271146 w 434"/>
              <a:gd name="T47" fmla="*/ 22306411 h 183"/>
              <a:gd name="T48" fmla="*/ 244261492 w 434"/>
              <a:gd name="T49" fmla="*/ 0 h 183"/>
              <a:gd name="T50" fmla="*/ 214701257 w 434"/>
              <a:gd name="T51" fmla="*/ 24022389 h 183"/>
              <a:gd name="T52" fmla="*/ 213145849 w 434"/>
              <a:gd name="T53" fmla="*/ 68633890 h 183"/>
              <a:gd name="T54" fmla="*/ 85569928 w 434"/>
              <a:gd name="T55" fmla="*/ 48043467 h 183"/>
              <a:gd name="T56" fmla="*/ 0 w 434"/>
              <a:gd name="T57" fmla="*/ 97804222 h 183"/>
              <a:gd name="T58" fmla="*/ 0 w 434"/>
              <a:gd name="T59" fmla="*/ 97804222 h 18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34"/>
              <a:gd name="T91" fmla="*/ 0 h 183"/>
              <a:gd name="T92" fmla="*/ 434 w 434"/>
              <a:gd name="T93" fmla="*/ 183 h 183"/>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34" h="183">
                <a:moveTo>
                  <a:pt x="0" y="57"/>
                </a:moveTo>
                <a:lnTo>
                  <a:pt x="0" y="57"/>
                </a:lnTo>
                <a:lnTo>
                  <a:pt x="14" y="76"/>
                </a:lnTo>
                <a:lnTo>
                  <a:pt x="33" y="82"/>
                </a:lnTo>
                <a:lnTo>
                  <a:pt x="41" y="121"/>
                </a:lnTo>
                <a:lnTo>
                  <a:pt x="101" y="136"/>
                </a:lnTo>
                <a:lnTo>
                  <a:pt x="127" y="163"/>
                </a:lnTo>
                <a:lnTo>
                  <a:pt x="176" y="161"/>
                </a:lnTo>
                <a:lnTo>
                  <a:pt x="232" y="182"/>
                </a:lnTo>
                <a:lnTo>
                  <a:pt x="307" y="163"/>
                </a:lnTo>
                <a:lnTo>
                  <a:pt x="330" y="148"/>
                </a:lnTo>
                <a:lnTo>
                  <a:pt x="330" y="127"/>
                </a:lnTo>
                <a:lnTo>
                  <a:pt x="351" y="129"/>
                </a:lnTo>
                <a:lnTo>
                  <a:pt x="396" y="99"/>
                </a:lnTo>
                <a:lnTo>
                  <a:pt x="433" y="97"/>
                </a:lnTo>
                <a:lnTo>
                  <a:pt x="415" y="74"/>
                </a:lnTo>
                <a:lnTo>
                  <a:pt x="380" y="80"/>
                </a:lnTo>
                <a:lnTo>
                  <a:pt x="380" y="54"/>
                </a:lnTo>
                <a:lnTo>
                  <a:pt x="389" y="40"/>
                </a:lnTo>
                <a:lnTo>
                  <a:pt x="364" y="36"/>
                </a:lnTo>
                <a:lnTo>
                  <a:pt x="299" y="52"/>
                </a:lnTo>
                <a:lnTo>
                  <a:pt x="243" y="29"/>
                </a:lnTo>
                <a:lnTo>
                  <a:pt x="206" y="32"/>
                </a:lnTo>
                <a:lnTo>
                  <a:pt x="193" y="13"/>
                </a:lnTo>
                <a:lnTo>
                  <a:pt x="157" y="0"/>
                </a:lnTo>
                <a:lnTo>
                  <a:pt x="138" y="14"/>
                </a:lnTo>
                <a:lnTo>
                  <a:pt x="137" y="40"/>
                </a:lnTo>
                <a:lnTo>
                  <a:pt x="55" y="28"/>
                </a:lnTo>
                <a:lnTo>
                  <a:pt x="0" y="57"/>
                </a:lnTo>
              </a:path>
            </a:pathLst>
          </a:custGeom>
          <a:solidFill>
            <a:schemeClr val="accent2"/>
          </a:solidFill>
          <a:ln w="12700">
            <a:solidFill>
              <a:srgbClr val="FFFFFF"/>
            </a:solidFill>
            <a:round/>
            <a:headEnd/>
            <a:tailEnd/>
          </a:ln>
        </p:spPr>
        <p:txBody>
          <a:bodyPr lIns="0" tIns="0" rIns="0" bIns="0" anchor="ctr">
            <a:spAutoFit/>
          </a:bodyPr>
          <a:lstStyle/>
          <a:p>
            <a:endParaRPr lang="en-US" kern="0" dirty="0">
              <a:solidFill>
                <a:sysClr val="windowText" lastClr="000000"/>
              </a:solidFill>
            </a:endParaRPr>
          </a:p>
        </p:txBody>
      </p:sp>
      <p:sp>
        <p:nvSpPr>
          <p:cNvPr id="359" name="Freeform 656">
            <a:extLst>
              <a:ext uri="{FF2B5EF4-FFF2-40B4-BE49-F238E27FC236}">
                <a16:creationId xmlns:a16="http://schemas.microsoft.com/office/drawing/2014/main" id="{84B0808E-1EAA-7546-6786-E4597B89A775}"/>
              </a:ext>
            </a:extLst>
          </p:cNvPr>
          <p:cNvSpPr>
            <a:spLocks/>
          </p:cNvSpPr>
          <p:nvPr/>
        </p:nvSpPr>
        <p:spPr bwMode="auto">
          <a:xfrm>
            <a:off x="4865911" y="4986293"/>
            <a:ext cx="116801" cy="132501"/>
          </a:xfrm>
          <a:custGeom>
            <a:avLst/>
            <a:gdLst>
              <a:gd name="T0" fmla="*/ 0 w 105"/>
              <a:gd name="T1" fmla="*/ 143570889 h 119"/>
              <a:gd name="T2" fmla="*/ 0 w 105"/>
              <a:gd name="T3" fmla="*/ 143570889 h 119"/>
              <a:gd name="T4" fmla="*/ 20480870 w 105"/>
              <a:gd name="T5" fmla="*/ 201682754 h 119"/>
              <a:gd name="T6" fmla="*/ 57054450 w 105"/>
              <a:gd name="T7" fmla="*/ 193136590 h 119"/>
              <a:gd name="T8" fmla="*/ 114110109 w 105"/>
              <a:gd name="T9" fmla="*/ 141860872 h 119"/>
              <a:gd name="T10" fmla="*/ 112646586 w 105"/>
              <a:gd name="T11" fmla="*/ 117932397 h 119"/>
              <a:gd name="T12" fmla="*/ 150683680 w 105"/>
              <a:gd name="T13" fmla="*/ 73494155 h 119"/>
              <a:gd name="T14" fmla="*/ 152145994 w 105"/>
              <a:gd name="T15" fmla="*/ 59820554 h 119"/>
              <a:gd name="T16" fmla="*/ 131665133 w 105"/>
              <a:gd name="T17" fmla="*/ 34183359 h 119"/>
              <a:gd name="T18" fmla="*/ 84850527 w 105"/>
              <a:gd name="T19" fmla="*/ 0 h 119"/>
              <a:gd name="T20" fmla="*/ 73147160 w 105"/>
              <a:gd name="T21" fmla="*/ 1708710 h 119"/>
              <a:gd name="T22" fmla="*/ 78998834 w 105"/>
              <a:gd name="T23" fmla="*/ 18801043 h 119"/>
              <a:gd name="T24" fmla="*/ 62907334 w 105"/>
              <a:gd name="T25" fmla="*/ 54693117 h 119"/>
              <a:gd name="T26" fmla="*/ 73147160 w 105"/>
              <a:gd name="T27" fmla="*/ 71785445 h 119"/>
              <a:gd name="T28" fmla="*/ 58517973 w 105"/>
              <a:gd name="T29" fmla="*/ 119642415 h 119"/>
              <a:gd name="T30" fmla="*/ 0 w 105"/>
              <a:gd name="T31" fmla="*/ 143570889 h 119"/>
              <a:gd name="T32" fmla="*/ 0 w 105"/>
              <a:gd name="T33" fmla="*/ 143570889 h 11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5"/>
              <a:gd name="T52" fmla="*/ 0 h 119"/>
              <a:gd name="T53" fmla="*/ 105 w 105"/>
              <a:gd name="T54" fmla="*/ 119 h 11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5" h="119">
                <a:moveTo>
                  <a:pt x="0" y="84"/>
                </a:moveTo>
                <a:lnTo>
                  <a:pt x="0" y="84"/>
                </a:lnTo>
                <a:lnTo>
                  <a:pt x="14" y="118"/>
                </a:lnTo>
                <a:lnTo>
                  <a:pt x="39" y="113"/>
                </a:lnTo>
                <a:lnTo>
                  <a:pt x="78" y="83"/>
                </a:lnTo>
                <a:lnTo>
                  <a:pt x="77" y="69"/>
                </a:lnTo>
                <a:lnTo>
                  <a:pt x="103" y="43"/>
                </a:lnTo>
                <a:lnTo>
                  <a:pt x="104" y="35"/>
                </a:lnTo>
                <a:lnTo>
                  <a:pt x="90" y="20"/>
                </a:lnTo>
                <a:lnTo>
                  <a:pt x="58" y="0"/>
                </a:lnTo>
                <a:lnTo>
                  <a:pt x="50" y="1"/>
                </a:lnTo>
                <a:lnTo>
                  <a:pt x="54" y="11"/>
                </a:lnTo>
                <a:lnTo>
                  <a:pt x="43" y="32"/>
                </a:lnTo>
                <a:lnTo>
                  <a:pt x="50" y="42"/>
                </a:lnTo>
                <a:lnTo>
                  <a:pt x="40" y="70"/>
                </a:lnTo>
                <a:lnTo>
                  <a:pt x="0" y="8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0" name="Freeform 657">
            <a:extLst>
              <a:ext uri="{FF2B5EF4-FFF2-40B4-BE49-F238E27FC236}">
                <a16:creationId xmlns:a16="http://schemas.microsoft.com/office/drawing/2014/main" id="{6AAA1E86-4A61-D45F-BF6C-405BF17B0C50}"/>
              </a:ext>
            </a:extLst>
          </p:cNvPr>
          <p:cNvSpPr>
            <a:spLocks/>
          </p:cNvSpPr>
          <p:nvPr/>
        </p:nvSpPr>
        <p:spPr bwMode="auto">
          <a:xfrm>
            <a:off x="5303914" y="4898408"/>
            <a:ext cx="127022" cy="64899"/>
          </a:xfrm>
          <a:custGeom>
            <a:avLst/>
            <a:gdLst>
              <a:gd name="T0" fmla="*/ 0 w 111"/>
              <a:gd name="T1" fmla="*/ 39317863 h 57"/>
              <a:gd name="T2" fmla="*/ 0 w 111"/>
              <a:gd name="T3" fmla="*/ 39317863 h 57"/>
              <a:gd name="T4" fmla="*/ 21675035 w 111"/>
              <a:gd name="T5" fmla="*/ 0 h 57"/>
              <a:gd name="T6" fmla="*/ 88246756 w 111"/>
              <a:gd name="T7" fmla="*/ 25020341 h 57"/>
              <a:gd name="T8" fmla="*/ 123855015 w 111"/>
              <a:gd name="T9" fmla="*/ 62549509 h 57"/>
              <a:gd name="T10" fmla="*/ 170300826 w 111"/>
              <a:gd name="T11" fmla="*/ 62549509 h 57"/>
              <a:gd name="T12" fmla="*/ 167203860 w 111"/>
              <a:gd name="T13" fmla="*/ 100080026 h 57"/>
              <a:gd name="T14" fmla="*/ 57283304 w 111"/>
              <a:gd name="T15" fmla="*/ 76847032 h 57"/>
              <a:gd name="T16" fmla="*/ 0 w 111"/>
              <a:gd name="T17" fmla="*/ 39317863 h 57"/>
              <a:gd name="T18" fmla="*/ 0 w 111"/>
              <a:gd name="T19" fmla="*/ 39317863 h 5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1"/>
              <a:gd name="T31" fmla="*/ 0 h 57"/>
              <a:gd name="T32" fmla="*/ 111 w 111"/>
              <a:gd name="T33" fmla="*/ 57 h 5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1" h="57">
                <a:moveTo>
                  <a:pt x="0" y="22"/>
                </a:moveTo>
                <a:lnTo>
                  <a:pt x="0" y="22"/>
                </a:lnTo>
                <a:lnTo>
                  <a:pt x="14" y="0"/>
                </a:lnTo>
                <a:lnTo>
                  <a:pt x="57" y="14"/>
                </a:lnTo>
                <a:lnTo>
                  <a:pt x="80" y="35"/>
                </a:lnTo>
                <a:lnTo>
                  <a:pt x="110" y="35"/>
                </a:lnTo>
                <a:lnTo>
                  <a:pt x="108" y="56"/>
                </a:lnTo>
                <a:lnTo>
                  <a:pt x="37" y="43"/>
                </a:lnTo>
                <a:lnTo>
                  <a:pt x="0" y="2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61" name="Group 69">
            <a:extLst>
              <a:ext uri="{FF2B5EF4-FFF2-40B4-BE49-F238E27FC236}">
                <a16:creationId xmlns:a16="http://schemas.microsoft.com/office/drawing/2014/main" id="{D7DDE97D-3C71-7366-905B-BFA4526C5EBA}"/>
              </a:ext>
            </a:extLst>
          </p:cNvPr>
          <p:cNvGrpSpPr>
            <a:grpSpLocks/>
          </p:cNvGrpSpPr>
          <p:nvPr/>
        </p:nvGrpSpPr>
        <p:grpSpPr bwMode="auto">
          <a:xfrm>
            <a:off x="6655824" y="5909763"/>
            <a:ext cx="186879" cy="219035"/>
            <a:chOff x="5352" y="3915"/>
            <a:chExt cx="163" cy="197"/>
          </a:xfrm>
          <a:solidFill>
            <a:schemeClr val="accent2"/>
          </a:solidFill>
        </p:grpSpPr>
        <p:sp>
          <p:nvSpPr>
            <p:cNvPr id="362" name="Freeform 659">
              <a:extLst>
                <a:ext uri="{FF2B5EF4-FFF2-40B4-BE49-F238E27FC236}">
                  <a16:creationId xmlns:a16="http://schemas.microsoft.com/office/drawing/2014/main" id="{34B0A0EC-05BC-E2B4-CD8C-7C99DFD90C0B}"/>
                </a:ext>
              </a:extLst>
            </p:cNvPr>
            <p:cNvSpPr>
              <a:spLocks/>
            </p:cNvSpPr>
            <p:nvPr/>
          </p:nvSpPr>
          <p:spPr bwMode="auto">
            <a:xfrm>
              <a:off x="5352" y="4012"/>
              <a:ext cx="106" cy="100"/>
            </a:xfrm>
            <a:custGeom>
              <a:avLst/>
              <a:gdLst>
                <a:gd name="T0" fmla="*/ 0 w 106"/>
                <a:gd name="T1" fmla="*/ 87 h 100"/>
                <a:gd name="T2" fmla="*/ 0 w 106"/>
                <a:gd name="T3" fmla="*/ 87 h 100"/>
                <a:gd name="T4" fmla="*/ 22 w 106"/>
                <a:gd name="T5" fmla="*/ 56 h 100"/>
                <a:gd name="T6" fmla="*/ 60 w 106"/>
                <a:gd name="T7" fmla="*/ 34 h 100"/>
                <a:gd name="T8" fmla="*/ 79 w 106"/>
                <a:gd name="T9" fmla="*/ 0 h 100"/>
                <a:gd name="T10" fmla="*/ 91 w 106"/>
                <a:gd name="T11" fmla="*/ 10 h 100"/>
                <a:gd name="T12" fmla="*/ 104 w 106"/>
                <a:gd name="T13" fmla="*/ 6 h 100"/>
                <a:gd name="T14" fmla="*/ 105 w 106"/>
                <a:gd name="T15" fmla="*/ 18 h 100"/>
                <a:gd name="T16" fmla="*/ 85 w 106"/>
                <a:gd name="T17" fmla="*/ 41 h 100"/>
                <a:gd name="T18" fmla="*/ 90 w 106"/>
                <a:gd name="T19" fmla="*/ 52 h 100"/>
                <a:gd name="T20" fmla="*/ 67 w 106"/>
                <a:gd name="T21" fmla="*/ 56 h 100"/>
                <a:gd name="T22" fmla="*/ 57 w 106"/>
                <a:gd name="T23" fmla="*/ 89 h 100"/>
                <a:gd name="T24" fmla="*/ 34 w 106"/>
                <a:gd name="T25" fmla="*/ 99 h 100"/>
                <a:gd name="T26" fmla="*/ 0 w 106"/>
                <a:gd name="T27" fmla="*/ 87 h 100"/>
                <a:gd name="T28" fmla="*/ 0 w 106"/>
                <a:gd name="T29" fmla="*/ 8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6"/>
                <a:gd name="T46" fmla="*/ 0 h 100"/>
                <a:gd name="T47" fmla="*/ 106 w 106"/>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6" h="100">
                  <a:moveTo>
                    <a:pt x="0" y="87"/>
                  </a:moveTo>
                  <a:lnTo>
                    <a:pt x="0" y="87"/>
                  </a:lnTo>
                  <a:lnTo>
                    <a:pt x="22" y="56"/>
                  </a:lnTo>
                  <a:lnTo>
                    <a:pt x="60" y="34"/>
                  </a:lnTo>
                  <a:lnTo>
                    <a:pt x="79" y="0"/>
                  </a:lnTo>
                  <a:lnTo>
                    <a:pt x="91" y="10"/>
                  </a:lnTo>
                  <a:lnTo>
                    <a:pt x="104" y="6"/>
                  </a:lnTo>
                  <a:lnTo>
                    <a:pt x="105" y="18"/>
                  </a:lnTo>
                  <a:lnTo>
                    <a:pt x="85" y="41"/>
                  </a:lnTo>
                  <a:lnTo>
                    <a:pt x="90" y="52"/>
                  </a:lnTo>
                  <a:lnTo>
                    <a:pt x="67" y="56"/>
                  </a:lnTo>
                  <a:lnTo>
                    <a:pt x="57" y="89"/>
                  </a:lnTo>
                  <a:lnTo>
                    <a:pt x="34" y="99"/>
                  </a:lnTo>
                  <a:lnTo>
                    <a:pt x="0" y="8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3" name="Freeform 660">
              <a:extLst>
                <a:ext uri="{FF2B5EF4-FFF2-40B4-BE49-F238E27FC236}">
                  <a16:creationId xmlns:a16="http://schemas.microsoft.com/office/drawing/2014/main" id="{98608D9F-23D2-10EE-EE23-0125C905A446}"/>
                </a:ext>
              </a:extLst>
            </p:cNvPr>
            <p:cNvSpPr>
              <a:spLocks/>
            </p:cNvSpPr>
            <p:nvPr/>
          </p:nvSpPr>
          <p:spPr bwMode="auto">
            <a:xfrm>
              <a:off x="5435" y="3915"/>
              <a:ext cx="80" cy="110"/>
            </a:xfrm>
            <a:custGeom>
              <a:avLst/>
              <a:gdLst>
                <a:gd name="T0" fmla="*/ 0 w 80"/>
                <a:gd name="T1" fmla="*/ 0 h 110"/>
                <a:gd name="T2" fmla="*/ 0 w 80"/>
                <a:gd name="T3" fmla="*/ 0 h 110"/>
                <a:gd name="T4" fmla="*/ 22 w 80"/>
                <a:gd name="T5" fmla="*/ 13 h 110"/>
                <a:gd name="T6" fmla="*/ 28 w 80"/>
                <a:gd name="T7" fmla="*/ 37 h 110"/>
                <a:gd name="T8" fmla="*/ 37 w 80"/>
                <a:gd name="T9" fmla="*/ 43 h 110"/>
                <a:gd name="T10" fmla="*/ 43 w 80"/>
                <a:gd name="T11" fmla="*/ 33 h 110"/>
                <a:gd name="T12" fmla="*/ 47 w 80"/>
                <a:gd name="T13" fmla="*/ 50 h 110"/>
                <a:gd name="T14" fmla="*/ 79 w 80"/>
                <a:gd name="T15" fmla="*/ 50 h 110"/>
                <a:gd name="T16" fmla="*/ 73 w 80"/>
                <a:gd name="T17" fmla="*/ 74 h 110"/>
                <a:gd name="T18" fmla="*/ 57 w 80"/>
                <a:gd name="T19" fmla="*/ 77 h 110"/>
                <a:gd name="T20" fmla="*/ 43 w 80"/>
                <a:gd name="T21" fmla="*/ 108 h 110"/>
                <a:gd name="T22" fmla="*/ 28 w 80"/>
                <a:gd name="T23" fmla="*/ 109 h 110"/>
                <a:gd name="T24" fmla="*/ 35 w 80"/>
                <a:gd name="T25" fmla="*/ 98 h 110"/>
                <a:gd name="T26" fmla="*/ 15 w 80"/>
                <a:gd name="T27" fmla="*/ 75 h 110"/>
                <a:gd name="T28" fmla="*/ 31 w 80"/>
                <a:gd name="T29" fmla="*/ 56 h 110"/>
                <a:gd name="T30" fmla="*/ 28 w 80"/>
                <a:gd name="T31" fmla="*/ 40 h 110"/>
                <a:gd name="T32" fmla="*/ 0 w 80"/>
                <a:gd name="T33" fmla="*/ 0 h 110"/>
                <a:gd name="T34" fmla="*/ 0 w 80"/>
                <a:gd name="T35" fmla="*/ 0 h 11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0"/>
                <a:gd name="T55" fmla="*/ 0 h 110"/>
                <a:gd name="T56" fmla="*/ 80 w 80"/>
                <a:gd name="T57" fmla="*/ 110 h 11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0" h="110">
                  <a:moveTo>
                    <a:pt x="0" y="0"/>
                  </a:moveTo>
                  <a:lnTo>
                    <a:pt x="0" y="0"/>
                  </a:lnTo>
                  <a:lnTo>
                    <a:pt x="22" y="13"/>
                  </a:lnTo>
                  <a:lnTo>
                    <a:pt x="28" y="37"/>
                  </a:lnTo>
                  <a:lnTo>
                    <a:pt x="37" y="43"/>
                  </a:lnTo>
                  <a:lnTo>
                    <a:pt x="43" y="33"/>
                  </a:lnTo>
                  <a:lnTo>
                    <a:pt x="47" y="50"/>
                  </a:lnTo>
                  <a:lnTo>
                    <a:pt x="79" y="50"/>
                  </a:lnTo>
                  <a:lnTo>
                    <a:pt x="73" y="74"/>
                  </a:lnTo>
                  <a:lnTo>
                    <a:pt x="57" y="77"/>
                  </a:lnTo>
                  <a:lnTo>
                    <a:pt x="43" y="108"/>
                  </a:lnTo>
                  <a:lnTo>
                    <a:pt x="28" y="109"/>
                  </a:lnTo>
                  <a:lnTo>
                    <a:pt x="35" y="98"/>
                  </a:lnTo>
                  <a:lnTo>
                    <a:pt x="15" y="75"/>
                  </a:lnTo>
                  <a:lnTo>
                    <a:pt x="31" y="56"/>
                  </a:lnTo>
                  <a:lnTo>
                    <a:pt x="28" y="40"/>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64" name="Freeform 661">
            <a:extLst>
              <a:ext uri="{FF2B5EF4-FFF2-40B4-BE49-F238E27FC236}">
                <a16:creationId xmlns:a16="http://schemas.microsoft.com/office/drawing/2014/main" id="{B9ABFF19-3188-685C-5F7B-F0C742EE4517}"/>
              </a:ext>
            </a:extLst>
          </p:cNvPr>
          <p:cNvSpPr>
            <a:spLocks/>
          </p:cNvSpPr>
          <p:nvPr/>
        </p:nvSpPr>
        <p:spPr bwMode="auto">
          <a:xfrm>
            <a:off x="5003151" y="4783484"/>
            <a:ext cx="264263" cy="221737"/>
          </a:xfrm>
          <a:custGeom>
            <a:avLst/>
            <a:gdLst>
              <a:gd name="T0" fmla="*/ 0 w 230"/>
              <a:gd name="T1" fmla="*/ 184855067 h 199"/>
              <a:gd name="T2" fmla="*/ 0 w 230"/>
              <a:gd name="T3" fmla="*/ 184855067 h 199"/>
              <a:gd name="T4" fmla="*/ 34336892 w 230"/>
              <a:gd name="T5" fmla="*/ 196837704 h 199"/>
              <a:gd name="T6" fmla="*/ 112372904 w 230"/>
              <a:gd name="T7" fmla="*/ 184855067 h 199"/>
              <a:gd name="T8" fmla="*/ 126419980 w 230"/>
              <a:gd name="T9" fmla="*/ 150623590 h 199"/>
              <a:gd name="T10" fmla="*/ 179485088 w 230"/>
              <a:gd name="T11" fmla="*/ 131794665 h 199"/>
              <a:gd name="T12" fmla="*/ 184167446 w 230"/>
              <a:gd name="T13" fmla="*/ 102696964 h 199"/>
              <a:gd name="T14" fmla="*/ 202895633 w 230"/>
              <a:gd name="T15" fmla="*/ 95850677 h 199"/>
              <a:gd name="T16" fmla="*/ 195092534 w 230"/>
              <a:gd name="T17" fmla="*/ 80446837 h 199"/>
              <a:gd name="T18" fmla="*/ 213821969 w 230"/>
              <a:gd name="T19" fmla="*/ 78734284 h 199"/>
              <a:gd name="T20" fmla="*/ 227867797 w 230"/>
              <a:gd name="T21" fmla="*/ 49636583 h 199"/>
              <a:gd name="T22" fmla="*/ 221625068 w 230"/>
              <a:gd name="T23" fmla="*/ 20538866 h 199"/>
              <a:gd name="T24" fmla="*/ 293419571 w 230"/>
              <a:gd name="T25" fmla="*/ 0 h 199"/>
              <a:gd name="T26" fmla="*/ 357409805 w 230"/>
              <a:gd name="T27" fmla="*/ 42790286 h 199"/>
              <a:gd name="T28" fmla="*/ 340240740 w 230"/>
              <a:gd name="T29" fmla="*/ 61617913 h 199"/>
              <a:gd name="T30" fmla="*/ 279372495 w 230"/>
              <a:gd name="T31" fmla="*/ 61617913 h 199"/>
              <a:gd name="T32" fmla="*/ 279372495 w 230"/>
              <a:gd name="T33" fmla="*/ 99274475 h 199"/>
              <a:gd name="T34" fmla="*/ 307465399 w 230"/>
              <a:gd name="T35" fmla="*/ 123237133 h 199"/>
              <a:gd name="T36" fmla="*/ 290297582 w 230"/>
              <a:gd name="T37" fmla="*/ 135218463 h 199"/>
              <a:gd name="T38" fmla="*/ 294979941 w 230"/>
              <a:gd name="T39" fmla="*/ 157469877 h 199"/>
              <a:gd name="T40" fmla="*/ 232550156 w 230"/>
              <a:gd name="T41" fmla="*/ 234492937 h 199"/>
              <a:gd name="T42" fmla="*/ 204457252 w 230"/>
              <a:gd name="T43" fmla="*/ 232781693 h 199"/>
              <a:gd name="T44" fmla="*/ 184167446 w 230"/>
              <a:gd name="T45" fmla="*/ 251609309 h 199"/>
              <a:gd name="T46" fmla="*/ 218503079 w 230"/>
              <a:gd name="T47" fmla="*/ 323497286 h 199"/>
              <a:gd name="T48" fmla="*/ 170120370 w 230"/>
              <a:gd name="T49" fmla="*/ 323497286 h 199"/>
              <a:gd name="T50" fmla="*/ 152952514 w 230"/>
              <a:gd name="T51" fmla="*/ 338902414 h 199"/>
              <a:gd name="T52" fmla="*/ 117055263 w 230"/>
              <a:gd name="T53" fmla="*/ 296110830 h 199"/>
              <a:gd name="T54" fmla="*/ 17167821 w 230"/>
              <a:gd name="T55" fmla="*/ 304669670 h 199"/>
              <a:gd name="T56" fmla="*/ 49943099 w 230"/>
              <a:gd name="T57" fmla="*/ 255031799 h 199"/>
              <a:gd name="T58" fmla="*/ 0 w 230"/>
              <a:gd name="T59" fmla="*/ 184855067 h 199"/>
              <a:gd name="T60" fmla="*/ 0 w 230"/>
              <a:gd name="T61" fmla="*/ 184855067 h 19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30"/>
              <a:gd name="T94" fmla="*/ 0 h 199"/>
              <a:gd name="T95" fmla="*/ 230 w 230"/>
              <a:gd name="T96" fmla="*/ 199 h 19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30" h="199">
                <a:moveTo>
                  <a:pt x="0" y="108"/>
                </a:moveTo>
                <a:lnTo>
                  <a:pt x="0" y="108"/>
                </a:lnTo>
                <a:lnTo>
                  <a:pt x="22" y="115"/>
                </a:lnTo>
                <a:lnTo>
                  <a:pt x="72" y="108"/>
                </a:lnTo>
                <a:lnTo>
                  <a:pt x="81" y="88"/>
                </a:lnTo>
                <a:lnTo>
                  <a:pt x="115" y="77"/>
                </a:lnTo>
                <a:lnTo>
                  <a:pt x="118" y="60"/>
                </a:lnTo>
                <a:lnTo>
                  <a:pt x="130" y="56"/>
                </a:lnTo>
                <a:lnTo>
                  <a:pt x="125" y="47"/>
                </a:lnTo>
                <a:lnTo>
                  <a:pt x="137" y="46"/>
                </a:lnTo>
                <a:lnTo>
                  <a:pt x="146" y="29"/>
                </a:lnTo>
                <a:lnTo>
                  <a:pt x="142" y="12"/>
                </a:lnTo>
                <a:lnTo>
                  <a:pt x="188" y="0"/>
                </a:lnTo>
                <a:lnTo>
                  <a:pt x="229" y="25"/>
                </a:lnTo>
                <a:lnTo>
                  <a:pt x="218" y="36"/>
                </a:lnTo>
                <a:lnTo>
                  <a:pt x="179" y="36"/>
                </a:lnTo>
                <a:lnTo>
                  <a:pt x="179" y="58"/>
                </a:lnTo>
                <a:lnTo>
                  <a:pt x="197" y="72"/>
                </a:lnTo>
                <a:lnTo>
                  <a:pt x="186" y="79"/>
                </a:lnTo>
                <a:lnTo>
                  <a:pt x="189" y="92"/>
                </a:lnTo>
                <a:lnTo>
                  <a:pt x="149" y="137"/>
                </a:lnTo>
                <a:lnTo>
                  <a:pt x="131" y="136"/>
                </a:lnTo>
                <a:lnTo>
                  <a:pt x="118" y="147"/>
                </a:lnTo>
                <a:lnTo>
                  <a:pt x="140" y="189"/>
                </a:lnTo>
                <a:lnTo>
                  <a:pt x="109" y="189"/>
                </a:lnTo>
                <a:lnTo>
                  <a:pt x="98" y="198"/>
                </a:lnTo>
                <a:lnTo>
                  <a:pt x="75" y="173"/>
                </a:lnTo>
                <a:lnTo>
                  <a:pt x="11" y="178"/>
                </a:lnTo>
                <a:lnTo>
                  <a:pt x="32" y="149"/>
                </a:lnTo>
                <a:lnTo>
                  <a:pt x="0" y="10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65" name="Group 364">
            <a:extLst>
              <a:ext uri="{FF2B5EF4-FFF2-40B4-BE49-F238E27FC236}">
                <a16:creationId xmlns:a16="http://schemas.microsoft.com/office/drawing/2014/main" id="{505DAE09-D070-FFAC-FB5C-9008E5600B5C}"/>
              </a:ext>
            </a:extLst>
          </p:cNvPr>
          <p:cNvGrpSpPr>
            <a:grpSpLocks/>
          </p:cNvGrpSpPr>
          <p:nvPr/>
        </p:nvGrpSpPr>
        <p:grpSpPr bwMode="auto">
          <a:xfrm>
            <a:off x="6260165" y="5408135"/>
            <a:ext cx="186880" cy="116277"/>
            <a:chOff x="5006" y="3464"/>
            <a:chExt cx="164" cy="107"/>
          </a:xfrm>
          <a:solidFill>
            <a:schemeClr val="accent2"/>
          </a:solidFill>
        </p:grpSpPr>
        <p:sp>
          <p:nvSpPr>
            <p:cNvPr id="366" name="Freeform 663">
              <a:extLst>
                <a:ext uri="{FF2B5EF4-FFF2-40B4-BE49-F238E27FC236}">
                  <a16:creationId xmlns:a16="http://schemas.microsoft.com/office/drawing/2014/main" id="{D63965DF-C31B-B97A-1911-4E5615AEC9C6}"/>
                </a:ext>
              </a:extLst>
            </p:cNvPr>
            <p:cNvSpPr>
              <a:spLocks/>
            </p:cNvSpPr>
            <p:nvPr/>
          </p:nvSpPr>
          <p:spPr bwMode="auto">
            <a:xfrm>
              <a:off x="5006" y="3464"/>
              <a:ext cx="136" cy="107"/>
            </a:xfrm>
            <a:custGeom>
              <a:avLst/>
              <a:gdLst>
                <a:gd name="T0" fmla="*/ 0 w 136"/>
                <a:gd name="T1" fmla="*/ 0 h 107"/>
                <a:gd name="T2" fmla="*/ 0 w 136"/>
                <a:gd name="T3" fmla="*/ 0 h 107"/>
                <a:gd name="T4" fmla="*/ 2 w 136"/>
                <a:gd name="T5" fmla="*/ 88 h 107"/>
                <a:gd name="T6" fmla="*/ 24 w 136"/>
                <a:gd name="T7" fmla="*/ 91 h 107"/>
                <a:gd name="T8" fmla="*/ 46 w 136"/>
                <a:gd name="T9" fmla="*/ 67 h 107"/>
                <a:gd name="T10" fmla="*/ 70 w 136"/>
                <a:gd name="T11" fmla="*/ 78 h 107"/>
                <a:gd name="T12" fmla="*/ 93 w 136"/>
                <a:gd name="T13" fmla="*/ 101 h 107"/>
                <a:gd name="T14" fmla="*/ 135 w 136"/>
                <a:gd name="T15" fmla="*/ 106 h 107"/>
                <a:gd name="T16" fmla="*/ 87 w 136"/>
                <a:gd name="T17" fmla="*/ 67 h 107"/>
                <a:gd name="T18" fmla="*/ 90 w 136"/>
                <a:gd name="T19" fmla="*/ 47 h 107"/>
                <a:gd name="T20" fmla="*/ 67 w 136"/>
                <a:gd name="T21" fmla="*/ 41 h 107"/>
                <a:gd name="T22" fmla="*/ 46 w 136"/>
                <a:gd name="T23" fmla="*/ 16 h 107"/>
                <a:gd name="T24" fmla="*/ 0 w 136"/>
                <a:gd name="T25" fmla="*/ 0 h 107"/>
                <a:gd name="T26" fmla="*/ 0 w 136"/>
                <a:gd name="T27" fmla="*/ 0 h 10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6"/>
                <a:gd name="T43" fmla="*/ 0 h 107"/>
                <a:gd name="T44" fmla="*/ 136 w 136"/>
                <a:gd name="T45" fmla="*/ 107 h 10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6" h="107">
                  <a:moveTo>
                    <a:pt x="0" y="0"/>
                  </a:moveTo>
                  <a:lnTo>
                    <a:pt x="0" y="0"/>
                  </a:lnTo>
                  <a:lnTo>
                    <a:pt x="2" y="88"/>
                  </a:lnTo>
                  <a:lnTo>
                    <a:pt x="24" y="91"/>
                  </a:lnTo>
                  <a:lnTo>
                    <a:pt x="46" y="67"/>
                  </a:lnTo>
                  <a:lnTo>
                    <a:pt x="70" y="78"/>
                  </a:lnTo>
                  <a:lnTo>
                    <a:pt x="93" y="101"/>
                  </a:lnTo>
                  <a:lnTo>
                    <a:pt x="135" y="106"/>
                  </a:lnTo>
                  <a:lnTo>
                    <a:pt x="87" y="67"/>
                  </a:lnTo>
                  <a:lnTo>
                    <a:pt x="90" y="47"/>
                  </a:lnTo>
                  <a:lnTo>
                    <a:pt x="67" y="41"/>
                  </a:lnTo>
                  <a:lnTo>
                    <a:pt x="46" y="16"/>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7" name="Freeform 75">
              <a:extLst>
                <a:ext uri="{FF2B5EF4-FFF2-40B4-BE49-F238E27FC236}">
                  <a16:creationId xmlns:a16="http://schemas.microsoft.com/office/drawing/2014/main" id="{B3CF7CF2-278F-B6F7-05BB-EEE5C906FC4B}"/>
                </a:ext>
              </a:extLst>
            </p:cNvPr>
            <p:cNvSpPr>
              <a:spLocks/>
            </p:cNvSpPr>
            <p:nvPr/>
          </p:nvSpPr>
          <p:spPr bwMode="auto">
            <a:xfrm>
              <a:off x="5105" y="3487"/>
              <a:ext cx="57" cy="28"/>
            </a:xfrm>
            <a:custGeom>
              <a:avLst/>
              <a:gdLst>
                <a:gd name="T0" fmla="*/ 0 w 57"/>
                <a:gd name="T1" fmla="*/ 18 h 28"/>
                <a:gd name="T2" fmla="*/ 0 w 57"/>
                <a:gd name="T3" fmla="*/ 18 h 28"/>
                <a:gd name="T4" fmla="*/ 33 w 57"/>
                <a:gd name="T5" fmla="*/ 27 h 28"/>
                <a:gd name="T6" fmla="*/ 56 w 57"/>
                <a:gd name="T7" fmla="*/ 8 h 28"/>
                <a:gd name="T8" fmla="*/ 47 w 57"/>
                <a:gd name="T9" fmla="*/ 0 h 28"/>
                <a:gd name="T10" fmla="*/ 40 w 57"/>
                <a:gd name="T11" fmla="*/ 10 h 28"/>
                <a:gd name="T12" fmla="*/ 0 w 57"/>
                <a:gd name="T13" fmla="*/ 18 h 28"/>
                <a:gd name="T14" fmla="*/ 0 w 57"/>
                <a:gd name="T15" fmla="*/ 18 h 28"/>
                <a:gd name="T16" fmla="*/ 0 60000 65536"/>
                <a:gd name="T17" fmla="*/ 0 60000 65536"/>
                <a:gd name="T18" fmla="*/ 0 60000 65536"/>
                <a:gd name="T19" fmla="*/ 0 60000 65536"/>
                <a:gd name="T20" fmla="*/ 0 60000 65536"/>
                <a:gd name="T21" fmla="*/ 0 60000 65536"/>
                <a:gd name="T22" fmla="*/ 0 60000 65536"/>
                <a:gd name="T23" fmla="*/ 0 60000 65536"/>
                <a:gd name="T24" fmla="*/ 0 w 57"/>
                <a:gd name="T25" fmla="*/ 0 h 28"/>
                <a:gd name="T26" fmla="*/ 57 w 57"/>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 h="28">
                  <a:moveTo>
                    <a:pt x="0" y="18"/>
                  </a:moveTo>
                  <a:lnTo>
                    <a:pt x="0" y="18"/>
                  </a:lnTo>
                  <a:lnTo>
                    <a:pt x="33" y="27"/>
                  </a:lnTo>
                  <a:lnTo>
                    <a:pt x="56" y="8"/>
                  </a:lnTo>
                  <a:lnTo>
                    <a:pt x="47" y="0"/>
                  </a:lnTo>
                  <a:lnTo>
                    <a:pt x="40" y="10"/>
                  </a:lnTo>
                  <a:lnTo>
                    <a:pt x="0" y="1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8" name="Freeform 665">
              <a:extLst>
                <a:ext uri="{FF2B5EF4-FFF2-40B4-BE49-F238E27FC236}">
                  <a16:creationId xmlns:a16="http://schemas.microsoft.com/office/drawing/2014/main" id="{1DE425B8-7352-07B5-9AF9-615B39A0EE47}"/>
                </a:ext>
              </a:extLst>
            </p:cNvPr>
            <p:cNvSpPr>
              <a:spLocks/>
            </p:cNvSpPr>
            <p:nvPr/>
          </p:nvSpPr>
          <p:spPr bwMode="auto">
            <a:xfrm>
              <a:off x="5139" y="3466"/>
              <a:ext cx="31" cy="28"/>
            </a:xfrm>
            <a:custGeom>
              <a:avLst/>
              <a:gdLst>
                <a:gd name="T0" fmla="*/ 0 w 31"/>
                <a:gd name="T1" fmla="*/ 0 h 28"/>
                <a:gd name="T2" fmla="*/ 0 w 31"/>
                <a:gd name="T3" fmla="*/ 0 h 28"/>
                <a:gd name="T4" fmla="*/ 23 w 31"/>
                <a:gd name="T5" fmla="*/ 12 h 28"/>
                <a:gd name="T6" fmla="*/ 30 w 31"/>
                <a:gd name="T7" fmla="*/ 27 h 28"/>
                <a:gd name="T8" fmla="*/ 29 w 31"/>
                <a:gd name="T9" fmla="*/ 16 h 28"/>
                <a:gd name="T10" fmla="*/ 0 w 31"/>
                <a:gd name="T11" fmla="*/ 0 h 28"/>
                <a:gd name="T12" fmla="*/ 0 w 31"/>
                <a:gd name="T13" fmla="*/ 0 h 28"/>
                <a:gd name="T14" fmla="*/ 0 60000 65536"/>
                <a:gd name="T15" fmla="*/ 0 60000 65536"/>
                <a:gd name="T16" fmla="*/ 0 60000 65536"/>
                <a:gd name="T17" fmla="*/ 0 60000 65536"/>
                <a:gd name="T18" fmla="*/ 0 60000 65536"/>
                <a:gd name="T19" fmla="*/ 0 60000 65536"/>
                <a:gd name="T20" fmla="*/ 0 60000 65536"/>
                <a:gd name="T21" fmla="*/ 0 w 31"/>
                <a:gd name="T22" fmla="*/ 0 h 28"/>
                <a:gd name="T23" fmla="*/ 31 w 31"/>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1" h="28">
                  <a:moveTo>
                    <a:pt x="0" y="0"/>
                  </a:moveTo>
                  <a:lnTo>
                    <a:pt x="0" y="0"/>
                  </a:lnTo>
                  <a:lnTo>
                    <a:pt x="23" y="12"/>
                  </a:lnTo>
                  <a:lnTo>
                    <a:pt x="30" y="27"/>
                  </a:lnTo>
                  <a:lnTo>
                    <a:pt x="29" y="16"/>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grpSp>
        <p:nvGrpSpPr>
          <p:cNvPr id="369" name="Group 77">
            <a:extLst>
              <a:ext uri="{FF2B5EF4-FFF2-40B4-BE49-F238E27FC236}">
                <a16:creationId xmlns:a16="http://schemas.microsoft.com/office/drawing/2014/main" id="{568F9563-647E-E0F3-CDD2-F06BD9CF5BBB}"/>
              </a:ext>
            </a:extLst>
          </p:cNvPr>
          <p:cNvGrpSpPr>
            <a:grpSpLocks/>
          </p:cNvGrpSpPr>
          <p:nvPr/>
        </p:nvGrpSpPr>
        <p:grpSpPr bwMode="auto">
          <a:xfrm>
            <a:off x="5886531" y="5086345"/>
            <a:ext cx="141623" cy="200104"/>
            <a:chOff x="4680" y="3175"/>
            <a:chExt cx="125" cy="179"/>
          </a:xfrm>
          <a:solidFill>
            <a:schemeClr val="accent2"/>
          </a:solidFill>
        </p:grpSpPr>
        <p:sp>
          <p:nvSpPr>
            <p:cNvPr id="370" name="Freeform 667">
              <a:extLst>
                <a:ext uri="{FF2B5EF4-FFF2-40B4-BE49-F238E27FC236}">
                  <a16:creationId xmlns:a16="http://schemas.microsoft.com/office/drawing/2014/main" id="{29DA953F-4543-BFD0-19FF-3046513B470E}"/>
                </a:ext>
              </a:extLst>
            </p:cNvPr>
            <p:cNvSpPr>
              <a:spLocks/>
            </p:cNvSpPr>
            <p:nvPr/>
          </p:nvSpPr>
          <p:spPr bwMode="auto">
            <a:xfrm>
              <a:off x="4680" y="3275"/>
              <a:ext cx="32" cy="40"/>
            </a:xfrm>
            <a:custGeom>
              <a:avLst/>
              <a:gdLst>
                <a:gd name="T0" fmla="*/ 0 w 32"/>
                <a:gd name="T1" fmla="*/ 39 h 40"/>
                <a:gd name="T2" fmla="*/ 0 w 32"/>
                <a:gd name="T3" fmla="*/ 39 h 40"/>
                <a:gd name="T4" fmla="*/ 22 w 32"/>
                <a:gd name="T5" fmla="*/ 21 h 40"/>
                <a:gd name="T6" fmla="*/ 31 w 32"/>
                <a:gd name="T7" fmla="*/ 0 h 40"/>
                <a:gd name="T8" fmla="*/ 0 w 32"/>
                <a:gd name="T9" fmla="*/ 39 h 40"/>
                <a:gd name="T10" fmla="*/ 0 w 32"/>
                <a:gd name="T11" fmla="*/ 39 h 40"/>
                <a:gd name="T12" fmla="*/ 0 60000 65536"/>
                <a:gd name="T13" fmla="*/ 0 60000 65536"/>
                <a:gd name="T14" fmla="*/ 0 60000 65536"/>
                <a:gd name="T15" fmla="*/ 0 60000 65536"/>
                <a:gd name="T16" fmla="*/ 0 60000 65536"/>
                <a:gd name="T17" fmla="*/ 0 60000 65536"/>
                <a:gd name="T18" fmla="*/ 0 w 32"/>
                <a:gd name="T19" fmla="*/ 0 h 40"/>
                <a:gd name="T20" fmla="*/ 32 w 32"/>
                <a:gd name="T21" fmla="*/ 40 h 40"/>
              </a:gdLst>
              <a:ahLst/>
              <a:cxnLst>
                <a:cxn ang="T12">
                  <a:pos x="T0" y="T1"/>
                </a:cxn>
                <a:cxn ang="T13">
                  <a:pos x="T2" y="T3"/>
                </a:cxn>
                <a:cxn ang="T14">
                  <a:pos x="T4" y="T5"/>
                </a:cxn>
                <a:cxn ang="T15">
                  <a:pos x="T6" y="T7"/>
                </a:cxn>
                <a:cxn ang="T16">
                  <a:pos x="T8" y="T9"/>
                </a:cxn>
                <a:cxn ang="T17">
                  <a:pos x="T10" y="T11"/>
                </a:cxn>
              </a:cxnLst>
              <a:rect l="T18" t="T19" r="T20" b="T21"/>
              <a:pathLst>
                <a:path w="32" h="40">
                  <a:moveTo>
                    <a:pt x="0" y="39"/>
                  </a:moveTo>
                  <a:lnTo>
                    <a:pt x="0" y="39"/>
                  </a:lnTo>
                  <a:lnTo>
                    <a:pt x="22" y="21"/>
                  </a:lnTo>
                  <a:lnTo>
                    <a:pt x="31" y="0"/>
                  </a:lnTo>
                  <a:lnTo>
                    <a:pt x="0" y="3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1" name="Freeform 79">
              <a:extLst>
                <a:ext uri="{FF2B5EF4-FFF2-40B4-BE49-F238E27FC236}">
                  <a16:creationId xmlns:a16="http://schemas.microsoft.com/office/drawing/2014/main" id="{5705D01C-E5C8-EF11-86F5-82519EF0C60F}"/>
                </a:ext>
              </a:extLst>
            </p:cNvPr>
            <p:cNvSpPr>
              <a:spLocks/>
            </p:cNvSpPr>
            <p:nvPr/>
          </p:nvSpPr>
          <p:spPr bwMode="auto">
            <a:xfrm>
              <a:off x="4717" y="3175"/>
              <a:ext cx="57" cy="84"/>
            </a:xfrm>
            <a:custGeom>
              <a:avLst/>
              <a:gdLst>
                <a:gd name="T0" fmla="*/ 0 w 57"/>
                <a:gd name="T1" fmla="*/ 33 h 84"/>
                <a:gd name="T2" fmla="*/ 0 w 57"/>
                <a:gd name="T3" fmla="*/ 33 h 84"/>
                <a:gd name="T4" fmla="*/ 11 w 57"/>
                <a:gd name="T5" fmla="*/ 0 h 84"/>
                <a:gd name="T6" fmla="*/ 30 w 57"/>
                <a:gd name="T7" fmla="*/ 1 h 84"/>
                <a:gd name="T8" fmla="*/ 35 w 57"/>
                <a:gd name="T9" fmla="*/ 23 h 84"/>
                <a:gd name="T10" fmla="*/ 20 w 57"/>
                <a:gd name="T11" fmla="*/ 45 h 84"/>
                <a:gd name="T12" fmla="*/ 23 w 57"/>
                <a:gd name="T13" fmla="*/ 58 h 84"/>
                <a:gd name="T14" fmla="*/ 53 w 57"/>
                <a:gd name="T15" fmla="*/ 66 h 84"/>
                <a:gd name="T16" fmla="*/ 56 w 57"/>
                <a:gd name="T17" fmla="*/ 83 h 84"/>
                <a:gd name="T18" fmla="*/ 38 w 57"/>
                <a:gd name="T19" fmla="*/ 66 h 84"/>
                <a:gd name="T20" fmla="*/ 38 w 57"/>
                <a:gd name="T21" fmla="*/ 74 h 84"/>
                <a:gd name="T22" fmla="*/ 11 w 57"/>
                <a:gd name="T23" fmla="*/ 66 h 84"/>
                <a:gd name="T24" fmla="*/ 0 w 57"/>
                <a:gd name="T25" fmla="*/ 33 h 84"/>
                <a:gd name="T26" fmla="*/ 0 w 57"/>
                <a:gd name="T27" fmla="*/ 33 h 8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7"/>
                <a:gd name="T43" fmla="*/ 0 h 84"/>
                <a:gd name="T44" fmla="*/ 57 w 57"/>
                <a:gd name="T45" fmla="*/ 84 h 8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7" h="84">
                  <a:moveTo>
                    <a:pt x="0" y="33"/>
                  </a:moveTo>
                  <a:lnTo>
                    <a:pt x="0" y="33"/>
                  </a:lnTo>
                  <a:lnTo>
                    <a:pt x="11" y="0"/>
                  </a:lnTo>
                  <a:lnTo>
                    <a:pt x="30" y="1"/>
                  </a:lnTo>
                  <a:lnTo>
                    <a:pt x="35" y="23"/>
                  </a:lnTo>
                  <a:lnTo>
                    <a:pt x="20" y="45"/>
                  </a:lnTo>
                  <a:lnTo>
                    <a:pt x="23" y="58"/>
                  </a:lnTo>
                  <a:lnTo>
                    <a:pt x="53" y="66"/>
                  </a:lnTo>
                  <a:lnTo>
                    <a:pt x="56" y="83"/>
                  </a:lnTo>
                  <a:lnTo>
                    <a:pt x="38" y="66"/>
                  </a:lnTo>
                  <a:lnTo>
                    <a:pt x="38" y="74"/>
                  </a:lnTo>
                  <a:lnTo>
                    <a:pt x="11" y="66"/>
                  </a:lnTo>
                  <a:lnTo>
                    <a:pt x="0" y="33"/>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2" name="Freeform 669">
              <a:extLst>
                <a:ext uri="{FF2B5EF4-FFF2-40B4-BE49-F238E27FC236}">
                  <a16:creationId xmlns:a16="http://schemas.microsoft.com/office/drawing/2014/main" id="{824C98A8-1A09-EF8F-DC1B-26C703F5F4A3}"/>
                </a:ext>
              </a:extLst>
            </p:cNvPr>
            <p:cNvSpPr>
              <a:spLocks/>
            </p:cNvSpPr>
            <p:nvPr/>
          </p:nvSpPr>
          <p:spPr bwMode="auto">
            <a:xfrm>
              <a:off x="4722" y="3246"/>
              <a:ext cx="17" cy="18"/>
            </a:xfrm>
            <a:custGeom>
              <a:avLst/>
              <a:gdLst>
                <a:gd name="T0" fmla="*/ 0 w 17"/>
                <a:gd name="T1" fmla="*/ 0 h 18"/>
                <a:gd name="T2" fmla="*/ 0 w 17"/>
                <a:gd name="T3" fmla="*/ 0 h 18"/>
                <a:gd name="T4" fmla="*/ 8 w 17"/>
                <a:gd name="T5" fmla="*/ 0 h 18"/>
                <a:gd name="T6" fmla="*/ 16 w 17"/>
                <a:gd name="T7" fmla="*/ 3 h 18"/>
                <a:gd name="T8" fmla="*/ 12 w 17"/>
                <a:gd name="T9" fmla="*/ 17 h 18"/>
                <a:gd name="T10" fmla="*/ 0 w 17"/>
                <a:gd name="T11" fmla="*/ 0 h 18"/>
                <a:gd name="T12" fmla="*/ 0 w 17"/>
                <a:gd name="T13" fmla="*/ 0 h 18"/>
                <a:gd name="T14" fmla="*/ 0 60000 65536"/>
                <a:gd name="T15" fmla="*/ 0 60000 65536"/>
                <a:gd name="T16" fmla="*/ 0 60000 65536"/>
                <a:gd name="T17" fmla="*/ 0 60000 65536"/>
                <a:gd name="T18" fmla="*/ 0 60000 65536"/>
                <a:gd name="T19" fmla="*/ 0 60000 65536"/>
                <a:gd name="T20" fmla="*/ 0 60000 65536"/>
                <a:gd name="T21" fmla="*/ 0 w 17"/>
                <a:gd name="T22" fmla="*/ 0 h 18"/>
                <a:gd name="T23" fmla="*/ 17 w 17"/>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18">
                  <a:moveTo>
                    <a:pt x="0" y="0"/>
                  </a:moveTo>
                  <a:lnTo>
                    <a:pt x="0" y="0"/>
                  </a:lnTo>
                  <a:lnTo>
                    <a:pt x="8" y="0"/>
                  </a:lnTo>
                  <a:lnTo>
                    <a:pt x="16" y="3"/>
                  </a:lnTo>
                  <a:lnTo>
                    <a:pt x="12" y="17"/>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3" name="Freeform 81">
              <a:extLst>
                <a:ext uri="{FF2B5EF4-FFF2-40B4-BE49-F238E27FC236}">
                  <a16:creationId xmlns:a16="http://schemas.microsoft.com/office/drawing/2014/main" id="{46853E58-38AB-1ADD-9138-B9D50D0F8ACA}"/>
                </a:ext>
              </a:extLst>
            </p:cNvPr>
            <p:cNvSpPr>
              <a:spLocks/>
            </p:cNvSpPr>
            <p:nvPr/>
          </p:nvSpPr>
          <p:spPr bwMode="auto">
            <a:xfrm>
              <a:off x="4744" y="3267"/>
              <a:ext cx="15" cy="22"/>
            </a:xfrm>
            <a:custGeom>
              <a:avLst/>
              <a:gdLst>
                <a:gd name="T0" fmla="*/ 0 w 15"/>
                <a:gd name="T1" fmla="*/ 0 h 22"/>
                <a:gd name="T2" fmla="*/ 0 w 15"/>
                <a:gd name="T3" fmla="*/ 0 h 22"/>
                <a:gd name="T4" fmla="*/ 1 w 15"/>
                <a:gd name="T5" fmla="*/ 21 h 22"/>
                <a:gd name="T6" fmla="*/ 14 w 15"/>
                <a:gd name="T7" fmla="*/ 12 h 22"/>
                <a:gd name="T8" fmla="*/ 0 w 15"/>
                <a:gd name="T9" fmla="*/ 0 h 22"/>
                <a:gd name="T10" fmla="*/ 0 w 15"/>
                <a:gd name="T11" fmla="*/ 0 h 22"/>
                <a:gd name="T12" fmla="*/ 0 60000 65536"/>
                <a:gd name="T13" fmla="*/ 0 60000 65536"/>
                <a:gd name="T14" fmla="*/ 0 60000 65536"/>
                <a:gd name="T15" fmla="*/ 0 60000 65536"/>
                <a:gd name="T16" fmla="*/ 0 60000 65536"/>
                <a:gd name="T17" fmla="*/ 0 60000 65536"/>
                <a:gd name="T18" fmla="*/ 0 w 15"/>
                <a:gd name="T19" fmla="*/ 0 h 22"/>
                <a:gd name="T20" fmla="*/ 15 w 15"/>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15" h="22">
                  <a:moveTo>
                    <a:pt x="0" y="0"/>
                  </a:moveTo>
                  <a:lnTo>
                    <a:pt x="0" y="0"/>
                  </a:lnTo>
                  <a:lnTo>
                    <a:pt x="1" y="21"/>
                  </a:lnTo>
                  <a:lnTo>
                    <a:pt x="14" y="12"/>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4" name="Freeform 671">
              <a:extLst>
                <a:ext uri="{FF2B5EF4-FFF2-40B4-BE49-F238E27FC236}">
                  <a16:creationId xmlns:a16="http://schemas.microsoft.com/office/drawing/2014/main" id="{4D145DED-F40E-B26B-3526-CA8B46B5601B}"/>
                </a:ext>
              </a:extLst>
            </p:cNvPr>
            <p:cNvSpPr>
              <a:spLocks/>
            </p:cNvSpPr>
            <p:nvPr/>
          </p:nvSpPr>
          <p:spPr bwMode="auto">
            <a:xfrm>
              <a:off x="4745" y="3297"/>
              <a:ext cx="60" cy="57"/>
            </a:xfrm>
            <a:custGeom>
              <a:avLst/>
              <a:gdLst>
                <a:gd name="T0" fmla="*/ 0 w 60"/>
                <a:gd name="T1" fmla="*/ 38 h 57"/>
                <a:gd name="T2" fmla="*/ 0 w 60"/>
                <a:gd name="T3" fmla="*/ 38 h 57"/>
                <a:gd name="T4" fmla="*/ 13 w 60"/>
                <a:gd name="T5" fmla="*/ 18 h 57"/>
                <a:gd name="T6" fmla="*/ 28 w 60"/>
                <a:gd name="T7" fmla="*/ 22 h 57"/>
                <a:gd name="T8" fmla="*/ 49 w 60"/>
                <a:gd name="T9" fmla="*/ 0 h 57"/>
                <a:gd name="T10" fmla="*/ 59 w 60"/>
                <a:gd name="T11" fmla="*/ 13 h 57"/>
                <a:gd name="T12" fmla="*/ 58 w 60"/>
                <a:gd name="T13" fmla="*/ 46 h 57"/>
                <a:gd name="T14" fmla="*/ 53 w 60"/>
                <a:gd name="T15" fmla="*/ 32 h 57"/>
                <a:gd name="T16" fmla="*/ 47 w 60"/>
                <a:gd name="T17" fmla="*/ 56 h 57"/>
                <a:gd name="T18" fmla="*/ 32 w 60"/>
                <a:gd name="T19" fmla="*/ 50 h 57"/>
                <a:gd name="T20" fmla="*/ 23 w 60"/>
                <a:gd name="T21" fmla="*/ 25 h 57"/>
                <a:gd name="T22" fmla="*/ 0 w 60"/>
                <a:gd name="T23" fmla="*/ 38 h 57"/>
                <a:gd name="T24" fmla="*/ 0 w 60"/>
                <a:gd name="T25" fmla="*/ 38 h 5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
                <a:gd name="T40" fmla="*/ 0 h 57"/>
                <a:gd name="T41" fmla="*/ 60 w 60"/>
                <a:gd name="T42" fmla="*/ 57 h 5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 h="57">
                  <a:moveTo>
                    <a:pt x="0" y="38"/>
                  </a:moveTo>
                  <a:lnTo>
                    <a:pt x="0" y="38"/>
                  </a:lnTo>
                  <a:lnTo>
                    <a:pt x="13" y="18"/>
                  </a:lnTo>
                  <a:lnTo>
                    <a:pt x="28" y="22"/>
                  </a:lnTo>
                  <a:lnTo>
                    <a:pt x="49" y="0"/>
                  </a:lnTo>
                  <a:lnTo>
                    <a:pt x="59" y="13"/>
                  </a:lnTo>
                  <a:lnTo>
                    <a:pt x="58" y="46"/>
                  </a:lnTo>
                  <a:lnTo>
                    <a:pt x="53" y="32"/>
                  </a:lnTo>
                  <a:lnTo>
                    <a:pt x="47" y="56"/>
                  </a:lnTo>
                  <a:lnTo>
                    <a:pt x="32" y="50"/>
                  </a:lnTo>
                  <a:lnTo>
                    <a:pt x="23" y="25"/>
                  </a:lnTo>
                  <a:lnTo>
                    <a:pt x="0" y="3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5" name="Freeform 672">
              <a:extLst>
                <a:ext uri="{FF2B5EF4-FFF2-40B4-BE49-F238E27FC236}">
                  <a16:creationId xmlns:a16="http://schemas.microsoft.com/office/drawing/2014/main" id="{A42B3C86-8054-CB00-69E8-20468D52D387}"/>
                </a:ext>
              </a:extLst>
            </p:cNvPr>
            <p:cNvSpPr>
              <a:spLocks/>
            </p:cNvSpPr>
            <p:nvPr/>
          </p:nvSpPr>
          <p:spPr bwMode="auto">
            <a:xfrm>
              <a:off x="4752" y="3283"/>
              <a:ext cx="14" cy="24"/>
            </a:xfrm>
            <a:custGeom>
              <a:avLst/>
              <a:gdLst>
                <a:gd name="T0" fmla="*/ 0 w 14"/>
                <a:gd name="T1" fmla="*/ 14 h 24"/>
                <a:gd name="T2" fmla="*/ 0 w 14"/>
                <a:gd name="T3" fmla="*/ 14 h 24"/>
                <a:gd name="T4" fmla="*/ 3 w 14"/>
                <a:gd name="T5" fmla="*/ 10 h 24"/>
                <a:gd name="T6" fmla="*/ 13 w 14"/>
                <a:gd name="T7" fmla="*/ 0 h 24"/>
                <a:gd name="T8" fmla="*/ 9 w 14"/>
                <a:gd name="T9" fmla="*/ 23 h 24"/>
                <a:gd name="T10" fmla="*/ 0 w 14"/>
                <a:gd name="T11" fmla="*/ 14 h 24"/>
                <a:gd name="T12" fmla="*/ 0 w 14"/>
                <a:gd name="T13" fmla="*/ 14 h 24"/>
                <a:gd name="T14" fmla="*/ 0 60000 65536"/>
                <a:gd name="T15" fmla="*/ 0 60000 65536"/>
                <a:gd name="T16" fmla="*/ 0 60000 65536"/>
                <a:gd name="T17" fmla="*/ 0 60000 65536"/>
                <a:gd name="T18" fmla="*/ 0 60000 65536"/>
                <a:gd name="T19" fmla="*/ 0 60000 65536"/>
                <a:gd name="T20" fmla="*/ 0 60000 65536"/>
                <a:gd name="T21" fmla="*/ 0 w 14"/>
                <a:gd name="T22" fmla="*/ 0 h 24"/>
                <a:gd name="T23" fmla="*/ 14 w 14"/>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24">
                  <a:moveTo>
                    <a:pt x="0" y="14"/>
                  </a:moveTo>
                  <a:lnTo>
                    <a:pt x="0" y="14"/>
                  </a:lnTo>
                  <a:lnTo>
                    <a:pt x="3" y="10"/>
                  </a:lnTo>
                  <a:lnTo>
                    <a:pt x="13" y="0"/>
                  </a:lnTo>
                  <a:lnTo>
                    <a:pt x="9" y="23"/>
                  </a:lnTo>
                  <a:lnTo>
                    <a:pt x="0" y="1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76" name="Freeform 673">
            <a:extLst>
              <a:ext uri="{FF2B5EF4-FFF2-40B4-BE49-F238E27FC236}">
                <a16:creationId xmlns:a16="http://schemas.microsoft.com/office/drawing/2014/main" id="{1568C558-D446-1671-8751-17418BD6CBD1}"/>
              </a:ext>
            </a:extLst>
          </p:cNvPr>
          <p:cNvSpPr>
            <a:spLocks/>
          </p:cNvSpPr>
          <p:nvPr/>
        </p:nvSpPr>
        <p:spPr bwMode="auto">
          <a:xfrm>
            <a:off x="4470248" y="3865437"/>
            <a:ext cx="2559400" cy="831516"/>
          </a:xfrm>
          <a:custGeom>
            <a:avLst/>
            <a:gdLst>
              <a:gd name="T0" fmla="*/ 37309631 w 2232"/>
              <a:gd name="T1" fmla="*/ 710412683 h 748"/>
              <a:gd name="T2" fmla="*/ 66845385 w 2232"/>
              <a:gd name="T3" fmla="*/ 442943307 h 748"/>
              <a:gd name="T4" fmla="*/ 129026444 w 2232"/>
              <a:gd name="T5" fmla="*/ 374798509 h 748"/>
              <a:gd name="T6" fmla="*/ 167890879 w 2232"/>
              <a:gd name="T7" fmla="*/ 560493703 h 748"/>
              <a:gd name="T8" fmla="*/ 300026834 w 2232"/>
              <a:gd name="T9" fmla="*/ 560493703 h 748"/>
              <a:gd name="T10" fmla="*/ 421280687 w 2232"/>
              <a:gd name="T11" fmla="*/ 431017413 h 748"/>
              <a:gd name="T12" fmla="*/ 592281039 w 2232"/>
              <a:gd name="T13" fmla="*/ 420796150 h 748"/>
              <a:gd name="T14" fmla="*/ 879870995 w 2232"/>
              <a:gd name="T15" fmla="*/ 419092823 h 748"/>
              <a:gd name="T16" fmla="*/ 881425770 w 2232"/>
              <a:gd name="T17" fmla="*/ 270877252 h 748"/>
              <a:gd name="T18" fmla="*/ 990243836 w 2232"/>
              <a:gd name="T19" fmla="*/ 408870255 h 748"/>
              <a:gd name="T20" fmla="*/ 1008898646 w 2232"/>
              <a:gd name="T21" fmla="*/ 398648993 h 748"/>
              <a:gd name="T22" fmla="*/ 1089734496 w 2232"/>
              <a:gd name="T23" fmla="*/ 417389497 h 748"/>
              <a:gd name="T24" fmla="*/ 1035326087 w 2232"/>
              <a:gd name="T25" fmla="*/ 238507527 h 748"/>
              <a:gd name="T26" fmla="*/ 1094397576 w 2232"/>
              <a:gd name="T27" fmla="*/ 247026768 h 748"/>
              <a:gd name="T28" fmla="*/ 1139479826 w 2232"/>
              <a:gd name="T29" fmla="*/ 195917844 h 748"/>
              <a:gd name="T30" fmla="*/ 1400642498 w 2232"/>
              <a:gd name="T31" fmla="*/ 78367386 h 748"/>
              <a:gd name="T32" fmla="*/ 1576305929 w 2232"/>
              <a:gd name="T33" fmla="*/ 56220229 h 748"/>
              <a:gd name="T34" fmla="*/ 1786169430 w 2232"/>
              <a:gd name="T35" fmla="*/ 47700987 h 748"/>
              <a:gd name="T36" fmla="*/ 1699115726 w 2232"/>
              <a:gd name="T37" fmla="*/ 223174980 h 748"/>
              <a:gd name="T38" fmla="*/ 1835914761 w 2232"/>
              <a:gd name="T39" fmla="*/ 209545759 h 748"/>
              <a:gd name="T40" fmla="*/ 2044223487 w 2232"/>
              <a:gd name="T41" fmla="*/ 218065001 h 748"/>
              <a:gd name="T42" fmla="*/ 2147483647 w 2232"/>
              <a:gd name="T43" fmla="*/ 284506472 h 748"/>
              <a:gd name="T44" fmla="*/ 2147483647 w 2232"/>
              <a:gd name="T45" fmla="*/ 267469294 h 748"/>
              <a:gd name="T46" fmla="*/ 2147483647 w 2232"/>
              <a:gd name="T47" fmla="*/ 371390551 h 748"/>
              <a:gd name="T48" fmla="*/ 2147483647 w 2232"/>
              <a:gd name="T49" fmla="*/ 361169288 h 748"/>
              <a:gd name="T50" fmla="*/ 2147483647 w 2232"/>
              <a:gd name="T51" fmla="*/ 459979180 h 748"/>
              <a:gd name="T52" fmla="*/ 2147483647 w 2232"/>
              <a:gd name="T53" fmla="*/ 562197029 h 748"/>
              <a:gd name="T54" fmla="*/ 2147483647 w 2232"/>
              <a:gd name="T55" fmla="*/ 492348905 h 748"/>
              <a:gd name="T56" fmla="*/ 2147483647 w 2232"/>
              <a:gd name="T57" fmla="*/ 613305954 h 748"/>
              <a:gd name="T58" fmla="*/ 2147483647 w 2232"/>
              <a:gd name="T59" fmla="*/ 725746535 h 748"/>
              <a:gd name="T60" fmla="*/ 2147483647 w 2232"/>
              <a:gd name="T61" fmla="*/ 850110236 h 748"/>
              <a:gd name="T62" fmla="*/ 2147483647 w 2232"/>
              <a:gd name="T63" fmla="*/ 982994484 h 748"/>
              <a:gd name="T64" fmla="*/ 2147483647 w 2232"/>
              <a:gd name="T65" fmla="*/ 689970157 h 748"/>
              <a:gd name="T66" fmla="*/ 2147483647 w 2232"/>
              <a:gd name="T67" fmla="*/ 662711553 h 748"/>
              <a:gd name="T68" fmla="*/ 2147483647 w 2232"/>
              <a:gd name="T69" fmla="*/ 747893692 h 748"/>
              <a:gd name="T70" fmla="*/ 2147483647 w 2232"/>
              <a:gd name="T71" fmla="*/ 919959665 h 748"/>
              <a:gd name="T72" fmla="*/ 2147483647 w 2232"/>
              <a:gd name="T73" fmla="*/ 974475243 h 748"/>
              <a:gd name="T74" fmla="*/ 2147483647 w 2232"/>
              <a:gd name="T75" fmla="*/ 1257278307 h 748"/>
              <a:gd name="T76" fmla="*/ 2135941517 w 2232"/>
              <a:gd name="T77" fmla="*/ 1051139282 h 748"/>
              <a:gd name="T78" fmla="*/ 1898097047 w 2232"/>
              <a:gd name="T79" fmla="*/ 1042621346 h 748"/>
              <a:gd name="T80" fmla="*/ 1507907035 w 2232"/>
              <a:gd name="T81" fmla="*/ 998327031 h 748"/>
              <a:gd name="T82" fmla="*/ 1147252456 w 2232"/>
              <a:gd name="T83" fmla="*/ 1042621346 h 748"/>
              <a:gd name="T84" fmla="*/ 1016671276 w 2232"/>
              <a:gd name="T85" fmla="*/ 1001733684 h 748"/>
              <a:gd name="T86" fmla="*/ 778825559 w 2232"/>
              <a:gd name="T87" fmla="*/ 877368677 h 748"/>
              <a:gd name="T88" fmla="*/ 620262008 w 2232"/>
              <a:gd name="T89" fmla="*/ 916553013 h 748"/>
              <a:gd name="T90" fmla="*/ 645134673 w 2232"/>
              <a:gd name="T91" fmla="*/ 1001733684 h 748"/>
              <a:gd name="T92" fmla="*/ 553416642 w 2232"/>
              <a:gd name="T93" fmla="*/ 993215747 h 748"/>
              <a:gd name="T94" fmla="*/ 415062832 w 2232"/>
              <a:gd name="T95" fmla="*/ 1013659578 h 748"/>
              <a:gd name="T96" fmla="*/ 401072348 w 2232"/>
              <a:gd name="T97" fmla="*/ 1097136923 h 748"/>
              <a:gd name="T98" fmla="*/ 452372453 w 2232"/>
              <a:gd name="T99" fmla="*/ 1161875068 h 748"/>
              <a:gd name="T100" fmla="*/ 411953282 w 2232"/>
              <a:gd name="T101" fmla="*/ 1253870349 h 748"/>
              <a:gd name="T102" fmla="*/ 290699429 w 2232"/>
              <a:gd name="T103" fmla="*/ 1206169383 h 748"/>
              <a:gd name="T104" fmla="*/ 272044619 w 2232"/>
              <a:gd name="T105" fmla="*/ 1092025639 h 748"/>
              <a:gd name="T106" fmla="*/ 138353849 w 2232"/>
              <a:gd name="T107" fmla="*/ 1000030358 h 748"/>
              <a:gd name="T108" fmla="*/ 93272845 w 2232"/>
              <a:gd name="T109" fmla="*/ 954032717 h 748"/>
              <a:gd name="T110" fmla="*/ 6217857 w 2232"/>
              <a:gd name="T111" fmla="*/ 880776635 h 74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232"/>
              <a:gd name="T169" fmla="*/ 0 h 748"/>
              <a:gd name="T170" fmla="*/ 2232 w 2232"/>
              <a:gd name="T171" fmla="*/ 748 h 748"/>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232" h="748">
                <a:moveTo>
                  <a:pt x="8" y="492"/>
                </a:moveTo>
                <a:lnTo>
                  <a:pt x="13" y="474"/>
                </a:lnTo>
                <a:lnTo>
                  <a:pt x="22" y="458"/>
                </a:lnTo>
                <a:lnTo>
                  <a:pt x="15" y="439"/>
                </a:lnTo>
                <a:lnTo>
                  <a:pt x="15" y="428"/>
                </a:lnTo>
                <a:lnTo>
                  <a:pt x="46" y="423"/>
                </a:lnTo>
                <a:lnTo>
                  <a:pt x="24" y="417"/>
                </a:lnTo>
                <a:lnTo>
                  <a:pt x="25" y="409"/>
                </a:lnTo>
                <a:lnTo>
                  <a:pt x="11" y="411"/>
                </a:lnTo>
                <a:lnTo>
                  <a:pt x="63" y="367"/>
                </a:lnTo>
                <a:lnTo>
                  <a:pt x="40" y="321"/>
                </a:lnTo>
                <a:lnTo>
                  <a:pt x="46" y="299"/>
                </a:lnTo>
                <a:lnTo>
                  <a:pt x="32" y="274"/>
                </a:lnTo>
                <a:lnTo>
                  <a:pt x="43" y="260"/>
                </a:lnTo>
                <a:lnTo>
                  <a:pt x="24" y="241"/>
                </a:lnTo>
                <a:lnTo>
                  <a:pt x="29" y="225"/>
                </a:lnTo>
                <a:lnTo>
                  <a:pt x="55" y="207"/>
                </a:lnTo>
                <a:lnTo>
                  <a:pt x="69" y="205"/>
                </a:lnTo>
                <a:lnTo>
                  <a:pt x="86" y="209"/>
                </a:lnTo>
                <a:lnTo>
                  <a:pt x="71" y="213"/>
                </a:lnTo>
                <a:lnTo>
                  <a:pt x="83" y="220"/>
                </a:lnTo>
                <a:lnTo>
                  <a:pt x="123" y="222"/>
                </a:lnTo>
                <a:lnTo>
                  <a:pt x="195" y="259"/>
                </a:lnTo>
                <a:lnTo>
                  <a:pt x="196" y="277"/>
                </a:lnTo>
                <a:lnTo>
                  <a:pt x="166" y="294"/>
                </a:lnTo>
                <a:lnTo>
                  <a:pt x="69" y="271"/>
                </a:lnTo>
                <a:lnTo>
                  <a:pt x="109" y="298"/>
                </a:lnTo>
                <a:lnTo>
                  <a:pt x="108" y="329"/>
                </a:lnTo>
                <a:lnTo>
                  <a:pt x="146" y="344"/>
                </a:lnTo>
                <a:lnTo>
                  <a:pt x="157" y="342"/>
                </a:lnTo>
                <a:lnTo>
                  <a:pt x="151" y="329"/>
                </a:lnTo>
                <a:lnTo>
                  <a:pt x="133" y="324"/>
                </a:lnTo>
                <a:lnTo>
                  <a:pt x="138" y="313"/>
                </a:lnTo>
                <a:lnTo>
                  <a:pt x="155" y="325"/>
                </a:lnTo>
                <a:lnTo>
                  <a:pt x="193" y="329"/>
                </a:lnTo>
                <a:lnTo>
                  <a:pt x="177" y="304"/>
                </a:lnTo>
                <a:lnTo>
                  <a:pt x="212" y="284"/>
                </a:lnTo>
                <a:lnTo>
                  <a:pt x="237" y="298"/>
                </a:lnTo>
                <a:lnTo>
                  <a:pt x="236" y="243"/>
                </a:lnTo>
                <a:lnTo>
                  <a:pt x="226" y="234"/>
                </a:lnTo>
                <a:lnTo>
                  <a:pt x="268" y="247"/>
                </a:lnTo>
                <a:lnTo>
                  <a:pt x="271" y="253"/>
                </a:lnTo>
                <a:lnTo>
                  <a:pt x="248" y="263"/>
                </a:lnTo>
                <a:lnTo>
                  <a:pt x="271" y="281"/>
                </a:lnTo>
                <a:lnTo>
                  <a:pt x="290" y="260"/>
                </a:lnTo>
                <a:lnTo>
                  <a:pt x="368" y="227"/>
                </a:lnTo>
                <a:lnTo>
                  <a:pt x="380" y="226"/>
                </a:lnTo>
                <a:lnTo>
                  <a:pt x="368" y="231"/>
                </a:lnTo>
                <a:lnTo>
                  <a:pt x="381" y="247"/>
                </a:lnTo>
                <a:lnTo>
                  <a:pt x="438" y="226"/>
                </a:lnTo>
                <a:lnTo>
                  <a:pt x="451" y="241"/>
                </a:lnTo>
                <a:lnTo>
                  <a:pt x="464" y="230"/>
                </a:lnTo>
                <a:lnTo>
                  <a:pt x="457" y="212"/>
                </a:lnTo>
                <a:lnTo>
                  <a:pt x="465" y="206"/>
                </a:lnTo>
                <a:lnTo>
                  <a:pt x="509" y="215"/>
                </a:lnTo>
                <a:lnTo>
                  <a:pt x="566" y="246"/>
                </a:lnTo>
                <a:lnTo>
                  <a:pt x="577" y="231"/>
                </a:lnTo>
                <a:lnTo>
                  <a:pt x="565" y="215"/>
                </a:lnTo>
                <a:lnTo>
                  <a:pt x="547" y="211"/>
                </a:lnTo>
                <a:lnTo>
                  <a:pt x="554" y="186"/>
                </a:lnTo>
                <a:lnTo>
                  <a:pt x="542" y="183"/>
                </a:lnTo>
                <a:lnTo>
                  <a:pt x="546" y="171"/>
                </a:lnTo>
                <a:lnTo>
                  <a:pt x="567" y="159"/>
                </a:lnTo>
                <a:lnTo>
                  <a:pt x="581" y="129"/>
                </a:lnTo>
                <a:lnTo>
                  <a:pt x="610" y="130"/>
                </a:lnTo>
                <a:lnTo>
                  <a:pt x="625" y="134"/>
                </a:lnTo>
                <a:lnTo>
                  <a:pt x="614" y="166"/>
                </a:lnTo>
                <a:lnTo>
                  <a:pt x="626" y="181"/>
                </a:lnTo>
                <a:lnTo>
                  <a:pt x="622" y="225"/>
                </a:lnTo>
                <a:lnTo>
                  <a:pt x="637" y="240"/>
                </a:lnTo>
                <a:lnTo>
                  <a:pt x="631" y="256"/>
                </a:lnTo>
                <a:lnTo>
                  <a:pt x="609" y="268"/>
                </a:lnTo>
                <a:lnTo>
                  <a:pt x="616" y="274"/>
                </a:lnTo>
                <a:lnTo>
                  <a:pt x="586" y="280"/>
                </a:lnTo>
                <a:lnTo>
                  <a:pt x="618" y="291"/>
                </a:lnTo>
                <a:lnTo>
                  <a:pt x="653" y="256"/>
                </a:lnTo>
                <a:lnTo>
                  <a:pt x="649" y="234"/>
                </a:lnTo>
                <a:lnTo>
                  <a:pt x="661" y="231"/>
                </a:lnTo>
                <a:lnTo>
                  <a:pt x="680" y="227"/>
                </a:lnTo>
                <a:lnTo>
                  <a:pt x="689" y="239"/>
                </a:lnTo>
                <a:lnTo>
                  <a:pt x="688" y="256"/>
                </a:lnTo>
                <a:lnTo>
                  <a:pt x="711" y="261"/>
                </a:lnTo>
                <a:lnTo>
                  <a:pt x="693" y="255"/>
                </a:lnTo>
                <a:lnTo>
                  <a:pt x="701" y="245"/>
                </a:lnTo>
                <a:lnTo>
                  <a:pt x="694" y="231"/>
                </a:lnTo>
                <a:lnTo>
                  <a:pt x="641" y="221"/>
                </a:lnTo>
                <a:lnTo>
                  <a:pt x="649" y="187"/>
                </a:lnTo>
                <a:lnTo>
                  <a:pt x="631" y="166"/>
                </a:lnTo>
                <a:lnTo>
                  <a:pt x="657" y="146"/>
                </a:lnTo>
                <a:lnTo>
                  <a:pt x="654" y="132"/>
                </a:lnTo>
                <a:lnTo>
                  <a:pt x="666" y="140"/>
                </a:lnTo>
                <a:lnTo>
                  <a:pt x="660" y="167"/>
                </a:lnTo>
                <a:lnTo>
                  <a:pt x="668" y="171"/>
                </a:lnTo>
                <a:lnTo>
                  <a:pt x="704" y="180"/>
                </a:lnTo>
                <a:lnTo>
                  <a:pt x="672" y="157"/>
                </a:lnTo>
                <a:lnTo>
                  <a:pt x="696" y="158"/>
                </a:lnTo>
                <a:lnTo>
                  <a:pt x="691" y="149"/>
                </a:lnTo>
                <a:lnTo>
                  <a:pt x="704" y="145"/>
                </a:lnTo>
                <a:lnTo>
                  <a:pt x="770" y="162"/>
                </a:lnTo>
                <a:lnTo>
                  <a:pt x="757" y="174"/>
                </a:lnTo>
                <a:lnTo>
                  <a:pt x="756" y="192"/>
                </a:lnTo>
                <a:lnTo>
                  <a:pt x="769" y="202"/>
                </a:lnTo>
                <a:lnTo>
                  <a:pt x="776" y="162"/>
                </a:lnTo>
                <a:lnTo>
                  <a:pt x="740" y="142"/>
                </a:lnTo>
                <a:lnTo>
                  <a:pt x="733" y="115"/>
                </a:lnTo>
                <a:lnTo>
                  <a:pt x="816" y="105"/>
                </a:lnTo>
                <a:lnTo>
                  <a:pt x="806" y="79"/>
                </a:lnTo>
                <a:lnTo>
                  <a:pt x="816" y="85"/>
                </a:lnTo>
                <a:lnTo>
                  <a:pt x="830" y="75"/>
                </a:lnTo>
                <a:lnTo>
                  <a:pt x="820" y="72"/>
                </a:lnTo>
                <a:lnTo>
                  <a:pt x="908" y="51"/>
                </a:lnTo>
                <a:lnTo>
                  <a:pt x="901" y="46"/>
                </a:lnTo>
                <a:lnTo>
                  <a:pt x="941" y="43"/>
                </a:lnTo>
                <a:lnTo>
                  <a:pt x="941" y="50"/>
                </a:lnTo>
                <a:lnTo>
                  <a:pt x="951" y="50"/>
                </a:lnTo>
                <a:lnTo>
                  <a:pt x="980" y="41"/>
                </a:lnTo>
                <a:lnTo>
                  <a:pt x="994" y="46"/>
                </a:lnTo>
                <a:lnTo>
                  <a:pt x="981" y="35"/>
                </a:lnTo>
                <a:lnTo>
                  <a:pt x="1014" y="33"/>
                </a:lnTo>
                <a:lnTo>
                  <a:pt x="1015" y="19"/>
                </a:lnTo>
                <a:lnTo>
                  <a:pt x="1054" y="0"/>
                </a:lnTo>
                <a:lnTo>
                  <a:pt x="1081" y="11"/>
                </a:lnTo>
                <a:lnTo>
                  <a:pt x="1058" y="21"/>
                </a:lnTo>
                <a:lnTo>
                  <a:pt x="1098" y="20"/>
                </a:lnTo>
                <a:lnTo>
                  <a:pt x="1082" y="35"/>
                </a:lnTo>
                <a:lnTo>
                  <a:pt x="1149" y="28"/>
                </a:lnTo>
                <a:lnTo>
                  <a:pt x="1186" y="50"/>
                </a:lnTo>
                <a:lnTo>
                  <a:pt x="1181" y="59"/>
                </a:lnTo>
                <a:lnTo>
                  <a:pt x="1168" y="54"/>
                </a:lnTo>
                <a:lnTo>
                  <a:pt x="1185" y="61"/>
                </a:lnTo>
                <a:lnTo>
                  <a:pt x="1177" y="74"/>
                </a:lnTo>
                <a:lnTo>
                  <a:pt x="1054" y="139"/>
                </a:lnTo>
                <a:lnTo>
                  <a:pt x="1093" y="131"/>
                </a:lnTo>
                <a:lnTo>
                  <a:pt x="1085" y="123"/>
                </a:lnTo>
                <a:lnTo>
                  <a:pt x="1147" y="110"/>
                </a:lnTo>
                <a:lnTo>
                  <a:pt x="1130" y="113"/>
                </a:lnTo>
                <a:lnTo>
                  <a:pt x="1134" y="101"/>
                </a:lnTo>
                <a:lnTo>
                  <a:pt x="1168" y="110"/>
                </a:lnTo>
                <a:lnTo>
                  <a:pt x="1174" y="101"/>
                </a:lnTo>
                <a:lnTo>
                  <a:pt x="1181" y="123"/>
                </a:lnTo>
                <a:lnTo>
                  <a:pt x="1198" y="124"/>
                </a:lnTo>
                <a:lnTo>
                  <a:pt x="1183" y="115"/>
                </a:lnTo>
                <a:lnTo>
                  <a:pt x="1215" y="110"/>
                </a:lnTo>
                <a:lnTo>
                  <a:pt x="1255" y="115"/>
                </a:lnTo>
                <a:lnTo>
                  <a:pt x="1251" y="123"/>
                </a:lnTo>
                <a:lnTo>
                  <a:pt x="1285" y="129"/>
                </a:lnTo>
                <a:lnTo>
                  <a:pt x="1315" y="128"/>
                </a:lnTo>
                <a:lnTo>
                  <a:pt x="1316" y="108"/>
                </a:lnTo>
                <a:lnTo>
                  <a:pt x="1325" y="105"/>
                </a:lnTo>
                <a:lnTo>
                  <a:pt x="1401" y="128"/>
                </a:lnTo>
                <a:lnTo>
                  <a:pt x="1390" y="162"/>
                </a:lnTo>
                <a:lnTo>
                  <a:pt x="1426" y="186"/>
                </a:lnTo>
                <a:lnTo>
                  <a:pt x="1445" y="153"/>
                </a:lnTo>
                <a:lnTo>
                  <a:pt x="1458" y="167"/>
                </a:lnTo>
                <a:lnTo>
                  <a:pt x="1483" y="162"/>
                </a:lnTo>
                <a:lnTo>
                  <a:pt x="1517" y="174"/>
                </a:lnTo>
                <a:lnTo>
                  <a:pt x="1544" y="167"/>
                </a:lnTo>
                <a:lnTo>
                  <a:pt x="1541" y="153"/>
                </a:lnTo>
                <a:lnTo>
                  <a:pt x="1560" y="132"/>
                </a:lnTo>
                <a:lnTo>
                  <a:pt x="1674" y="147"/>
                </a:lnTo>
                <a:lnTo>
                  <a:pt x="1681" y="157"/>
                </a:lnTo>
                <a:lnTo>
                  <a:pt x="1667" y="162"/>
                </a:lnTo>
                <a:lnTo>
                  <a:pt x="1703" y="167"/>
                </a:lnTo>
                <a:lnTo>
                  <a:pt x="1717" y="183"/>
                </a:lnTo>
                <a:lnTo>
                  <a:pt x="1802" y="180"/>
                </a:lnTo>
                <a:lnTo>
                  <a:pt x="1818" y="192"/>
                </a:lnTo>
                <a:lnTo>
                  <a:pt x="1812" y="207"/>
                </a:lnTo>
                <a:lnTo>
                  <a:pt x="1837" y="218"/>
                </a:lnTo>
                <a:lnTo>
                  <a:pt x="1850" y="209"/>
                </a:lnTo>
                <a:lnTo>
                  <a:pt x="1910" y="216"/>
                </a:lnTo>
                <a:lnTo>
                  <a:pt x="1923" y="207"/>
                </a:lnTo>
                <a:lnTo>
                  <a:pt x="1930" y="221"/>
                </a:lnTo>
                <a:lnTo>
                  <a:pt x="1955" y="232"/>
                </a:lnTo>
                <a:lnTo>
                  <a:pt x="1967" y="224"/>
                </a:lnTo>
                <a:lnTo>
                  <a:pt x="1955" y="212"/>
                </a:lnTo>
                <a:lnTo>
                  <a:pt x="1962" y="202"/>
                </a:lnTo>
                <a:lnTo>
                  <a:pt x="2068" y="217"/>
                </a:lnTo>
                <a:lnTo>
                  <a:pt x="2138" y="257"/>
                </a:lnTo>
                <a:lnTo>
                  <a:pt x="2153" y="257"/>
                </a:lnTo>
                <a:lnTo>
                  <a:pt x="2171" y="289"/>
                </a:lnTo>
                <a:lnTo>
                  <a:pt x="2164" y="271"/>
                </a:lnTo>
                <a:lnTo>
                  <a:pt x="2175" y="270"/>
                </a:lnTo>
                <a:lnTo>
                  <a:pt x="2182" y="276"/>
                </a:lnTo>
                <a:lnTo>
                  <a:pt x="2202" y="274"/>
                </a:lnTo>
                <a:lnTo>
                  <a:pt x="2231" y="293"/>
                </a:lnTo>
                <a:lnTo>
                  <a:pt x="2190" y="313"/>
                </a:lnTo>
                <a:lnTo>
                  <a:pt x="2198" y="319"/>
                </a:lnTo>
                <a:lnTo>
                  <a:pt x="2184" y="322"/>
                </a:lnTo>
                <a:lnTo>
                  <a:pt x="2196" y="330"/>
                </a:lnTo>
                <a:lnTo>
                  <a:pt x="2171" y="330"/>
                </a:lnTo>
                <a:lnTo>
                  <a:pt x="2163" y="319"/>
                </a:lnTo>
                <a:lnTo>
                  <a:pt x="2153" y="323"/>
                </a:lnTo>
                <a:lnTo>
                  <a:pt x="2138" y="304"/>
                </a:lnTo>
                <a:lnTo>
                  <a:pt x="2110" y="305"/>
                </a:lnTo>
                <a:lnTo>
                  <a:pt x="2103" y="294"/>
                </a:lnTo>
                <a:lnTo>
                  <a:pt x="2110" y="289"/>
                </a:lnTo>
                <a:lnTo>
                  <a:pt x="2099" y="289"/>
                </a:lnTo>
                <a:lnTo>
                  <a:pt x="2090" y="293"/>
                </a:lnTo>
                <a:lnTo>
                  <a:pt x="2100" y="306"/>
                </a:lnTo>
                <a:lnTo>
                  <a:pt x="2094" y="313"/>
                </a:lnTo>
                <a:lnTo>
                  <a:pt x="2071" y="326"/>
                </a:lnTo>
                <a:lnTo>
                  <a:pt x="2055" y="324"/>
                </a:lnTo>
                <a:lnTo>
                  <a:pt x="2081" y="360"/>
                </a:lnTo>
                <a:lnTo>
                  <a:pt x="2077" y="374"/>
                </a:lnTo>
                <a:lnTo>
                  <a:pt x="2050" y="364"/>
                </a:lnTo>
                <a:lnTo>
                  <a:pt x="2051" y="370"/>
                </a:lnTo>
                <a:lnTo>
                  <a:pt x="2002" y="388"/>
                </a:lnTo>
                <a:lnTo>
                  <a:pt x="1958" y="425"/>
                </a:lnTo>
                <a:lnTo>
                  <a:pt x="1928" y="411"/>
                </a:lnTo>
                <a:lnTo>
                  <a:pt x="1900" y="426"/>
                </a:lnTo>
                <a:lnTo>
                  <a:pt x="1900" y="412"/>
                </a:lnTo>
                <a:lnTo>
                  <a:pt x="1885" y="427"/>
                </a:lnTo>
                <a:lnTo>
                  <a:pt x="1865" y="425"/>
                </a:lnTo>
                <a:lnTo>
                  <a:pt x="1845" y="461"/>
                </a:lnTo>
                <a:lnTo>
                  <a:pt x="1861" y="469"/>
                </a:lnTo>
                <a:lnTo>
                  <a:pt x="1854" y="480"/>
                </a:lnTo>
                <a:lnTo>
                  <a:pt x="1862" y="499"/>
                </a:lnTo>
                <a:lnTo>
                  <a:pt x="1848" y="496"/>
                </a:lnTo>
                <a:lnTo>
                  <a:pt x="1840" y="512"/>
                </a:lnTo>
                <a:lnTo>
                  <a:pt x="1845" y="526"/>
                </a:lnTo>
                <a:lnTo>
                  <a:pt x="1815" y="539"/>
                </a:lnTo>
                <a:lnTo>
                  <a:pt x="1818" y="555"/>
                </a:lnTo>
                <a:lnTo>
                  <a:pt x="1798" y="559"/>
                </a:lnTo>
                <a:lnTo>
                  <a:pt x="1792" y="577"/>
                </a:lnTo>
                <a:lnTo>
                  <a:pt x="1774" y="596"/>
                </a:lnTo>
                <a:lnTo>
                  <a:pt x="1759" y="526"/>
                </a:lnTo>
                <a:lnTo>
                  <a:pt x="1761" y="489"/>
                </a:lnTo>
                <a:lnTo>
                  <a:pt x="1774" y="466"/>
                </a:lnTo>
                <a:lnTo>
                  <a:pt x="1795" y="462"/>
                </a:lnTo>
                <a:lnTo>
                  <a:pt x="1843" y="415"/>
                </a:lnTo>
                <a:lnTo>
                  <a:pt x="1867" y="405"/>
                </a:lnTo>
                <a:lnTo>
                  <a:pt x="1874" y="378"/>
                </a:lnTo>
                <a:lnTo>
                  <a:pt x="1885" y="370"/>
                </a:lnTo>
                <a:lnTo>
                  <a:pt x="1866" y="370"/>
                </a:lnTo>
                <a:lnTo>
                  <a:pt x="1860" y="392"/>
                </a:lnTo>
                <a:lnTo>
                  <a:pt x="1819" y="411"/>
                </a:lnTo>
                <a:lnTo>
                  <a:pt x="1823" y="383"/>
                </a:lnTo>
                <a:lnTo>
                  <a:pt x="1779" y="389"/>
                </a:lnTo>
                <a:lnTo>
                  <a:pt x="1738" y="426"/>
                </a:lnTo>
                <a:lnTo>
                  <a:pt x="1746" y="441"/>
                </a:lnTo>
                <a:lnTo>
                  <a:pt x="1702" y="446"/>
                </a:lnTo>
                <a:lnTo>
                  <a:pt x="1696" y="442"/>
                </a:lnTo>
                <a:lnTo>
                  <a:pt x="1711" y="439"/>
                </a:lnTo>
                <a:lnTo>
                  <a:pt x="1674" y="430"/>
                </a:lnTo>
                <a:lnTo>
                  <a:pt x="1664" y="439"/>
                </a:lnTo>
                <a:lnTo>
                  <a:pt x="1580" y="440"/>
                </a:lnTo>
                <a:lnTo>
                  <a:pt x="1480" y="525"/>
                </a:lnTo>
                <a:lnTo>
                  <a:pt x="1500" y="529"/>
                </a:lnTo>
                <a:lnTo>
                  <a:pt x="1500" y="544"/>
                </a:lnTo>
                <a:lnTo>
                  <a:pt x="1512" y="534"/>
                </a:lnTo>
                <a:lnTo>
                  <a:pt x="1509" y="547"/>
                </a:lnTo>
                <a:lnTo>
                  <a:pt x="1524" y="540"/>
                </a:lnTo>
                <a:lnTo>
                  <a:pt x="1522" y="548"/>
                </a:lnTo>
                <a:lnTo>
                  <a:pt x="1527" y="534"/>
                </a:lnTo>
                <a:lnTo>
                  <a:pt x="1541" y="535"/>
                </a:lnTo>
                <a:lnTo>
                  <a:pt x="1563" y="553"/>
                </a:lnTo>
                <a:lnTo>
                  <a:pt x="1544" y="554"/>
                </a:lnTo>
                <a:lnTo>
                  <a:pt x="1561" y="560"/>
                </a:lnTo>
                <a:lnTo>
                  <a:pt x="1564" y="572"/>
                </a:lnTo>
                <a:lnTo>
                  <a:pt x="1551" y="599"/>
                </a:lnTo>
                <a:lnTo>
                  <a:pt x="1548" y="640"/>
                </a:lnTo>
                <a:lnTo>
                  <a:pt x="1478" y="725"/>
                </a:lnTo>
                <a:lnTo>
                  <a:pt x="1453" y="736"/>
                </a:lnTo>
                <a:lnTo>
                  <a:pt x="1434" y="725"/>
                </a:lnTo>
                <a:lnTo>
                  <a:pt x="1417" y="741"/>
                </a:lnTo>
                <a:lnTo>
                  <a:pt x="1416" y="738"/>
                </a:lnTo>
                <a:lnTo>
                  <a:pt x="1425" y="725"/>
                </a:lnTo>
                <a:lnTo>
                  <a:pt x="1421" y="703"/>
                </a:lnTo>
                <a:lnTo>
                  <a:pt x="1451" y="695"/>
                </a:lnTo>
                <a:lnTo>
                  <a:pt x="1474" y="638"/>
                </a:lnTo>
                <a:lnTo>
                  <a:pt x="1423" y="652"/>
                </a:lnTo>
                <a:lnTo>
                  <a:pt x="1416" y="630"/>
                </a:lnTo>
                <a:lnTo>
                  <a:pt x="1374" y="617"/>
                </a:lnTo>
                <a:lnTo>
                  <a:pt x="1349" y="559"/>
                </a:lnTo>
                <a:lnTo>
                  <a:pt x="1321" y="548"/>
                </a:lnTo>
                <a:lnTo>
                  <a:pt x="1272" y="564"/>
                </a:lnTo>
                <a:lnTo>
                  <a:pt x="1282" y="576"/>
                </a:lnTo>
                <a:lnTo>
                  <a:pt x="1261" y="611"/>
                </a:lnTo>
                <a:lnTo>
                  <a:pt x="1242" y="620"/>
                </a:lnTo>
                <a:lnTo>
                  <a:pt x="1221" y="612"/>
                </a:lnTo>
                <a:lnTo>
                  <a:pt x="1196" y="608"/>
                </a:lnTo>
                <a:lnTo>
                  <a:pt x="1131" y="624"/>
                </a:lnTo>
                <a:lnTo>
                  <a:pt x="1075" y="601"/>
                </a:lnTo>
                <a:lnTo>
                  <a:pt x="1038" y="604"/>
                </a:lnTo>
                <a:lnTo>
                  <a:pt x="1025" y="585"/>
                </a:lnTo>
                <a:lnTo>
                  <a:pt x="989" y="572"/>
                </a:lnTo>
                <a:lnTo>
                  <a:pt x="970" y="586"/>
                </a:lnTo>
                <a:lnTo>
                  <a:pt x="969" y="612"/>
                </a:lnTo>
                <a:lnTo>
                  <a:pt x="887" y="600"/>
                </a:lnTo>
                <a:lnTo>
                  <a:pt x="843" y="624"/>
                </a:lnTo>
                <a:lnTo>
                  <a:pt x="820" y="634"/>
                </a:lnTo>
                <a:lnTo>
                  <a:pt x="791" y="615"/>
                </a:lnTo>
                <a:lnTo>
                  <a:pt x="772" y="625"/>
                </a:lnTo>
                <a:lnTo>
                  <a:pt x="738" y="612"/>
                </a:lnTo>
                <a:lnTo>
                  <a:pt x="725" y="611"/>
                </a:lnTo>
                <a:lnTo>
                  <a:pt x="715" y="591"/>
                </a:lnTo>
                <a:lnTo>
                  <a:pt x="696" y="591"/>
                </a:lnTo>
                <a:lnTo>
                  <a:pt x="688" y="594"/>
                </a:lnTo>
                <a:lnTo>
                  <a:pt x="674" y="579"/>
                </a:lnTo>
                <a:lnTo>
                  <a:pt x="664" y="583"/>
                </a:lnTo>
                <a:lnTo>
                  <a:pt x="654" y="588"/>
                </a:lnTo>
                <a:lnTo>
                  <a:pt x="616" y="556"/>
                </a:lnTo>
                <a:lnTo>
                  <a:pt x="605" y="553"/>
                </a:lnTo>
                <a:lnTo>
                  <a:pt x="579" y="529"/>
                </a:lnTo>
                <a:lnTo>
                  <a:pt x="555" y="544"/>
                </a:lnTo>
                <a:lnTo>
                  <a:pt x="550" y="534"/>
                </a:lnTo>
                <a:lnTo>
                  <a:pt x="514" y="532"/>
                </a:lnTo>
                <a:lnTo>
                  <a:pt x="501" y="515"/>
                </a:lnTo>
                <a:lnTo>
                  <a:pt x="482" y="516"/>
                </a:lnTo>
                <a:lnTo>
                  <a:pt x="475" y="524"/>
                </a:lnTo>
                <a:lnTo>
                  <a:pt x="451" y="528"/>
                </a:lnTo>
                <a:lnTo>
                  <a:pt x="444" y="524"/>
                </a:lnTo>
                <a:lnTo>
                  <a:pt x="435" y="537"/>
                </a:lnTo>
                <a:lnTo>
                  <a:pt x="428" y="534"/>
                </a:lnTo>
                <a:lnTo>
                  <a:pt x="399" y="538"/>
                </a:lnTo>
                <a:lnTo>
                  <a:pt x="389" y="534"/>
                </a:lnTo>
                <a:lnTo>
                  <a:pt x="386" y="538"/>
                </a:lnTo>
                <a:lnTo>
                  <a:pt x="401" y="553"/>
                </a:lnTo>
                <a:lnTo>
                  <a:pt x="391" y="562"/>
                </a:lnTo>
                <a:lnTo>
                  <a:pt x="392" y="575"/>
                </a:lnTo>
                <a:lnTo>
                  <a:pt x="408" y="576"/>
                </a:lnTo>
                <a:lnTo>
                  <a:pt x="415" y="588"/>
                </a:lnTo>
                <a:lnTo>
                  <a:pt x="411" y="597"/>
                </a:lnTo>
                <a:lnTo>
                  <a:pt x="399" y="591"/>
                </a:lnTo>
                <a:lnTo>
                  <a:pt x="389" y="596"/>
                </a:lnTo>
                <a:lnTo>
                  <a:pt x="380" y="591"/>
                </a:lnTo>
                <a:lnTo>
                  <a:pt x="376" y="583"/>
                </a:lnTo>
                <a:lnTo>
                  <a:pt x="365" y="588"/>
                </a:lnTo>
                <a:lnTo>
                  <a:pt x="356" y="583"/>
                </a:lnTo>
                <a:lnTo>
                  <a:pt x="347" y="591"/>
                </a:lnTo>
                <a:lnTo>
                  <a:pt x="335" y="592"/>
                </a:lnTo>
                <a:lnTo>
                  <a:pt x="327" y="583"/>
                </a:lnTo>
                <a:lnTo>
                  <a:pt x="283" y="580"/>
                </a:lnTo>
                <a:lnTo>
                  <a:pt x="278" y="585"/>
                </a:lnTo>
                <a:lnTo>
                  <a:pt x="274" y="585"/>
                </a:lnTo>
                <a:lnTo>
                  <a:pt x="267" y="595"/>
                </a:lnTo>
                <a:lnTo>
                  <a:pt x="268" y="605"/>
                </a:lnTo>
                <a:lnTo>
                  <a:pt x="263" y="605"/>
                </a:lnTo>
                <a:lnTo>
                  <a:pt x="259" y="597"/>
                </a:lnTo>
                <a:lnTo>
                  <a:pt x="253" y="598"/>
                </a:lnTo>
                <a:lnTo>
                  <a:pt x="251" y="627"/>
                </a:lnTo>
                <a:lnTo>
                  <a:pt x="258" y="636"/>
                </a:lnTo>
                <a:lnTo>
                  <a:pt x="258" y="644"/>
                </a:lnTo>
                <a:lnTo>
                  <a:pt x="265" y="643"/>
                </a:lnTo>
                <a:lnTo>
                  <a:pt x="274" y="639"/>
                </a:lnTo>
                <a:lnTo>
                  <a:pt x="282" y="652"/>
                </a:lnTo>
                <a:lnTo>
                  <a:pt x="288" y="660"/>
                </a:lnTo>
                <a:lnTo>
                  <a:pt x="294" y="671"/>
                </a:lnTo>
                <a:lnTo>
                  <a:pt x="304" y="673"/>
                </a:lnTo>
                <a:lnTo>
                  <a:pt x="291" y="682"/>
                </a:lnTo>
                <a:lnTo>
                  <a:pt x="282" y="674"/>
                </a:lnTo>
                <a:lnTo>
                  <a:pt x="273" y="707"/>
                </a:lnTo>
                <a:lnTo>
                  <a:pt x="284" y="715"/>
                </a:lnTo>
                <a:lnTo>
                  <a:pt x="294" y="747"/>
                </a:lnTo>
                <a:lnTo>
                  <a:pt x="285" y="741"/>
                </a:lnTo>
                <a:lnTo>
                  <a:pt x="276" y="738"/>
                </a:lnTo>
                <a:lnTo>
                  <a:pt x="265" y="736"/>
                </a:lnTo>
                <a:lnTo>
                  <a:pt x="258" y="733"/>
                </a:lnTo>
                <a:lnTo>
                  <a:pt x="250" y="731"/>
                </a:lnTo>
                <a:lnTo>
                  <a:pt x="244" y="720"/>
                </a:lnTo>
                <a:lnTo>
                  <a:pt x="230" y="727"/>
                </a:lnTo>
                <a:lnTo>
                  <a:pt x="217" y="726"/>
                </a:lnTo>
                <a:lnTo>
                  <a:pt x="209" y="717"/>
                </a:lnTo>
                <a:lnTo>
                  <a:pt x="187" y="708"/>
                </a:lnTo>
                <a:lnTo>
                  <a:pt x="165" y="709"/>
                </a:lnTo>
                <a:lnTo>
                  <a:pt x="142" y="694"/>
                </a:lnTo>
                <a:lnTo>
                  <a:pt x="160" y="679"/>
                </a:lnTo>
                <a:lnTo>
                  <a:pt x="162" y="667"/>
                </a:lnTo>
                <a:lnTo>
                  <a:pt x="162" y="654"/>
                </a:lnTo>
                <a:lnTo>
                  <a:pt x="163" y="645"/>
                </a:lnTo>
                <a:lnTo>
                  <a:pt x="175" y="641"/>
                </a:lnTo>
                <a:lnTo>
                  <a:pt x="169" y="622"/>
                </a:lnTo>
                <a:lnTo>
                  <a:pt x="155" y="617"/>
                </a:lnTo>
                <a:lnTo>
                  <a:pt x="148" y="614"/>
                </a:lnTo>
                <a:lnTo>
                  <a:pt x="139" y="617"/>
                </a:lnTo>
                <a:lnTo>
                  <a:pt x="118" y="612"/>
                </a:lnTo>
                <a:lnTo>
                  <a:pt x="102" y="593"/>
                </a:lnTo>
                <a:lnTo>
                  <a:pt x="89" y="587"/>
                </a:lnTo>
                <a:lnTo>
                  <a:pt x="83" y="570"/>
                </a:lnTo>
                <a:lnTo>
                  <a:pt x="71" y="568"/>
                </a:lnTo>
                <a:lnTo>
                  <a:pt x="60" y="574"/>
                </a:lnTo>
                <a:lnTo>
                  <a:pt x="53" y="577"/>
                </a:lnTo>
                <a:lnTo>
                  <a:pt x="50" y="569"/>
                </a:lnTo>
                <a:lnTo>
                  <a:pt x="44" y="562"/>
                </a:lnTo>
                <a:lnTo>
                  <a:pt x="60" y="560"/>
                </a:lnTo>
                <a:lnTo>
                  <a:pt x="59" y="555"/>
                </a:lnTo>
                <a:lnTo>
                  <a:pt x="55" y="552"/>
                </a:lnTo>
                <a:lnTo>
                  <a:pt x="50" y="548"/>
                </a:lnTo>
                <a:lnTo>
                  <a:pt x="41" y="528"/>
                </a:lnTo>
                <a:lnTo>
                  <a:pt x="29" y="517"/>
                </a:lnTo>
                <a:lnTo>
                  <a:pt x="17" y="517"/>
                </a:lnTo>
                <a:lnTo>
                  <a:pt x="4" y="517"/>
                </a:lnTo>
                <a:lnTo>
                  <a:pt x="0" y="502"/>
                </a:lnTo>
                <a:lnTo>
                  <a:pt x="8" y="49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7" name="Freeform 674">
            <a:extLst>
              <a:ext uri="{FF2B5EF4-FFF2-40B4-BE49-F238E27FC236}">
                <a16:creationId xmlns:a16="http://schemas.microsoft.com/office/drawing/2014/main" id="{0ED6DCD3-AD1D-7325-E550-53A8F55726EC}"/>
              </a:ext>
            </a:extLst>
          </p:cNvPr>
          <p:cNvSpPr>
            <a:spLocks/>
          </p:cNvSpPr>
          <p:nvPr/>
        </p:nvSpPr>
        <p:spPr bwMode="auto">
          <a:xfrm>
            <a:off x="4781229" y="3755921"/>
            <a:ext cx="78840" cy="35154"/>
          </a:xfrm>
          <a:custGeom>
            <a:avLst/>
            <a:gdLst>
              <a:gd name="T0" fmla="*/ 0 w 69"/>
              <a:gd name="T1" fmla="*/ 37227388 h 31"/>
              <a:gd name="T2" fmla="*/ 0 w 69"/>
              <a:gd name="T3" fmla="*/ 37227388 h 31"/>
              <a:gd name="T4" fmla="*/ 21608912 w 69"/>
              <a:gd name="T5" fmla="*/ 24818262 h 31"/>
              <a:gd name="T6" fmla="*/ 6174684 w 69"/>
              <a:gd name="T7" fmla="*/ 15954786 h 31"/>
              <a:gd name="T8" fmla="*/ 80263432 w 69"/>
              <a:gd name="T9" fmla="*/ 0 h 31"/>
              <a:gd name="T10" fmla="*/ 94155865 w 69"/>
              <a:gd name="T11" fmla="*/ 1772162 h 31"/>
              <a:gd name="T12" fmla="*/ 78720382 w 69"/>
              <a:gd name="T13" fmla="*/ 14182624 h 31"/>
              <a:gd name="T14" fmla="*/ 104960937 w 69"/>
              <a:gd name="T15" fmla="*/ 14182624 h 31"/>
              <a:gd name="T16" fmla="*/ 37044375 w 69"/>
              <a:gd name="T17" fmla="*/ 42546536 h 31"/>
              <a:gd name="T18" fmla="*/ 21608912 w 69"/>
              <a:gd name="T19" fmla="*/ 53183511 h 31"/>
              <a:gd name="T20" fmla="*/ 24696253 w 69"/>
              <a:gd name="T21" fmla="*/ 39000881 h 31"/>
              <a:gd name="T22" fmla="*/ 0 w 69"/>
              <a:gd name="T23" fmla="*/ 37227388 h 31"/>
              <a:gd name="T24" fmla="*/ 0 w 69"/>
              <a:gd name="T25" fmla="*/ 37227388 h 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9"/>
              <a:gd name="T40" fmla="*/ 0 h 31"/>
              <a:gd name="T41" fmla="*/ 69 w 69"/>
              <a:gd name="T42" fmla="*/ 31 h 3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9" h="31">
                <a:moveTo>
                  <a:pt x="0" y="21"/>
                </a:moveTo>
                <a:lnTo>
                  <a:pt x="0" y="21"/>
                </a:lnTo>
                <a:lnTo>
                  <a:pt x="14" y="14"/>
                </a:lnTo>
                <a:lnTo>
                  <a:pt x="4" y="9"/>
                </a:lnTo>
                <a:lnTo>
                  <a:pt x="52" y="0"/>
                </a:lnTo>
                <a:lnTo>
                  <a:pt x="61" y="1"/>
                </a:lnTo>
                <a:lnTo>
                  <a:pt x="51" y="8"/>
                </a:lnTo>
                <a:lnTo>
                  <a:pt x="68" y="8"/>
                </a:lnTo>
                <a:lnTo>
                  <a:pt x="24" y="24"/>
                </a:lnTo>
                <a:lnTo>
                  <a:pt x="14" y="30"/>
                </a:lnTo>
                <a:lnTo>
                  <a:pt x="16" y="22"/>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8" name="Freeform 675">
            <a:extLst>
              <a:ext uri="{FF2B5EF4-FFF2-40B4-BE49-F238E27FC236}">
                <a16:creationId xmlns:a16="http://schemas.microsoft.com/office/drawing/2014/main" id="{EE29555A-FC19-50A4-82DD-375B0424EE44}"/>
              </a:ext>
            </a:extLst>
          </p:cNvPr>
          <p:cNvSpPr>
            <a:spLocks/>
          </p:cNvSpPr>
          <p:nvPr/>
        </p:nvSpPr>
        <p:spPr bwMode="auto">
          <a:xfrm>
            <a:off x="4804590" y="4106103"/>
            <a:ext cx="32120" cy="17577"/>
          </a:xfrm>
          <a:custGeom>
            <a:avLst/>
            <a:gdLst>
              <a:gd name="T0" fmla="*/ 0 w 28"/>
              <a:gd name="T1" fmla="*/ 24956500 h 16"/>
              <a:gd name="T2" fmla="*/ 0 w 28"/>
              <a:gd name="T3" fmla="*/ 24956500 h 16"/>
              <a:gd name="T4" fmla="*/ 12447022 w 28"/>
              <a:gd name="T5" fmla="*/ 0 h 16"/>
              <a:gd name="T6" fmla="*/ 42007299 w 28"/>
              <a:gd name="T7" fmla="*/ 13310219 h 16"/>
              <a:gd name="T8" fmla="*/ 0 w 28"/>
              <a:gd name="T9" fmla="*/ 24956500 h 16"/>
              <a:gd name="T10" fmla="*/ 0 w 28"/>
              <a:gd name="T11" fmla="*/ 24956500 h 16"/>
              <a:gd name="T12" fmla="*/ 0 60000 65536"/>
              <a:gd name="T13" fmla="*/ 0 60000 65536"/>
              <a:gd name="T14" fmla="*/ 0 60000 65536"/>
              <a:gd name="T15" fmla="*/ 0 60000 65536"/>
              <a:gd name="T16" fmla="*/ 0 60000 65536"/>
              <a:gd name="T17" fmla="*/ 0 60000 65536"/>
              <a:gd name="T18" fmla="*/ 0 w 28"/>
              <a:gd name="T19" fmla="*/ 0 h 16"/>
              <a:gd name="T20" fmla="*/ 28 w 28"/>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28" h="16">
                <a:moveTo>
                  <a:pt x="0" y="15"/>
                </a:moveTo>
                <a:lnTo>
                  <a:pt x="0" y="15"/>
                </a:lnTo>
                <a:lnTo>
                  <a:pt x="8" y="0"/>
                </a:lnTo>
                <a:lnTo>
                  <a:pt x="27" y="8"/>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9" name="Freeform 676">
            <a:extLst>
              <a:ext uri="{FF2B5EF4-FFF2-40B4-BE49-F238E27FC236}">
                <a16:creationId xmlns:a16="http://schemas.microsoft.com/office/drawing/2014/main" id="{00CCAA9A-3A7A-A39E-5388-49BCB9D67498}"/>
              </a:ext>
            </a:extLst>
          </p:cNvPr>
          <p:cNvSpPr>
            <a:spLocks/>
          </p:cNvSpPr>
          <p:nvPr/>
        </p:nvSpPr>
        <p:spPr bwMode="auto">
          <a:xfrm>
            <a:off x="4855691" y="4004699"/>
            <a:ext cx="97821" cy="67603"/>
          </a:xfrm>
          <a:custGeom>
            <a:avLst/>
            <a:gdLst>
              <a:gd name="T0" fmla="*/ 0 w 84"/>
              <a:gd name="T1" fmla="*/ 47622488 h 63"/>
              <a:gd name="T2" fmla="*/ 0 w 84"/>
              <a:gd name="T3" fmla="*/ 47622488 h 63"/>
              <a:gd name="T4" fmla="*/ 11222458 w 84"/>
              <a:gd name="T5" fmla="*/ 69846223 h 63"/>
              <a:gd name="T6" fmla="*/ 25652236 w 84"/>
              <a:gd name="T7" fmla="*/ 61908725 h 63"/>
              <a:gd name="T8" fmla="*/ 41686311 w 84"/>
              <a:gd name="T9" fmla="*/ 76194962 h 63"/>
              <a:gd name="T10" fmla="*/ 54511791 w 84"/>
              <a:gd name="T11" fmla="*/ 69846223 h 63"/>
              <a:gd name="T12" fmla="*/ 49702711 w 84"/>
              <a:gd name="T13" fmla="*/ 95243717 h 63"/>
              <a:gd name="T14" fmla="*/ 133074048 w 84"/>
              <a:gd name="T15" fmla="*/ 98418716 h 63"/>
              <a:gd name="T16" fmla="*/ 101007183 w 84"/>
              <a:gd name="T17" fmla="*/ 80957460 h 63"/>
              <a:gd name="T18" fmla="*/ 84974383 w 84"/>
              <a:gd name="T19" fmla="*/ 50796228 h 63"/>
              <a:gd name="T20" fmla="*/ 86578676 w 84"/>
              <a:gd name="T21" fmla="*/ 17461241 h 63"/>
              <a:gd name="T22" fmla="*/ 107420556 w 84"/>
              <a:gd name="T23" fmla="*/ 0 h 63"/>
              <a:gd name="T24" fmla="*/ 35272928 w 84"/>
              <a:gd name="T25" fmla="*/ 6350001 h 63"/>
              <a:gd name="T26" fmla="*/ 17635831 w 84"/>
              <a:gd name="T27" fmla="*/ 47622488 h 63"/>
              <a:gd name="T28" fmla="*/ 0 w 84"/>
              <a:gd name="T29" fmla="*/ 47622488 h 63"/>
              <a:gd name="T30" fmla="*/ 0 w 84"/>
              <a:gd name="T31" fmla="*/ 47622488 h 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4"/>
              <a:gd name="T49" fmla="*/ 0 h 63"/>
              <a:gd name="T50" fmla="*/ 84 w 84"/>
              <a:gd name="T51" fmla="*/ 63 h 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4" h="63">
                <a:moveTo>
                  <a:pt x="0" y="30"/>
                </a:moveTo>
                <a:lnTo>
                  <a:pt x="0" y="30"/>
                </a:lnTo>
                <a:lnTo>
                  <a:pt x="7" y="44"/>
                </a:lnTo>
                <a:lnTo>
                  <a:pt x="16" y="39"/>
                </a:lnTo>
                <a:lnTo>
                  <a:pt x="26" y="48"/>
                </a:lnTo>
                <a:lnTo>
                  <a:pt x="34" y="44"/>
                </a:lnTo>
                <a:lnTo>
                  <a:pt x="31" y="60"/>
                </a:lnTo>
                <a:lnTo>
                  <a:pt x="83" y="62"/>
                </a:lnTo>
                <a:lnTo>
                  <a:pt x="63" y="51"/>
                </a:lnTo>
                <a:lnTo>
                  <a:pt x="53" y="32"/>
                </a:lnTo>
                <a:lnTo>
                  <a:pt x="54" y="11"/>
                </a:lnTo>
                <a:lnTo>
                  <a:pt x="67" y="0"/>
                </a:lnTo>
                <a:lnTo>
                  <a:pt x="22" y="4"/>
                </a:lnTo>
                <a:lnTo>
                  <a:pt x="11" y="30"/>
                </a:lnTo>
                <a:lnTo>
                  <a:pt x="0" y="3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0" name="Freeform 677">
            <a:extLst>
              <a:ext uri="{FF2B5EF4-FFF2-40B4-BE49-F238E27FC236}">
                <a16:creationId xmlns:a16="http://schemas.microsoft.com/office/drawing/2014/main" id="{AFC1E5B6-3DC0-97A4-39CF-DBEC5A1A58D8}"/>
              </a:ext>
            </a:extLst>
          </p:cNvPr>
          <p:cNvSpPr>
            <a:spLocks/>
          </p:cNvSpPr>
          <p:nvPr/>
        </p:nvSpPr>
        <p:spPr bwMode="auto">
          <a:xfrm>
            <a:off x="4890731" y="3888423"/>
            <a:ext cx="240902" cy="116277"/>
          </a:xfrm>
          <a:custGeom>
            <a:avLst/>
            <a:gdLst>
              <a:gd name="T0" fmla="*/ 0 w 211"/>
              <a:gd name="T1" fmla="*/ 154608593 h 103"/>
              <a:gd name="T2" fmla="*/ 0 w 211"/>
              <a:gd name="T3" fmla="*/ 154608593 h 103"/>
              <a:gd name="T4" fmla="*/ 30821668 w 211"/>
              <a:gd name="T5" fmla="*/ 158122454 h 103"/>
              <a:gd name="T6" fmla="*/ 10787834 w 211"/>
              <a:gd name="T7" fmla="*/ 173934207 h 103"/>
              <a:gd name="T8" fmla="*/ 64725751 w 211"/>
              <a:gd name="T9" fmla="*/ 179205661 h 103"/>
              <a:gd name="T10" fmla="*/ 66267578 w 211"/>
              <a:gd name="T11" fmla="*/ 158122454 h 103"/>
              <a:gd name="T12" fmla="*/ 81678427 w 211"/>
              <a:gd name="T13" fmla="*/ 163392583 h 103"/>
              <a:gd name="T14" fmla="*/ 66267578 w 211"/>
              <a:gd name="T15" fmla="*/ 151094733 h 103"/>
              <a:gd name="T16" fmla="*/ 87842014 w 211"/>
              <a:gd name="T17" fmla="*/ 154608593 h 103"/>
              <a:gd name="T18" fmla="*/ 81678427 w 211"/>
              <a:gd name="T19" fmla="*/ 131767835 h 103"/>
              <a:gd name="T20" fmla="*/ 94006842 w 211"/>
              <a:gd name="T21" fmla="*/ 145823279 h 103"/>
              <a:gd name="T22" fmla="*/ 107877085 w 211"/>
              <a:gd name="T23" fmla="*/ 133525428 h 103"/>
              <a:gd name="T24" fmla="*/ 98629843 w 211"/>
              <a:gd name="T25" fmla="*/ 117713717 h 103"/>
              <a:gd name="T26" fmla="*/ 130993329 w 211"/>
              <a:gd name="T27" fmla="*/ 119469985 h 103"/>
              <a:gd name="T28" fmla="*/ 123287914 w 211"/>
              <a:gd name="T29" fmla="*/ 110685996 h 103"/>
              <a:gd name="T30" fmla="*/ 137156916 w 211"/>
              <a:gd name="T31" fmla="*/ 114199856 h 103"/>
              <a:gd name="T32" fmla="*/ 146404158 w 211"/>
              <a:gd name="T33" fmla="*/ 94872959 h 103"/>
              <a:gd name="T34" fmla="*/ 306677318 w 211"/>
              <a:gd name="T35" fmla="*/ 38652480 h 103"/>
              <a:gd name="T36" fmla="*/ 323629975 w 211"/>
              <a:gd name="T37" fmla="*/ 15811716 h 103"/>
              <a:gd name="T38" fmla="*/ 292807075 w 211"/>
              <a:gd name="T39" fmla="*/ 0 h 103"/>
              <a:gd name="T40" fmla="*/ 225000171 w 211"/>
              <a:gd name="T41" fmla="*/ 36894887 h 103"/>
              <a:gd name="T42" fmla="*/ 154109573 w 211"/>
              <a:gd name="T43" fmla="*/ 36894887 h 103"/>
              <a:gd name="T44" fmla="*/ 80136580 w 211"/>
              <a:gd name="T45" fmla="*/ 84331356 h 103"/>
              <a:gd name="T46" fmla="*/ 40068911 w 211"/>
              <a:gd name="T47" fmla="*/ 91359098 h 103"/>
              <a:gd name="T48" fmla="*/ 41609507 w 211"/>
              <a:gd name="T49" fmla="*/ 110685996 h 103"/>
              <a:gd name="T50" fmla="*/ 63185164 w 211"/>
              <a:gd name="T51" fmla="*/ 114199856 h 103"/>
              <a:gd name="T52" fmla="*/ 38527083 w 211"/>
              <a:gd name="T53" fmla="*/ 114199856 h 103"/>
              <a:gd name="T54" fmla="*/ 49314921 w 211"/>
              <a:gd name="T55" fmla="*/ 122983846 h 103"/>
              <a:gd name="T56" fmla="*/ 30821668 w 211"/>
              <a:gd name="T57" fmla="*/ 133525428 h 103"/>
              <a:gd name="T58" fmla="*/ 52397336 w 211"/>
              <a:gd name="T59" fmla="*/ 142309418 h 103"/>
              <a:gd name="T60" fmla="*/ 0 w 211"/>
              <a:gd name="T61" fmla="*/ 154608593 h 103"/>
              <a:gd name="T62" fmla="*/ 0 w 211"/>
              <a:gd name="T63" fmla="*/ 154608593 h 10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11"/>
              <a:gd name="T97" fmla="*/ 0 h 103"/>
              <a:gd name="T98" fmla="*/ 211 w 211"/>
              <a:gd name="T99" fmla="*/ 103 h 10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11" h="103">
                <a:moveTo>
                  <a:pt x="0" y="88"/>
                </a:moveTo>
                <a:lnTo>
                  <a:pt x="0" y="88"/>
                </a:lnTo>
                <a:lnTo>
                  <a:pt x="20" y="90"/>
                </a:lnTo>
                <a:lnTo>
                  <a:pt x="7" y="99"/>
                </a:lnTo>
                <a:lnTo>
                  <a:pt x="42" y="102"/>
                </a:lnTo>
                <a:lnTo>
                  <a:pt x="43" y="90"/>
                </a:lnTo>
                <a:lnTo>
                  <a:pt x="53" y="93"/>
                </a:lnTo>
                <a:lnTo>
                  <a:pt x="43" y="86"/>
                </a:lnTo>
                <a:lnTo>
                  <a:pt x="57" y="88"/>
                </a:lnTo>
                <a:lnTo>
                  <a:pt x="53" y="75"/>
                </a:lnTo>
                <a:lnTo>
                  <a:pt x="61" y="83"/>
                </a:lnTo>
                <a:lnTo>
                  <a:pt x="70" y="76"/>
                </a:lnTo>
                <a:lnTo>
                  <a:pt x="64" y="67"/>
                </a:lnTo>
                <a:lnTo>
                  <a:pt x="85" y="68"/>
                </a:lnTo>
                <a:lnTo>
                  <a:pt x="80" y="63"/>
                </a:lnTo>
                <a:lnTo>
                  <a:pt x="89" y="65"/>
                </a:lnTo>
                <a:lnTo>
                  <a:pt x="95" y="54"/>
                </a:lnTo>
                <a:lnTo>
                  <a:pt x="199" y="22"/>
                </a:lnTo>
                <a:lnTo>
                  <a:pt x="210" y="9"/>
                </a:lnTo>
                <a:lnTo>
                  <a:pt x="190" y="0"/>
                </a:lnTo>
                <a:lnTo>
                  <a:pt x="146" y="21"/>
                </a:lnTo>
                <a:lnTo>
                  <a:pt x="100" y="21"/>
                </a:lnTo>
                <a:lnTo>
                  <a:pt x="52" y="48"/>
                </a:lnTo>
                <a:lnTo>
                  <a:pt x="26" y="52"/>
                </a:lnTo>
                <a:lnTo>
                  <a:pt x="27" y="63"/>
                </a:lnTo>
                <a:lnTo>
                  <a:pt x="41" y="65"/>
                </a:lnTo>
                <a:lnTo>
                  <a:pt x="25" y="65"/>
                </a:lnTo>
                <a:lnTo>
                  <a:pt x="32" y="70"/>
                </a:lnTo>
                <a:lnTo>
                  <a:pt x="20" y="76"/>
                </a:lnTo>
                <a:lnTo>
                  <a:pt x="34" y="81"/>
                </a:lnTo>
                <a:lnTo>
                  <a:pt x="0" y="8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1" name="Freeform 678">
            <a:extLst>
              <a:ext uri="{FF2B5EF4-FFF2-40B4-BE49-F238E27FC236}">
                <a16:creationId xmlns:a16="http://schemas.microsoft.com/office/drawing/2014/main" id="{3934AB26-1A84-9BAA-2603-2655D5DA0DE8}"/>
              </a:ext>
            </a:extLst>
          </p:cNvPr>
          <p:cNvSpPr>
            <a:spLocks/>
          </p:cNvSpPr>
          <p:nvPr/>
        </p:nvSpPr>
        <p:spPr bwMode="auto">
          <a:xfrm>
            <a:off x="5029432" y="3741049"/>
            <a:ext cx="46720" cy="21633"/>
          </a:xfrm>
          <a:custGeom>
            <a:avLst/>
            <a:gdLst>
              <a:gd name="T0" fmla="*/ 0 w 41"/>
              <a:gd name="T1" fmla="*/ 20480869 h 21"/>
              <a:gd name="T2" fmla="*/ 0 w 41"/>
              <a:gd name="T3" fmla="*/ 20480869 h 21"/>
              <a:gd name="T4" fmla="*/ 18421813 w 41"/>
              <a:gd name="T5" fmla="*/ 29258380 h 21"/>
              <a:gd name="T6" fmla="*/ 61407284 w 41"/>
              <a:gd name="T7" fmla="*/ 19018550 h 21"/>
              <a:gd name="T8" fmla="*/ 35309714 w 41"/>
              <a:gd name="T9" fmla="*/ 0 h 21"/>
              <a:gd name="T10" fmla="*/ 0 w 41"/>
              <a:gd name="T11" fmla="*/ 20480869 h 21"/>
              <a:gd name="T12" fmla="*/ 0 w 41"/>
              <a:gd name="T13" fmla="*/ 20480869 h 21"/>
              <a:gd name="T14" fmla="*/ 0 60000 65536"/>
              <a:gd name="T15" fmla="*/ 0 60000 65536"/>
              <a:gd name="T16" fmla="*/ 0 60000 65536"/>
              <a:gd name="T17" fmla="*/ 0 60000 65536"/>
              <a:gd name="T18" fmla="*/ 0 60000 65536"/>
              <a:gd name="T19" fmla="*/ 0 60000 65536"/>
              <a:gd name="T20" fmla="*/ 0 60000 65536"/>
              <a:gd name="T21" fmla="*/ 0 w 41"/>
              <a:gd name="T22" fmla="*/ 0 h 21"/>
              <a:gd name="T23" fmla="*/ 41 w 4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21">
                <a:moveTo>
                  <a:pt x="0" y="14"/>
                </a:moveTo>
                <a:lnTo>
                  <a:pt x="0" y="14"/>
                </a:lnTo>
                <a:lnTo>
                  <a:pt x="12" y="20"/>
                </a:lnTo>
                <a:lnTo>
                  <a:pt x="40" y="13"/>
                </a:lnTo>
                <a:lnTo>
                  <a:pt x="23" y="0"/>
                </a:lnTo>
                <a:lnTo>
                  <a:pt x="0" y="1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2" name="Freeform 679">
            <a:extLst>
              <a:ext uri="{FF2B5EF4-FFF2-40B4-BE49-F238E27FC236}">
                <a16:creationId xmlns:a16="http://schemas.microsoft.com/office/drawing/2014/main" id="{867CC169-715D-C2DD-34A0-75DDCC9CFDF0}"/>
              </a:ext>
            </a:extLst>
          </p:cNvPr>
          <p:cNvSpPr>
            <a:spLocks/>
          </p:cNvSpPr>
          <p:nvPr/>
        </p:nvSpPr>
        <p:spPr bwMode="auto">
          <a:xfrm>
            <a:off x="5474736" y="3785666"/>
            <a:ext cx="43801" cy="14872"/>
          </a:xfrm>
          <a:custGeom>
            <a:avLst/>
            <a:gdLst>
              <a:gd name="T0" fmla="*/ 0 w 38"/>
              <a:gd name="T1" fmla="*/ 0 h 14"/>
              <a:gd name="T2" fmla="*/ 0 w 38"/>
              <a:gd name="T3" fmla="*/ 0 h 14"/>
              <a:gd name="T4" fmla="*/ 25132214 w 38"/>
              <a:gd name="T5" fmla="*/ 15557395 h 14"/>
              <a:gd name="T6" fmla="*/ 17277847 w 38"/>
              <a:gd name="T7" fmla="*/ 20224737 h 14"/>
              <a:gd name="T8" fmla="*/ 39268060 w 38"/>
              <a:gd name="T9" fmla="*/ 20224737 h 14"/>
              <a:gd name="T10" fmla="*/ 58117536 w 38"/>
              <a:gd name="T11" fmla="*/ 9334686 h 14"/>
              <a:gd name="T12" fmla="*/ 0 w 38"/>
              <a:gd name="T13" fmla="*/ 0 h 14"/>
              <a:gd name="T14" fmla="*/ 0 w 38"/>
              <a:gd name="T15" fmla="*/ 0 h 14"/>
              <a:gd name="T16" fmla="*/ 0 60000 65536"/>
              <a:gd name="T17" fmla="*/ 0 60000 65536"/>
              <a:gd name="T18" fmla="*/ 0 60000 65536"/>
              <a:gd name="T19" fmla="*/ 0 60000 65536"/>
              <a:gd name="T20" fmla="*/ 0 60000 65536"/>
              <a:gd name="T21" fmla="*/ 0 60000 65536"/>
              <a:gd name="T22" fmla="*/ 0 60000 65536"/>
              <a:gd name="T23" fmla="*/ 0 60000 65536"/>
              <a:gd name="T24" fmla="*/ 0 w 38"/>
              <a:gd name="T25" fmla="*/ 0 h 14"/>
              <a:gd name="T26" fmla="*/ 38 w 38"/>
              <a:gd name="T27" fmla="*/ 14 h 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 h="14">
                <a:moveTo>
                  <a:pt x="0" y="0"/>
                </a:moveTo>
                <a:lnTo>
                  <a:pt x="0" y="0"/>
                </a:lnTo>
                <a:lnTo>
                  <a:pt x="16" y="10"/>
                </a:lnTo>
                <a:lnTo>
                  <a:pt x="11" y="13"/>
                </a:lnTo>
                <a:lnTo>
                  <a:pt x="25" y="13"/>
                </a:lnTo>
                <a:lnTo>
                  <a:pt x="37" y="6"/>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3" name="Freeform 680">
            <a:extLst>
              <a:ext uri="{FF2B5EF4-FFF2-40B4-BE49-F238E27FC236}">
                <a16:creationId xmlns:a16="http://schemas.microsoft.com/office/drawing/2014/main" id="{79E7DA41-B9E6-A76A-6D81-4ACA5F00DC29}"/>
              </a:ext>
            </a:extLst>
          </p:cNvPr>
          <p:cNvSpPr>
            <a:spLocks/>
          </p:cNvSpPr>
          <p:nvPr/>
        </p:nvSpPr>
        <p:spPr bwMode="auto">
          <a:xfrm>
            <a:off x="5483497" y="3745104"/>
            <a:ext cx="100740" cy="41913"/>
          </a:xfrm>
          <a:custGeom>
            <a:avLst/>
            <a:gdLst>
              <a:gd name="T0" fmla="*/ 0 w 88"/>
              <a:gd name="T1" fmla="*/ 51992477 h 38"/>
              <a:gd name="T2" fmla="*/ 0 w 88"/>
              <a:gd name="T3" fmla="*/ 51992477 h 38"/>
              <a:gd name="T4" fmla="*/ 35635620 w 88"/>
              <a:gd name="T5" fmla="*/ 16772225 h 38"/>
              <a:gd name="T6" fmla="*/ 86764515 w 88"/>
              <a:gd name="T7" fmla="*/ 0 h 38"/>
              <a:gd name="T8" fmla="*/ 134795229 w 88"/>
              <a:gd name="T9" fmla="*/ 30188970 h 38"/>
              <a:gd name="T10" fmla="*/ 119301972 w 88"/>
              <a:gd name="T11" fmla="*/ 35220247 h 38"/>
              <a:gd name="T12" fmla="*/ 122400126 w 88"/>
              <a:gd name="T13" fmla="*/ 48638292 h 38"/>
              <a:gd name="T14" fmla="*/ 52678585 w 88"/>
              <a:gd name="T15" fmla="*/ 62055032 h 38"/>
              <a:gd name="T16" fmla="*/ 0 w 88"/>
              <a:gd name="T17" fmla="*/ 51992477 h 38"/>
              <a:gd name="T18" fmla="*/ 0 w 88"/>
              <a:gd name="T19" fmla="*/ 51992477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8"/>
              <a:gd name="T31" fmla="*/ 0 h 38"/>
              <a:gd name="T32" fmla="*/ 88 w 88"/>
              <a:gd name="T33" fmla="*/ 38 h 3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8" h="38">
                <a:moveTo>
                  <a:pt x="0" y="31"/>
                </a:moveTo>
                <a:lnTo>
                  <a:pt x="0" y="31"/>
                </a:lnTo>
                <a:lnTo>
                  <a:pt x="23" y="10"/>
                </a:lnTo>
                <a:lnTo>
                  <a:pt x="56" y="0"/>
                </a:lnTo>
                <a:lnTo>
                  <a:pt x="87" y="18"/>
                </a:lnTo>
                <a:lnTo>
                  <a:pt x="77" y="21"/>
                </a:lnTo>
                <a:lnTo>
                  <a:pt x="79" y="29"/>
                </a:lnTo>
                <a:lnTo>
                  <a:pt x="34" y="37"/>
                </a:lnTo>
                <a:lnTo>
                  <a:pt x="0" y="3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4" name="Freeform 681">
            <a:extLst>
              <a:ext uri="{FF2B5EF4-FFF2-40B4-BE49-F238E27FC236}">
                <a16:creationId xmlns:a16="http://schemas.microsoft.com/office/drawing/2014/main" id="{46B54B0C-826F-7A83-DB9E-A013756213A0}"/>
              </a:ext>
            </a:extLst>
          </p:cNvPr>
          <p:cNvSpPr>
            <a:spLocks/>
          </p:cNvSpPr>
          <p:nvPr/>
        </p:nvSpPr>
        <p:spPr bwMode="auto">
          <a:xfrm>
            <a:off x="5503936" y="3781609"/>
            <a:ext cx="110961" cy="50027"/>
          </a:xfrm>
          <a:custGeom>
            <a:avLst/>
            <a:gdLst>
              <a:gd name="T0" fmla="*/ 0 w 98"/>
              <a:gd name="T1" fmla="*/ 32371164 h 45"/>
              <a:gd name="T2" fmla="*/ 0 w 98"/>
              <a:gd name="T3" fmla="*/ 32371164 h 45"/>
              <a:gd name="T4" fmla="*/ 27281675 w 98"/>
              <a:gd name="T5" fmla="*/ 37482673 h 45"/>
              <a:gd name="T6" fmla="*/ 45470282 w 98"/>
              <a:gd name="T7" fmla="*/ 63040231 h 45"/>
              <a:gd name="T8" fmla="*/ 60626625 w 98"/>
              <a:gd name="T9" fmla="*/ 54520614 h 45"/>
              <a:gd name="T10" fmla="*/ 121253251 w 98"/>
              <a:gd name="T11" fmla="*/ 74966652 h 45"/>
              <a:gd name="T12" fmla="*/ 142472871 w 98"/>
              <a:gd name="T13" fmla="*/ 66447034 h 45"/>
              <a:gd name="T14" fmla="*/ 125799785 w 98"/>
              <a:gd name="T15" fmla="*/ 47705703 h 45"/>
              <a:gd name="T16" fmla="*/ 137925106 w 98"/>
              <a:gd name="T17" fmla="*/ 52817212 h 45"/>
              <a:gd name="T18" fmla="*/ 147019404 w 98"/>
              <a:gd name="T19" fmla="*/ 22149450 h 45"/>
              <a:gd name="T20" fmla="*/ 115189975 w 98"/>
              <a:gd name="T21" fmla="*/ 6814914 h 45"/>
              <a:gd name="T22" fmla="*/ 83361776 w 98"/>
              <a:gd name="T23" fmla="*/ 28964361 h 45"/>
              <a:gd name="T24" fmla="*/ 109127929 w 98"/>
              <a:gd name="T25" fmla="*/ 17037935 h 45"/>
              <a:gd name="T26" fmla="*/ 93971586 w 98"/>
              <a:gd name="T27" fmla="*/ 0 h 45"/>
              <a:gd name="T28" fmla="*/ 42438028 w 98"/>
              <a:gd name="T29" fmla="*/ 6814914 h 45"/>
              <a:gd name="T30" fmla="*/ 0 w 98"/>
              <a:gd name="T31" fmla="*/ 32371164 h 45"/>
              <a:gd name="T32" fmla="*/ 0 w 98"/>
              <a:gd name="T33" fmla="*/ 32371164 h 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98"/>
              <a:gd name="T52" fmla="*/ 0 h 45"/>
              <a:gd name="T53" fmla="*/ 98 w 98"/>
              <a:gd name="T54" fmla="*/ 45 h 4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98" h="45">
                <a:moveTo>
                  <a:pt x="0" y="19"/>
                </a:moveTo>
                <a:lnTo>
                  <a:pt x="0" y="19"/>
                </a:lnTo>
                <a:lnTo>
                  <a:pt x="18" y="22"/>
                </a:lnTo>
                <a:lnTo>
                  <a:pt x="30" y="37"/>
                </a:lnTo>
                <a:lnTo>
                  <a:pt x="40" y="32"/>
                </a:lnTo>
                <a:lnTo>
                  <a:pt x="80" y="44"/>
                </a:lnTo>
                <a:lnTo>
                  <a:pt x="94" y="39"/>
                </a:lnTo>
                <a:lnTo>
                  <a:pt x="83" y="28"/>
                </a:lnTo>
                <a:lnTo>
                  <a:pt x="91" y="31"/>
                </a:lnTo>
                <a:lnTo>
                  <a:pt x="97" y="13"/>
                </a:lnTo>
                <a:lnTo>
                  <a:pt x="76" y="4"/>
                </a:lnTo>
                <a:lnTo>
                  <a:pt x="55" y="17"/>
                </a:lnTo>
                <a:lnTo>
                  <a:pt x="72" y="10"/>
                </a:lnTo>
                <a:lnTo>
                  <a:pt x="62" y="0"/>
                </a:lnTo>
                <a:lnTo>
                  <a:pt x="28" y="4"/>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5" name="Freeform 682">
            <a:extLst>
              <a:ext uri="{FF2B5EF4-FFF2-40B4-BE49-F238E27FC236}">
                <a16:creationId xmlns:a16="http://schemas.microsoft.com/office/drawing/2014/main" id="{D38E5C9C-659A-C404-D244-4823345AE590}"/>
              </a:ext>
            </a:extLst>
          </p:cNvPr>
          <p:cNvSpPr>
            <a:spLocks/>
          </p:cNvSpPr>
          <p:nvPr/>
        </p:nvSpPr>
        <p:spPr bwMode="auto">
          <a:xfrm>
            <a:off x="5609056" y="3807299"/>
            <a:ext cx="93441" cy="50027"/>
          </a:xfrm>
          <a:custGeom>
            <a:avLst/>
            <a:gdLst>
              <a:gd name="T0" fmla="*/ 0 w 82"/>
              <a:gd name="T1" fmla="*/ 61957319 h 46"/>
              <a:gd name="T2" fmla="*/ 0 w 82"/>
              <a:gd name="T3" fmla="*/ 61957319 h 46"/>
              <a:gd name="T4" fmla="*/ 9210906 w 82"/>
              <a:gd name="T5" fmla="*/ 73370170 h 46"/>
              <a:gd name="T6" fmla="*/ 113603665 w 82"/>
              <a:gd name="T7" fmla="*/ 58696140 h 46"/>
              <a:gd name="T8" fmla="*/ 124349719 w 82"/>
              <a:gd name="T9" fmla="*/ 34239839 h 46"/>
              <a:gd name="T10" fmla="*/ 95181857 w 82"/>
              <a:gd name="T11" fmla="*/ 14674035 h 46"/>
              <a:gd name="T12" fmla="*/ 70618188 w 82"/>
              <a:gd name="T13" fmla="*/ 22825711 h 46"/>
              <a:gd name="T14" fmla="*/ 73688489 w 82"/>
              <a:gd name="T15" fmla="*/ 6522361 h 46"/>
              <a:gd name="T16" fmla="*/ 59872134 w 82"/>
              <a:gd name="T17" fmla="*/ 0 h 46"/>
              <a:gd name="T18" fmla="*/ 12281210 w 82"/>
              <a:gd name="T19" fmla="*/ 53804371 h 46"/>
              <a:gd name="T20" fmla="*/ 0 w 82"/>
              <a:gd name="T21" fmla="*/ 61957319 h 46"/>
              <a:gd name="T22" fmla="*/ 0 w 82"/>
              <a:gd name="T23" fmla="*/ 61957319 h 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
              <a:gd name="T37" fmla="*/ 0 h 46"/>
              <a:gd name="T38" fmla="*/ 82 w 82"/>
              <a:gd name="T39" fmla="*/ 46 h 4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 h="46">
                <a:moveTo>
                  <a:pt x="0" y="38"/>
                </a:moveTo>
                <a:lnTo>
                  <a:pt x="0" y="38"/>
                </a:lnTo>
                <a:lnTo>
                  <a:pt x="6" y="45"/>
                </a:lnTo>
                <a:lnTo>
                  <a:pt x="74" y="36"/>
                </a:lnTo>
                <a:lnTo>
                  <a:pt x="81" y="21"/>
                </a:lnTo>
                <a:lnTo>
                  <a:pt x="62" y="9"/>
                </a:lnTo>
                <a:lnTo>
                  <a:pt x="46" y="14"/>
                </a:lnTo>
                <a:lnTo>
                  <a:pt x="48" y="4"/>
                </a:lnTo>
                <a:lnTo>
                  <a:pt x="39" y="0"/>
                </a:lnTo>
                <a:lnTo>
                  <a:pt x="8" y="33"/>
                </a:lnTo>
                <a:lnTo>
                  <a:pt x="0" y="3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6" name="Freeform 683">
            <a:extLst>
              <a:ext uri="{FF2B5EF4-FFF2-40B4-BE49-F238E27FC236}">
                <a16:creationId xmlns:a16="http://schemas.microsoft.com/office/drawing/2014/main" id="{7B883237-366F-F5E2-0E68-4A24C28582C2}"/>
              </a:ext>
            </a:extLst>
          </p:cNvPr>
          <p:cNvSpPr>
            <a:spLocks/>
          </p:cNvSpPr>
          <p:nvPr/>
        </p:nvSpPr>
        <p:spPr bwMode="auto">
          <a:xfrm>
            <a:off x="6190142" y="3911407"/>
            <a:ext cx="105121" cy="48674"/>
          </a:xfrm>
          <a:custGeom>
            <a:avLst/>
            <a:gdLst>
              <a:gd name="T0" fmla="*/ 0 w 92"/>
              <a:gd name="T1" fmla="*/ 40628330 h 43"/>
              <a:gd name="T2" fmla="*/ 0 w 92"/>
              <a:gd name="T3" fmla="*/ 40628330 h 43"/>
              <a:gd name="T4" fmla="*/ 27783597 w 92"/>
              <a:gd name="T5" fmla="*/ 1766334 h 43"/>
              <a:gd name="T6" fmla="*/ 47849462 w 92"/>
              <a:gd name="T7" fmla="*/ 0 h 43"/>
              <a:gd name="T8" fmla="*/ 80263441 w 92"/>
              <a:gd name="T9" fmla="*/ 28262669 h 43"/>
              <a:gd name="T10" fmla="*/ 84895093 w 92"/>
              <a:gd name="T11" fmla="*/ 7065335 h 43"/>
              <a:gd name="T12" fmla="*/ 120396413 w 92"/>
              <a:gd name="T13" fmla="*/ 24730003 h 43"/>
              <a:gd name="T14" fmla="*/ 117309072 w 92"/>
              <a:gd name="T15" fmla="*/ 51226339 h 43"/>
              <a:gd name="T16" fmla="*/ 140462268 w 92"/>
              <a:gd name="T17" fmla="*/ 61824337 h 43"/>
              <a:gd name="T18" fmla="*/ 66372268 w 92"/>
              <a:gd name="T19" fmla="*/ 65358332 h 43"/>
              <a:gd name="T20" fmla="*/ 61741877 w 92"/>
              <a:gd name="T21" fmla="*/ 54759005 h 43"/>
              <a:gd name="T22" fmla="*/ 49393754 w 92"/>
              <a:gd name="T23" fmla="*/ 74189998 h 43"/>
              <a:gd name="T24" fmla="*/ 0 w 92"/>
              <a:gd name="T25" fmla="*/ 40628330 h 43"/>
              <a:gd name="T26" fmla="*/ 0 w 92"/>
              <a:gd name="T27" fmla="*/ 40628330 h 4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2"/>
              <a:gd name="T43" fmla="*/ 0 h 43"/>
              <a:gd name="T44" fmla="*/ 92 w 92"/>
              <a:gd name="T45" fmla="*/ 43 h 4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2" h="43">
                <a:moveTo>
                  <a:pt x="0" y="23"/>
                </a:moveTo>
                <a:lnTo>
                  <a:pt x="0" y="23"/>
                </a:lnTo>
                <a:lnTo>
                  <a:pt x="18" y="1"/>
                </a:lnTo>
                <a:lnTo>
                  <a:pt x="31" y="0"/>
                </a:lnTo>
                <a:lnTo>
                  <a:pt x="52" y="16"/>
                </a:lnTo>
                <a:lnTo>
                  <a:pt x="55" y="4"/>
                </a:lnTo>
                <a:lnTo>
                  <a:pt x="78" y="14"/>
                </a:lnTo>
                <a:lnTo>
                  <a:pt x="76" y="29"/>
                </a:lnTo>
                <a:lnTo>
                  <a:pt x="91" y="35"/>
                </a:lnTo>
                <a:lnTo>
                  <a:pt x="43" y="37"/>
                </a:lnTo>
                <a:lnTo>
                  <a:pt x="40" y="31"/>
                </a:lnTo>
                <a:lnTo>
                  <a:pt x="32" y="42"/>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7" name="Freeform 684">
            <a:extLst>
              <a:ext uri="{FF2B5EF4-FFF2-40B4-BE49-F238E27FC236}">
                <a16:creationId xmlns:a16="http://schemas.microsoft.com/office/drawing/2014/main" id="{592EE26A-4674-D13F-EB37-F58D4407D371}"/>
              </a:ext>
            </a:extLst>
          </p:cNvPr>
          <p:cNvSpPr>
            <a:spLocks/>
          </p:cNvSpPr>
          <p:nvPr/>
        </p:nvSpPr>
        <p:spPr bwMode="auto">
          <a:xfrm>
            <a:off x="6263142" y="3912760"/>
            <a:ext cx="64240" cy="35154"/>
          </a:xfrm>
          <a:custGeom>
            <a:avLst/>
            <a:gdLst>
              <a:gd name="T0" fmla="*/ 0 w 57"/>
              <a:gd name="T1" fmla="*/ 0 h 30"/>
              <a:gd name="T2" fmla="*/ 0 w 57"/>
              <a:gd name="T3" fmla="*/ 0 h 30"/>
              <a:gd name="T4" fmla="*/ 28531889 w 57"/>
              <a:gd name="T5" fmla="*/ 20821862 h 30"/>
              <a:gd name="T6" fmla="*/ 21023629 w 57"/>
              <a:gd name="T7" fmla="*/ 39751953 h 30"/>
              <a:gd name="T8" fmla="*/ 34538987 w 57"/>
              <a:gd name="T9" fmla="*/ 54894382 h 30"/>
              <a:gd name="T10" fmla="*/ 60068552 w 57"/>
              <a:gd name="T11" fmla="*/ 54894382 h 30"/>
              <a:gd name="T12" fmla="*/ 84095739 w 57"/>
              <a:gd name="T13" fmla="*/ 34072515 h 30"/>
              <a:gd name="T14" fmla="*/ 0 w 57"/>
              <a:gd name="T15" fmla="*/ 0 h 30"/>
              <a:gd name="T16" fmla="*/ 0 w 57"/>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7"/>
              <a:gd name="T28" fmla="*/ 0 h 30"/>
              <a:gd name="T29" fmla="*/ 57 w 57"/>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7" h="30">
                <a:moveTo>
                  <a:pt x="0" y="0"/>
                </a:moveTo>
                <a:lnTo>
                  <a:pt x="0" y="0"/>
                </a:lnTo>
                <a:lnTo>
                  <a:pt x="19" y="11"/>
                </a:lnTo>
                <a:lnTo>
                  <a:pt x="14" y="21"/>
                </a:lnTo>
                <a:lnTo>
                  <a:pt x="23" y="29"/>
                </a:lnTo>
                <a:lnTo>
                  <a:pt x="40" y="29"/>
                </a:lnTo>
                <a:lnTo>
                  <a:pt x="56" y="18"/>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8" name="Freeform 685">
            <a:extLst>
              <a:ext uri="{FF2B5EF4-FFF2-40B4-BE49-F238E27FC236}">
                <a16:creationId xmlns:a16="http://schemas.microsoft.com/office/drawing/2014/main" id="{DF78AB6F-0E9E-CFB6-5B08-4F52BC0282D0}"/>
              </a:ext>
            </a:extLst>
          </p:cNvPr>
          <p:cNvSpPr>
            <a:spLocks/>
          </p:cNvSpPr>
          <p:nvPr/>
        </p:nvSpPr>
        <p:spPr bwMode="auto">
          <a:xfrm>
            <a:off x="6268983" y="4458991"/>
            <a:ext cx="48180" cy="166302"/>
          </a:xfrm>
          <a:custGeom>
            <a:avLst/>
            <a:gdLst>
              <a:gd name="T0" fmla="*/ 0 w 43"/>
              <a:gd name="T1" fmla="*/ 65259437 h 149"/>
              <a:gd name="T2" fmla="*/ 0 w 43"/>
              <a:gd name="T3" fmla="*/ 65259437 h 149"/>
              <a:gd name="T4" fmla="*/ 10389683 w 43"/>
              <a:gd name="T5" fmla="*/ 96172434 h 149"/>
              <a:gd name="T6" fmla="*/ 10389683 w 43"/>
              <a:gd name="T7" fmla="*/ 254170820 h 149"/>
              <a:gd name="T8" fmla="*/ 20779367 w 43"/>
              <a:gd name="T9" fmla="*/ 235278901 h 149"/>
              <a:gd name="T10" fmla="*/ 37107049 w 43"/>
              <a:gd name="T11" fmla="*/ 247301269 h 149"/>
              <a:gd name="T12" fmla="*/ 19295470 w 43"/>
              <a:gd name="T13" fmla="*/ 204365925 h 149"/>
              <a:gd name="T14" fmla="*/ 29685153 w 43"/>
              <a:gd name="T15" fmla="*/ 159715118 h 149"/>
              <a:gd name="T16" fmla="*/ 62339309 w 43"/>
              <a:gd name="T17" fmla="*/ 173454260 h 149"/>
              <a:gd name="T18" fmla="*/ 31169045 w 43"/>
              <a:gd name="T19" fmla="*/ 89302883 h 149"/>
              <a:gd name="T20" fmla="*/ 20779367 w 43"/>
              <a:gd name="T21" fmla="*/ 0 h 149"/>
              <a:gd name="T22" fmla="*/ 0 w 43"/>
              <a:gd name="T23" fmla="*/ 65259437 h 149"/>
              <a:gd name="T24" fmla="*/ 0 w 43"/>
              <a:gd name="T25" fmla="*/ 65259437 h 14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3"/>
              <a:gd name="T40" fmla="*/ 0 h 149"/>
              <a:gd name="T41" fmla="*/ 43 w 43"/>
              <a:gd name="T42" fmla="*/ 149 h 14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3" h="149">
                <a:moveTo>
                  <a:pt x="0" y="38"/>
                </a:moveTo>
                <a:lnTo>
                  <a:pt x="0" y="38"/>
                </a:lnTo>
                <a:lnTo>
                  <a:pt x="7" y="56"/>
                </a:lnTo>
                <a:lnTo>
                  <a:pt x="7" y="148"/>
                </a:lnTo>
                <a:lnTo>
                  <a:pt x="14" y="137"/>
                </a:lnTo>
                <a:lnTo>
                  <a:pt x="25" y="144"/>
                </a:lnTo>
                <a:lnTo>
                  <a:pt x="13" y="119"/>
                </a:lnTo>
                <a:lnTo>
                  <a:pt x="20" y="93"/>
                </a:lnTo>
                <a:lnTo>
                  <a:pt x="42" y="101"/>
                </a:lnTo>
                <a:lnTo>
                  <a:pt x="21" y="52"/>
                </a:lnTo>
                <a:lnTo>
                  <a:pt x="14" y="0"/>
                </a:lnTo>
                <a:lnTo>
                  <a:pt x="0" y="3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9" name="Freeform 686">
            <a:extLst>
              <a:ext uri="{FF2B5EF4-FFF2-40B4-BE49-F238E27FC236}">
                <a16:creationId xmlns:a16="http://schemas.microsoft.com/office/drawing/2014/main" id="{F8ACBEDE-D148-FC3A-D54E-EBB443402B79}"/>
              </a:ext>
            </a:extLst>
          </p:cNvPr>
          <p:cNvSpPr>
            <a:spLocks/>
          </p:cNvSpPr>
          <p:nvPr/>
        </p:nvSpPr>
        <p:spPr bwMode="auto">
          <a:xfrm>
            <a:off x="6340522" y="3933039"/>
            <a:ext cx="73000" cy="24337"/>
          </a:xfrm>
          <a:custGeom>
            <a:avLst/>
            <a:gdLst>
              <a:gd name="T0" fmla="*/ 0 w 64"/>
              <a:gd name="T1" fmla="*/ 0 h 22"/>
              <a:gd name="T2" fmla="*/ 0 w 64"/>
              <a:gd name="T3" fmla="*/ 0 h 22"/>
              <a:gd name="T4" fmla="*/ 16920514 w 64"/>
              <a:gd name="T5" fmla="*/ 23618538 h 22"/>
              <a:gd name="T6" fmla="*/ 61526777 w 64"/>
              <a:gd name="T7" fmla="*/ 35427802 h 22"/>
              <a:gd name="T8" fmla="*/ 96905705 w 64"/>
              <a:gd name="T9" fmla="*/ 28680208 h 22"/>
              <a:gd name="T10" fmla="*/ 0 w 64"/>
              <a:gd name="T11" fmla="*/ 0 h 22"/>
              <a:gd name="T12" fmla="*/ 0 w 64"/>
              <a:gd name="T13" fmla="*/ 0 h 22"/>
              <a:gd name="T14" fmla="*/ 0 60000 65536"/>
              <a:gd name="T15" fmla="*/ 0 60000 65536"/>
              <a:gd name="T16" fmla="*/ 0 60000 65536"/>
              <a:gd name="T17" fmla="*/ 0 60000 65536"/>
              <a:gd name="T18" fmla="*/ 0 60000 65536"/>
              <a:gd name="T19" fmla="*/ 0 60000 65536"/>
              <a:gd name="T20" fmla="*/ 0 60000 65536"/>
              <a:gd name="T21" fmla="*/ 0 w 64"/>
              <a:gd name="T22" fmla="*/ 0 h 22"/>
              <a:gd name="T23" fmla="*/ 64 w 64"/>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4" h="22">
                <a:moveTo>
                  <a:pt x="0" y="0"/>
                </a:moveTo>
                <a:lnTo>
                  <a:pt x="0" y="0"/>
                </a:lnTo>
                <a:lnTo>
                  <a:pt x="11" y="14"/>
                </a:lnTo>
                <a:lnTo>
                  <a:pt x="40" y="21"/>
                </a:lnTo>
                <a:lnTo>
                  <a:pt x="63" y="17"/>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90" name="Group 98">
            <a:extLst>
              <a:ext uri="{FF2B5EF4-FFF2-40B4-BE49-F238E27FC236}">
                <a16:creationId xmlns:a16="http://schemas.microsoft.com/office/drawing/2014/main" id="{F0C12FF1-0495-462A-16D2-B3E6D623D6AE}"/>
              </a:ext>
            </a:extLst>
          </p:cNvPr>
          <p:cNvGrpSpPr>
            <a:grpSpLocks/>
          </p:cNvGrpSpPr>
          <p:nvPr/>
        </p:nvGrpSpPr>
        <p:grpSpPr bwMode="auto">
          <a:xfrm>
            <a:off x="4220584" y="3769458"/>
            <a:ext cx="258423" cy="131150"/>
            <a:chOff x="3227" y="1992"/>
            <a:chExt cx="225" cy="118"/>
          </a:xfrm>
          <a:solidFill>
            <a:schemeClr val="accent2"/>
          </a:solidFill>
        </p:grpSpPr>
        <p:sp>
          <p:nvSpPr>
            <p:cNvPr id="391" name="Freeform 688">
              <a:extLst>
                <a:ext uri="{FF2B5EF4-FFF2-40B4-BE49-F238E27FC236}">
                  <a16:creationId xmlns:a16="http://schemas.microsoft.com/office/drawing/2014/main" id="{582F724E-BA9B-CE0F-2B9C-CA29E9A12530}"/>
                </a:ext>
              </a:extLst>
            </p:cNvPr>
            <p:cNvSpPr>
              <a:spLocks/>
            </p:cNvSpPr>
            <p:nvPr/>
          </p:nvSpPr>
          <p:spPr bwMode="auto">
            <a:xfrm>
              <a:off x="3227" y="2006"/>
              <a:ext cx="146" cy="104"/>
            </a:xfrm>
            <a:custGeom>
              <a:avLst/>
              <a:gdLst>
                <a:gd name="T0" fmla="*/ 0 w 146"/>
                <a:gd name="T1" fmla="*/ 13 h 104"/>
                <a:gd name="T2" fmla="*/ 0 w 146"/>
                <a:gd name="T3" fmla="*/ 13 h 104"/>
                <a:gd name="T4" fmla="*/ 1 w 146"/>
                <a:gd name="T5" fmla="*/ 25 h 104"/>
                <a:gd name="T6" fmla="*/ 16 w 146"/>
                <a:gd name="T7" fmla="*/ 25 h 104"/>
                <a:gd name="T8" fmla="*/ 12 w 146"/>
                <a:gd name="T9" fmla="*/ 31 h 104"/>
                <a:gd name="T10" fmla="*/ 22 w 146"/>
                <a:gd name="T11" fmla="*/ 35 h 104"/>
                <a:gd name="T12" fmla="*/ 8 w 146"/>
                <a:gd name="T13" fmla="*/ 34 h 104"/>
                <a:gd name="T14" fmla="*/ 34 w 146"/>
                <a:gd name="T15" fmla="*/ 45 h 104"/>
                <a:gd name="T16" fmla="*/ 23 w 146"/>
                <a:gd name="T17" fmla="*/ 49 h 104"/>
                <a:gd name="T18" fmla="*/ 31 w 146"/>
                <a:gd name="T19" fmla="*/ 57 h 104"/>
                <a:gd name="T20" fmla="*/ 53 w 146"/>
                <a:gd name="T21" fmla="*/ 52 h 104"/>
                <a:gd name="T22" fmla="*/ 53 w 146"/>
                <a:gd name="T23" fmla="*/ 42 h 104"/>
                <a:gd name="T24" fmla="*/ 64 w 146"/>
                <a:gd name="T25" fmla="*/ 38 h 104"/>
                <a:gd name="T26" fmla="*/ 66 w 146"/>
                <a:gd name="T27" fmla="*/ 50 h 104"/>
                <a:gd name="T28" fmla="*/ 80 w 146"/>
                <a:gd name="T29" fmla="*/ 42 h 104"/>
                <a:gd name="T30" fmla="*/ 77 w 146"/>
                <a:gd name="T31" fmla="*/ 50 h 104"/>
                <a:gd name="T32" fmla="*/ 90 w 146"/>
                <a:gd name="T33" fmla="*/ 50 h 104"/>
                <a:gd name="T34" fmla="*/ 40 w 146"/>
                <a:gd name="T35" fmla="*/ 62 h 104"/>
                <a:gd name="T36" fmla="*/ 43 w 146"/>
                <a:gd name="T37" fmla="*/ 71 h 104"/>
                <a:gd name="T38" fmla="*/ 84 w 146"/>
                <a:gd name="T39" fmla="*/ 64 h 104"/>
                <a:gd name="T40" fmla="*/ 55 w 146"/>
                <a:gd name="T41" fmla="*/ 73 h 104"/>
                <a:gd name="T42" fmla="*/ 72 w 146"/>
                <a:gd name="T43" fmla="*/ 78 h 104"/>
                <a:gd name="T44" fmla="*/ 44 w 146"/>
                <a:gd name="T45" fmla="*/ 82 h 104"/>
                <a:gd name="T46" fmla="*/ 86 w 146"/>
                <a:gd name="T47" fmla="*/ 103 h 104"/>
                <a:gd name="T48" fmla="*/ 113 w 146"/>
                <a:gd name="T49" fmla="*/ 50 h 104"/>
                <a:gd name="T50" fmla="*/ 145 w 146"/>
                <a:gd name="T51" fmla="*/ 37 h 104"/>
                <a:gd name="T52" fmla="*/ 109 w 146"/>
                <a:gd name="T53" fmla="*/ 28 h 104"/>
                <a:gd name="T54" fmla="*/ 104 w 146"/>
                <a:gd name="T55" fmla="*/ 15 h 104"/>
                <a:gd name="T56" fmla="*/ 94 w 146"/>
                <a:gd name="T57" fmla="*/ 23 h 104"/>
                <a:gd name="T58" fmla="*/ 99 w 146"/>
                <a:gd name="T59" fmla="*/ 10 h 104"/>
                <a:gd name="T60" fmla="*/ 75 w 146"/>
                <a:gd name="T61" fmla="*/ 0 h 104"/>
                <a:gd name="T62" fmla="*/ 67 w 146"/>
                <a:gd name="T63" fmla="*/ 10 h 104"/>
                <a:gd name="T64" fmla="*/ 78 w 146"/>
                <a:gd name="T65" fmla="*/ 35 h 104"/>
                <a:gd name="T66" fmla="*/ 51 w 146"/>
                <a:gd name="T67" fmla="*/ 10 h 104"/>
                <a:gd name="T68" fmla="*/ 43 w 146"/>
                <a:gd name="T69" fmla="*/ 15 h 104"/>
                <a:gd name="T70" fmla="*/ 48 w 146"/>
                <a:gd name="T71" fmla="*/ 28 h 104"/>
                <a:gd name="T72" fmla="*/ 22 w 146"/>
                <a:gd name="T73" fmla="*/ 16 h 104"/>
                <a:gd name="T74" fmla="*/ 40 w 146"/>
                <a:gd name="T75" fmla="*/ 9 h 104"/>
                <a:gd name="T76" fmla="*/ 0 w 146"/>
                <a:gd name="T77" fmla="*/ 13 h 104"/>
                <a:gd name="T78" fmla="*/ 0 w 146"/>
                <a:gd name="T79" fmla="*/ 13 h 10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46"/>
                <a:gd name="T121" fmla="*/ 0 h 104"/>
                <a:gd name="T122" fmla="*/ 146 w 146"/>
                <a:gd name="T123" fmla="*/ 104 h 10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46" h="104">
                  <a:moveTo>
                    <a:pt x="0" y="13"/>
                  </a:moveTo>
                  <a:lnTo>
                    <a:pt x="0" y="13"/>
                  </a:lnTo>
                  <a:lnTo>
                    <a:pt x="1" y="25"/>
                  </a:lnTo>
                  <a:lnTo>
                    <a:pt x="16" y="25"/>
                  </a:lnTo>
                  <a:lnTo>
                    <a:pt x="12" y="31"/>
                  </a:lnTo>
                  <a:lnTo>
                    <a:pt x="22" y="35"/>
                  </a:lnTo>
                  <a:lnTo>
                    <a:pt x="8" y="34"/>
                  </a:lnTo>
                  <a:lnTo>
                    <a:pt x="34" y="45"/>
                  </a:lnTo>
                  <a:lnTo>
                    <a:pt x="23" y="49"/>
                  </a:lnTo>
                  <a:lnTo>
                    <a:pt x="31" y="57"/>
                  </a:lnTo>
                  <a:lnTo>
                    <a:pt x="53" y="52"/>
                  </a:lnTo>
                  <a:lnTo>
                    <a:pt x="53" y="42"/>
                  </a:lnTo>
                  <a:lnTo>
                    <a:pt x="64" y="38"/>
                  </a:lnTo>
                  <a:lnTo>
                    <a:pt x="66" y="50"/>
                  </a:lnTo>
                  <a:lnTo>
                    <a:pt x="80" y="42"/>
                  </a:lnTo>
                  <a:lnTo>
                    <a:pt x="77" y="50"/>
                  </a:lnTo>
                  <a:lnTo>
                    <a:pt x="90" y="50"/>
                  </a:lnTo>
                  <a:lnTo>
                    <a:pt x="40" y="62"/>
                  </a:lnTo>
                  <a:lnTo>
                    <a:pt x="43" y="71"/>
                  </a:lnTo>
                  <a:lnTo>
                    <a:pt x="84" y="64"/>
                  </a:lnTo>
                  <a:lnTo>
                    <a:pt x="55" y="73"/>
                  </a:lnTo>
                  <a:lnTo>
                    <a:pt x="72" y="78"/>
                  </a:lnTo>
                  <a:lnTo>
                    <a:pt x="44" y="82"/>
                  </a:lnTo>
                  <a:lnTo>
                    <a:pt x="86" y="103"/>
                  </a:lnTo>
                  <a:lnTo>
                    <a:pt x="113" y="50"/>
                  </a:lnTo>
                  <a:lnTo>
                    <a:pt x="145" y="37"/>
                  </a:lnTo>
                  <a:lnTo>
                    <a:pt x="109" y="28"/>
                  </a:lnTo>
                  <a:lnTo>
                    <a:pt x="104" y="15"/>
                  </a:lnTo>
                  <a:lnTo>
                    <a:pt x="94" y="23"/>
                  </a:lnTo>
                  <a:lnTo>
                    <a:pt x="99" y="10"/>
                  </a:lnTo>
                  <a:lnTo>
                    <a:pt x="75" y="0"/>
                  </a:lnTo>
                  <a:lnTo>
                    <a:pt x="67" y="10"/>
                  </a:lnTo>
                  <a:lnTo>
                    <a:pt x="78" y="35"/>
                  </a:lnTo>
                  <a:lnTo>
                    <a:pt x="51" y="10"/>
                  </a:lnTo>
                  <a:lnTo>
                    <a:pt x="43" y="15"/>
                  </a:lnTo>
                  <a:lnTo>
                    <a:pt x="48" y="28"/>
                  </a:lnTo>
                  <a:lnTo>
                    <a:pt x="22" y="16"/>
                  </a:lnTo>
                  <a:lnTo>
                    <a:pt x="40" y="9"/>
                  </a:lnTo>
                  <a:lnTo>
                    <a:pt x="0" y="13"/>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2" name="Freeform 689">
              <a:extLst>
                <a:ext uri="{FF2B5EF4-FFF2-40B4-BE49-F238E27FC236}">
                  <a16:creationId xmlns:a16="http://schemas.microsoft.com/office/drawing/2014/main" id="{EC21D29F-59D6-5240-05B0-3B55F3A030CA}"/>
                </a:ext>
              </a:extLst>
            </p:cNvPr>
            <p:cNvSpPr>
              <a:spLocks/>
            </p:cNvSpPr>
            <p:nvPr/>
          </p:nvSpPr>
          <p:spPr bwMode="auto">
            <a:xfrm>
              <a:off x="3320" y="1992"/>
              <a:ext cx="132" cy="44"/>
            </a:xfrm>
            <a:custGeom>
              <a:avLst/>
              <a:gdLst>
                <a:gd name="T0" fmla="*/ 0 w 132"/>
                <a:gd name="T1" fmla="*/ 11 h 44"/>
                <a:gd name="T2" fmla="*/ 0 w 132"/>
                <a:gd name="T3" fmla="*/ 11 h 44"/>
                <a:gd name="T4" fmla="*/ 19 w 132"/>
                <a:gd name="T5" fmla="*/ 15 h 44"/>
                <a:gd name="T6" fmla="*/ 7 w 132"/>
                <a:gd name="T7" fmla="*/ 20 h 44"/>
                <a:gd name="T8" fmla="*/ 12 w 132"/>
                <a:gd name="T9" fmla="*/ 24 h 44"/>
                <a:gd name="T10" fmla="*/ 60 w 132"/>
                <a:gd name="T11" fmla="*/ 23 h 44"/>
                <a:gd name="T12" fmla="*/ 30 w 132"/>
                <a:gd name="T13" fmla="*/ 29 h 44"/>
                <a:gd name="T14" fmla="*/ 78 w 132"/>
                <a:gd name="T15" fmla="*/ 43 h 44"/>
                <a:gd name="T16" fmla="*/ 110 w 132"/>
                <a:gd name="T17" fmla="*/ 35 h 44"/>
                <a:gd name="T18" fmla="*/ 131 w 132"/>
                <a:gd name="T19" fmla="*/ 20 h 44"/>
                <a:gd name="T20" fmla="*/ 125 w 132"/>
                <a:gd name="T21" fmla="*/ 12 h 44"/>
                <a:gd name="T22" fmla="*/ 94 w 132"/>
                <a:gd name="T23" fmla="*/ 13 h 44"/>
                <a:gd name="T24" fmla="*/ 99 w 132"/>
                <a:gd name="T25" fmla="*/ 5 h 44"/>
                <a:gd name="T26" fmla="*/ 74 w 132"/>
                <a:gd name="T27" fmla="*/ 13 h 44"/>
                <a:gd name="T28" fmla="*/ 71 w 132"/>
                <a:gd name="T29" fmla="*/ 0 h 44"/>
                <a:gd name="T30" fmla="*/ 65 w 132"/>
                <a:gd name="T31" fmla="*/ 17 h 44"/>
                <a:gd name="T32" fmla="*/ 30 w 132"/>
                <a:gd name="T33" fmla="*/ 0 h 44"/>
                <a:gd name="T34" fmla="*/ 31 w 132"/>
                <a:gd name="T35" fmla="*/ 10 h 44"/>
                <a:gd name="T36" fmla="*/ 20 w 132"/>
                <a:gd name="T37" fmla="*/ 5 h 44"/>
                <a:gd name="T38" fmla="*/ 25 w 132"/>
                <a:gd name="T39" fmla="*/ 15 h 44"/>
                <a:gd name="T40" fmla="*/ 0 w 132"/>
                <a:gd name="T41" fmla="*/ 11 h 44"/>
                <a:gd name="T42" fmla="*/ 0 w 132"/>
                <a:gd name="T43" fmla="*/ 11 h 4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32"/>
                <a:gd name="T67" fmla="*/ 0 h 44"/>
                <a:gd name="T68" fmla="*/ 132 w 132"/>
                <a:gd name="T69" fmla="*/ 44 h 4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32" h="44">
                  <a:moveTo>
                    <a:pt x="0" y="11"/>
                  </a:moveTo>
                  <a:lnTo>
                    <a:pt x="0" y="11"/>
                  </a:lnTo>
                  <a:lnTo>
                    <a:pt x="19" y="15"/>
                  </a:lnTo>
                  <a:lnTo>
                    <a:pt x="7" y="20"/>
                  </a:lnTo>
                  <a:lnTo>
                    <a:pt x="12" y="24"/>
                  </a:lnTo>
                  <a:lnTo>
                    <a:pt x="60" y="23"/>
                  </a:lnTo>
                  <a:lnTo>
                    <a:pt x="30" y="29"/>
                  </a:lnTo>
                  <a:lnTo>
                    <a:pt x="78" y="43"/>
                  </a:lnTo>
                  <a:lnTo>
                    <a:pt x="110" y="35"/>
                  </a:lnTo>
                  <a:lnTo>
                    <a:pt x="131" y="20"/>
                  </a:lnTo>
                  <a:lnTo>
                    <a:pt x="125" y="12"/>
                  </a:lnTo>
                  <a:lnTo>
                    <a:pt x="94" y="13"/>
                  </a:lnTo>
                  <a:lnTo>
                    <a:pt x="99" y="5"/>
                  </a:lnTo>
                  <a:lnTo>
                    <a:pt x="74" y="13"/>
                  </a:lnTo>
                  <a:lnTo>
                    <a:pt x="71" y="0"/>
                  </a:lnTo>
                  <a:lnTo>
                    <a:pt x="65" y="17"/>
                  </a:lnTo>
                  <a:lnTo>
                    <a:pt x="30" y="0"/>
                  </a:lnTo>
                  <a:lnTo>
                    <a:pt x="31" y="10"/>
                  </a:lnTo>
                  <a:lnTo>
                    <a:pt x="20" y="5"/>
                  </a:lnTo>
                  <a:lnTo>
                    <a:pt x="25" y="15"/>
                  </a:lnTo>
                  <a:lnTo>
                    <a:pt x="0" y="1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3" name="Freeform 690">
              <a:extLst>
                <a:ext uri="{FF2B5EF4-FFF2-40B4-BE49-F238E27FC236}">
                  <a16:creationId xmlns:a16="http://schemas.microsoft.com/office/drawing/2014/main" id="{4AFB650E-25F3-534F-6DFD-FF580D2213C7}"/>
                </a:ext>
              </a:extLst>
            </p:cNvPr>
            <p:cNvSpPr>
              <a:spLocks/>
            </p:cNvSpPr>
            <p:nvPr/>
          </p:nvSpPr>
          <p:spPr bwMode="auto">
            <a:xfrm>
              <a:off x="3365" y="2062"/>
              <a:ext cx="57" cy="29"/>
            </a:xfrm>
            <a:custGeom>
              <a:avLst/>
              <a:gdLst>
                <a:gd name="T0" fmla="*/ 0 w 57"/>
                <a:gd name="T1" fmla="*/ 22 h 29"/>
                <a:gd name="T2" fmla="*/ 0 w 57"/>
                <a:gd name="T3" fmla="*/ 22 h 29"/>
                <a:gd name="T4" fmla="*/ 5 w 57"/>
                <a:gd name="T5" fmla="*/ 8 h 29"/>
                <a:gd name="T6" fmla="*/ 28 w 57"/>
                <a:gd name="T7" fmla="*/ 0 h 29"/>
                <a:gd name="T8" fmla="*/ 32 w 57"/>
                <a:gd name="T9" fmla="*/ 8 h 29"/>
                <a:gd name="T10" fmla="*/ 56 w 57"/>
                <a:gd name="T11" fmla="*/ 14 h 29"/>
                <a:gd name="T12" fmla="*/ 22 w 57"/>
                <a:gd name="T13" fmla="*/ 28 h 29"/>
                <a:gd name="T14" fmla="*/ 28 w 57"/>
                <a:gd name="T15" fmla="*/ 21 h 29"/>
                <a:gd name="T16" fmla="*/ 0 w 57"/>
                <a:gd name="T17" fmla="*/ 22 h 29"/>
                <a:gd name="T18" fmla="*/ 0 w 57"/>
                <a:gd name="T19" fmla="*/ 22 h 2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
                <a:gd name="T31" fmla="*/ 0 h 29"/>
                <a:gd name="T32" fmla="*/ 57 w 57"/>
                <a:gd name="T33" fmla="*/ 29 h 2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 h="29">
                  <a:moveTo>
                    <a:pt x="0" y="22"/>
                  </a:moveTo>
                  <a:lnTo>
                    <a:pt x="0" y="22"/>
                  </a:lnTo>
                  <a:lnTo>
                    <a:pt x="5" y="8"/>
                  </a:lnTo>
                  <a:lnTo>
                    <a:pt x="28" y="0"/>
                  </a:lnTo>
                  <a:lnTo>
                    <a:pt x="32" y="8"/>
                  </a:lnTo>
                  <a:lnTo>
                    <a:pt x="56" y="14"/>
                  </a:lnTo>
                  <a:lnTo>
                    <a:pt x="22" y="28"/>
                  </a:lnTo>
                  <a:lnTo>
                    <a:pt x="28" y="21"/>
                  </a:lnTo>
                  <a:lnTo>
                    <a:pt x="0" y="2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94" name="Freeform 691">
            <a:extLst>
              <a:ext uri="{FF2B5EF4-FFF2-40B4-BE49-F238E27FC236}">
                <a16:creationId xmlns:a16="http://schemas.microsoft.com/office/drawing/2014/main" id="{E6429D68-7B03-FC29-9F8A-8BBCBABB97C2}"/>
              </a:ext>
            </a:extLst>
          </p:cNvPr>
          <p:cNvSpPr>
            <a:spLocks/>
          </p:cNvSpPr>
          <p:nvPr/>
        </p:nvSpPr>
        <p:spPr bwMode="auto">
          <a:xfrm>
            <a:off x="5579857" y="5052543"/>
            <a:ext cx="125561" cy="233907"/>
          </a:xfrm>
          <a:custGeom>
            <a:avLst/>
            <a:gdLst>
              <a:gd name="T0" fmla="*/ 0 w 109"/>
              <a:gd name="T1" fmla="*/ 56982790 h 209"/>
              <a:gd name="T2" fmla="*/ 0 w 109"/>
              <a:gd name="T3" fmla="*/ 56982790 h 209"/>
              <a:gd name="T4" fmla="*/ 10982123 w 109"/>
              <a:gd name="T5" fmla="*/ 29354730 h 209"/>
              <a:gd name="T6" fmla="*/ 56477515 w 109"/>
              <a:gd name="T7" fmla="*/ 0 h 209"/>
              <a:gd name="T8" fmla="*/ 76872341 w 109"/>
              <a:gd name="T9" fmla="*/ 27628059 h 209"/>
              <a:gd name="T10" fmla="*/ 70597203 w 109"/>
              <a:gd name="T11" fmla="*/ 75977484 h 209"/>
              <a:gd name="T12" fmla="*/ 125505307 w 109"/>
              <a:gd name="T13" fmla="*/ 55256119 h 209"/>
              <a:gd name="T14" fmla="*/ 149037702 w 109"/>
              <a:gd name="T15" fmla="*/ 75977484 h 209"/>
              <a:gd name="T16" fmla="*/ 169431313 w 109"/>
              <a:gd name="T17" fmla="*/ 124325605 h 209"/>
              <a:gd name="T18" fmla="*/ 161587978 w 109"/>
              <a:gd name="T19" fmla="*/ 153680325 h 209"/>
              <a:gd name="T20" fmla="*/ 120798327 w 109"/>
              <a:gd name="T21" fmla="*/ 151953654 h 209"/>
              <a:gd name="T22" fmla="*/ 105110482 w 109"/>
              <a:gd name="T23" fmla="*/ 165768336 h 209"/>
              <a:gd name="T24" fmla="*/ 112955031 w 109"/>
              <a:gd name="T25" fmla="*/ 215843148 h 209"/>
              <a:gd name="T26" fmla="*/ 58045674 w 109"/>
              <a:gd name="T27" fmla="*/ 172675061 h 209"/>
              <a:gd name="T28" fmla="*/ 34514522 w 109"/>
              <a:gd name="T29" fmla="*/ 250377881 h 209"/>
              <a:gd name="T30" fmla="*/ 61183243 w 109"/>
              <a:gd name="T31" fmla="*/ 319448661 h 209"/>
              <a:gd name="T32" fmla="*/ 98835344 w 109"/>
              <a:gd name="T33" fmla="*/ 345348807 h 209"/>
              <a:gd name="T34" fmla="*/ 78440499 w 109"/>
              <a:gd name="T35" fmla="*/ 359163489 h 209"/>
              <a:gd name="T36" fmla="*/ 73734772 w 109"/>
              <a:gd name="T37" fmla="*/ 336715370 h 209"/>
              <a:gd name="T38" fmla="*/ 58045674 w 109"/>
              <a:gd name="T39" fmla="*/ 336715370 h 209"/>
              <a:gd name="T40" fmla="*/ 15687850 w 109"/>
              <a:gd name="T41" fmla="*/ 298727295 h 209"/>
              <a:gd name="T42" fmla="*/ 23532404 w 109"/>
              <a:gd name="T43" fmla="*/ 252104552 h 209"/>
              <a:gd name="T44" fmla="*/ 45495397 w 109"/>
              <a:gd name="T45" fmla="*/ 210663135 h 209"/>
              <a:gd name="T46" fmla="*/ 15687850 w 109"/>
              <a:gd name="T47" fmla="*/ 141593628 h 209"/>
              <a:gd name="T48" fmla="*/ 25100562 w 109"/>
              <a:gd name="T49" fmla="*/ 110512237 h 209"/>
              <a:gd name="T50" fmla="*/ 0 w 109"/>
              <a:gd name="T51" fmla="*/ 56982790 h 209"/>
              <a:gd name="T52" fmla="*/ 0 w 109"/>
              <a:gd name="T53" fmla="*/ 56982790 h 209"/>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09"/>
              <a:gd name="T82" fmla="*/ 0 h 209"/>
              <a:gd name="T83" fmla="*/ 109 w 109"/>
              <a:gd name="T84" fmla="*/ 209 h 209"/>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09" h="209">
                <a:moveTo>
                  <a:pt x="0" y="33"/>
                </a:moveTo>
                <a:lnTo>
                  <a:pt x="0" y="33"/>
                </a:lnTo>
                <a:lnTo>
                  <a:pt x="7" y="17"/>
                </a:lnTo>
                <a:lnTo>
                  <a:pt x="36" y="0"/>
                </a:lnTo>
                <a:lnTo>
                  <a:pt x="49" y="16"/>
                </a:lnTo>
                <a:lnTo>
                  <a:pt x="45" y="44"/>
                </a:lnTo>
                <a:lnTo>
                  <a:pt x="80" y="32"/>
                </a:lnTo>
                <a:lnTo>
                  <a:pt x="95" y="44"/>
                </a:lnTo>
                <a:lnTo>
                  <a:pt x="108" y="72"/>
                </a:lnTo>
                <a:lnTo>
                  <a:pt x="103" y="89"/>
                </a:lnTo>
                <a:lnTo>
                  <a:pt x="77" y="88"/>
                </a:lnTo>
                <a:lnTo>
                  <a:pt x="67" y="96"/>
                </a:lnTo>
                <a:lnTo>
                  <a:pt x="72" y="125"/>
                </a:lnTo>
                <a:lnTo>
                  <a:pt x="37" y="100"/>
                </a:lnTo>
                <a:lnTo>
                  <a:pt x="22" y="145"/>
                </a:lnTo>
                <a:lnTo>
                  <a:pt x="39" y="185"/>
                </a:lnTo>
                <a:lnTo>
                  <a:pt x="63" y="200"/>
                </a:lnTo>
                <a:lnTo>
                  <a:pt x="50" y="208"/>
                </a:lnTo>
                <a:lnTo>
                  <a:pt x="47" y="195"/>
                </a:lnTo>
                <a:lnTo>
                  <a:pt x="37" y="195"/>
                </a:lnTo>
                <a:lnTo>
                  <a:pt x="10" y="173"/>
                </a:lnTo>
                <a:lnTo>
                  <a:pt x="15" y="146"/>
                </a:lnTo>
                <a:lnTo>
                  <a:pt x="29" y="122"/>
                </a:lnTo>
                <a:lnTo>
                  <a:pt x="10" y="82"/>
                </a:lnTo>
                <a:lnTo>
                  <a:pt x="16" y="64"/>
                </a:lnTo>
                <a:lnTo>
                  <a:pt x="0" y="3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5" name="Freeform 692">
            <a:extLst>
              <a:ext uri="{FF2B5EF4-FFF2-40B4-BE49-F238E27FC236}">
                <a16:creationId xmlns:a16="http://schemas.microsoft.com/office/drawing/2014/main" id="{CE787DFE-3EE1-4046-CBB6-CAA27D29BE00}"/>
              </a:ext>
            </a:extLst>
          </p:cNvPr>
          <p:cNvSpPr>
            <a:spLocks/>
          </p:cNvSpPr>
          <p:nvPr/>
        </p:nvSpPr>
        <p:spPr bwMode="auto">
          <a:xfrm>
            <a:off x="4462947" y="4694249"/>
            <a:ext cx="290543" cy="109515"/>
          </a:xfrm>
          <a:custGeom>
            <a:avLst/>
            <a:gdLst>
              <a:gd name="T0" fmla="*/ 0 w 252"/>
              <a:gd name="T1" fmla="*/ 55671680 h 99"/>
              <a:gd name="T2" fmla="*/ 0 w 252"/>
              <a:gd name="T3" fmla="*/ 55671680 h 99"/>
              <a:gd name="T4" fmla="*/ 17287462 w 252"/>
              <a:gd name="T5" fmla="*/ 97848223 h 99"/>
              <a:gd name="T6" fmla="*/ 1572043 w 252"/>
              <a:gd name="T7" fmla="*/ 102908575 h 99"/>
              <a:gd name="T8" fmla="*/ 17287462 w 252"/>
              <a:gd name="T9" fmla="*/ 109657442 h 99"/>
              <a:gd name="T10" fmla="*/ 23573131 w 252"/>
              <a:gd name="T11" fmla="*/ 136650313 h 99"/>
              <a:gd name="T12" fmla="*/ 45575473 w 252"/>
              <a:gd name="T13" fmla="*/ 133275879 h 99"/>
              <a:gd name="T14" fmla="*/ 23573131 w 252"/>
              <a:gd name="T15" fmla="*/ 145085098 h 99"/>
              <a:gd name="T16" fmla="*/ 48718305 w 252"/>
              <a:gd name="T17" fmla="*/ 140023447 h 99"/>
              <a:gd name="T18" fmla="*/ 75435513 w 252"/>
              <a:gd name="T19" fmla="*/ 156894316 h 99"/>
              <a:gd name="T20" fmla="*/ 100580697 w 252"/>
              <a:gd name="T21" fmla="*/ 138336230 h 99"/>
              <a:gd name="T22" fmla="*/ 139869232 w 252"/>
              <a:gd name="T23" fmla="*/ 161954668 h 99"/>
              <a:gd name="T24" fmla="*/ 207447058 w 252"/>
              <a:gd name="T25" fmla="*/ 138336230 h 99"/>
              <a:gd name="T26" fmla="*/ 205876268 w 252"/>
              <a:gd name="T27" fmla="*/ 165329101 h 99"/>
              <a:gd name="T28" fmla="*/ 218448850 w 252"/>
              <a:gd name="T29" fmla="*/ 138336230 h 99"/>
              <a:gd name="T30" fmla="*/ 347317583 w 252"/>
              <a:gd name="T31" fmla="*/ 133275879 h 99"/>
              <a:gd name="T32" fmla="*/ 394463826 w 252"/>
              <a:gd name="T33" fmla="*/ 129901445 h 99"/>
              <a:gd name="T34" fmla="*/ 380320454 w 252"/>
              <a:gd name="T35" fmla="*/ 72542549 h 99"/>
              <a:gd name="T36" fmla="*/ 391320994 w 252"/>
              <a:gd name="T37" fmla="*/ 60733330 h 99"/>
              <a:gd name="T38" fmla="*/ 350460415 w 252"/>
              <a:gd name="T39" fmla="*/ 11809224 h 99"/>
              <a:gd name="T40" fmla="*/ 323743129 w 252"/>
              <a:gd name="T41" fmla="*/ 11809224 h 99"/>
              <a:gd name="T42" fmla="*/ 253022511 w 252"/>
              <a:gd name="T43" fmla="*/ 32053232 h 99"/>
              <a:gd name="T44" fmla="*/ 190159600 w 252"/>
              <a:gd name="T45" fmla="*/ 0 h 99"/>
              <a:gd name="T46" fmla="*/ 150871025 w 252"/>
              <a:gd name="T47" fmla="*/ 1687217 h 99"/>
              <a:gd name="T48" fmla="*/ 102152740 w 252"/>
              <a:gd name="T49" fmla="*/ 30366016 h 99"/>
              <a:gd name="T50" fmla="*/ 61290888 w 252"/>
              <a:gd name="T51" fmla="*/ 21931231 h 99"/>
              <a:gd name="T52" fmla="*/ 73863470 w 252"/>
              <a:gd name="T53" fmla="*/ 37114883 h 99"/>
              <a:gd name="T54" fmla="*/ 0 w 252"/>
              <a:gd name="T55" fmla="*/ 55671680 h 99"/>
              <a:gd name="T56" fmla="*/ 0 w 252"/>
              <a:gd name="T57" fmla="*/ 55671680 h 9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52"/>
              <a:gd name="T88" fmla="*/ 0 h 99"/>
              <a:gd name="T89" fmla="*/ 252 w 252"/>
              <a:gd name="T90" fmla="*/ 99 h 9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52" h="99">
                <a:moveTo>
                  <a:pt x="0" y="33"/>
                </a:moveTo>
                <a:lnTo>
                  <a:pt x="0" y="33"/>
                </a:lnTo>
                <a:lnTo>
                  <a:pt x="11" y="58"/>
                </a:lnTo>
                <a:lnTo>
                  <a:pt x="1" y="61"/>
                </a:lnTo>
                <a:lnTo>
                  <a:pt x="11" y="65"/>
                </a:lnTo>
                <a:lnTo>
                  <a:pt x="15" y="81"/>
                </a:lnTo>
                <a:lnTo>
                  <a:pt x="29" y="79"/>
                </a:lnTo>
                <a:lnTo>
                  <a:pt x="15" y="86"/>
                </a:lnTo>
                <a:lnTo>
                  <a:pt x="31" y="83"/>
                </a:lnTo>
                <a:lnTo>
                  <a:pt x="48" y="93"/>
                </a:lnTo>
                <a:lnTo>
                  <a:pt x="64" y="82"/>
                </a:lnTo>
                <a:lnTo>
                  <a:pt x="89" y="96"/>
                </a:lnTo>
                <a:lnTo>
                  <a:pt x="132" y="82"/>
                </a:lnTo>
                <a:lnTo>
                  <a:pt x="131" y="98"/>
                </a:lnTo>
                <a:lnTo>
                  <a:pt x="139" y="82"/>
                </a:lnTo>
                <a:lnTo>
                  <a:pt x="221" y="79"/>
                </a:lnTo>
                <a:lnTo>
                  <a:pt x="251" y="77"/>
                </a:lnTo>
                <a:lnTo>
                  <a:pt x="242" y="43"/>
                </a:lnTo>
                <a:lnTo>
                  <a:pt x="249" y="36"/>
                </a:lnTo>
                <a:lnTo>
                  <a:pt x="223" y="7"/>
                </a:lnTo>
                <a:lnTo>
                  <a:pt x="206" y="7"/>
                </a:lnTo>
                <a:lnTo>
                  <a:pt x="161" y="19"/>
                </a:lnTo>
                <a:lnTo>
                  <a:pt x="121" y="0"/>
                </a:lnTo>
                <a:lnTo>
                  <a:pt x="96" y="1"/>
                </a:lnTo>
                <a:lnTo>
                  <a:pt x="65" y="18"/>
                </a:lnTo>
                <a:lnTo>
                  <a:pt x="39" y="13"/>
                </a:lnTo>
                <a:lnTo>
                  <a:pt x="47" y="22"/>
                </a:lnTo>
                <a:lnTo>
                  <a:pt x="0" y="3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6" name="Freeform 693">
            <a:extLst>
              <a:ext uri="{FF2B5EF4-FFF2-40B4-BE49-F238E27FC236}">
                <a16:creationId xmlns:a16="http://schemas.microsoft.com/office/drawing/2014/main" id="{55DB1638-DAB2-DBA5-B6F2-E08F02F2A2E8}"/>
              </a:ext>
            </a:extLst>
          </p:cNvPr>
          <p:cNvSpPr>
            <a:spLocks/>
          </p:cNvSpPr>
          <p:nvPr/>
        </p:nvSpPr>
        <p:spPr bwMode="auto">
          <a:xfrm>
            <a:off x="1423202" y="4054726"/>
            <a:ext cx="465745" cy="393448"/>
          </a:xfrm>
          <a:custGeom>
            <a:avLst/>
            <a:gdLst>
              <a:gd name="T0" fmla="*/ 0 w 408"/>
              <a:gd name="T1" fmla="*/ 228607924 h 355"/>
              <a:gd name="T2" fmla="*/ 24649159 w 408"/>
              <a:gd name="T3" fmla="*/ 243848794 h 355"/>
              <a:gd name="T4" fmla="*/ 103220134 w 408"/>
              <a:gd name="T5" fmla="*/ 264168652 h 355"/>
              <a:gd name="T6" fmla="*/ 152519673 w 408"/>
              <a:gd name="T7" fmla="*/ 260782660 h 355"/>
              <a:gd name="T8" fmla="*/ 146357076 w 408"/>
              <a:gd name="T9" fmla="*/ 304810972 h 355"/>
              <a:gd name="T10" fmla="*/ 38514693 w 408"/>
              <a:gd name="T11" fmla="*/ 379319803 h 355"/>
              <a:gd name="T12" fmla="*/ 43136961 w 408"/>
              <a:gd name="T13" fmla="*/ 382707097 h 355"/>
              <a:gd name="T14" fmla="*/ 90894939 w 408"/>
              <a:gd name="T15" fmla="*/ 401333959 h 355"/>
              <a:gd name="T16" fmla="*/ 87814261 w 408"/>
              <a:gd name="T17" fmla="*/ 440281982 h 355"/>
              <a:gd name="T18" fmla="*/ 137113800 w 408"/>
              <a:gd name="T19" fmla="*/ 401333959 h 355"/>
              <a:gd name="T20" fmla="*/ 134031881 w 408"/>
              <a:gd name="T21" fmla="*/ 460603141 h 355"/>
              <a:gd name="T22" fmla="*/ 164843666 w 408"/>
              <a:gd name="T23" fmla="*/ 453829855 h 355"/>
              <a:gd name="T24" fmla="*/ 198737332 w 408"/>
              <a:gd name="T25" fmla="*/ 465683431 h 355"/>
              <a:gd name="T26" fmla="*/ 237252015 w 408"/>
              <a:gd name="T27" fmla="*/ 462296138 h 355"/>
              <a:gd name="T28" fmla="*/ 164843666 w 408"/>
              <a:gd name="T29" fmla="*/ 552045758 h 355"/>
              <a:gd name="T30" fmla="*/ 124788605 w 408"/>
              <a:gd name="T31" fmla="*/ 568979624 h 355"/>
              <a:gd name="T32" fmla="*/ 134031881 w 408"/>
              <a:gd name="T33" fmla="*/ 577447208 h 355"/>
              <a:gd name="T34" fmla="*/ 197196993 w 408"/>
              <a:gd name="T35" fmla="*/ 558819044 h 355"/>
              <a:gd name="T36" fmla="*/ 212602866 w 408"/>
              <a:gd name="T37" fmla="*/ 546965468 h 355"/>
              <a:gd name="T38" fmla="*/ 306578444 w 408"/>
              <a:gd name="T39" fmla="*/ 469069424 h 355"/>
              <a:gd name="T40" fmla="*/ 360500319 w 408"/>
              <a:gd name="T41" fmla="*/ 384400093 h 355"/>
              <a:gd name="T42" fmla="*/ 363580997 w 408"/>
              <a:gd name="T43" fmla="*/ 384400093 h 355"/>
              <a:gd name="T44" fmla="*/ 375906192 w 408"/>
              <a:gd name="T45" fmla="*/ 392867677 h 355"/>
              <a:gd name="T46" fmla="*/ 348175124 w 408"/>
              <a:gd name="T47" fmla="*/ 404721253 h 355"/>
              <a:gd name="T48" fmla="*/ 357418400 w 408"/>
              <a:gd name="T49" fmla="*/ 436895989 h 355"/>
              <a:gd name="T50" fmla="*/ 406717939 w 408"/>
              <a:gd name="T51" fmla="*/ 430121402 h 355"/>
              <a:gd name="T52" fmla="*/ 406717939 w 408"/>
              <a:gd name="T53" fmla="*/ 403026956 h 355"/>
              <a:gd name="T54" fmla="*/ 419043134 w 408"/>
              <a:gd name="T55" fmla="*/ 399640963 h 355"/>
              <a:gd name="T56" fmla="*/ 445232622 w 408"/>
              <a:gd name="T57" fmla="*/ 406414249 h 355"/>
              <a:gd name="T58" fmla="*/ 582346383 w 408"/>
              <a:gd name="T59" fmla="*/ 440281982 h 355"/>
              <a:gd name="T60" fmla="*/ 606995532 w 408"/>
              <a:gd name="T61" fmla="*/ 433508695 h 355"/>
              <a:gd name="T62" fmla="*/ 616238808 w 408"/>
              <a:gd name="T63" fmla="*/ 460603141 h 355"/>
              <a:gd name="T64" fmla="*/ 606995532 w 408"/>
              <a:gd name="T65" fmla="*/ 421655119 h 355"/>
              <a:gd name="T66" fmla="*/ 566940510 w 408"/>
              <a:gd name="T67" fmla="*/ 67735485 h 355"/>
              <a:gd name="T68" fmla="*/ 332769251 w 408"/>
              <a:gd name="T69" fmla="*/ 22014166 h 355"/>
              <a:gd name="T70" fmla="*/ 264983083 w 408"/>
              <a:gd name="T71" fmla="*/ 25401460 h 355"/>
              <a:gd name="T72" fmla="*/ 263442744 w 408"/>
              <a:gd name="T73" fmla="*/ 8467586 h 355"/>
              <a:gd name="T74" fmla="*/ 212602866 w 408"/>
              <a:gd name="T75" fmla="*/ 22014166 h 355"/>
              <a:gd name="T76" fmla="*/ 171006263 w 408"/>
              <a:gd name="T77" fmla="*/ 45721329 h 355"/>
              <a:gd name="T78" fmla="*/ 127869283 w 408"/>
              <a:gd name="T79" fmla="*/ 44028332 h 355"/>
              <a:gd name="T80" fmla="*/ 117085668 w 408"/>
              <a:gd name="T81" fmla="*/ 55881908 h 355"/>
              <a:gd name="T82" fmla="*/ 38514693 w 408"/>
              <a:gd name="T83" fmla="*/ 103297535 h 355"/>
              <a:gd name="T84" fmla="*/ 24649159 w 408"/>
              <a:gd name="T85" fmla="*/ 121924397 h 355"/>
              <a:gd name="T86" fmla="*/ 180249539 w 408"/>
              <a:gd name="T87" fmla="*/ 194740192 h 355"/>
              <a:gd name="T88" fmla="*/ 127869283 w 408"/>
              <a:gd name="T89" fmla="*/ 203206474 h 355"/>
              <a:gd name="T90" fmla="*/ 130951202 w 408"/>
              <a:gd name="T91" fmla="*/ 213367054 h 355"/>
              <a:gd name="T92" fmla="*/ 90894939 w 408"/>
              <a:gd name="T93" fmla="*/ 189659902 h 355"/>
              <a:gd name="T94" fmla="*/ 0 w 408"/>
              <a:gd name="T95" fmla="*/ 228607924 h 355"/>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08"/>
              <a:gd name="T145" fmla="*/ 0 h 355"/>
              <a:gd name="T146" fmla="*/ 408 w 408"/>
              <a:gd name="T147" fmla="*/ 355 h 355"/>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08" h="355">
                <a:moveTo>
                  <a:pt x="0" y="135"/>
                </a:moveTo>
                <a:lnTo>
                  <a:pt x="0" y="135"/>
                </a:lnTo>
                <a:lnTo>
                  <a:pt x="26" y="142"/>
                </a:lnTo>
                <a:lnTo>
                  <a:pt x="16" y="144"/>
                </a:lnTo>
                <a:lnTo>
                  <a:pt x="27" y="157"/>
                </a:lnTo>
                <a:lnTo>
                  <a:pt x="67" y="156"/>
                </a:lnTo>
                <a:lnTo>
                  <a:pt x="73" y="165"/>
                </a:lnTo>
                <a:lnTo>
                  <a:pt x="99" y="154"/>
                </a:lnTo>
                <a:lnTo>
                  <a:pt x="90" y="159"/>
                </a:lnTo>
                <a:lnTo>
                  <a:pt x="95" y="180"/>
                </a:lnTo>
                <a:lnTo>
                  <a:pt x="40" y="201"/>
                </a:lnTo>
                <a:lnTo>
                  <a:pt x="25" y="224"/>
                </a:lnTo>
                <a:lnTo>
                  <a:pt x="38" y="220"/>
                </a:lnTo>
                <a:lnTo>
                  <a:pt x="28" y="226"/>
                </a:lnTo>
                <a:lnTo>
                  <a:pt x="38" y="234"/>
                </a:lnTo>
                <a:lnTo>
                  <a:pt x="59" y="237"/>
                </a:lnTo>
                <a:lnTo>
                  <a:pt x="47" y="249"/>
                </a:lnTo>
                <a:lnTo>
                  <a:pt x="57" y="260"/>
                </a:lnTo>
                <a:lnTo>
                  <a:pt x="67" y="261"/>
                </a:lnTo>
                <a:lnTo>
                  <a:pt x="89" y="237"/>
                </a:lnTo>
                <a:lnTo>
                  <a:pt x="76" y="249"/>
                </a:lnTo>
                <a:lnTo>
                  <a:pt x="87" y="272"/>
                </a:lnTo>
                <a:lnTo>
                  <a:pt x="81" y="282"/>
                </a:lnTo>
                <a:lnTo>
                  <a:pt x="107" y="268"/>
                </a:lnTo>
                <a:lnTo>
                  <a:pt x="124" y="285"/>
                </a:lnTo>
                <a:lnTo>
                  <a:pt x="129" y="275"/>
                </a:lnTo>
                <a:lnTo>
                  <a:pt x="135" y="282"/>
                </a:lnTo>
                <a:lnTo>
                  <a:pt x="154" y="273"/>
                </a:lnTo>
                <a:lnTo>
                  <a:pt x="127" y="317"/>
                </a:lnTo>
                <a:lnTo>
                  <a:pt x="107" y="326"/>
                </a:lnTo>
                <a:lnTo>
                  <a:pt x="107" y="335"/>
                </a:lnTo>
                <a:lnTo>
                  <a:pt x="81" y="336"/>
                </a:lnTo>
                <a:lnTo>
                  <a:pt x="63" y="354"/>
                </a:lnTo>
                <a:lnTo>
                  <a:pt x="87" y="341"/>
                </a:lnTo>
                <a:lnTo>
                  <a:pt x="113" y="341"/>
                </a:lnTo>
                <a:lnTo>
                  <a:pt x="128" y="330"/>
                </a:lnTo>
                <a:lnTo>
                  <a:pt x="121" y="321"/>
                </a:lnTo>
                <a:lnTo>
                  <a:pt x="138" y="323"/>
                </a:lnTo>
                <a:lnTo>
                  <a:pt x="189" y="290"/>
                </a:lnTo>
                <a:lnTo>
                  <a:pt x="199" y="277"/>
                </a:lnTo>
                <a:lnTo>
                  <a:pt x="190" y="268"/>
                </a:lnTo>
                <a:lnTo>
                  <a:pt x="234" y="227"/>
                </a:lnTo>
                <a:lnTo>
                  <a:pt x="241" y="207"/>
                </a:lnTo>
                <a:lnTo>
                  <a:pt x="236" y="227"/>
                </a:lnTo>
                <a:lnTo>
                  <a:pt x="254" y="223"/>
                </a:lnTo>
                <a:lnTo>
                  <a:pt x="244" y="232"/>
                </a:lnTo>
                <a:lnTo>
                  <a:pt x="259" y="236"/>
                </a:lnTo>
                <a:lnTo>
                  <a:pt x="226" y="239"/>
                </a:lnTo>
                <a:lnTo>
                  <a:pt x="220" y="258"/>
                </a:lnTo>
                <a:lnTo>
                  <a:pt x="232" y="258"/>
                </a:lnTo>
                <a:lnTo>
                  <a:pt x="221" y="271"/>
                </a:lnTo>
                <a:lnTo>
                  <a:pt x="264" y="254"/>
                </a:lnTo>
                <a:lnTo>
                  <a:pt x="270" y="243"/>
                </a:lnTo>
                <a:lnTo>
                  <a:pt x="264" y="238"/>
                </a:lnTo>
                <a:lnTo>
                  <a:pt x="274" y="228"/>
                </a:lnTo>
                <a:lnTo>
                  <a:pt x="272" y="236"/>
                </a:lnTo>
                <a:lnTo>
                  <a:pt x="294" y="231"/>
                </a:lnTo>
                <a:lnTo>
                  <a:pt x="289" y="240"/>
                </a:lnTo>
                <a:lnTo>
                  <a:pt x="325" y="254"/>
                </a:lnTo>
                <a:lnTo>
                  <a:pt x="378" y="260"/>
                </a:lnTo>
                <a:lnTo>
                  <a:pt x="387" y="252"/>
                </a:lnTo>
                <a:lnTo>
                  <a:pt x="394" y="256"/>
                </a:lnTo>
                <a:lnTo>
                  <a:pt x="385" y="264"/>
                </a:lnTo>
                <a:lnTo>
                  <a:pt x="400" y="272"/>
                </a:lnTo>
                <a:lnTo>
                  <a:pt x="407" y="266"/>
                </a:lnTo>
                <a:lnTo>
                  <a:pt x="394" y="249"/>
                </a:lnTo>
                <a:lnTo>
                  <a:pt x="368" y="249"/>
                </a:lnTo>
                <a:lnTo>
                  <a:pt x="368" y="40"/>
                </a:lnTo>
                <a:lnTo>
                  <a:pt x="222" y="23"/>
                </a:lnTo>
                <a:lnTo>
                  <a:pt x="216" y="13"/>
                </a:lnTo>
                <a:lnTo>
                  <a:pt x="176" y="6"/>
                </a:lnTo>
                <a:lnTo>
                  <a:pt x="172" y="15"/>
                </a:lnTo>
                <a:lnTo>
                  <a:pt x="160" y="12"/>
                </a:lnTo>
                <a:lnTo>
                  <a:pt x="171" y="5"/>
                </a:lnTo>
                <a:lnTo>
                  <a:pt x="154" y="0"/>
                </a:lnTo>
                <a:lnTo>
                  <a:pt x="138" y="13"/>
                </a:lnTo>
                <a:lnTo>
                  <a:pt x="112" y="15"/>
                </a:lnTo>
                <a:lnTo>
                  <a:pt x="111" y="27"/>
                </a:lnTo>
                <a:lnTo>
                  <a:pt x="108" y="20"/>
                </a:lnTo>
                <a:lnTo>
                  <a:pt x="83" y="26"/>
                </a:lnTo>
                <a:lnTo>
                  <a:pt x="87" y="36"/>
                </a:lnTo>
                <a:lnTo>
                  <a:pt x="76" y="33"/>
                </a:lnTo>
                <a:lnTo>
                  <a:pt x="61" y="53"/>
                </a:lnTo>
                <a:lnTo>
                  <a:pt x="25" y="61"/>
                </a:lnTo>
                <a:lnTo>
                  <a:pt x="27" y="70"/>
                </a:lnTo>
                <a:lnTo>
                  <a:pt x="16" y="72"/>
                </a:lnTo>
                <a:lnTo>
                  <a:pt x="59" y="101"/>
                </a:lnTo>
                <a:lnTo>
                  <a:pt x="117" y="115"/>
                </a:lnTo>
                <a:lnTo>
                  <a:pt x="81" y="111"/>
                </a:lnTo>
                <a:lnTo>
                  <a:pt x="83" y="120"/>
                </a:lnTo>
                <a:lnTo>
                  <a:pt x="97" y="120"/>
                </a:lnTo>
                <a:lnTo>
                  <a:pt x="85" y="126"/>
                </a:lnTo>
                <a:lnTo>
                  <a:pt x="59" y="125"/>
                </a:lnTo>
                <a:lnTo>
                  <a:pt x="59" y="112"/>
                </a:lnTo>
                <a:lnTo>
                  <a:pt x="46" y="114"/>
                </a:lnTo>
                <a:lnTo>
                  <a:pt x="0" y="13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7" name="Freeform 694">
            <a:extLst>
              <a:ext uri="{FF2B5EF4-FFF2-40B4-BE49-F238E27FC236}">
                <a16:creationId xmlns:a16="http://schemas.microsoft.com/office/drawing/2014/main" id="{4C93EA11-A7CF-BF47-DE55-7AEC00816158}"/>
              </a:ext>
            </a:extLst>
          </p:cNvPr>
          <p:cNvSpPr>
            <a:spLocks/>
          </p:cNvSpPr>
          <p:nvPr/>
        </p:nvSpPr>
        <p:spPr bwMode="auto">
          <a:xfrm>
            <a:off x="1629065" y="4384628"/>
            <a:ext cx="40881" cy="24337"/>
          </a:xfrm>
          <a:custGeom>
            <a:avLst/>
            <a:gdLst>
              <a:gd name="T0" fmla="*/ 0 w 36"/>
              <a:gd name="T1" fmla="*/ 15183716 h 22"/>
              <a:gd name="T2" fmla="*/ 0 w 36"/>
              <a:gd name="T3" fmla="*/ 15183716 h 22"/>
              <a:gd name="T4" fmla="*/ 15245114 w 36"/>
              <a:gd name="T5" fmla="*/ 35427802 h 22"/>
              <a:gd name="T6" fmla="*/ 53358518 w 36"/>
              <a:gd name="T7" fmla="*/ 6747597 h 22"/>
              <a:gd name="T8" fmla="*/ 16769995 w 36"/>
              <a:gd name="T9" fmla="*/ 0 h 22"/>
              <a:gd name="T10" fmla="*/ 21343409 w 36"/>
              <a:gd name="T11" fmla="*/ 13496492 h 22"/>
              <a:gd name="T12" fmla="*/ 0 w 36"/>
              <a:gd name="T13" fmla="*/ 15183716 h 22"/>
              <a:gd name="T14" fmla="*/ 0 w 36"/>
              <a:gd name="T15" fmla="*/ 15183716 h 22"/>
              <a:gd name="T16" fmla="*/ 0 60000 65536"/>
              <a:gd name="T17" fmla="*/ 0 60000 65536"/>
              <a:gd name="T18" fmla="*/ 0 60000 65536"/>
              <a:gd name="T19" fmla="*/ 0 60000 65536"/>
              <a:gd name="T20" fmla="*/ 0 60000 65536"/>
              <a:gd name="T21" fmla="*/ 0 60000 65536"/>
              <a:gd name="T22" fmla="*/ 0 60000 65536"/>
              <a:gd name="T23" fmla="*/ 0 60000 65536"/>
              <a:gd name="T24" fmla="*/ 0 w 36"/>
              <a:gd name="T25" fmla="*/ 0 h 22"/>
              <a:gd name="T26" fmla="*/ 36 w 36"/>
              <a:gd name="T27" fmla="*/ 22 h 2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 h="22">
                <a:moveTo>
                  <a:pt x="0" y="9"/>
                </a:moveTo>
                <a:lnTo>
                  <a:pt x="0" y="9"/>
                </a:lnTo>
                <a:lnTo>
                  <a:pt x="10" y="21"/>
                </a:lnTo>
                <a:lnTo>
                  <a:pt x="35" y="4"/>
                </a:lnTo>
                <a:lnTo>
                  <a:pt x="11" y="0"/>
                </a:lnTo>
                <a:lnTo>
                  <a:pt x="14" y="8"/>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8" name="Freeform 695">
            <a:extLst>
              <a:ext uri="{FF2B5EF4-FFF2-40B4-BE49-F238E27FC236}">
                <a16:creationId xmlns:a16="http://schemas.microsoft.com/office/drawing/2014/main" id="{0CA2F45E-8689-50DD-E482-B92BF4C19B3C}"/>
              </a:ext>
            </a:extLst>
          </p:cNvPr>
          <p:cNvSpPr>
            <a:spLocks/>
          </p:cNvSpPr>
          <p:nvPr/>
        </p:nvSpPr>
        <p:spPr bwMode="auto">
          <a:xfrm>
            <a:off x="1888946" y="4340011"/>
            <a:ext cx="128481" cy="110869"/>
          </a:xfrm>
          <a:custGeom>
            <a:avLst/>
            <a:gdLst>
              <a:gd name="T0" fmla="*/ 0 w 110"/>
              <a:gd name="T1" fmla="*/ 17289607 h 99"/>
              <a:gd name="T2" fmla="*/ 0 w 110"/>
              <a:gd name="T3" fmla="*/ 17289607 h 99"/>
              <a:gd name="T4" fmla="*/ 6451601 w 110"/>
              <a:gd name="T5" fmla="*/ 41495580 h 99"/>
              <a:gd name="T6" fmla="*/ 30645101 w 110"/>
              <a:gd name="T7" fmla="*/ 51868825 h 99"/>
              <a:gd name="T8" fmla="*/ 41935408 w 110"/>
              <a:gd name="T9" fmla="*/ 43223367 h 99"/>
              <a:gd name="T10" fmla="*/ 20967704 w 110"/>
              <a:gd name="T11" fmla="*/ 31121030 h 99"/>
              <a:gd name="T12" fmla="*/ 41935408 w 110"/>
              <a:gd name="T13" fmla="*/ 31121030 h 99"/>
              <a:gd name="T14" fmla="*/ 59677303 w 110"/>
              <a:gd name="T15" fmla="*/ 51868825 h 99"/>
              <a:gd name="T16" fmla="*/ 54838605 w 110"/>
              <a:gd name="T17" fmla="*/ 15560515 h 99"/>
              <a:gd name="T18" fmla="*/ 69354701 w 110"/>
              <a:gd name="T19" fmla="*/ 48410642 h 99"/>
              <a:gd name="T20" fmla="*/ 106451410 w 110"/>
              <a:gd name="T21" fmla="*/ 67429335 h 99"/>
              <a:gd name="T22" fmla="*/ 99999812 w 110"/>
              <a:gd name="T23" fmla="*/ 89906232 h 99"/>
              <a:gd name="T24" fmla="*/ 141935200 w 110"/>
              <a:gd name="T25" fmla="*/ 119298160 h 99"/>
              <a:gd name="T26" fmla="*/ 130644903 w 110"/>
              <a:gd name="T27" fmla="*/ 143504128 h 99"/>
              <a:gd name="T28" fmla="*/ 153225497 w 110"/>
              <a:gd name="T29" fmla="*/ 124485435 h 99"/>
              <a:gd name="T30" fmla="*/ 156451296 w 110"/>
              <a:gd name="T31" fmla="*/ 169437873 h 99"/>
              <a:gd name="T32" fmla="*/ 174193231 w 110"/>
              <a:gd name="T33" fmla="*/ 160793729 h 99"/>
              <a:gd name="T34" fmla="*/ 175806131 w 110"/>
              <a:gd name="T35" fmla="*/ 127943618 h 99"/>
              <a:gd name="T36" fmla="*/ 133870703 w 110"/>
              <a:gd name="T37" fmla="*/ 108924925 h 99"/>
              <a:gd name="T38" fmla="*/ 56451504 w 110"/>
              <a:gd name="T39" fmla="*/ 0 h 99"/>
              <a:gd name="T40" fmla="*/ 11290302 w 110"/>
              <a:gd name="T41" fmla="*/ 31121030 h 99"/>
              <a:gd name="T42" fmla="*/ 0 w 110"/>
              <a:gd name="T43" fmla="*/ 17289607 h 99"/>
              <a:gd name="T44" fmla="*/ 0 w 110"/>
              <a:gd name="T45" fmla="*/ 17289607 h 9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0"/>
              <a:gd name="T70" fmla="*/ 0 h 99"/>
              <a:gd name="T71" fmla="*/ 110 w 110"/>
              <a:gd name="T72" fmla="*/ 99 h 9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0" h="99">
                <a:moveTo>
                  <a:pt x="0" y="10"/>
                </a:moveTo>
                <a:lnTo>
                  <a:pt x="0" y="10"/>
                </a:lnTo>
                <a:lnTo>
                  <a:pt x="4" y="24"/>
                </a:lnTo>
                <a:lnTo>
                  <a:pt x="19" y="30"/>
                </a:lnTo>
                <a:lnTo>
                  <a:pt x="26" y="25"/>
                </a:lnTo>
                <a:lnTo>
                  <a:pt x="13" y="18"/>
                </a:lnTo>
                <a:lnTo>
                  <a:pt x="26" y="18"/>
                </a:lnTo>
                <a:lnTo>
                  <a:pt x="37" y="30"/>
                </a:lnTo>
                <a:lnTo>
                  <a:pt x="34" y="9"/>
                </a:lnTo>
                <a:lnTo>
                  <a:pt x="43" y="28"/>
                </a:lnTo>
                <a:lnTo>
                  <a:pt x="66" y="39"/>
                </a:lnTo>
                <a:lnTo>
                  <a:pt x="62" y="52"/>
                </a:lnTo>
                <a:lnTo>
                  <a:pt x="88" y="69"/>
                </a:lnTo>
                <a:lnTo>
                  <a:pt x="81" y="83"/>
                </a:lnTo>
                <a:lnTo>
                  <a:pt x="95" y="72"/>
                </a:lnTo>
                <a:lnTo>
                  <a:pt x="97" y="98"/>
                </a:lnTo>
                <a:lnTo>
                  <a:pt x="108" y="93"/>
                </a:lnTo>
                <a:lnTo>
                  <a:pt x="109" y="74"/>
                </a:lnTo>
                <a:lnTo>
                  <a:pt x="83" y="63"/>
                </a:lnTo>
                <a:lnTo>
                  <a:pt x="35" y="0"/>
                </a:lnTo>
                <a:lnTo>
                  <a:pt x="7" y="18"/>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9" name="Freeform 696">
            <a:extLst>
              <a:ext uri="{FF2B5EF4-FFF2-40B4-BE49-F238E27FC236}">
                <a16:creationId xmlns:a16="http://schemas.microsoft.com/office/drawing/2014/main" id="{F0BA6A9A-C9C6-5AC6-90FB-505733FDB8F3}"/>
              </a:ext>
            </a:extLst>
          </p:cNvPr>
          <p:cNvSpPr>
            <a:spLocks/>
          </p:cNvSpPr>
          <p:nvPr/>
        </p:nvSpPr>
        <p:spPr bwMode="auto">
          <a:xfrm>
            <a:off x="1918146" y="4376515"/>
            <a:ext cx="23360" cy="18928"/>
          </a:xfrm>
          <a:custGeom>
            <a:avLst/>
            <a:gdLst>
              <a:gd name="T0" fmla="*/ 0 w 20"/>
              <a:gd name="T1" fmla="*/ 0 h 16"/>
              <a:gd name="T2" fmla="*/ 0 w 20"/>
              <a:gd name="T3" fmla="*/ 0 h 16"/>
              <a:gd name="T4" fmla="*/ 9677399 w 20"/>
              <a:gd name="T5" fmla="*/ 28942503 h 16"/>
              <a:gd name="T6" fmla="*/ 11290301 w 20"/>
              <a:gd name="T7" fmla="*/ 13505854 h 16"/>
              <a:gd name="T8" fmla="*/ 30645098 w 20"/>
              <a:gd name="T9" fmla="*/ 27013096 h 16"/>
              <a:gd name="T10" fmla="*/ 12903200 w 20"/>
              <a:gd name="T11" fmla="*/ 13505854 h 16"/>
              <a:gd name="T12" fmla="*/ 29032199 w 20"/>
              <a:gd name="T13" fmla="*/ 3858815 h 16"/>
              <a:gd name="T14" fmla="*/ 0 w 20"/>
              <a:gd name="T15" fmla="*/ 0 h 16"/>
              <a:gd name="T16" fmla="*/ 0 w 20"/>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0"/>
              <a:gd name="T28" fmla="*/ 0 h 16"/>
              <a:gd name="T29" fmla="*/ 20 w 20"/>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0" h="16">
                <a:moveTo>
                  <a:pt x="0" y="0"/>
                </a:moveTo>
                <a:lnTo>
                  <a:pt x="0" y="0"/>
                </a:lnTo>
                <a:lnTo>
                  <a:pt x="6" y="15"/>
                </a:lnTo>
                <a:lnTo>
                  <a:pt x="7" y="7"/>
                </a:lnTo>
                <a:lnTo>
                  <a:pt x="19" y="14"/>
                </a:lnTo>
                <a:lnTo>
                  <a:pt x="8" y="7"/>
                </a:lnTo>
                <a:lnTo>
                  <a:pt x="18" y="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0" name="Freeform 697">
            <a:extLst>
              <a:ext uri="{FF2B5EF4-FFF2-40B4-BE49-F238E27FC236}">
                <a16:creationId xmlns:a16="http://schemas.microsoft.com/office/drawing/2014/main" id="{10BA08D3-9D43-69A0-19C4-748FF515DECE}"/>
              </a:ext>
            </a:extLst>
          </p:cNvPr>
          <p:cNvSpPr>
            <a:spLocks/>
          </p:cNvSpPr>
          <p:nvPr/>
        </p:nvSpPr>
        <p:spPr bwMode="auto">
          <a:xfrm>
            <a:off x="1926906" y="4391389"/>
            <a:ext cx="14600" cy="28393"/>
          </a:xfrm>
          <a:custGeom>
            <a:avLst/>
            <a:gdLst>
              <a:gd name="T0" fmla="*/ 0 w 12"/>
              <a:gd name="T1" fmla="*/ 0 h 25"/>
              <a:gd name="T2" fmla="*/ 0 w 12"/>
              <a:gd name="T3" fmla="*/ 0 h 25"/>
              <a:gd name="T4" fmla="*/ 17500864 w 12"/>
              <a:gd name="T5" fmla="*/ 7112783 h 25"/>
              <a:gd name="T6" fmla="*/ 19251082 w 12"/>
              <a:gd name="T7" fmla="*/ 42676691 h 25"/>
              <a:gd name="T8" fmla="*/ 0 w 12"/>
              <a:gd name="T9" fmla="*/ 0 h 25"/>
              <a:gd name="T10" fmla="*/ 0 w 12"/>
              <a:gd name="T11" fmla="*/ 0 h 25"/>
              <a:gd name="T12" fmla="*/ 0 60000 65536"/>
              <a:gd name="T13" fmla="*/ 0 60000 65536"/>
              <a:gd name="T14" fmla="*/ 0 60000 65536"/>
              <a:gd name="T15" fmla="*/ 0 60000 65536"/>
              <a:gd name="T16" fmla="*/ 0 60000 65536"/>
              <a:gd name="T17" fmla="*/ 0 60000 65536"/>
              <a:gd name="T18" fmla="*/ 0 w 12"/>
              <a:gd name="T19" fmla="*/ 0 h 25"/>
              <a:gd name="T20" fmla="*/ 12 w 12"/>
              <a:gd name="T21" fmla="*/ 25 h 25"/>
            </a:gdLst>
            <a:ahLst/>
            <a:cxnLst>
              <a:cxn ang="T12">
                <a:pos x="T0" y="T1"/>
              </a:cxn>
              <a:cxn ang="T13">
                <a:pos x="T2" y="T3"/>
              </a:cxn>
              <a:cxn ang="T14">
                <a:pos x="T4" y="T5"/>
              </a:cxn>
              <a:cxn ang="T15">
                <a:pos x="T6" y="T7"/>
              </a:cxn>
              <a:cxn ang="T16">
                <a:pos x="T8" y="T9"/>
              </a:cxn>
              <a:cxn ang="T17">
                <a:pos x="T10" y="T11"/>
              </a:cxn>
            </a:cxnLst>
            <a:rect l="T18" t="T19" r="T20" b="T21"/>
            <a:pathLst>
              <a:path w="12" h="25">
                <a:moveTo>
                  <a:pt x="0" y="0"/>
                </a:moveTo>
                <a:lnTo>
                  <a:pt x="0" y="0"/>
                </a:lnTo>
                <a:lnTo>
                  <a:pt x="10" y="4"/>
                </a:lnTo>
                <a:lnTo>
                  <a:pt x="11" y="24"/>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1" name="Freeform 698">
            <a:extLst>
              <a:ext uri="{FF2B5EF4-FFF2-40B4-BE49-F238E27FC236}">
                <a16:creationId xmlns:a16="http://schemas.microsoft.com/office/drawing/2014/main" id="{0684D25C-733F-AA66-F021-682A0B7F3CB5}"/>
              </a:ext>
            </a:extLst>
          </p:cNvPr>
          <p:cNvSpPr>
            <a:spLocks/>
          </p:cNvSpPr>
          <p:nvPr/>
        </p:nvSpPr>
        <p:spPr bwMode="auto">
          <a:xfrm>
            <a:off x="1941506" y="4377868"/>
            <a:ext cx="18980" cy="18928"/>
          </a:xfrm>
          <a:custGeom>
            <a:avLst/>
            <a:gdLst>
              <a:gd name="T0" fmla="*/ 0 w 15"/>
              <a:gd name="T1" fmla="*/ 0 h 16"/>
              <a:gd name="T2" fmla="*/ 0 w 15"/>
              <a:gd name="T3" fmla="*/ 0 h 16"/>
              <a:gd name="T4" fmla="*/ 5677928 w 15"/>
              <a:gd name="T5" fmla="*/ 28942503 h 16"/>
              <a:gd name="T6" fmla="*/ 20821357 w 15"/>
              <a:gd name="T7" fmla="*/ 28942503 h 16"/>
              <a:gd name="T8" fmla="*/ 13250332 w 15"/>
              <a:gd name="T9" fmla="*/ 3858815 h 16"/>
              <a:gd name="T10" fmla="*/ 26499288 w 15"/>
              <a:gd name="T11" fmla="*/ 21224870 h 16"/>
              <a:gd name="T12" fmla="*/ 15142056 w 15"/>
              <a:gd name="T13" fmla="*/ 0 h 16"/>
              <a:gd name="T14" fmla="*/ 0 w 15"/>
              <a:gd name="T15" fmla="*/ 0 h 16"/>
              <a:gd name="T16" fmla="*/ 0 w 15"/>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6"/>
              <a:gd name="T29" fmla="*/ 15 w 15"/>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6">
                <a:moveTo>
                  <a:pt x="0" y="0"/>
                </a:moveTo>
                <a:lnTo>
                  <a:pt x="0" y="0"/>
                </a:lnTo>
                <a:lnTo>
                  <a:pt x="3" y="15"/>
                </a:lnTo>
                <a:lnTo>
                  <a:pt x="11" y="15"/>
                </a:lnTo>
                <a:lnTo>
                  <a:pt x="7" y="2"/>
                </a:lnTo>
                <a:lnTo>
                  <a:pt x="14" y="11"/>
                </a:lnTo>
                <a:lnTo>
                  <a:pt x="8" y="0"/>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2" name="Freeform 699">
            <a:extLst>
              <a:ext uri="{FF2B5EF4-FFF2-40B4-BE49-F238E27FC236}">
                <a16:creationId xmlns:a16="http://schemas.microsoft.com/office/drawing/2014/main" id="{88B85779-FDB3-F660-8974-0C565B4B63DE}"/>
              </a:ext>
            </a:extLst>
          </p:cNvPr>
          <p:cNvSpPr>
            <a:spLocks/>
          </p:cNvSpPr>
          <p:nvPr/>
        </p:nvSpPr>
        <p:spPr bwMode="auto">
          <a:xfrm>
            <a:off x="1956108" y="4402205"/>
            <a:ext cx="13139" cy="12168"/>
          </a:xfrm>
          <a:custGeom>
            <a:avLst/>
            <a:gdLst>
              <a:gd name="T0" fmla="*/ 0 w 13"/>
              <a:gd name="T1" fmla="*/ 0 h 11"/>
              <a:gd name="T2" fmla="*/ 0 w 13"/>
              <a:gd name="T3" fmla="*/ 0 h 11"/>
              <a:gd name="T4" fmla="*/ 14493612 w 13"/>
              <a:gd name="T5" fmla="*/ 16869050 h 11"/>
              <a:gd name="T6" fmla="*/ 14493612 w 13"/>
              <a:gd name="T7" fmla="*/ 1687165 h 11"/>
              <a:gd name="T8" fmla="*/ 0 w 13"/>
              <a:gd name="T9" fmla="*/ 0 h 11"/>
              <a:gd name="T10" fmla="*/ 0 w 13"/>
              <a:gd name="T11" fmla="*/ 0 h 11"/>
              <a:gd name="T12" fmla="*/ 0 60000 65536"/>
              <a:gd name="T13" fmla="*/ 0 60000 65536"/>
              <a:gd name="T14" fmla="*/ 0 60000 65536"/>
              <a:gd name="T15" fmla="*/ 0 60000 65536"/>
              <a:gd name="T16" fmla="*/ 0 60000 65536"/>
              <a:gd name="T17" fmla="*/ 0 60000 65536"/>
              <a:gd name="T18" fmla="*/ 0 w 13"/>
              <a:gd name="T19" fmla="*/ 0 h 11"/>
              <a:gd name="T20" fmla="*/ 13 w 13"/>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13" h="11">
                <a:moveTo>
                  <a:pt x="0" y="0"/>
                </a:moveTo>
                <a:lnTo>
                  <a:pt x="0" y="0"/>
                </a:lnTo>
                <a:lnTo>
                  <a:pt x="12" y="10"/>
                </a:lnTo>
                <a:lnTo>
                  <a:pt x="12" y="1"/>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3" name="Freeform 700">
            <a:extLst>
              <a:ext uri="{FF2B5EF4-FFF2-40B4-BE49-F238E27FC236}">
                <a16:creationId xmlns:a16="http://schemas.microsoft.com/office/drawing/2014/main" id="{99DBFBF0-567D-CDCE-ECFE-6CE118D64717}"/>
              </a:ext>
            </a:extLst>
          </p:cNvPr>
          <p:cNvSpPr>
            <a:spLocks/>
          </p:cNvSpPr>
          <p:nvPr/>
        </p:nvSpPr>
        <p:spPr bwMode="auto">
          <a:xfrm>
            <a:off x="1960487" y="4417078"/>
            <a:ext cx="20440" cy="29745"/>
          </a:xfrm>
          <a:custGeom>
            <a:avLst/>
            <a:gdLst>
              <a:gd name="T0" fmla="*/ 0 w 19"/>
              <a:gd name="T1" fmla="*/ 0 h 26"/>
              <a:gd name="T2" fmla="*/ 0 w 19"/>
              <a:gd name="T3" fmla="*/ 0 h 26"/>
              <a:gd name="T4" fmla="*/ 19155607 w 19"/>
              <a:gd name="T5" fmla="*/ 14434772 h 26"/>
              <a:gd name="T6" fmla="*/ 24628808 w 19"/>
              <a:gd name="T7" fmla="*/ 45109675 h 26"/>
              <a:gd name="T8" fmla="*/ 0 w 19"/>
              <a:gd name="T9" fmla="*/ 0 h 26"/>
              <a:gd name="T10" fmla="*/ 0 w 19"/>
              <a:gd name="T11" fmla="*/ 0 h 26"/>
              <a:gd name="T12" fmla="*/ 0 60000 65536"/>
              <a:gd name="T13" fmla="*/ 0 60000 65536"/>
              <a:gd name="T14" fmla="*/ 0 60000 65536"/>
              <a:gd name="T15" fmla="*/ 0 60000 65536"/>
              <a:gd name="T16" fmla="*/ 0 60000 65536"/>
              <a:gd name="T17" fmla="*/ 0 60000 65536"/>
              <a:gd name="T18" fmla="*/ 0 w 19"/>
              <a:gd name="T19" fmla="*/ 0 h 26"/>
              <a:gd name="T20" fmla="*/ 19 w 19"/>
              <a:gd name="T21" fmla="*/ 26 h 26"/>
            </a:gdLst>
            <a:ahLst/>
            <a:cxnLst>
              <a:cxn ang="T12">
                <a:pos x="T0" y="T1"/>
              </a:cxn>
              <a:cxn ang="T13">
                <a:pos x="T2" y="T3"/>
              </a:cxn>
              <a:cxn ang="T14">
                <a:pos x="T4" y="T5"/>
              </a:cxn>
              <a:cxn ang="T15">
                <a:pos x="T6" y="T7"/>
              </a:cxn>
              <a:cxn ang="T16">
                <a:pos x="T8" y="T9"/>
              </a:cxn>
              <a:cxn ang="T17">
                <a:pos x="T10" y="T11"/>
              </a:cxn>
            </a:cxnLst>
            <a:rect l="T18" t="T19" r="T20" b="T21"/>
            <a:pathLst>
              <a:path w="19" h="26">
                <a:moveTo>
                  <a:pt x="0" y="0"/>
                </a:moveTo>
                <a:lnTo>
                  <a:pt x="0" y="0"/>
                </a:lnTo>
                <a:lnTo>
                  <a:pt x="14" y="8"/>
                </a:lnTo>
                <a:lnTo>
                  <a:pt x="18" y="25"/>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4" name="Freeform 701">
            <a:extLst>
              <a:ext uri="{FF2B5EF4-FFF2-40B4-BE49-F238E27FC236}">
                <a16:creationId xmlns:a16="http://schemas.microsoft.com/office/drawing/2014/main" id="{74AD24B6-892E-163B-7DAA-BB8F46CD1D67}"/>
              </a:ext>
            </a:extLst>
          </p:cNvPr>
          <p:cNvSpPr>
            <a:spLocks/>
          </p:cNvSpPr>
          <p:nvPr/>
        </p:nvSpPr>
        <p:spPr bwMode="auto">
          <a:xfrm>
            <a:off x="1991147" y="4426542"/>
            <a:ext cx="13139" cy="14872"/>
          </a:xfrm>
          <a:custGeom>
            <a:avLst/>
            <a:gdLst>
              <a:gd name="T0" fmla="*/ 0 w 10"/>
              <a:gd name="T1" fmla="*/ 10841576 h 15"/>
              <a:gd name="T2" fmla="*/ 0 w 10"/>
              <a:gd name="T3" fmla="*/ 10841576 h 15"/>
              <a:gd name="T4" fmla="*/ 8165020 w 10"/>
              <a:gd name="T5" fmla="*/ 0 h 15"/>
              <a:gd name="T6" fmla="*/ 18370223 w 10"/>
              <a:gd name="T7" fmla="*/ 18973045 h 15"/>
              <a:gd name="T8" fmla="*/ 0 w 10"/>
              <a:gd name="T9" fmla="*/ 10841576 h 15"/>
              <a:gd name="T10" fmla="*/ 0 w 10"/>
              <a:gd name="T11" fmla="*/ 10841576 h 15"/>
              <a:gd name="T12" fmla="*/ 0 60000 65536"/>
              <a:gd name="T13" fmla="*/ 0 60000 65536"/>
              <a:gd name="T14" fmla="*/ 0 60000 65536"/>
              <a:gd name="T15" fmla="*/ 0 60000 65536"/>
              <a:gd name="T16" fmla="*/ 0 60000 65536"/>
              <a:gd name="T17" fmla="*/ 0 60000 65536"/>
              <a:gd name="T18" fmla="*/ 0 w 10"/>
              <a:gd name="T19" fmla="*/ 0 h 15"/>
              <a:gd name="T20" fmla="*/ 10 w 10"/>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0" h="15">
                <a:moveTo>
                  <a:pt x="0" y="8"/>
                </a:moveTo>
                <a:lnTo>
                  <a:pt x="0" y="8"/>
                </a:lnTo>
                <a:lnTo>
                  <a:pt x="4" y="0"/>
                </a:lnTo>
                <a:lnTo>
                  <a:pt x="9" y="14"/>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5" name="Freeform 702">
            <a:extLst>
              <a:ext uri="{FF2B5EF4-FFF2-40B4-BE49-F238E27FC236}">
                <a16:creationId xmlns:a16="http://schemas.microsoft.com/office/drawing/2014/main" id="{76656D49-BC73-8874-601F-71828A008644}"/>
              </a:ext>
            </a:extLst>
          </p:cNvPr>
          <p:cNvSpPr>
            <a:spLocks/>
          </p:cNvSpPr>
          <p:nvPr/>
        </p:nvSpPr>
        <p:spPr bwMode="auto">
          <a:xfrm>
            <a:off x="2100648" y="4557691"/>
            <a:ext cx="903749" cy="425899"/>
          </a:xfrm>
          <a:custGeom>
            <a:avLst/>
            <a:gdLst>
              <a:gd name="T0" fmla="*/ 0 w 787"/>
              <a:gd name="T1" fmla="*/ 35986208 h 382"/>
              <a:gd name="T2" fmla="*/ 31180509 w 787"/>
              <a:gd name="T3" fmla="*/ 94251414 h 382"/>
              <a:gd name="T4" fmla="*/ 6235603 w 787"/>
              <a:gd name="T5" fmla="*/ 260475223 h 382"/>
              <a:gd name="T6" fmla="*/ 57684942 w 787"/>
              <a:gd name="T7" fmla="*/ 322166221 h 382"/>
              <a:gd name="T8" fmla="*/ 88865460 w 787"/>
              <a:gd name="T9" fmla="*/ 414704110 h 382"/>
              <a:gd name="T10" fmla="*/ 162140632 w 787"/>
              <a:gd name="T11" fmla="*/ 469540844 h 382"/>
              <a:gd name="T12" fmla="*/ 291542490 w 787"/>
              <a:gd name="T13" fmla="*/ 500386343 h 382"/>
              <a:gd name="T14" fmla="*/ 445888036 w 787"/>
              <a:gd name="T15" fmla="*/ 555223077 h 382"/>
              <a:gd name="T16" fmla="*/ 544108107 w 787"/>
              <a:gd name="T17" fmla="*/ 622056083 h 382"/>
              <a:gd name="T18" fmla="*/ 581525455 w 787"/>
              <a:gd name="T19" fmla="*/ 589497017 h 382"/>
              <a:gd name="T20" fmla="*/ 629855728 w 787"/>
              <a:gd name="T21" fmla="*/ 538087416 h 382"/>
              <a:gd name="T22" fmla="*/ 748343529 w 787"/>
              <a:gd name="T23" fmla="*/ 555223077 h 382"/>
              <a:gd name="T24" fmla="*/ 728075955 w 787"/>
              <a:gd name="T25" fmla="*/ 524377578 h 382"/>
              <a:gd name="T26" fmla="*/ 776406228 w 787"/>
              <a:gd name="T27" fmla="*/ 508954173 h 382"/>
              <a:gd name="T28" fmla="*/ 866831174 w 787"/>
              <a:gd name="T29" fmla="*/ 531231842 h 382"/>
              <a:gd name="T30" fmla="*/ 893335597 w 787"/>
              <a:gd name="T31" fmla="*/ 596351282 h 382"/>
              <a:gd name="T32" fmla="*/ 938548070 w 787"/>
              <a:gd name="T33" fmla="*/ 651188016 h 382"/>
              <a:gd name="T34" fmla="*/ 916720971 w 787"/>
              <a:gd name="T35" fmla="*/ 508954173 h 382"/>
              <a:gd name="T36" fmla="*/ 1041444217 w 787"/>
              <a:gd name="T37" fmla="*/ 387285743 h 382"/>
              <a:gd name="T38" fmla="*/ 1039885941 w 787"/>
              <a:gd name="T39" fmla="*/ 375289471 h 382"/>
              <a:gd name="T40" fmla="*/ 1028971767 w 787"/>
              <a:gd name="T41" fmla="*/ 325593353 h 382"/>
              <a:gd name="T42" fmla="*/ 1028971767 w 787"/>
              <a:gd name="T43" fmla="*/ 320452655 h 382"/>
              <a:gd name="T44" fmla="*/ 1036768141 w 787"/>
              <a:gd name="T45" fmla="*/ 282752891 h 382"/>
              <a:gd name="T46" fmla="*/ 1055476190 w 787"/>
              <a:gd name="T47" fmla="*/ 308457692 h 382"/>
              <a:gd name="T48" fmla="*/ 1057035715 w 787"/>
              <a:gd name="T49" fmla="*/ 296461420 h 382"/>
              <a:gd name="T50" fmla="*/ 1164609186 w 787"/>
              <a:gd name="T51" fmla="*/ 222775459 h 382"/>
              <a:gd name="T52" fmla="*/ 1158373586 w 787"/>
              <a:gd name="T53" fmla="*/ 167937375 h 382"/>
              <a:gd name="T54" fmla="*/ 1225411908 w 787"/>
              <a:gd name="T55" fmla="*/ 123383347 h 382"/>
              <a:gd name="T56" fmla="*/ 1209821659 w 787"/>
              <a:gd name="T57" fmla="*/ 71973725 h 382"/>
              <a:gd name="T58" fmla="*/ 1147459412 w 787"/>
              <a:gd name="T59" fmla="*/ 121669781 h 382"/>
              <a:gd name="T60" fmla="*/ 1032090816 w 787"/>
              <a:gd name="T61" fmla="*/ 171365816 h 382"/>
              <a:gd name="T62" fmla="*/ 974405894 w 787"/>
              <a:gd name="T63" fmla="*/ 190215085 h 382"/>
              <a:gd name="T64" fmla="*/ 885540472 w 787"/>
              <a:gd name="T65" fmla="*/ 226202591 h 382"/>
              <a:gd name="T66" fmla="*/ 888658272 w 787"/>
              <a:gd name="T67" fmla="*/ 203924923 h 382"/>
              <a:gd name="T68" fmla="*/ 898012922 w 787"/>
              <a:gd name="T69" fmla="*/ 185074386 h 382"/>
              <a:gd name="T70" fmla="*/ 866831174 w 787"/>
              <a:gd name="T71" fmla="*/ 167937375 h 382"/>
              <a:gd name="T72" fmla="*/ 841886275 w 787"/>
              <a:gd name="T73" fmla="*/ 109673509 h 382"/>
              <a:gd name="T74" fmla="*/ 807587976 w 787"/>
              <a:gd name="T75" fmla="*/ 217633452 h 382"/>
              <a:gd name="T76" fmla="*/ 781083553 w 787"/>
              <a:gd name="T77" fmla="*/ 183360820 h 382"/>
              <a:gd name="T78" fmla="*/ 782643077 w 787"/>
              <a:gd name="T79" fmla="*/ 133664744 h 382"/>
              <a:gd name="T80" fmla="*/ 865272898 w 787"/>
              <a:gd name="T81" fmla="*/ 101105678 h 382"/>
              <a:gd name="T82" fmla="*/ 851240924 w 787"/>
              <a:gd name="T83" fmla="*/ 85682254 h 382"/>
              <a:gd name="T84" fmla="*/ 782643077 w 787"/>
              <a:gd name="T85" fmla="*/ 58263887 h 382"/>
              <a:gd name="T86" fmla="*/ 692218131 w 787"/>
              <a:gd name="T87" fmla="*/ 83968688 h 382"/>
              <a:gd name="T88" fmla="*/ 639210377 w 787"/>
              <a:gd name="T89" fmla="*/ 20564108 h 382"/>
              <a:gd name="T90" fmla="*/ 625178404 w 787"/>
              <a:gd name="T91" fmla="*/ 13709843 h 382"/>
              <a:gd name="T92" fmla="*/ 51448093 w 787"/>
              <a:gd name="T93" fmla="*/ 39414649 h 382"/>
              <a:gd name="T94" fmla="*/ 42094692 w 787"/>
              <a:gd name="T95" fmla="*/ 37699774 h 382"/>
              <a:gd name="T96" fmla="*/ 0 w 787"/>
              <a:gd name="T97" fmla="*/ 35986208 h 38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787"/>
              <a:gd name="T148" fmla="*/ 0 h 382"/>
              <a:gd name="T149" fmla="*/ 787 w 787"/>
              <a:gd name="T150" fmla="*/ 382 h 38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787" h="382">
                <a:moveTo>
                  <a:pt x="0" y="21"/>
                </a:moveTo>
                <a:lnTo>
                  <a:pt x="0" y="21"/>
                </a:lnTo>
                <a:lnTo>
                  <a:pt x="9" y="52"/>
                </a:lnTo>
                <a:lnTo>
                  <a:pt x="20" y="55"/>
                </a:lnTo>
                <a:lnTo>
                  <a:pt x="11" y="57"/>
                </a:lnTo>
                <a:lnTo>
                  <a:pt x="4" y="152"/>
                </a:lnTo>
                <a:lnTo>
                  <a:pt x="24" y="188"/>
                </a:lnTo>
                <a:lnTo>
                  <a:pt x="37" y="188"/>
                </a:lnTo>
                <a:lnTo>
                  <a:pt x="32" y="202"/>
                </a:lnTo>
                <a:lnTo>
                  <a:pt x="57" y="242"/>
                </a:lnTo>
                <a:lnTo>
                  <a:pt x="83" y="251"/>
                </a:lnTo>
                <a:lnTo>
                  <a:pt x="104" y="274"/>
                </a:lnTo>
                <a:lnTo>
                  <a:pt x="135" y="271"/>
                </a:lnTo>
                <a:lnTo>
                  <a:pt x="187" y="292"/>
                </a:lnTo>
                <a:lnTo>
                  <a:pt x="249" y="284"/>
                </a:lnTo>
                <a:lnTo>
                  <a:pt x="286" y="324"/>
                </a:lnTo>
                <a:lnTo>
                  <a:pt x="315" y="314"/>
                </a:lnTo>
                <a:lnTo>
                  <a:pt x="349" y="363"/>
                </a:lnTo>
                <a:lnTo>
                  <a:pt x="376" y="372"/>
                </a:lnTo>
                <a:lnTo>
                  <a:pt x="373" y="344"/>
                </a:lnTo>
                <a:lnTo>
                  <a:pt x="401" y="327"/>
                </a:lnTo>
                <a:lnTo>
                  <a:pt x="404" y="314"/>
                </a:lnTo>
                <a:lnTo>
                  <a:pt x="445" y="314"/>
                </a:lnTo>
                <a:lnTo>
                  <a:pt x="480" y="324"/>
                </a:lnTo>
                <a:lnTo>
                  <a:pt x="481" y="308"/>
                </a:lnTo>
                <a:lnTo>
                  <a:pt x="467" y="306"/>
                </a:lnTo>
                <a:lnTo>
                  <a:pt x="497" y="305"/>
                </a:lnTo>
                <a:lnTo>
                  <a:pt x="498" y="297"/>
                </a:lnTo>
                <a:lnTo>
                  <a:pt x="501" y="307"/>
                </a:lnTo>
                <a:lnTo>
                  <a:pt x="556" y="310"/>
                </a:lnTo>
                <a:lnTo>
                  <a:pt x="571" y="324"/>
                </a:lnTo>
                <a:lnTo>
                  <a:pt x="573" y="348"/>
                </a:lnTo>
                <a:lnTo>
                  <a:pt x="591" y="381"/>
                </a:lnTo>
                <a:lnTo>
                  <a:pt x="602" y="380"/>
                </a:lnTo>
                <a:lnTo>
                  <a:pt x="606" y="355"/>
                </a:lnTo>
                <a:lnTo>
                  <a:pt x="588" y="297"/>
                </a:lnTo>
                <a:lnTo>
                  <a:pt x="599" y="273"/>
                </a:lnTo>
                <a:lnTo>
                  <a:pt x="668" y="226"/>
                </a:lnTo>
                <a:lnTo>
                  <a:pt x="655" y="221"/>
                </a:lnTo>
                <a:lnTo>
                  <a:pt x="667" y="219"/>
                </a:lnTo>
                <a:lnTo>
                  <a:pt x="657" y="204"/>
                </a:lnTo>
                <a:lnTo>
                  <a:pt x="660" y="190"/>
                </a:lnTo>
                <a:lnTo>
                  <a:pt x="646" y="180"/>
                </a:lnTo>
                <a:lnTo>
                  <a:pt x="660" y="187"/>
                </a:lnTo>
                <a:lnTo>
                  <a:pt x="655" y="170"/>
                </a:lnTo>
                <a:lnTo>
                  <a:pt x="665" y="165"/>
                </a:lnTo>
                <a:lnTo>
                  <a:pt x="667" y="202"/>
                </a:lnTo>
                <a:lnTo>
                  <a:pt x="677" y="180"/>
                </a:lnTo>
                <a:lnTo>
                  <a:pt x="671" y="163"/>
                </a:lnTo>
                <a:lnTo>
                  <a:pt x="678" y="173"/>
                </a:lnTo>
                <a:lnTo>
                  <a:pt x="692" y="143"/>
                </a:lnTo>
                <a:lnTo>
                  <a:pt x="747" y="130"/>
                </a:lnTo>
                <a:lnTo>
                  <a:pt x="733" y="121"/>
                </a:lnTo>
                <a:lnTo>
                  <a:pt x="743" y="98"/>
                </a:lnTo>
                <a:lnTo>
                  <a:pt x="785" y="81"/>
                </a:lnTo>
                <a:lnTo>
                  <a:pt x="786" y="72"/>
                </a:lnTo>
                <a:lnTo>
                  <a:pt x="776" y="64"/>
                </a:lnTo>
                <a:lnTo>
                  <a:pt x="776" y="42"/>
                </a:lnTo>
                <a:lnTo>
                  <a:pt x="753" y="35"/>
                </a:lnTo>
                <a:lnTo>
                  <a:pt x="736" y="71"/>
                </a:lnTo>
                <a:lnTo>
                  <a:pt x="667" y="84"/>
                </a:lnTo>
                <a:lnTo>
                  <a:pt x="662" y="100"/>
                </a:lnTo>
                <a:lnTo>
                  <a:pt x="622" y="106"/>
                </a:lnTo>
                <a:lnTo>
                  <a:pt x="625" y="111"/>
                </a:lnTo>
                <a:lnTo>
                  <a:pt x="585" y="133"/>
                </a:lnTo>
                <a:lnTo>
                  <a:pt x="568" y="132"/>
                </a:lnTo>
                <a:lnTo>
                  <a:pt x="567" y="126"/>
                </a:lnTo>
                <a:lnTo>
                  <a:pt x="570" y="119"/>
                </a:lnTo>
                <a:lnTo>
                  <a:pt x="574" y="114"/>
                </a:lnTo>
                <a:lnTo>
                  <a:pt x="576" y="108"/>
                </a:lnTo>
                <a:lnTo>
                  <a:pt x="570" y="91"/>
                </a:lnTo>
                <a:lnTo>
                  <a:pt x="556" y="98"/>
                </a:lnTo>
                <a:lnTo>
                  <a:pt x="561" y="71"/>
                </a:lnTo>
                <a:lnTo>
                  <a:pt x="540" y="64"/>
                </a:lnTo>
                <a:lnTo>
                  <a:pt x="524" y="81"/>
                </a:lnTo>
                <a:lnTo>
                  <a:pt x="518" y="127"/>
                </a:lnTo>
                <a:lnTo>
                  <a:pt x="505" y="128"/>
                </a:lnTo>
                <a:lnTo>
                  <a:pt x="501" y="107"/>
                </a:lnTo>
                <a:lnTo>
                  <a:pt x="511" y="72"/>
                </a:lnTo>
                <a:lnTo>
                  <a:pt x="502" y="78"/>
                </a:lnTo>
                <a:lnTo>
                  <a:pt x="519" y="60"/>
                </a:lnTo>
                <a:lnTo>
                  <a:pt x="555" y="59"/>
                </a:lnTo>
                <a:lnTo>
                  <a:pt x="549" y="50"/>
                </a:lnTo>
                <a:lnTo>
                  <a:pt x="546" y="50"/>
                </a:lnTo>
                <a:lnTo>
                  <a:pt x="493" y="45"/>
                </a:lnTo>
                <a:lnTo>
                  <a:pt x="502" y="34"/>
                </a:lnTo>
                <a:lnTo>
                  <a:pt x="469" y="49"/>
                </a:lnTo>
                <a:lnTo>
                  <a:pt x="444" y="49"/>
                </a:lnTo>
                <a:lnTo>
                  <a:pt x="475" y="25"/>
                </a:lnTo>
                <a:lnTo>
                  <a:pt x="410" y="12"/>
                </a:lnTo>
                <a:lnTo>
                  <a:pt x="402" y="0"/>
                </a:lnTo>
                <a:lnTo>
                  <a:pt x="401" y="8"/>
                </a:lnTo>
                <a:lnTo>
                  <a:pt x="25" y="8"/>
                </a:lnTo>
                <a:lnTo>
                  <a:pt x="33" y="23"/>
                </a:lnTo>
                <a:lnTo>
                  <a:pt x="24" y="35"/>
                </a:lnTo>
                <a:lnTo>
                  <a:pt x="27" y="22"/>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6" name="Freeform 703">
            <a:extLst>
              <a:ext uri="{FF2B5EF4-FFF2-40B4-BE49-F238E27FC236}">
                <a16:creationId xmlns:a16="http://schemas.microsoft.com/office/drawing/2014/main" id="{A46C9D63-D518-BBFB-93D3-8AE40A941E3B}"/>
              </a:ext>
            </a:extLst>
          </p:cNvPr>
          <p:cNvSpPr>
            <a:spLocks/>
          </p:cNvSpPr>
          <p:nvPr/>
        </p:nvSpPr>
        <p:spPr bwMode="auto">
          <a:xfrm>
            <a:off x="6991688" y="4252126"/>
            <a:ext cx="51101" cy="16225"/>
          </a:xfrm>
          <a:custGeom>
            <a:avLst/>
            <a:gdLst>
              <a:gd name="T0" fmla="*/ 0 w 43"/>
              <a:gd name="T1" fmla="*/ 7406368 h 14"/>
              <a:gd name="T2" fmla="*/ 0 w 43"/>
              <a:gd name="T3" fmla="*/ 7406368 h 14"/>
              <a:gd name="T4" fmla="*/ 41742022 w 43"/>
              <a:gd name="T5" fmla="*/ 0 h 14"/>
              <a:gd name="T6" fmla="*/ 70126962 w 43"/>
              <a:gd name="T7" fmla="*/ 11108871 h 14"/>
              <a:gd name="T8" fmla="*/ 55099114 w 43"/>
              <a:gd name="T9" fmla="*/ 24069679 h 14"/>
              <a:gd name="T10" fmla="*/ 0 w 43"/>
              <a:gd name="T11" fmla="*/ 7406368 h 14"/>
              <a:gd name="T12" fmla="*/ 0 w 43"/>
              <a:gd name="T13" fmla="*/ 7406368 h 14"/>
              <a:gd name="T14" fmla="*/ 0 60000 65536"/>
              <a:gd name="T15" fmla="*/ 0 60000 65536"/>
              <a:gd name="T16" fmla="*/ 0 60000 65536"/>
              <a:gd name="T17" fmla="*/ 0 60000 65536"/>
              <a:gd name="T18" fmla="*/ 0 60000 65536"/>
              <a:gd name="T19" fmla="*/ 0 60000 65536"/>
              <a:gd name="T20" fmla="*/ 0 60000 65536"/>
              <a:gd name="T21" fmla="*/ 0 w 43"/>
              <a:gd name="T22" fmla="*/ 0 h 14"/>
              <a:gd name="T23" fmla="*/ 43 w 43"/>
              <a:gd name="T24" fmla="*/ 14 h 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 h="14">
                <a:moveTo>
                  <a:pt x="0" y="4"/>
                </a:moveTo>
                <a:lnTo>
                  <a:pt x="0" y="4"/>
                </a:lnTo>
                <a:lnTo>
                  <a:pt x="25" y="0"/>
                </a:lnTo>
                <a:lnTo>
                  <a:pt x="42" y="6"/>
                </a:lnTo>
                <a:lnTo>
                  <a:pt x="33" y="13"/>
                </a:lnTo>
                <a:lnTo>
                  <a:pt x="0"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7" name="Freeform 704">
            <a:extLst>
              <a:ext uri="{FF2B5EF4-FFF2-40B4-BE49-F238E27FC236}">
                <a16:creationId xmlns:a16="http://schemas.microsoft.com/office/drawing/2014/main" id="{2341D17C-A6B7-4F80-6B90-2666F484A0BC}"/>
              </a:ext>
            </a:extLst>
          </p:cNvPr>
          <p:cNvSpPr>
            <a:spLocks/>
          </p:cNvSpPr>
          <p:nvPr/>
        </p:nvSpPr>
        <p:spPr bwMode="auto">
          <a:xfrm>
            <a:off x="2998895" y="5086827"/>
            <a:ext cx="24138" cy="8900"/>
          </a:xfrm>
          <a:custGeom>
            <a:avLst/>
            <a:gdLst>
              <a:gd name="T0" fmla="*/ 0 w 21"/>
              <a:gd name="T1" fmla="*/ 0 h 8"/>
              <a:gd name="T2" fmla="*/ 0 w 21"/>
              <a:gd name="T3" fmla="*/ 0 h 8"/>
              <a:gd name="T4" fmla="*/ 2 w 21"/>
              <a:gd name="T5" fmla="*/ 7 h 8"/>
              <a:gd name="T6" fmla="*/ 20 w 21"/>
              <a:gd name="T7" fmla="*/ 4 h 8"/>
              <a:gd name="T8" fmla="*/ 0 w 21"/>
              <a:gd name="T9" fmla="*/ 0 h 8"/>
              <a:gd name="T10" fmla="*/ 0 w 21"/>
              <a:gd name="T11" fmla="*/ 0 h 8"/>
              <a:gd name="T12" fmla="*/ 0 60000 65536"/>
              <a:gd name="T13" fmla="*/ 0 60000 65536"/>
              <a:gd name="T14" fmla="*/ 0 60000 65536"/>
              <a:gd name="T15" fmla="*/ 0 60000 65536"/>
              <a:gd name="T16" fmla="*/ 0 60000 65536"/>
              <a:gd name="T17" fmla="*/ 0 60000 65536"/>
              <a:gd name="T18" fmla="*/ 0 w 21"/>
              <a:gd name="T19" fmla="*/ 0 h 8"/>
              <a:gd name="T20" fmla="*/ 21 w 21"/>
              <a:gd name="T21" fmla="*/ 8 h 8"/>
            </a:gdLst>
            <a:ahLst/>
            <a:cxnLst>
              <a:cxn ang="T12">
                <a:pos x="T0" y="T1"/>
              </a:cxn>
              <a:cxn ang="T13">
                <a:pos x="T2" y="T3"/>
              </a:cxn>
              <a:cxn ang="T14">
                <a:pos x="T4" y="T5"/>
              </a:cxn>
              <a:cxn ang="T15">
                <a:pos x="T6" y="T7"/>
              </a:cxn>
              <a:cxn ang="T16">
                <a:pos x="T8" y="T9"/>
              </a:cxn>
              <a:cxn ang="T17">
                <a:pos x="T10" y="T11"/>
              </a:cxn>
            </a:cxnLst>
            <a:rect l="T18" t="T19" r="T20" b="T21"/>
            <a:pathLst>
              <a:path w="21" h="8">
                <a:moveTo>
                  <a:pt x="0" y="0"/>
                </a:moveTo>
                <a:lnTo>
                  <a:pt x="0" y="0"/>
                </a:lnTo>
                <a:lnTo>
                  <a:pt x="2" y="7"/>
                </a:lnTo>
                <a:lnTo>
                  <a:pt x="20" y="4"/>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8" name="Freeform 705">
            <a:extLst>
              <a:ext uri="{FF2B5EF4-FFF2-40B4-BE49-F238E27FC236}">
                <a16:creationId xmlns:a16="http://schemas.microsoft.com/office/drawing/2014/main" id="{61BB4970-CA67-7BEC-D3B3-9F7334D4506C}"/>
              </a:ext>
            </a:extLst>
          </p:cNvPr>
          <p:cNvSpPr>
            <a:spLocks/>
          </p:cNvSpPr>
          <p:nvPr/>
        </p:nvSpPr>
        <p:spPr bwMode="auto">
          <a:xfrm>
            <a:off x="2902345" y="5702047"/>
            <a:ext cx="310339" cy="535119"/>
          </a:xfrm>
          <a:custGeom>
            <a:avLst/>
            <a:gdLst>
              <a:gd name="T0" fmla="*/ 0 w 270"/>
              <a:gd name="T1" fmla="*/ 444 h 481"/>
              <a:gd name="T2" fmla="*/ 0 w 270"/>
              <a:gd name="T3" fmla="*/ 444 h 481"/>
              <a:gd name="T4" fmla="*/ 3 w 270"/>
              <a:gd name="T5" fmla="*/ 455 h 481"/>
              <a:gd name="T6" fmla="*/ 14 w 270"/>
              <a:gd name="T7" fmla="*/ 451 h 481"/>
              <a:gd name="T8" fmla="*/ 18 w 270"/>
              <a:gd name="T9" fmla="*/ 475 h 481"/>
              <a:gd name="T10" fmla="*/ 68 w 270"/>
              <a:gd name="T11" fmla="*/ 480 h 481"/>
              <a:gd name="T12" fmla="*/ 54 w 270"/>
              <a:gd name="T13" fmla="*/ 468 h 481"/>
              <a:gd name="T14" fmla="*/ 64 w 270"/>
              <a:gd name="T15" fmla="*/ 435 h 481"/>
              <a:gd name="T16" fmla="*/ 74 w 270"/>
              <a:gd name="T17" fmla="*/ 442 h 481"/>
              <a:gd name="T18" fmla="*/ 105 w 270"/>
              <a:gd name="T19" fmla="*/ 396 h 481"/>
              <a:gd name="T20" fmla="*/ 81 w 270"/>
              <a:gd name="T21" fmla="*/ 370 h 481"/>
              <a:gd name="T22" fmla="*/ 108 w 270"/>
              <a:gd name="T23" fmla="*/ 354 h 481"/>
              <a:gd name="T24" fmla="*/ 112 w 270"/>
              <a:gd name="T25" fmla="*/ 331 h 481"/>
              <a:gd name="T26" fmla="*/ 124 w 270"/>
              <a:gd name="T27" fmla="*/ 320 h 481"/>
              <a:gd name="T28" fmla="*/ 113 w 270"/>
              <a:gd name="T29" fmla="*/ 316 h 481"/>
              <a:gd name="T30" fmla="*/ 134 w 270"/>
              <a:gd name="T31" fmla="*/ 316 h 481"/>
              <a:gd name="T32" fmla="*/ 131 w 270"/>
              <a:gd name="T33" fmla="*/ 305 h 481"/>
              <a:gd name="T34" fmla="*/ 122 w 270"/>
              <a:gd name="T35" fmla="*/ 312 h 481"/>
              <a:gd name="T36" fmla="*/ 113 w 270"/>
              <a:gd name="T37" fmla="*/ 304 h 481"/>
              <a:gd name="T38" fmla="*/ 112 w 270"/>
              <a:gd name="T39" fmla="*/ 287 h 481"/>
              <a:gd name="T40" fmla="*/ 149 w 270"/>
              <a:gd name="T41" fmla="*/ 288 h 481"/>
              <a:gd name="T42" fmla="*/ 152 w 270"/>
              <a:gd name="T43" fmla="*/ 253 h 481"/>
              <a:gd name="T44" fmla="*/ 210 w 270"/>
              <a:gd name="T45" fmla="*/ 247 h 481"/>
              <a:gd name="T46" fmla="*/ 227 w 270"/>
              <a:gd name="T47" fmla="*/ 223 h 481"/>
              <a:gd name="T48" fmla="*/ 204 w 270"/>
              <a:gd name="T49" fmla="*/ 178 h 481"/>
              <a:gd name="T50" fmla="*/ 216 w 270"/>
              <a:gd name="T51" fmla="*/ 122 h 481"/>
              <a:gd name="T52" fmla="*/ 269 w 270"/>
              <a:gd name="T53" fmla="*/ 76 h 481"/>
              <a:gd name="T54" fmla="*/ 267 w 270"/>
              <a:gd name="T55" fmla="*/ 55 h 481"/>
              <a:gd name="T56" fmla="*/ 256 w 270"/>
              <a:gd name="T57" fmla="*/ 55 h 481"/>
              <a:gd name="T58" fmla="*/ 242 w 270"/>
              <a:gd name="T59" fmla="*/ 79 h 481"/>
              <a:gd name="T60" fmla="*/ 205 w 270"/>
              <a:gd name="T61" fmla="*/ 78 h 481"/>
              <a:gd name="T62" fmla="*/ 213 w 270"/>
              <a:gd name="T63" fmla="*/ 50 h 481"/>
              <a:gd name="T64" fmla="*/ 147 w 270"/>
              <a:gd name="T65" fmla="*/ 7 h 481"/>
              <a:gd name="T66" fmla="*/ 125 w 270"/>
              <a:gd name="T67" fmla="*/ 3 h 481"/>
              <a:gd name="T68" fmla="*/ 123 w 270"/>
              <a:gd name="T69" fmla="*/ 12 h 481"/>
              <a:gd name="T70" fmla="*/ 98 w 270"/>
              <a:gd name="T71" fmla="*/ 0 h 481"/>
              <a:gd name="T72" fmla="*/ 84 w 270"/>
              <a:gd name="T73" fmla="*/ 15 h 481"/>
              <a:gd name="T74" fmla="*/ 82 w 270"/>
              <a:gd name="T75" fmla="*/ 32 h 481"/>
              <a:gd name="T76" fmla="*/ 67 w 270"/>
              <a:gd name="T77" fmla="*/ 39 h 481"/>
              <a:gd name="T78" fmla="*/ 68 w 270"/>
              <a:gd name="T79" fmla="*/ 73 h 481"/>
              <a:gd name="T80" fmla="*/ 51 w 270"/>
              <a:gd name="T81" fmla="*/ 91 h 481"/>
              <a:gd name="T82" fmla="*/ 39 w 270"/>
              <a:gd name="T83" fmla="*/ 138 h 481"/>
              <a:gd name="T84" fmla="*/ 48 w 270"/>
              <a:gd name="T85" fmla="*/ 182 h 481"/>
              <a:gd name="T86" fmla="*/ 31 w 270"/>
              <a:gd name="T87" fmla="*/ 220 h 481"/>
              <a:gd name="T88" fmla="*/ 18 w 270"/>
              <a:gd name="T89" fmla="*/ 313 h 481"/>
              <a:gd name="T90" fmla="*/ 28 w 270"/>
              <a:gd name="T91" fmla="*/ 348 h 481"/>
              <a:gd name="T92" fmla="*/ 19 w 270"/>
              <a:gd name="T93" fmla="*/ 351 h 481"/>
              <a:gd name="T94" fmla="*/ 23 w 270"/>
              <a:gd name="T95" fmla="*/ 381 h 481"/>
              <a:gd name="T96" fmla="*/ 0 w 270"/>
              <a:gd name="T97" fmla="*/ 444 h 481"/>
              <a:gd name="T98" fmla="*/ 0 w 270"/>
              <a:gd name="T99" fmla="*/ 444 h 48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70"/>
              <a:gd name="T151" fmla="*/ 0 h 481"/>
              <a:gd name="T152" fmla="*/ 270 w 270"/>
              <a:gd name="T153" fmla="*/ 481 h 48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70" h="481">
                <a:moveTo>
                  <a:pt x="0" y="444"/>
                </a:moveTo>
                <a:lnTo>
                  <a:pt x="0" y="444"/>
                </a:lnTo>
                <a:lnTo>
                  <a:pt x="3" y="455"/>
                </a:lnTo>
                <a:lnTo>
                  <a:pt x="14" y="451"/>
                </a:lnTo>
                <a:lnTo>
                  <a:pt x="18" y="475"/>
                </a:lnTo>
                <a:lnTo>
                  <a:pt x="68" y="480"/>
                </a:lnTo>
                <a:lnTo>
                  <a:pt x="54" y="468"/>
                </a:lnTo>
                <a:lnTo>
                  <a:pt x="64" y="435"/>
                </a:lnTo>
                <a:lnTo>
                  <a:pt x="74" y="442"/>
                </a:lnTo>
                <a:lnTo>
                  <a:pt x="105" y="396"/>
                </a:lnTo>
                <a:lnTo>
                  <a:pt x="81" y="370"/>
                </a:lnTo>
                <a:lnTo>
                  <a:pt x="108" y="354"/>
                </a:lnTo>
                <a:lnTo>
                  <a:pt x="112" y="331"/>
                </a:lnTo>
                <a:lnTo>
                  <a:pt x="124" y="320"/>
                </a:lnTo>
                <a:lnTo>
                  <a:pt x="113" y="316"/>
                </a:lnTo>
                <a:lnTo>
                  <a:pt x="134" y="316"/>
                </a:lnTo>
                <a:lnTo>
                  <a:pt x="131" y="305"/>
                </a:lnTo>
                <a:lnTo>
                  <a:pt x="122" y="312"/>
                </a:lnTo>
                <a:lnTo>
                  <a:pt x="113" y="304"/>
                </a:lnTo>
                <a:lnTo>
                  <a:pt x="112" y="287"/>
                </a:lnTo>
                <a:lnTo>
                  <a:pt x="149" y="288"/>
                </a:lnTo>
                <a:lnTo>
                  <a:pt x="152" y="253"/>
                </a:lnTo>
                <a:lnTo>
                  <a:pt x="210" y="247"/>
                </a:lnTo>
                <a:lnTo>
                  <a:pt x="227" y="223"/>
                </a:lnTo>
                <a:lnTo>
                  <a:pt x="204" y="178"/>
                </a:lnTo>
                <a:lnTo>
                  <a:pt x="216" y="122"/>
                </a:lnTo>
                <a:lnTo>
                  <a:pt x="269" y="76"/>
                </a:lnTo>
                <a:lnTo>
                  <a:pt x="267" y="55"/>
                </a:lnTo>
                <a:lnTo>
                  <a:pt x="256" y="55"/>
                </a:lnTo>
                <a:lnTo>
                  <a:pt x="242" y="79"/>
                </a:lnTo>
                <a:lnTo>
                  <a:pt x="205" y="78"/>
                </a:lnTo>
                <a:lnTo>
                  <a:pt x="213" y="50"/>
                </a:lnTo>
                <a:lnTo>
                  <a:pt x="147" y="7"/>
                </a:lnTo>
                <a:lnTo>
                  <a:pt x="125" y="3"/>
                </a:lnTo>
                <a:lnTo>
                  <a:pt x="123" y="12"/>
                </a:lnTo>
                <a:lnTo>
                  <a:pt x="98" y="0"/>
                </a:lnTo>
                <a:lnTo>
                  <a:pt x="84" y="15"/>
                </a:lnTo>
                <a:lnTo>
                  <a:pt x="82" y="32"/>
                </a:lnTo>
                <a:lnTo>
                  <a:pt x="67" y="39"/>
                </a:lnTo>
                <a:lnTo>
                  <a:pt x="68" y="73"/>
                </a:lnTo>
                <a:lnTo>
                  <a:pt x="51" y="91"/>
                </a:lnTo>
                <a:lnTo>
                  <a:pt x="39" y="138"/>
                </a:lnTo>
                <a:lnTo>
                  <a:pt x="48" y="182"/>
                </a:lnTo>
                <a:lnTo>
                  <a:pt x="31" y="220"/>
                </a:lnTo>
                <a:lnTo>
                  <a:pt x="18" y="313"/>
                </a:lnTo>
                <a:lnTo>
                  <a:pt x="28" y="348"/>
                </a:lnTo>
                <a:lnTo>
                  <a:pt x="19" y="351"/>
                </a:lnTo>
                <a:lnTo>
                  <a:pt x="23" y="381"/>
                </a:lnTo>
                <a:lnTo>
                  <a:pt x="0" y="44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9" name="Freeform 706">
            <a:extLst>
              <a:ext uri="{FF2B5EF4-FFF2-40B4-BE49-F238E27FC236}">
                <a16:creationId xmlns:a16="http://schemas.microsoft.com/office/drawing/2014/main" id="{F19A3172-148F-4463-B2F4-FA087F681706}"/>
              </a:ext>
            </a:extLst>
          </p:cNvPr>
          <p:cNvSpPr>
            <a:spLocks/>
          </p:cNvSpPr>
          <p:nvPr/>
        </p:nvSpPr>
        <p:spPr bwMode="auto">
          <a:xfrm>
            <a:off x="2975907" y="6244953"/>
            <a:ext cx="56321" cy="46726"/>
          </a:xfrm>
          <a:custGeom>
            <a:avLst/>
            <a:gdLst>
              <a:gd name="T0" fmla="*/ 0 w 49"/>
              <a:gd name="T1" fmla="*/ 0 h 42"/>
              <a:gd name="T2" fmla="*/ 0 w 49"/>
              <a:gd name="T3" fmla="*/ 0 h 42"/>
              <a:gd name="T4" fmla="*/ 2 w 49"/>
              <a:gd name="T5" fmla="*/ 41 h 42"/>
              <a:gd name="T6" fmla="*/ 48 w 49"/>
              <a:gd name="T7" fmla="*/ 37 h 42"/>
              <a:gd name="T8" fmla="*/ 11 w 49"/>
              <a:gd name="T9" fmla="*/ 20 h 42"/>
              <a:gd name="T10" fmla="*/ 0 w 49"/>
              <a:gd name="T11" fmla="*/ 0 h 42"/>
              <a:gd name="T12" fmla="*/ 0 w 49"/>
              <a:gd name="T13" fmla="*/ 0 h 42"/>
              <a:gd name="T14" fmla="*/ 0 60000 65536"/>
              <a:gd name="T15" fmla="*/ 0 60000 65536"/>
              <a:gd name="T16" fmla="*/ 0 60000 65536"/>
              <a:gd name="T17" fmla="*/ 0 60000 65536"/>
              <a:gd name="T18" fmla="*/ 0 60000 65536"/>
              <a:gd name="T19" fmla="*/ 0 60000 65536"/>
              <a:gd name="T20" fmla="*/ 0 60000 65536"/>
              <a:gd name="T21" fmla="*/ 0 w 49"/>
              <a:gd name="T22" fmla="*/ 0 h 42"/>
              <a:gd name="T23" fmla="*/ 49 w 49"/>
              <a:gd name="T24" fmla="*/ 42 h 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9" h="42">
                <a:moveTo>
                  <a:pt x="0" y="0"/>
                </a:moveTo>
                <a:lnTo>
                  <a:pt x="0" y="0"/>
                </a:lnTo>
                <a:lnTo>
                  <a:pt x="2" y="41"/>
                </a:lnTo>
                <a:lnTo>
                  <a:pt x="48" y="37"/>
                </a:lnTo>
                <a:lnTo>
                  <a:pt x="11" y="20"/>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0" name="Freeform 707">
            <a:extLst>
              <a:ext uri="{FF2B5EF4-FFF2-40B4-BE49-F238E27FC236}">
                <a16:creationId xmlns:a16="http://schemas.microsoft.com/office/drawing/2014/main" id="{A28D9523-4D0E-E88E-276F-E6EEBA745F61}"/>
              </a:ext>
            </a:extLst>
          </p:cNvPr>
          <p:cNvSpPr>
            <a:spLocks/>
          </p:cNvSpPr>
          <p:nvPr/>
        </p:nvSpPr>
        <p:spPr bwMode="auto">
          <a:xfrm>
            <a:off x="2959815" y="5514032"/>
            <a:ext cx="189652" cy="205815"/>
          </a:xfrm>
          <a:custGeom>
            <a:avLst/>
            <a:gdLst>
              <a:gd name="T0" fmla="*/ 0 w 165"/>
              <a:gd name="T1" fmla="*/ 18 h 185"/>
              <a:gd name="T2" fmla="*/ 0 w 165"/>
              <a:gd name="T3" fmla="*/ 18 h 185"/>
              <a:gd name="T4" fmla="*/ 13 w 165"/>
              <a:gd name="T5" fmla="*/ 38 h 185"/>
              <a:gd name="T6" fmla="*/ 4 w 165"/>
              <a:gd name="T7" fmla="*/ 80 h 185"/>
              <a:gd name="T8" fmla="*/ 13 w 165"/>
              <a:gd name="T9" fmla="*/ 84 h 185"/>
              <a:gd name="T10" fmla="*/ 9 w 165"/>
              <a:gd name="T11" fmla="*/ 91 h 185"/>
              <a:gd name="T12" fmla="*/ 1 w 165"/>
              <a:gd name="T13" fmla="*/ 108 h 185"/>
              <a:gd name="T14" fmla="*/ 16 w 165"/>
              <a:gd name="T15" fmla="*/ 133 h 185"/>
              <a:gd name="T16" fmla="*/ 24 w 165"/>
              <a:gd name="T17" fmla="*/ 183 h 185"/>
              <a:gd name="T18" fmla="*/ 34 w 165"/>
              <a:gd name="T19" fmla="*/ 184 h 185"/>
              <a:gd name="T20" fmla="*/ 48 w 165"/>
              <a:gd name="T21" fmla="*/ 169 h 185"/>
              <a:gd name="T22" fmla="*/ 73 w 165"/>
              <a:gd name="T23" fmla="*/ 181 h 185"/>
              <a:gd name="T24" fmla="*/ 75 w 165"/>
              <a:gd name="T25" fmla="*/ 172 h 185"/>
              <a:gd name="T26" fmla="*/ 97 w 165"/>
              <a:gd name="T27" fmla="*/ 176 h 185"/>
              <a:gd name="T28" fmla="*/ 106 w 165"/>
              <a:gd name="T29" fmla="*/ 139 h 185"/>
              <a:gd name="T30" fmla="*/ 145 w 165"/>
              <a:gd name="T31" fmla="*/ 133 h 185"/>
              <a:gd name="T32" fmla="*/ 159 w 165"/>
              <a:gd name="T33" fmla="*/ 145 h 185"/>
              <a:gd name="T34" fmla="*/ 164 w 165"/>
              <a:gd name="T35" fmla="*/ 117 h 185"/>
              <a:gd name="T36" fmla="*/ 155 w 165"/>
              <a:gd name="T37" fmla="*/ 93 h 185"/>
              <a:gd name="T38" fmla="*/ 132 w 165"/>
              <a:gd name="T39" fmla="*/ 91 h 185"/>
              <a:gd name="T40" fmla="*/ 122 w 165"/>
              <a:gd name="T41" fmla="*/ 55 h 185"/>
              <a:gd name="T42" fmla="*/ 62 w 165"/>
              <a:gd name="T43" fmla="*/ 31 h 185"/>
              <a:gd name="T44" fmla="*/ 58 w 165"/>
              <a:gd name="T45" fmla="*/ 0 h 185"/>
              <a:gd name="T46" fmla="*/ 17 w 165"/>
              <a:gd name="T47" fmla="*/ 19 h 185"/>
              <a:gd name="T48" fmla="*/ 0 w 165"/>
              <a:gd name="T49" fmla="*/ 18 h 185"/>
              <a:gd name="T50" fmla="*/ 0 w 165"/>
              <a:gd name="T51" fmla="*/ 18 h 18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65"/>
              <a:gd name="T79" fmla="*/ 0 h 185"/>
              <a:gd name="T80" fmla="*/ 165 w 165"/>
              <a:gd name="T81" fmla="*/ 185 h 18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65" h="185">
                <a:moveTo>
                  <a:pt x="0" y="18"/>
                </a:moveTo>
                <a:lnTo>
                  <a:pt x="0" y="18"/>
                </a:lnTo>
                <a:lnTo>
                  <a:pt x="13" y="38"/>
                </a:lnTo>
                <a:lnTo>
                  <a:pt x="4" y="80"/>
                </a:lnTo>
                <a:lnTo>
                  <a:pt x="13" y="84"/>
                </a:lnTo>
                <a:lnTo>
                  <a:pt x="9" y="91"/>
                </a:lnTo>
                <a:lnTo>
                  <a:pt x="1" y="108"/>
                </a:lnTo>
                <a:lnTo>
                  <a:pt x="16" y="133"/>
                </a:lnTo>
                <a:lnTo>
                  <a:pt x="24" y="183"/>
                </a:lnTo>
                <a:lnTo>
                  <a:pt x="34" y="184"/>
                </a:lnTo>
                <a:lnTo>
                  <a:pt x="48" y="169"/>
                </a:lnTo>
                <a:lnTo>
                  <a:pt x="73" y="181"/>
                </a:lnTo>
                <a:lnTo>
                  <a:pt x="75" y="172"/>
                </a:lnTo>
                <a:lnTo>
                  <a:pt x="97" y="176"/>
                </a:lnTo>
                <a:lnTo>
                  <a:pt x="106" y="139"/>
                </a:lnTo>
                <a:lnTo>
                  <a:pt x="145" y="133"/>
                </a:lnTo>
                <a:lnTo>
                  <a:pt x="159" y="145"/>
                </a:lnTo>
                <a:lnTo>
                  <a:pt x="164" y="117"/>
                </a:lnTo>
                <a:lnTo>
                  <a:pt x="155" y="93"/>
                </a:lnTo>
                <a:lnTo>
                  <a:pt x="132" y="91"/>
                </a:lnTo>
                <a:lnTo>
                  <a:pt x="122" y="55"/>
                </a:lnTo>
                <a:lnTo>
                  <a:pt x="62" y="31"/>
                </a:lnTo>
                <a:lnTo>
                  <a:pt x="58" y="0"/>
                </a:lnTo>
                <a:lnTo>
                  <a:pt x="17" y="19"/>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1" name="Freeform 708">
            <a:extLst>
              <a:ext uri="{FF2B5EF4-FFF2-40B4-BE49-F238E27FC236}">
                <a16:creationId xmlns:a16="http://schemas.microsoft.com/office/drawing/2014/main" id="{C092DCF7-0E92-BB00-D764-A6257FD35504}"/>
              </a:ext>
            </a:extLst>
          </p:cNvPr>
          <p:cNvSpPr>
            <a:spLocks/>
          </p:cNvSpPr>
          <p:nvPr/>
        </p:nvSpPr>
        <p:spPr bwMode="auto">
          <a:xfrm>
            <a:off x="2895449" y="5291529"/>
            <a:ext cx="612633" cy="605207"/>
          </a:xfrm>
          <a:custGeom>
            <a:avLst/>
            <a:gdLst>
              <a:gd name="T0" fmla="*/ 0 w 533"/>
              <a:gd name="T1" fmla="*/ 172 h 544"/>
              <a:gd name="T2" fmla="*/ 30 w 533"/>
              <a:gd name="T3" fmla="*/ 205 h 544"/>
              <a:gd name="T4" fmla="*/ 45 w 533"/>
              <a:gd name="T5" fmla="*/ 218 h 544"/>
              <a:gd name="T6" fmla="*/ 73 w 533"/>
              <a:gd name="T7" fmla="*/ 219 h 544"/>
              <a:gd name="T8" fmla="*/ 118 w 533"/>
              <a:gd name="T9" fmla="*/ 231 h 544"/>
              <a:gd name="T10" fmla="*/ 188 w 533"/>
              <a:gd name="T11" fmla="*/ 291 h 544"/>
              <a:gd name="T12" fmla="*/ 220 w 533"/>
              <a:gd name="T13" fmla="*/ 317 h 544"/>
              <a:gd name="T14" fmla="*/ 218 w 533"/>
              <a:gd name="T15" fmla="*/ 372 h 544"/>
              <a:gd name="T16" fmla="*/ 250 w 533"/>
              <a:gd name="T17" fmla="*/ 396 h 544"/>
              <a:gd name="T18" fmla="*/ 262 w 533"/>
              <a:gd name="T19" fmla="*/ 424 h 544"/>
              <a:gd name="T20" fmla="*/ 275 w 533"/>
              <a:gd name="T21" fmla="*/ 445 h 544"/>
              <a:gd name="T22" fmla="*/ 232 w 533"/>
              <a:gd name="T23" fmla="*/ 488 h 544"/>
              <a:gd name="T24" fmla="*/ 281 w 533"/>
              <a:gd name="T25" fmla="*/ 529 h 544"/>
              <a:gd name="T26" fmla="*/ 343 w 533"/>
              <a:gd name="T27" fmla="*/ 462 h 544"/>
              <a:gd name="T28" fmla="*/ 399 w 533"/>
              <a:gd name="T29" fmla="*/ 384 h 544"/>
              <a:gd name="T30" fmla="*/ 445 w 533"/>
              <a:gd name="T31" fmla="*/ 371 h 544"/>
              <a:gd name="T32" fmla="*/ 475 w 533"/>
              <a:gd name="T33" fmla="*/ 249 h 544"/>
              <a:gd name="T34" fmla="*/ 532 w 533"/>
              <a:gd name="T35" fmla="*/ 166 h 544"/>
              <a:gd name="T36" fmla="*/ 502 w 533"/>
              <a:gd name="T37" fmla="*/ 137 h 544"/>
              <a:gd name="T38" fmla="*/ 401 w 533"/>
              <a:gd name="T39" fmla="*/ 106 h 544"/>
              <a:gd name="T40" fmla="*/ 365 w 533"/>
              <a:gd name="T41" fmla="*/ 78 h 544"/>
              <a:gd name="T42" fmla="*/ 334 w 533"/>
              <a:gd name="T43" fmla="*/ 102 h 544"/>
              <a:gd name="T44" fmla="*/ 305 w 533"/>
              <a:gd name="T45" fmla="*/ 98 h 544"/>
              <a:gd name="T46" fmla="*/ 306 w 533"/>
              <a:gd name="T47" fmla="*/ 75 h 544"/>
              <a:gd name="T48" fmla="*/ 305 w 533"/>
              <a:gd name="T49" fmla="*/ 15 h 544"/>
              <a:gd name="T50" fmla="*/ 265 w 533"/>
              <a:gd name="T51" fmla="*/ 39 h 544"/>
              <a:gd name="T52" fmla="*/ 198 w 533"/>
              <a:gd name="T53" fmla="*/ 49 h 544"/>
              <a:gd name="T54" fmla="*/ 194 w 533"/>
              <a:gd name="T55" fmla="*/ 9 h 544"/>
              <a:gd name="T56" fmla="*/ 147 w 533"/>
              <a:gd name="T57" fmla="*/ 16 h 544"/>
              <a:gd name="T58" fmla="*/ 131 w 533"/>
              <a:gd name="T59" fmla="*/ 37 h 544"/>
              <a:gd name="T60" fmla="*/ 111 w 533"/>
              <a:gd name="T61" fmla="*/ 59 h 544"/>
              <a:gd name="T62" fmla="*/ 87 w 533"/>
              <a:gd name="T63" fmla="*/ 42 h 544"/>
              <a:gd name="T64" fmla="*/ 65 w 533"/>
              <a:gd name="T65" fmla="*/ 61 h 544"/>
              <a:gd name="T66" fmla="*/ 59 w 533"/>
              <a:gd name="T67" fmla="*/ 87 h 544"/>
              <a:gd name="T68" fmla="*/ 19 w 533"/>
              <a:gd name="T69" fmla="*/ 140 h 544"/>
              <a:gd name="T70" fmla="*/ 0 w 533"/>
              <a:gd name="T71" fmla="*/ 172 h 54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533"/>
              <a:gd name="T109" fmla="*/ 0 h 544"/>
              <a:gd name="T110" fmla="*/ 533 w 533"/>
              <a:gd name="T111" fmla="*/ 544 h 54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533" h="544">
                <a:moveTo>
                  <a:pt x="0" y="172"/>
                </a:moveTo>
                <a:lnTo>
                  <a:pt x="0" y="172"/>
                </a:lnTo>
                <a:lnTo>
                  <a:pt x="11" y="197"/>
                </a:lnTo>
                <a:lnTo>
                  <a:pt x="30" y="205"/>
                </a:lnTo>
                <a:lnTo>
                  <a:pt x="45" y="196"/>
                </a:lnTo>
                <a:lnTo>
                  <a:pt x="45" y="218"/>
                </a:lnTo>
                <a:lnTo>
                  <a:pt x="56" y="218"/>
                </a:lnTo>
                <a:lnTo>
                  <a:pt x="73" y="219"/>
                </a:lnTo>
                <a:lnTo>
                  <a:pt x="114" y="200"/>
                </a:lnTo>
                <a:lnTo>
                  <a:pt x="118" y="231"/>
                </a:lnTo>
                <a:lnTo>
                  <a:pt x="178" y="255"/>
                </a:lnTo>
                <a:lnTo>
                  <a:pt x="188" y="291"/>
                </a:lnTo>
                <a:lnTo>
                  <a:pt x="211" y="293"/>
                </a:lnTo>
                <a:lnTo>
                  <a:pt x="220" y="317"/>
                </a:lnTo>
                <a:lnTo>
                  <a:pt x="215" y="345"/>
                </a:lnTo>
                <a:lnTo>
                  <a:pt x="218" y="372"/>
                </a:lnTo>
                <a:lnTo>
                  <a:pt x="246" y="377"/>
                </a:lnTo>
                <a:lnTo>
                  <a:pt x="250" y="396"/>
                </a:lnTo>
                <a:lnTo>
                  <a:pt x="264" y="399"/>
                </a:lnTo>
                <a:lnTo>
                  <a:pt x="262" y="424"/>
                </a:lnTo>
                <a:lnTo>
                  <a:pt x="273" y="424"/>
                </a:lnTo>
                <a:lnTo>
                  <a:pt x="275" y="445"/>
                </a:lnTo>
                <a:lnTo>
                  <a:pt x="222" y="491"/>
                </a:lnTo>
                <a:lnTo>
                  <a:pt x="232" y="488"/>
                </a:lnTo>
                <a:lnTo>
                  <a:pt x="273" y="517"/>
                </a:lnTo>
                <a:lnTo>
                  <a:pt x="281" y="529"/>
                </a:lnTo>
                <a:lnTo>
                  <a:pt x="278" y="543"/>
                </a:lnTo>
                <a:lnTo>
                  <a:pt x="343" y="462"/>
                </a:lnTo>
                <a:lnTo>
                  <a:pt x="347" y="421"/>
                </a:lnTo>
                <a:lnTo>
                  <a:pt x="399" y="384"/>
                </a:lnTo>
                <a:lnTo>
                  <a:pt x="432" y="384"/>
                </a:lnTo>
                <a:lnTo>
                  <a:pt x="445" y="371"/>
                </a:lnTo>
                <a:lnTo>
                  <a:pt x="472" y="310"/>
                </a:lnTo>
                <a:lnTo>
                  <a:pt x="475" y="249"/>
                </a:lnTo>
                <a:lnTo>
                  <a:pt x="527" y="191"/>
                </a:lnTo>
                <a:lnTo>
                  <a:pt x="532" y="166"/>
                </a:lnTo>
                <a:lnTo>
                  <a:pt x="524" y="141"/>
                </a:lnTo>
                <a:lnTo>
                  <a:pt x="502" y="137"/>
                </a:lnTo>
                <a:lnTo>
                  <a:pt x="468" y="111"/>
                </a:lnTo>
                <a:lnTo>
                  <a:pt x="401" y="106"/>
                </a:lnTo>
                <a:lnTo>
                  <a:pt x="395" y="90"/>
                </a:lnTo>
                <a:lnTo>
                  <a:pt x="365" y="78"/>
                </a:lnTo>
                <a:lnTo>
                  <a:pt x="352" y="79"/>
                </a:lnTo>
                <a:lnTo>
                  <a:pt x="334" y="102"/>
                </a:lnTo>
                <a:lnTo>
                  <a:pt x="334" y="94"/>
                </a:lnTo>
                <a:lnTo>
                  <a:pt x="305" y="98"/>
                </a:lnTo>
                <a:lnTo>
                  <a:pt x="317" y="93"/>
                </a:lnTo>
                <a:lnTo>
                  <a:pt x="306" y="75"/>
                </a:lnTo>
                <a:lnTo>
                  <a:pt x="327" y="48"/>
                </a:lnTo>
                <a:lnTo>
                  <a:pt x="305" y="15"/>
                </a:lnTo>
                <a:lnTo>
                  <a:pt x="285" y="41"/>
                </a:lnTo>
                <a:lnTo>
                  <a:pt x="265" y="39"/>
                </a:lnTo>
                <a:lnTo>
                  <a:pt x="237" y="43"/>
                </a:lnTo>
                <a:lnTo>
                  <a:pt x="198" y="49"/>
                </a:lnTo>
                <a:lnTo>
                  <a:pt x="191" y="35"/>
                </a:lnTo>
                <a:lnTo>
                  <a:pt x="194" y="9"/>
                </a:lnTo>
                <a:lnTo>
                  <a:pt x="181" y="0"/>
                </a:lnTo>
                <a:lnTo>
                  <a:pt x="147" y="16"/>
                </a:lnTo>
                <a:lnTo>
                  <a:pt x="124" y="11"/>
                </a:lnTo>
                <a:lnTo>
                  <a:pt x="131" y="37"/>
                </a:lnTo>
                <a:lnTo>
                  <a:pt x="144" y="40"/>
                </a:lnTo>
                <a:lnTo>
                  <a:pt x="111" y="59"/>
                </a:lnTo>
                <a:lnTo>
                  <a:pt x="95" y="52"/>
                </a:lnTo>
                <a:lnTo>
                  <a:pt x="87" y="42"/>
                </a:lnTo>
                <a:lnTo>
                  <a:pt x="55" y="47"/>
                </a:lnTo>
                <a:lnTo>
                  <a:pt x="65" y="61"/>
                </a:lnTo>
                <a:lnTo>
                  <a:pt x="52" y="63"/>
                </a:lnTo>
                <a:lnTo>
                  <a:pt x="59" y="87"/>
                </a:lnTo>
                <a:lnTo>
                  <a:pt x="53" y="126"/>
                </a:lnTo>
                <a:lnTo>
                  <a:pt x="19" y="140"/>
                </a:lnTo>
                <a:lnTo>
                  <a:pt x="0" y="17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2" name="Freeform 709">
            <a:extLst>
              <a:ext uri="{FF2B5EF4-FFF2-40B4-BE49-F238E27FC236}">
                <a16:creationId xmlns:a16="http://schemas.microsoft.com/office/drawing/2014/main" id="{8F468F01-980B-2DAE-5303-6FF9728ADDBA}"/>
              </a:ext>
            </a:extLst>
          </p:cNvPr>
          <p:cNvSpPr>
            <a:spLocks/>
          </p:cNvSpPr>
          <p:nvPr/>
        </p:nvSpPr>
        <p:spPr bwMode="auto">
          <a:xfrm>
            <a:off x="2654074" y="5086827"/>
            <a:ext cx="14942" cy="41163"/>
          </a:xfrm>
          <a:custGeom>
            <a:avLst/>
            <a:gdLst>
              <a:gd name="T0" fmla="*/ 0 w 13"/>
              <a:gd name="T1" fmla="*/ 8 h 37"/>
              <a:gd name="T2" fmla="*/ 0 w 13"/>
              <a:gd name="T3" fmla="*/ 8 h 37"/>
              <a:gd name="T4" fmla="*/ 5 w 13"/>
              <a:gd name="T5" fmla="*/ 36 h 37"/>
              <a:gd name="T6" fmla="*/ 12 w 13"/>
              <a:gd name="T7" fmla="*/ 0 h 37"/>
              <a:gd name="T8" fmla="*/ 0 w 13"/>
              <a:gd name="T9" fmla="*/ 8 h 37"/>
              <a:gd name="T10" fmla="*/ 0 w 13"/>
              <a:gd name="T11" fmla="*/ 8 h 37"/>
              <a:gd name="T12" fmla="*/ 0 60000 65536"/>
              <a:gd name="T13" fmla="*/ 0 60000 65536"/>
              <a:gd name="T14" fmla="*/ 0 60000 65536"/>
              <a:gd name="T15" fmla="*/ 0 60000 65536"/>
              <a:gd name="T16" fmla="*/ 0 60000 65536"/>
              <a:gd name="T17" fmla="*/ 0 60000 65536"/>
              <a:gd name="T18" fmla="*/ 0 w 13"/>
              <a:gd name="T19" fmla="*/ 0 h 37"/>
              <a:gd name="T20" fmla="*/ 13 w 13"/>
              <a:gd name="T21" fmla="*/ 37 h 37"/>
            </a:gdLst>
            <a:ahLst/>
            <a:cxnLst>
              <a:cxn ang="T12">
                <a:pos x="T0" y="T1"/>
              </a:cxn>
              <a:cxn ang="T13">
                <a:pos x="T2" y="T3"/>
              </a:cxn>
              <a:cxn ang="T14">
                <a:pos x="T4" y="T5"/>
              </a:cxn>
              <a:cxn ang="T15">
                <a:pos x="T6" y="T7"/>
              </a:cxn>
              <a:cxn ang="T16">
                <a:pos x="T8" y="T9"/>
              </a:cxn>
              <a:cxn ang="T17">
                <a:pos x="T10" y="T11"/>
              </a:cxn>
            </a:cxnLst>
            <a:rect l="T18" t="T19" r="T20" b="T21"/>
            <a:pathLst>
              <a:path w="13" h="37">
                <a:moveTo>
                  <a:pt x="0" y="8"/>
                </a:moveTo>
                <a:lnTo>
                  <a:pt x="0" y="8"/>
                </a:lnTo>
                <a:lnTo>
                  <a:pt x="5" y="36"/>
                </a:lnTo>
                <a:lnTo>
                  <a:pt x="12" y="0"/>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3" name="Freeform 710">
            <a:extLst>
              <a:ext uri="{FF2B5EF4-FFF2-40B4-BE49-F238E27FC236}">
                <a16:creationId xmlns:a16="http://schemas.microsoft.com/office/drawing/2014/main" id="{9B9E70D4-26C7-8110-DC24-4E92DCBFFE51}"/>
              </a:ext>
            </a:extLst>
          </p:cNvPr>
          <p:cNvSpPr>
            <a:spLocks/>
          </p:cNvSpPr>
          <p:nvPr/>
        </p:nvSpPr>
        <p:spPr bwMode="auto">
          <a:xfrm>
            <a:off x="2867863" y="5634183"/>
            <a:ext cx="132182" cy="635245"/>
          </a:xfrm>
          <a:custGeom>
            <a:avLst/>
            <a:gdLst>
              <a:gd name="T0" fmla="*/ 0 w 115"/>
              <a:gd name="T1" fmla="*/ 445 h 571"/>
              <a:gd name="T2" fmla="*/ 0 w 115"/>
              <a:gd name="T3" fmla="*/ 445 h 571"/>
              <a:gd name="T4" fmla="*/ 9 w 115"/>
              <a:gd name="T5" fmla="*/ 430 h 571"/>
              <a:gd name="T6" fmla="*/ 24 w 115"/>
              <a:gd name="T7" fmla="*/ 441 h 571"/>
              <a:gd name="T8" fmla="*/ 39 w 115"/>
              <a:gd name="T9" fmla="*/ 412 h 571"/>
              <a:gd name="T10" fmla="*/ 33 w 115"/>
              <a:gd name="T11" fmla="*/ 400 h 571"/>
              <a:gd name="T12" fmla="*/ 45 w 115"/>
              <a:gd name="T13" fmla="*/ 360 h 571"/>
              <a:gd name="T14" fmla="*/ 24 w 115"/>
              <a:gd name="T15" fmla="*/ 357 h 571"/>
              <a:gd name="T16" fmla="*/ 27 w 115"/>
              <a:gd name="T17" fmla="*/ 292 h 571"/>
              <a:gd name="T18" fmla="*/ 55 w 115"/>
              <a:gd name="T19" fmla="*/ 224 h 571"/>
              <a:gd name="T20" fmla="*/ 54 w 115"/>
              <a:gd name="T21" fmla="*/ 166 h 571"/>
              <a:gd name="T22" fmla="*/ 74 w 115"/>
              <a:gd name="T23" fmla="*/ 58 h 571"/>
              <a:gd name="T24" fmla="*/ 68 w 115"/>
              <a:gd name="T25" fmla="*/ 9 h 571"/>
              <a:gd name="T26" fmla="*/ 81 w 115"/>
              <a:gd name="T27" fmla="*/ 0 h 571"/>
              <a:gd name="T28" fmla="*/ 96 w 115"/>
              <a:gd name="T29" fmla="*/ 25 h 571"/>
              <a:gd name="T30" fmla="*/ 104 w 115"/>
              <a:gd name="T31" fmla="*/ 75 h 571"/>
              <a:gd name="T32" fmla="*/ 114 w 115"/>
              <a:gd name="T33" fmla="*/ 76 h 571"/>
              <a:gd name="T34" fmla="*/ 112 w 115"/>
              <a:gd name="T35" fmla="*/ 93 h 571"/>
              <a:gd name="T36" fmla="*/ 97 w 115"/>
              <a:gd name="T37" fmla="*/ 100 h 571"/>
              <a:gd name="T38" fmla="*/ 98 w 115"/>
              <a:gd name="T39" fmla="*/ 134 h 571"/>
              <a:gd name="T40" fmla="*/ 81 w 115"/>
              <a:gd name="T41" fmla="*/ 152 h 571"/>
              <a:gd name="T42" fmla="*/ 69 w 115"/>
              <a:gd name="T43" fmla="*/ 199 h 571"/>
              <a:gd name="T44" fmla="*/ 78 w 115"/>
              <a:gd name="T45" fmla="*/ 243 h 571"/>
              <a:gd name="T46" fmla="*/ 61 w 115"/>
              <a:gd name="T47" fmla="*/ 281 h 571"/>
              <a:gd name="T48" fmla="*/ 48 w 115"/>
              <a:gd name="T49" fmla="*/ 374 h 571"/>
              <a:gd name="T50" fmla="*/ 58 w 115"/>
              <a:gd name="T51" fmla="*/ 409 h 571"/>
              <a:gd name="T52" fmla="*/ 49 w 115"/>
              <a:gd name="T53" fmla="*/ 412 h 571"/>
              <a:gd name="T54" fmla="*/ 53 w 115"/>
              <a:gd name="T55" fmla="*/ 442 h 571"/>
              <a:gd name="T56" fmla="*/ 30 w 115"/>
              <a:gd name="T57" fmla="*/ 505 h 571"/>
              <a:gd name="T58" fmla="*/ 33 w 115"/>
              <a:gd name="T59" fmla="*/ 516 h 571"/>
              <a:gd name="T60" fmla="*/ 44 w 115"/>
              <a:gd name="T61" fmla="*/ 512 h 571"/>
              <a:gd name="T62" fmla="*/ 48 w 115"/>
              <a:gd name="T63" fmla="*/ 536 h 571"/>
              <a:gd name="T64" fmla="*/ 98 w 115"/>
              <a:gd name="T65" fmla="*/ 541 h 571"/>
              <a:gd name="T66" fmla="*/ 65 w 115"/>
              <a:gd name="T67" fmla="*/ 551 h 571"/>
              <a:gd name="T68" fmla="*/ 61 w 115"/>
              <a:gd name="T69" fmla="*/ 570 h 571"/>
              <a:gd name="T70" fmla="*/ 46 w 115"/>
              <a:gd name="T71" fmla="*/ 565 h 571"/>
              <a:gd name="T72" fmla="*/ 62 w 115"/>
              <a:gd name="T73" fmla="*/ 553 h 571"/>
              <a:gd name="T74" fmla="*/ 38 w 115"/>
              <a:gd name="T75" fmla="*/ 548 h 571"/>
              <a:gd name="T76" fmla="*/ 35 w 115"/>
              <a:gd name="T77" fmla="*/ 527 h 571"/>
              <a:gd name="T78" fmla="*/ 29 w 115"/>
              <a:gd name="T79" fmla="*/ 537 h 571"/>
              <a:gd name="T80" fmla="*/ 20 w 115"/>
              <a:gd name="T81" fmla="*/ 518 h 571"/>
              <a:gd name="T82" fmla="*/ 25 w 115"/>
              <a:gd name="T83" fmla="*/ 513 h 571"/>
              <a:gd name="T84" fmla="*/ 14 w 115"/>
              <a:gd name="T85" fmla="*/ 504 h 571"/>
              <a:gd name="T86" fmla="*/ 24 w 115"/>
              <a:gd name="T87" fmla="*/ 494 h 571"/>
              <a:gd name="T88" fmla="*/ 15 w 115"/>
              <a:gd name="T89" fmla="*/ 466 h 571"/>
              <a:gd name="T90" fmla="*/ 32 w 115"/>
              <a:gd name="T91" fmla="*/ 469 h 571"/>
              <a:gd name="T92" fmla="*/ 15 w 115"/>
              <a:gd name="T93" fmla="*/ 455 h 571"/>
              <a:gd name="T94" fmla="*/ 19 w 115"/>
              <a:gd name="T95" fmla="*/ 444 h 571"/>
              <a:gd name="T96" fmla="*/ 0 w 115"/>
              <a:gd name="T97" fmla="*/ 445 h 571"/>
              <a:gd name="T98" fmla="*/ 0 w 115"/>
              <a:gd name="T99" fmla="*/ 445 h 57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5"/>
              <a:gd name="T151" fmla="*/ 0 h 571"/>
              <a:gd name="T152" fmla="*/ 115 w 115"/>
              <a:gd name="T153" fmla="*/ 571 h 57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5" h="571">
                <a:moveTo>
                  <a:pt x="0" y="445"/>
                </a:moveTo>
                <a:lnTo>
                  <a:pt x="0" y="445"/>
                </a:lnTo>
                <a:lnTo>
                  <a:pt x="9" y="430"/>
                </a:lnTo>
                <a:lnTo>
                  <a:pt x="24" y="441"/>
                </a:lnTo>
                <a:lnTo>
                  <a:pt x="39" y="412"/>
                </a:lnTo>
                <a:lnTo>
                  <a:pt x="33" y="400"/>
                </a:lnTo>
                <a:lnTo>
                  <a:pt x="45" y="360"/>
                </a:lnTo>
                <a:lnTo>
                  <a:pt x="24" y="357"/>
                </a:lnTo>
                <a:lnTo>
                  <a:pt x="27" y="292"/>
                </a:lnTo>
                <a:lnTo>
                  <a:pt x="55" y="224"/>
                </a:lnTo>
                <a:lnTo>
                  <a:pt x="54" y="166"/>
                </a:lnTo>
                <a:lnTo>
                  <a:pt x="74" y="58"/>
                </a:lnTo>
                <a:lnTo>
                  <a:pt x="68" y="9"/>
                </a:lnTo>
                <a:lnTo>
                  <a:pt x="81" y="0"/>
                </a:lnTo>
                <a:lnTo>
                  <a:pt x="96" y="25"/>
                </a:lnTo>
                <a:lnTo>
                  <a:pt x="104" y="75"/>
                </a:lnTo>
                <a:lnTo>
                  <a:pt x="114" y="76"/>
                </a:lnTo>
                <a:lnTo>
                  <a:pt x="112" y="93"/>
                </a:lnTo>
                <a:lnTo>
                  <a:pt x="97" y="100"/>
                </a:lnTo>
                <a:lnTo>
                  <a:pt x="98" y="134"/>
                </a:lnTo>
                <a:lnTo>
                  <a:pt x="81" y="152"/>
                </a:lnTo>
                <a:lnTo>
                  <a:pt x="69" y="199"/>
                </a:lnTo>
                <a:lnTo>
                  <a:pt x="78" y="243"/>
                </a:lnTo>
                <a:lnTo>
                  <a:pt x="61" y="281"/>
                </a:lnTo>
                <a:lnTo>
                  <a:pt x="48" y="374"/>
                </a:lnTo>
                <a:lnTo>
                  <a:pt x="58" y="409"/>
                </a:lnTo>
                <a:lnTo>
                  <a:pt x="49" y="412"/>
                </a:lnTo>
                <a:lnTo>
                  <a:pt x="53" y="442"/>
                </a:lnTo>
                <a:lnTo>
                  <a:pt x="30" y="505"/>
                </a:lnTo>
                <a:lnTo>
                  <a:pt x="33" y="516"/>
                </a:lnTo>
                <a:lnTo>
                  <a:pt x="44" y="512"/>
                </a:lnTo>
                <a:lnTo>
                  <a:pt x="48" y="536"/>
                </a:lnTo>
                <a:lnTo>
                  <a:pt x="98" y="541"/>
                </a:lnTo>
                <a:lnTo>
                  <a:pt x="65" y="551"/>
                </a:lnTo>
                <a:lnTo>
                  <a:pt x="61" y="570"/>
                </a:lnTo>
                <a:lnTo>
                  <a:pt x="46" y="565"/>
                </a:lnTo>
                <a:lnTo>
                  <a:pt x="62" y="553"/>
                </a:lnTo>
                <a:lnTo>
                  <a:pt x="38" y="548"/>
                </a:lnTo>
                <a:lnTo>
                  <a:pt x="35" y="527"/>
                </a:lnTo>
                <a:lnTo>
                  <a:pt x="29" y="537"/>
                </a:lnTo>
                <a:lnTo>
                  <a:pt x="20" y="518"/>
                </a:lnTo>
                <a:lnTo>
                  <a:pt x="25" y="513"/>
                </a:lnTo>
                <a:lnTo>
                  <a:pt x="14" y="504"/>
                </a:lnTo>
                <a:lnTo>
                  <a:pt x="24" y="494"/>
                </a:lnTo>
                <a:lnTo>
                  <a:pt x="15" y="466"/>
                </a:lnTo>
                <a:lnTo>
                  <a:pt x="32" y="469"/>
                </a:lnTo>
                <a:lnTo>
                  <a:pt x="15" y="455"/>
                </a:lnTo>
                <a:lnTo>
                  <a:pt x="19" y="444"/>
                </a:lnTo>
                <a:lnTo>
                  <a:pt x="0" y="44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4" name="Freeform 711">
            <a:extLst>
              <a:ext uri="{FF2B5EF4-FFF2-40B4-BE49-F238E27FC236}">
                <a16:creationId xmlns:a16="http://schemas.microsoft.com/office/drawing/2014/main" id="{E7F19B09-81BF-CF02-0D85-41CD8FC2A1F5}"/>
              </a:ext>
            </a:extLst>
          </p:cNvPr>
          <p:cNvSpPr>
            <a:spLocks/>
          </p:cNvSpPr>
          <p:nvPr/>
        </p:nvSpPr>
        <p:spPr bwMode="auto">
          <a:xfrm>
            <a:off x="2874759" y="6165965"/>
            <a:ext cx="11494" cy="24476"/>
          </a:xfrm>
          <a:custGeom>
            <a:avLst/>
            <a:gdLst>
              <a:gd name="T0" fmla="*/ 0 w 10"/>
              <a:gd name="T1" fmla="*/ 9 h 22"/>
              <a:gd name="T2" fmla="*/ 0 w 10"/>
              <a:gd name="T3" fmla="*/ 9 h 22"/>
              <a:gd name="T4" fmla="*/ 4 w 10"/>
              <a:gd name="T5" fmla="*/ 0 h 22"/>
              <a:gd name="T6" fmla="*/ 9 w 10"/>
              <a:gd name="T7" fmla="*/ 21 h 22"/>
              <a:gd name="T8" fmla="*/ 0 w 10"/>
              <a:gd name="T9" fmla="*/ 9 h 22"/>
              <a:gd name="T10" fmla="*/ 0 w 10"/>
              <a:gd name="T11" fmla="*/ 9 h 22"/>
              <a:gd name="T12" fmla="*/ 0 60000 65536"/>
              <a:gd name="T13" fmla="*/ 0 60000 65536"/>
              <a:gd name="T14" fmla="*/ 0 60000 65536"/>
              <a:gd name="T15" fmla="*/ 0 60000 65536"/>
              <a:gd name="T16" fmla="*/ 0 60000 65536"/>
              <a:gd name="T17" fmla="*/ 0 60000 65536"/>
              <a:gd name="T18" fmla="*/ 0 w 10"/>
              <a:gd name="T19" fmla="*/ 0 h 22"/>
              <a:gd name="T20" fmla="*/ 10 w 10"/>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10" h="22">
                <a:moveTo>
                  <a:pt x="0" y="9"/>
                </a:moveTo>
                <a:lnTo>
                  <a:pt x="0" y="9"/>
                </a:lnTo>
                <a:lnTo>
                  <a:pt x="4" y="0"/>
                </a:lnTo>
                <a:lnTo>
                  <a:pt x="9" y="21"/>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5" name="Freeform 712">
            <a:extLst>
              <a:ext uri="{FF2B5EF4-FFF2-40B4-BE49-F238E27FC236}">
                <a16:creationId xmlns:a16="http://schemas.microsoft.com/office/drawing/2014/main" id="{D3B9FE4D-175B-AE4F-DCA2-9F7D60733672}"/>
              </a:ext>
            </a:extLst>
          </p:cNvPr>
          <p:cNvSpPr>
            <a:spLocks/>
          </p:cNvSpPr>
          <p:nvPr/>
        </p:nvSpPr>
        <p:spPr bwMode="auto">
          <a:xfrm>
            <a:off x="2886254" y="6036913"/>
            <a:ext cx="10345" cy="31151"/>
          </a:xfrm>
          <a:custGeom>
            <a:avLst/>
            <a:gdLst>
              <a:gd name="T0" fmla="*/ 0 w 9"/>
              <a:gd name="T1" fmla="*/ 23 h 28"/>
              <a:gd name="T2" fmla="*/ 0 w 9"/>
              <a:gd name="T3" fmla="*/ 23 h 28"/>
              <a:gd name="T4" fmla="*/ 8 w 9"/>
              <a:gd name="T5" fmla="*/ 0 h 28"/>
              <a:gd name="T6" fmla="*/ 8 w 9"/>
              <a:gd name="T7" fmla="*/ 27 h 28"/>
              <a:gd name="T8" fmla="*/ 0 w 9"/>
              <a:gd name="T9" fmla="*/ 23 h 28"/>
              <a:gd name="T10" fmla="*/ 0 w 9"/>
              <a:gd name="T11" fmla="*/ 23 h 28"/>
              <a:gd name="T12" fmla="*/ 0 60000 65536"/>
              <a:gd name="T13" fmla="*/ 0 60000 65536"/>
              <a:gd name="T14" fmla="*/ 0 60000 65536"/>
              <a:gd name="T15" fmla="*/ 0 60000 65536"/>
              <a:gd name="T16" fmla="*/ 0 60000 65536"/>
              <a:gd name="T17" fmla="*/ 0 60000 65536"/>
              <a:gd name="T18" fmla="*/ 0 w 9"/>
              <a:gd name="T19" fmla="*/ 0 h 28"/>
              <a:gd name="T20" fmla="*/ 9 w 9"/>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9" h="28">
                <a:moveTo>
                  <a:pt x="0" y="23"/>
                </a:moveTo>
                <a:lnTo>
                  <a:pt x="0" y="23"/>
                </a:lnTo>
                <a:lnTo>
                  <a:pt x="8" y="0"/>
                </a:lnTo>
                <a:lnTo>
                  <a:pt x="8" y="27"/>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6" name="Freeform 713">
            <a:extLst>
              <a:ext uri="{FF2B5EF4-FFF2-40B4-BE49-F238E27FC236}">
                <a16:creationId xmlns:a16="http://schemas.microsoft.com/office/drawing/2014/main" id="{99ABD4A4-0EAB-42EF-B3F3-810E9249FB3B}"/>
              </a:ext>
            </a:extLst>
          </p:cNvPr>
          <p:cNvSpPr>
            <a:spLocks/>
          </p:cNvSpPr>
          <p:nvPr/>
        </p:nvSpPr>
        <p:spPr bwMode="auto">
          <a:xfrm>
            <a:off x="2896598" y="6260528"/>
            <a:ext cx="21839" cy="14463"/>
          </a:xfrm>
          <a:custGeom>
            <a:avLst/>
            <a:gdLst>
              <a:gd name="T0" fmla="*/ 0 w 19"/>
              <a:gd name="T1" fmla="*/ 0 h 13"/>
              <a:gd name="T2" fmla="*/ 0 w 19"/>
              <a:gd name="T3" fmla="*/ 0 h 13"/>
              <a:gd name="T4" fmla="*/ 18 w 19"/>
              <a:gd name="T5" fmla="*/ 3 h 13"/>
              <a:gd name="T6" fmla="*/ 18 w 19"/>
              <a:gd name="T7" fmla="*/ 12 h 13"/>
              <a:gd name="T8" fmla="*/ 0 w 19"/>
              <a:gd name="T9" fmla="*/ 0 h 13"/>
              <a:gd name="T10" fmla="*/ 0 w 19"/>
              <a:gd name="T11" fmla="*/ 0 h 13"/>
              <a:gd name="T12" fmla="*/ 0 60000 65536"/>
              <a:gd name="T13" fmla="*/ 0 60000 65536"/>
              <a:gd name="T14" fmla="*/ 0 60000 65536"/>
              <a:gd name="T15" fmla="*/ 0 60000 65536"/>
              <a:gd name="T16" fmla="*/ 0 60000 65536"/>
              <a:gd name="T17" fmla="*/ 0 60000 65536"/>
              <a:gd name="T18" fmla="*/ 0 w 19"/>
              <a:gd name="T19" fmla="*/ 0 h 13"/>
              <a:gd name="T20" fmla="*/ 19 w 19"/>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19" h="13">
                <a:moveTo>
                  <a:pt x="0" y="0"/>
                </a:moveTo>
                <a:lnTo>
                  <a:pt x="0" y="0"/>
                </a:lnTo>
                <a:lnTo>
                  <a:pt x="18" y="3"/>
                </a:lnTo>
                <a:lnTo>
                  <a:pt x="18" y="1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7" name="Freeform 714">
            <a:extLst>
              <a:ext uri="{FF2B5EF4-FFF2-40B4-BE49-F238E27FC236}">
                <a16:creationId xmlns:a16="http://schemas.microsoft.com/office/drawing/2014/main" id="{CA932C6C-813D-6BDC-A866-164EE1CF4F44}"/>
              </a:ext>
            </a:extLst>
          </p:cNvPr>
          <p:cNvSpPr>
            <a:spLocks/>
          </p:cNvSpPr>
          <p:nvPr/>
        </p:nvSpPr>
        <p:spPr bwMode="auto">
          <a:xfrm>
            <a:off x="2901196" y="6230491"/>
            <a:ext cx="32184" cy="31151"/>
          </a:xfrm>
          <a:custGeom>
            <a:avLst/>
            <a:gdLst>
              <a:gd name="T0" fmla="*/ 0 w 28"/>
              <a:gd name="T1" fmla="*/ 5 h 28"/>
              <a:gd name="T2" fmla="*/ 0 w 28"/>
              <a:gd name="T3" fmla="*/ 5 h 28"/>
              <a:gd name="T4" fmla="*/ 7 w 28"/>
              <a:gd name="T5" fmla="*/ 0 h 28"/>
              <a:gd name="T6" fmla="*/ 6 w 28"/>
              <a:gd name="T7" fmla="*/ 13 h 28"/>
              <a:gd name="T8" fmla="*/ 27 w 28"/>
              <a:gd name="T9" fmla="*/ 17 h 28"/>
              <a:gd name="T10" fmla="*/ 14 w 28"/>
              <a:gd name="T11" fmla="*/ 27 h 28"/>
              <a:gd name="T12" fmla="*/ 0 w 28"/>
              <a:gd name="T13" fmla="*/ 5 h 28"/>
              <a:gd name="T14" fmla="*/ 0 w 28"/>
              <a:gd name="T15" fmla="*/ 5 h 28"/>
              <a:gd name="T16" fmla="*/ 0 60000 65536"/>
              <a:gd name="T17" fmla="*/ 0 60000 65536"/>
              <a:gd name="T18" fmla="*/ 0 60000 65536"/>
              <a:gd name="T19" fmla="*/ 0 60000 65536"/>
              <a:gd name="T20" fmla="*/ 0 60000 65536"/>
              <a:gd name="T21" fmla="*/ 0 60000 65536"/>
              <a:gd name="T22" fmla="*/ 0 60000 65536"/>
              <a:gd name="T23" fmla="*/ 0 60000 65536"/>
              <a:gd name="T24" fmla="*/ 0 w 28"/>
              <a:gd name="T25" fmla="*/ 0 h 28"/>
              <a:gd name="T26" fmla="*/ 28 w 28"/>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8" h="28">
                <a:moveTo>
                  <a:pt x="0" y="5"/>
                </a:moveTo>
                <a:lnTo>
                  <a:pt x="0" y="5"/>
                </a:lnTo>
                <a:lnTo>
                  <a:pt x="7" y="0"/>
                </a:lnTo>
                <a:lnTo>
                  <a:pt x="6" y="13"/>
                </a:lnTo>
                <a:lnTo>
                  <a:pt x="27" y="17"/>
                </a:lnTo>
                <a:lnTo>
                  <a:pt x="14" y="27"/>
                </a:lnTo>
                <a:lnTo>
                  <a:pt x="0" y="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8" name="Freeform 715">
            <a:extLst>
              <a:ext uri="{FF2B5EF4-FFF2-40B4-BE49-F238E27FC236}">
                <a16:creationId xmlns:a16="http://schemas.microsoft.com/office/drawing/2014/main" id="{935541FC-B985-BB13-363F-067A9C6C3FE8}"/>
              </a:ext>
            </a:extLst>
          </p:cNvPr>
          <p:cNvSpPr>
            <a:spLocks/>
          </p:cNvSpPr>
          <p:nvPr/>
        </p:nvSpPr>
        <p:spPr bwMode="auto">
          <a:xfrm>
            <a:off x="2923034" y="6270541"/>
            <a:ext cx="18390" cy="8900"/>
          </a:xfrm>
          <a:custGeom>
            <a:avLst/>
            <a:gdLst>
              <a:gd name="T0" fmla="*/ 0 w 16"/>
              <a:gd name="T1" fmla="*/ 5 h 8"/>
              <a:gd name="T2" fmla="*/ 0 w 16"/>
              <a:gd name="T3" fmla="*/ 5 h 8"/>
              <a:gd name="T4" fmla="*/ 4 w 16"/>
              <a:gd name="T5" fmla="*/ 0 h 8"/>
              <a:gd name="T6" fmla="*/ 15 w 16"/>
              <a:gd name="T7" fmla="*/ 7 h 8"/>
              <a:gd name="T8" fmla="*/ 0 w 16"/>
              <a:gd name="T9" fmla="*/ 5 h 8"/>
              <a:gd name="T10" fmla="*/ 0 w 16"/>
              <a:gd name="T11" fmla="*/ 5 h 8"/>
              <a:gd name="T12" fmla="*/ 0 60000 65536"/>
              <a:gd name="T13" fmla="*/ 0 60000 65536"/>
              <a:gd name="T14" fmla="*/ 0 60000 65536"/>
              <a:gd name="T15" fmla="*/ 0 60000 65536"/>
              <a:gd name="T16" fmla="*/ 0 60000 65536"/>
              <a:gd name="T17" fmla="*/ 0 60000 65536"/>
              <a:gd name="T18" fmla="*/ 0 w 16"/>
              <a:gd name="T19" fmla="*/ 0 h 8"/>
              <a:gd name="T20" fmla="*/ 16 w 16"/>
              <a:gd name="T21" fmla="*/ 8 h 8"/>
            </a:gdLst>
            <a:ahLst/>
            <a:cxnLst>
              <a:cxn ang="T12">
                <a:pos x="T0" y="T1"/>
              </a:cxn>
              <a:cxn ang="T13">
                <a:pos x="T2" y="T3"/>
              </a:cxn>
              <a:cxn ang="T14">
                <a:pos x="T4" y="T5"/>
              </a:cxn>
              <a:cxn ang="T15">
                <a:pos x="T6" y="T7"/>
              </a:cxn>
              <a:cxn ang="T16">
                <a:pos x="T8" y="T9"/>
              </a:cxn>
              <a:cxn ang="T17">
                <a:pos x="T10" y="T11"/>
              </a:cxn>
            </a:cxnLst>
            <a:rect l="T18" t="T19" r="T20" b="T21"/>
            <a:pathLst>
              <a:path w="16" h="8">
                <a:moveTo>
                  <a:pt x="0" y="5"/>
                </a:moveTo>
                <a:lnTo>
                  <a:pt x="0" y="5"/>
                </a:lnTo>
                <a:lnTo>
                  <a:pt x="4" y="0"/>
                </a:lnTo>
                <a:lnTo>
                  <a:pt x="15" y="7"/>
                </a:lnTo>
                <a:lnTo>
                  <a:pt x="0" y="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9" name="Freeform 716">
            <a:extLst>
              <a:ext uri="{FF2B5EF4-FFF2-40B4-BE49-F238E27FC236}">
                <a16:creationId xmlns:a16="http://schemas.microsoft.com/office/drawing/2014/main" id="{B204DF34-B4D7-0B75-2A18-49BE33B93BDA}"/>
              </a:ext>
            </a:extLst>
          </p:cNvPr>
          <p:cNvSpPr>
            <a:spLocks/>
          </p:cNvSpPr>
          <p:nvPr/>
        </p:nvSpPr>
        <p:spPr bwMode="auto">
          <a:xfrm>
            <a:off x="2934528" y="6244953"/>
            <a:ext cx="44827" cy="46726"/>
          </a:xfrm>
          <a:custGeom>
            <a:avLst/>
            <a:gdLst>
              <a:gd name="T0" fmla="*/ 0 w 39"/>
              <a:gd name="T1" fmla="*/ 34 h 42"/>
              <a:gd name="T2" fmla="*/ 0 w 39"/>
              <a:gd name="T3" fmla="*/ 34 h 42"/>
              <a:gd name="T4" fmla="*/ 6 w 39"/>
              <a:gd name="T5" fmla="*/ 27 h 42"/>
              <a:gd name="T6" fmla="*/ 26 w 39"/>
              <a:gd name="T7" fmla="*/ 31 h 42"/>
              <a:gd name="T8" fmla="*/ 17 w 39"/>
              <a:gd name="T9" fmla="*/ 21 h 42"/>
              <a:gd name="T10" fmla="*/ 27 w 39"/>
              <a:gd name="T11" fmla="*/ 14 h 42"/>
              <a:gd name="T12" fmla="*/ 12 w 39"/>
              <a:gd name="T13" fmla="*/ 12 h 42"/>
              <a:gd name="T14" fmla="*/ 12 w 39"/>
              <a:gd name="T15" fmla="*/ 2 h 42"/>
              <a:gd name="T16" fmla="*/ 36 w 39"/>
              <a:gd name="T17" fmla="*/ 0 h 42"/>
              <a:gd name="T18" fmla="*/ 38 w 39"/>
              <a:gd name="T19" fmla="*/ 41 h 42"/>
              <a:gd name="T20" fmla="*/ 0 w 39"/>
              <a:gd name="T21" fmla="*/ 34 h 42"/>
              <a:gd name="T22" fmla="*/ 0 w 39"/>
              <a:gd name="T23" fmla="*/ 34 h 4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9"/>
              <a:gd name="T37" fmla="*/ 0 h 42"/>
              <a:gd name="T38" fmla="*/ 39 w 39"/>
              <a:gd name="T39" fmla="*/ 42 h 4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9" h="42">
                <a:moveTo>
                  <a:pt x="0" y="34"/>
                </a:moveTo>
                <a:lnTo>
                  <a:pt x="0" y="34"/>
                </a:lnTo>
                <a:lnTo>
                  <a:pt x="6" y="27"/>
                </a:lnTo>
                <a:lnTo>
                  <a:pt x="26" y="31"/>
                </a:lnTo>
                <a:lnTo>
                  <a:pt x="17" y="21"/>
                </a:lnTo>
                <a:lnTo>
                  <a:pt x="27" y="14"/>
                </a:lnTo>
                <a:lnTo>
                  <a:pt x="12" y="12"/>
                </a:lnTo>
                <a:lnTo>
                  <a:pt x="12" y="2"/>
                </a:lnTo>
                <a:lnTo>
                  <a:pt x="36" y="0"/>
                </a:lnTo>
                <a:lnTo>
                  <a:pt x="38" y="41"/>
                </a:lnTo>
                <a:lnTo>
                  <a:pt x="0" y="3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0" name="Freeform 717">
            <a:extLst>
              <a:ext uri="{FF2B5EF4-FFF2-40B4-BE49-F238E27FC236}">
                <a16:creationId xmlns:a16="http://schemas.microsoft.com/office/drawing/2014/main" id="{E3101285-D8DD-DBAA-96F3-ADEA613202AD}"/>
              </a:ext>
            </a:extLst>
          </p:cNvPr>
          <p:cNvSpPr>
            <a:spLocks/>
          </p:cNvSpPr>
          <p:nvPr/>
        </p:nvSpPr>
        <p:spPr bwMode="auto">
          <a:xfrm>
            <a:off x="2817289" y="5181390"/>
            <a:ext cx="188503" cy="251428"/>
          </a:xfrm>
          <a:custGeom>
            <a:avLst/>
            <a:gdLst>
              <a:gd name="T0" fmla="*/ 0 w 164"/>
              <a:gd name="T1" fmla="*/ 150 h 226"/>
              <a:gd name="T2" fmla="*/ 0 w 164"/>
              <a:gd name="T3" fmla="*/ 150 h 226"/>
              <a:gd name="T4" fmla="*/ 20 w 164"/>
              <a:gd name="T5" fmla="*/ 166 h 226"/>
              <a:gd name="T6" fmla="*/ 49 w 164"/>
              <a:gd name="T7" fmla="*/ 170 h 226"/>
              <a:gd name="T8" fmla="*/ 78 w 164"/>
              <a:gd name="T9" fmla="*/ 200 h 226"/>
              <a:gd name="T10" fmla="*/ 117 w 164"/>
              <a:gd name="T11" fmla="*/ 203 h 226"/>
              <a:gd name="T12" fmla="*/ 111 w 164"/>
              <a:gd name="T13" fmla="*/ 219 h 226"/>
              <a:gd name="T14" fmla="*/ 121 w 164"/>
              <a:gd name="T15" fmla="*/ 225 h 226"/>
              <a:gd name="T16" fmla="*/ 127 w 164"/>
              <a:gd name="T17" fmla="*/ 186 h 226"/>
              <a:gd name="T18" fmla="*/ 120 w 164"/>
              <a:gd name="T19" fmla="*/ 162 h 226"/>
              <a:gd name="T20" fmla="*/ 133 w 164"/>
              <a:gd name="T21" fmla="*/ 160 h 226"/>
              <a:gd name="T22" fmla="*/ 123 w 164"/>
              <a:gd name="T23" fmla="*/ 146 h 226"/>
              <a:gd name="T24" fmla="*/ 155 w 164"/>
              <a:gd name="T25" fmla="*/ 141 h 226"/>
              <a:gd name="T26" fmla="*/ 163 w 164"/>
              <a:gd name="T27" fmla="*/ 151 h 226"/>
              <a:gd name="T28" fmla="*/ 151 w 164"/>
              <a:gd name="T29" fmla="*/ 131 h 226"/>
              <a:gd name="T30" fmla="*/ 155 w 164"/>
              <a:gd name="T31" fmla="*/ 84 h 226"/>
              <a:gd name="T32" fmla="*/ 128 w 164"/>
              <a:gd name="T33" fmla="*/ 86 h 226"/>
              <a:gd name="T34" fmla="*/ 120 w 164"/>
              <a:gd name="T35" fmla="*/ 74 h 226"/>
              <a:gd name="T36" fmla="*/ 93 w 164"/>
              <a:gd name="T37" fmla="*/ 71 h 226"/>
              <a:gd name="T38" fmla="*/ 76 w 164"/>
              <a:gd name="T39" fmla="*/ 44 h 226"/>
              <a:gd name="T40" fmla="*/ 102 w 164"/>
              <a:gd name="T41" fmla="*/ 8 h 226"/>
              <a:gd name="T42" fmla="*/ 98 w 164"/>
              <a:gd name="T43" fmla="*/ 0 h 226"/>
              <a:gd name="T44" fmla="*/ 52 w 164"/>
              <a:gd name="T45" fmla="*/ 20 h 226"/>
              <a:gd name="T46" fmla="*/ 27 w 164"/>
              <a:gd name="T47" fmla="*/ 60 h 226"/>
              <a:gd name="T48" fmla="*/ 19 w 164"/>
              <a:gd name="T49" fmla="*/ 50 h 226"/>
              <a:gd name="T50" fmla="*/ 13 w 164"/>
              <a:gd name="T51" fmla="*/ 70 h 226"/>
              <a:gd name="T52" fmla="*/ 19 w 164"/>
              <a:gd name="T53" fmla="*/ 115 h 226"/>
              <a:gd name="T54" fmla="*/ 25 w 164"/>
              <a:gd name="T55" fmla="*/ 115 h 226"/>
              <a:gd name="T56" fmla="*/ 0 w 164"/>
              <a:gd name="T57" fmla="*/ 150 h 226"/>
              <a:gd name="T58" fmla="*/ 0 w 164"/>
              <a:gd name="T59" fmla="*/ 150 h 22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64"/>
              <a:gd name="T91" fmla="*/ 0 h 226"/>
              <a:gd name="T92" fmla="*/ 164 w 164"/>
              <a:gd name="T93" fmla="*/ 226 h 22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64" h="226">
                <a:moveTo>
                  <a:pt x="0" y="150"/>
                </a:moveTo>
                <a:lnTo>
                  <a:pt x="0" y="150"/>
                </a:lnTo>
                <a:lnTo>
                  <a:pt x="20" y="166"/>
                </a:lnTo>
                <a:lnTo>
                  <a:pt x="49" y="170"/>
                </a:lnTo>
                <a:lnTo>
                  <a:pt x="78" y="200"/>
                </a:lnTo>
                <a:lnTo>
                  <a:pt x="117" y="203"/>
                </a:lnTo>
                <a:lnTo>
                  <a:pt x="111" y="219"/>
                </a:lnTo>
                <a:lnTo>
                  <a:pt x="121" y="225"/>
                </a:lnTo>
                <a:lnTo>
                  <a:pt x="127" y="186"/>
                </a:lnTo>
                <a:lnTo>
                  <a:pt x="120" y="162"/>
                </a:lnTo>
                <a:lnTo>
                  <a:pt x="133" y="160"/>
                </a:lnTo>
                <a:lnTo>
                  <a:pt x="123" y="146"/>
                </a:lnTo>
                <a:lnTo>
                  <a:pt x="155" y="141"/>
                </a:lnTo>
                <a:lnTo>
                  <a:pt x="163" y="151"/>
                </a:lnTo>
                <a:lnTo>
                  <a:pt x="151" y="131"/>
                </a:lnTo>
                <a:lnTo>
                  <a:pt x="155" y="84"/>
                </a:lnTo>
                <a:lnTo>
                  <a:pt x="128" y="86"/>
                </a:lnTo>
                <a:lnTo>
                  <a:pt x="120" y="74"/>
                </a:lnTo>
                <a:lnTo>
                  <a:pt x="93" y="71"/>
                </a:lnTo>
                <a:lnTo>
                  <a:pt x="76" y="44"/>
                </a:lnTo>
                <a:lnTo>
                  <a:pt x="102" y="8"/>
                </a:lnTo>
                <a:lnTo>
                  <a:pt x="98" y="0"/>
                </a:lnTo>
                <a:lnTo>
                  <a:pt x="52" y="20"/>
                </a:lnTo>
                <a:lnTo>
                  <a:pt x="27" y="60"/>
                </a:lnTo>
                <a:lnTo>
                  <a:pt x="19" y="50"/>
                </a:lnTo>
                <a:lnTo>
                  <a:pt x="13" y="70"/>
                </a:lnTo>
                <a:lnTo>
                  <a:pt x="19" y="115"/>
                </a:lnTo>
                <a:lnTo>
                  <a:pt x="25" y="115"/>
                </a:lnTo>
                <a:lnTo>
                  <a:pt x="0" y="15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1" name="Freeform 718">
            <a:extLst>
              <a:ext uri="{FF2B5EF4-FFF2-40B4-BE49-F238E27FC236}">
                <a16:creationId xmlns:a16="http://schemas.microsoft.com/office/drawing/2014/main" id="{3B302022-024E-0AB2-02F9-F6749FEBC720}"/>
              </a:ext>
            </a:extLst>
          </p:cNvPr>
          <p:cNvSpPr>
            <a:spLocks/>
          </p:cNvSpPr>
          <p:nvPr/>
        </p:nvSpPr>
        <p:spPr bwMode="auto">
          <a:xfrm>
            <a:off x="2709245" y="5202528"/>
            <a:ext cx="50574" cy="41163"/>
          </a:xfrm>
          <a:custGeom>
            <a:avLst/>
            <a:gdLst>
              <a:gd name="T0" fmla="*/ 0 w 44"/>
              <a:gd name="T1" fmla="*/ 0 h 37"/>
              <a:gd name="T2" fmla="*/ 0 w 44"/>
              <a:gd name="T3" fmla="*/ 0 h 37"/>
              <a:gd name="T4" fmla="*/ 1 w 44"/>
              <a:gd name="T5" fmla="*/ 14 h 37"/>
              <a:gd name="T6" fmla="*/ 10 w 44"/>
              <a:gd name="T7" fmla="*/ 12 h 37"/>
              <a:gd name="T8" fmla="*/ 37 w 44"/>
              <a:gd name="T9" fmla="*/ 36 h 37"/>
              <a:gd name="T10" fmla="*/ 43 w 44"/>
              <a:gd name="T11" fmla="*/ 18 h 37"/>
              <a:gd name="T12" fmla="*/ 28 w 44"/>
              <a:gd name="T13" fmla="*/ 1 h 37"/>
              <a:gd name="T14" fmla="*/ 0 w 44"/>
              <a:gd name="T15" fmla="*/ 0 h 37"/>
              <a:gd name="T16" fmla="*/ 0 w 44"/>
              <a:gd name="T17" fmla="*/ 0 h 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4"/>
              <a:gd name="T28" fmla="*/ 0 h 37"/>
              <a:gd name="T29" fmla="*/ 44 w 44"/>
              <a:gd name="T30" fmla="*/ 37 h 3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4" h="37">
                <a:moveTo>
                  <a:pt x="0" y="0"/>
                </a:moveTo>
                <a:lnTo>
                  <a:pt x="0" y="0"/>
                </a:lnTo>
                <a:lnTo>
                  <a:pt x="1" y="14"/>
                </a:lnTo>
                <a:lnTo>
                  <a:pt x="10" y="12"/>
                </a:lnTo>
                <a:lnTo>
                  <a:pt x="37" y="36"/>
                </a:lnTo>
                <a:lnTo>
                  <a:pt x="43" y="18"/>
                </a:lnTo>
                <a:lnTo>
                  <a:pt x="28" y="1"/>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2" name="Freeform 719">
            <a:extLst>
              <a:ext uri="{FF2B5EF4-FFF2-40B4-BE49-F238E27FC236}">
                <a16:creationId xmlns:a16="http://schemas.microsoft.com/office/drawing/2014/main" id="{DD7F6081-5B2C-762D-99DD-A4B236B95894}"/>
              </a:ext>
            </a:extLst>
          </p:cNvPr>
          <p:cNvSpPr>
            <a:spLocks/>
          </p:cNvSpPr>
          <p:nvPr/>
        </p:nvSpPr>
        <p:spPr bwMode="auto">
          <a:xfrm>
            <a:off x="2720739" y="5014513"/>
            <a:ext cx="170112" cy="52288"/>
          </a:xfrm>
          <a:custGeom>
            <a:avLst/>
            <a:gdLst>
              <a:gd name="T0" fmla="*/ 0 w 148"/>
              <a:gd name="T1" fmla="*/ 18 h 47"/>
              <a:gd name="T2" fmla="*/ 0 w 148"/>
              <a:gd name="T3" fmla="*/ 18 h 47"/>
              <a:gd name="T4" fmla="*/ 20 w 148"/>
              <a:gd name="T5" fmla="*/ 2 h 47"/>
              <a:gd name="T6" fmla="*/ 58 w 148"/>
              <a:gd name="T7" fmla="*/ 0 h 47"/>
              <a:gd name="T8" fmla="*/ 147 w 148"/>
              <a:gd name="T9" fmla="*/ 39 h 47"/>
              <a:gd name="T10" fmla="*/ 99 w 148"/>
              <a:gd name="T11" fmla="*/ 46 h 47"/>
              <a:gd name="T12" fmla="*/ 107 w 148"/>
              <a:gd name="T13" fmla="*/ 37 h 47"/>
              <a:gd name="T14" fmla="*/ 84 w 148"/>
              <a:gd name="T15" fmla="*/ 22 h 47"/>
              <a:gd name="T16" fmla="*/ 40 w 148"/>
              <a:gd name="T17" fmla="*/ 14 h 47"/>
              <a:gd name="T18" fmla="*/ 42 w 148"/>
              <a:gd name="T19" fmla="*/ 7 h 47"/>
              <a:gd name="T20" fmla="*/ 0 w 148"/>
              <a:gd name="T21" fmla="*/ 18 h 47"/>
              <a:gd name="T22" fmla="*/ 0 w 148"/>
              <a:gd name="T23" fmla="*/ 18 h 4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8"/>
              <a:gd name="T37" fmla="*/ 0 h 47"/>
              <a:gd name="T38" fmla="*/ 148 w 148"/>
              <a:gd name="T39" fmla="*/ 47 h 4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8" h="47">
                <a:moveTo>
                  <a:pt x="0" y="18"/>
                </a:moveTo>
                <a:lnTo>
                  <a:pt x="0" y="18"/>
                </a:lnTo>
                <a:lnTo>
                  <a:pt x="20" y="2"/>
                </a:lnTo>
                <a:lnTo>
                  <a:pt x="58" y="0"/>
                </a:lnTo>
                <a:lnTo>
                  <a:pt x="147" y="39"/>
                </a:lnTo>
                <a:lnTo>
                  <a:pt x="99" y="46"/>
                </a:lnTo>
                <a:lnTo>
                  <a:pt x="107" y="37"/>
                </a:lnTo>
                <a:lnTo>
                  <a:pt x="84" y="22"/>
                </a:lnTo>
                <a:lnTo>
                  <a:pt x="40" y="14"/>
                </a:lnTo>
                <a:lnTo>
                  <a:pt x="42" y="7"/>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3" name="Freeform 720">
            <a:extLst>
              <a:ext uri="{FF2B5EF4-FFF2-40B4-BE49-F238E27FC236}">
                <a16:creationId xmlns:a16="http://schemas.microsoft.com/office/drawing/2014/main" id="{E5A62FF4-5DDE-157D-663D-159A7B407F8F}"/>
              </a:ext>
            </a:extLst>
          </p:cNvPr>
          <p:cNvSpPr>
            <a:spLocks/>
          </p:cNvSpPr>
          <p:nvPr/>
        </p:nvSpPr>
        <p:spPr bwMode="auto">
          <a:xfrm>
            <a:off x="2926483" y="5065689"/>
            <a:ext cx="54022" cy="30038"/>
          </a:xfrm>
          <a:custGeom>
            <a:avLst/>
            <a:gdLst>
              <a:gd name="T0" fmla="*/ 0 w 47"/>
              <a:gd name="T1" fmla="*/ 0 h 27"/>
              <a:gd name="T2" fmla="*/ 0 w 47"/>
              <a:gd name="T3" fmla="*/ 0 h 27"/>
              <a:gd name="T4" fmla="*/ 0 w 47"/>
              <a:gd name="T5" fmla="*/ 26 h 27"/>
              <a:gd name="T6" fmla="*/ 46 w 47"/>
              <a:gd name="T7" fmla="*/ 17 h 27"/>
              <a:gd name="T8" fmla="*/ 26 w 47"/>
              <a:gd name="T9" fmla="*/ 3 h 27"/>
              <a:gd name="T10" fmla="*/ 0 w 47"/>
              <a:gd name="T11" fmla="*/ 0 h 27"/>
              <a:gd name="T12" fmla="*/ 0 w 47"/>
              <a:gd name="T13" fmla="*/ 0 h 27"/>
              <a:gd name="T14" fmla="*/ 0 60000 65536"/>
              <a:gd name="T15" fmla="*/ 0 60000 65536"/>
              <a:gd name="T16" fmla="*/ 0 60000 65536"/>
              <a:gd name="T17" fmla="*/ 0 60000 65536"/>
              <a:gd name="T18" fmla="*/ 0 60000 65536"/>
              <a:gd name="T19" fmla="*/ 0 60000 65536"/>
              <a:gd name="T20" fmla="*/ 0 60000 65536"/>
              <a:gd name="T21" fmla="*/ 0 w 47"/>
              <a:gd name="T22" fmla="*/ 0 h 27"/>
              <a:gd name="T23" fmla="*/ 47 w 47"/>
              <a:gd name="T24" fmla="*/ 27 h 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 h="27">
                <a:moveTo>
                  <a:pt x="0" y="0"/>
                </a:moveTo>
                <a:lnTo>
                  <a:pt x="0" y="0"/>
                </a:lnTo>
                <a:lnTo>
                  <a:pt x="0" y="26"/>
                </a:lnTo>
                <a:lnTo>
                  <a:pt x="46" y="17"/>
                </a:lnTo>
                <a:lnTo>
                  <a:pt x="26" y="3"/>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4" name="Freeform 721">
            <a:extLst>
              <a:ext uri="{FF2B5EF4-FFF2-40B4-BE49-F238E27FC236}">
                <a16:creationId xmlns:a16="http://schemas.microsoft.com/office/drawing/2014/main" id="{65A6EFAA-AF01-DDAC-21F5-3492DEE31CE3}"/>
              </a:ext>
            </a:extLst>
          </p:cNvPr>
          <p:cNvSpPr>
            <a:spLocks/>
          </p:cNvSpPr>
          <p:nvPr/>
        </p:nvSpPr>
        <p:spPr bwMode="auto">
          <a:xfrm>
            <a:off x="2786255" y="5348267"/>
            <a:ext cx="88504" cy="95676"/>
          </a:xfrm>
          <a:custGeom>
            <a:avLst/>
            <a:gdLst>
              <a:gd name="T0" fmla="*/ 0 w 77"/>
              <a:gd name="T1" fmla="*/ 32 h 86"/>
              <a:gd name="T2" fmla="*/ 0 w 77"/>
              <a:gd name="T3" fmla="*/ 32 h 86"/>
              <a:gd name="T4" fmla="*/ 1 w 77"/>
              <a:gd name="T5" fmla="*/ 49 h 86"/>
              <a:gd name="T6" fmla="*/ 14 w 77"/>
              <a:gd name="T7" fmla="*/ 53 h 86"/>
              <a:gd name="T8" fmla="*/ 7 w 77"/>
              <a:gd name="T9" fmla="*/ 67 h 86"/>
              <a:gd name="T10" fmla="*/ 4 w 77"/>
              <a:gd name="T11" fmla="*/ 81 h 86"/>
              <a:gd name="T12" fmla="*/ 22 w 77"/>
              <a:gd name="T13" fmla="*/ 85 h 86"/>
              <a:gd name="T14" fmla="*/ 38 w 77"/>
              <a:gd name="T15" fmla="*/ 61 h 86"/>
              <a:gd name="T16" fmla="*/ 69 w 77"/>
              <a:gd name="T17" fmla="*/ 42 h 86"/>
              <a:gd name="T18" fmla="*/ 76 w 77"/>
              <a:gd name="T19" fmla="*/ 20 h 86"/>
              <a:gd name="T20" fmla="*/ 47 w 77"/>
              <a:gd name="T21" fmla="*/ 16 h 86"/>
              <a:gd name="T22" fmla="*/ 27 w 77"/>
              <a:gd name="T23" fmla="*/ 0 h 86"/>
              <a:gd name="T24" fmla="*/ 9 w 77"/>
              <a:gd name="T25" fmla="*/ 8 h 86"/>
              <a:gd name="T26" fmla="*/ 0 w 77"/>
              <a:gd name="T27" fmla="*/ 32 h 86"/>
              <a:gd name="T28" fmla="*/ 0 w 77"/>
              <a:gd name="T29" fmla="*/ 32 h 8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7"/>
              <a:gd name="T46" fmla="*/ 0 h 86"/>
              <a:gd name="T47" fmla="*/ 77 w 77"/>
              <a:gd name="T48" fmla="*/ 86 h 8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7" h="86">
                <a:moveTo>
                  <a:pt x="0" y="32"/>
                </a:moveTo>
                <a:lnTo>
                  <a:pt x="0" y="32"/>
                </a:lnTo>
                <a:lnTo>
                  <a:pt x="1" y="49"/>
                </a:lnTo>
                <a:lnTo>
                  <a:pt x="14" y="53"/>
                </a:lnTo>
                <a:lnTo>
                  <a:pt x="7" y="67"/>
                </a:lnTo>
                <a:lnTo>
                  <a:pt x="4" y="81"/>
                </a:lnTo>
                <a:lnTo>
                  <a:pt x="22" y="85"/>
                </a:lnTo>
                <a:lnTo>
                  <a:pt x="38" y="61"/>
                </a:lnTo>
                <a:lnTo>
                  <a:pt x="69" y="42"/>
                </a:lnTo>
                <a:lnTo>
                  <a:pt x="76" y="20"/>
                </a:lnTo>
                <a:lnTo>
                  <a:pt x="47" y="16"/>
                </a:lnTo>
                <a:lnTo>
                  <a:pt x="27" y="0"/>
                </a:lnTo>
                <a:lnTo>
                  <a:pt x="9" y="8"/>
                </a:lnTo>
                <a:lnTo>
                  <a:pt x="0" y="3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5" name="Freeform 722">
            <a:extLst>
              <a:ext uri="{FF2B5EF4-FFF2-40B4-BE49-F238E27FC236}">
                <a16:creationId xmlns:a16="http://schemas.microsoft.com/office/drawing/2014/main" id="{6C103EE8-ADEC-5789-0D6A-444AD9542FF4}"/>
              </a:ext>
            </a:extLst>
          </p:cNvPr>
          <p:cNvSpPr>
            <a:spLocks/>
          </p:cNvSpPr>
          <p:nvPr/>
        </p:nvSpPr>
        <p:spPr bwMode="auto">
          <a:xfrm>
            <a:off x="2640280" y="5149128"/>
            <a:ext cx="37930" cy="16687"/>
          </a:xfrm>
          <a:custGeom>
            <a:avLst/>
            <a:gdLst>
              <a:gd name="T0" fmla="*/ 0 w 33"/>
              <a:gd name="T1" fmla="*/ 11 h 15"/>
              <a:gd name="T2" fmla="*/ 0 w 33"/>
              <a:gd name="T3" fmla="*/ 11 h 15"/>
              <a:gd name="T4" fmla="*/ 9 w 33"/>
              <a:gd name="T5" fmla="*/ 0 h 15"/>
              <a:gd name="T6" fmla="*/ 32 w 33"/>
              <a:gd name="T7" fmla="*/ 14 h 15"/>
              <a:gd name="T8" fmla="*/ 0 w 33"/>
              <a:gd name="T9" fmla="*/ 11 h 15"/>
              <a:gd name="T10" fmla="*/ 0 w 33"/>
              <a:gd name="T11" fmla="*/ 11 h 15"/>
              <a:gd name="T12" fmla="*/ 0 60000 65536"/>
              <a:gd name="T13" fmla="*/ 0 60000 65536"/>
              <a:gd name="T14" fmla="*/ 0 60000 65536"/>
              <a:gd name="T15" fmla="*/ 0 60000 65536"/>
              <a:gd name="T16" fmla="*/ 0 60000 65536"/>
              <a:gd name="T17" fmla="*/ 0 60000 65536"/>
              <a:gd name="T18" fmla="*/ 0 w 33"/>
              <a:gd name="T19" fmla="*/ 0 h 15"/>
              <a:gd name="T20" fmla="*/ 33 w 33"/>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33" h="15">
                <a:moveTo>
                  <a:pt x="0" y="11"/>
                </a:moveTo>
                <a:lnTo>
                  <a:pt x="0" y="11"/>
                </a:lnTo>
                <a:lnTo>
                  <a:pt x="9" y="0"/>
                </a:lnTo>
                <a:lnTo>
                  <a:pt x="32" y="14"/>
                </a:lnTo>
                <a:lnTo>
                  <a:pt x="0" y="1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6" name="Freeform 723">
            <a:extLst>
              <a:ext uri="{FF2B5EF4-FFF2-40B4-BE49-F238E27FC236}">
                <a16:creationId xmlns:a16="http://schemas.microsoft.com/office/drawing/2014/main" id="{EEDF1D2F-A198-1BDB-F817-5B392D99BD52}"/>
              </a:ext>
            </a:extLst>
          </p:cNvPr>
          <p:cNvSpPr>
            <a:spLocks/>
          </p:cNvSpPr>
          <p:nvPr/>
        </p:nvSpPr>
        <p:spPr bwMode="auto">
          <a:xfrm>
            <a:off x="3098893" y="6219365"/>
            <a:ext cx="25287" cy="14463"/>
          </a:xfrm>
          <a:custGeom>
            <a:avLst/>
            <a:gdLst>
              <a:gd name="T0" fmla="*/ 0 w 22"/>
              <a:gd name="T1" fmla="*/ 12 h 13"/>
              <a:gd name="T2" fmla="*/ 0 w 22"/>
              <a:gd name="T3" fmla="*/ 12 h 13"/>
              <a:gd name="T4" fmla="*/ 12 w 22"/>
              <a:gd name="T5" fmla="*/ 5 h 13"/>
              <a:gd name="T6" fmla="*/ 6 w 22"/>
              <a:gd name="T7" fmla="*/ 0 h 13"/>
              <a:gd name="T8" fmla="*/ 21 w 22"/>
              <a:gd name="T9" fmla="*/ 1 h 13"/>
              <a:gd name="T10" fmla="*/ 0 w 22"/>
              <a:gd name="T11" fmla="*/ 12 h 13"/>
              <a:gd name="T12" fmla="*/ 0 w 22"/>
              <a:gd name="T13" fmla="*/ 12 h 13"/>
              <a:gd name="T14" fmla="*/ 0 60000 65536"/>
              <a:gd name="T15" fmla="*/ 0 60000 65536"/>
              <a:gd name="T16" fmla="*/ 0 60000 65536"/>
              <a:gd name="T17" fmla="*/ 0 60000 65536"/>
              <a:gd name="T18" fmla="*/ 0 60000 65536"/>
              <a:gd name="T19" fmla="*/ 0 60000 65536"/>
              <a:gd name="T20" fmla="*/ 0 60000 65536"/>
              <a:gd name="T21" fmla="*/ 0 w 22"/>
              <a:gd name="T22" fmla="*/ 0 h 13"/>
              <a:gd name="T23" fmla="*/ 22 w 22"/>
              <a:gd name="T24" fmla="*/ 13 h 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13">
                <a:moveTo>
                  <a:pt x="0" y="12"/>
                </a:moveTo>
                <a:lnTo>
                  <a:pt x="0" y="12"/>
                </a:lnTo>
                <a:lnTo>
                  <a:pt x="12" y="5"/>
                </a:lnTo>
                <a:lnTo>
                  <a:pt x="6" y="0"/>
                </a:lnTo>
                <a:lnTo>
                  <a:pt x="21" y="1"/>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7" name="Freeform 724">
            <a:extLst>
              <a:ext uri="{FF2B5EF4-FFF2-40B4-BE49-F238E27FC236}">
                <a16:creationId xmlns:a16="http://schemas.microsoft.com/office/drawing/2014/main" id="{3C23F008-A36D-C20A-7379-9B023D616660}"/>
              </a:ext>
            </a:extLst>
          </p:cNvPr>
          <p:cNvSpPr>
            <a:spLocks/>
          </p:cNvSpPr>
          <p:nvPr/>
        </p:nvSpPr>
        <p:spPr bwMode="auto">
          <a:xfrm>
            <a:off x="3118433" y="6217140"/>
            <a:ext cx="28735" cy="17800"/>
          </a:xfrm>
          <a:custGeom>
            <a:avLst/>
            <a:gdLst>
              <a:gd name="T0" fmla="*/ 0 w 25"/>
              <a:gd name="T1" fmla="*/ 15 h 16"/>
              <a:gd name="T2" fmla="*/ 0 w 25"/>
              <a:gd name="T3" fmla="*/ 15 h 16"/>
              <a:gd name="T4" fmla="*/ 11 w 25"/>
              <a:gd name="T5" fmla="*/ 0 h 16"/>
              <a:gd name="T6" fmla="*/ 24 w 25"/>
              <a:gd name="T7" fmla="*/ 5 h 16"/>
              <a:gd name="T8" fmla="*/ 0 w 25"/>
              <a:gd name="T9" fmla="*/ 15 h 16"/>
              <a:gd name="T10" fmla="*/ 0 w 25"/>
              <a:gd name="T11" fmla="*/ 15 h 16"/>
              <a:gd name="T12" fmla="*/ 0 60000 65536"/>
              <a:gd name="T13" fmla="*/ 0 60000 65536"/>
              <a:gd name="T14" fmla="*/ 0 60000 65536"/>
              <a:gd name="T15" fmla="*/ 0 60000 65536"/>
              <a:gd name="T16" fmla="*/ 0 60000 65536"/>
              <a:gd name="T17" fmla="*/ 0 60000 65536"/>
              <a:gd name="T18" fmla="*/ 0 w 25"/>
              <a:gd name="T19" fmla="*/ 0 h 16"/>
              <a:gd name="T20" fmla="*/ 25 w 25"/>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25" h="16">
                <a:moveTo>
                  <a:pt x="0" y="15"/>
                </a:moveTo>
                <a:lnTo>
                  <a:pt x="0" y="15"/>
                </a:lnTo>
                <a:lnTo>
                  <a:pt x="11" y="0"/>
                </a:lnTo>
                <a:lnTo>
                  <a:pt x="24" y="5"/>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8" name="Freeform 725">
            <a:extLst>
              <a:ext uri="{FF2B5EF4-FFF2-40B4-BE49-F238E27FC236}">
                <a16:creationId xmlns:a16="http://schemas.microsoft.com/office/drawing/2014/main" id="{8E8DFFDC-8DF1-1253-B58C-86AB5BBCFA96}"/>
              </a:ext>
            </a:extLst>
          </p:cNvPr>
          <p:cNvSpPr>
            <a:spLocks/>
          </p:cNvSpPr>
          <p:nvPr/>
        </p:nvSpPr>
        <p:spPr bwMode="auto">
          <a:xfrm>
            <a:off x="3200041" y="5284854"/>
            <a:ext cx="47126" cy="53401"/>
          </a:xfrm>
          <a:custGeom>
            <a:avLst/>
            <a:gdLst>
              <a:gd name="T0" fmla="*/ 0 w 41"/>
              <a:gd name="T1" fmla="*/ 45 h 48"/>
              <a:gd name="T2" fmla="*/ 0 w 41"/>
              <a:gd name="T3" fmla="*/ 45 h 48"/>
              <a:gd name="T4" fmla="*/ 6 w 41"/>
              <a:gd name="T5" fmla="*/ 0 h 48"/>
              <a:gd name="T6" fmla="*/ 40 w 41"/>
              <a:gd name="T7" fmla="*/ 21 h 48"/>
              <a:gd name="T8" fmla="*/ 20 w 41"/>
              <a:gd name="T9" fmla="*/ 47 h 48"/>
              <a:gd name="T10" fmla="*/ 0 w 41"/>
              <a:gd name="T11" fmla="*/ 45 h 48"/>
              <a:gd name="T12" fmla="*/ 0 w 41"/>
              <a:gd name="T13" fmla="*/ 45 h 48"/>
              <a:gd name="T14" fmla="*/ 0 60000 65536"/>
              <a:gd name="T15" fmla="*/ 0 60000 65536"/>
              <a:gd name="T16" fmla="*/ 0 60000 65536"/>
              <a:gd name="T17" fmla="*/ 0 60000 65536"/>
              <a:gd name="T18" fmla="*/ 0 60000 65536"/>
              <a:gd name="T19" fmla="*/ 0 60000 65536"/>
              <a:gd name="T20" fmla="*/ 0 60000 65536"/>
              <a:gd name="T21" fmla="*/ 0 w 41"/>
              <a:gd name="T22" fmla="*/ 0 h 48"/>
              <a:gd name="T23" fmla="*/ 41 w 41"/>
              <a:gd name="T24" fmla="*/ 48 h 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48">
                <a:moveTo>
                  <a:pt x="0" y="45"/>
                </a:moveTo>
                <a:lnTo>
                  <a:pt x="0" y="45"/>
                </a:lnTo>
                <a:lnTo>
                  <a:pt x="6" y="0"/>
                </a:lnTo>
                <a:lnTo>
                  <a:pt x="40" y="21"/>
                </a:lnTo>
                <a:lnTo>
                  <a:pt x="20" y="47"/>
                </a:lnTo>
                <a:lnTo>
                  <a:pt x="0" y="4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9" name="Freeform 726">
            <a:extLst>
              <a:ext uri="{FF2B5EF4-FFF2-40B4-BE49-F238E27FC236}">
                <a16:creationId xmlns:a16="http://schemas.microsoft.com/office/drawing/2014/main" id="{2A77859A-C157-AC48-6E3C-BE297CF1FF25}"/>
              </a:ext>
            </a:extLst>
          </p:cNvPr>
          <p:cNvSpPr>
            <a:spLocks/>
          </p:cNvSpPr>
          <p:nvPr/>
        </p:nvSpPr>
        <p:spPr bwMode="auto">
          <a:xfrm>
            <a:off x="2605798" y="5095727"/>
            <a:ext cx="63217" cy="66751"/>
          </a:xfrm>
          <a:custGeom>
            <a:avLst/>
            <a:gdLst>
              <a:gd name="T0" fmla="*/ 0 w 55"/>
              <a:gd name="T1" fmla="*/ 47 h 60"/>
              <a:gd name="T2" fmla="*/ 0 w 55"/>
              <a:gd name="T3" fmla="*/ 47 h 60"/>
              <a:gd name="T4" fmla="*/ 11 w 55"/>
              <a:gd name="T5" fmla="*/ 26 h 60"/>
              <a:gd name="T6" fmla="*/ 25 w 55"/>
              <a:gd name="T7" fmla="*/ 25 h 60"/>
              <a:gd name="T8" fmla="*/ 11 w 55"/>
              <a:gd name="T9" fmla="*/ 7 h 60"/>
              <a:gd name="T10" fmla="*/ 42 w 55"/>
              <a:gd name="T11" fmla="*/ 0 h 60"/>
              <a:gd name="T12" fmla="*/ 47 w 55"/>
              <a:gd name="T13" fmla="*/ 28 h 60"/>
              <a:gd name="T14" fmla="*/ 54 w 55"/>
              <a:gd name="T15" fmla="*/ 30 h 60"/>
              <a:gd name="T16" fmla="*/ 39 w 55"/>
              <a:gd name="T17" fmla="*/ 48 h 60"/>
              <a:gd name="T18" fmla="*/ 30 w 55"/>
              <a:gd name="T19" fmla="*/ 59 h 60"/>
              <a:gd name="T20" fmla="*/ 0 w 55"/>
              <a:gd name="T21" fmla="*/ 47 h 60"/>
              <a:gd name="T22" fmla="*/ 0 w 55"/>
              <a:gd name="T23" fmla="*/ 47 h 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5"/>
              <a:gd name="T37" fmla="*/ 0 h 60"/>
              <a:gd name="T38" fmla="*/ 55 w 55"/>
              <a:gd name="T39" fmla="*/ 60 h 6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5" h="60">
                <a:moveTo>
                  <a:pt x="0" y="47"/>
                </a:moveTo>
                <a:lnTo>
                  <a:pt x="0" y="47"/>
                </a:lnTo>
                <a:lnTo>
                  <a:pt x="11" y="26"/>
                </a:lnTo>
                <a:lnTo>
                  <a:pt x="25" y="25"/>
                </a:lnTo>
                <a:lnTo>
                  <a:pt x="11" y="7"/>
                </a:lnTo>
                <a:lnTo>
                  <a:pt x="42" y="0"/>
                </a:lnTo>
                <a:lnTo>
                  <a:pt x="47" y="28"/>
                </a:lnTo>
                <a:lnTo>
                  <a:pt x="54" y="30"/>
                </a:lnTo>
                <a:lnTo>
                  <a:pt x="39" y="48"/>
                </a:lnTo>
                <a:lnTo>
                  <a:pt x="30" y="59"/>
                </a:lnTo>
                <a:lnTo>
                  <a:pt x="0" y="4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0" name="Freeform 727">
            <a:extLst>
              <a:ext uri="{FF2B5EF4-FFF2-40B4-BE49-F238E27FC236}">
                <a16:creationId xmlns:a16="http://schemas.microsoft.com/office/drawing/2014/main" id="{BD97B3E1-5802-E98C-5765-52826C99422F}"/>
              </a:ext>
            </a:extLst>
          </p:cNvPr>
          <p:cNvSpPr>
            <a:spLocks/>
          </p:cNvSpPr>
          <p:nvPr/>
        </p:nvSpPr>
        <p:spPr bwMode="auto">
          <a:xfrm>
            <a:off x="3093146" y="5242579"/>
            <a:ext cx="75861" cy="104576"/>
          </a:xfrm>
          <a:custGeom>
            <a:avLst/>
            <a:gdLst>
              <a:gd name="T0" fmla="*/ 0 w 66"/>
              <a:gd name="T1" fmla="*/ 31 h 94"/>
              <a:gd name="T2" fmla="*/ 0 w 66"/>
              <a:gd name="T3" fmla="*/ 31 h 94"/>
              <a:gd name="T4" fmla="*/ 9 w 66"/>
              <a:gd name="T5" fmla="*/ 44 h 94"/>
              <a:gd name="T6" fmla="*/ 22 w 66"/>
              <a:gd name="T7" fmla="*/ 53 h 94"/>
              <a:gd name="T8" fmla="*/ 19 w 66"/>
              <a:gd name="T9" fmla="*/ 79 h 94"/>
              <a:gd name="T10" fmla="*/ 26 w 66"/>
              <a:gd name="T11" fmla="*/ 93 h 94"/>
              <a:gd name="T12" fmla="*/ 65 w 66"/>
              <a:gd name="T13" fmla="*/ 87 h 94"/>
              <a:gd name="T14" fmla="*/ 43 w 66"/>
              <a:gd name="T15" fmla="*/ 59 h 94"/>
              <a:gd name="T16" fmla="*/ 58 w 66"/>
              <a:gd name="T17" fmla="*/ 34 h 94"/>
              <a:gd name="T18" fmla="*/ 19 w 66"/>
              <a:gd name="T19" fmla="*/ 0 h 94"/>
              <a:gd name="T20" fmla="*/ 6 w 66"/>
              <a:gd name="T21" fmla="*/ 10 h 94"/>
              <a:gd name="T22" fmla="*/ 11 w 66"/>
              <a:gd name="T23" fmla="*/ 19 h 94"/>
              <a:gd name="T24" fmla="*/ 0 w 66"/>
              <a:gd name="T25" fmla="*/ 31 h 94"/>
              <a:gd name="T26" fmla="*/ 0 w 66"/>
              <a:gd name="T27" fmla="*/ 31 h 9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6"/>
              <a:gd name="T43" fmla="*/ 0 h 94"/>
              <a:gd name="T44" fmla="*/ 66 w 66"/>
              <a:gd name="T45" fmla="*/ 94 h 9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6" h="94">
                <a:moveTo>
                  <a:pt x="0" y="31"/>
                </a:moveTo>
                <a:lnTo>
                  <a:pt x="0" y="31"/>
                </a:lnTo>
                <a:lnTo>
                  <a:pt x="9" y="44"/>
                </a:lnTo>
                <a:lnTo>
                  <a:pt x="22" y="53"/>
                </a:lnTo>
                <a:lnTo>
                  <a:pt x="19" y="79"/>
                </a:lnTo>
                <a:lnTo>
                  <a:pt x="26" y="93"/>
                </a:lnTo>
                <a:lnTo>
                  <a:pt x="65" y="87"/>
                </a:lnTo>
                <a:lnTo>
                  <a:pt x="43" y="59"/>
                </a:lnTo>
                <a:lnTo>
                  <a:pt x="58" y="34"/>
                </a:lnTo>
                <a:lnTo>
                  <a:pt x="19" y="0"/>
                </a:lnTo>
                <a:lnTo>
                  <a:pt x="6" y="10"/>
                </a:lnTo>
                <a:lnTo>
                  <a:pt x="11" y="19"/>
                </a:lnTo>
                <a:lnTo>
                  <a:pt x="0" y="3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1" name="Freeform 728">
            <a:extLst>
              <a:ext uri="{FF2B5EF4-FFF2-40B4-BE49-F238E27FC236}">
                <a16:creationId xmlns:a16="http://schemas.microsoft.com/office/drawing/2014/main" id="{581E7917-DFF7-13C2-F2D4-D80C5DD7097B}"/>
              </a:ext>
            </a:extLst>
          </p:cNvPr>
          <p:cNvSpPr>
            <a:spLocks/>
          </p:cNvSpPr>
          <p:nvPr/>
        </p:nvSpPr>
        <p:spPr bwMode="auto">
          <a:xfrm>
            <a:off x="2886254" y="5065689"/>
            <a:ext cx="41378" cy="30038"/>
          </a:xfrm>
          <a:custGeom>
            <a:avLst/>
            <a:gdLst>
              <a:gd name="T0" fmla="*/ 0 w 36"/>
              <a:gd name="T1" fmla="*/ 19 h 27"/>
              <a:gd name="T2" fmla="*/ 0 w 36"/>
              <a:gd name="T3" fmla="*/ 19 h 27"/>
              <a:gd name="T4" fmla="*/ 27 w 36"/>
              <a:gd name="T5" fmla="*/ 19 h 27"/>
              <a:gd name="T6" fmla="*/ 14 w 36"/>
              <a:gd name="T7" fmla="*/ 2 h 27"/>
              <a:gd name="T8" fmla="*/ 35 w 36"/>
              <a:gd name="T9" fmla="*/ 0 h 27"/>
              <a:gd name="T10" fmla="*/ 35 w 36"/>
              <a:gd name="T11" fmla="*/ 26 h 27"/>
              <a:gd name="T12" fmla="*/ 0 w 36"/>
              <a:gd name="T13" fmla="*/ 19 h 27"/>
              <a:gd name="T14" fmla="*/ 0 w 36"/>
              <a:gd name="T15" fmla="*/ 19 h 27"/>
              <a:gd name="T16" fmla="*/ 0 60000 65536"/>
              <a:gd name="T17" fmla="*/ 0 60000 65536"/>
              <a:gd name="T18" fmla="*/ 0 60000 65536"/>
              <a:gd name="T19" fmla="*/ 0 60000 65536"/>
              <a:gd name="T20" fmla="*/ 0 60000 65536"/>
              <a:gd name="T21" fmla="*/ 0 60000 65536"/>
              <a:gd name="T22" fmla="*/ 0 60000 65536"/>
              <a:gd name="T23" fmla="*/ 0 60000 65536"/>
              <a:gd name="T24" fmla="*/ 0 w 36"/>
              <a:gd name="T25" fmla="*/ 0 h 27"/>
              <a:gd name="T26" fmla="*/ 36 w 36"/>
              <a:gd name="T27" fmla="*/ 27 h 2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 h="27">
                <a:moveTo>
                  <a:pt x="0" y="19"/>
                </a:moveTo>
                <a:lnTo>
                  <a:pt x="0" y="19"/>
                </a:lnTo>
                <a:lnTo>
                  <a:pt x="27" y="19"/>
                </a:lnTo>
                <a:lnTo>
                  <a:pt x="14" y="2"/>
                </a:lnTo>
                <a:lnTo>
                  <a:pt x="35" y="0"/>
                </a:lnTo>
                <a:lnTo>
                  <a:pt x="35" y="26"/>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2" name="Freeform 729">
            <a:extLst>
              <a:ext uri="{FF2B5EF4-FFF2-40B4-BE49-F238E27FC236}">
                <a16:creationId xmlns:a16="http://schemas.microsoft.com/office/drawing/2014/main" id="{6AEFD078-81B5-95D8-9C94-991FA9170CFD}"/>
              </a:ext>
            </a:extLst>
          </p:cNvPr>
          <p:cNvSpPr>
            <a:spLocks/>
          </p:cNvSpPr>
          <p:nvPr/>
        </p:nvSpPr>
        <p:spPr bwMode="auto">
          <a:xfrm>
            <a:off x="2650625" y="5126877"/>
            <a:ext cx="97700" cy="46726"/>
          </a:xfrm>
          <a:custGeom>
            <a:avLst/>
            <a:gdLst>
              <a:gd name="T0" fmla="*/ 0 w 85"/>
              <a:gd name="T1" fmla="*/ 20 h 42"/>
              <a:gd name="T2" fmla="*/ 0 w 85"/>
              <a:gd name="T3" fmla="*/ 20 h 42"/>
              <a:gd name="T4" fmla="*/ 15 w 85"/>
              <a:gd name="T5" fmla="*/ 2 h 42"/>
              <a:gd name="T6" fmla="*/ 60 w 85"/>
              <a:gd name="T7" fmla="*/ 0 h 42"/>
              <a:gd name="T8" fmla="*/ 84 w 85"/>
              <a:gd name="T9" fmla="*/ 13 h 42"/>
              <a:gd name="T10" fmla="*/ 64 w 85"/>
              <a:gd name="T11" fmla="*/ 15 h 42"/>
              <a:gd name="T12" fmla="*/ 29 w 85"/>
              <a:gd name="T13" fmla="*/ 41 h 42"/>
              <a:gd name="T14" fmla="*/ 23 w 85"/>
              <a:gd name="T15" fmla="*/ 34 h 42"/>
              <a:gd name="T16" fmla="*/ 0 w 85"/>
              <a:gd name="T17" fmla="*/ 20 h 42"/>
              <a:gd name="T18" fmla="*/ 0 w 85"/>
              <a:gd name="T19" fmla="*/ 20 h 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5"/>
              <a:gd name="T31" fmla="*/ 0 h 42"/>
              <a:gd name="T32" fmla="*/ 85 w 85"/>
              <a:gd name="T33" fmla="*/ 42 h 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5" h="42">
                <a:moveTo>
                  <a:pt x="0" y="20"/>
                </a:moveTo>
                <a:lnTo>
                  <a:pt x="0" y="20"/>
                </a:lnTo>
                <a:lnTo>
                  <a:pt x="15" y="2"/>
                </a:lnTo>
                <a:lnTo>
                  <a:pt x="60" y="0"/>
                </a:lnTo>
                <a:lnTo>
                  <a:pt x="84" y="13"/>
                </a:lnTo>
                <a:lnTo>
                  <a:pt x="64" y="15"/>
                </a:lnTo>
                <a:lnTo>
                  <a:pt x="29" y="41"/>
                </a:lnTo>
                <a:lnTo>
                  <a:pt x="23" y="34"/>
                </a:lnTo>
                <a:lnTo>
                  <a:pt x="0" y="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3" name="Freeform 730">
            <a:extLst>
              <a:ext uri="{FF2B5EF4-FFF2-40B4-BE49-F238E27FC236}">
                <a16:creationId xmlns:a16="http://schemas.microsoft.com/office/drawing/2014/main" id="{26E4D31E-061A-090B-3B83-E0B95BE377CC}"/>
              </a:ext>
            </a:extLst>
          </p:cNvPr>
          <p:cNvSpPr>
            <a:spLocks/>
          </p:cNvSpPr>
          <p:nvPr/>
        </p:nvSpPr>
        <p:spPr bwMode="auto">
          <a:xfrm>
            <a:off x="2683958" y="5141340"/>
            <a:ext cx="64367" cy="63413"/>
          </a:xfrm>
          <a:custGeom>
            <a:avLst/>
            <a:gdLst>
              <a:gd name="T0" fmla="*/ 0 w 56"/>
              <a:gd name="T1" fmla="*/ 28 h 57"/>
              <a:gd name="T2" fmla="*/ 0 w 56"/>
              <a:gd name="T3" fmla="*/ 28 h 57"/>
              <a:gd name="T4" fmla="*/ 22 w 56"/>
              <a:gd name="T5" fmla="*/ 55 h 57"/>
              <a:gd name="T6" fmla="*/ 50 w 56"/>
              <a:gd name="T7" fmla="*/ 56 h 57"/>
              <a:gd name="T8" fmla="*/ 55 w 56"/>
              <a:gd name="T9" fmla="*/ 0 h 57"/>
              <a:gd name="T10" fmla="*/ 35 w 56"/>
              <a:gd name="T11" fmla="*/ 2 h 57"/>
              <a:gd name="T12" fmla="*/ 0 w 56"/>
              <a:gd name="T13" fmla="*/ 28 h 57"/>
              <a:gd name="T14" fmla="*/ 0 w 56"/>
              <a:gd name="T15" fmla="*/ 28 h 57"/>
              <a:gd name="T16" fmla="*/ 0 60000 65536"/>
              <a:gd name="T17" fmla="*/ 0 60000 65536"/>
              <a:gd name="T18" fmla="*/ 0 60000 65536"/>
              <a:gd name="T19" fmla="*/ 0 60000 65536"/>
              <a:gd name="T20" fmla="*/ 0 60000 65536"/>
              <a:gd name="T21" fmla="*/ 0 60000 65536"/>
              <a:gd name="T22" fmla="*/ 0 60000 65536"/>
              <a:gd name="T23" fmla="*/ 0 60000 65536"/>
              <a:gd name="T24" fmla="*/ 0 w 56"/>
              <a:gd name="T25" fmla="*/ 0 h 57"/>
              <a:gd name="T26" fmla="*/ 56 w 56"/>
              <a:gd name="T27" fmla="*/ 57 h 5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6" h="57">
                <a:moveTo>
                  <a:pt x="0" y="28"/>
                </a:moveTo>
                <a:lnTo>
                  <a:pt x="0" y="28"/>
                </a:lnTo>
                <a:lnTo>
                  <a:pt x="22" y="55"/>
                </a:lnTo>
                <a:lnTo>
                  <a:pt x="50" y="56"/>
                </a:lnTo>
                <a:lnTo>
                  <a:pt x="55" y="0"/>
                </a:lnTo>
                <a:lnTo>
                  <a:pt x="35" y="2"/>
                </a:lnTo>
                <a:lnTo>
                  <a:pt x="0" y="2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4" name="Freeform 731">
            <a:extLst>
              <a:ext uri="{FF2B5EF4-FFF2-40B4-BE49-F238E27FC236}">
                <a16:creationId xmlns:a16="http://schemas.microsoft.com/office/drawing/2014/main" id="{F087090F-BE05-A7F2-57E2-353DEBA8D76C}"/>
              </a:ext>
            </a:extLst>
          </p:cNvPr>
          <p:cNvSpPr>
            <a:spLocks/>
          </p:cNvSpPr>
          <p:nvPr/>
        </p:nvSpPr>
        <p:spPr bwMode="auto">
          <a:xfrm>
            <a:off x="2751773" y="5222553"/>
            <a:ext cx="88504" cy="38938"/>
          </a:xfrm>
          <a:custGeom>
            <a:avLst/>
            <a:gdLst>
              <a:gd name="T0" fmla="*/ 0 w 77"/>
              <a:gd name="T1" fmla="*/ 18 h 35"/>
              <a:gd name="T2" fmla="*/ 0 w 77"/>
              <a:gd name="T3" fmla="*/ 18 h 35"/>
              <a:gd name="T4" fmla="*/ 6 w 77"/>
              <a:gd name="T5" fmla="*/ 0 h 35"/>
              <a:gd name="T6" fmla="*/ 22 w 77"/>
              <a:gd name="T7" fmla="*/ 11 h 35"/>
              <a:gd name="T8" fmla="*/ 51 w 77"/>
              <a:gd name="T9" fmla="*/ 0 h 35"/>
              <a:gd name="T10" fmla="*/ 76 w 77"/>
              <a:gd name="T11" fmla="*/ 13 h 35"/>
              <a:gd name="T12" fmla="*/ 70 w 77"/>
              <a:gd name="T13" fmla="*/ 33 h 35"/>
              <a:gd name="T14" fmla="*/ 67 w 77"/>
              <a:gd name="T15" fmla="*/ 17 h 35"/>
              <a:gd name="T16" fmla="*/ 51 w 77"/>
              <a:gd name="T17" fmla="*/ 11 h 35"/>
              <a:gd name="T18" fmla="*/ 36 w 77"/>
              <a:gd name="T19" fmla="*/ 21 h 35"/>
              <a:gd name="T20" fmla="*/ 39 w 77"/>
              <a:gd name="T21" fmla="*/ 30 h 35"/>
              <a:gd name="T22" fmla="*/ 33 w 77"/>
              <a:gd name="T23" fmla="*/ 34 h 35"/>
              <a:gd name="T24" fmla="*/ 0 w 77"/>
              <a:gd name="T25" fmla="*/ 18 h 35"/>
              <a:gd name="T26" fmla="*/ 0 w 77"/>
              <a:gd name="T27" fmla="*/ 18 h 3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7"/>
              <a:gd name="T43" fmla="*/ 0 h 35"/>
              <a:gd name="T44" fmla="*/ 77 w 77"/>
              <a:gd name="T45" fmla="*/ 35 h 3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7" h="35">
                <a:moveTo>
                  <a:pt x="0" y="18"/>
                </a:moveTo>
                <a:lnTo>
                  <a:pt x="0" y="18"/>
                </a:lnTo>
                <a:lnTo>
                  <a:pt x="6" y="0"/>
                </a:lnTo>
                <a:lnTo>
                  <a:pt x="22" y="11"/>
                </a:lnTo>
                <a:lnTo>
                  <a:pt x="51" y="0"/>
                </a:lnTo>
                <a:lnTo>
                  <a:pt x="76" y="13"/>
                </a:lnTo>
                <a:lnTo>
                  <a:pt x="70" y="33"/>
                </a:lnTo>
                <a:lnTo>
                  <a:pt x="67" y="17"/>
                </a:lnTo>
                <a:lnTo>
                  <a:pt x="51" y="11"/>
                </a:lnTo>
                <a:lnTo>
                  <a:pt x="36" y="21"/>
                </a:lnTo>
                <a:lnTo>
                  <a:pt x="39" y="30"/>
                </a:lnTo>
                <a:lnTo>
                  <a:pt x="33" y="34"/>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5" name="Freeform 732">
            <a:extLst>
              <a:ext uri="{FF2B5EF4-FFF2-40B4-BE49-F238E27FC236}">
                <a16:creationId xmlns:a16="http://schemas.microsoft.com/office/drawing/2014/main" id="{D3A699EB-E23D-E983-92A1-90E9F6E1FB13}"/>
              </a:ext>
            </a:extLst>
          </p:cNvPr>
          <p:cNvSpPr>
            <a:spLocks/>
          </p:cNvSpPr>
          <p:nvPr/>
        </p:nvSpPr>
        <p:spPr bwMode="auto">
          <a:xfrm>
            <a:off x="3071307" y="5588023"/>
            <a:ext cx="128733" cy="276999"/>
          </a:xfrm>
          <a:custGeom>
            <a:avLst/>
            <a:gdLst>
              <a:gd name="T0" fmla="*/ 0 w 112"/>
              <a:gd name="T1" fmla="*/ 43 h 116"/>
              <a:gd name="T2" fmla="*/ 0 w 112"/>
              <a:gd name="T3" fmla="*/ 43 h 116"/>
              <a:gd name="T4" fmla="*/ 9 w 112"/>
              <a:gd name="T5" fmla="*/ 6 h 116"/>
              <a:gd name="T6" fmla="*/ 48 w 112"/>
              <a:gd name="T7" fmla="*/ 0 h 116"/>
              <a:gd name="T8" fmla="*/ 62 w 112"/>
              <a:gd name="T9" fmla="*/ 12 h 116"/>
              <a:gd name="T10" fmla="*/ 65 w 112"/>
              <a:gd name="T11" fmla="*/ 39 h 116"/>
              <a:gd name="T12" fmla="*/ 93 w 112"/>
              <a:gd name="T13" fmla="*/ 44 h 116"/>
              <a:gd name="T14" fmla="*/ 97 w 112"/>
              <a:gd name="T15" fmla="*/ 63 h 116"/>
              <a:gd name="T16" fmla="*/ 111 w 112"/>
              <a:gd name="T17" fmla="*/ 66 h 116"/>
              <a:gd name="T18" fmla="*/ 109 w 112"/>
              <a:gd name="T19" fmla="*/ 91 h 116"/>
              <a:gd name="T20" fmla="*/ 95 w 112"/>
              <a:gd name="T21" fmla="*/ 115 h 116"/>
              <a:gd name="T22" fmla="*/ 58 w 112"/>
              <a:gd name="T23" fmla="*/ 114 h 116"/>
              <a:gd name="T24" fmla="*/ 66 w 112"/>
              <a:gd name="T25" fmla="*/ 86 h 116"/>
              <a:gd name="T26" fmla="*/ 0 w 112"/>
              <a:gd name="T27" fmla="*/ 43 h 116"/>
              <a:gd name="T28" fmla="*/ 0 w 112"/>
              <a:gd name="T29" fmla="*/ 43 h 11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2"/>
              <a:gd name="T46" fmla="*/ 0 h 116"/>
              <a:gd name="T47" fmla="*/ 112 w 112"/>
              <a:gd name="T48" fmla="*/ 116 h 11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2" h="116">
                <a:moveTo>
                  <a:pt x="0" y="43"/>
                </a:moveTo>
                <a:lnTo>
                  <a:pt x="0" y="43"/>
                </a:lnTo>
                <a:lnTo>
                  <a:pt x="9" y="6"/>
                </a:lnTo>
                <a:lnTo>
                  <a:pt x="48" y="0"/>
                </a:lnTo>
                <a:lnTo>
                  <a:pt x="62" y="12"/>
                </a:lnTo>
                <a:lnTo>
                  <a:pt x="65" y="39"/>
                </a:lnTo>
                <a:lnTo>
                  <a:pt x="93" y="44"/>
                </a:lnTo>
                <a:lnTo>
                  <a:pt x="97" y="63"/>
                </a:lnTo>
                <a:lnTo>
                  <a:pt x="111" y="66"/>
                </a:lnTo>
                <a:lnTo>
                  <a:pt x="109" y="91"/>
                </a:lnTo>
                <a:lnTo>
                  <a:pt x="95" y="115"/>
                </a:lnTo>
                <a:lnTo>
                  <a:pt x="58" y="114"/>
                </a:lnTo>
                <a:lnTo>
                  <a:pt x="66" y="86"/>
                </a:lnTo>
                <a:lnTo>
                  <a:pt x="0" y="43"/>
                </a:lnTo>
              </a:path>
            </a:pathLst>
          </a:custGeom>
          <a:solidFill>
            <a:schemeClr val="accent2"/>
          </a:solidFill>
          <a:ln w="12700">
            <a:solidFill>
              <a:srgbClr val="FFFFFF"/>
            </a:solidFill>
            <a:round/>
            <a:headEnd/>
            <a:tailEnd/>
          </a:ln>
        </p:spPr>
        <p:txBody>
          <a:bodyPr lIns="0" tIns="0" rIns="0" bIns="0" anchor="ctr">
            <a:spAutoFit/>
          </a:bodyPr>
          <a:lstStyle/>
          <a:p>
            <a:endParaRPr lang="en-US" kern="0" dirty="0">
              <a:solidFill>
                <a:sysClr val="windowText" lastClr="000000"/>
              </a:solidFill>
            </a:endParaRPr>
          </a:p>
        </p:txBody>
      </p:sp>
      <p:sp>
        <p:nvSpPr>
          <p:cNvPr id="436" name="Freeform 733">
            <a:extLst>
              <a:ext uri="{FF2B5EF4-FFF2-40B4-BE49-F238E27FC236}">
                <a16:creationId xmlns:a16="http://schemas.microsoft.com/office/drawing/2014/main" id="{DE639E82-1AF2-C30B-7F0E-5A90B0D8460E}"/>
              </a:ext>
            </a:extLst>
          </p:cNvPr>
          <p:cNvSpPr>
            <a:spLocks/>
          </p:cNvSpPr>
          <p:nvPr/>
        </p:nvSpPr>
        <p:spPr bwMode="auto">
          <a:xfrm>
            <a:off x="2778209" y="5370518"/>
            <a:ext cx="197698" cy="274791"/>
          </a:xfrm>
          <a:custGeom>
            <a:avLst/>
            <a:gdLst>
              <a:gd name="T0" fmla="*/ 0 w 172"/>
              <a:gd name="T1" fmla="*/ 58 h 247"/>
              <a:gd name="T2" fmla="*/ 0 w 172"/>
              <a:gd name="T3" fmla="*/ 58 h 247"/>
              <a:gd name="T4" fmla="*/ 3 w 172"/>
              <a:gd name="T5" fmla="*/ 78 h 247"/>
              <a:gd name="T6" fmla="*/ 34 w 172"/>
              <a:gd name="T7" fmla="*/ 112 h 247"/>
              <a:gd name="T8" fmla="*/ 68 w 172"/>
              <a:gd name="T9" fmla="*/ 193 h 247"/>
              <a:gd name="T10" fmla="*/ 146 w 172"/>
              <a:gd name="T11" fmla="*/ 246 h 247"/>
              <a:gd name="T12" fmla="*/ 159 w 172"/>
              <a:gd name="T13" fmla="*/ 237 h 247"/>
              <a:gd name="T14" fmla="*/ 167 w 172"/>
              <a:gd name="T15" fmla="*/ 220 h 247"/>
              <a:gd name="T16" fmla="*/ 155 w 172"/>
              <a:gd name="T17" fmla="*/ 213 h 247"/>
              <a:gd name="T18" fmla="*/ 162 w 172"/>
              <a:gd name="T19" fmla="*/ 209 h 247"/>
              <a:gd name="T20" fmla="*/ 171 w 172"/>
              <a:gd name="T21" fmla="*/ 167 h 247"/>
              <a:gd name="T22" fmla="*/ 158 w 172"/>
              <a:gd name="T23" fmla="*/ 147 h 247"/>
              <a:gd name="T24" fmla="*/ 147 w 172"/>
              <a:gd name="T25" fmla="*/ 147 h 247"/>
              <a:gd name="T26" fmla="*/ 147 w 172"/>
              <a:gd name="T27" fmla="*/ 125 h 247"/>
              <a:gd name="T28" fmla="*/ 132 w 172"/>
              <a:gd name="T29" fmla="*/ 134 h 247"/>
              <a:gd name="T30" fmla="*/ 113 w 172"/>
              <a:gd name="T31" fmla="*/ 126 h 247"/>
              <a:gd name="T32" fmla="*/ 102 w 172"/>
              <a:gd name="T33" fmla="*/ 101 h 247"/>
              <a:gd name="T34" fmla="*/ 121 w 172"/>
              <a:gd name="T35" fmla="*/ 69 h 247"/>
              <a:gd name="T36" fmla="*/ 155 w 172"/>
              <a:gd name="T37" fmla="*/ 55 h 247"/>
              <a:gd name="T38" fmla="*/ 145 w 172"/>
              <a:gd name="T39" fmla="*/ 49 h 247"/>
              <a:gd name="T40" fmla="*/ 151 w 172"/>
              <a:gd name="T41" fmla="*/ 33 h 247"/>
              <a:gd name="T42" fmla="*/ 112 w 172"/>
              <a:gd name="T43" fmla="*/ 30 h 247"/>
              <a:gd name="T44" fmla="*/ 83 w 172"/>
              <a:gd name="T45" fmla="*/ 0 h 247"/>
              <a:gd name="T46" fmla="*/ 76 w 172"/>
              <a:gd name="T47" fmla="*/ 22 h 247"/>
              <a:gd name="T48" fmla="*/ 45 w 172"/>
              <a:gd name="T49" fmla="*/ 41 h 247"/>
              <a:gd name="T50" fmla="*/ 29 w 172"/>
              <a:gd name="T51" fmla="*/ 65 h 247"/>
              <a:gd name="T52" fmla="*/ 11 w 172"/>
              <a:gd name="T53" fmla="*/ 61 h 247"/>
              <a:gd name="T54" fmla="*/ 14 w 172"/>
              <a:gd name="T55" fmla="*/ 47 h 247"/>
              <a:gd name="T56" fmla="*/ 0 w 172"/>
              <a:gd name="T57" fmla="*/ 58 h 247"/>
              <a:gd name="T58" fmla="*/ 0 w 172"/>
              <a:gd name="T59" fmla="*/ 58 h 247"/>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72"/>
              <a:gd name="T91" fmla="*/ 0 h 247"/>
              <a:gd name="T92" fmla="*/ 172 w 172"/>
              <a:gd name="T93" fmla="*/ 247 h 247"/>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72" h="247">
                <a:moveTo>
                  <a:pt x="0" y="58"/>
                </a:moveTo>
                <a:lnTo>
                  <a:pt x="0" y="58"/>
                </a:lnTo>
                <a:lnTo>
                  <a:pt x="3" y="78"/>
                </a:lnTo>
                <a:lnTo>
                  <a:pt x="34" y="112"/>
                </a:lnTo>
                <a:lnTo>
                  <a:pt x="68" y="193"/>
                </a:lnTo>
                <a:lnTo>
                  <a:pt x="146" y="246"/>
                </a:lnTo>
                <a:lnTo>
                  <a:pt x="159" y="237"/>
                </a:lnTo>
                <a:lnTo>
                  <a:pt x="167" y="220"/>
                </a:lnTo>
                <a:lnTo>
                  <a:pt x="155" y="213"/>
                </a:lnTo>
                <a:lnTo>
                  <a:pt x="162" y="209"/>
                </a:lnTo>
                <a:lnTo>
                  <a:pt x="171" y="167"/>
                </a:lnTo>
                <a:lnTo>
                  <a:pt x="158" y="147"/>
                </a:lnTo>
                <a:lnTo>
                  <a:pt x="147" y="147"/>
                </a:lnTo>
                <a:lnTo>
                  <a:pt x="147" y="125"/>
                </a:lnTo>
                <a:lnTo>
                  <a:pt x="132" y="134"/>
                </a:lnTo>
                <a:lnTo>
                  <a:pt x="113" y="126"/>
                </a:lnTo>
                <a:lnTo>
                  <a:pt x="102" y="101"/>
                </a:lnTo>
                <a:lnTo>
                  <a:pt x="121" y="69"/>
                </a:lnTo>
                <a:lnTo>
                  <a:pt x="155" y="55"/>
                </a:lnTo>
                <a:lnTo>
                  <a:pt x="145" y="49"/>
                </a:lnTo>
                <a:lnTo>
                  <a:pt x="151" y="33"/>
                </a:lnTo>
                <a:lnTo>
                  <a:pt x="112" y="30"/>
                </a:lnTo>
                <a:lnTo>
                  <a:pt x="83" y="0"/>
                </a:lnTo>
                <a:lnTo>
                  <a:pt x="76" y="22"/>
                </a:lnTo>
                <a:lnTo>
                  <a:pt x="45" y="41"/>
                </a:lnTo>
                <a:lnTo>
                  <a:pt x="29" y="65"/>
                </a:lnTo>
                <a:lnTo>
                  <a:pt x="11" y="61"/>
                </a:lnTo>
                <a:lnTo>
                  <a:pt x="14" y="47"/>
                </a:lnTo>
                <a:lnTo>
                  <a:pt x="0" y="5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7" name="Freeform 734">
            <a:extLst>
              <a:ext uri="{FF2B5EF4-FFF2-40B4-BE49-F238E27FC236}">
                <a16:creationId xmlns:a16="http://schemas.microsoft.com/office/drawing/2014/main" id="{7E9AF055-415A-A3A3-BCA6-B2C3AF3DA8BE}"/>
              </a:ext>
            </a:extLst>
          </p:cNvPr>
          <p:cNvSpPr>
            <a:spLocks/>
          </p:cNvSpPr>
          <p:nvPr/>
        </p:nvSpPr>
        <p:spPr bwMode="auto">
          <a:xfrm>
            <a:off x="3142571" y="5280404"/>
            <a:ext cx="65516" cy="60076"/>
          </a:xfrm>
          <a:custGeom>
            <a:avLst/>
            <a:gdLst>
              <a:gd name="T0" fmla="*/ 0 w 57"/>
              <a:gd name="T1" fmla="*/ 25 h 54"/>
              <a:gd name="T2" fmla="*/ 0 w 57"/>
              <a:gd name="T3" fmla="*/ 25 h 54"/>
              <a:gd name="T4" fmla="*/ 15 w 57"/>
              <a:gd name="T5" fmla="*/ 0 h 54"/>
              <a:gd name="T6" fmla="*/ 56 w 57"/>
              <a:gd name="T7" fmla="*/ 4 h 54"/>
              <a:gd name="T8" fmla="*/ 50 w 57"/>
              <a:gd name="T9" fmla="*/ 49 h 54"/>
              <a:gd name="T10" fmla="*/ 22 w 57"/>
              <a:gd name="T11" fmla="*/ 53 h 54"/>
              <a:gd name="T12" fmla="*/ 0 w 57"/>
              <a:gd name="T13" fmla="*/ 25 h 54"/>
              <a:gd name="T14" fmla="*/ 0 w 57"/>
              <a:gd name="T15" fmla="*/ 25 h 54"/>
              <a:gd name="T16" fmla="*/ 0 60000 65536"/>
              <a:gd name="T17" fmla="*/ 0 60000 65536"/>
              <a:gd name="T18" fmla="*/ 0 60000 65536"/>
              <a:gd name="T19" fmla="*/ 0 60000 65536"/>
              <a:gd name="T20" fmla="*/ 0 60000 65536"/>
              <a:gd name="T21" fmla="*/ 0 60000 65536"/>
              <a:gd name="T22" fmla="*/ 0 60000 65536"/>
              <a:gd name="T23" fmla="*/ 0 60000 65536"/>
              <a:gd name="T24" fmla="*/ 0 w 57"/>
              <a:gd name="T25" fmla="*/ 0 h 54"/>
              <a:gd name="T26" fmla="*/ 57 w 57"/>
              <a:gd name="T27" fmla="*/ 54 h 5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 h="54">
                <a:moveTo>
                  <a:pt x="0" y="25"/>
                </a:moveTo>
                <a:lnTo>
                  <a:pt x="0" y="25"/>
                </a:lnTo>
                <a:lnTo>
                  <a:pt x="15" y="0"/>
                </a:lnTo>
                <a:lnTo>
                  <a:pt x="56" y="4"/>
                </a:lnTo>
                <a:lnTo>
                  <a:pt x="50" y="49"/>
                </a:lnTo>
                <a:lnTo>
                  <a:pt x="22" y="53"/>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8" name="Freeform 735">
            <a:extLst>
              <a:ext uri="{FF2B5EF4-FFF2-40B4-BE49-F238E27FC236}">
                <a16:creationId xmlns:a16="http://schemas.microsoft.com/office/drawing/2014/main" id="{22046AD9-4A2C-399F-E008-8B185E6E72A2}"/>
              </a:ext>
            </a:extLst>
          </p:cNvPr>
          <p:cNvSpPr>
            <a:spLocks/>
          </p:cNvSpPr>
          <p:nvPr/>
        </p:nvSpPr>
        <p:spPr bwMode="auto">
          <a:xfrm>
            <a:off x="3081652" y="5205866"/>
            <a:ext cx="16091" cy="12238"/>
          </a:xfrm>
          <a:custGeom>
            <a:avLst/>
            <a:gdLst>
              <a:gd name="T0" fmla="*/ 0 w 14"/>
              <a:gd name="T1" fmla="*/ 10 h 11"/>
              <a:gd name="T2" fmla="*/ 0 w 14"/>
              <a:gd name="T3" fmla="*/ 10 h 11"/>
              <a:gd name="T4" fmla="*/ 12 w 14"/>
              <a:gd name="T5" fmla="*/ 8 h 11"/>
              <a:gd name="T6" fmla="*/ 13 w 14"/>
              <a:gd name="T7" fmla="*/ 0 h 11"/>
              <a:gd name="T8" fmla="*/ 0 w 14"/>
              <a:gd name="T9" fmla="*/ 10 h 11"/>
              <a:gd name="T10" fmla="*/ 0 w 14"/>
              <a:gd name="T11" fmla="*/ 10 h 11"/>
              <a:gd name="T12" fmla="*/ 0 60000 65536"/>
              <a:gd name="T13" fmla="*/ 0 60000 65536"/>
              <a:gd name="T14" fmla="*/ 0 60000 65536"/>
              <a:gd name="T15" fmla="*/ 0 60000 65536"/>
              <a:gd name="T16" fmla="*/ 0 60000 65536"/>
              <a:gd name="T17" fmla="*/ 0 60000 65536"/>
              <a:gd name="T18" fmla="*/ 0 w 14"/>
              <a:gd name="T19" fmla="*/ 0 h 11"/>
              <a:gd name="T20" fmla="*/ 14 w 14"/>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14" h="11">
                <a:moveTo>
                  <a:pt x="0" y="10"/>
                </a:moveTo>
                <a:lnTo>
                  <a:pt x="0" y="10"/>
                </a:lnTo>
                <a:lnTo>
                  <a:pt x="12" y="8"/>
                </a:lnTo>
                <a:lnTo>
                  <a:pt x="13" y="0"/>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9" name="Freeform 736">
            <a:extLst>
              <a:ext uri="{FF2B5EF4-FFF2-40B4-BE49-F238E27FC236}">
                <a16:creationId xmlns:a16="http://schemas.microsoft.com/office/drawing/2014/main" id="{2DE28119-EE20-00F5-EBBF-79AB724C3978}"/>
              </a:ext>
            </a:extLst>
          </p:cNvPr>
          <p:cNvSpPr>
            <a:spLocks/>
          </p:cNvSpPr>
          <p:nvPr/>
        </p:nvSpPr>
        <p:spPr bwMode="auto">
          <a:xfrm>
            <a:off x="3136824" y="5834436"/>
            <a:ext cx="82757" cy="82326"/>
          </a:xfrm>
          <a:custGeom>
            <a:avLst/>
            <a:gdLst>
              <a:gd name="T0" fmla="*/ 0 w 72"/>
              <a:gd name="T1" fmla="*/ 59 h 74"/>
              <a:gd name="T2" fmla="*/ 0 w 72"/>
              <a:gd name="T3" fmla="*/ 59 h 74"/>
              <a:gd name="T4" fmla="*/ 12 w 72"/>
              <a:gd name="T5" fmla="*/ 3 h 74"/>
              <a:gd name="T6" fmla="*/ 22 w 72"/>
              <a:gd name="T7" fmla="*/ 0 h 74"/>
              <a:gd name="T8" fmla="*/ 63 w 72"/>
              <a:gd name="T9" fmla="*/ 29 h 74"/>
              <a:gd name="T10" fmla="*/ 71 w 72"/>
              <a:gd name="T11" fmla="*/ 41 h 74"/>
              <a:gd name="T12" fmla="*/ 68 w 72"/>
              <a:gd name="T13" fmla="*/ 55 h 74"/>
              <a:gd name="T14" fmla="*/ 49 w 72"/>
              <a:gd name="T15" fmla="*/ 73 h 74"/>
              <a:gd name="T16" fmla="*/ 0 w 72"/>
              <a:gd name="T17" fmla="*/ 59 h 74"/>
              <a:gd name="T18" fmla="*/ 0 w 72"/>
              <a:gd name="T19" fmla="*/ 59 h 7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2"/>
              <a:gd name="T31" fmla="*/ 0 h 74"/>
              <a:gd name="T32" fmla="*/ 72 w 72"/>
              <a:gd name="T33" fmla="*/ 74 h 7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2" h="74">
                <a:moveTo>
                  <a:pt x="0" y="59"/>
                </a:moveTo>
                <a:lnTo>
                  <a:pt x="0" y="59"/>
                </a:lnTo>
                <a:lnTo>
                  <a:pt x="12" y="3"/>
                </a:lnTo>
                <a:lnTo>
                  <a:pt x="22" y="0"/>
                </a:lnTo>
                <a:lnTo>
                  <a:pt x="63" y="29"/>
                </a:lnTo>
                <a:lnTo>
                  <a:pt x="71" y="41"/>
                </a:lnTo>
                <a:lnTo>
                  <a:pt x="68" y="55"/>
                </a:lnTo>
                <a:lnTo>
                  <a:pt x="49" y="73"/>
                </a:lnTo>
                <a:lnTo>
                  <a:pt x="0" y="5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0" name="Freeform 737">
            <a:extLst>
              <a:ext uri="{FF2B5EF4-FFF2-40B4-BE49-F238E27FC236}">
                <a16:creationId xmlns:a16="http://schemas.microsoft.com/office/drawing/2014/main" id="{721900BE-30AE-B6A6-97B3-7A10D574E7F7}"/>
              </a:ext>
            </a:extLst>
          </p:cNvPr>
          <p:cNvSpPr>
            <a:spLocks/>
          </p:cNvSpPr>
          <p:nvPr/>
        </p:nvSpPr>
        <p:spPr bwMode="auto">
          <a:xfrm>
            <a:off x="2904644" y="5183616"/>
            <a:ext cx="211491" cy="174664"/>
          </a:xfrm>
          <a:custGeom>
            <a:avLst/>
            <a:gdLst>
              <a:gd name="T0" fmla="*/ 0 w 184"/>
              <a:gd name="T1" fmla="*/ 42 h 157"/>
              <a:gd name="T2" fmla="*/ 0 w 184"/>
              <a:gd name="T3" fmla="*/ 42 h 157"/>
              <a:gd name="T4" fmla="*/ 17 w 184"/>
              <a:gd name="T5" fmla="*/ 69 h 157"/>
              <a:gd name="T6" fmla="*/ 44 w 184"/>
              <a:gd name="T7" fmla="*/ 72 h 157"/>
              <a:gd name="T8" fmla="*/ 52 w 184"/>
              <a:gd name="T9" fmla="*/ 84 h 157"/>
              <a:gd name="T10" fmla="*/ 79 w 184"/>
              <a:gd name="T11" fmla="*/ 82 h 157"/>
              <a:gd name="T12" fmla="*/ 75 w 184"/>
              <a:gd name="T13" fmla="*/ 129 h 157"/>
              <a:gd name="T14" fmla="*/ 87 w 184"/>
              <a:gd name="T15" fmla="*/ 149 h 157"/>
              <a:gd name="T16" fmla="*/ 103 w 184"/>
              <a:gd name="T17" fmla="*/ 156 h 157"/>
              <a:gd name="T18" fmla="*/ 136 w 184"/>
              <a:gd name="T19" fmla="*/ 137 h 157"/>
              <a:gd name="T20" fmla="*/ 123 w 184"/>
              <a:gd name="T21" fmla="*/ 134 h 157"/>
              <a:gd name="T22" fmla="*/ 116 w 184"/>
              <a:gd name="T23" fmla="*/ 108 h 157"/>
              <a:gd name="T24" fmla="*/ 139 w 184"/>
              <a:gd name="T25" fmla="*/ 113 h 157"/>
              <a:gd name="T26" fmla="*/ 173 w 184"/>
              <a:gd name="T27" fmla="*/ 97 h 157"/>
              <a:gd name="T28" fmla="*/ 164 w 184"/>
              <a:gd name="T29" fmla="*/ 84 h 157"/>
              <a:gd name="T30" fmla="*/ 175 w 184"/>
              <a:gd name="T31" fmla="*/ 72 h 157"/>
              <a:gd name="T32" fmla="*/ 170 w 184"/>
              <a:gd name="T33" fmla="*/ 63 h 157"/>
              <a:gd name="T34" fmla="*/ 183 w 184"/>
              <a:gd name="T35" fmla="*/ 53 h 157"/>
              <a:gd name="T36" fmla="*/ 167 w 184"/>
              <a:gd name="T37" fmla="*/ 51 h 157"/>
              <a:gd name="T38" fmla="*/ 167 w 184"/>
              <a:gd name="T39" fmla="*/ 39 h 157"/>
              <a:gd name="T40" fmla="*/ 141 w 184"/>
              <a:gd name="T41" fmla="*/ 25 h 157"/>
              <a:gd name="T42" fmla="*/ 152 w 184"/>
              <a:gd name="T43" fmla="*/ 21 h 157"/>
              <a:gd name="T44" fmla="*/ 72 w 184"/>
              <a:gd name="T45" fmla="*/ 24 h 157"/>
              <a:gd name="T46" fmla="*/ 46 w 184"/>
              <a:gd name="T47" fmla="*/ 0 h 157"/>
              <a:gd name="T48" fmla="*/ 47 w 184"/>
              <a:gd name="T49" fmla="*/ 11 h 157"/>
              <a:gd name="T50" fmla="*/ 24 w 184"/>
              <a:gd name="T51" fmla="*/ 20 h 157"/>
              <a:gd name="T52" fmla="*/ 31 w 184"/>
              <a:gd name="T53" fmla="*/ 39 h 157"/>
              <a:gd name="T54" fmla="*/ 22 w 184"/>
              <a:gd name="T55" fmla="*/ 46 h 157"/>
              <a:gd name="T56" fmla="*/ 17 w 184"/>
              <a:gd name="T57" fmla="*/ 29 h 157"/>
              <a:gd name="T58" fmla="*/ 26 w 184"/>
              <a:gd name="T59" fmla="*/ 6 h 157"/>
              <a:gd name="T60" fmla="*/ 0 w 184"/>
              <a:gd name="T61" fmla="*/ 42 h 157"/>
              <a:gd name="T62" fmla="*/ 0 w 184"/>
              <a:gd name="T63" fmla="*/ 42 h 15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4"/>
              <a:gd name="T97" fmla="*/ 0 h 157"/>
              <a:gd name="T98" fmla="*/ 184 w 184"/>
              <a:gd name="T99" fmla="*/ 157 h 15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4" h="157">
                <a:moveTo>
                  <a:pt x="0" y="42"/>
                </a:moveTo>
                <a:lnTo>
                  <a:pt x="0" y="42"/>
                </a:lnTo>
                <a:lnTo>
                  <a:pt x="17" y="69"/>
                </a:lnTo>
                <a:lnTo>
                  <a:pt x="44" y="72"/>
                </a:lnTo>
                <a:lnTo>
                  <a:pt x="52" y="84"/>
                </a:lnTo>
                <a:lnTo>
                  <a:pt x="79" y="82"/>
                </a:lnTo>
                <a:lnTo>
                  <a:pt x="75" y="129"/>
                </a:lnTo>
                <a:lnTo>
                  <a:pt x="87" y="149"/>
                </a:lnTo>
                <a:lnTo>
                  <a:pt x="103" y="156"/>
                </a:lnTo>
                <a:lnTo>
                  <a:pt x="136" y="137"/>
                </a:lnTo>
                <a:lnTo>
                  <a:pt x="123" y="134"/>
                </a:lnTo>
                <a:lnTo>
                  <a:pt x="116" y="108"/>
                </a:lnTo>
                <a:lnTo>
                  <a:pt x="139" y="113"/>
                </a:lnTo>
                <a:lnTo>
                  <a:pt x="173" y="97"/>
                </a:lnTo>
                <a:lnTo>
                  <a:pt x="164" y="84"/>
                </a:lnTo>
                <a:lnTo>
                  <a:pt x="175" y="72"/>
                </a:lnTo>
                <a:lnTo>
                  <a:pt x="170" y="63"/>
                </a:lnTo>
                <a:lnTo>
                  <a:pt x="183" y="53"/>
                </a:lnTo>
                <a:lnTo>
                  <a:pt x="167" y="51"/>
                </a:lnTo>
                <a:lnTo>
                  <a:pt x="167" y="39"/>
                </a:lnTo>
                <a:lnTo>
                  <a:pt x="141" y="25"/>
                </a:lnTo>
                <a:lnTo>
                  <a:pt x="152" y="21"/>
                </a:lnTo>
                <a:lnTo>
                  <a:pt x="72" y="24"/>
                </a:lnTo>
                <a:lnTo>
                  <a:pt x="46" y="0"/>
                </a:lnTo>
                <a:lnTo>
                  <a:pt x="47" y="11"/>
                </a:lnTo>
                <a:lnTo>
                  <a:pt x="24" y="20"/>
                </a:lnTo>
                <a:lnTo>
                  <a:pt x="31" y="39"/>
                </a:lnTo>
                <a:lnTo>
                  <a:pt x="22" y="46"/>
                </a:lnTo>
                <a:lnTo>
                  <a:pt x="17" y="29"/>
                </a:lnTo>
                <a:lnTo>
                  <a:pt x="26" y="6"/>
                </a:lnTo>
                <a:lnTo>
                  <a:pt x="0" y="4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1" name="Freeform 738">
            <a:extLst>
              <a:ext uri="{FF2B5EF4-FFF2-40B4-BE49-F238E27FC236}">
                <a16:creationId xmlns:a16="http://schemas.microsoft.com/office/drawing/2014/main" id="{D6B63F8C-EA66-37B7-BC73-1F80934072F4}"/>
              </a:ext>
            </a:extLst>
          </p:cNvPr>
          <p:cNvSpPr>
            <a:spLocks/>
          </p:cNvSpPr>
          <p:nvPr/>
        </p:nvSpPr>
        <p:spPr bwMode="auto">
          <a:xfrm>
            <a:off x="5649937" y="5014686"/>
            <a:ext cx="109500" cy="225795"/>
          </a:xfrm>
          <a:custGeom>
            <a:avLst/>
            <a:gdLst>
              <a:gd name="T0" fmla="*/ 0 w 95"/>
              <a:gd name="T1" fmla="*/ 17056038 h 203"/>
              <a:gd name="T2" fmla="*/ 0 w 95"/>
              <a:gd name="T3" fmla="*/ 17056038 h 203"/>
              <a:gd name="T4" fmla="*/ 21990127 w 95"/>
              <a:gd name="T5" fmla="*/ 52872417 h 203"/>
              <a:gd name="T6" fmla="*/ 50262967 w 95"/>
              <a:gd name="T7" fmla="*/ 68222847 h 203"/>
              <a:gd name="T8" fmla="*/ 36127169 w 95"/>
              <a:gd name="T9" fmla="*/ 93806917 h 203"/>
              <a:gd name="T10" fmla="*/ 87960510 w 95"/>
              <a:gd name="T11" fmla="*/ 139856901 h 203"/>
              <a:gd name="T12" fmla="*/ 111520992 w 95"/>
              <a:gd name="T13" fmla="*/ 202962959 h 203"/>
              <a:gd name="T14" fmla="*/ 114662975 w 95"/>
              <a:gd name="T15" fmla="*/ 255835356 h 203"/>
              <a:gd name="T16" fmla="*/ 50262967 w 95"/>
              <a:gd name="T17" fmla="*/ 301886645 h 203"/>
              <a:gd name="T18" fmla="*/ 59687661 w 95"/>
              <a:gd name="T19" fmla="*/ 344525504 h 203"/>
              <a:gd name="T20" fmla="*/ 80106161 w 95"/>
              <a:gd name="T21" fmla="*/ 315530166 h 203"/>
              <a:gd name="T22" fmla="*/ 92672857 w 95"/>
              <a:gd name="T23" fmla="*/ 324058182 h 203"/>
              <a:gd name="T24" fmla="*/ 97385204 w 95"/>
              <a:gd name="T25" fmla="*/ 303592249 h 203"/>
              <a:gd name="T26" fmla="*/ 147648151 w 95"/>
              <a:gd name="T27" fmla="*/ 272891389 h 203"/>
              <a:gd name="T28" fmla="*/ 141365440 w 95"/>
              <a:gd name="T29" fmla="*/ 185906926 h 203"/>
              <a:gd name="T30" fmla="*/ 72253084 w 95"/>
              <a:gd name="T31" fmla="*/ 105744835 h 203"/>
              <a:gd name="T32" fmla="*/ 80106161 w 95"/>
              <a:gd name="T33" fmla="*/ 78456467 h 203"/>
              <a:gd name="T34" fmla="*/ 120945686 w 95"/>
              <a:gd name="T35" fmla="*/ 39227581 h 203"/>
              <a:gd name="T36" fmla="*/ 62828390 w 95"/>
              <a:gd name="T37" fmla="*/ 0 h 203"/>
              <a:gd name="T38" fmla="*/ 0 w 95"/>
              <a:gd name="T39" fmla="*/ 17056038 h 203"/>
              <a:gd name="T40" fmla="*/ 0 w 95"/>
              <a:gd name="T41" fmla="*/ 17056038 h 20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5"/>
              <a:gd name="T64" fmla="*/ 0 h 203"/>
              <a:gd name="T65" fmla="*/ 95 w 95"/>
              <a:gd name="T66" fmla="*/ 203 h 20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5" h="203">
                <a:moveTo>
                  <a:pt x="0" y="10"/>
                </a:moveTo>
                <a:lnTo>
                  <a:pt x="0" y="10"/>
                </a:lnTo>
                <a:lnTo>
                  <a:pt x="14" y="31"/>
                </a:lnTo>
                <a:lnTo>
                  <a:pt x="32" y="40"/>
                </a:lnTo>
                <a:lnTo>
                  <a:pt x="23" y="55"/>
                </a:lnTo>
                <a:lnTo>
                  <a:pt x="56" y="82"/>
                </a:lnTo>
                <a:lnTo>
                  <a:pt x="71" y="119"/>
                </a:lnTo>
                <a:lnTo>
                  <a:pt x="73" y="150"/>
                </a:lnTo>
                <a:lnTo>
                  <a:pt x="32" y="177"/>
                </a:lnTo>
                <a:lnTo>
                  <a:pt x="38" y="202"/>
                </a:lnTo>
                <a:lnTo>
                  <a:pt x="51" y="185"/>
                </a:lnTo>
                <a:lnTo>
                  <a:pt x="59" y="190"/>
                </a:lnTo>
                <a:lnTo>
                  <a:pt x="62" y="178"/>
                </a:lnTo>
                <a:lnTo>
                  <a:pt x="94" y="160"/>
                </a:lnTo>
                <a:lnTo>
                  <a:pt x="90" y="109"/>
                </a:lnTo>
                <a:lnTo>
                  <a:pt x="46" y="62"/>
                </a:lnTo>
                <a:lnTo>
                  <a:pt x="51" y="46"/>
                </a:lnTo>
                <a:lnTo>
                  <a:pt x="77" y="23"/>
                </a:lnTo>
                <a:lnTo>
                  <a:pt x="40" y="0"/>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2" name="Freeform 739">
            <a:extLst>
              <a:ext uri="{FF2B5EF4-FFF2-40B4-BE49-F238E27FC236}">
                <a16:creationId xmlns:a16="http://schemas.microsoft.com/office/drawing/2014/main" id="{9B725DA7-3E3E-1808-7D9D-BF23EF2A61D2}"/>
              </a:ext>
            </a:extLst>
          </p:cNvPr>
          <p:cNvSpPr>
            <a:spLocks/>
          </p:cNvSpPr>
          <p:nvPr/>
        </p:nvSpPr>
        <p:spPr bwMode="auto">
          <a:xfrm>
            <a:off x="4658588" y="4653688"/>
            <a:ext cx="116801" cy="51378"/>
          </a:xfrm>
          <a:custGeom>
            <a:avLst/>
            <a:gdLst>
              <a:gd name="T0" fmla="*/ 0 w 102"/>
              <a:gd name="T1" fmla="*/ 3439837 h 46"/>
              <a:gd name="T2" fmla="*/ 37206018 w 102"/>
              <a:gd name="T3" fmla="*/ 0 h 46"/>
              <a:gd name="T4" fmla="*/ 72863135 w 102"/>
              <a:gd name="T5" fmla="*/ 15478608 h 46"/>
              <a:gd name="T6" fmla="*/ 86814474 w 102"/>
              <a:gd name="T7" fmla="*/ 32676478 h 46"/>
              <a:gd name="T8" fmla="*/ 105418723 w 102"/>
              <a:gd name="T9" fmla="*/ 32676478 h 46"/>
              <a:gd name="T10" fmla="*/ 119371288 w 102"/>
              <a:gd name="T11" fmla="*/ 24077546 h 46"/>
              <a:gd name="T12" fmla="*/ 128672167 w 102"/>
              <a:gd name="T13" fmla="*/ 22356972 h 46"/>
              <a:gd name="T14" fmla="*/ 137974292 w 102"/>
              <a:gd name="T15" fmla="*/ 39556149 h 46"/>
              <a:gd name="T16" fmla="*/ 155027149 w 102"/>
              <a:gd name="T17" fmla="*/ 44715256 h 46"/>
              <a:gd name="T18" fmla="*/ 150376710 w 102"/>
              <a:gd name="T19" fmla="*/ 51593615 h 46"/>
              <a:gd name="T20" fmla="*/ 156577296 w 102"/>
              <a:gd name="T21" fmla="*/ 65352956 h 46"/>
              <a:gd name="T22" fmla="*/ 155027149 w 102"/>
              <a:gd name="T23" fmla="*/ 75671151 h 46"/>
              <a:gd name="T24" fmla="*/ 137974292 w 102"/>
              <a:gd name="T25" fmla="*/ 60192548 h 46"/>
              <a:gd name="T26" fmla="*/ 128672167 w 102"/>
              <a:gd name="T27" fmla="*/ 55033451 h 46"/>
              <a:gd name="T28" fmla="*/ 119371288 w 102"/>
              <a:gd name="T29" fmla="*/ 55033451 h 46"/>
              <a:gd name="T30" fmla="*/ 114719603 w 102"/>
              <a:gd name="T31" fmla="*/ 72231316 h 46"/>
              <a:gd name="T32" fmla="*/ 103868576 w 102"/>
              <a:gd name="T33" fmla="*/ 67072218 h 46"/>
              <a:gd name="T34" fmla="*/ 83714181 w 102"/>
              <a:gd name="T35" fmla="*/ 77391724 h 46"/>
              <a:gd name="T36" fmla="*/ 58910570 w 102"/>
              <a:gd name="T37" fmla="*/ 75671151 h 46"/>
              <a:gd name="T38" fmla="*/ 58910570 w 102"/>
              <a:gd name="T39" fmla="*/ 44715256 h 46"/>
              <a:gd name="T40" fmla="*/ 20153156 w 102"/>
              <a:gd name="T41" fmla="*/ 17197870 h 46"/>
              <a:gd name="T42" fmla="*/ 0 w 102"/>
              <a:gd name="T43" fmla="*/ 3439837 h 46"/>
              <a:gd name="T44" fmla="*/ 0 w 102"/>
              <a:gd name="T45" fmla="*/ 3439837 h 4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02"/>
              <a:gd name="T70" fmla="*/ 0 h 46"/>
              <a:gd name="T71" fmla="*/ 102 w 102"/>
              <a:gd name="T72" fmla="*/ 46 h 4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02" h="46">
                <a:moveTo>
                  <a:pt x="0" y="2"/>
                </a:moveTo>
                <a:lnTo>
                  <a:pt x="24" y="0"/>
                </a:lnTo>
                <a:lnTo>
                  <a:pt x="47" y="9"/>
                </a:lnTo>
                <a:lnTo>
                  <a:pt x="56" y="19"/>
                </a:lnTo>
                <a:lnTo>
                  <a:pt x="68" y="19"/>
                </a:lnTo>
                <a:lnTo>
                  <a:pt x="77" y="14"/>
                </a:lnTo>
                <a:lnTo>
                  <a:pt x="83" y="13"/>
                </a:lnTo>
                <a:lnTo>
                  <a:pt x="89" y="23"/>
                </a:lnTo>
                <a:lnTo>
                  <a:pt x="100" y="26"/>
                </a:lnTo>
                <a:lnTo>
                  <a:pt x="97" y="30"/>
                </a:lnTo>
                <a:lnTo>
                  <a:pt x="101" y="38"/>
                </a:lnTo>
                <a:lnTo>
                  <a:pt x="100" y="44"/>
                </a:lnTo>
                <a:lnTo>
                  <a:pt x="89" y="35"/>
                </a:lnTo>
                <a:lnTo>
                  <a:pt x="83" y="32"/>
                </a:lnTo>
                <a:lnTo>
                  <a:pt x="77" y="32"/>
                </a:lnTo>
                <a:lnTo>
                  <a:pt x="74" y="42"/>
                </a:lnTo>
                <a:lnTo>
                  <a:pt x="67" y="39"/>
                </a:lnTo>
                <a:lnTo>
                  <a:pt x="54" y="45"/>
                </a:lnTo>
                <a:lnTo>
                  <a:pt x="38" y="44"/>
                </a:lnTo>
                <a:lnTo>
                  <a:pt x="38" y="26"/>
                </a:lnTo>
                <a:lnTo>
                  <a:pt x="13" y="10"/>
                </a:lnTo>
                <a:lnTo>
                  <a:pt x="0" y="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3" name="Freeform 740">
            <a:extLst>
              <a:ext uri="{FF2B5EF4-FFF2-40B4-BE49-F238E27FC236}">
                <a16:creationId xmlns:a16="http://schemas.microsoft.com/office/drawing/2014/main" id="{505E5557-70F8-246D-BDBA-59A1DBA8FEFA}"/>
              </a:ext>
            </a:extLst>
          </p:cNvPr>
          <p:cNvSpPr>
            <a:spLocks/>
          </p:cNvSpPr>
          <p:nvPr/>
        </p:nvSpPr>
        <p:spPr bwMode="auto">
          <a:xfrm>
            <a:off x="4741810" y="4682080"/>
            <a:ext cx="96360" cy="77068"/>
          </a:xfrm>
          <a:custGeom>
            <a:avLst/>
            <a:gdLst>
              <a:gd name="T0" fmla="*/ 48621765 w 85"/>
              <a:gd name="T1" fmla="*/ 3439855 h 69"/>
              <a:gd name="T2" fmla="*/ 54698713 w 85"/>
              <a:gd name="T3" fmla="*/ 3439855 h 69"/>
              <a:gd name="T4" fmla="*/ 74451875 w 85"/>
              <a:gd name="T5" fmla="*/ 10319564 h 69"/>
              <a:gd name="T6" fmla="*/ 92683970 w 85"/>
              <a:gd name="T7" fmla="*/ 25796947 h 69"/>
              <a:gd name="T8" fmla="*/ 103320478 w 85"/>
              <a:gd name="T9" fmla="*/ 44715498 h 69"/>
              <a:gd name="T10" fmla="*/ 127630734 w 85"/>
              <a:gd name="T11" fmla="*/ 65353310 h 69"/>
              <a:gd name="T12" fmla="*/ 115475606 w 85"/>
              <a:gd name="T13" fmla="*/ 70512435 h 69"/>
              <a:gd name="T14" fmla="*/ 106358952 w 85"/>
              <a:gd name="T15" fmla="*/ 84271851 h 69"/>
              <a:gd name="T16" fmla="*/ 104840331 w 85"/>
              <a:gd name="T17" fmla="*/ 91150268 h 69"/>
              <a:gd name="T18" fmla="*/ 100282004 w 85"/>
              <a:gd name="T19" fmla="*/ 116948516 h 69"/>
              <a:gd name="T20" fmla="*/ 82048695 w 85"/>
              <a:gd name="T21" fmla="*/ 110068809 h 69"/>
              <a:gd name="T22" fmla="*/ 79010202 w 85"/>
              <a:gd name="T23" fmla="*/ 87710414 h 69"/>
              <a:gd name="T24" fmla="*/ 60776893 w 85"/>
              <a:gd name="T25" fmla="*/ 96310704 h 69"/>
              <a:gd name="T26" fmla="*/ 44063438 w 85"/>
              <a:gd name="T27" fmla="*/ 108348226 h 69"/>
              <a:gd name="T28" fmla="*/ 33426921 w 85"/>
              <a:gd name="T29" fmla="*/ 106628955 h 69"/>
              <a:gd name="T30" fmla="*/ 24310266 w 85"/>
              <a:gd name="T31" fmla="*/ 94590122 h 69"/>
              <a:gd name="T32" fmla="*/ 18233314 w 85"/>
              <a:gd name="T33" fmla="*/ 84271851 h 69"/>
              <a:gd name="T34" fmla="*/ 25830119 w 85"/>
              <a:gd name="T35" fmla="*/ 73952289 h 69"/>
              <a:gd name="T36" fmla="*/ 30388447 w 85"/>
              <a:gd name="T37" fmla="*/ 82551268 h 69"/>
              <a:gd name="T38" fmla="*/ 53180092 w 85"/>
              <a:gd name="T39" fmla="*/ 94590122 h 69"/>
              <a:gd name="T40" fmla="*/ 57738419 w 85"/>
              <a:gd name="T41" fmla="*/ 84271851 h 69"/>
              <a:gd name="T42" fmla="*/ 36466627 w 85"/>
              <a:gd name="T43" fmla="*/ 65353310 h 69"/>
              <a:gd name="T44" fmla="*/ 30388447 w 85"/>
              <a:gd name="T45" fmla="*/ 49874623 h 69"/>
              <a:gd name="T46" fmla="*/ 22791646 w 85"/>
              <a:gd name="T47" fmla="*/ 44715498 h 69"/>
              <a:gd name="T48" fmla="*/ 22791646 w 85"/>
              <a:gd name="T49" fmla="*/ 34395926 h 69"/>
              <a:gd name="T50" fmla="*/ 13674986 w 85"/>
              <a:gd name="T51" fmla="*/ 30957384 h 69"/>
              <a:gd name="T52" fmla="*/ 0 w 85"/>
              <a:gd name="T53" fmla="*/ 29236801 h 69"/>
              <a:gd name="T54" fmla="*/ 4558328 w 85"/>
              <a:gd name="T55" fmla="*/ 17197963 h 69"/>
              <a:gd name="T56" fmla="*/ 6078183 w 85"/>
              <a:gd name="T57" fmla="*/ 10319564 h 69"/>
              <a:gd name="T58" fmla="*/ 16713460 w 85"/>
              <a:gd name="T59" fmla="*/ 10319564 h 69"/>
              <a:gd name="T60" fmla="*/ 22791646 w 85"/>
              <a:gd name="T61" fmla="*/ 15478692 h 69"/>
              <a:gd name="T62" fmla="*/ 39505101 w 85"/>
              <a:gd name="T63" fmla="*/ 30957384 h 69"/>
              <a:gd name="T64" fmla="*/ 41023731 w 85"/>
              <a:gd name="T65" fmla="*/ 20637817 h 69"/>
              <a:gd name="T66" fmla="*/ 34946774 w 85"/>
              <a:gd name="T67" fmla="*/ 8598982 h 69"/>
              <a:gd name="T68" fmla="*/ 39505101 w 85"/>
              <a:gd name="T69" fmla="*/ 0 h 69"/>
              <a:gd name="T70" fmla="*/ 48621765 w 85"/>
              <a:gd name="T71" fmla="*/ 3439855 h 69"/>
              <a:gd name="T72" fmla="*/ 48621765 w 85"/>
              <a:gd name="T73" fmla="*/ 3439855 h 6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85"/>
              <a:gd name="T112" fmla="*/ 0 h 69"/>
              <a:gd name="T113" fmla="*/ 85 w 85"/>
              <a:gd name="T114" fmla="*/ 69 h 69"/>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85" h="69">
                <a:moveTo>
                  <a:pt x="32" y="2"/>
                </a:moveTo>
                <a:lnTo>
                  <a:pt x="36" y="2"/>
                </a:lnTo>
                <a:lnTo>
                  <a:pt x="49" y="6"/>
                </a:lnTo>
                <a:lnTo>
                  <a:pt x="61" y="15"/>
                </a:lnTo>
                <a:lnTo>
                  <a:pt x="68" y="26"/>
                </a:lnTo>
                <a:lnTo>
                  <a:pt x="84" y="38"/>
                </a:lnTo>
                <a:lnTo>
                  <a:pt x="76" y="41"/>
                </a:lnTo>
                <a:lnTo>
                  <a:pt x="70" y="49"/>
                </a:lnTo>
                <a:lnTo>
                  <a:pt x="69" y="53"/>
                </a:lnTo>
                <a:lnTo>
                  <a:pt x="66" y="68"/>
                </a:lnTo>
                <a:lnTo>
                  <a:pt x="54" y="64"/>
                </a:lnTo>
                <a:lnTo>
                  <a:pt x="52" y="51"/>
                </a:lnTo>
                <a:lnTo>
                  <a:pt x="40" y="56"/>
                </a:lnTo>
                <a:lnTo>
                  <a:pt x="29" y="63"/>
                </a:lnTo>
                <a:lnTo>
                  <a:pt x="22" y="62"/>
                </a:lnTo>
                <a:lnTo>
                  <a:pt x="16" y="55"/>
                </a:lnTo>
                <a:lnTo>
                  <a:pt x="12" y="49"/>
                </a:lnTo>
                <a:lnTo>
                  <a:pt x="17" y="43"/>
                </a:lnTo>
                <a:lnTo>
                  <a:pt x="20" y="48"/>
                </a:lnTo>
                <a:lnTo>
                  <a:pt x="35" y="55"/>
                </a:lnTo>
                <a:lnTo>
                  <a:pt x="38" y="49"/>
                </a:lnTo>
                <a:lnTo>
                  <a:pt x="24" y="38"/>
                </a:lnTo>
                <a:lnTo>
                  <a:pt x="20" y="29"/>
                </a:lnTo>
                <a:lnTo>
                  <a:pt x="15" y="26"/>
                </a:lnTo>
                <a:lnTo>
                  <a:pt x="15" y="20"/>
                </a:lnTo>
                <a:lnTo>
                  <a:pt x="9" y="18"/>
                </a:lnTo>
                <a:lnTo>
                  <a:pt x="0" y="17"/>
                </a:lnTo>
                <a:lnTo>
                  <a:pt x="3" y="10"/>
                </a:lnTo>
                <a:lnTo>
                  <a:pt x="4" y="6"/>
                </a:lnTo>
                <a:lnTo>
                  <a:pt x="11" y="6"/>
                </a:lnTo>
                <a:lnTo>
                  <a:pt x="15" y="9"/>
                </a:lnTo>
                <a:lnTo>
                  <a:pt x="26" y="18"/>
                </a:lnTo>
                <a:lnTo>
                  <a:pt x="27" y="12"/>
                </a:lnTo>
                <a:lnTo>
                  <a:pt x="23" y="5"/>
                </a:lnTo>
                <a:lnTo>
                  <a:pt x="26" y="0"/>
                </a:lnTo>
                <a:lnTo>
                  <a:pt x="32" y="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4" name="Freeform 741">
            <a:extLst>
              <a:ext uri="{FF2B5EF4-FFF2-40B4-BE49-F238E27FC236}">
                <a16:creationId xmlns:a16="http://schemas.microsoft.com/office/drawing/2014/main" id="{7654F90E-7443-736C-17E0-FAD04231CF36}"/>
              </a:ext>
            </a:extLst>
          </p:cNvPr>
          <p:cNvSpPr>
            <a:spLocks/>
          </p:cNvSpPr>
          <p:nvPr/>
        </p:nvSpPr>
        <p:spPr bwMode="auto">
          <a:xfrm>
            <a:off x="4719909" y="4696953"/>
            <a:ext cx="68622" cy="47322"/>
          </a:xfrm>
          <a:custGeom>
            <a:avLst/>
            <a:gdLst>
              <a:gd name="T0" fmla="*/ 0 w 57"/>
              <a:gd name="T1" fmla="*/ 10017957 h 43"/>
              <a:gd name="T2" fmla="*/ 11994369 w 57"/>
              <a:gd name="T3" fmla="*/ 21705362 h 43"/>
              <a:gd name="T4" fmla="*/ 25702218 w 57"/>
              <a:gd name="T5" fmla="*/ 38401091 h 43"/>
              <a:gd name="T6" fmla="*/ 47977476 w 57"/>
              <a:gd name="T7" fmla="*/ 61775897 h 43"/>
              <a:gd name="T8" fmla="*/ 61685320 w 57"/>
              <a:gd name="T9" fmla="*/ 48419056 h 43"/>
              <a:gd name="T10" fmla="*/ 63398800 w 57"/>
              <a:gd name="T11" fmla="*/ 60106454 h 43"/>
              <a:gd name="T12" fmla="*/ 73679684 w 57"/>
              <a:gd name="T13" fmla="*/ 61775897 h 43"/>
              <a:gd name="T14" fmla="*/ 89101029 w 57"/>
              <a:gd name="T15" fmla="*/ 70124408 h 43"/>
              <a:gd name="T16" fmla="*/ 95954951 w 57"/>
              <a:gd name="T17" fmla="*/ 60106454 h 43"/>
              <a:gd name="T18" fmla="*/ 71966203 w 57"/>
              <a:gd name="T19" fmla="*/ 41739979 h 43"/>
              <a:gd name="T20" fmla="*/ 66825762 w 57"/>
              <a:gd name="T21" fmla="*/ 26713693 h 43"/>
              <a:gd name="T22" fmla="*/ 56544878 w 57"/>
              <a:gd name="T23" fmla="*/ 21705362 h 43"/>
              <a:gd name="T24" fmla="*/ 56544878 w 57"/>
              <a:gd name="T25" fmla="*/ 11687403 h 43"/>
              <a:gd name="T26" fmla="*/ 46263995 w 57"/>
              <a:gd name="T27" fmla="*/ 8348513 h 43"/>
              <a:gd name="T28" fmla="*/ 30842660 w 57"/>
              <a:gd name="T29" fmla="*/ 5008332 h 43"/>
              <a:gd name="T30" fmla="*/ 17134811 w 57"/>
              <a:gd name="T31" fmla="*/ 0 h 43"/>
              <a:gd name="T32" fmla="*/ 5140443 w 57"/>
              <a:gd name="T33" fmla="*/ 1669444 h 43"/>
              <a:gd name="T34" fmla="*/ 0 w 57"/>
              <a:gd name="T35" fmla="*/ 10017957 h 43"/>
              <a:gd name="T36" fmla="*/ 0 w 57"/>
              <a:gd name="T37" fmla="*/ 10017957 h 4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7"/>
              <a:gd name="T58" fmla="*/ 0 h 43"/>
              <a:gd name="T59" fmla="*/ 57 w 57"/>
              <a:gd name="T60" fmla="*/ 43 h 4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7" h="43">
                <a:moveTo>
                  <a:pt x="0" y="6"/>
                </a:moveTo>
                <a:lnTo>
                  <a:pt x="7" y="13"/>
                </a:lnTo>
                <a:lnTo>
                  <a:pt x="15" y="23"/>
                </a:lnTo>
                <a:lnTo>
                  <a:pt x="28" y="37"/>
                </a:lnTo>
                <a:lnTo>
                  <a:pt x="36" y="29"/>
                </a:lnTo>
                <a:lnTo>
                  <a:pt x="37" y="36"/>
                </a:lnTo>
                <a:lnTo>
                  <a:pt x="43" y="37"/>
                </a:lnTo>
                <a:lnTo>
                  <a:pt x="52" y="42"/>
                </a:lnTo>
                <a:lnTo>
                  <a:pt x="56" y="36"/>
                </a:lnTo>
                <a:lnTo>
                  <a:pt x="42" y="25"/>
                </a:lnTo>
                <a:lnTo>
                  <a:pt x="39" y="16"/>
                </a:lnTo>
                <a:lnTo>
                  <a:pt x="33" y="13"/>
                </a:lnTo>
                <a:lnTo>
                  <a:pt x="33" y="7"/>
                </a:lnTo>
                <a:lnTo>
                  <a:pt x="27" y="5"/>
                </a:lnTo>
                <a:lnTo>
                  <a:pt x="18" y="3"/>
                </a:lnTo>
                <a:lnTo>
                  <a:pt x="10" y="0"/>
                </a:lnTo>
                <a:lnTo>
                  <a:pt x="3" y="1"/>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5" name="Freeform 742">
            <a:extLst>
              <a:ext uri="{FF2B5EF4-FFF2-40B4-BE49-F238E27FC236}">
                <a16:creationId xmlns:a16="http://schemas.microsoft.com/office/drawing/2014/main" id="{8F7052F2-CA4D-B8D5-5B72-342F6EE8243E}"/>
              </a:ext>
            </a:extLst>
          </p:cNvPr>
          <p:cNvSpPr>
            <a:spLocks/>
          </p:cNvSpPr>
          <p:nvPr/>
        </p:nvSpPr>
        <p:spPr bwMode="auto">
          <a:xfrm>
            <a:off x="4757870" y="4436007"/>
            <a:ext cx="654085" cy="274468"/>
          </a:xfrm>
          <a:custGeom>
            <a:avLst/>
            <a:gdLst>
              <a:gd name="T0" fmla="*/ 837896752 w 572"/>
              <a:gd name="T1" fmla="*/ 173329062 h 246"/>
              <a:gd name="T2" fmla="*/ 749778861 w 572"/>
              <a:gd name="T3" fmla="*/ 163032328 h 246"/>
              <a:gd name="T4" fmla="*/ 717313589 w 572"/>
              <a:gd name="T5" fmla="*/ 130426133 h 246"/>
              <a:gd name="T6" fmla="*/ 675574125 w 572"/>
              <a:gd name="T7" fmla="*/ 135574479 h 246"/>
              <a:gd name="T8" fmla="*/ 635379996 w 572"/>
              <a:gd name="T9" fmla="*/ 121845555 h 246"/>
              <a:gd name="T10" fmla="*/ 562720752 w 572"/>
              <a:gd name="T11" fmla="*/ 70362068 h 246"/>
              <a:gd name="T12" fmla="*/ 471510634 w 572"/>
              <a:gd name="T13" fmla="*/ 51483487 h 246"/>
              <a:gd name="T14" fmla="*/ 408126826 w 572"/>
              <a:gd name="T15" fmla="*/ 30890090 h 246"/>
              <a:gd name="T16" fmla="*/ 344743018 w 572"/>
              <a:gd name="T17" fmla="*/ 17161161 h 246"/>
              <a:gd name="T18" fmla="*/ 284452602 w 572"/>
              <a:gd name="T19" fmla="*/ 36038437 h 246"/>
              <a:gd name="T20" fmla="*/ 216431076 w 572"/>
              <a:gd name="T21" fmla="*/ 36038437 h 246"/>
              <a:gd name="T22" fmla="*/ 216431076 w 572"/>
              <a:gd name="T23" fmla="*/ 84090992 h 246"/>
              <a:gd name="T24" fmla="*/ 242711894 w 572"/>
              <a:gd name="T25" fmla="*/ 106400515 h 246"/>
              <a:gd name="T26" fmla="*/ 242711894 w 572"/>
              <a:gd name="T27" fmla="*/ 139006710 h 246"/>
              <a:gd name="T28" fmla="*/ 216431076 w 572"/>
              <a:gd name="T29" fmla="*/ 140722826 h 246"/>
              <a:gd name="T30" fmla="*/ 177782595 w 572"/>
              <a:gd name="T31" fmla="*/ 123561671 h 246"/>
              <a:gd name="T32" fmla="*/ 151501738 w 572"/>
              <a:gd name="T33" fmla="*/ 130426133 h 246"/>
              <a:gd name="T34" fmla="*/ 120583201 w 572"/>
              <a:gd name="T35" fmla="*/ 118413324 h 246"/>
              <a:gd name="T36" fmla="*/ 46378446 w 572"/>
              <a:gd name="T37" fmla="*/ 116697208 h 246"/>
              <a:gd name="T38" fmla="*/ 30918546 w 572"/>
              <a:gd name="T39" fmla="*/ 133858364 h 246"/>
              <a:gd name="T40" fmla="*/ 27826320 w 572"/>
              <a:gd name="T41" fmla="*/ 156167866 h 246"/>
              <a:gd name="T42" fmla="*/ 4637720 w 572"/>
              <a:gd name="T43" fmla="*/ 145871173 h 246"/>
              <a:gd name="T44" fmla="*/ 0 w 572"/>
              <a:gd name="T45" fmla="*/ 192206333 h 246"/>
              <a:gd name="T46" fmla="*/ 12367668 w 572"/>
              <a:gd name="T47" fmla="*/ 224813839 h 246"/>
              <a:gd name="T48" fmla="*/ 40193983 w 572"/>
              <a:gd name="T49" fmla="*/ 223097723 h 246"/>
              <a:gd name="T50" fmla="*/ 66474811 w 572"/>
              <a:gd name="T51" fmla="*/ 269432843 h 246"/>
              <a:gd name="T52" fmla="*/ 160777174 w 572"/>
              <a:gd name="T53" fmla="*/ 252271688 h 246"/>
              <a:gd name="T54" fmla="*/ 153047229 w 572"/>
              <a:gd name="T55" fmla="*/ 302039039 h 246"/>
              <a:gd name="T56" fmla="*/ 105123311 w 572"/>
              <a:gd name="T57" fmla="*/ 327780772 h 246"/>
              <a:gd name="T58" fmla="*/ 157684948 w 572"/>
              <a:gd name="T59" fmla="*/ 375833399 h 246"/>
              <a:gd name="T60" fmla="*/ 194787976 w 572"/>
              <a:gd name="T61" fmla="*/ 380981746 h 246"/>
              <a:gd name="T62" fmla="*/ 222614286 w 572"/>
              <a:gd name="T63" fmla="*/ 387846208 h 246"/>
              <a:gd name="T64" fmla="*/ 222614286 w 572"/>
              <a:gd name="T65" fmla="*/ 293458461 h 246"/>
              <a:gd name="T66" fmla="*/ 259717276 w 572"/>
              <a:gd name="T67" fmla="*/ 264284497 h 246"/>
              <a:gd name="T68" fmla="*/ 272084939 w 572"/>
              <a:gd name="T69" fmla="*/ 252271688 h 246"/>
              <a:gd name="T70" fmla="*/ 290635812 w 572"/>
              <a:gd name="T71" fmla="*/ 260852265 h 246"/>
              <a:gd name="T72" fmla="*/ 299911249 w 572"/>
              <a:gd name="T73" fmla="*/ 267716728 h 246"/>
              <a:gd name="T74" fmla="*/ 323101084 w 572"/>
              <a:gd name="T75" fmla="*/ 307187385 h 246"/>
              <a:gd name="T76" fmla="*/ 343197526 w 572"/>
              <a:gd name="T77" fmla="*/ 332929119 h 246"/>
              <a:gd name="T78" fmla="*/ 394213671 w 572"/>
              <a:gd name="T79" fmla="*/ 332929119 h 246"/>
              <a:gd name="T80" fmla="*/ 414311279 w 572"/>
              <a:gd name="T81" fmla="*/ 398142901 h 246"/>
              <a:gd name="T82" fmla="*/ 435954379 w 572"/>
              <a:gd name="T83" fmla="*/ 420452403 h 246"/>
              <a:gd name="T84" fmla="*/ 486969280 w 572"/>
              <a:gd name="T85" fmla="*/ 410155710 h 246"/>
              <a:gd name="T86" fmla="*/ 547260862 w 572"/>
              <a:gd name="T87" fmla="*/ 410155710 h 246"/>
              <a:gd name="T88" fmla="*/ 544169878 w 572"/>
              <a:gd name="T89" fmla="*/ 382697861 h 246"/>
              <a:gd name="T90" fmla="*/ 554990807 w 572"/>
              <a:gd name="T91" fmla="*/ 368968937 h 246"/>
              <a:gd name="T92" fmla="*/ 592093796 w 572"/>
              <a:gd name="T93" fmla="*/ 374117284 h 246"/>
              <a:gd name="T94" fmla="*/ 644655433 w 572"/>
              <a:gd name="T95" fmla="*/ 360388359 h 246"/>
              <a:gd name="T96" fmla="*/ 732773479 w 572"/>
              <a:gd name="T97" fmla="*/ 379265630 h 246"/>
              <a:gd name="T98" fmla="*/ 732773479 w 572"/>
              <a:gd name="T99" fmla="*/ 319200194 h 246"/>
              <a:gd name="T100" fmla="*/ 799248270 w 572"/>
              <a:gd name="T101" fmla="*/ 252271688 h 246"/>
              <a:gd name="T102" fmla="*/ 861086587 w 572"/>
              <a:gd name="T103" fmla="*/ 216233261 h 24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572"/>
              <a:gd name="T157" fmla="*/ 0 h 246"/>
              <a:gd name="T158" fmla="*/ 572 w 572"/>
              <a:gd name="T159" fmla="*/ 246 h 24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572" h="246">
                <a:moveTo>
                  <a:pt x="557" y="126"/>
                </a:moveTo>
                <a:lnTo>
                  <a:pt x="571" y="121"/>
                </a:lnTo>
                <a:lnTo>
                  <a:pt x="542" y="101"/>
                </a:lnTo>
                <a:lnTo>
                  <a:pt x="524" y="109"/>
                </a:lnTo>
                <a:lnTo>
                  <a:pt x="497" y="102"/>
                </a:lnTo>
                <a:lnTo>
                  <a:pt x="485" y="95"/>
                </a:lnTo>
                <a:lnTo>
                  <a:pt x="474" y="95"/>
                </a:lnTo>
                <a:lnTo>
                  <a:pt x="467" y="84"/>
                </a:lnTo>
                <a:lnTo>
                  <a:pt x="464" y="76"/>
                </a:lnTo>
                <a:lnTo>
                  <a:pt x="454" y="76"/>
                </a:lnTo>
                <a:lnTo>
                  <a:pt x="446" y="76"/>
                </a:lnTo>
                <a:lnTo>
                  <a:pt x="437" y="79"/>
                </a:lnTo>
                <a:lnTo>
                  <a:pt x="424" y="66"/>
                </a:lnTo>
                <a:lnTo>
                  <a:pt x="418" y="68"/>
                </a:lnTo>
                <a:lnTo>
                  <a:pt x="411" y="71"/>
                </a:lnTo>
                <a:lnTo>
                  <a:pt x="404" y="73"/>
                </a:lnTo>
                <a:lnTo>
                  <a:pt x="392" y="63"/>
                </a:lnTo>
                <a:lnTo>
                  <a:pt x="364" y="41"/>
                </a:lnTo>
                <a:lnTo>
                  <a:pt x="342" y="27"/>
                </a:lnTo>
                <a:lnTo>
                  <a:pt x="328" y="15"/>
                </a:lnTo>
                <a:lnTo>
                  <a:pt x="305" y="30"/>
                </a:lnTo>
                <a:lnTo>
                  <a:pt x="301" y="19"/>
                </a:lnTo>
                <a:lnTo>
                  <a:pt x="268" y="18"/>
                </a:lnTo>
                <a:lnTo>
                  <a:pt x="264" y="18"/>
                </a:lnTo>
                <a:lnTo>
                  <a:pt x="249" y="0"/>
                </a:lnTo>
                <a:lnTo>
                  <a:pt x="233" y="2"/>
                </a:lnTo>
                <a:lnTo>
                  <a:pt x="223" y="10"/>
                </a:lnTo>
                <a:lnTo>
                  <a:pt x="202" y="14"/>
                </a:lnTo>
                <a:lnTo>
                  <a:pt x="195" y="10"/>
                </a:lnTo>
                <a:lnTo>
                  <a:pt x="184" y="21"/>
                </a:lnTo>
                <a:lnTo>
                  <a:pt x="176" y="19"/>
                </a:lnTo>
                <a:lnTo>
                  <a:pt x="146" y="22"/>
                </a:lnTo>
                <a:lnTo>
                  <a:pt x="140" y="21"/>
                </a:lnTo>
                <a:lnTo>
                  <a:pt x="136" y="23"/>
                </a:lnTo>
                <a:lnTo>
                  <a:pt x="148" y="36"/>
                </a:lnTo>
                <a:lnTo>
                  <a:pt x="140" y="49"/>
                </a:lnTo>
                <a:lnTo>
                  <a:pt x="141" y="58"/>
                </a:lnTo>
                <a:lnTo>
                  <a:pt x="141" y="62"/>
                </a:lnTo>
                <a:lnTo>
                  <a:pt x="157" y="62"/>
                </a:lnTo>
                <a:lnTo>
                  <a:pt x="162" y="71"/>
                </a:lnTo>
                <a:lnTo>
                  <a:pt x="162" y="79"/>
                </a:lnTo>
                <a:lnTo>
                  <a:pt x="157" y="81"/>
                </a:lnTo>
                <a:lnTo>
                  <a:pt x="151" y="76"/>
                </a:lnTo>
                <a:lnTo>
                  <a:pt x="144" y="79"/>
                </a:lnTo>
                <a:lnTo>
                  <a:pt x="140" y="82"/>
                </a:lnTo>
                <a:lnTo>
                  <a:pt x="129" y="76"/>
                </a:lnTo>
                <a:lnTo>
                  <a:pt x="125" y="69"/>
                </a:lnTo>
                <a:lnTo>
                  <a:pt x="115" y="72"/>
                </a:lnTo>
                <a:lnTo>
                  <a:pt x="115" y="75"/>
                </a:lnTo>
                <a:lnTo>
                  <a:pt x="108" y="69"/>
                </a:lnTo>
                <a:lnTo>
                  <a:pt x="98" y="76"/>
                </a:lnTo>
                <a:lnTo>
                  <a:pt x="86" y="79"/>
                </a:lnTo>
                <a:lnTo>
                  <a:pt x="82" y="76"/>
                </a:lnTo>
                <a:lnTo>
                  <a:pt x="78" y="69"/>
                </a:lnTo>
                <a:lnTo>
                  <a:pt x="63" y="68"/>
                </a:lnTo>
                <a:lnTo>
                  <a:pt x="36" y="66"/>
                </a:lnTo>
                <a:lnTo>
                  <a:pt x="30" y="68"/>
                </a:lnTo>
                <a:lnTo>
                  <a:pt x="28" y="72"/>
                </a:lnTo>
                <a:lnTo>
                  <a:pt x="24" y="71"/>
                </a:lnTo>
                <a:lnTo>
                  <a:pt x="20" y="78"/>
                </a:lnTo>
                <a:lnTo>
                  <a:pt x="16" y="84"/>
                </a:lnTo>
                <a:lnTo>
                  <a:pt x="16" y="86"/>
                </a:lnTo>
                <a:lnTo>
                  <a:pt x="18" y="91"/>
                </a:lnTo>
                <a:lnTo>
                  <a:pt x="14" y="93"/>
                </a:lnTo>
                <a:lnTo>
                  <a:pt x="9" y="84"/>
                </a:lnTo>
                <a:lnTo>
                  <a:pt x="3" y="85"/>
                </a:lnTo>
                <a:lnTo>
                  <a:pt x="0" y="98"/>
                </a:lnTo>
                <a:lnTo>
                  <a:pt x="0" y="105"/>
                </a:lnTo>
                <a:lnTo>
                  <a:pt x="0" y="112"/>
                </a:lnTo>
                <a:lnTo>
                  <a:pt x="4" y="118"/>
                </a:lnTo>
                <a:lnTo>
                  <a:pt x="8" y="123"/>
                </a:lnTo>
                <a:lnTo>
                  <a:pt x="8" y="131"/>
                </a:lnTo>
                <a:lnTo>
                  <a:pt x="14" y="130"/>
                </a:lnTo>
                <a:lnTo>
                  <a:pt x="22" y="124"/>
                </a:lnTo>
                <a:lnTo>
                  <a:pt x="26" y="130"/>
                </a:lnTo>
                <a:lnTo>
                  <a:pt x="32" y="137"/>
                </a:lnTo>
                <a:lnTo>
                  <a:pt x="37" y="144"/>
                </a:lnTo>
                <a:lnTo>
                  <a:pt x="43" y="157"/>
                </a:lnTo>
                <a:lnTo>
                  <a:pt x="55" y="154"/>
                </a:lnTo>
                <a:lnTo>
                  <a:pt x="74" y="150"/>
                </a:lnTo>
                <a:lnTo>
                  <a:pt x="104" y="147"/>
                </a:lnTo>
                <a:lnTo>
                  <a:pt x="111" y="156"/>
                </a:lnTo>
                <a:lnTo>
                  <a:pt x="112" y="172"/>
                </a:lnTo>
                <a:lnTo>
                  <a:pt x="99" y="176"/>
                </a:lnTo>
                <a:lnTo>
                  <a:pt x="86" y="179"/>
                </a:lnTo>
                <a:lnTo>
                  <a:pt x="87" y="191"/>
                </a:lnTo>
                <a:lnTo>
                  <a:pt x="68" y="191"/>
                </a:lnTo>
                <a:lnTo>
                  <a:pt x="86" y="215"/>
                </a:lnTo>
                <a:lnTo>
                  <a:pt x="94" y="217"/>
                </a:lnTo>
                <a:lnTo>
                  <a:pt x="102" y="219"/>
                </a:lnTo>
                <a:lnTo>
                  <a:pt x="106" y="229"/>
                </a:lnTo>
                <a:lnTo>
                  <a:pt x="110" y="225"/>
                </a:lnTo>
                <a:lnTo>
                  <a:pt x="126" y="222"/>
                </a:lnTo>
                <a:lnTo>
                  <a:pt x="134" y="226"/>
                </a:lnTo>
                <a:lnTo>
                  <a:pt x="140" y="231"/>
                </a:lnTo>
                <a:lnTo>
                  <a:pt x="144" y="226"/>
                </a:lnTo>
                <a:lnTo>
                  <a:pt x="155" y="228"/>
                </a:lnTo>
                <a:lnTo>
                  <a:pt x="137" y="174"/>
                </a:lnTo>
                <a:lnTo>
                  <a:pt x="144" y="171"/>
                </a:lnTo>
                <a:lnTo>
                  <a:pt x="167" y="159"/>
                </a:lnTo>
                <a:lnTo>
                  <a:pt x="171" y="158"/>
                </a:lnTo>
                <a:lnTo>
                  <a:pt x="168" y="154"/>
                </a:lnTo>
                <a:lnTo>
                  <a:pt x="173" y="156"/>
                </a:lnTo>
                <a:lnTo>
                  <a:pt x="173" y="150"/>
                </a:lnTo>
                <a:lnTo>
                  <a:pt x="176" y="147"/>
                </a:lnTo>
                <a:lnTo>
                  <a:pt x="178" y="148"/>
                </a:lnTo>
                <a:lnTo>
                  <a:pt x="183" y="148"/>
                </a:lnTo>
                <a:lnTo>
                  <a:pt x="188" y="152"/>
                </a:lnTo>
                <a:lnTo>
                  <a:pt x="195" y="145"/>
                </a:lnTo>
                <a:lnTo>
                  <a:pt x="198" y="147"/>
                </a:lnTo>
                <a:lnTo>
                  <a:pt x="194" y="156"/>
                </a:lnTo>
                <a:lnTo>
                  <a:pt x="197" y="169"/>
                </a:lnTo>
                <a:lnTo>
                  <a:pt x="209" y="176"/>
                </a:lnTo>
                <a:lnTo>
                  <a:pt x="209" y="179"/>
                </a:lnTo>
                <a:lnTo>
                  <a:pt x="205" y="185"/>
                </a:lnTo>
                <a:lnTo>
                  <a:pt x="207" y="188"/>
                </a:lnTo>
                <a:lnTo>
                  <a:pt x="222" y="194"/>
                </a:lnTo>
                <a:lnTo>
                  <a:pt x="226" y="202"/>
                </a:lnTo>
                <a:lnTo>
                  <a:pt x="240" y="197"/>
                </a:lnTo>
                <a:lnTo>
                  <a:pt x="255" y="194"/>
                </a:lnTo>
                <a:lnTo>
                  <a:pt x="268" y="218"/>
                </a:lnTo>
                <a:lnTo>
                  <a:pt x="272" y="229"/>
                </a:lnTo>
                <a:lnTo>
                  <a:pt x="268" y="232"/>
                </a:lnTo>
                <a:lnTo>
                  <a:pt x="266" y="236"/>
                </a:lnTo>
                <a:lnTo>
                  <a:pt x="278" y="240"/>
                </a:lnTo>
                <a:lnTo>
                  <a:pt x="282" y="245"/>
                </a:lnTo>
                <a:lnTo>
                  <a:pt x="298" y="240"/>
                </a:lnTo>
                <a:lnTo>
                  <a:pt x="304" y="245"/>
                </a:lnTo>
                <a:lnTo>
                  <a:pt x="315" y="239"/>
                </a:lnTo>
                <a:lnTo>
                  <a:pt x="323" y="238"/>
                </a:lnTo>
                <a:lnTo>
                  <a:pt x="333" y="239"/>
                </a:lnTo>
                <a:lnTo>
                  <a:pt x="354" y="239"/>
                </a:lnTo>
                <a:lnTo>
                  <a:pt x="349" y="235"/>
                </a:lnTo>
                <a:lnTo>
                  <a:pt x="349" y="228"/>
                </a:lnTo>
                <a:lnTo>
                  <a:pt x="352" y="223"/>
                </a:lnTo>
                <a:lnTo>
                  <a:pt x="352" y="219"/>
                </a:lnTo>
                <a:lnTo>
                  <a:pt x="345" y="216"/>
                </a:lnTo>
                <a:lnTo>
                  <a:pt x="359" y="215"/>
                </a:lnTo>
                <a:lnTo>
                  <a:pt x="371" y="216"/>
                </a:lnTo>
                <a:lnTo>
                  <a:pt x="373" y="219"/>
                </a:lnTo>
                <a:lnTo>
                  <a:pt x="383" y="218"/>
                </a:lnTo>
                <a:lnTo>
                  <a:pt x="376" y="207"/>
                </a:lnTo>
                <a:lnTo>
                  <a:pt x="383" y="206"/>
                </a:lnTo>
                <a:lnTo>
                  <a:pt x="417" y="210"/>
                </a:lnTo>
                <a:lnTo>
                  <a:pt x="444" y="212"/>
                </a:lnTo>
                <a:lnTo>
                  <a:pt x="464" y="221"/>
                </a:lnTo>
                <a:lnTo>
                  <a:pt x="474" y="221"/>
                </a:lnTo>
                <a:lnTo>
                  <a:pt x="478" y="231"/>
                </a:lnTo>
                <a:lnTo>
                  <a:pt x="485" y="210"/>
                </a:lnTo>
                <a:lnTo>
                  <a:pt x="474" y="186"/>
                </a:lnTo>
                <a:lnTo>
                  <a:pt x="508" y="179"/>
                </a:lnTo>
                <a:lnTo>
                  <a:pt x="512" y="166"/>
                </a:lnTo>
                <a:lnTo>
                  <a:pt x="517" y="147"/>
                </a:lnTo>
                <a:lnTo>
                  <a:pt x="552" y="148"/>
                </a:lnTo>
                <a:lnTo>
                  <a:pt x="557" y="12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6" name="Freeform 743">
            <a:extLst>
              <a:ext uri="{FF2B5EF4-FFF2-40B4-BE49-F238E27FC236}">
                <a16:creationId xmlns:a16="http://schemas.microsoft.com/office/drawing/2014/main" id="{A0FDC1FF-F90F-21A3-02DC-D37D9DD71679}"/>
              </a:ext>
            </a:extLst>
          </p:cNvPr>
          <p:cNvSpPr>
            <a:spLocks/>
          </p:cNvSpPr>
          <p:nvPr/>
        </p:nvSpPr>
        <p:spPr bwMode="auto">
          <a:xfrm>
            <a:off x="4915550" y="4614477"/>
            <a:ext cx="287623" cy="169007"/>
          </a:xfrm>
          <a:custGeom>
            <a:avLst/>
            <a:gdLst>
              <a:gd name="T0" fmla="*/ 37557332 w 250"/>
              <a:gd name="T1" fmla="*/ 114387181 h 153"/>
              <a:gd name="T2" fmla="*/ 43817105 w 250"/>
              <a:gd name="T3" fmla="*/ 95883169 h 153"/>
              <a:gd name="T4" fmla="*/ 53205497 w 250"/>
              <a:gd name="T5" fmla="*/ 87472254 h 153"/>
              <a:gd name="T6" fmla="*/ 70419843 w 250"/>
              <a:gd name="T7" fmla="*/ 90836620 h 153"/>
              <a:gd name="T8" fmla="*/ 89197899 w 250"/>
              <a:gd name="T9" fmla="*/ 97565352 h 153"/>
              <a:gd name="T10" fmla="*/ 93892720 w 250"/>
              <a:gd name="T11" fmla="*/ 102611900 h 153"/>
              <a:gd name="T12" fmla="*/ 106412245 w 250"/>
              <a:gd name="T13" fmla="*/ 114387181 h 153"/>
              <a:gd name="T14" fmla="*/ 115800637 w 250"/>
              <a:gd name="T15" fmla="*/ 144665176 h 153"/>
              <a:gd name="T16" fmla="*/ 129885103 w 250"/>
              <a:gd name="T17" fmla="*/ 141300810 h 153"/>
              <a:gd name="T18" fmla="*/ 151793020 w 250"/>
              <a:gd name="T19" fmla="*/ 144665176 h 153"/>
              <a:gd name="T20" fmla="*/ 183090619 w 250"/>
              <a:gd name="T21" fmla="*/ 178308874 h 153"/>
              <a:gd name="T22" fmla="*/ 215953120 w 250"/>
              <a:gd name="T23" fmla="*/ 198495069 h 153"/>
              <a:gd name="T24" fmla="*/ 247250681 w 250"/>
              <a:gd name="T25" fmla="*/ 220362150 h 153"/>
              <a:gd name="T26" fmla="*/ 259770205 w 250"/>
              <a:gd name="T27" fmla="*/ 255687991 h 153"/>
              <a:gd name="T28" fmla="*/ 278548241 w 250"/>
              <a:gd name="T29" fmla="*/ 227090881 h 153"/>
              <a:gd name="T30" fmla="*/ 281678122 w 250"/>
              <a:gd name="T31" fmla="*/ 201859435 h 153"/>
              <a:gd name="T32" fmla="*/ 269159849 w 250"/>
              <a:gd name="T33" fmla="*/ 163169188 h 153"/>
              <a:gd name="T34" fmla="*/ 295762587 w 250"/>
              <a:gd name="T35" fmla="*/ 154758273 h 153"/>
              <a:gd name="T36" fmla="*/ 328625167 w 250"/>
              <a:gd name="T37" fmla="*/ 163169188 h 153"/>
              <a:gd name="T38" fmla="*/ 381830644 w 250"/>
              <a:gd name="T39" fmla="*/ 158122639 h 153"/>
              <a:gd name="T40" fmla="*/ 381830644 w 250"/>
              <a:gd name="T41" fmla="*/ 136254261 h 153"/>
              <a:gd name="T42" fmla="*/ 317670504 w 250"/>
              <a:gd name="T43" fmla="*/ 136254261 h 153"/>
              <a:gd name="T44" fmla="*/ 286372944 w 250"/>
              <a:gd name="T45" fmla="*/ 132889895 h 153"/>
              <a:gd name="T46" fmla="*/ 258205265 w 250"/>
              <a:gd name="T47" fmla="*/ 144665176 h 153"/>
              <a:gd name="T48" fmla="*/ 239427229 w 250"/>
              <a:gd name="T49" fmla="*/ 141300810 h 153"/>
              <a:gd name="T50" fmla="*/ 223777823 w 250"/>
              <a:gd name="T51" fmla="*/ 142982993 h 153"/>
              <a:gd name="T52" fmla="*/ 204999787 w 250"/>
              <a:gd name="T53" fmla="*/ 132889895 h 153"/>
              <a:gd name="T54" fmla="*/ 204999787 w 250"/>
              <a:gd name="T55" fmla="*/ 124480278 h 153"/>
              <a:gd name="T56" fmla="*/ 201869906 w 250"/>
              <a:gd name="T57" fmla="*/ 95883169 h 153"/>
              <a:gd name="T58" fmla="*/ 140839687 w 250"/>
              <a:gd name="T59" fmla="*/ 72332588 h 153"/>
              <a:gd name="T60" fmla="*/ 109542126 w 250"/>
              <a:gd name="T61" fmla="*/ 50464210 h 153"/>
              <a:gd name="T62" fmla="*/ 70419843 w 250"/>
              <a:gd name="T63" fmla="*/ 60557308 h 153"/>
              <a:gd name="T64" fmla="*/ 45382045 w 250"/>
              <a:gd name="T65" fmla="*/ 26914936 h 153"/>
              <a:gd name="T66" fmla="*/ 46946986 w 250"/>
              <a:gd name="T67" fmla="*/ 0 h 153"/>
              <a:gd name="T68" fmla="*/ 28167689 w 250"/>
              <a:gd name="T69" fmla="*/ 117751546 h 15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50"/>
              <a:gd name="T106" fmla="*/ 0 h 153"/>
              <a:gd name="T107" fmla="*/ 250 w 250"/>
              <a:gd name="T108" fmla="*/ 153 h 15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50" h="153">
                <a:moveTo>
                  <a:pt x="18" y="70"/>
                </a:moveTo>
                <a:lnTo>
                  <a:pt x="24" y="68"/>
                </a:lnTo>
                <a:lnTo>
                  <a:pt x="26" y="62"/>
                </a:lnTo>
                <a:lnTo>
                  <a:pt x="28" y="57"/>
                </a:lnTo>
                <a:lnTo>
                  <a:pt x="36" y="60"/>
                </a:lnTo>
                <a:lnTo>
                  <a:pt x="34" y="52"/>
                </a:lnTo>
                <a:lnTo>
                  <a:pt x="41" y="49"/>
                </a:lnTo>
                <a:lnTo>
                  <a:pt x="45" y="54"/>
                </a:lnTo>
                <a:lnTo>
                  <a:pt x="51" y="54"/>
                </a:lnTo>
                <a:lnTo>
                  <a:pt x="57" y="58"/>
                </a:lnTo>
                <a:lnTo>
                  <a:pt x="60" y="60"/>
                </a:lnTo>
                <a:lnTo>
                  <a:pt x="60" y="61"/>
                </a:lnTo>
                <a:lnTo>
                  <a:pt x="61" y="66"/>
                </a:lnTo>
                <a:lnTo>
                  <a:pt x="68" y="68"/>
                </a:lnTo>
                <a:lnTo>
                  <a:pt x="68" y="75"/>
                </a:lnTo>
                <a:lnTo>
                  <a:pt x="74" y="86"/>
                </a:lnTo>
                <a:lnTo>
                  <a:pt x="81" y="87"/>
                </a:lnTo>
                <a:lnTo>
                  <a:pt x="83" y="84"/>
                </a:lnTo>
                <a:lnTo>
                  <a:pt x="91" y="80"/>
                </a:lnTo>
                <a:lnTo>
                  <a:pt x="97" y="86"/>
                </a:lnTo>
                <a:lnTo>
                  <a:pt x="105" y="94"/>
                </a:lnTo>
                <a:lnTo>
                  <a:pt x="117" y="106"/>
                </a:lnTo>
                <a:lnTo>
                  <a:pt x="137" y="111"/>
                </a:lnTo>
                <a:lnTo>
                  <a:pt x="138" y="118"/>
                </a:lnTo>
                <a:lnTo>
                  <a:pt x="151" y="124"/>
                </a:lnTo>
                <a:lnTo>
                  <a:pt x="158" y="131"/>
                </a:lnTo>
                <a:lnTo>
                  <a:pt x="153" y="152"/>
                </a:lnTo>
                <a:lnTo>
                  <a:pt x="166" y="152"/>
                </a:lnTo>
                <a:lnTo>
                  <a:pt x="173" y="141"/>
                </a:lnTo>
                <a:lnTo>
                  <a:pt x="178" y="135"/>
                </a:lnTo>
                <a:lnTo>
                  <a:pt x="182" y="130"/>
                </a:lnTo>
                <a:lnTo>
                  <a:pt x="180" y="120"/>
                </a:lnTo>
                <a:lnTo>
                  <a:pt x="170" y="116"/>
                </a:lnTo>
                <a:lnTo>
                  <a:pt x="172" y="97"/>
                </a:lnTo>
                <a:lnTo>
                  <a:pt x="181" y="90"/>
                </a:lnTo>
                <a:lnTo>
                  <a:pt x="189" y="92"/>
                </a:lnTo>
                <a:lnTo>
                  <a:pt x="207" y="89"/>
                </a:lnTo>
                <a:lnTo>
                  <a:pt x="210" y="97"/>
                </a:lnTo>
                <a:lnTo>
                  <a:pt x="221" y="96"/>
                </a:lnTo>
                <a:lnTo>
                  <a:pt x="244" y="94"/>
                </a:lnTo>
                <a:lnTo>
                  <a:pt x="249" y="86"/>
                </a:lnTo>
                <a:lnTo>
                  <a:pt x="244" y="81"/>
                </a:lnTo>
                <a:lnTo>
                  <a:pt x="229" y="81"/>
                </a:lnTo>
                <a:lnTo>
                  <a:pt x="203" y="81"/>
                </a:lnTo>
                <a:lnTo>
                  <a:pt x="193" y="81"/>
                </a:lnTo>
                <a:lnTo>
                  <a:pt x="183" y="79"/>
                </a:lnTo>
                <a:lnTo>
                  <a:pt x="167" y="87"/>
                </a:lnTo>
                <a:lnTo>
                  <a:pt x="165" y="86"/>
                </a:lnTo>
                <a:lnTo>
                  <a:pt x="161" y="82"/>
                </a:lnTo>
                <a:lnTo>
                  <a:pt x="153" y="84"/>
                </a:lnTo>
                <a:lnTo>
                  <a:pt x="145" y="87"/>
                </a:lnTo>
                <a:lnTo>
                  <a:pt x="143" y="85"/>
                </a:lnTo>
                <a:lnTo>
                  <a:pt x="141" y="82"/>
                </a:lnTo>
                <a:lnTo>
                  <a:pt x="131" y="79"/>
                </a:lnTo>
                <a:lnTo>
                  <a:pt x="129" y="78"/>
                </a:lnTo>
                <a:lnTo>
                  <a:pt x="131" y="74"/>
                </a:lnTo>
                <a:lnTo>
                  <a:pt x="136" y="71"/>
                </a:lnTo>
                <a:lnTo>
                  <a:pt x="129" y="57"/>
                </a:lnTo>
                <a:lnTo>
                  <a:pt x="118" y="36"/>
                </a:lnTo>
                <a:lnTo>
                  <a:pt x="90" y="43"/>
                </a:lnTo>
                <a:lnTo>
                  <a:pt x="83" y="36"/>
                </a:lnTo>
                <a:lnTo>
                  <a:pt x="70" y="30"/>
                </a:lnTo>
                <a:lnTo>
                  <a:pt x="58" y="39"/>
                </a:lnTo>
                <a:lnTo>
                  <a:pt x="45" y="36"/>
                </a:lnTo>
                <a:lnTo>
                  <a:pt x="32" y="27"/>
                </a:lnTo>
                <a:lnTo>
                  <a:pt x="29" y="16"/>
                </a:lnTo>
                <a:lnTo>
                  <a:pt x="31" y="8"/>
                </a:lnTo>
                <a:lnTo>
                  <a:pt x="30" y="0"/>
                </a:lnTo>
                <a:lnTo>
                  <a:pt x="0" y="16"/>
                </a:lnTo>
                <a:lnTo>
                  <a:pt x="18" y="7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7" name="Freeform 744">
            <a:extLst>
              <a:ext uri="{FF2B5EF4-FFF2-40B4-BE49-F238E27FC236}">
                <a16:creationId xmlns:a16="http://schemas.microsoft.com/office/drawing/2014/main" id="{AA4AC2F0-E5CD-403F-DDF0-25455E8F1BCD}"/>
              </a:ext>
            </a:extLst>
          </p:cNvPr>
          <p:cNvSpPr>
            <a:spLocks/>
          </p:cNvSpPr>
          <p:nvPr/>
        </p:nvSpPr>
        <p:spPr bwMode="auto">
          <a:xfrm>
            <a:off x="4876131" y="4667208"/>
            <a:ext cx="220462" cy="150078"/>
          </a:xfrm>
          <a:custGeom>
            <a:avLst/>
            <a:gdLst>
              <a:gd name="T0" fmla="*/ 0 w 191"/>
              <a:gd name="T1" fmla="*/ 32855643 h 134"/>
              <a:gd name="T2" fmla="*/ 1575071 w 191"/>
              <a:gd name="T3" fmla="*/ 63983358 h 134"/>
              <a:gd name="T4" fmla="*/ 17325780 w 191"/>
              <a:gd name="T5" fmla="*/ 44960360 h 134"/>
              <a:gd name="T6" fmla="*/ 39378027 w 191"/>
              <a:gd name="T7" fmla="*/ 69171089 h 134"/>
              <a:gd name="T8" fmla="*/ 29927604 w 191"/>
              <a:gd name="T9" fmla="*/ 83005040 h 134"/>
              <a:gd name="T10" fmla="*/ 3150142 w 191"/>
              <a:gd name="T11" fmla="*/ 69171089 h 134"/>
              <a:gd name="T12" fmla="*/ 0 w 191"/>
              <a:gd name="T13" fmla="*/ 89922036 h 134"/>
              <a:gd name="T14" fmla="*/ 3150142 w 191"/>
              <a:gd name="T15" fmla="*/ 102026743 h 134"/>
              <a:gd name="T16" fmla="*/ 17325780 w 191"/>
              <a:gd name="T17" fmla="*/ 103755986 h 134"/>
              <a:gd name="T18" fmla="*/ 11025498 w 191"/>
              <a:gd name="T19" fmla="*/ 117589937 h 134"/>
              <a:gd name="T20" fmla="*/ 23627322 w 191"/>
              <a:gd name="T21" fmla="*/ 126236156 h 134"/>
              <a:gd name="T22" fmla="*/ 23627322 w 191"/>
              <a:gd name="T23" fmla="*/ 167738009 h 134"/>
              <a:gd name="T24" fmla="*/ 64580420 w 191"/>
              <a:gd name="T25" fmla="*/ 155633302 h 134"/>
              <a:gd name="T26" fmla="*/ 88206497 w 191"/>
              <a:gd name="T27" fmla="*/ 143528595 h 134"/>
              <a:gd name="T28" fmla="*/ 141760149 w 191"/>
              <a:gd name="T29" fmla="*/ 171196496 h 134"/>
              <a:gd name="T30" fmla="*/ 173262853 w 191"/>
              <a:gd name="T31" fmla="*/ 186761047 h 134"/>
              <a:gd name="T32" fmla="*/ 181138205 w 191"/>
              <a:gd name="T33" fmla="*/ 195407266 h 134"/>
              <a:gd name="T34" fmla="*/ 184288346 w 191"/>
              <a:gd name="T35" fmla="*/ 214428948 h 134"/>
              <a:gd name="T36" fmla="*/ 215791011 w 191"/>
              <a:gd name="T37" fmla="*/ 229992143 h 134"/>
              <a:gd name="T38" fmla="*/ 261469310 w 191"/>
              <a:gd name="T39" fmla="*/ 174655025 h 134"/>
              <a:gd name="T40" fmla="*/ 291396905 w 191"/>
              <a:gd name="T41" fmla="*/ 174655025 h 134"/>
              <a:gd name="T42" fmla="*/ 296122116 w 191"/>
              <a:gd name="T43" fmla="*/ 152174814 h 134"/>
              <a:gd name="T44" fmla="*/ 299272257 w 191"/>
              <a:gd name="T45" fmla="*/ 141799351 h 134"/>
              <a:gd name="T46" fmla="*/ 289821834 w 191"/>
              <a:gd name="T47" fmla="*/ 127965400 h 134"/>
              <a:gd name="T48" fmla="*/ 267769592 w 191"/>
              <a:gd name="T49" fmla="*/ 119319181 h 134"/>
              <a:gd name="T50" fmla="*/ 266194522 w 191"/>
              <a:gd name="T51" fmla="*/ 107214474 h 134"/>
              <a:gd name="T52" fmla="*/ 234691857 w 191"/>
              <a:gd name="T53" fmla="*/ 98568255 h 134"/>
              <a:gd name="T54" fmla="*/ 215791011 w 191"/>
              <a:gd name="T55" fmla="*/ 77817308 h 134"/>
              <a:gd name="T56" fmla="*/ 207915658 w 191"/>
              <a:gd name="T57" fmla="*/ 65712601 h 134"/>
              <a:gd name="T58" fmla="*/ 193738769 w 191"/>
              <a:gd name="T59" fmla="*/ 53606580 h 134"/>
              <a:gd name="T60" fmla="*/ 184288346 w 191"/>
              <a:gd name="T61" fmla="*/ 60524870 h 134"/>
              <a:gd name="T62" fmla="*/ 177988064 w 191"/>
              <a:gd name="T63" fmla="*/ 65712601 h 134"/>
              <a:gd name="T64" fmla="*/ 166962571 w 191"/>
              <a:gd name="T65" fmla="*/ 63983358 h 134"/>
              <a:gd name="T66" fmla="*/ 157512109 w 191"/>
              <a:gd name="T67" fmla="*/ 44960360 h 134"/>
              <a:gd name="T68" fmla="*/ 157512109 w 191"/>
              <a:gd name="T69" fmla="*/ 32855643 h 134"/>
              <a:gd name="T70" fmla="*/ 146485360 w 191"/>
              <a:gd name="T71" fmla="*/ 29397156 h 134"/>
              <a:gd name="T72" fmla="*/ 143335219 w 191"/>
              <a:gd name="T73" fmla="*/ 19021687 h 134"/>
              <a:gd name="T74" fmla="*/ 130734655 w 191"/>
              <a:gd name="T75" fmla="*/ 8646222 h 134"/>
              <a:gd name="T76" fmla="*/ 121284232 w 191"/>
              <a:gd name="T77" fmla="*/ 8646222 h 134"/>
              <a:gd name="T78" fmla="*/ 114983950 w 191"/>
              <a:gd name="T79" fmla="*/ 0 h 134"/>
              <a:gd name="T80" fmla="*/ 103957202 w 191"/>
              <a:gd name="T81" fmla="*/ 5187733 h 134"/>
              <a:gd name="T82" fmla="*/ 107108598 w 191"/>
              <a:gd name="T83" fmla="*/ 19021687 h 134"/>
              <a:gd name="T84" fmla="*/ 102382131 w 191"/>
              <a:gd name="T85" fmla="*/ 15563200 h 134"/>
              <a:gd name="T86" fmla="*/ 94506779 w 191"/>
              <a:gd name="T87" fmla="*/ 13833956 h 134"/>
              <a:gd name="T88" fmla="*/ 88206497 w 191"/>
              <a:gd name="T89" fmla="*/ 32855643 h 134"/>
              <a:gd name="T90" fmla="*/ 75605913 w 191"/>
              <a:gd name="T91" fmla="*/ 36314131 h 134"/>
              <a:gd name="T92" fmla="*/ 64580420 w 191"/>
              <a:gd name="T93" fmla="*/ 32855643 h 134"/>
              <a:gd name="T94" fmla="*/ 55128742 w 191"/>
              <a:gd name="T95" fmla="*/ 41501862 h 134"/>
              <a:gd name="T96" fmla="*/ 45678319 w 191"/>
              <a:gd name="T97" fmla="*/ 32855643 h 134"/>
              <a:gd name="T98" fmla="*/ 31502675 w 191"/>
              <a:gd name="T99" fmla="*/ 24209424 h 134"/>
              <a:gd name="T100" fmla="*/ 0 w 191"/>
              <a:gd name="T101" fmla="*/ 32855643 h 134"/>
              <a:gd name="T102" fmla="*/ 0 w 191"/>
              <a:gd name="T103" fmla="*/ 32855643 h 13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91"/>
              <a:gd name="T157" fmla="*/ 0 h 134"/>
              <a:gd name="T158" fmla="*/ 191 w 191"/>
              <a:gd name="T159" fmla="*/ 134 h 134"/>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91" h="134">
                <a:moveTo>
                  <a:pt x="0" y="19"/>
                </a:moveTo>
                <a:lnTo>
                  <a:pt x="1" y="37"/>
                </a:lnTo>
                <a:lnTo>
                  <a:pt x="11" y="26"/>
                </a:lnTo>
                <a:lnTo>
                  <a:pt x="25" y="40"/>
                </a:lnTo>
                <a:lnTo>
                  <a:pt x="19" y="48"/>
                </a:lnTo>
                <a:lnTo>
                  <a:pt x="2" y="40"/>
                </a:lnTo>
                <a:lnTo>
                  <a:pt x="0" y="52"/>
                </a:lnTo>
                <a:lnTo>
                  <a:pt x="2" y="59"/>
                </a:lnTo>
                <a:lnTo>
                  <a:pt x="11" y="60"/>
                </a:lnTo>
                <a:lnTo>
                  <a:pt x="7" y="68"/>
                </a:lnTo>
                <a:lnTo>
                  <a:pt x="15" y="73"/>
                </a:lnTo>
                <a:lnTo>
                  <a:pt x="15" y="97"/>
                </a:lnTo>
                <a:lnTo>
                  <a:pt x="41" y="90"/>
                </a:lnTo>
                <a:lnTo>
                  <a:pt x="56" y="83"/>
                </a:lnTo>
                <a:lnTo>
                  <a:pt x="90" y="99"/>
                </a:lnTo>
                <a:lnTo>
                  <a:pt x="110" y="108"/>
                </a:lnTo>
                <a:lnTo>
                  <a:pt x="115" y="113"/>
                </a:lnTo>
                <a:lnTo>
                  <a:pt x="117" y="124"/>
                </a:lnTo>
                <a:lnTo>
                  <a:pt x="137" y="133"/>
                </a:lnTo>
                <a:lnTo>
                  <a:pt x="166" y="101"/>
                </a:lnTo>
                <a:lnTo>
                  <a:pt x="185" y="101"/>
                </a:lnTo>
                <a:lnTo>
                  <a:pt x="188" y="88"/>
                </a:lnTo>
                <a:lnTo>
                  <a:pt x="190" y="82"/>
                </a:lnTo>
                <a:lnTo>
                  <a:pt x="184" y="74"/>
                </a:lnTo>
                <a:lnTo>
                  <a:pt x="170" y="69"/>
                </a:lnTo>
                <a:lnTo>
                  <a:pt x="169" y="62"/>
                </a:lnTo>
                <a:lnTo>
                  <a:pt x="149" y="57"/>
                </a:lnTo>
                <a:lnTo>
                  <a:pt x="137" y="45"/>
                </a:lnTo>
                <a:lnTo>
                  <a:pt x="132" y="38"/>
                </a:lnTo>
                <a:lnTo>
                  <a:pt x="123" y="31"/>
                </a:lnTo>
                <a:lnTo>
                  <a:pt x="117" y="35"/>
                </a:lnTo>
                <a:lnTo>
                  <a:pt x="113" y="38"/>
                </a:lnTo>
                <a:lnTo>
                  <a:pt x="106" y="37"/>
                </a:lnTo>
                <a:lnTo>
                  <a:pt x="100" y="26"/>
                </a:lnTo>
                <a:lnTo>
                  <a:pt x="100" y="19"/>
                </a:lnTo>
                <a:lnTo>
                  <a:pt x="93" y="17"/>
                </a:lnTo>
                <a:lnTo>
                  <a:pt x="91" y="11"/>
                </a:lnTo>
                <a:lnTo>
                  <a:pt x="83" y="5"/>
                </a:lnTo>
                <a:lnTo>
                  <a:pt x="77" y="5"/>
                </a:lnTo>
                <a:lnTo>
                  <a:pt x="73" y="0"/>
                </a:lnTo>
                <a:lnTo>
                  <a:pt x="66" y="3"/>
                </a:lnTo>
                <a:lnTo>
                  <a:pt x="68" y="11"/>
                </a:lnTo>
                <a:lnTo>
                  <a:pt x="65" y="9"/>
                </a:lnTo>
                <a:lnTo>
                  <a:pt x="60" y="8"/>
                </a:lnTo>
                <a:lnTo>
                  <a:pt x="56" y="19"/>
                </a:lnTo>
                <a:lnTo>
                  <a:pt x="48" y="21"/>
                </a:lnTo>
                <a:lnTo>
                  <a:pt x="41" y="19"/>
                </a:lnTo>
                <a:lnTo>
                  <a:pt x="35" y="24"/>
                </a:lnTo>
                <a:lnTo>
                  <a:pt x="29" y="19"/>
                </a:lnTo>
                <a:lnTo>
                  <a:pt x="20" y="14"/>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8" name="Freeform 745">
            <a:extLst>
              <a:ext uri="{FF2B5EF4-FFF2-40B4-BE49-F238E27FC236}">
                <a16:creationId xmlns:a16="http://schemas.microsoft.com/office/drawing/2014/main" id="{36BD077B-86D8-7FA9-DF0B-025039769FAF}"/>
              </a:ext>
            </a:extLst>
          </p:cNvPr>
          <p:cNvSpPr>
            <a:spLocks/>
          </p:cNvSpPr>
          <p:nvPr/>
        </p:nvSpPr>
        <p:spPr bwMode="auto">
          <a:xfrm>
            <a:off x="5124332" y="4665855"/>
            <a:ext cx="181042" cy="77068"/>
          </a:xfrm>
          <a:custGeom>
            <a:avLst/>
            <a:gdLst>
              <a:gd name="T0" fmla="*/ 62060649 w 160"/>
              <a:gd name="T1" fmla="*/ 82551268 h 69"/>
              <a:gd name="T2" fmla="*/ 43896322 w 160"/>
              <a:gd name="T3" fmla="*/ 82551268 h 69"/>
              <a:gd name="T4" fmla="*/ 9082166 w 160"/>
              <a:gd name="T5" fmla="*/ 87710414 h 69"/>
              <a:gd name="T6" fmla="*/ 0 w 160"/>
              <a:gd name="T7" fmla="*/ 99749247 h 69"/>
              <a:gd name="T8" fmla="*/ 9082166 w 160"/>
              <a:gd name="T9" fmla="*/ 104909684 h 69"/>
              <a:gd name="T10" fmla="*/ 16649818 w 160"/>
              <a:gd name="T11" fmla="*/ 110068809 h 69"/>
              <a:gd name="T12" fmla="*/ 65087217 w 160"/>
              <a:gd name="T13" fmla="*/ 108348226 h 69"/>
              <a:gd name="T14" fmla="*/ 96874808 w 160"/>
              <a:gd name="T15" fmla="*/ 108348226 h 69"/>
              <a:gd name="T16" fmla="*/ 112011337 w 160"/>
              <a:gd name="T17" fmla="*/ 116948516 h 69"/>
              <a:gd name="T18" fmla="*/ 116552418 w 160"/>
              <a:gd name="T19" fmla="*/ 101469830 h 69"/>
              <a:gd name="T20" fmla="*/ 130175663 w 160"/>
              <a:gd name="T21" fmla="*/ 99749247 h 69"/>
              <a:gd name="T22" fmla="*/ 149853274 w 160"/>
              <a:gd name="T23" fmla="*/ 94590122 h 69"/>
              <a:gd name="T24" fmla="*/ 166503125 w 160"/>
              <a:gd name="T25" fmla="*/ 91150268 h 69"/>
              <a:gd name="T26" fmla="*/ 196777413 w 160"/>
              <a:gd name="T27" fmla="*/ 72233018 h 69"/>
              <a:gd name="T28" fmla="*/ 230078269 w 160"/>
              <a:gd name="T29" fmla="*/ 53314477 h 69"/>
              <a:gd name="T30" fmla="*/ 240673716 w 160"/>
              <a:gd name="T31" fmla="*/ 42996227 h 69"/>
              <a:gd name="T32" fmla="*/ 236132635 w 160"/>
              <a:gd name="T33" fmla="*/ 25796947 h 69"/>
              <a:gd name="T34" fmla="*/ 220996106 w 160"/>
              <a:gd name="T35" fmla="*/ 25796947 h 69"/>
              <a:gd name="T36" fmla="*/ 205859577 w 160"/>
              <a:gd name="T37" fmla="*/ 17197963 h 69"/>
              <a:gd name="T38" fmla="*/ 189208534 w 160"/>
              <a:gd name="T39" fmla="*/ 10319564 h 69"/>
              <a:gd name="T40" fmla="*/ 149853274 w 160"/>
              <a:gd name="T41" fmla="*/ 6879710 h 69"/>
              <a:gd name="T42" fmla="*/ 98388092 w 160"/>
              <a:gd name="T43" fmla="*/ 0 h 69"/>
              <a:gd name="T44" fmla="*/ 89305928 w 160"/>
              <a:gd name="T45" fmla="*/ 1719272 h 69"/>
              <a:gd name="T46" fmla="*/ 92333726 w 160"/>
              <a:gd name="T47" fmla="*/ 10319564 h 69"/>
              <a:gd name="T48" fmla="*/ 98388092 w 160"/>
              <a:gd name="T49" fmla="*/ 20637817 h 69"/>
              <a:gd name="T50" fmla="*/ 83251563 w 160"/>
              <a:gd name="T51" fmla="*/ 22357093 h 69"/>
              <a:gd name="T52" fmla="*/ 80224976 w 160"/>
              <a:gd name="T53" fmla="*/ 17197963 h 69"/>
              <a:gd name="T54" fmla="*/ 63573933 w 160"/>
              <a:gd name="T55" fmla="*/ 15478692 h 69"/>
              <a:gd name="T56" fmla="*/ 40868524 w 160"/>
              <a:gd name="T57" fmla="*/ 17197963 h 69"/>
              <a:gd name="T58" fmla="*/ 51465202 w 160"/>
              <a:gd name="T59" fmla="*/ 22357093 h 69"/>
              <a:gd name="T60" fmla="*/ 52978486 w 160"/>
              <a:gd name="T61" fmla="*/ 29236801 h 69"/>
              <a:gd name="T62" fmla="*/ 46924120 w 160"/>
              <a:gd name="T63" fmla="*/ 37835780 h 69"/>
              <a:gd name="T64" fmla="*/ 46924120 w 160"/>
              <a:gd name="T65" fmla="*/ 49874623 h 69"/>
              <a:gd name="T66" fmla="*/ 54491769 w 160"/>
              <a:gd name="T67" fmla="*/ 56754331 h 69"/>
              <a:gd name="T68" fmla="*/ 83251563 w 160"/>
              <a:gd name="T69" fmla="*/ 56754331 h 69"/>
              <a:gd name="T70" fmla="*/ 93847010 w 160"/>
              <a:gd name="T71" fmla="*/ 56754331 h 69"/>
              <a:gd name="T72" fmla="*/ 102929173 w 160"/>
              <a:gd name="T73" fmla="*/ 67072582 h 69"/>
              <a:gd name="T74" fmla="*/ 93847010 w 160"/>
              <a:gd name="T75" fmla="*/ 80831997 h 69"/>
              <a:gd name="T76" fmla="*/ 83251563 w 160"/>
              <a:gd name="T77" fmla="*/ 80831997 h 69"/>
              <a:gd name="T78" fmla="*/ 72656096 w 160"/>
              <a:gd name="T79" fmla="*/ 79111414 h 69"/>
              <a:gd name="T80" fmla="*/ 68115014 w 160"/>
              <a:gd name="T81" fmla="*/ 80831997 h 69"/>
              <a:gd name="T82" fmla="*/ 62060649 w 160"/>
              <a:gd name="T83" fmla="*/ 82551268 h 69"/>
              <a:gd name="T84" fmla="*/ 62060649 w 160"/>
              <a:gd name="T85" fmla="*/ 82551268 h 6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60"/>
              <a:gd name="T130" fmla="*/ 0 h 69"/>
              <a:gd name="T131" fmla="*/ 160 w 160"/>
              <a:gd name="T132" fmla="*/ 69 h 69"/>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60" h="69">
                <a:moveTo>
                  <a:pt x="41" y="48"/>
                </a:moveTo>
                <a:lnTo>
                  <a:pt x="29" y="48"/>
                </a:lnTo>
                <a:lnTo>
                  <a:pt x="6" y="51"/>
                </a:lnTo>
                <a:lnTo>
                  <a:pt x="0" y="58"/>
                </a:lnTo>
                <a:lnTo>
                  <a:pt x="6" y="61"/>
                </a:lnTo>
                <a:lnTo>
                  <a:pt x="11" y="64"/>
                </a:lnTo>
                <a:lnTo>
                  <a:pt x="43" y="63"/>
                </a:lnTo>
                <a:lnTo>
                  <a:pt x="64" y="63"/>
                </a:lnTo>
                <a:lnTo>
                  <a:pt x="74" y="68"/>
                </a:lnTo>
                <a:lnTo>
                  <a:pt x="77" y="59"/>
                </a:lnTo>
                <a:lnTo>
                  <a:pt x="86" y="58"/>
                </a:lnTo>
                <a:lnTo>
                  <a:pt x="99" y="55"/>
                </a:lnTo>
                <a:lnTo>
                  <a:pt x="110" y="53"/>
                </a:lnTo>
                <a:lnTo>
                  <a:pt x="130" y="42"/>
                </a:lnTo>
                <a:lnTo>
                  <a:pt x="152" y="31"/>
                </a:lnTo>
                <a:lnTo>
                  <a:pt x="159" y="25"/>
                </a:lnTo>
                <a:lnTo>
                  <a:pt x="156" y="15"/>
                </a:lnTo>
                <a:lnTo>
                  <a:pt x="146" y="15"/>
                </a:lnTo>
                <a:lnTo>
                  <a:pt x="136" y="10"/>
                </a:lnTo>
                <a:lnTo>
                  <a:pt x="125" y="6"/>
                </a:lnTo>
                <a:lnTo>
                  <a:pt x="99" y="4"/>
                </a:lnTo>
                <a:lnTo>
                  <a:pt x="65" y="0"/>
                </a:lnTo>
                <a:lnTo>
                  <a:pt x="59" y="1"/>
                </a:lnTo>
                <a:lnTo>
                  <a:pt x="61" y="6"/>
                </a:lnTo>
                <a:lnTo>
                  <a:pt x="65" y="12"/>
                </a:lnTo>
                <a:lnTo>
                  <a:pt x="55" y="13"/>
                </a:lnTo>
                <a:lnTo>
                  <a:pt x="53" y="10"/>
                </a:lnTo>
                <a:lnTo>
                  <a:pt x="42" y="9"/>
                </a:lnTo>
                <a:lnTo>
                  <a:pt x="27" y="10"/>
                </a:lnTo>
                <a:lnTo>
                  <a:pt x="34" y="13"/>
                </a:lnTo>
                <a:lnTo>
                  <a:pt x="35" y="17"/>
                </a:lnTo>
                <a:lnTo>
                  <a:pt x="31" y="22"/>
                </a:lnTo>
                <a:lnTo>
                  <a:pt x="31" y="29"/>
                </a:lnTo>
                <a:lnTo>
                  <a:pt x="36" y="33"/>
                </a:lnTo>
                <a:lnTo>
                  <a:pt x="55" y="33"/>
                </a:lnTo>
                <a:lnTo>
                  <a:pt x="62" y="33"/>
                </a:lnTo>
                <a:lnTo>
                  <a:pt x="68" y="39"/>
                </a:lnTo>
                <a:lnTo>
                  <a:pt x="62" y="47"/>
                </a:lnTo>
                <a:lnTo>
                  <a:pt x="55" y="47"/>
                </a:lnTo>
                <a:lnTo>
                  <a:pt x="48" y="46"/>
                </a:lnTo>
                <a:lnTo>
                  <a:pt x="45" y="47"/>
                </a:lnTo>
                <a:lnTo>
                  <a:pt x="41" y="4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9" name="Freeform 746">
            <a:extLst>
              <a:ext uri="{FF2B5EF4-FFF2-40B4-BE49-F238E27FC236}">
                <a16:creationId xmlns:a16="http://schemas.microsoft.com/office/drawing/2014/main" id="{61DE6529-19E9-C1EB-AFE0-8590E2B5AB90}"/>
              </a:ext>
            </a:extLst>
          </p:cNvPr>
          <p:cNvSpPr>
            <a:spLocks/>
          </p:cNvSpPr>
          <p:nvPr/>
        </p:nvSpPr>
        <p:spPr bwMode="auto">
          <a:xfrm>
            <a:off x="5106812" y="4713178"/>
            <a:ext cx="116801" cy="79771"/>
          </a:xfrm>
          <a:custGeom>
            <a:avLst/>
            <a:gdLst>
              <a:gd name="T0" fmla="*/ 0 w 102"/>
              <a:gd name="T1" fmla="*/ 102674656 h 71"/>
              <a:gd name="T2" fmla="*/ 1550147 w 102"/>
              <a:gd name="T3" fmla="*/ 107894661 h 71"/>
              <a:gd name="T4" fmla="*/ 12402423 w 102"/>
              <a:gd name="T5" fmla="*/ 109635982 h 71"/>
              <a:gd name="T6" fmla="*/ 40307556 w 102"/>
              <a:gd name="T7" fmla="*/ 111375984 h 71"/>
              <a:gd name="T8" fmla="*/ 72863135 w 102"/>
              <a:gd name="T9" fmla="*/ 73090648 h 71"/>
              <a:gd name="T10" fmla="*/ 82164034 w 102"/>
              <a:gd name="T11" fmla="*/ 97453332 h 71"/>
              <a:gd name="T12" fmla="*/ 91466159 w 102"/>
              <a:gd name="T13" fmla="*/ 121817314 h 71"/>
              <a:gd name="T14" fmla="*/ 111619309 w 102"/>
              <a:gd name="T15" fmla="*/ 111375984 h 71"/>
              <a:gd name="T16" fmla="*/ 133322607 w 102"/>
              <a:gd name="T17" fmla="*/ 102674656 h 71"/>
              <a:gd name="T18" fmla="*/ 155027149 w 102"/>
              <a:gd name="T19" fmla="*/ 109635982 h 71"/>
              <a:gd name="T20" fmla="*/ 156577296 w 102"/>
              <a:gd name="T21" fmla="*/ 73090648 h 71"/>
              <a:gd name="T22" fmla="*/ 141074585 w 102"/>
              <a:gd name="T23" fmla="*/ 66129322 h 71"/>
              <a:gd name="T24" fmla="*/ 131772460 w 102"/>
              <a:gd name="T25" fmla="*/ 67869323 h 71"/>
              <a:gd name="T26" fmla="*/ 137974292 w 102"/>
              <a:gd name="T27" fmla="*/ 45246662 h 71"/>
              <a:gd name="T28" fmla="*/ 119371288 w 102"/>
              <a:gd name="T29" fmla="*/ 40025327 h 71"/>
              <a:gd name="T30" fmla="*/ 103868576 w 102"/>
              <a:gd name="T31" fmla="*/ 38285326 h 71"/>
              <a:gd name="T32" fmla="*/ 82164034 w 102"/>
              <a:gd name="T33" fmla="*/ 38285326 h 71"/>
              <a:gd name="T34" fmla="*/ 65111157 w 102"/>
              <a:gd name="T35" fmla="*/ 38285326 h 71"/>
              <a:gd name="T36" fmla="*/ 43407859 w 102"/>
              <a:gd name="T37" fmla="*/ 38285326 h 71"/>
              <a:gd name="T38" fmla="*/ 26354992 w 102"/>
              <a:gd name="T39" fmla="*/ 34805322 h 71"/>
              <a:gd name="T40" fmla="*/ 23253454 w 102"/>
              <a:gd name="T41" fmla="*/ 31324000 h 71"/>
              <a:gd name="T42" fmla="*/ 26354992 w 102"/>
              <a:gd name="T43" fmla="*/ 22622672 h 71"/>
              <a:gd name="T44" fmla="*/ 34105725 w 102"/>
              <a:gd name="T45" fmla="*/ 17402661 h 71"/>
              <a:gd name="T46" fmla="*/ 63561010 w 102"/>
              <a:gd name="T47" fmla="*/ 10441332 h 71"/>
              <a:gd name="T48" fmla="*/ 62010864 w 102"/>
              <a:gd name="T49" fmla="*/ 0 h 71"/>
              <a:gd name="T50" fmla="*/ 40307556 w 102"/>
              <a:gd name="T51" fmla="*/ 3480005 h 71"/>
              <a:gd name="T52" fmla="*/ 20153156 w 102"/>
              <a:gd name="T53" fmla="*/ 1740002 h 71"/>
              <a:gd name="T54" fmla="*/ 7750735 w 102"/>
              <a:gd name="T55" fmla="*/ 13921338 h 71"/>
              <a:gd name="T56" fmla="*/ 3100294 w 102"/>
              <a:gd name="T57" fmla="*/ 38285326 h 71"/>
              <a:gd name="T58" fmla="*/ 4650441 w 102"/>
              <a:gd name="T59" fmla="*/ 45246662 h 71"/>
              <a:gd name="T60" fmla="*/ 3100294 w 102"/>
              <a:gd name="T61" fmla="*/ 46986664 h 71"/>
              <a:gd name="T62" fmla="*/ 17052863 w 102"/>
              <a:gd name="T63" fmla="*/ 50466668 h 71"/>
              <a:gd name="T64" fmla="*/ 23253454 w 102"/>
              <a:gd name="T65" fmla="*/ 64389320 h 71"/>
              <a:gd name="T66" fmla="*/ 20153156 w 102"/>
              <a:gd name="T67" fmla="*/ 80050655 h 71"/>
              <a:gd name="T68" fmla="*/ 15502716 w 102"/>
              <a:gd name="T69" fmla="*/ 81791976 h 71"/>
              <a:gd name="T70" fmla="*/ 10852276 w 102"/>
              <a:gd name="T71" fmla="*/ 88752004 h 71"/>
              <a:gd name="T72" fmla="*/ 0 w 102"/>
              <a:gd name="T73" fmla="*/ 102674656 h 71"/>
              <a:gd name="T74" fmla="*/ 0 w 102"/>
              <a:gd name="T75" fmla="*/ 102674656 h 7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2"/>
              <a:gd name="T115" fmla="*/ 0 h 71"/>
              <a:gd name="T116" fmla="*/ 102 w 102"/>
              <a:gd name="T117" fmla="*/ 71 h 71"/>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2" h="71">
                <a:moveTo>
                  <a:pt x="0" y="59"/>
                </a:moveTo>
                <a:lnTo>
                  <a:pt x="1" y="62"/>
                </a:lnTo>
                <a:lnTo>
                  <a:pt x="8" y="63"/>
                </a:lnTo>
                <a:lnTo>
                  <a:pt x="26" y="64"/>
                </a:lnTo>
                <a:lnTo>
                  <a:pt x="47" y="42"/>
                </a:lnTo>
                <a:lnTo>
                  <a:pt x="53" y="56"/>
                </a:lnTo>
                <a:lnTo>
                  <a:pt x="59" y="70"/>
                </a:lnTo>
                <a:lnTo>
                  <a:pt x="72" y="64"/>
                </a:lnTo>
                <a:lnTo>
                  <a:pt x="86" y="59"/>
                </a:lnTo>
                <a:lnTo>
                  <a:pt x="100" y="63"/>
                </a:lnTo>
                <a:lnTo>
                  <a:pt x="101" y="42"/>
                </a:lnTo>
                <a:lnTo>
                  <a:pt x="91" y="38"/>
                </a:lnTo>
                <a:lnTo>
                  <a:pt x="85" y="39"/>
                </a:lnTo>
                <a:lnTo>
                  <a:pt x="89" y="26"/>
                </a:lnTo>
                <a:lnTo>
                  <a:pt x="77" y="23"/>
                </a:lnTo>
                <a:lnTo>
                  <a:pt x="67" y="22"/>
                </a:lnTo>
                <a:lnTo>
                  <a:pt x="53" y="22"/>
                </a:lnTo>
                <a:lnTo>
                  <a:pt x="42" y="22"/>
                </a:lnTo>
                <a:lnTo>
                  <a:pt x="28" y="22"/>
                </a:lnTo>
                <a:lnTo>
                  <a:pt x="17" y="20"/>
                </a:lnTo>
                <a:lnTo>
                  <a:pt x="15" y="18"/>
                </a:lnTo>
                <a:lnTo>
                  <a:pt x="17" y="13"/>
                </a:lnTo>
                <a:lnTo>
                  <a:pt x="22" y="10"/>
                </a:lnTo>
                <a:lnTo>
                  <a:pt x="41" y="6"/>
                </a:lnTo>
                <a:lnTo>
                  <a:pt x="40" y="0"/>
                </a:lnTo>
                <a:lnTo>
                  <a:pt x="26" y="2"/>
                </a:lnTo>
                <a:lnTo>
                  <a:pt x="13" y="1"/>
                </a:lnTo>
                <a:lnTo>
                  <a:pt x="5" y="8"/>
                </a:lnTo>
                <a:lnTo>
                  <a:pt x="2" y="22"/>
                </a:lnTo>
                <a:lnTo>
                  <a:pt x="3" y="26"/>
                </a:lnTo>
                <a:lnTo>
                  <a:pt x="2" y="27"/>
                </a:lnTo>
                <a:lnTo>
                  <a:pt x="11" y="29"/>
                </a:lnTo>
                <a:lnTo>
                  <a:pt x="15" y="37"/>
                </a:lnTo>
                <a:lnTo>
                  <a:pt x="13" y="46"/>
                </a:lnTo>
                <a:lnTo>
                  <a:pt x="10" y="47"/>
                </a:lnTo>
                <a:lnTo>
                  <a:pt x="7" y="51"/>
                </a:lnTo>
                <a:lnTo>
                  <a:pt x="0" y="5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0" name="Freeform 747">
            <a:extLst>
              <a:ext uri="{FF2B5EF4-FFF2-40B4-BE49-F238E27FC236}">
                <a16:creationId xmlns:a16="http://schemas.microsoft.com/office/drawing/2014/main" id="{93A14D62-A248-01F3-1557-1392CA73B023}"/>
              </a:ext>
            </a:extLst>
          </p:cNvPr>
          <p:cNvSpPr>
            <a:spLocks/>
          </p:cNvSpPr>
          <p:nvPr/>
        </p:nvSpPr>
        <p:spPr bwMode="auto">
          <a:xfrm>
            <a:off x="4322785" y="4638814"/>
            <a:ext cx="56941" cy="54083"/>
          </a:xfrm>
          <a:custGeom>
            <a:avLst/>
            <a:gdLst>
              <a:gd name="T0" fmla="*/ 0 w 48"/>
              <a:gd name="T1" fmla="*/ 20152825 h 49"/>
              <a:gd name="T2" fmla="*/ 46584378 w 48"/>
              <a:gd name="T3" fmla="*/ 18473316 h 49"/>
              <a:gd name="T4" fmla="*/ 51574823 w 48"/>
              <a:gd name="T5" fmla="*/ 0 h 49"/>
              <a:gd name="T6" fmla="*/ 78194824 w 48"/>
              <a:gd name="T7" fmla="*/ 48703209 h 49"/>
              <a:gd name="T8" fmla="*/ 71540469 w 48"/>
              <a:gd name="T9" fmla="*/ 75572772 h 49"/>
              <a:gd name="T10" fmla="*/ 29946545 w 48"/>
              <a:gd name="T11" fmla="*/ 80611301 h 49"/>
              <a:gd name="T12" fmla="*/ 14973917 w 48"/>
              <a:gd name="T13" fmla="*/ 75572772 h 49"/>
              <a:gd name="T14" fmla="*/ 13310006 w 48"/>
              <a:gd name="T15" fmla="*/ 48703209 h 49"/>
              <a:gd name="T16" fmla="*/ 0 w 48"/>
              <a:gd name="T17" fmla="*/ 21832340 h 49"/>
              <a:gd name="T18" fmla="*/ 0 w 48"/>
              <a:gd name="T19" fmla="*/ 20152825 h 49"/>
              <a:gd name="T20" fmla="*/ 0 w 48"/>
              <a:gd name="T21" fmla="*/ 20152825 h 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8"/>
              <a:gd name="T34" fmla="*/ 0 h 49"/>
              <a:gd name="T35" fmla="*/ 48 w 48"/>
              <a:gd name="T36" fmla="*/ 49 h 4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8" h="49">
                <a:moveTo>
                  <a:pt x="0" y="12"/>
                </a:moveTo>
                <a:lnTo>
                  <a:pt x="28" y="11"/>
                </a:lnTo>
                <a:lnTo>
                  <a:pt x="31" y="0"/>
                </a:lnTo>
                <a:lnTo>
                  <a:pt x="47" y="29"/>
                </a:lnTo>
                <a:lnTo>
                  <a:pt x="43" y="45"/>
                </a:lnTo>
                <a:lnTo>
                  <a:pt x="18" y="48"/>
                </a:lnTo>
                <a:lnTo>
                  <a:pt x="9" y="45"/>
                </a:lnTo>
                <a:lnTo>
                  <a:pt x="8" y="29"/>
                </a:lnTo>
                <a:lnTo>
                  <a:pt x="0" y="13"/>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1" name="Freeform 748">
            <a:extLst>
              <a:ext uri="{FF2B5EF4-FFF2-40B4-BE49-F238E27FC236}">
                <a16:creationId xmlns:a16="http://schemas.microsoft.com/office/drawing/2014/main" id="{22D47485-45E8-4C30-1FBC-1C929D91C708}"/>
              </a:ext>
            </a:extLst>
          </p:cNvPr>
          <p:cNvSpPr>
            <a:spLocks/>
          </p:cNvSpPr>
          <p:nvPr/>
        </p:nvSpPr>
        <p:spPr bwMode="auto">
          <a:xfrm>
            <a:off x="4351985" y="4686137"/>
            <a:ext cx="29201" cy="52729"/>
          </a:xfrm>
          <a:custGeom>
            <a:avLst/>
            <a:gdLst>
              <a:gd name="T0" fmla="*/ 0 w 25"/>
              <a:gd name="T1" fmla="*/ 60733038 h 47"/>
              <a:gd name="T2" fmla="*/ 0 w 25"/>
              <a:gd name="T3" fmla="*/ 60733038 h 47"/>
              <a:gd name="T4" fmla="*/ 1612900 w 25"/>
              <a:gd name="T5" fmla="*/ 19087337 h 47"/>
              <a:gd name="T6" fmla="*/ 19354799 w 25"/>
              <a:gd name="T7" fmla="*/ 0 h 47"/>
              <a:gd name="T8" fmla="*/ 38709598 w 25"/>
              <a:gd name="T9" fmla="*/ 46850265 h 47"/>
              <a:gd name="T10" fmla="*/ 20967704 w 25"/>
              <a:gd name="T11" fmla="*/ 79820370 h 47"/>
              <a:gd name="T12" fmla="*/ 0 w 25"/>
              <a:gd name="T13" fmla="*/ 60733038 h 47"/>
              <a:gd name="T14" fmla="*/ 0 w 25"/>
              <a:gd name="T15" fmla="*/ 60733038 h 47"/>
              <a:gd name="T16" fmla="*/ 0 60000 65536"/>
              <a:gd name="T17" fmla="*/ 0 60000 65536"/>
              <a:gd name="T18" fmla="*/ 0 60000 65536"/>
              <a:gd name="T19" fmla="*/ 0 60000 65536"/>
              <a:gd name="T20" fmla="*/ 0 60000 65536"/>
              <a:gd name="T21" fmla="*/ 0 60000 65536"/>
              <a:gd name="T22" fmla="*/ 0 60000 65536"/>
              <a:gd name="T23" fmla="*/ 0 60000 65536"/>
              <a:gd name="T24" fmla="*/ 0 w 25"/>
              <a:gd name="T25" fmla="*/ 0 h 47"/>
              <a:gd name="T26" fmla="*/ 25 w 25"/>
              <a:gd name="T27" fmla="*/ 47 h 4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 h="47">
                <a:moveTo>
                  <a:pt x="0" y="35"/>
                </a:moveTo>
                <a:lnTo>
                  <a:pt x="0" y="35"/>
                </a:lnTo>
                <a:lnTo>
                  <a:pt x="1" y="11"/>
                </a:lnTo>
                <a:lnTo>
                  <a:pt x="12" y="0"/>
                </a:lnTo>
                <a:lnTo>
                  <a:pt x="24" y="27"/>
                </a:lnTo>
                <a:lnTo>
                  <a:pt x="13" y="46"/>
                </a:lnTo>
                <a:lnTo>
                  <a:pt x="0" y="3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2" name="Freeform 749">
            <a:extLst>
              <a:ext uri="{FF2B5EF4-FFF2-40B4-BE49-F238E27FC236}">
                <a16:creationId xmlns:a16="http://schemas.microsoft.com/office/drawing/2014/main" id="{821BD926-180B-D786-AD20-AB64B287F1DE}"/>
              </a:ext>
            </a:extLst>
          </p:cNvPr>
          <p:cNvSpPr>
            <a:spLocks/>
          </p:cNvSpPr>
          <p:nvPr/>
        </p:nvSpPr>
        <p:spPr bwMode="auto">
          <a:xfrm>
            <a:off x="4198685" y="4567156"/>
            <a:ext cx="119721" cy="47322"/>
          </a:xfrm>
          <a:custGeom>
            <a:avLst/>
            <a:gdLst>
              <a:gd name="T0" fmla="*/ 0 w 105"/>
              <a:gd name="T1" fmla="*/ 42239311 h 41"/>
              <a:gd name="T2" fmla="*/ 0 w 105"/>
              <a:gd name="T3" fmla="*/ 42239311 h 41"/>
              <a:gd name="T4" fmla="*/ 1537305 w 105"/>
              <a:gd name="T5" fmla="*/ 45911833 h 41"/>
              <a:gd name="T6" fmla="*/ 3074610 w 105"/>
              <a:gd name="T7" fmla="*/ 58766978 h 41"/>
              <a:gd name="T8" fmla="*/ 19981242 w 105"/>
              <a:gd name="T9" fmla="*/ 62440845 h 41"/>
              <a:gd name="T10" fmla="*/ 53795752 w 105"/>
              <a:gd name="T11" fmla="*/ 55094467 h 41"/>
              <a:gd name="T12" fmla="*/ 89146332 w 105"/>
              <a:gd name="T13" fmla="*/ 73459734 h 41"/>
              <a:gd name="T14" fmla="*/ 138331392 w 105"/>
              <a:gd name="T15" fmla="*/ 60604589 h 41"/>
              <a:gd name="T16" fmla="*/ 159848693 w 105"/>
              <a:gd name="T17" fmla="*/ 23874044 h 41"/>
              <a:gd name="T18" fmla="*/ 152163412 w 105"/>
              <a:gd name="T19" fmla="*/ 0 h 41"/>
              <a:gd name="T20" fmla="*/ 89146332 w 105"/>
              <a:gd name="T21" fmla="*/ 1836256 h 41"/>
              <a:gd name="T22" fmla="*/ 70702380 w 105"/>
              <a:gd name="T23" fmla="*/ 40403056 h 41"/>
              <a:gd name="T24" fmla="*/ 0 w 105"/>
              <a:gd name="T25" fmla="*/ 42239311 h 41"/>
              <a:gd name="T26" fmla="*/ 0 w 105"/>
              <a:gd name="T27" fmla="*/ 42239311 h 4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5"/>
              <a:gd name="T43" fmla="*/ 0 h 41"/>
              <a:gd name="T44" fmla="*/ 105 w 105"/>
              <a:gd name="T45" fmla="*/ 41 h 4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5" h="41">
                <a:moveTo>
                  <a:pt x="0" y="23"/>
                </a:moveTo>
                <a:lnTo>
                  <a:pt x="0" y="23"/>
                </a:lnTo>
                <a:lnTo>
                  <a:pt x="1" y="25"/>
                </a:lnTo>
                <a:lnTo>
                  <a:pt x="2" y="32"/>
                </a:lnTo>
                <a:lnTo>
                  <a:pt x="13" y="34"/>
                </a:lnTo>
                <a:lnTo>
                  <a:pt x="35" y="30"/>
                </a:lnTo>
                <a:lnTo>
                  <a:pt x="58" y="40"/>
                </a:lnTo>
                <a:lnTo>
                  <a:pt x="90" y="33"/>
                </a:lnTo>
                <a:lnTo>
                  <a:pt x="104" y="13"/>
                </a:lnTo>
                <a:lnTo>
                  <a:pt x="99" y="0"/>
                </a:lnTo>
                <a:lnTo>
                  <a:pt x="58" y="1"/>
                </a:lnTo>
                <a:lnTo>
                  <a:pt x="46" y="22"/>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3" name="Freeform 750">
            <a:extLst>
              <a:ext uri="{FF2B5EF4-FFF2-40B4-BE49-F238E27FC236}">
                <a16:creationId xmlns:a16="http://schemas.microsoft.com/office/drawing/2014/main" id="{03FA292F-3625-69BF-2DCE-D0C7DFDC470A}"/>
              </a:ext>
            </a:extLst>
          </p:cNvPr>
          <p:cNvSpPr>
            <a:spLocks/>
          </p:cNvSpPr>
          <p:nvPr/>
        </p:nvSpPr>
        <p:spPr bwMode="auto">
          <a:xfrm>
            <a:off x="4096484" y="4515778"/>
            <a:ext cx="52561" cy="39209"/>
          </a:xfrm>
          <a:custGeom>
            <a:avLst/>
            <a:gdLst>
              <a:gd name="T0" fmla="*/ 0 w 45"/>
              <a:gd name="T1" fmla="*/ 11676657 h 33"/>
              <a:gd name="T2" fmla="*/ 0 w 45"/>
              <a:gd name="T3" fmla="*/ 11676657 h 33"/>
              <a:gd name="T4" fmla="*/ 16128999 w 45"/>
              <a:gd name="T5" fmla="*/ 1946109 h 33"/>
              <a:gd name="T6" fmla="*/ 48387003 w 45"/>
              <a:gd name="T7" fmla="*/ 0 h 33"/>
              <a:gd name="T8" fmla="*/ 69354696 w 45"/>
              <a:gd name="T9" fmla="*/ 25300818 h 33"/>
              <a:gd name="T10" fmla="*/ 70967596 w 45"/>
              <a:gd name="T11" fmla="*/ 44761905 h 33"/>
              <a:gd name="T12" fmla="*/ 62903099 w 45"/>
              <a:gd name="T13" fmla="*/ 62278289 h 33"/>
              <a:gd name="T14" fmla="*/ 0 w 45"/>
              <a:gd name="T15" fmla="*/ 11676657 h 33"/>
              <a:gd name="T16" fmla="*/ 0 w 45"/>
              <a:gd name="T17" fmla="*/ 11676657 h 3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5"/>
              <a:gd name="T28" fmla="*/ 0 h 33"/>
              <a:gd name="T29" fmla="*/ 45 w 45"/>
              <a:gd name="T30" fmla="*/ 33 h 3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5" h="33">
                <a:moveTo>
                  <a:pt x="0" y="6"/>
                </a:moveTo>
                <a:lnTo>
                  <a:pt x="0" y="6"/>
                </a:lnTo>
                <a:lnTo>
                  <a:pt x="10" y="1"/>
                </a:lnTo>
                <a:lnTo>
                  <a:pt x="30" y="0"/>
                </a:lnTo>
                <a:lnTo>
                  <a:pt x="43" y="13"/>
                </a:lnTo>
                <a:lnTo>
                  <a:pt x="44" y="23"/>
                </a:lnTo>
                <a:lnTo>
                  <a:pt x="39" y="32"/>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4" name="Freeform 751">
            <a:extLst>
              <a:ext uri="{FF2B5EF4-FFF2-40B4-BE49-F238E27FC236}">
                <a16:creationId xmlns:a16="http://schemas.microsoft.com/office/drawing/2014/main" id="{7B58C4E3-1512-BC1C-1437-2DA396DF395D}"/>
              </a:ext>
            </a:extLst>
          </p:cNvPr>
          <p:cNvSpPr>
            <a:spLocks/>
          </p:cNvSpPr>
          <p:nvPr/>
        </p:nvSpPr>
        <p:spPr bwMode="auto">
          <a:xfrm>
            <a:off x="4401625" y="4656392"/>
            <a:ext cx="99281" cy="52729"/>
          </a:xfrm>
          <a:custGeom>
            <a:avLst/>
            <a:gdLst>
              <a:gd name="T0" fmla="*/ 0 w 86"/>
              <a:gd name="T1" fmla="*/ 53237874 h 48"/>
              <a:gd name="T2" fmla="*/ 0 w 86"/>
              <a:gd name="T3" fmla="*/ 53237874 h 48"/>
              <a:gd name="T4" fmla="*/ 7877839 w 86"/>
              <a:gd name="T5" fmla="*/ 0 h 48"/>
              <a:gd name="T6" fmla="*/ 133927029 w 86"/>
              <a:gd name="T7" fmla="*/ 11645907 h 48"/>
              <a:gd name="T8" fmla="*/ 110292264 w 86"/>
              <a:gd name="T9" fmla="*/ 44918452 h 48"/>
              <a:gd name="T10" fmla="*/ 119746672 w 86"/>
              <a:gd name="T11" fmla="*/ 63219891 h 48"/>
              <a:gd name="T12" fmla="*/ 86658754 w 86"/>
              <a:gd name="T13" fmla="*/ 64883776 h 48"/>
              <a:gd name="T14" fmla="*/ 66175857 w 86"/>
              <a:gd name="T15" fmla="*/ 78192272 h 48"/>
              <a:gd name="T16" fmla="*/ 12605046 w 86"/>
              <a:gd name="T17" fmla="*/ 78192272 h 48"/>
              <a:gd name="T18" fmla="*/ 0 w 86"/>
              <a:gd name="T19" fmla="*/ 53237874 h 48"/>
              <a:gd name="T20" fmla="*/ 0 w 86"/>
              <a:gd name="T21" fmla="*/ 53237874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6"/>
              <a:gd name="T34" fmla="*/ 0 h 48"/>
              <a:gd name="T35" fmla="*/ 86 w 86"/>
              <a:gd name="T36" fmla="*/ 48 h 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6" h="48">
                <a:moveTo>
                  <a:pt x="0" y="32"/>
                </a:moveTo>
                <a:lnTo>
                  <a:pt x="0" y="32"/>
                </a:lnTo>
                <a:lnTo>
                  <a:pt x="5" y="0"/>
                </a:lnTo>
                <a:lnTo>
                  <a:pt x="85" y="7"/>
                </a:lnTo>
                <a:lnTo>
                  <a:pt x="70" y="27"/>
                </a:lnTo>
                <a:lnTo>
                  <a:pt x="76" y="38"/>
                </a:lnTo>
                <a:lnTo>
                  <a:pt x="55" y="39"/>
                </a:lnTo>
                <a:lnTo>
                  <a:pt x="42" y="47"/>
                </a:lnTo>
                <a:lnTo>
                  <a:pt x="8" y="47"/>
                </a:lnTo>
                <a:lnTo>
                  <a:pt x="0" y="3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5" name="Freeform 752">
            <a:extLst>
              <a:ext uri="{FF2B5EF4-FFF2-40B4-BE49-F238E27FC236}">
                <a16:creationId xmlns:a16="http://schemas.microsoft.com/office/drawing/2014/main" id="{5C1497B3-7D9B-4A25-5EDD-545CFC34E607}"/>
              </a:ext>
            </a:extLst>
          </p:cNvPr>
          <p:cNvSpPr>
            <a:spLocks/>
          </p:cNvSpPr>
          <p:nvPr/>
        </p:nvSpPr>
        <p:spPr bwMode="auto">
          <a:xfrm>
            <a:off x="4312566" y="4552282"/>
            <a:ext cx="90522" cy="37857"/>
          </a:xfrm>
          <a:custGeom>
            <a:avLst/>
            <a:gdLst>
              <a:gd name="T0" fmla="*/ 0 w 79"/>
              <a:gd name="T1" fmla="*/ 25637190 h 34"/>
              <a:gd name="T2" fmla="*/ 7760624 w 79"/>
              <a:gd name="T3" fmla="*/ 47856961 h 34"/>
              <a:gd name="T4" fmla="*/ 37253235 w 79"/>
              <a:gd name="T5" fmla="*/ 56403123 h 34"/>
              <a:gd name="T6" fmla="*/ 85373103 w 79"/>
              <a:gd name="T7" fmla="*/ 34183352 h 34"/>
              <a:gd name="T8" fmla="*/ 114865707 w 79"/>
              <a:gd name="T9" fmla="*/ 39310788 h 34"/>
              <a:gd name="T10" fmla="*/ 121073955 w 79"/>
              <a:gd name="T11" fmla="*/ 17092330 h 34"/>
              <a:gd name="T12" fmla="*/ 68298222 w 79"/>
              <a:gd name="T13" fmla="*/ 11963587 h 34"/>
              <a:gd name="T14" fmla="*/ 37253235 w 79"/>
              <a:gd name="T15" fmla="*/ 0 h 34"/>
              <a:gd name="T16" fmla="*/ 1552374 w 79"/>
              <a:gd name="T17" fmla="*/ 23928480 h 34"/>
              <a:gd name="T18" fmla="*/ 0 w 79"/>
              <a:gd name="T19" fmla="*/ 25637190 h 34"/>
              <a:gd name="T20" fmla="*/ 0 w 79"/>
              <a:gd name="T21" fmla="*/ 25637190 h 3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9"/>
              <a:gd name="T34" fmla="*/ 0 h 34"/>
              <a:gd name="T35" fmla="*/ 79 w 79"/>
              <a:gd name="T36" fmla="*/ 34 h 3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9" h="34">
                <a:moveTo>
                  <a:pt x="0" y="15"/>
                </a:moveTo>
                <a:lnTo>
                  <a:pt x="5" y="28"/>
                </a:lnTo>
                <a:lnTo>
                  <a:pt x="24" y="33"/>
                </a:lnTo>
                <a:lnTo>
                  <a:pt x="55" y="20"/>
                </a:lnTo>
                <a:lnTo>
                  <a:pt x="74" y="23"/>
                </a:lnTo>
                <a:lnTo>
                  <a:pt x="78" y="10"/>
                </a:lnTo>
                <a:lnTo>
                  <a:pt x="44" y="7"/>
                </a:lnTo>
                <a:lnTo>
                  <a:pt x="24" y="0"/>
                </a:lnTo>
                <a:lnTo>
                  <a:pt x="1" y="14"/>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56" name="Group 167">
            <a:extLst>
              <a:ext uri="{FF2B5EF4-FFF2-40B4-BE49-F238E27FC236}">
                <a16:creationId xmlns:a16="http://schemas.microsoft.com/office/drawing/2014/main" id="{217990CB-97C2-D05F-769E-BE73C4F63439}"/>
              </a:ext>
            </a:extLst>
          </p:cNvPr>
          <p:cNvGrpSpPr>
            <a:grpSpLocks/>
          </p:cNvGrpSpPr>
          <p:nvPr/>
        </p:nvGrpSpPr>
        <p:grpSpPr bwMode="auto">
          <a:xfrm>
            <a:off x="4178244" y="4385981"/>
            <a:ext cx="71541" cy="62194"/>
            <a:chOff x="3191" y="2547"/>
            <a:chExt cx="63" cy="55"/>
          </a:xfrm>
          <a:solidFill>
            <a:schemeClr val="accent2"/>
          </a:solidFill>
        </p:grpSpPr>
        <p:sp>
          <p:nvSpPr>
            <p:cNvPr id="457" name="Freeform 754">
              <a:extLst>
                <a:ext uri="{FF2B5EF4-FFF2-40B4-BE49-F238E27FC236}">
                  <a16:creationId xmlns:a16="http://schemas.microsoft.com/office/drawing/2014/main" id="{F2F2C43E-74E4-8772-B5EB-424041687F7E}"/>
                </a:ext>
              </a:extLst>
            </p:cNvPr>
            <p:cNvSpPr>
              <a:spLocks/>
            </p:cNvSpPr>
            <p:nvPr/>
          </p:nvSpPr>
          <p:spPr bwMode="auto">
            <a:xfrm>
              <a:off x="3191" y="2547"/>
              <a:ext cx="37" cy="55"/>
            </a:xfrm>
            <a:custGeom>
              <a:avLst/>
              <a:gdLst>
                <a:gd name="T0" fmla="*/ 0 w 37"/>
                <a:gd name="T1" fmla="*/ 41 h 55"/>
                <a:gd name="T2" fmla="*/ 0 w 37"/>
                <a:gd name="T3" fmla="*/ 41 h 55"/>
                <a:gd name="T4" fmla="*/ 3 w 37"/>
                <a:gd name="T5" fmla="*/ 15 h 55"/>
                <a:gd name="T6" fmla="*/ 31 w 37"/>
                <a:gd name="T7" fmla="*/ 0 h 55"/>
                <a:gd name="T8" fmla="*/ 26 w 37"/>
                <a:gd name="T9" fmla="*/ 21 h 55"/>
                <a:gd name="T10" fmla="*/ 36 w 37"/>
                <a:gd name="T11" fmla="*/ 27 h 55"/>
                <a:gd name="T12" fmla="*/ 18 w 37"/>
                <a:gd name="T13" fmla="*/ 39 h 55"/>
                <a:gd name="T14" fmla="*/ 18 w 37"/>
                <a:gd name="T15" fmla="*/ 54 h 55"/>
                <a:gd name="T16" fmla="*/ 7 w 37"/>
                <a:gd name="T17" fmla="*/ 54 h 55"/>
                <a:gd name="T18" fmla="*/ 0 w 37"/>
                <a:gd name="T19" fmla="*/ 41 h 55"/>
                <a:gd name="T20" fmla="*/ 0 w 37"/>
                <a:gd name="T21" fmla="*/ 41 h 5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7"/>
                <a:gd name="T34" fmla="*/ 0 h 55"/>
                <a:gd name="T35" fmla="*/ 37 w 37"/>
                <a:gd name="T36" fmla="*/ 55 h 5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7" h="55">
                  <a:moveTo>
                    <a:pt x="0" y="41"/>
                  </a:moveTo>
                  <a:lnTo>
                    <a:pt x="0" y="41"/>
                  </a:lnTo>
                  <a:lnTo>
                    <a:pt x="3" y="15"/>
                  </a:lnTo>
                  <a:lnTo>
                    <a:pt x="31" y="0"/>
                  </a:lnTo>
                  <a:lnTo>
                    <a:pt x="26" y="21"/>
                  </a:lnTo>
                  <a:lnTo>
                    <a:pt x="36" y="27"/>
                  </a:lnTo>
                  <a:lnTo>
                    <a:pt x="18" y="39"/>
                  </a:lnTo>
                  <a:lnTo>
                    <a:pt x="18" y="54"/>
                  </a:lnTo>
                  <a:lnTo>
                    <a:pt x="7" y="54"/>
                  </a:lnTo>
                  <a:lnTo>
                    <a:pt x="0" y="4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8" name="Freeform 755">
              <a:extLst>
                <a:ext uri="{FF2B5EF4-FFF2-40B4-BE49-F238E27FC236}">
                  <a16:creationId xmlns:a16="http://schemas.microsoft.com/office/drawing/2014/main" id="{A6AD3D4E-C105-3757-4C30-C490AE0B34A3}"/>
                </a:ext>
              </a:extLst>
            </p:cNvPr>
            <p:cNvSpPr>
              <a:spLocks/>
            </p:cNvSpPr>
            <p:nvPr/>
          </p:nvSpPr>
          <p:spPr bwMode="auto">
            <a:xfrm>
              <a:off x="3216" y="2588"/>
              <a:ext cx="13" cy="7"/>
            </a:xfrm>
            <a:custGeom>
              <a:avLst/>
              <a:gdLst>
                <a:gd name="T0" fmla="*/ 0 w 13"/>
                <a:gd name="T1" fmla="*/ 6 h 7"/>
                <a:gd name="T2" fmla="*/ 0 w 13"/>
                <a:gd name="T3" fmla="*/ 6 h 7"/>
                <a:gd name="T4" fmla="*/ 10 w 13"/>
                <a:gd name="T5" fmla="*/ 0 h 7"/>
                <a:gd name="T6" fmla="*/ 12 w 13"/>
                <a:gd name="T7" fmla="*/ 4 h 7"/>
                <a:gd name="T8" fmla="*/ 0 w 13"/>
                <a:gd name="T9" fmla="*/ 6 h 7"/>
                <a:gd name="T10" fmla="*/ 0 w 13"/>
                <a:gd name="T11" fmla="*/ 6 h 7"/>
                <a:gd name="T12" fmla="*/ 0 60000 65536"/>
                <a:gd name="T13" fmla="*/ 0 60000 65536"/>
                <a:gd name="T14" fmla="*/ 0 60000 65536"/>
                <a:gd name="T15" fmla="*/ 0 60000 65536"/>
                <a:gd name="T16" fmla="*/ 0 60000 65536"/>
                <a:gd name="T17" fmla="*/ 0 60000 65536"/>
                <a:gd name="T18" fmla="*/ 0 w 13"/>
                <a:gd name="T19" fmla="*/ 0 h 7"/>
                <a:gd name="T20" fmla="*/ 13 w 13"/>
                <a:gd name="T21" fmla="*/ 7 h 7"/>
              </a:gdLst>
              <a:ahLst/>
              <a:cxnLst>
                <a:cxn ang="T12">
                  <a:pos x="T0" y="T1"/>
                </a:cxn>
                <a:cxn ang="T13">
                  <a:pos x="T2" y="T3"/>
                </a:cxn>
                <a:cxn ang="T14">
                  <a:pos x="T4" y="T5"/>
                </a:cxn>
                <a:cxn ang="T15">
                  <a:pos x="T6" y="T7"/>
                </a:cxn>
                <a:cxn ang="T16">
                  <a:pos x="T8" y="T9"/>
                </a:cxn>
                <a:cxn ang="T17">
                  <a:pos x="T10" y="T11"/>
                </a:cxn>
              </a:cxnLst>
              <a:rect l="T18" t="T19" r="T20" b="T21"/>
              <a:pathLst>
                <a:path w="13" h="7">
                  <a:moveTo>
                    <a:pt x="0" y="6"/>
                  </a:moveTo>
                  <a:lnTo>
                    <a:pt x="0" y="6"/>
                  </a:lnTo>
                  <a:lnTo>
                    <a:pt x="10" y="0"/>
                  </a:lnTo>
                  <a:lnTo>
                    <a:pt x="12" y="4"/>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9" name="Freeform 756">
              <a:extLst>
                <a:ext uri="{FF2B5EF4-FFF2-40B4-BE49-F238E27FC236}">
                  <a16:creationId xmlns:a16="http://schemas.microsoft.com/office/drawing/2014/main" id="{2532BC82-CB5F-58AF-A767-B49DF330C043}"/>
                </a:ext>
              </a:extLst>
            </p:cNvPr>
            <p:cNvSpPr>
              <a:spLocks/>
            </p:cNvSpPr>
            <p:nvPr/>
          </p:nvSpPr>
          <p:spPr bwMode="auto">
            <a:xfrm>
              <a:off x="3232" y="2576"/>
              <a:ext cx="22" cy="24"/>
            </a:xfrm>
            <a:custGeom>
              <a:avLst/>
              <a:gdLst>
                <a:gd name="T0" fmla="*/ 0 w 22"/>
                <a:gd name="T1" fmla="*/ 12 h 24"/>
                <a:gd name="T2" fmla="*/ 0 w 22"/>
                <a:gd name="T3" fmla="*/ 12 h 24"/>
                <a:gd name="T4" fmla="*/ 16 w 22"/>
                <a:gd name="T5" fmla="*/ 23 h 24"/>
                <a:gd name="T6" fmla="*/ 21 w 22"/>
                <a:gd name="T7" fmla="*/ 11 h 24"/>
                <a:gd name="T8" fmla="*/ 17 w 22"/>
                <a:gd name="T9" fmla="*/ 0 h 24"/>
                <a:gd name="T10" fmla="*/ 0 w 22"/>
                <a:gd name="T11" fmla="*/ 12 h 24"/>
                <a:gd name="T12" fmla="*/ 0 w 22"/>
                <a:gd name="T13" fmla="*/ 12 h 24"/>
                <a:gd name="T14" fmla="*/ 0 60000 65536"/>
                <a:gd name="T15" fmla="*/ 0 60000 65536"/>
                <a:gd name="T16" fmla="*/ 0 60000 65536"/>
                <a:gd name="T17" fmla="*/ 0 60000 65536"/>
                <a:gd name="T18" fmla="*/ 0 60000 65536"/>
                <a:gd name="T19" fmla="*/ 0 60000 65536"/>
                <a:gd name="T20" fmla="*/ 0 60000 65536"/>
                <a:gd name="T21" fmla="*/ 0 w 22"/>
                <a:gd name="T22" fmla="*/ 0 h 24"/>
                <a:gd name="T23" fmla="*/ 22 w 22"/>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24">
                  <a:moveTo>
                    <a:pt x="0" y="12"/>
                  </a:moveTo>
                  <a:lnTo>
                    <a:pt x="0" y="12"/>
                  </a:lnTo>
                  <a:lnTo>
                    <a:pt x="16" y="23"/>
                  </a:lnTo>
                  <a:lnTo>
                    <a:pt x="21" y="11"/>
                  </a:lnTo>
                  <a:lnTo>
                    <a:pt x="17" y="0"/>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60" name="Freeform 757">
            <a:extLst>
              <a:ext uri="{FF2B5EF4-FFF2-40B4-BE49-F238E27FC236}">
                <a16:creationId xmlns:a16="http://schemas.microsoft.com/office/drawing/2014/main" id="{B5C2EC73-D928-E033-140A-DF93C91FAD45}"/>
              </a:ext>
            </a:extLst>
          </p:cNvPr>
          <p:cNvSpPr>
            <a:spLocks/>
          </p:cNvSpPr>
          <p:nvPr/>
        </p:nvSpPr>
        <p:spPr bwMode="auto">
          <a:xfrm>
            <a:off x="4373887" y="4089879"/>
            <a:ext cx="170821" cy="250131"/>
          </a:xfrm>
          <a:custGeom>
            <a:avLst/>
            <a:gdLst>
              <a:gd name="T0" fmla="*/ 0 w 149"/>
              <a:gd name="T1" fmla="*/ 39536435 h 224"/>
              <a:gd name="T2" fmla="*/ 0 w 149"/>
              <a:gd name="T3" fmla="*/ 39536435 h 224"/>
              <a:gd name="T4" fmla="*/ 15539579 w 149"/>
              <a:gd name="T5" fmla="*/ 27504408 h 224"/>
              <a:gd name="T6" fmla="*/ 38847698 w 149"/>
              <a:gd name="T7" fmla="*/ 51569784 h 224"/>
              <a:gd name="T8" fmla="*/ 83910746 w 149"/>
              <a:gd name="T9" fmla="*/ 55007506 h 224"/>
              <a:gd name="T10" fmla="*/ 108773316 w 149"/>
              <a:gd name="T11" fmla="*/ 41256607 h 224"/>
              <a:gd name="T12" fmla="*/ 116543103 w 149"/>
              <a:gd name="T13" fmla="*/ 8595619 h 224"/>
              <a:gd name="T14" fmla="*/ 158498456 w 149"/>
              <a:gd name="T15" fmla="*/ 0 h 224"/>
              <a:gd name="T16" fmla="*/ 180253400 w 149"/>
              <a:gd name="T17" fmla="*/ 12033343 h 224"/>
              <a:gd name="T18" fmla="*/ 177144488 w 149"/>
              <a:gd name="T19" fmla="*/ 39536435 h 224"/>
              <a:gd name="T20" fmla="*/ 169375947 w 149"/>
              <a:gd name="T21" fmla="*/ 67040844 h 224"/>
              <a:gd name="T22" fmla="*/ 198899392 w 149"/>
              <a:gd name="T23" fmla="*/ 99701845 h 224"/>
              <a:gd name="T24" fmla="*/ 181806609 w 149"/>
              <a:gd name="T25" fmla="*/ 123768522 h 224"/>
              <a:gd name="T26" fmla="*/ 203561514 w 149"/>
              <a:gd name="T27" fmla="*/ 166742669 h 224"/>
              <a:gd name="T28" fmla="*/ 194238517 w 149"/>
              <a:gd name="T29" fmla="*/ 204561585 h 224"/>
              <a:gd name="T30" fmla="*/ 229977293 w 149"/>
              <a:gd name="T31" fmla="*/ 283635746 h 224"/>
              <a:gd name="T32" fmla="*/ 149174213 w 149"/>
              <a:gd name="T33" fmla="*/ 359270956 h 224"/>
              <a:gd name="T34" fmla="*/ 51278369 w 149"/>
              <a:gd name="T35" fmla="*/ 383337633 h 224"/>
              <a:gd name="T36" fmla="*/ 46617494 w 149"/>
              <a:gd name="T37" fmla="*/ 367866572 h 224"/>
              <a:gd name="T38" fmla="*/ 15539579 w 149"/>
              <a:gd name="T39" fmla="*/ 357552095 h 224"/>
              <a:gd name="T40" fmla="*/ 10877457 w 149"/>
              <a:gd name="T41" fmla="*/ 281916885 h 224"/>
              <a:gd name="T42" fmla="*/ 104111194 w 149"/>
              <a:gd name="T43" fmla="*/ 201123863 h 224"/>
              <a:gd name="T44" fmla="*/ 73033274 w 149"/>
              <a:gd name="T45" fmla="*/ 161586086 h 224"/>
              <a:gd name="T46" fmla="*/ 62155821 w 149"/>
              <a:gd name="T47" fmla="*/ 80793043 h 224"/>
              <a:gd name="T48" fmla="*/ 0 w 149"/>
              <a:gd name="T49" fmla="*/ 39536435 h 224"/>
              <a:gd name="T50" fmla="*/ 0 w 149"/>
              <a:gd name="T51" fmla="*/ 39536435 h 22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49"/>
              <a:gd name="T79" fmla="*/ 0 h 224"/>
              <a:gd name="T80" fmla="*/ 149 w 149"/>
              <a:gd name="T81" fmla="*/ 224 h 22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49" h="224">
                <a:moveTo>
                  <a:pt x="0" y="23"/>
                </a:moveTo>
                <a:lnTo>
                  <a:pt x="0" y="23"/>
                </a:lnTo>
                <a:lnTo>
                  <a:pt x="10" y="16"/>
                </a:lnTo>
                <a:lnTo>
                  <a:pt x="25" y="30"/>
                </a:lnTo>
                <a:lnTo>
                  <a:pt x="54" y="32"/>
                </a:lnTo>
                <a:lnTo>
                  <a:pt x="70" y="24"/>
                </a:lnTo>
                <a:lnTo>
                  <a:pt x="75" y="5"/>
                </a:lnTo>
                <a:lnTo>
                  <a:pt x="102" y="0"/>
                </a:lnTo>
                <a:lnTo>
                  <a:pt x="116" y="7"/>
                </a:lnTo>
                <a:lnTo>
                  <a:pt x="114" y="23"/>
                </a:lnTo>
                <a:lnTo>
                  <a:pt x="109" y="39"/>
                </a:lnTo>
                <a:lnTo>
                  <a:pt x="128" y="58"/>
                </a:lnTo>
                <a:lnTo>
                  <a:pt x="117" y="72"/>
                </a:lnTo>
                <a:lnTo>
                  <a:pt x="131" y="97"/>
                </a:lnTo>
                <a:lnTo>
                  <a:pt x="125" y="119"/>
                </a:lnTo>
                <a:lnTo>
                  <a:pt x="148" y="165"/>
                </a:lnTo>
                <a:lnTo>
                  <a:pt x="96" y="209"/>
                </a:lnTo>
                <a:lnTo>
                  <a:pt x="33" y="223"/>
                </a:lnTo>
                <a:lnTo>
                  <a:pt x="30" y="214"/>
                </a:lnTo>
                <a:lnTo>
                  <a:pt x="10" y="208"/>
                </a:lnTo>
                <a:lnTo>
                  <a:pt x="7" y="164"/>
                </a:lnTo>
                <a:lnTo>
                  <a:pt x="67" y="117"/>
                </a:lnTo>
                <a:lnTo>
                  <a:pt x="47" y="94"/>
                </a:lnTo>
                <a:lnTo>
                  <a:pt x="40" y="47"/>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1" name="Group 172">
            <a:extLst>
              <a:ext uri="{FF2B5EF4-FFF2-40B4-BE49-F238E27FC236}">
                <a16:creationId xmlns:a16="http://schemas.microsoft.com/office/drawing/2014/main" id="{203F29B0-8999-796A-1CED-B84C5F8B2928}"/>
              </a:ext>
            </a:extLst>
          </p:cNvPr>
          <p:cNvGrpSpPr>
            <a:grpSpLocks/>
          </p:cNvGrpSpPr>
          <p:nvPr/>
        </p:nvGrpSpPr>
        <p:grpSpPr bwMode="auto">
          <a:xfrm>
            <a:off x="3979683" y="4523888"/>
            <a:ext cx="219002" cy="185231"/>
            <a:chOff x="3019" y="2670"/>
            <a:chExt cx="190" cy="167"/>
          </a:xfrm>
          <a:solidFill>
            <a:schemeClr val="accent2"/>
          </a:solidFill>
        </p:grpSpPr>
        <p:sp>
          <p:nvSpPr>
            <p:cNvPr id="462" name="Freeform 759">
              <a:extLst>
                <a:ext uri="{FF2B5EF4-FFF2-40B4-BE49-F238E27FC236}">
                  <a16:creationId xmlns:a16="http://schemas.microsoft.com/office/drawing/2014/main" id="{F6B85649-ABF2-2885-2B98-B8F20A2386EC}"/>
                </a:ext>
              </a:extLst>
            </p:cNvPr>
            <p:cNvSpPr>
              <a:spLocks/>
            </p:cNvSpPr>
            <p:nvPr/>
          </p:nvSpPr>
          <p:spPr bwMode="auto">
            <a:xfrm>
              <a:off x="3019" y="2670"/>
              <a:ext cx="172" cy="150"/>
            </a:xfrm>
            <a:custGeom>
              <a:avLst/>
              <a:gdLst>
                <a:gd name="T0" fmla="*/ 0 w 172"/>
                <a:gd name="T1" fmla="*/ 45 h 150"/>
                <a:gd name="T2" fmla="*/ 0 w 172"/>
                <a:gd name="T3" fmla="*/ 45 h 150"/>
                <a:gd name="T4" fmla="*/ 5 w 172"/>
                <a:gd name="T5" fmla="*/ 58 h 150"/>
                <a:gd name="T6" fmla="*/ 41 w 172"/>
                <a:gd name="T7" fmla="*/ 67 h 150"/>
                <a:gd name="T8" fmla="*/ 35 w 172"/>
                <a:gd name="T9" fmla="*/ 75 h 150"/>
                <a:gd name="T10" fmla="*/ 48 w 172"/>
                <a:gd name="T11" fmla="*/ 84 h 150"/>
                <a:gd name="T12" fmla="*/ 53 w 172"/>
                <a:gd name="T13" fmla="*/ 101 h 150"/>
                <a:gd name="T14" fmla="*/ 38 w 172"/>
                <a:gd name="T15" fmla="*/ 133 h 150"/>
                <a:gd name="T16" fmla="*/ 81 w 172"/>
                <a:gd name="T17" fmla="*/ 145 h 150"/>
                <a:gd name="T18" fmla="*/ 85 w 172"/>
                <a:gd name="T19" fmla="*/ 147 h 150"/>
                <a:gd name="T20" fmla="*/ 105 w 172"/>
                <a:gd name="T21" fmla="*/ 149 h 150"/>
                <a:gd name="T22" fmla="*/ 105 w 172"/>
                <a:gd name="T23" fmla="*/ 137 h 150"/>
                <a:gd name="T24" fmla="*/ 117 w 172"/>
                <a:gd name="T25" fmla="*/ 130 h 150"/>
                <a:gd name="T26" fmla="*/ 145 w 172"/>
                <a:gd name="T27" fmla="*/ 138 h 150"/>
                <a:gd name="T28" fmla="*/ 163 w 172"/>
                <a:gd name="T29" fmla="*/ 125 h 150"/>
                <a:gd name="T30" fmla="*/ 153 w 172"/>
                <a:gd name="T31" fmla="*/ 107 h 150"/>
                <a:gd name="T32" fmla="*/ 157 w 172"/>
                <a:gd name="T33" fmla="*/ 90 h 150"/>
                <a:gd name="T34" fmla="*/ 143 w 172"/>
                <a:gd name="T35" fmla="*/ 80 h 150"/>
                <a:gd name="T36" fmla="*/ 163 w 172"/>
                <a:gd name="T37" fmla="*/ 60 h 150"/>
                <a:gd name="T38" fmla="*/ 171 w 172"/>
                <a:gd name="T39" fmla="*/ 38 h 150"/>
                <a:gd name="T40" fmla="*/ 146 w 172"/>
                <a:gd name="T41" fmla="*/ 28 h 150"/>
                <a:gd name="T42" fmla="*/ 139 w 172"/>
                <a:gd name="T43" fmla="*/ 26 h 150"/>
                <a:gd name="T44" fmla="*/ 100 w 172"/>
                <a:gd name="T45" fmla="*/ 0 h 150"/>
                <a:gd name="T46" fmla="*/ 86 w 172"/>
                <a:gd name="T47" fmla="*/ 4 h 150"/>
                <a:gd name="T48" fmla="*/ 71 w 172"/>
                <a:gd name="T49" fmla="*/ 29 h 150"/>
                <a:gd name="T50" fmla="*/ 38 w 172"/>
                <a:gd name="T51" fmla="*/ 25 h 150"/>
                <a:gd name="T52" fmla="*/ 43 w 172"/>
                <a:gd name="T53" fmla="*/ 44 h 150"/>
                <a:gd name="T54" fmla="*/ 0 w 172"/>
                <a:gd name="T55" fmla="*/ 45 h 150"/>
                <a:gd name="T56" fmla="*/ 0 w 172"/>
                <a:gd name="T57" fmla="*/ 45 h 15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72"/>
                <a:gd name="T88" fmla="*/ 0 h 150"/>
                <a:gd name="T89" fmla="*/ 172 w 172"/>
                <a:gd name="T90" fmla="*/ 150 h 15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72" h="150">
                  <a:moveTo>
                    <a:pt x="0" y="45"/>
                  </a:moveTo>
                  <a:lnTo>
                    <a:pt x="0" y="45"/>
                  </a:lnTo>
                  <a:lnTo>
                    <a:pt x="5" y="58"/>
                  </a:lnTo>
                  <a:lnTo>
                    <a:pt x="41" y="67"/>
                  </a:lnTo>
                  <a:lnTo>
                    <a:pt x="35" y="75"/>
                  </a:lnTo>
                  <a:lnTo>
                    <a:pt x="48" y="84"/>
                  </a:lnTo>
                  <a:lnTo>
                    <a:pt x="53" y="101"/>
                  </a:lnTo>
                  <a:lnTo>
                    <a:pt x="38" y="133"/>
                  </a:lnTo>
                  <a:lnTo>
                    <a:pt x="81" y="145"/>
                  </a:lnTo>
                  <a:lnTo>
                    <a:pt x="85" y="147"/>
                  </a:lnTo>
                  <a:lnTo>
                    <a:pt x="105" y="149"/>
                  </a:lnTo>
                  <a:lnTo>
                    <a:pt x="105" y="137"/>
                  </a:lnTo>
                  <a:lnTo>
                    <a:pt x="117" y="130"/>
                  </a:lnTo>
                  <a:lnTo>
                    <a:pt x="145" y="138"/>
                  </a:lnTo>
                  <a:lnTo>
                    <a:pt x="163" y="125"/>
                  </a:lnTo>
                  <a:lnTo>
                    <a:pt x="153" y="107"/>
                  </a:lnTo>
                  <a:lnTo>
                    <a:pt x="157" y="90"/>
                  </a:lnTo>
                  <a:lnTo>
                    <a:pt x="143" y="80"/>
                  </a:lnTo>
                  <a:lnTo>
                    <a:pt x="163" y="60"/>
                  </a:lnTo>
                  <a:lnTo>
                    <a:pt x="171" y="38"/>
                  </a:lnTo>
                  <a:lnTo>
                    <a:pt x="146" y="28"/>
                  </a:lnTo>
                  <a:lnTo>
                    <a:pt x="139" y="26"/>
                  </a:lnTo>
                  <a:lnTo>
                    <a:pt x="100" y="0"/>
                  </a:lnTo>
                  <a:lnTo>
                    <a:pt x="86" y="4"/>
                  </a:lnTo>
                  <a:lnTo>
                    <a:pt x="71" y="29"/>
                  </a:lnTo>
                  <a:lnTo>
                    <a:pt x="38" y="25"/>
                  </a:lnTo>
                  <a:lnTo>
                    <a:pt x="43" y="44"/>
                  </a:lnTo>
                  <a:lnTo>
                    <a:pt x="0" y="4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63" name="Freeform 760">
              <a:extLst>
                <a:ext uri="{FF2B5EF4-FFF2-40B4-BE49-F238E27FC236}">
                  <a16:creationId xmlns:a16="http://schemas.microsoft.com/office/drawing/2014/main" id="{3F0AE2FE-5D7E-C087-656A-72B55B84CE54}"/>
                </a:ext>
              </a:extLst>
            </p:cNvPr>
            <p:cNvSpPr>
              <a:spLocks/>
            </p:cNvSpPr>
            <p:nvPr/>
          </p:nvSpPr>
          <p:spPr bwMode="auto">
            <a:xfrm>
              <a:off x="3198" y="2808"/>
              <a:ext cx="11" cy="29"/>
            </a:xfrm>
            <a:custGeom>
              <a:avLst/>
              <a:gdLst>
                <a:gd name="T0" fmla="*/ 0 w 11"/>
                <a:gd name="T1" fmla="*/ 14 h 29"/>
                <a:gd name="T2" fmla="*/ 0 w 11"/>
                <a:gd name="T3" fmla="*/ 14 h 29"/>
                <a:gd name="T4" fmla="*/ 9 w 11"/>
                <a:gd name="T5" fmla="*/ 28 h 29"/>
                <a:gd name="T6" fmla="*/ 10 w 11"/>
                <a:gd name="T7" fmla="*/ 0 h 29"/>
                <a:gd name="T8" fmla="*/ 0 w 11"/>
                <a:gd name="T9" fmla="*/ 14 h 29"/>
                <a:gd name="T10" fmla="*/ 0 w 11"/>
                <a:gd name="T11" fmla="*/ 14 h 29"/>
                <a:gd name="T12" fmla="*/ 0 60000 65536"/>
                <a:gd name="T13" fmla="*/ 0 60000 65536"/>
                <a:gd name="T14" fmla="*/ 0 60000 65536"/>
                <a:gd name="T15" fmla="*/ 0 60000 65536"/>
                <a:gd name="T16" fmla="*/ 0 60000 65536"/>
                <a:gd name="T17" fmla="*/ 0 60000 65536"/>
                <a:gd name="T18" fmla="*/ 0 w 11"/>
                <a:gd name="T19" fmla="*/ 0 h 29"/>
                <a:gd name="T20" fmla="*/ 11 w 11"/>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11" h="29">
                  <a:moveTo>
                    <a:pt x="0" y="14"/>
                  </a:moveTo>
                  <a:lnTo>
                    <a:pt x="0" y="14"/>
                  </a:lnTo>
                  <a:lnTo>
                    <a:pt x="9" y="28"/>
                  </a:lnTo>
                  <a:lnTo>
                    <a:pt x="10" y="0"/>
                  </a:lnTo>
                  <a:lnTo>
                    <a:pt x="0" y="1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64" name="Freeform 761">
            <a:extLst>
              <a:ext uri="{FF2B5EF4-FFF2-40B4-BE49-F238E27FC236}">
                <a16:creationId xmlns:a16="http://schemas.microsoft.com/office/drawing/2014/main" id="{39021E7C-2EA9-4353-3B74-3D274C9A645E}"/>
              </a:ext>
            </a:extLst>
          </p:cNvPr>
          <p:cNvSpPr>
            <a:spLocks/>
          </p:cNvSpPr>
          <p:nvPr/>
        </p:nvSpPr>
        <p:spPr bwMode="auto">
          <a:xfrm>
            <a:off x="4146124" y="4446822"/>
            <a:ext cx="132860" cy="147375"/>
          </a:xfrm>
          <a:custGeom>
            <a:avLst/>
            <a:gdLst>
              <a:gd name="T0" fmla="*/ 0 w 119"/>
              <a:gd name="T1" fmla="*/ 91405696 h 133"/>
              <a:gd name="T2" fmla="*/ 0 w 119"/>
              <a:gd name="T3" fmla="*/ 91405696 h 133"/>
              <a:gd name="T4" fmla="*/ 0 w 119"/>
              <a:gd name="T5" fmla="*/ 128645278 h 133"/>
              <a:gd name="T6" fmla="*/ 1473755 w 119"/>
              <a:gd name="T7" fmla="*/ 145571769 h 133"/>
              <a:gd name="T8" fmla="*/ 4421266 w 119"/>
              <a:gd name="T9" fmla="*/ 164192211 h 133"/>
              <a:gd name="T10" fmla="*/ 41263940 w 119"/>
              <a:gd name="T11" fmla="*/ 181118743 h 133"/>
              <a:gd name="T12" fmla="*/ 29473892 w 119"/>
              <a:gd name="T13" fmla="*/ 218358325 h 133"/>
              <a:gd name="T14" fmla="*/ 69264067 w 119"/>
              <a:gd name="T15" fmla="*/ 223436272 h 133"/>
              <a:gd name="T16" fmla="*/ 137055594 w 119"/>
              <a:gd name="T17" fmla="*/ 221743623 h 133"/>
              <a:gd name="T18" fmla="*/ 154739438 w 119"/>
              <a:gd name="T19" fmla="*/ 186196690 h 133"/>
              <a:gd name="T20" fmla="*/ 119370536 w 119"/>
              <a:gd name="T21" fmla="*/ 140493822 h 133"/>
              <a:gd name="T22" fmla="*/ 162108250 w 119"/>
              <a:gd name="T23" fmla="*/ 115104085 h 133"/>
              <a:gd name="T24" fmla="*/ 173898288 w 119"/>
              <a:gd name="T25" fmla="*/ 123567330 h 133"/>
              <a:gd name="T26" fmla="*/ 162108250 w 119"/>
              <a:gd name="T27" fmla="*/ 33854294 h 133"/>
              <a:gd name="T28" fmla="*/ 129686820 w 119"/>
              <a:gd name="T29" fmla="*/ 11848549 h 133"/>
              <a:gd name="T30" fmla="*/ 94317918 w 119"/>
              <a:gd name="T31" fmla="*/ 27083697 h 133"/>
              <a:gd name="T32" fmla="*/ 100212937 w 119"/>
              <a:gd name="T33" fmla="*/ 16926496 h 133"/>
              <a:gd name="T34" fmla="*/ 69264067 w 119"/>
              <a:gd name="T35" fmla="*/ 0 h 133"/>
              <a:gd name="T36" fmla="*/ 53053978 w 119"/>
              <a:gd name="T37" fmla="*/ 0 h 133"/>
              <a:gd name="T38" fmla="*/ 53053978 w 119"/>
              <a:gd name="T39" fmla="*/ 49088146 h 133"/>
              <a:gd name="T40" fmla="*/ 33895156 w 119"/>
              <a:gd name="T41" fmla="*/ 35546943 h 133"/>
              <a:gd name="T42" fmla="*/ 23578873 w 119"/>
              <a:gd name="T43" fmla="*/ 50780795 h 133"/>
              <a:gd name="T44" fmla="*/ 20632577 w 119"/>
              <a:gd name="T45" fmla="*/ 81249781 h 133"/>
              <a:gd name="T46" fmla="*/ 0 w 119"/>
              <a:gd name="T47" fmla="*/ 91405696 h 133"/>
              <a:gd name="T48" fmla="*/ 0 w 119"/>
              <a:gd name="T49" fmla="*/ 91405696 h 13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19"/>
              <a:gd name="T76" fmla="*/ 0 h 133"/>
              <a:gd name="T77" fmla="*/ 119 w 119"/>
              <a:gd name="T78" fmla="*/ 133 h 13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19" h="133">
                <a:moveTo>
                  <a:pt x="0" y="54"/>
                </a:moveTo>
                <a:lnTo>
                  <a:pt x="0" y="54"/>
                </a:lnTo>
                <a:lnTo>
                  <a:pt x="0" y="76"/>
                </a:lnTo>
                <a:lnTo>
                  <a:pt x="1" y="86"/>
                </a:lnTo>
                <a:lnTo>
                  <a:pt x="3" y="97"/>
                </a:lnTo>
                <a:lnTo>
                  <a:pt x="28" y="107"/>
                </a:lnTo>
                <a:lnTo>
                  <a:pt x="20" y="129"/>
                </a:lnTo>
                <a:lnTo>
                  <a:pt x="47" y="132"/>
                </a:lnTo>
                <a:lnTo>
                  <a:pt x="93" y="131"/>
                </a:lnTo>
                <a:lnTo>
                  <a:pt x="105" y="110"/>
                </a:lnTo>
                <a:lnTo>
                  <a:pt x="81" y="83"/>
                </a:lnTo>
                <a:lnTo>
                  <a:pt x="110" y="68"/>
                </a:lnTo>
                <a:lnTo>
                  <a:pt x="118" y="73"/>
                </a:lnTo>
                <a:lnTo>
                  <a:pt x="110" y="20"/>
                </a:lnTo>
                <a:lnTo>
                  <a:pt x="88" y="7"/>
                </a:lnTo>
                <a:lnTo>
                  <a:pt x="64" y="16"/>
                </a:lnTo>
                <a:lnTo>
                  <a:pt x="68" y="10"/>
                </a:lnTo>
                <a:lnTo>
                  <a:pt x="47" y="0"/>
                </a:lnTo>
                <a:lnTo>
                  <a:pt x="36" y="0"/>
                </a:lnTo>
                <a:lnTo>
                  <a:pt x="36" y="29"/>
                </a:lnTo>
                <a:lnTo>
                  <a:pt x="23" y="21"/>
                </a:lnTo>
                <a:lnTo>
                  <a:pt x="16" y="30"/>
                </a:lnTo>
                <a:lnTo>
                  <a:pt x="14" y="48"/>
                </a:lnTo>
                <a:lnTo>
                  <a:pt x="0" y="5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5" name="Group 176">
            <a:extLst>
              <a:ext uri="{FF2B5EF4-FFF2-40B4-BE49-F238E27FC236}">
                <a16:creationId xmlns:a16="http://schemas.microsoft.com/office/drawing/2014/main" id="{02347C0F-0E19-7E20-BA29-6EE98FE85130}"/>
              </a:ext>
            </a:extLst>
          </p:cNvPr>
          <p:cNvGrpSpPr>
            <a:grpSpLocks/>
          </p:cNvGrpSpPr>
          <p:nvPr/>
        </p:nvGrpSpPr>
        <p:grpSpPr bwMode="auto">
          <a:xfrm>
            <a:off x="4366586" y="4699656"/>
            <a:ext cx="100741" cy="117629"/>
            <a:chOff x="3356" y="2828"/>
            <a:chExt cx="86" cy="106"/>
          </a:xfrm>
          <a:solidFill>
            <a:schemeClr val="accent2"/>
          </a:solidFill>
        </p:grpSpPr>
        <p:sp>
          <p:nvSpPr>
            <p:cNvPr id="466" name="Freeform 763">
              <a:extLst>
                <a:ext uri="{FF2B5EF4-FFF2-40B4-BE49-F238E27FC236}">
                  <a16:creationId xmlns:a16="http://schemas.microsoft.com/office/drawing/2014/main" id="{6D922B9E-0EA8-84A9-6D93-AE605B9A2A4D}"/>
                </a:ext>
              </a:extLst>
            </p:cNvPr>
            <p:cNvSpPr>
              <a:spLocks/>
            </p:cNvSpPr>
            <p:nvPr/>
          </p:nvSpPr>
          <p:spPr bwMode="auto">
            <a:xfrm>
              <a:off x="3356" y="2828"/>
              <a:ext cx="86" cy="86"/>
            </a:xfrm>
            <a:custGeom>
              <a:avLst/>
              <a:gdLst>
                <a:gd name="T0" fmla="*/ 0 w 86"/>
                <a:gd name="T1" fmla="*/ 34 h 86"/>
                <a:gd name="T2" fmla="*/ 0 w 86"/>
                <a:gd name="T3" fmla="*/ 34 h 86"/>
                <a:gd name="T4" fmla="*/ 11 w 86"/>
                <a:gd name="T5" fmla="*/ 15 h 86"/>
                <a:gd name="T6" fmla="*/ 38 w 86"/>
                <a:gd name="T7" fmla="*/ 8 h 86"/>
                <a:gd name="T8" fmla="*/ 72 w 86"/>
                <a:gd name="T9" fmla="*/ 8 h 86"/>
                <a:gd name="T10" fmla="*/ 85 w 86"/>
                <a:gd name="T11" fmla="*/ 0 h 86"/>
                <a:gd name="T12" fmla="*/ 80 w 86"/>
                <a:gd name="T13" fmla="*/ 18 h 86"/>
                <a:gd name="T14" fmla="*/ 57 w 86"/>
                <a:gd name="T15" fmla="*/ 14 h 86"/>
                <a:gd name="T16" fmla="*/ 46 w 86"/>
                <a:gd name="T17" fmla="*/ 29 h 86"/>
                <a:gd name="T18" fmla="*/ 33 w 86"/>
                <a:gd name="T19" fmla="*/ 21 h 86"/>
                <a:gd name="T20" fmla="*/ 42 w 86"/>
                <a:gd name="T21" fmla="*/ 43 h 86"/>
                <a:gd name="T22" fmla="*/ 31 w 86"/>
                <a:gd name="T23" fmla="*/ 48 h 86"/>
                <a:gd name="T24" fmla="*/ 52 w 86"/>
                <a:gd name="T25" fmla="*/ 57 h 86"/>
                <a:gd name="T26" fmla="*/ 52 w 86"/>
                <a:gd name="T27" fmla="*/ 66 h 86"/>
                <a:gd name="T28" fmla="*/ 35 w 86"/>
                <a:gd name="T29" fmla="*/ 69 h 86"/>
                <a:gd name="T30" fmla="*/ 41 w 86"/>
                <a:gd name="T31" fmla="*/ 85 h 86"/>
                <a:gd name="T32" fmla="*/ 20 w 86"/>
                <a:gd name="T33" fmla="*/ 80 h 86"/>
                <a:gd name="T34" fmla="*/ 14 w 86"/>
                <a:gd name="T35" fmla="*/ 65 h 86"/>
                <a:gd name="T36" fmla="*/ 41 w 86"/>
                <a:gd name="T37" fmla="*/ 58 h 86"/>
                <a:gd name="T38" fmla="*/ 14 w 86"/>
                <a:gd name="T39" fmla="*/ 56 h 86"/>
                <a:gd name="T40" fmla="*/ 0 w 86"/>
                <a:gd name="T41" fmla="*/ 34 h 86"/>
                <a:gd name="T42" fmla="*/ 0 w 86"/>
                <a:gd name="T43" fmla="*/ 34 h 8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86"/>
                <a:gd name="T67" fmla="*/ 0 h 86"/>
                <a:gd name="T68" fmla="*/ 86 w 86"/>
                <a:gd name="T69" fmla="*/ 86 h 8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86" h="86">
                  <a:moveTo>
                    <a:pt x="0" y="34"/>
                  </a:moveTo>
                  <a:lnTo>
                    <a:pt x="0" y="34"/>
                  </a:lnTo>
                  <a:lnTo>
                    <a:pt x="11" y="15"/>
                  </a:lnTo>
                  <a:lnTo>
                    <a:pt x="38" y="8"/>
                  </a:lnTo>
                  <a:lnTo>
                    <a:pt x="72" y="8"/>
                  </a:lnTo>
                  <a:lnTo>
                    <a:pt x="85" y="0"/>
                  </a:lnTo>
                  <a:lnTo>
                    <a:pt x="80" y="18"/>
                  </a:lnTo>
                  <a:lnTo>
                    <a:pt x="57" y="14"/>
                  </a:lnTo>
                  <a:lnTo>
                    <a:pt x="46" y="29"/>
                  </a:lnTo>
                  <a:lnTo>
                    <a:pt x="33" y="21"/>
                  </a:lnTo>
                  <a:lnTo>
                    <a:pt x="42" y="43"/>
                  </a:lnTo>
                  <a:lnTo>
                    <a:pt x="31" y="48"/>
                  </a:lnTo>
                  <a:lnTo>
                    <a:pt x="52" y="57"/>
                  </a:lnTo>
                  <a:lnTo>
                    <a:pt x="52" y="66"/>
                  </a:lnTo>
                  <a:lnTo>
                    <a:pt x="35" y="69"/>
                  </a:lnTo>
                  <a:lnTo>
                    <a:pt x="41" y="85"/>
                  </a:lnTo>
                  <a:lnTo>
                    <a:pt x="20" y="80"/>
                  </a:lnTo>
                  <a:lnTo>
                    <a:pt x="14" y="65"/>
                  </a:lnTo>
                  <a:lnTo>
                    <a:pt x="41" y="58"/>
                  </a:lnTo>
                  <a:lnTo>
                    <a:pt x="14" y="56"/>
                  </a:lnTo>
                  <a:lnTo>
                    <a:pt x="0" y="3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67" name="Freeform 764">
              <a:extLst>
                <a:ext uri="{FF2B5EF4-FFF2-40B4-BE49-F238E27FC236}">
                  <a16:creationId xmlns:a16="http://schemas.microsoft.com/office/drawing/2014/main" id="{546BF6E1-83CE-A247-40FD-E8FDEC23B993}"/>
                </a:ext>
              </a:extLst>
            </p:cNvPr>
            <p:cNvSpPr>
              <a:spLocks/>
            </p:cNvSpPr>
            <p:nvPr/>
          </p:nvSpPr>
          <p:spPr bwMode="auto">
            <a:xfrm>
              <a:off x="3401" y="2927"/>
              <a:ext cx="41" cy="7"/>
            </a:xfrm>
            <a:custGeom>
              <a:avLst/>
              <a:gdLst>
                <a:gd name="T0" fmla="*/ 0 w 41"/>
                <a:gd name="T1" fmla="*/ 6 h 7"/>
                <a:gd name="T2" fmla="*/ 0 w 41"/>
                <a:gd name="T3" fmla="*/ 6 h 7"/>
                <a:gd name="T4" fmla="*/ 3 w 41"/>
                <a:gd name="T5" fmla="*/ 0 h 7"/>
                <a:gd name="T6" fmla="*/ 40 w 41"/>
                <a:gd name="T7" fmla="*/ 6 h 7"/>
                <a:gd name="T8" fmla="*/ 13 w 41"/>
                <a:gd name="T9" fmla="*/ 6 h 7"/>
                <a:gd name="T10" fmla="*/ 0 w 41"/>
                <a:gd name="T11" fmla="*/ 6 h 7"/>
                <a:gd name="T12" fmla="*/ 0 w 41"/>
                <a:gd name="T13" fmla="*/ 6 h 7"/>
                <a:gd name="T14" fmla="*/ 0 60000 65536"/>
                <a:gd name="T15" fmla="*/ 0 60000 65536"/>
                <a:gd name="T16" fmla="*/ 0 60000 65536"/>
                <a:gd name="T17" fmla="*/ 0 60000 65536"/>
                <a:gd name="T18" fmla="*/ 0 60000 65536"/>
                <a:gd name="T19" fmla="*/ 0 60000 65536"/>
                <a:gd name="T20" fmla="*/ 0 60000 65536"/>
                <a:gd name="T21" fmla="*/ 0 w 41"/>
                <a:gd name="T22" fmla="*/ 0 h 7"/>
                <a:gd name="T23" fmla="*/ 41 w 41"/>
                <a:gd name="T24" fmla="*/ 7 h 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7">
                  <a:moveTo>
                    <a:pt x="0" y="6"/>
                  </a:moveTo>
                  <a:lnTo>
                    <a:pt x="0" y="6"/>
                  </a:lnTo>
                  <a:lnTo>
                    <a:pt x="3" y="0"/>
                  </a:lnTo>
                  <a:lnTo>
                    <a:pt x="40" y="6"/>
                  </a:lnTo>
                  <a:lnTo>
                    <a:pt x="13" y="6"/>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68" name="Freeform 765">
            <a:extLst>
              <a:ext uri="{FF2B5EF4-FFF2-40B4-BE49-F238E27FC236}">
                <a16:creationId xmlns:a16="http://schemas.microsoft.com/office/drawing/2014/main" id="{D741C466-49EC-8CAE-57D2-7DE127AB327D}"/>
              </a:ext>
            </a:extLst>
          </p:cNvPr>
          <p:cNvSpPr>
            <a:spLocks/>
          </p:cNvSpPr>
          <p:nvPr/>
        </p:nvSpPr>
        <p:spPr bwMode="auto">
          <a:xfrm>
            <a:off x="4300886" y="4575268"/>
            <a:ext cx="108042" cy="52729"/>
          </a:xfrm>
          <a:custGeom>
            <a:avLst/>
            <a:gdLst>
              <a:gd name="T0" fmla="*/ 0 w 93"/>
              <a:gd name="T1" fmla="*/ 44700470 h 49"/>
              <a:gd name="T2" fmla="*/ 0 w 93"/>
              <a:gd name="T3" fmla="*/ 44700470 h 49"/>
              <a:gd name="T4" fmla="*/ 22337937 w 93"/>
              <a:gd name="T5" fmla="*/ 12771562 h 49"/>
              <a:gd name="T6" fmla="*/ 52655329 w 93"/>
              <a:gd name="T7" fmla="*/ 20754422 h 49"/>
              <a:gd name="T8" fmla="*/ 102118623 w 93"/>
              <a:gd name="T9" fmla="*/ 0 h 49"/>
              <a:gd name="T10" fmla="*/ 132434743 w 93"/>
              <a:gd name="T11" fmla="*/ 4789967 h 49"/>
              <a:gd name="T12" fmla="*/ 146795741 w 93"/>
              <a:gd name="T13" fmla="*/ 15964451 h 49"/>
              <a:gd name="T14" fmla="*/ 90949660 w 93"/>
              <a:gd name="T15" fmla="*/ 67050695 h 49"/>
              <a:gd name="T16" fmla="*/ 43081751 w 93"/>
              <a:gd name="T17" fmla="*/ 76629363 h 49"/>
              <a:gd name="T18" fmla="*/ 0 w 93"/>
              <a:gd name="T19" fmla="*/ 44700470 h 49"/>
              <a:gd name="T20" fmla="*/ 0 w 93"/>
              <a:gd name="T21" fmla="*/ 44700470 h 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3"/>
              <a:gd name="T34" fmla="*/ 0 h 49"/>
              <a:gd name="T35" fmla="*/ 93 w 93"/>
              <a:gd name="T36" fmla="*/ 49 h 4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3" h="49">
                <a:moveTo>
                  <a:pt x="0" y="28"/>
                </a:moveTo>
                <a:lnTo>
                  <a:pt x="0" y="28"/>
                </a:lnTo>
                <a:lnTo>
                  <a:pt x="14" y="8"/>
                </a:lnTo>
                <a:lnTo>
                  <a:pt x="33" y="13"/>
                </a:lnTo>
                <a:lnTo>
                  <a:pt x="64" y="0"/>
                </a:lnTo>
                <a:lnTo>
                  <a:pt x="83" y="3"/>
                </a:lnTo>
                <a:lnTo>
                  <a:pt x="92" y="10"/>
                </a:lnTo>
                <a:lnTo>
                  <a:pt x="57" y="42"/>
                </a:lnTo>
                <a:lnTo>
                  <a:pt x="27" y="48"/>
                </a:lnTo>
                <a:lnTo>
                  <a:pt x="0" y="2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9" name="Group 180">
            <a:extLst>
              <a:ext uri="{FF2B5EF4-FFF2-40B4-BE49-F238E27FC236}">
                <a16:creationId xmlns:a16="http://schemas.microsoft.com/office/drawing/2014/main" id="{C6B58DD0-DFF8-EF1E-0E79-50115E89239B}"/>
              </a:ext>
            </a:extLst>
          </p:cNvPr>
          <p:cNvGrpSpPr>
            <a:grpSpLocks/>
          </p:cNvGrpSpPr>
          <p:nvPr/>
        </p:nvGrpSpPr>
        <p:grpSpPr bwMode="auto">
          <a:xfrm>
            <a:off x="4156344" y="4602294"/>
            <a:ext cx="185421" cy="190638"/>
            <a:chOff x="3172" y="2740"/>
            <a:chExt cx="161" cy="170"/>
          </a:xfrm>
          <a:solidFill>
            <a:schemeClr val="accent2"/>
          </a:solidFill>
        </p:grpSpPr>
        <p:sp>
          <p:nvSpPr>
            <p:cNvPr id="470" name="Freeform 767">
              <a:extLst>
                <a:ext uri="{FF2B5EF4-FFF2-40B4-BE49-F238E27FC236}">
                  <a16:creationId xmlns:a16="http://schemas.microsoft.com/office/drawing/2014/main" id="{40E3898D-F1AC-E91A-9F91-9DF0A16BD5EA}"/>
                </a:ext>
              </a:extLst>
            </p:cNvPr>
            <p:cNvSpPr>
              <a:spLocks/>
            </p:cNvSpPr>
            <p:nvPr/>
          </p:nvSpPr>
          <p:spPr bwMode="auto">
            <a:xfrm>
              <a:off x="3172" y="2740"/>
              <a:ext cx="161" cy="151"/>
            </a:xfrm>
            <a:custGeom>
              <a:avLst/>
              <a:gdLst>
                <a:gd name="T0" fmla="*/ 0 w 161"/>
                <a:gd name="T1" fmla="*/ 37 h 151"/>
                <a:gd name="T2" fmla="*/ 0 w 161"/>
                <a:gd name="T3" fmla="*/ 37 h 151"/>
                <a:gd name="T4" fmla="*/ 4 w 161"/>
                <a:gd name="T5" fmla="*/ 20 h 151"/>
                <a:gd name="T6" fmla="*/ 23 w 161"/>
                <a:gd name="T7" fmla="*/ 11 h 151"/>
                <a:gd name="T8" fmla="*/ 31 w 161"/>
                <a:gd name="T9" fmla="*/ 19 h 151"/>
                <a:gd name="T10" fmla="*/ 50 w 161"/>
                <a:gd name="T11" fmla="*/ 4 h 151"/>
                <a:gd name="T12" fmla="*/ 72 w 161"/>
                <a:gd name="T13" fmla="*/ 0 h 151"/>
                <a:gd name="T14" fmla="*/ 95 w 161"/>
                <a:gd name="T15" fmla="*/ 10 h 151"/>
                <a:gd name="T16" fmla="*/ 95 w 161"/>
                <a:gd name="T17" fmla="*/ 27 h 151"/>
                <a:gd name="T18" fmla="*/ 76 w 161"/>
                <a:gd name="T19" fmla="*/ 29 h 151"/>
                <a:gd name="T20" fmla="*/ 78 w 161"/>
                <a:gd name="T21" fmla="*/ 50 h 151"/>
                <a:gd name="T22" fmla="*/ 108 w 161"/>
                <a:gd name="T23" fmla="*/ 83 h 151"/>
                <a:gd name="T24" fmla="*/ 127 w 161"/>
                <a:gd name="T25" fmla="*/ 86 h 151"/>
                <a:gd name="T26" fmla="*/ 126 w 161"/>
                <a:gd name="T27" fmla="*/ 93 h 151"/>
                <a:gd name="T28" fmla="*/ 160 w 161"/>
                <a:gd name="T29" fmla="*/ 115 h 151"/>
                <a:gd name="T30" fmla="*/ 136 w 161"/>
                <a:gd name="T31" fmla="*/ 112 h 151"/>
                <a:gd name="T32" fmla="*/ 141 w 161"/>
                <a:gd name="T33" fmla="*/ 133 h 151"/>
                <a:gd name="T34" fmla="*/ 127 w 161"/>
                <a:gd name="T35" fmla="*/ 150 h 151"/>
                <a:gd name="T36" fmla="*/ 121 w 161"/>
                <a:gd name="T37" fmla="*/ 116 h 151"/>
                <a:gd name="T38" fmla="*/ 61 w 161"/>
                <a:gd name="T39" fmla="*/ 78 h 151"/>
                <a:gd name="T40" fmla="*/ 47 w 161"/>
                <a:gd name="T41" fmla="*/ 53 h 151"/>
                <a:gd name="T42" fmla="*/ 28 w 161"/>
                <a:gd name="T43" fmla="*/ 45 h 151"/>
                <a:gd name="T44" fmla="*/ 10 w 161"/>
                <a:gd name="T45" fmla="*/ 55 h 151"/>
                <a:gd name="T46" fmla="*/ 0 w 161"/>
                <a:gd name="T47" fmla="*/ 37 h 151"/>
                <a:gd name="T48" fmla="*/ 0 w 161"/>
                <a:gd name="T49" fmla="*/ 37 h 15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61"/>
                <a:gd name="T76" fmla="*/ 0 h 151"/>
                <a:gd name="T77" fmla="*/ 161 w 161"/>
                <a:gd name="T78" fmla="*/ 151 h 15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61" h="151">
                  <a:moveTo>
                    <a:pt x="0" y="37"/>
                  </a:moveTo>
                  <a:lnTo>
                    <a:pt x="0" y="37"/>
                  </a:lnTo>
                  <a:lnTo>
                    <a:pt x="4" y="20"/>
                  </a:lnTo>
                  <a:lnTo>
                    <a:pt x="23" y="11"/>
                  </a:lnTo>
                  <a:lnTo>
                    <a:pt x="31" y="19"/>
                  </a:lnTo>
                  <a:lnTo>
                    <a:pt x="50" y="4"/>
                  </a:lnTo>
                  <a:lnTo>
                    <a:pt x="72" y="0"/>
                  </a:lnTo>
                  <a:lnTo>
                    <a:pt x="95" y="10"/>
                  </a:lnTo>
                  <a:lnTo>
                    <a:pt x="95" y="27"/>
                  </a:lnTo>
                  <a:lnTo>
                    <a:pt x="76" y="29"/>
                  </a:lnTo>
                  <a:lnTo>
                    <a:pt x="78" y="50"/>
                  </a:lnTo>
                  <a:lnTo>
                    <a:pt x="108" y="83"/>
                  </a:lnTo>
                  <a:lnTo>
                    <a:pt x="127" y="86"/>
                  </a:lnTo>
                  <a:lnTo>
                    <a:pt x="126" y="93"/>
                  </a:lnTo>
                  <a:lnTo>
                    <a:pt x="160" y="115"/>
                  </a:lnTo>
                  <a:lnTo>
                    <a:pt x="136" y="112"/>
                  </a:lnTo>
                  <a:lnTo>
                    <a:pt x="141" y="133"/>
                  </a:lnTo>
                  <a:lnTo>
                    <a:pt x="127" y="150"/>
                  </a:lnTo>
                  <a:lnTo>
                    <a:pt x="121" y="116"/>
                  </a:lnTo>
                  <a:lnTo>
                    <a:pt x="61" y="78"/>
                  </a:lnTo>
                  <a:lnTo>
                    <a:pt x="47" y="53"/>
                  </a:lnTo>
                  <a:lnTo>
                    <a:pt x="28" y="45"/>
                  </a:lnTo>
                  <a:lnTo>
                    <a:pt x="10" y="55"/>
                  </a:lnTo>
                  <a:lnTo>
                    <a:pt x="0" y="3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1" name="Freeform 768">
              <a:extLst>
                <a:ext uri="{FF2B5EF4-FFF2-40B4-BE49-F238E27FC236}">
                  <a16:creationId xmlns:a16="http://schemas.microsoft.com/office/drawing/2014/main" id="{617B4F84-046A-1B8E-202A-F10B7CB03CBA}"/>
                </a:ext>
              </a:extLst>
            </p:cNvPr>
            <p:cNvSpPr>
              <a:spLocks/>
            </p:cNvSpPr>
            <p:nvPr/>
          </p:nvSpPr>
          <p:spPr bwMode="auto">
            <a:xfrm>
              <a:off x="3192" y="2836"/>
              <a:ext cx="21" cy="38"/>
            </a:xfrm>
            <a:custGeom>
              <a:avLst/>
              <a:gdLst>
                <a:gd name="T0" fmla="*/ 0 w 21"/>
                <a:gd name="T1" fmla="*/ 6 h 38"/>
                <a:gd name="T2" fmla="*/ 0 w 21"/>
                <a:gd name="T3" fmla="*/ 6 h 38"/>
                <a:gd name="T4" fmla="*/ 4 w 21"/>
                <a:gd name="T5" fmla="*/ 34 h 38"/>
                <a:gd name="T6" fmla="*/ 12 w 21"/>
                <a:gd name="T7" fmla="*/ 37 h 38"/>
                <a:gd name="T8" fmla="*/ 20 w 21"/>
                <a:gd name="T9" fmla="*/ 15 h 38"/>
                <a:gd name="T10" fmla="*/ 13 w 21"/>
                <a:gd name="T11" fmla="*/ 0 h 38"/>
                <a:gd name="T12" fmla="*/ 0 w 21"/>
                <a:gd name="T13" fmla="*/ 6 h 38"/>
                <a:gd name="T14" fmla="*/ 0 w 21"/>
                <a:gd name="T15" fmla="*/ 6 h 38"/>
                <a:gd name="T16" fmla="*/ 0 60000 65536"/>
                <a:gd name="T17" fmla="*/ 0 60000 65536"/>
                <a:gd name="T18" fmla="*/ 0 60000 65536"/>
                <a:gd name="T19" fmla="*/ 0 60000 65536"/>
                <a:gd name="T20" fmla="*/ 0 60000 65536"/>
                <a:gd name="T21" fmla="*/ 0 60000 65536"/>
                <a:gd name="T22" fmla="*/ 0 60000 65536"/>
                <a:gd name="T23" fmla="*/ 0 60000 65536"/>
                <a:gd name="T24" fmla="*/ 0 w 21"/>
                <a:gd name="T25" fmla="*/ 0 h 38"/>
                <a:gd name="T26" fmla="*/ 21 w 21"/>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 h="38">
                  <a:moveTo>
                    <a:pt x="0" y="6"/>
                  </a:moveTo>
                  <a:lnTo>
                    <a:pt x="0" y="6"/>
                  </a:lnTo>
                  <a:lnTo>
                    <a:pt x="4" y="34"/>
                  </a:lnTo>
                  <a:lnTo>
                    <a:pt x="12" y="37"/>
                  </a:lnTo>
                  <a:lnTo>
                    <a:pt x="20" y="15"/>
                  </a:lnTo>
                  <a:lnTo>
                    <a:pt x="13" y="0"/>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2" name="Freeform 769">
              <a:extLst>
                <a:ext uri="{FF2B5EF4-FFF2-40B4-BE49-F238E27FC236}">
                  <a16:creationId xmlns:a16="http://schemas.microsoft.com/office/drawing/2014/main" id="{263F40ED-DFEE-CDC7-AA1A-CADDAEB00F8B}"/>
                </a:ext>
              </a:extLst>
            </p:cNvPr>
            <p:cNvSpPr>
              <a:spLocks/>
            </p:cNvSpPr>
            <p:nvPr/>
          </p:nvSpPr>
          <p:spPr bwMode="auto">
            <a:xfrm>
              <a:off x="3251" y="2885"/>
              <a:ext cx="43" cy="25"/>
            </a:xfrm>
            <a:custGeom>
              <a:avLst/>
              <a:gdLst>
                <a:gd name="T0" fmla="*/ 0 w 43"/>
                <a:gd name="T1" fmla="*/ 5 h 25"/>
                <a:gd name="T2" fmla="*/ 0 w 43"/>
                <a:gd name="T3" fmla="*/ 5 h 25"/>
                <a:gd name="T4" fmla="*/ 35 w 43"/>
                <a:gd name="T5" fmla="*/ 24 h 25"/>
                <a:gd name="T6" fmla="*/ 42 w 43"/>
                <a:gd name="T7" fmla="*/ 0 h 25"/>
                <a:gd name="T8" fmla="*/ 0 w 43"/>
                <a:gd name="T9" fmla="*/ 5 h 25"/>
                <a:gd name="T10" fmla="*/ 0 w 43"/>
                <a:gd name="T11" fmla="*/ 5 h 25"/>
                <a:gd name="T12" fmla="*/ 0 60000 65536"/>
                <a:gd name="T13" fmla="*/ 0 60000 65536"/>
                <a:gd name="T14" fmla="*/ 0 60000 65536"/>
                <a:gd name="T15" fmla="*/ 0 60000 65536"/>
                <a:gd name="T16" fmla="*/ 0 60000 65536"/>
                <a:gd name="T17" fmla="*/ 0 60000 65536"/>
                <a:gd name="T18" fmla="*/ 0 w 43"/>
                <a:gd name="T19" fmla="*/ 0 h 25"/>
                <a:gd name="T20" fmla="*/ 43 w 43"/>
                <a:gd name="T21" fmla="*/ 25 h 25"/>
              </a:gdLst>
              <a:ahLst/>
              <a:cxnLst>
                <a:cxn ang="T12">
                  <a:pos x="T0" y="T1"/>
                </a:cxn>
                <a:cxn ang="T13">
                  <a:pos x="T2" y="T3"/>
                </a:cxn>
                <a:cxn ang="T14">
                  <a:pos x="T4" y="T5"/>
                </a:cxn>
                <a:cxn ang="T15">
                  <a:pos x="T6" y="T7"/>
                </a:cxn>
                <a:cxn ang="T16">
                  <a:pos x="T8" y="T9"/>
                </a:cxn>
                <a:cxn ang="T17">
                  <a:pos x="T10" y="T11"/>
                </a:cxn>
              </a:cxnLst>
              <a:rect l="T18" t="T19" r="T20" b="T21"/>
              <a:pathLst>
                <a:path w="43" h="25">
                  <a:moveTo>
                    <a:pt x="0" y="5"/>
                  </a:moveTo>
                  <a:lnTo>
                    <a:pt x="0" y="5"/>
                  </a:lnTo>
                  <a:lnTo>
                    <a:pt x="35" y="24"/>
                  </a:lnTo>
                  <a:lnTo>
                    <a:pt x="42" y="0"/>
                  </a:lnTo>
                  <a:lnTo>
                    <a:pt x="0" y="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73" name="Freeform 770">
            <a:extLst>
              <a:ext uri="{FF2B5EF4-FFF2-40B4-BE49-F238E27FC236}">
                <a16:creationId xmlns:a16="http://schemas.microsoft.com/office/drawing/2014/main" id="{13407038-6252-10CD-9793-064B51ED5F4A}"/>
              </a:ext>
            </a:extLst>
          </p:cNvPr>
          <p:cNvSpPr>
            <a:spLocks/>
          </p:cNvSpPr>
          <p:nvPr/>
        </p:nvSpPr>
        <p:spPr bwMode="auto">
          <a:xfrm>
            <a:off x="4140285" y="4542819"/>
            <a:ext cx="8760" cy="14872"/>
          </a:xfrm>
          <a:custGeom>
            <a:avLst/>
            <a:gdLst>
              <a:gd name="T0" fmla="*/ 0 w 8"/>
              <a:gd name="T1" fmla="*/ 19058317 h 12"/>
              <a:gd name="T2" fmla="*/ 0 w 8"/>
              <a:gd name="T3" fmla="*/ 19058317 h 12"/>
              <a:gd name="T4" fmla="*/ 7087790 w 8"/>
              <a:gd name="T5" fmla="*/ 0 h 12"/>
              <a:gd name="T6" fmla="*/ 9922669 w 8"/>
              <a:gd name="T7" fmla="*/ 23292851 h 12"/>
              <a:gd name="T8" fmla="*/ 0 w 8"/>
              <a:gd name="T9" fmla="*/ 19058317 h 12"/>
              <a:gd name="T10" fmla="*/ 0 w 8"/>
              <a:gd name="T11" fmla="*/ 19058317 h 12"/>
              <a:gd name="T12" fmla="*/ 0 60000 65536"/>
              <a:gd name="T13" fmla="*/ 0 60000 65536"/>
              <a:gd name="T14" fmla="*/ 0 60000 65536"/>
              <a:gd name="T15" fmla="*/ 0 60000 65536"/>
              <a:gd name="T16" fmla="*/ 0 60000 65536"/>
              <a:gd name="T17" fmla="*/ 0 60000 65536"/>
              <a:gd name="T18" fmla="*/ 0 w 8"/>
              <a:gd name="T19" fmla="*/ 0 h 12"/>
              <a:gd name="T20" fmla="*/ 8 w 8"/>
              <a:gd name="T21" fmla="*/ 12 h 12"/>
            </a:gdLst>
            <a:ahLst/>
            <a:cxnLst>
              <a:cxn ang="T12">
                <a:pos x="T0" y="T1"/>
              </a:cxn>
              <a:cxn ang="T13">
                <a:pos x="T2" y="T3"/>
              </a:cxn>
              <a:cxn ang="T14">
                <a:pos x="T4" y="T5"/>
              </a:cxn>
              <a:cxn ang="T15">
                <a:pos x="T6" y="T7"/>
              </a:cxn>
              <a:cxn ang="T16">
                <a:pos x="T8" y="T9"/>
              </a:cxn>
              <a:cxn ang="T17">
                <a:pos x="T10" y="T11"/>
              </a:cxn>
            </a:cxnLst>
            <a:rect l="T18" t="T19" r="T20" b="T21"/>
            <a:pathLst>
              <a:path w="8" h="12">
                <a:moveTo>
                  <a:pt x="0" y="9"/>
                </a:moveTo>
                <a:lnTo>
                  <a:pt x="0" y="9"/>
                </a:lnTo>
                <a:lnTo>
                  <a:pt x="5" y="0"/>
                </a:lnTo>
                <a:lnTo>
                  <a:pt x="7" y="11"/>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4" name="Freeform 771">
            <a:extLst>
              <a:ext uri="{FF2B5EF4-FFF2-40B4-BE49-F238E27FC236}">
                <a16:creationId xmlns:a16="http://schemas.microsoft.com/office/drawing/2014/main" id="{0D8C3209-A9C4-CB3F-C112-E5CB1DD05E00}"/>
              </a:ext>
            </a:extLst>
          </p:cNvPr>
          <p:cNvSpPr>
            <a:spLocks/>
          </p:cNvSpPr>
          <p:nvPr/>
        </p:nvSpPr>
        <p:spPr bwMode="auto">
          <a:xfrm>
            <a:off x="4106704" y="4479272"/>
            <a:ext cx="58401" cy="54083"/>
          </a:xfrm>
          <a:custGeom>
            <a:avLst/>
            <a:gdLst>
              <a:gd name="T0" fmla="*/ 0 w 50"/>
              <a:gd name="T1" fmla="*/ 62062469 h 47"/>
              <a:gd name="T2" fmla="*/ 0 w 50"/>
              <a:gd name="T3" fmla="*/ 62062469 h 47"/>
              <a:gd name="T4" fmla="*/ 30645101 w 50"/>
              <a:gd name="T5" fmla="*/ 52936036 h 47"/>
              <a:gd name="T6" fmla="*/ 14516101 w 50"/>
              <a:gd name="T7" fmla="*/ 41982954 h 47"/>
              <a:gd name="T8" fmla="*/ 29032201 w 50"/>
              <a:gd name="T9" fmla="*/ 12777012 h 47"/>
              <a:gd name="T10" fmla="*/ 41935407 w 50"/>
              <a:gd name="T11" fmla="*/ 32856521 h 47"/>
              <a:gd name="T12" fmla="*/ 41935407 w 50"/>
              <a:gd name="T13" fmla="*/ 0 h 47"/>
              <a:gd name="T14" fmla="*/ 79032096 w 50"/>
              <a:gd name="T15" fmla="*/ 0 h 47"/>
              <a:gd name="T16" fmla="*/ 75806297 w 50"/>
              <a:gd name="T17" fmla="*/ 32856521 h 47"/>
              <a:gd name="T18" fmla="*/ 53225704 w 50"/>
              <a:gd name="T19" fmla="*/ 43809592 h 47"/>
              <a:gd name="T20" fmla="*/ 53225704 w 50"/>
              <a:gd name="T21" fmla="*/ 83967260 h 47"/>
              <a:gd name="T22" fmla="*/ 32258000 w 50"/>
              <a:gd name="T23" fmla="*/ 60237182 h 47"/>
              <a:gd name="T24" fmla="*/ 0 w 50"/>
              <a:gd name="T25" fmla="*/ 62062469 h 47"/>
              <a:gd name="T26" fmla="*/ 0 w 50"/>
              <a:gd name="T27" fmla="*/ 62062469 h 4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0"/>
              <a:gd name="T43" fmla="*/ 0 h 47"/>
              <a:gd name="T44" fmla="*/ 50 w 50"/>
              <a:gd name="T45" fmla="*/ 47 h 4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0" h="47">
                <a:moveTo>
                  <a:pt x="0" y="34"/>
                </a:moveTo>
                <a:lnTo>
                  <a:pt x="0" y="34"/>
                </a:lnTo>
                <a:lnTo>
                  <a:pt x="19" y="29"/>
                </a:lnTo>
                <a:lnTo>
                  <a:pt x="9" y="23"/>
                </a:lnTo>
                <a:lnTo>
                  <a:pt x="18" y="7"/>
                </a:lnTo>
                <a:lnTo>
                  <a:pt x="26" y="18"/>
                </a:lnTo>
                <a:lnTo>
                  <a:pt x="26" y="0"/>
                </a:lnTo>
                <a:lnTo>
                  <a:pt x="49" y="0"/>
                </a:lnTo>
                <a:lnTo>
                  <a:pt x="47" y="18"/>
                </a:lnTo>
                <a:lnTo>
                  <a:pt x="33" y="24"/>
                </a:lnTo>
                <a:lnTo>
                  <a:pt x="33" y="46"/>
                </a:lnTo>
                <a:lnTo>
                  <a:pt x="20" y="33"/>
                </a:lnTo>
                <a:lnTo>
                  <a:pt x="0" y="3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5" name="Freeform 772">
            <a:extLst>
              <a:ext uri="{FF2B5EF4-FFF2-40B4-BE49-F238E27FC236}">
                <a16:creationId xmlns:a16="http://schemas.microsoft.com/office/drawing/2014/main" id="{26B288BC-4DC4-B055-C199-2C43A22E8C8C}"/>
              </a:ext>
            </a:extLst>
          </p:cNvPr>
          <p:cNvSpPr>
            <a:spLocks/>
          </p:cNvSpPr>
          <p:nvPr/>
        </p:nvSpPr>
        <p:spPr bwMode="auto">
          <a:xfrm>
            <a:off x="4128604" y="4061487"/>
            <a:ext cx="405884" cy="316381"/>
          </a:xfrm>
          <a:custGeom>
            <a:avLst/>
            <a:gdLst>
              <a:gd name="T0" fmla="*/ 0 w 354"/>
              <a:gd name="T1" fmla="*/ 360167831 h 285"/>
              <a:gd name="T2" fmla="*/ 51288450 w 354"/>
              <a:gd name="T3" fmla="*/ 366963865 h 285"/>
              <a:gd name="T4" fmla="*/ 1554611 w 354"/>
              <a:gd name="T5" fmla="*/ 389049022 h 285"/>
              <a:gd name="T6" fmla="*/ 9325172 w 354"/>
              <a:gd name="T7" fmla="*/ 423027891 h 285"/>
              <a:gd name="T8" fmla="*/ 6217197 w 354"/>
              <a:gd name="T9" fmla="*/ 436618657 h 285"/>
              <a:gd name="T10" fmla="*/ 13987759 w 354"/>
              <a:gd name="T11" fmla="*/ 468897865 h 285"/>
              <a:gd name="T12" fmla="*/ 108795341 w 354"/>
              <a:gd name="T13" fmla="*/ 451909083 h 285"/>
              <a:gd name="T14" fmla="*/ 130553653 w 354"/>
              <a:gd name="T15" fmla="*/ 451909083 h 285"/>
              <a:gd name="T16" fmla="*/ 150758602 w 354"/>
              <a:gd name="T17" fmla="*/ 385652309 h 285"/>
              <a:gd name="T18" fmla="*/ 150758602 w 354"/>
              <a:gd name="T19" fmla="*/ 358469474 h 285"/>
              <a:gd name="T20" fmla="*/ 191168538 w 354"/>
              <a:gd name="T21" fmla="*/ 273524176 h 285"/>
              <a:gd name="T22" fmla="*/ 202048317 w 354"/>
              <a:gd name="T23" fmla="*/ 200471367 h 285"/>
              <a:gd name="T24" fmla="*/ 245566189 w 354"/>
              <a:gd name="T25" fmla="*/ 130815232 h 285"/>
              <a:gd name="T26" fmla="*/ 279758891 w 354"/>
              <a:gd name="T27" fmla="*/ 105332058 h 285"/>
              <a:gd name="T28" fmla="*/ 320167542 w 354"/>
              <a:gd name="T29" fmla="*/ 83246880 h 285"/>
              <a:gd name="T30" fmla="*/ 345035153 w 354"/>
              <a:gd name="T31" fmla="*/ 71354472 h 285"/>
              <a:gd name="T32" fmla="*/ 413420557 w 354"/>
              <a:gd name="T33" fmla="*/ 98536023 h 285"/>
              <a:gd name="T34" fmla="*/ 446058649 w 354"/>
              <a:gd name="T35" fmla="*/ 52666029 h 285"/>
              <a:gd name="T36" fmla="*/ 509781469 w 354"/>
              <a:gd name="T37" fmla="*/ 56064046 h 285"/>
              <a:gd name="T38" fmla="*/ 547083392 w 354"/>
              <a:gd name="T39" fmla="*/ 52666029 h 285"/>
              <a:gd name="T40" fmla="*/ 526878443 w 354"/>
              <a:gd name="T41" fmla="*/ 50967672 h 285"/>
              <a:gd name="T42" fmla="*/ 548636756 w 354"/>
              <a:gd name="T43" fmla="*/ 27182845 h 285"/>
              <a:gd name="T44" fmla="*/ 484913936 w 354"/>
              <a:gd name="T45" fmla="*/ 27182845 h 285"/>
              <a:gd name="T46" fmla="*/ 477143377 w 354"/>
              <a:gd name="T47" fmla="*/ 0 h 285"/>
              <a:gd name="T48" fmla="*/ 458493039 w 354"/>
              <a:gd name="T49" fmla="*/ 28881201 h 285"/>
              <a:gd name="T50" fmla="*/ 422745726 w 354"/>
              <a:gd name="T51" fmla="*/ 44171637 h 285"/>
              <a:gd name="T52" fmla="*/ 422745726 w 354"/>
              <a:gd name="T53" fmla="*/ 5096375 h 285"/>
              <a:gd name="T54" fmla="*/ 349697737 w 354"/>
              <a:gd name="T55" fmla="*/ 32279219 h 285"/>
              <a:gd name="T56" fmla="*/ 345035153 w 354"/>
              <a:gd name="T57" fmla="*/ 44171637 h 285"/>
              <a:gd name="T58" fmla="*/ 323276762 w 354"/>
              <a:gd name="T59" fmla="*/ 49268012 h 285"/>
              <a:gd name="T60" fmla="*/ 298409229 w 354"/>
              <a:gd name="T61" fmla="*/ 54364386 h 285"/>
              <a:gd name="T62" fmla="*/ 276649670 w 354"/>
              <a:gd name="T63" fmla="*/ 67956455 h 285"/>
              <a:gd name="T64" fmla="*/ 244011578 w 354"/>
              <a:gd name="T65" fmla="*/ 107031718 h 285"/>
              <a:gd name="T66" fmla="*/ 223806630 w 354"/>
              <a:gd name="T67" fmla="*/ 122320840 h 285"/>
              <a:gd name="T68" fmla="*/ 230023825 w 354"/>
              <a:gd name="T69" fmla="*/ 142707640 h 285"/>
              <a:gd name="T70" fmla="*/ 155421186 w 354"/>
              <a:gd name="T71" fmla="*/ 232750576 h 285"/>
              <a:gd name="T72" fmla="*/ 108795341 w 354"/>
              <a:gd name="T73" fmla="*/ 293910976 h 285"/>
              <a:gd name="T74" fmla="*/ 76155983 w 354"/>
              <a:gd name="T75" fmla="*/ 299007350 h 285"/>
              <a:gd name="T76" fmla="*/ 51288450 w 354"/>
              <a:gd name="T77" fmla="*/ 329588201 h 285"/>
              <a:gd name="T78" fmla="*/ 31084738 w 354"/>
              <a:gd name="T79" fmla="*/ 344877405 h 285"/>
              <a:gd name="T80" fmla="*/ 29530127 w 354"/>
              <a:gd name="T81" fmla="*/ 351673440 h 285"/>
              <a:gd name="T82" fmla="*/ 0 w 354"/>
              <a:gd name="T83" fmla="*/ 360167831 h 28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54"/>
              <a:gd name="T127" fmla="*/ 0 h 285"/>
              <a:gd name="T128" fmla="*/ 354 w 354"/>
              <a:gd name="T129" fmla="*/ 285 h 28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54" h="285">
                <a:moveTo>
                  <a:pt x="0" y="212"/>
                </a:moveTo>
                <a:lnTo>
                  <a:pt x="0" y="212"/>
                </a:lnTo>
                <a:lnTo>
                  <a:pt x="1" y="224"/>
                </a:lnTo>
                <a:lnTo>
                  <a:pt x="33" y="216"/>
                </a:lnTo>
                <a:lnTo>
                  <a:pt x="34" y="221"/>
                </a:lnTo>
                <a:lnTo>
                  <a:pt x="1" y="229"/>
                </a:lnTo>
                <a:lnTo>
                  <a:pt x="9" y="234"/>
                </a:lnTo>
                <a:lnTo>
                  <a:pt x="6" y="249"/>
                </a:lnTo>
                <a:lnTo>
                  <a:pt x="28" y="236"/>
                </a:lnTo>
                <a:lnTo>
                  <a:pt x="4" y="257"/>
                </a:lnTo>
                <a:lnTo>
                  <a:pt x="18" y="257"/>
                </a:lnTo>
                <a:lnTo>
                  <a:pt x="9" y="276"/>
                </a:lnTo>
                <a:lnTo>
                  <a:pt x="43" y="284"/>
                </a:lnTo>
                <a:lnTo>
                  <a:pt x="70" y="266"/>
                </a:lnTo>
                <a:lnTo>
                  <a:pt x="76" y="249"/>
                </a:lnTo>
                <a:lnTo>
                  <a:pt x="84" y="266"/>
                </a:lnTo>
                <a:lnTo>
                  <a:pt x="100" y="245"/>
                </a:lnTo>
                <a:lnTo>
                  <a:pt x="97" y="227"/>
                </a:lnTo>
                <a:lnTo>
                  <a:pt x="104" y="220"/>
                </a:lnTo>
                <a:lnTo>
                  <a:pt x="97" y="211"/>
                </a:lnTo>
                <a:lnTo>
                  <a:pt x="98" y="171"/>
                </a:lnTo>
                <a:lnTo>
                  <a:pt x="123" y="161"/>
                </a:lnTo>
                <a:lnTo>
                  <a:pt x="118" y="149"/>
                </a:lnTo>
                <a:lnTo>
                  <a:pt x="130" y="118"/>
                </a:lnTo>
                <a:lnTo>
                  <a:pt x="153" y="95"/>
                </a:lnTo>
                <a:lnTo>
                  <a:pt x="158" y="77"/>
                </a:lnTo>
                <a:lnTo>
                  <a:pt x="175" y="73"/>
                </a:lnTo>
                <a:lnTo>
                  <a:pt x="180" y="62"/>
                </a:lnTo>
                <a:lnTo>
                  <a:pt x="205" y="64"/>
                </a:lnTo>
                <a:lnTo>
                  <a:pt x="206" y="49"/>
                </a:lnTo>
                <a:lnTo>
                  <a:pt x="212" y="49"/>
                </a:lnTo>
                <a:lnTo>
                  <a:pt x="222" y="42"/>
                </a:lnTo>
                <a:lnTo>
                  <a:pt x="237" y="56"/>
                </a:lnTo>
                <a:lnTo>
                  <a:pt x="266" y="58"/>
                </a:lnTo>
                <a:lnTo>
                  <a:pt x="282" y="50"/>
                </a:lnTo>
                <a:lnTo>
                  <a:pt x="287" y="31"/>
                </a:lnTo>
                <a:lnTo>
                  <a:pt x="314" y="26"/>
                </a:lnTo>
                <a:lnTo>
                  <a:pt x="328" y="33"/>
                </a:lnTo>
                <a:lnTo>
                  <a:pt x="326" y="49"/>
                </a:lnTo>
                <a:lnTo>
                  <a:pt x="352" y="31"/>
                </a:lnTo>
                <a:lnTo>
                  <a:pt x="335" y="34"/>
                </a:lnTo>
                <a:lnTo>
                  <a:pt x="339" y="30"/>
                </a:lnTo>
                <a:lnTo>
                  <a:pt x="322" y="25"/>
                </a:lnTo>
                <a:lnTo>
                  <a:pt x="353" y="16"/>
                </a:lnTo>
                <a:lnTo>
                  <a:pt x="328" y="5"/>
                </a:lnTo>
                <a:lnTo>
                  <a:pt x="312" y="16"/>
                </a:lnTo>
                <a:lnTo>
                  <a:pt x="320" y="2"/>
                </a:lnTo>
                <a:lnTo>
                  <a:pt x="307" y="0"/>
                </a:lnTo>
                <a:lnTo>
                  <a:pt x="299" y="16"/>
                </a:lnTo>
                <a:lnTo>
                  <a:pt x="295" y="17"/>
                </a:lnTo>
                <a:lnTo>
                  <a:pt x="295" y="4"/>
                </a:lnTo>
                <a:lnTo>
                  <a:pt x="272" y="26"/>
                </a:lnTo>
                <a:lnTo>
                  <a:pt x="284" y="6"/>
                </a:lnTo>
                <a:lnTo>
                  <a:pt x="272" y="3"/>
                </a:lnTo>
                <a:lnTo>
                  <a:pt x="248" y="27"/>
                </a:lnTo>
                <a:lnTo>
                  <a:pt x="225" y="19"/>
                </a:lnTo>
                <a:lnTo>
                  <a:pt x="231" y="33"/>
                </a:lnTo>
                <a:lnTo>
                  <a:pt x="222" y="26"/>
                </a:lnTo>
                <a:lnTo>
                  <a:pt x="206" y="43"/>
                </a:lnTo>
                <a:lnTo>
                  <a:pt x="208" y="29"/>
                </a:lnTo>
                <a:lnTo>
                  <a:pt x="199" y="41"/>
                </a:lnTo>
                <a:lnTo>
                  <a:pt x="192" y="32"/>
                </a:lnTo>
                <a:lnTo>
                  <a:pt x="197" y="45"/>
                </a:lnTo>
                <a:lnTo>
                  <a:pt x="178" y="40"/>
                </a:lnTo>
                <a:lnTo>
                  <a:pt x="173" y="56"/>
                </a:lnTo>
                <a:lnTo>
                  <a:pt x="157" y="63"/>
                </a:lnTo>
                <a:lnTo>
                  <a:pt x="172" y="64"/>
                </a:lnTo>
                <a:lnTo>
                  <a:pt x="144" y="72"/>
                </a:lnTo>
                <a:lnTo>
                  <a:pt x="139" y="84"/>
                </a:lnTo>
                <a:lnTo>
                  <a:pt x="148" y="84"/>
                </a:lnTo>
                <a:lnTo>
                  <a:pt x="113" y="104"/>
                </a:lnTo>
                <a:lnTo>
                  <a:pt x="100" y="137"/>
                </a:lnTo>
                <a:lnTo>
                  <a:pt x="63" y="166"/>
                </a:lnTo>
                <a:lnTo>
                  <a:pt x="70" y="173"/>
                </a:lnTo>
                <a:lnTo>
                  <a:pt x="86" y="168"/>
                </a:lnTo>
                <a:lnTo>
                  <a:pt x="49" y="176"/>
                </a:lnTo>
                <a:lnTo>
                  <a:pt x="28" y="188"/>
                </a:lnTo>
                <a:lnTo>
                  <a:pt x="33" y="194"/>
                </a:lnTo>
                <a:lnTo>
                  <a:pt x="19" y="194"/>
                </a:lnTo>
                <a:lnTo>
                  <a:pt x="20" y="203"/>
                </a:lnTo>
                <a:lnTo>
                  <a:pt x="2" y="203"/>
                </a:lnTo>
                <a:lnTo>
                  <a:pt x="19" y="207"/>
                </a:lnTo>
                <a:lnTo>
                  <a:pt x="0" y="2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6" name="Freeform 773">
            <a:extLst>
              <a:ext uri="{FF2B5EF4-FFF2-40B4-BE49-F238E27FC236}">
                <a16:creationId xmlns:a16="http://schemas.microsoft.com/office/drawing/2014/main" id="{EB47C1E6-5D6A-2401-A270-B6789FC2D07E}"/>
              </a:ext>
            </a:extLst>
          </p:cNvPr>
          <p:cNvSpPr>
            <a:spLocks/>
          </p:cNvSpPr>
          <p:nvPr/>
        </p:nvSpPr>
        <p:spPr bwMode="auto">
          <a:xfrm>
            <a:off x="4271685" y="4449527"/>
            <a:ext cx="156221" cy="117629"/>
          </a:xfrm>
          <a:custGeom>
            <a:avLst/>
            <a:gdLst>
              <a:gd name="T0" fmla="*/ 0 w 137"/>
              <a:gd name="T1" fmla="*/ 32364034 h 103"/>
              <a:gd name="T2" fmla="*/ 0 w 137"/>
              <a:gd name="T3" fmla="*/ 32364034 h 103"/>
              <a:gd name="T4" fmla="*/ 12298256 w 137"/>
              <a:gd name="T5" fmla="*/ 129457475 h 103"/>
              <a:gd name="T6" fmla="*/ 122981312 w 137"/>
              <a:gd name="T7" fmla="*/ 178003552 h 103"/>
              <a:gd name="T8" fmla="*/ 175249229 w 137"/>
              <a:gd name="T9" fmla="*/ 183398003 h 103"/>
              <a:gd name="T10" fmla="*/ 209069110 w 137"/>
              <a:gd name="T11" fmla="*/ 134851926 h 103"/>
              <a:gd name="T12" fmla="*/ 192159789 w 137"/>
              <a:gd name="T13" fmla="*/ 79113269 h 103"/>
              <a:gd name="T14" fmla="*/ 204458040 w 137"/>
              <a:gd name="T15" fmla="*/ 66526217 h 103"/>
              <a:gd name="T16" fmla="*/ 196770858 w 137"/>
              <a:gd name="T17" fmla="*/ 23374623 h 103"/>
              <a:gd name="T18" fmla="*/ 116832806 w 137"/>
              <a:gd name="T19" fmla="*/ 8990754 h 103"/>
              <a:gd name="T20" fmla="*/ 66102345 w 137"/>
              <a:gd name="T21" fmla="*/ 0 h 103"/>
              <a:gd name="T22" fmla="*/ 0 w 137"/>
              <a:gd name="T23" fmla="*/ 32364034 h 103"/>
              <a:gd name="T24" fmla="*/ 0 w 137"/>
              <a:gd name="T25" fmla="*/ 32364034 h 10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37"/>
              <a:gd name="T40" fmla="*/ 0 h 103"/>
              <a:gd name="T41" fmla="*/ 137 w 137"/>
              <a:gd name="T42" fmla="*/ 103 h 10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37" h="103">
                <a:moveTo>
                  <a:pt x="0" y="18"/>
                </a:moveTo>
                <a:lnTo>
                  <a:pt x="0" y="18"/>
                </a:lnTo>
                <a:lnTo>
                  <a:pt x="8" y="72"/>
                </a:lnTo>
                <a:lnTo>
                  <a:pt x="80" y="99"/>
                </a:lnTo>
                <a:lnTo>
                  <a:pt x="114" y="102"/>
                </a:lnTo>
                <a:lnTo>
                  <a:pt x="136" y="75"/>
                </a:lnTo>
                <a:lnTo>
                  <a:pt x="125" y="44"/>
                </a:lnTo>
                <a:lnTo>
                  <a:pt x="133" y="37"/>
                </a:lnTo>
                <a:lnTo>
                  <a:pt x="128" y="13"/>
                </a:lnTo>
                <a:lnTo>
                  <a:pt x="76" y="5"/>
                </a:lnTo>
                <a:lnTo>
                  <a:pt x="43" y="0"/>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7" name="Freeform 774">
            <a:extLst>
              <a:ext uri="{FF2B5EF4-FFF2-40B4-BE49-F238E27FC236}">
                <a16:creationId xmlns:a16="http://schemas.microsoft.com/office/drawing/2014/main" id="{D6B82462-101B-5567-A0CF-6CD34A0CAF71}"/>
              </a:ext>
            </a:extLst>
          </p:cNvPr>
          <p:cNvSpPr>
            <a:spLocks/>
          </p:cNvSpPr>
          <p:nvPr/>
        </p:nvSpPr>
        <p:spPr bwMode="auto">
          <a:xfrm>
            <a:off x="3908142" y="4699657"/>
            <a:ext cx="49641" cy="85178"/>
          </a:xfrm>
          <a:custGeom>
            <a:avLst/>
            <a:gdLst>
              <a:gd name="T0" fmla="*/ 0 w 44"/>
              <a:gd name="T1" fmla="*/ 82664452 h 77"/>
              <a:gd name="T2" fmla="*/ 0 w 44"/>
              <a:gd name="T3" fmla="*/ 82664452 h 77"/>
              <a:gd name="T4" fmla="*/ 10533713 w 44"/>
              <a:gd name="T5" fmla="*/ 0 h 77"/>
              <a:gd name="T6" fmla="*/ 64706208 w 44"/>
              <a:gd name="T7" fmla="*/ 5061646 h 77"/>
              <a:gd name="T8" fmla="*/ 40629686 w 44"/>
              <a:gd name="T9" fmla="*/ 59046043 h 77"/>
              <a:gd name="T10" fmla="*/ 40629686 w 44"/>
              <a:gd name="T11" fmla="*/ 124839645 h 77"/>
              <a:gd name="T12" fmla="*/ 9028545 w 44"/>
              <a:gd name="T13" fmla="*/ 128214075 h 77"/>
              <a:gd name="T14" fmla="*/ 13542818 w 44"/>
              <a:gd name="T15" fmla="*/ 87726116 h 77"/>
              <a:gd name="T16" fmla="*/ 0 w 44"/>
              <a:gd name="T17" fmla="*/ 82664452 h 77"/>
              <a:gd name="T18" fmla="*/ 0 w 44"/>
              <a:gd name="T19" fmla="*/ 82664452 h 7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4"/>
              <a:gd name="T31" fmla="*/ 0 h 77"/>
              <a:gd name="T32" fmla="*/ 44 w 44"/>
              <a:gd name="T33" fmla="*/ 77 h 7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4" h="77">
                <a:moveTo>
                  <a:pt x="0" y="49"/>
                </a:moveTo>
                <a:lnTo>
                  <a:pt x="0" y="49"/>
                </a:lnTo>
                <a:lnTo>
                  <a:pt x="7" y="0"/>
                </a:lnTo>
                <a:lnTo>
                  <a:pt x="43" y="3"/>
                </a:lnTo>
                <a:lnTo>
                  <a:pt x="27" y="35"/>
                </a:lnTo>
                <a:lnTo>
                  <a:pt x="27" y="74"/>
                </a:lnTo>
                <a:lnTo>
                  <a:pt x="6" y="76"/>
                </a:lnTo>
                <a:lnTo>
                  <a:pt x="9" y="52"/>
                </a:lnTo>
                <a:lnTo>
                  <a:pt x="0" y="4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8" name="Freeform 775">
            <a:extLst>
              <a:ext uri="{FF2B5EF4-FFF2-40B4-BE49-F238E27FC236}">
                <a16:creationId xmlns:a16="http://schemas.microsoft.com/office/drawing/2014/main" id="{4427F1DF-9E4D-0758-9013-AAFCC9A8CF25}"/>
              </a:ext>
            </a:extLst>
          </p:cNvPr>
          <p:cNvSpPr>
            <a:spLocks/>
          </p:cNvSpPr>
          <p:nvPr/>
        </p:nvSpPr>
        <p:spPr bwMode="auto">
          <a:xfrm>
            <a:off x="4366586" y="4580676"/>
            <a:ext cx="148921" cy="85178"/>
          </a:xfrm>
          <a:custGeom>
            <a:avLst/>
            <a:gdLst>
              <a:gd name="T0" fmla="*/ 0 w 130"/>
              <a:gd name="T1" fmla="*/ 62420472 h 77"/>
              <a:gd name="T2" fmla="*/ 0 w 130"/>
              <a:gd name="T3" fmla="*/ 62420472 h 77"/>
              <a:gd name="T4" fmla="*/ 54300920 w 130"/>
              <a:gd name="T5" fmla="*/ 116404870 h 77"/>
              <a:gd name="T6" fmla="*/ 178417678 w 130"/>
              <a:gd name="T7" fmla="*/ 128214075 h 77"/>
              <a:gd name="T8" fmla="*/ 200138038 w 130"/>
              <a:gd name="T9" fmla="*/ 82664452 h 77"/>
              <a:gd name="T10" fmla="*/ 169109486 w 130"/>
              <a:gd name="T11" fmla="*/ 80977237 h 77"/>
              <a:gd name="T12" fmla="*/ 166006755 w 130"/>
              <a:gd name="T13" fmla="*/ 42175184 h 77"/>
              <a:gd name="T14" fmla="*/ 138079649 w 130"/>
              <a:gd name="T15" fmla="*/ 0 h 77"/>
              <a:gd name="T16" fmla="*/ 54300920 w 130"/>
              <a:gd name="T17" fmla="*/ 8434777 h 77"/>
              <a:gd name="T18" fmla="*/ 0 w 130"/>
              <a:gd name="T19" fmla="*/ 62420472 h 77"/>
              <a:gd name="T20" fmla="*/ 0 w 130"/>
              <a:gd name="T21" fmla="*/ 62420472 h 7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0"/>
              <a:gd name="T34" fmla="*/ 0 h 77"/>
              <a:gd name="T35" fmla="*/ 130 w 130"/>
              <a:gd name="T36" fmla="*/ 77 h 7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0" h="77">
                <a:moveTo>
                  <a:pt x="0" y="37"/>
                </a:moveTo>
                <a:lnTo>
                  <a:pt x="0" y="37"/>
                </a:lnTo>
                <a:lnTo>
                  <a:pt x="35" y="69"/>
                </a:lnTo>
                <a:lnTo>
                  <a:pt x="115" y="76"/>
                </a:lnTo>
                <a:lnTo>
                  <a:pt x="129" y="49"/>
                </a:lnTo>
                <a:lnTo>
                  <a:pt x="109" y="48"/>
                </a:lnTo>
                <a:lnTo>
                  <a:pt x="107" y="25"/>
                </a:lnTo>
                <a:lnTo>
                  <a:pt x="89" y="0"/>
                </a:lnTo>
                <a:lnTo>
                  <a:pt x="35" y="5"/>
                </a:lnTo>
                <a:lnTo>
                  <a:pt x="0" y="3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9" name="Freeform 776">
            <a:extLst>
              <a:ext uri="{FF2B5EF4-FFF2-40B4-BE49-F238E27FC236}">
                <a16:creationId xmlns:a16="http://schemas.microsoft.com/office/drawing/2014/main" id="{4D7E7969-4319-094F-8748-241F16014D60}"/>
              </a:ext>
            </a:extLst>
          </p:cNvPr>
          <p:cNvSpPr>
            <a:spLocks/>
          </p:cNvSpPr>
          <p:nvPr/>
        </p:nvSpPr>
        <p:spPr bwMode="auto">
          <a:xfrm>
            <a:off x="3909603" y="4665855"/>
            <a:ext cx="192721" cy="135206"/>
          </a:xfrm>
          <a:custGeom>
            <a:avLst/>
            <a:gdLst>
              <a:gd name="T0" fmla="*/ 0 w 168"/>
              <a:gd name="T1" fmla="*/ 16931599 h 122"/>
              <a:gd name="T2" fmla="*/ 0 w 168"/>
              <a:gd name="T3" fmla="*/ 16931599 h 122"/>
              <a:gd name="T4" fmla="*/ 7779543 w 168"/>
              <a:gd name="T5" fmla="*/ 50796104 h 122"/>
              <a:gd name="T6" fmla="*/ 63788014 w 168"/>
              <a:gd name="T7" fmla="*/ 55876103 h 122"/>
              <a:gd name="T8" fmla="*/ 38895220 w 168"/>
              <a:gd name="T9" fmla="*/ 110058005 h 122"/>
              <a:gd name="T10" fmla="*/ 38895220 w 168"/>
              <a:gd name="T11" fmla="*/ 176092824 h 122"/>
              <a:gd name="T12" fmla="*/ 77790439 w 168"/>
              <a:gd name="T13" fmla="*/ 204877315 h 122"/>
              <a:gd name="T14" fmla="*/ 154025470 w 168"/>
              <a:gd name="T15" fmla="*/ 186251520 h 122"/>
              <a:gd name="T16" fmla="*/ 197588194 w 168"/>
              <a:gd name="T17" fmla="*/ 137149597 h 122"/>
              <a:gd name="T18" fmla="*/ 188253243 w 168"/>
              <a:gd name="T19" fmla="*/ 116830903 h 122"/>
              <a:gd name="T20" fmla="*/ 211590619 w 168"/>
              <a:gd name="T21" fmla="*/ 79580595 h 122"/>
              <a:gd name="T22" fmla="*/ 259820779 w 168"/>
              <a:gd name="T23" fmla="*/ 52489003 h 122"/>
              <a:gd name="T24" fmla="*/ 259820779 w 168"/>
              <a:gd name="T25" fmla="*/ 35557399 h 122"/>
              <a:gd name="T26" fmla="*/ 228703863 w 168"/>
              <a:gd name="T27" fmla="*/ 32170299 h 122"/>
              <a:gd name="T28" fmla="*/ 222480978 w 168"/>
              <a:gd name="T29" fmla="*/ 28784501 h 122"/>
              <a:gd name="T30" fmla="*/ 155580879 w 168"/>
              <a:gd name="T31" fmla="*/ 8465800 h 122"/>
              <a:gd name="T32" fmla="*/ 21780729 w 168"/>
              <a:gd name="T33" fmla="*/ 0 h 122"/>
              <a:gd name="T34" fmla="*/ 0 w 168"/>
              <a:gd name="T35" fmla="*/ 16931599 h 122"/>
              <a:gd name="T36" fmla="*/ 0 w 168"/>
              <a:gd name="T37" fmla="*/ 16931599 h 12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8"/>
              <a:gd name="T58" fmla="*/ 0 h 122"/>
              <a:gd name="T59" fmla="*/ 168 w 168"/>
              <a:gd name="T60" fmla="*/ 122 h 12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8" h="122">
                <a:moveTo>
                  <a:pt x="0" y="10"/>
                </a:moveTo>
                <a:lnTo>
                  <a:pt x="0" y="10"/>
                </a:lnTo>
                <a:lnTo>
                  <a:pt x="5" y="30"/>
                </a:lnTo>
                <a:lnTo>
                  <a:pt x="41" y="33"/>
                </a:lnTo>
                <a:lnTo>
                  <a:pt x="25" y="65"/>
                </a:lnTo>
                <a:lnTo>
                  <a:pt x="25" y="104"/>
                </a:lnTo>
                <a:lnTo>
                  <a:pt x="50" y="121"/>
                </a:lnTo>
                <a:lnTo>
                  <a:pt x="99" y="110"/>
                </a:lnTo>
                <a:lnTo>
                  <a:pt x="127" y="81"/>
                </a:lnTo>
                <a:lnTo>
                  <a:pt x="121" y="69"/>
                </a:lnTo>
                <a:lnTo>
                  <a:pt x="136" y="47"/>
                </a:lnTo>
                <a:lnTo>
                  <a:pt x="167" y="31"/>
                </a:lnTo>
                <a:lnTo>
                  <a:pt x="167" y="21"/>
                </a:lnTo>
                <a:lnTo>
                  <a:pt x="147" y="19"/>
                </a:lnTo>
                <a:lnTo>
                  <a:pt x="143" y="17"/>
                </a:lnTo>
                <a:lnTo>
                  <a:pt x="100" y="5"/>
                </a:lnTo>
                <a:lnTo>
                  <a:pt x="14" y="0"/>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0" name="Freeform 777">
            <a:extLst>
              <a:ext uri="{FF2B5EF4-FFF2-40B4-BE49-F238E27FC236}">
                <a16:creationId xmlns:a16="http://schemas.microsoft.com/office/drawing/2014/main" id="{4C5A7C52-2F66-0A5C-4D76-766B431C080F}"/>
              </a:ext>
            </a:extLst>
          </p:cNvPr>
          <p:cNvSpPr>
            <a:spLocks/>
          </p:cNvSpPr>
          <p:nvPr/>
        </p:nvSpPr>
        <p:spPr bwMode="auto">
          <a:xfrm>
            <a:off x="4226424" y="4115569"/>
            <a:ext cx="201481" cy="320437"/>
          </a:xfrm>
          <a:custGeom>
            <a:avLst/>
            <a:gdLst>
              <a:gd name="T0" fmla="*/ 0 w 176"/>
              <a:gd name="T1" fmla="*/ 367778835 h 289"/>
              <a:gd name="T2" fmla="*/ 0 w 176"/>
              <a:gd name="T3" fmla="*/ 367778835 h 289"/>
              <a:gd name="T4" fmla="*/ 10845458 w 176"/>
              <a:gd name="T5" fmla="*/ 423707939 h 289"/>
              <a:gd name="T6" fmla="*/ 34086076 w 176"/>
              <a:gd name="T7" fmla="*/ 449130614 h 289"/>
              <a:gd name="T8" fmla="*/ 32537615 w 176"/>
              <a:gd name="T9" fmla="*/ 488112135 h 289"/>
              <a:gd name="T10" fmla="*/ 99161316 w 176"/>
              <a:gd name="T11" fmla="*/ 462689460 h 289"/>
              <a:gd name="T12" fmla="*/ 116204349 w 176"/>
              <a:gd name="T13" fmla="*/ 384727719 h 289"/>
              <a:gd name="T14" fmla="*/ 102259483 w 176"/>
              <a:gd name="T15" fmla="*/ 383032700 h 289"/>
              <a:gd name="T16" fmla="*/ 151840122 w 176"/>
              <a:gd name="T17" fmla="*/ 359305044 h 289"/>
              <a:gd name="T18" fmla="*/ 105358896 w 176"/>
              <a:gd name="T19" fmla="*/ 352524970 h 289"/>
              <a:gd name="T20" fmla="*/ 140994668 w 176"/>
              <a:gd name="T21" fmla="*/ 359305044 h 289"/>
              <a:gd name="T22" fmla="*/ 159587408 w 176"/>
              <a:gd name="T23" fmla="*/ 338967344 h 289"/>
              <a:gd name="T24" fmla="*/ 131697676 w 176"/>
              <a:gd name="T25" fmla="*/ 313544669 h 289"/>
              <a:gd name="T26" fmla="*/ 103809190 w 176"/>
              <a:gd name="T27" fmla="*/ 330492251 h 289"/>
              <a:gd name="T28" fmla="*/ 127049803 w 176"/>
              <a:gd name="T29" fmla="*/ 315239687 h 289"/>
              <a:gd name="T30" fmla="*/ 127049803 w 176"/>
              <a:gd name="T31" fmla="*/ 245750435 h 289"/>
              <a:gd name="T32" fmla="*/ 218463833 w 176"/>
              <a:gd name="T33" fmla="*/ 177957503 h 289"/>
              <a:gd name="T34" fmla="*/ 212266253 w 176"/>
              <a:gd name="T35" fmla="*/ 164398616 h 289"/>
              <a:gd name="T36" fmla="*/ 227759580 w 176"/>
              <a:gd name="T37" fmla="*/ 130502150 h 289"/>
              <a:gd name="T38" fmla="*/ 271142639 w 176"/>
              <a:gd name="T39" fmla="*/ 120333341 h 289"/>
              <a:gd name="T40" fmla="*/ 260297185 w 176"/>
              <a:gd name="T41" fmla="*/ 40676550 h 289"/>
              <a:gd name="T42" fmla="*/ 198321387 w 176"/>
              <a:gd name="T43" fmla="*/ 0 h 289"/>
              <a:gd name="T44" fmla="*/ 189025640 w 176"/>
              <a:gd name="T45" fmla="*/ 0 h 289"/>
              <a:gd name="T46" fmla="*/ 187475934 w 176"/>
              <a:gd name="T47" fmla="*/ 25422685 h 289"/>
              <a:gd name="T48" fmla="*/ 148740710 w 176"/>
              <a:gd name="T49" fmla="*/ 22032648 h 289"/>
              <a:gd name="T50" fmla="*/ 140994668 w 176"/>
              <a:gd name="T51" fmla="*/ 40676550 h 289"/>
              <a:gd name="T52" fmla="*/ 114654643 w 176"/>
              <a:gd name="T53" fmla="*/ 47455333 h 289"/>
              <a:gd name="T54" fmla="*/ 106907357 w 176"/>
              <a:gd name="T55" fmla="*/ 77961762 h 289"/>
              <a:gd name="T56" fmla="*/ 71271565 w 176"/>
              <a:gd name="T57" fmla="*/ 116943304 h 289"/>
              <a:gd name="T58" fmla="*/ 52678825 w 176"/>
              <a:gd name="T59" fmla="*/ 169483672 h 289"/>
              <a:gd name="T60" fmla="*/ 60426111 w 176"/>
              <a:gd name="T61" fmla="*/ 189821332 h 289"/>
              <a:gd name="T62" fmla="*/ 21690917 w 176"/>
              <a:gd name="T63" fmla="*/ 206770215 h 289"/>
              <a:gd name="T64" fmla="*/ 20142450 w 176"/>
              <a:gd name="T65" fmla="*/ 274563147 h 289"/>
              <a:gd name="T66" fmla="*/ 30987909 w 176"/>
              <a:gd name="T67" fmla="*/ 289817012 h 289"/>
              <a:gd name="T68" fmla="*/ 20142450 w 176"/>
              <a:gd name="T69" fmla="*/ 301680841 h 289"/>
              <a:gd name="T70" fmla="*/ 24790329 w 176"/>
              <a:gd name="T71" fmla="*/ 332187269 h 289"/>
              <a:gd name="T72" fmla="*/ 0 w 176"/>
              <a:gd name="T73" fmla="*/ 367778835 h 289"/>
              <a:gd name="T74" fmla="*/ 0 w 176"/>
              <a:gd name="T75" fmla="*/ 367778835 h 28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76"/>
              <a:gd name="T115" fmla="*/ 0 h 289"/>
              <a:gd name="T116" fmla="*/ 176 w 176"/>
              <a:gd name="T117" fmla="*/ 289 h 28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76" h="289">
                <a:moveTo>
                  <a:pt x="0" y="217"/>
                </a:moveTo>
                <a:lnTo>
                  <a:pt x="0" y="217"/>
                </a:lnTo>
                <a:lnTo>
                  <a:pt x="7" y="250"/>
                </a:lnTo>
                <a:lnTo>
                  <a:pt x="22" y="265"/>
                </a:lnTo>
                <a:lnTo>
                  <a:pt x="21" y="288"/>
                </a:lnTo>
                <a:lnTo>
                  <a:pt x="64" y="273"/>
                </a:lnTo>
                <a:lnTo>
                  <a:pt x="75" y="227"/>
                </a:lnTo>
                <a:lnTo>
                  <a:pt x="66" y="226"/>
                </a:lnTo>
                <a:lnTo>
                  <a:pt x="98" y="212"/>
                </a:lnTo>
                <a:lnTo>
                  <a:pt x="68" y="208"/>
                </a:lnTo>
                <a:lnTo>
                  <a:pt x="91" y="212"/>
                </a:lnTo>
                <a:lnTo>
                  <a:pt x="103" y="200"/>
                </a:lnTo>
                <a:lnTo>
                  <a:pt x="85" y="185"/>
                </a:lnTo>
                <a:lnTo>
                  <a:pt x="67" y="195"/>
                </a:lnTo>
                <a:lnTo>
                  <a:pt x="82" y="186"/>
                </a:lnTo>
                <a:lnTo>
                  <a:pt x="82" y="145"/>
                </a:lnTo>
                <a:lnTo>
                  <a:pt x="141" y="105"/>
                </a:lnTo>
                <a:lnTo>
                  <a:pt x="137" y="97"/>
                </a:lnTo>
                <a:lnTo>
                  <a:pt x="147" y="77"/>
                </a:lnTo>
                <a:lnTo>
                  <a:pt x="175" y="71"/>
                </a:lnTo>
                <a:lnTo>
                  <a:pt x="168" y="24"/>
                </a:lnTo>
                <a:lnTo>
                  <a:pt x="128" y="0"/>
                </a:lnTo>
                <a:lnTo>
                  <a:pt x="122" y="0"/>
                </a:lnTo>
                <a:lnTo>
                  <a:pt x="121" y="15"/>
                </a:lnTo>
                <a:lnTo>
                  <a:pt x="96" y="13"/>
                </a:lnTo>
                <a:lnTo>
                  <a:pt x="91" y="24"/>
                </a:lnTo>
                <a:lnTo>
                  <a:pt x="74" y="28"/>
                </a:lnTo>
                <a:lnTo>
                  <a:pt x="69" y="46"/>
                </a:lnTo>
                <a:lnTo>
                  <a:pt x="46" y="69"/>
                </a:lnTo>
                <a:lnTo>
                  <a:pt x="34" y="100"/>
                </a:lnTo>
                <a:lnTo>
                  <a:pt x="39" y="112"/>
                </a:lnTo>
                <a:lnTo>
                  <a:pt x="14" y="122"/>
                </a:lnTo>
                <a:lnTo>
                  <a:pt x="13" y="162"/>
                </a:lnTo>
                <a:lnTo>
                  <a:pt x="20" y="171"/>
                </a:lnTo>
                <a:lnTo>
                  <a:pt x="13" y="178"/>
                </a:lnTo>
                <a:lnTo>
                  <a:pt x="16" y="196"/>
                </a:lnTo>
                <a:lnTo>
                  <a:pt x="0" y="21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1" name="Freeform 778">
            <a:extLst>
              <a:ext uri="{FF2B5EF4-FFF2-40B4-BE49-F238E27FC236}">
                <a16:creationId xmlns:a16="http://schemas.microsoft.com/office/drawing/2014/main" id="{79A508F4-7F4C-FAA2-E2A3-1FAFF2F54A5F}"/>
              </a:ext>
            </a:extLst>
          </p:cNvPr>
          <p:cNvSpPr>
            <a:spLocks/>
          </p:cNvSpPr>
          <p:nvPr/>
        </p:nvSpPr>
        <p:spPr bwMode="auto">
          <a:xfrm>
            <a:off x="4146124" y="4591493"/>
            <a:ext cx="70080" cy="35154"/>
          </a:xfrm>
          <a:custGeom>
            <a:avLst/>
            <a:gdLst>
              <a:gd name="T0" fmla="*/ 0 w 61"/>
              <a:gd name="T1" fmla="*/ 35455227 h 31"/>
              <a:gd name="T2" fmla="*/ 0 w 61"/>
              <a:gd name="T3" fmla="*/ 35455227 h 31"/>
              <a:gd name="T4" fmla="*/ 21846919 w 61"/>
              <a:gd name="T5" fmla="*/ 53183511 h 31"/>
              <a:gd name="T6" fmla="*/ 51494967 w 61"/>
              <a:gd name="T7" fmla="*/ 37227388 h 31"/>
              <a:gd name="T8" fmla="*/ 63978023 w 61"/>
              <a:gd name="T9" fmla="*/ 51410018 h 31"/>
              <a:gd name="T10" fmla="*/ 93627330 w 61"/>
              <a:gd name="T11" fmla="*/ 24818262 h 31"/>
              <a:gd name="T12" fmla="*/ 76462328 w 61"/>
              <a:gd name="T13" fmla="*/ 21272602 h 31"/>
              <a:gd name="T14" fmla="*/ 74902102 w 61"/>
              <a:gd name="T15" fmla="*/ 8863474 h 31"/>
              <a:gd name="T16" fmla="*/ 73340627 w 61"/>
              <a:gd name="T17" fmla="*/ 5317818 h 31"/>
              <a:gd name="T18" fmla="*/ 31209523 w 61"/>
              <a:gd name="T19" fmla="*/ 0 h 31"/>
              <a:gd name="T20" fmla="*/ 0 w 61"/>
              <a:gd name="T21" fmla="*/ 35455227 h 31"/>
              <a:gd name="T22" fmla="*/ 0 w 61"/>
              <a:gd name="T23" fmla="*/ 35455227 h 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1"/>
              <a:gd name="T37" fmla="*/ 0 h 31"/>
              <a:gd name="T38" fmla="*/ 61 w 61"/>
              <a:gd name="T39" fmla="*/ 31 h 3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1" h="31">
                <a:moveTo>
                  <a:pt x="0" y="20"/>
                </a:moveTo>
                <a:lnTo>
                  <a:pt x="0" y="20"/>
                </a:lnTo>
                <a:lnTo>
                  <a:pt x="14" y="30"/>
                </a:lnTo>
                <a:lnTo>
                  <a:pt x="33" y="21"/>
                </a:lnTo>
                <a:lnTo>
                  <a:pt x="41" y="29"/>
                </a:lnTo>
                <a:lnTo>
                  <a:pt x="60" y="14"/>
                </a:lnTo>
                <a:lnTo>
                  <a:pt x="49" y="12"/>
                </a:lnTo>
                <a:lnTo>
                  <a:pt x="48" y="5"/>
                </a:lnTo>
                <a:lnTo>
                  <a:pt x="47" y="3"/>
                </a:lnTo>
                <a:lnTo>
                  <a:pt x="20" y="0"/>
                </a:lnTo>
                <a:lnTo>
                  <a:pt x="0" y="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2" name="Freeform 779">
            <a:extLst>
              <a:ext uri="{FF2B5EF4-FFF2-40B4-BE49-F238E27FC236}">
                <a16:creationId xmlns:a16="http://schemas.microsoft.com/office/drawing/2014/main" id="{2A97A101-B320-97F0-8E39-344EFC275BB1}"/>
              </a:ext>
            </a:extLst>
          </p:cNvPr>
          <p:cNvSpPr>
            <a:spLocks/>
          </p:cNvSpPr>
          <p:nvPr/>
        </p:nvSpPr>
        <p:spPr bwMode="auto">
          <a:xfrm>
            <a:off x="4460027" y="4699657"/>
            <a:ext cx="43801" cy="32449"/>
          </a:xfrm>
          <a:custGeom>
            <a:avLst/>
            <a:gdLst>
              <a:gd name="T0" fmla="*/ 0 w 39"/>
              <a:gd name="T1" fmla="*/ 30645102 h 30"/>
              <a:gd name="T2" fmla="*/ 0 w 39"/>
              <a:gd name="T3" fmla="*/ 30645102 h 30"/>
              <a:gd name="T4" fmla="*/ 7456365 w 39"/>
              <a:gd name="T5" fmla="*/ 1612900 h 30"/>
              <a:gd name="T6" fmla="*/ 38771629 w 39"/>
              <a:gd name="T7" fmla="*/ 0 h 30"/>
              <a:gd name="T8" fmla="*/ 56666420 w 39"/>
              <a:gd name="T9" fmla="*/ 22580604 h 30"/>
              <a:gd name="T10" fmla="*/ 31315267 w 39"/>
              <a:gd name="T11" fmla="*/ 22580604 h 30"/>
              <a:gd name="T12" fmla="*/ 2982058 w 39"/>
              <a:gd name="T13" fmla="*/ 46774108 h 30"/>
              <a:gd name="T14" fmla="*/ 14912730 w 39"/>
              <a:gd name="T15" fmla="*/ 32258002 h 30"/>
              <a:gd name="T16" fmla="*/ 0 w 39"/>
              <a:gd name="T17" fmla="*/ 30645102 h 30"/>
              <a:gd name="T18" fmla="*/ 0 w 39"/>
              <a:gd name="T19" fmla="*/ 30645102 h 3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9"/>
              <a:gd name="T31" fmla="*/ 0 h 30"/>
              <a:gd name="T32" fmla="*/ 39 w 39"/>
              <a:gd name="T33" fmla="*/ 30 h 3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9" h="30">
                <a:moveTo>
                  <a:pt x="0" y="19"/>
                </a:moveTo>
                <a:lnTo>
                  <a:pt x="0" y="19"/>
                </a:lnTo>
                <a:lnTo>
                  <a:pt x="5" y="1"/>
                </a:lnTo>
                <a:lnTo>
                  <a:pt x="26" y="0"/>
                </a:lnTo>
                <a:lnTo>
                  <a:pt x="38" y="14"/>
                </a:lnTo>
                <a:lnTo>
                  <a:pt x="21" y="14"/>
                </a:lnTo>
                <a:lnTo>
                  <a:pt x="2" y="29"/>
                </a:lnTo>
                <a:lnTo>
                  <a:pt x="10" y="20"/>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83" name="Group 194">
            <a:extLst>
              <a:ext uri="{FF2B5EF4-FFF2-40B4-BE49-F238E27FC236}">
                <a16:creationId xmlns:a16="http://schemas.microsoft.com/office/drawing/2014/main" id="{8886BB6F-AD8D-0121-5EA3-09415193E2B5}"/>
              </a:ext>
            </a:extLst>
          </p:cNvPr>
          <p:cNvGrpSpPr>
            <a:grpSpLocks/>
          </p:cNvGrpSpPr>
          <p:nvPr/>
        </p:nvGrpSpPr>
        <p:grpSpPr bwMode="auto">
          <a:xfrm>
            <a:off x="3893574" y="4368361"/>
            <a:ext cx="186884" cy="178469"/>
            <a:chOff x="2942" y="2530"/>
            <a:chExt cx="163" cy="161"/>
          </a:xfrm>
          <a:solidFill>
            <a:schemeClr val="accent2"/>
          </a:solidFill>
        </p:grpSpPr>
        <p:sp>
          <p:nvSpPr>
            <p:cNvPr id="484" name="Freeform 781">
              <a:extLst>
                <a:ext uri="{FF2B5EF4-FFF2-40B4-BE49-F238E27FC236}">
                  <a16:creationId xmlns:a16="http://schemas.microsoft.com/office/drawing/2014/main" id="{9EFA969C-B316-02E7-0810-3978E48863DB}"/>
                </a:ext>
              </a:extLst>
            </p:cNvPr>
            <p:cNvSpPr>
              <a:spLocks/>
            </p:cNvSpPr>
            <p:nvPr/>
          </p:nvSpPr>
          <p:spPr bwMode="auto">
            <a:xfrm>
              <a:off x="2942" y="2596"/>
              <a:ext cx="57" cy="66"/>
            </a:xfrm>
            <a:custGeom>
              <a:avLst/>
              <a:gdLst>
                <a:gd name="T0" fmla="*/ 0 w 57"/>
                <a:gd name="T1" fmla="*/ 54 h 66"/>
                <a:gd name="T2" fmla="*/ 0 w 57"/>
                <a:gd name="T3" fmla="*/ 54 h 66"/>
                <a:gd name="T4" fmla="*/ 7 w 57"/>
                <a:gd name="T5" fmla="*/ 60 h 66"/>
                <a:gd name="T6" fmla="*/ 2 w 57"/>
                <a:gd name="T7" fmla="*/ 65 h 66"/>
                <a:gd name="T8" fmla="*/ 52 w 57"/>
                <a:gd name="T9" fmla="*/ 55 h 66"/>
                <a:gd name="T10" fmla="*/ 56 w 57"/>
                <a:gd name="T11" fmla="*/ 21 h 66"/>
                <a:gd name="T12" fmla="*/ 49 w 57"/>
                <a:gd name="T13" fmla="*/ 13 h 66"/>
                <a:gd name="T14" fmla="*/ 34 w 57"/>
                <a:gd name="T15" fmla="*/ 17 h 66"/>
                <a:gd name="T16" fmla="*/ 29 w 57"/>
                <a:gd name="T17" fmla="*/ 12 h 66"/>
                <a:gd name="T18" fmla="*/ 36 w 57"/>
                <a:gd name="T19" fmla="*/ 4 h 66"/>
                <a:gd name="T20" fmla="*/ 29 w 57"/>
                <a:gd name="T21" fmla="*/ 0 h 66"/>
                <a:gd name="T22" fmla="*/ 23 w 57"/>
                <a:gd name="T23" fmla="*/ 17 h 66"/>
                <a:gd name="T24" fmla="*/ 2 w 57"/>
                <a:gd name="T25" fmla="*/ 21 h 66"/>
                <a:gd name="T26" fmla="*/ 9 w 57"/>
                <a:gd name="T27" fmla="*/ 25 h 66"/>
                <a:gd name="T28" fmla="*/ 5 w 57"/>
                <a:gd name="T29" fmla="*/ 34 h 66"/>
                <a:gd name="T30" fmla="*/ 18 w 57"/>
                <a:gd name="T31" fmla="*/ 36 h 66"/>
                <a:gd name="T32" fmla="*/ 6 w 57"/>
                <a:gd name="T33" fmla="*/ 49 h 66"/>
                <a:gd name="T34" fmla="*/ 20 w 57"/>
                <a:gd name="T35" fmla="*/ 46 h 66"/>
                <a:gd name="T36" fmla="*/ 0 w 57"/>
                <a:gd name="T37" fmla="*/ 54 h 66"/>
                <a:gd name="T38" fmla="*/ 0 w 57"/>
                <a:gd name="T39" fmla="*/ 54 h 6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7"/>
                <a:gd name="T61" fmla="*/ 0 h 66"/>
                <a:gd name="T62" fmla="*/ 57 w 57"/>
                <a:gd name="T63" fmla="*/ 66 h 6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7" h="66">
                  <a:moveTo>
                    <a:pt x="0" y="54"/>
                  </a:moveTo>
                  <a:lnTo>
                    <a:pt x="0" y="54"/>
                  </a:lnTo>
                  <a:lnTo>
                    <a:pt x="7" y="60"/>
                  </a:lnTo>
                  <a:lnTo>
                    <a:pt x="2" y="65"/>
                  </a:lnTo>
                  <a:lnTo>
                    <a:pt x="52" y="55"/>
                  </a:lnTo>
                  <a:lnTo>
                    <a:pt x="56" y="21"/>
                  </a:lnTo>
                  <a:lnTo>
                    <a:pt x="49" y="13"/>
                  </a:lnTo>
                  <a:lnTo>
                    <a:pt x="34" y="17"/>
                  </a:lnTo>
                  <a:lnTo>
                    <a:pt x="29" y="12"/>
                  </a:lnTo>
                  <a:lnTo>
                    <a:pt x="36" y="4"/>
                  </a:lnTo>
                  <a:lnTo>
                    <a:pt x="29" y="0"/>
                  </a:lnTo>
                  <a:lnTo>
                    <a:pt x="23" y="17"/>
                  </a:lnTo>
                  <a:lnTo>
                    <a:pt x="2" y="21"/>
                  </a:lnTo>
                  <a:lnTo>
                    <a:pt x="9" y="25"/>
                  </a:lnTo>
                  <a:lnTo>
                    <a:pt x="5" y="34"/>
                  </a:lnTo>
                  <a:lnTo>
                    <a:pt x="18" y="36"/>
                  </a:lnTo>
                  <a:lnTo>
                    <a:pt x="6" y="49"/>
                  </a:lnTo>
                  <a:lnTo>
                    <a:pt x="20" y="46"/>
                  </a:lnTo>
                  <a:lnTo>
                    <a:pt x="0" y="5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5" name="Freeform 782">
              <a:extLst>
                <a:ext uri="{FF2B5EF4-FFF2-40B4-BE49-F238E27FC236}">
                  <a16:creationId xmlns:a16="http://schemas.microsoft.com/office/drawing/2014/main" id="{B95BBB9D-AEF9-CC1B-03C8-8E90FEF5335C}"/>
                </a:ext>
              </a:extLst>
            </p:cNvPr>
            <p:cNvSpPr>
              <a:spLocks/>
            </p:cNvSpPr>
            <p:nvPr/>
          </p:nvSpPr>
          <p:spPr bwMode="auto">
            <a:xfrm>
              <a:off x="2971" y="2592"/>
              <a:ext cx="36" cy="26"/>
            </a:xfrm>
            <a:custGeom>
              <a:avLst/>
              <a:gdLst>
                <a:gd name="T0" fmla="*/ 0 w 36"/>
                <a:gd name="T1" fmla="*/ 16 h 26"/>
                <a:gd name="T2" fmla="*/ 0 w 36"/>
                <a:gd name="T3" fmla="*/ 16 h 26"/>
                <a:gd name="T4" fmla="*/ 5 w 36"/>
                <a:gd name="T5" fmla="*/ 21 h 26"/>
                <a:gd name="T6" fmla="*/ 20 w 36"/>
                <a:gd name="T7" fmla="*/ 17 h 26"/>
                <a:gd name="T8" fmla="*/ 27 w 36"/>
                <a:gd name="T9" fmla="*/ 25 h 26"/>
                <a:gd name="T10" fmla="*/ 35 w 36"/>
                <a:gd name="T11" fmla="*/ 16 h 26"/>
                <a:gd name="T12" fmla="*/ 27 w 36"/>
                <a:gd name="T13" fmla="*/ 4 h 26"/>
                <a:gd name="T14" fmla="*/ 11 w 36"/>
                <a:gd name="T15" fmla="*/ 0 h 26"/>
                <a:gd name="T16" fmla="*/ 7 w 36"/>
                <a:gd name="T17" fmla="*/ 8 h 26"/>
                <a:gd name="T18" fmla="*/ 0 w 36"/>
                <a:gd name="T19" fmla="*/ 16 h 26"/>
                <a:gd name="T20" fmla="*/ 0 w 36"/>
                <a:gd name="T21" fmla="*/ 16 h 2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6"/>
                <a:gd name="T34" fmla="*/ 0 h 26"/>
                <a:gd name="T35" fmla="*/ 36 w 36"/>
                <a:gd name="T36" fmla="*/ 26 h 2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6" h="26">
                  <a:moveTo>
                    <a:pt x="0" y="16"/>
                  </a:moveTo>
                  <a:lnTo>
                    <a:pt x="0" y="16"/>
                  </a:lnTo>
                  <a:lnTo>
                    <a:pt x="5" y="21"/>
                  </a:lnTo>
                  <a:lnTo>
                    <a:pt x="20" y="17"/>
                  </a:lnTo>
                  <a:lnTo>
                    <a:pt x="27" y="25"/>
                  </a:lnTo>
                  <a:lnTo>
                    <a:pt x="35" y="16"/>
                  </a:lnTo>
                  <a:lnTo>
                    <a:pt x="27" y="4"/>
                  </a:lnTo>
                  <a:lnTo>
                    <a:pt x="11" y="0"/>
                  </a:lnTo>
                  <a:lnTo>
                    <a:pt x="7" y="8"/>
                  </a:lnTo>
                  <a:lnTo>
                    <a:pt x="0" y="1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6" name="Freeform 783">
              <a:extLst>
                <a:ext uri="{FF2B5EF4-FFF2-40B4-BE49-F238E27FC236}">
                  <a16:creationId xmlns:a16="http://schemas.microsoft.com/office/drawing/2014/main" id="{ADCDE10C-7B07-34A1-0C0B-A0717B40CEAA}"/>
                </a:ext>
              </a:extLst>
            </p:cNvPr>
            <p:cNvSpPr>
              <a:spLocks/>
            </p:cNvSpPr>
            <p:nvPr/>
          </p:nvSpPr>
          <p:spPr bwMode="auto">
            <a:xfrm>
              <a:off x="2987" y="2535"/>
              <a:ext cx="10" cy="13"/>
            </a:xfrm>
            <a:custGeom>
              <a:avLst/>
              <a:gdLst>
                <a:gd name="T0" fmla="*/ 0 w 10"/>
                <a:gd name="T1" fmla="*/ 12 h 13"/>
                <a:gd name="T2" fmla="*/ 0 w 10"/>
                <a:gd name="T3" fmla="*/ 12 h 13"/>
                <a:gd name="T4" fmla="*/ 0 w 10"/>
                <a:gd name="T5" fmla="*/ 3 h 13"/>
                <a:gd name="T6" fmla="*/ 9 w 10"/>
                <a:gd name="T7" fmla="*/ 0 h 13"/>
                <a:gd name="T8" fmla="*/ 0 w 10"/>
                <a:gd name="T9" fmla="*/ 12 h 13"/>
                <a:gd name="T10" fmla="*/ 0 w 10"/>
                <a:gd name="T11" fmla="*/ 12 h 13"/>
                <a:gd name="T12" fmla="*/ 0 60000 65536"/>
                <a:gd name="T13" fmla="*/ 0 60000 65536"/>
                <a:gd name="T14" fmla="*/ 0 60000 65536"/>
                <a:gd name="T15" fmla="*/ 0 60000 65536"/>
                <a:gd name="T16" fmla="*/ 0 60000 65536"/>
                <a:gd name="T17" fmla="*/ 0 60000 65536"/>
                <a:gd name="T18" fmla="*/ 0 w 10"/>
                <a:gd name="T19" fmla="*/ 0 h 13"/>
                <a:gd name="T20" fmla="*/ 10 w 10"/>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10" h="13">
                  <a:moveTo>
                    <a:pt x="0" y="12"/>
                  </a:moveTo>
                  <a:lnTo>
                    <a:pt x="0" y="12"/>
                  </a:lnTo>
                  <a:lnTo>
                    <a:pt x="0" y="3"/>
                  </a:lnTo>
                  <a:lnTo>
                    <a:pt x="9" y="0"/>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7" name="Freeform 784">
              <a:extLst>
                <a:ext uri="{FF2B5EF4-FFF2-40B4-BE49-F238E27FC236}">
                  <a16:creationId xmlns:a16="http://schemas.microsoft.com/office/drawing/2014/main" id="{CEC1B599-9D71-72C7-7E3C-02793F132BB0}"/>
                </a:ext>
              </a:extLst>
            </p:cNvPr>
            <p:cNvSpPr>
              <a:spLocks/>
            </p:cNvSpPr>
            <p:nvPr/>
          </p:nvSpPr>
          <p:spPr bwMode="auto">
            <a:xfrm>
              <a:off x="2991" y="2547"/>
              <a:ext cx="9" cy="8"/>
            </a:xfrm>
            <a:custGeom>
              <a:avLst/>
              <a:gdLst>
                <a:gd name="T0" fmla="*/ 0 w 9"/>
                <a:gd name="T1" fmla="*/ 6 h 8"/>
                <a:gd name="T2" fmla="*/ 0 w 9"/>
                <a:gd name="T3" fmla="*/ 6 h 8"/>
                <a:gd name="T4" fmla="*/ 4 w 9"/>
                <a:gd name="T5" fmla="*/ 0 h 8"/>
                <a:gd name="T6" fmla="*/ 8 w 9"/>
                <a:gd name="T7" fmla="*/ 7 h 8"/>
                <a:gd name="T8" fmla="*/ 0 w 9"/>
                <a:gd name="T9" fmla="*/ 6 h 8"/>
                <a:gd name="T10" fmla="*/ 0 w 9"/>
                <a:gd name="T11" fmla="*/ 6 h 8"/>
                <a:gd name="T12" fmla="*/ 0 60000 65536"/>
                <a:gd name="T13" fmla="*/ 0 60000 65536"/>
                <a:gd name="T14" fmla="*/ 0 60000 65536"/>
                <a:gd name="T15" fmla="*/ 0 60000 65536"/>
                <a:gd name="T16" fmla="*/ 0 60000 65536"/>
                <a:gd name="T17" fmla="*/ 0 60000 65536"/>
                <a:gd name="T18" fmla="*/ 0 w 9"/>
                <a:gd name="T19" fmla="*/ 0 h 8"/>
                <a:gd name="T20" fmla="*/ 9 w 9"/>
                <a:gd name="T21" fmla="*/ 8 h 8"/>
              </a:gdLst>
              <a:ahLst/>
              <a:cxnLst>
                <a:cxn ang="T12">
                  <a:pos x="T0" y="T1"/>
                </a:cxn>
                <a:cxn ang="T13">
                  <a:pos x="T2" y="T3"/>
                </a:cxn>
                <a:cxn ang="T14">
                  <a:pos x="T4" y="T5"/>
                </a:cxn>
                <a:cxn ang="T15">
                  <a:pos x="T6" y="T7"/>
                </a:cxn>
                <a:cxn ang="T16">
                  <a:pos x="T8" y="T9"/>
                </a:cxn>
                <a:cxn ang="T17">
                  <a:pos x="T10" y="T11"/>
                </a:cxn>
              </a:cxnLst>
              <a:rect l="T18" t="T19" r="T20" b="T21"/>
              <a:pathLst>
                <a:path w="9" h="8">
                  <a:moveTo>
                    <a:pt x="0" y="6"/>
                  </a:moveTo>
                  <a:lnTo>
                    <a:pt x="0" y="6"/>
                  </a:lnTo>
                  <a:lnTo>
                    <a:pt x="4" y="0"/>
                  </a:lnTo>
                  <a:lnTo>
                    <a:pt x="8" y="7"/>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8" name="Freeform 785">
              <a:extLst>
                <a:ext uri="{FF2B5EF4-FFF2-40B4-BE49-F238E27FC236}">
                  <a16:creationId xmlns:a16="http://schemas.microsoft.com/office/drawing/2014/main" id="{03D503BB-2B10-AB81-AE40-8D9331EA3C82}"/>
                </a:ext>
              </a:extLst>
            </p:cNvPr>
            <p:cNvSpPr>
              <a:spLocks/>
            </p:cNvSpPr>
            <p:nvPr/>
          </p:nvSpPr>
          <p:spPr bwMode="auto">
            <a:xfrm>
              <a:off x="2999" y="2530"/>
              <a:ext cx="106" cy="161"/>
            </a:xfrm>
            <a:custGeom>
              <a:avLst/>
              <a:gdLst>
                <a:gd name="T0" fmla="*/ 0 w 106"/>
                <a:gd name="T1" fmla="*/ 37 h 161"/>
                <a:gd name="T2" fmla="*/ 0 w 106"/>
                <a:gd name="T3" fmla="*/ 37 h 161"/>
                <a:gd name="T4" fmla="*/ 4 w 106"/>
                <a:gd name="T5" fmla="*/ 16 h 161"/>
                <a:gd name="T6" fmla="*/ 16 w 106"/>
                <a:gd name="T7" fmla="*/ 0 h 161"/>
                <a:gd name="T8" fmla="*/ 40 w 106"/>
                <a:gd name="T9" fmla="*/ 0 h 161"/>
                <a:gd name="T10" fmla="*/ 26 w 106"/>
                <a:gd name="T11" fmla="*/ 19 h 161"/>
                <a:gd name="T12" fmla="*/ 58 w 106"/>
                <a:gd name="T13" fmla="*/ 23 h 161"/>
                <a:gd name="T14" fmla="*/ 38 w 106"/>
                <a:gd name="T15" fmla="*/ 49 h 161"/>
                <a:gd name="T16" fmla="*/ 62 w 106"/>
                <a:gd name="T17" fmla="*/ 58 h 161"/>
                <a:gd name="T18" fmla="*/ 85 w 106"/>
                <a:gd name="T19" fmla="*/ 91 h 161"/>
                <a:gd name="T20" fmla="*/ 78 w 106"/>
                <a:gd name="T21" fmla="*/ 93 h 161"/>
                <a:gd name="T22" fmla="*/ 88 w 106"/>
                <a:gd name="T23" fmla="*/ 101 h 161"/>
                <a:gd name="T24" fmla="*/ 82 w 106"/>
                <a:gd name="T25" fmla="*/ 110 h 161"/>
                <a:gd name="T26" fmla="*/ 105 w 106"/>
                <a:gd name="T27" fmla="*/ 111 h 161"/>
                <a:gd name="T28" fmla="*/ 91 w 106"/>
                <a:gd name="T29" fmla="*/ 133 h 161"/>
                <a:gd name="T30" fmla="*/ 101 w 106"/>
                <a:gd name="T31" fmla="*/ 139 h 161"/>
                <a:gd name="T32" fmla="*/ 6 w 106"/>
                <a:gd name="T33" fmla="*/ 160 h 161"/>
                <a:gd name="T34" fmla="*/ 48 w 106"/>
                <a:gd name="T35" fmla="*/ 130 h 161"/>
                <a:gd name="T36" fmla="*/ 36 w 106"/>
                <a:gd name="T37" fmla="*/ 135 h 161"/>
                <a:gd name="T38" fmla="*/ 12 w 106"/>
                <a:gd name="T39" fmla="*/ 126 h 161"/>
                <a:gd name="T40" fmla="*/ 30 w 106"/>
                <a:gd name="T41" fmla="*/ 115 h 161"/>
                <a:gd name="T42" fmla="*/ 19 w 106"/>
                <a:gd name="T43" fmla="*/ 110 h 161"/>
                <a:gd name="T44" fmla="*/ 43 w 106"/>
                <a:gd name="T45" fmla="*/ 98 h 161"/>
                <a:gd name="T46" fmla="*/ 45 w 106"/>
                <a:gd name="T47" fmla="*/ 83 h 161"/>
                <a:gd name="T48" fmla="*/ 33 w 106"/>
                <a:gd name="T49" fmla="*/ 79 h 161"/>
                <a:gd name="T50" fmla="*/ 40 w 106"/>
                <a:gd name="T51" fmla="*/ 70 h 161"/>
                <a:gd name="T52" fmla="*/ 15 w 106"/>
                <a:gd name="T53" fmla="*/ 74 h 161"/>
                <a:gd name="T54" fmla="*/ 16 w 106"/>
                <a:gd name="T55" fmla="*/ 51 h 161"/>
                <a:gd name="T56" fmla="*/ 4 w 106"/>
                <a:gd name="T57" fmla="*/ 62 h 161"/>
                <a:gd name="T58" fmla="*/ 11 w 106"/>
                <a:gd name="T59" fmla="*/ 38 h 161"/>
                <a:gd name="T60" fmla="*/ 0 w 106"/>
                <a:gd name="T61" fmla="*/ 37 h 161"/>
                <a:gd name="T62" fmla="*/ 0 w 106"/>
                <a:gd name="T63" fmla="*/ 37 h 16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06"/>
                <a:gd name="T97" fmla="*/ 0 h 161"/>
                <a:gd name="T98" fmla="*/ 106 w 106"/>
                <a:gd name="T99" fmla="*/ 161 h 16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06" h="161">
                  <a:moveTo>
                    <a:pt x="0" y="37"/>
                  </a:moveTo>
                  <a:lnTo>
                    <a:pt x="0" y="37"/>
                  </a:lnTo>
                  <a:lnTo>
                    <a:pt x="4" y="16"/>
                  </a:lnTo>
                  <a:lnTo>
                    <a:pt x="16" y="0"/>
                  </a:lnTo>
                  <a:lnTo>
                    <a:pt x="40" y="0"/>
                  </a:lnTo>
                  <a:lnTo>
                    <a:pt x="26" y="19"/>
                  </a:lnTo>
                  <a:lnTo>
                    <a:pt x="58" y="23"/>
                  </a:lnTo>
                  <a:lnTo>
                    <a:pt x="38" y="49"/>
                  </a:lnTo>
                  <a:lnTo>
                    <a:pt x="62" y="58"/>
                  </a:lnTo>
                  <a:lnTo>
                    <a:pt x="85" y="91"/>
                  </a:lnTo>
                  <a:lnTo>
                    <a:pt x="78" y="93"/>
                  </a:lnTo>
                  <a:lnTo>
                    <a:pt x="88" y="101"/>
                  </a:lnTo>
                  <a:lnTo>
                    <a:pt x="82" y="110"/>
                  </a:lnTo>
                  <a:lnTo>
                    <a:pt x="105" y="111"/>
                  </a:lnTo>
                  <a:lnTo>
                    <a:pt x="91" y="133"/>
                  </a:lnTo>
                  <a:lnTo>
                    <a:pt x="101" y="139"/>
                  </a:lnTo>
                  <a:lnTo>
                    <a:pt x="6" y="160"/>
                  </a:lnTo>
                  <a:lnTo>
                    <a:pt x="48" y="130"/>
                  </a:lnTo>
                  <a:lnTo>
                    <a:pt x="36" y="135"/>
                  </a:lnTo>
                  <a:lnTo>
                    <a:pt x="12" y="126"/>
                  </a:lnTo>
                  <a:lnTo>
                    <a:pt x="30" y="115"/>
                  </a:lnTo>
                  <a:lnTo>
                    <a:pt x="19" y="110"/>
                  </a:lnTo>
                  <a:lnTo>
                    <a:pt x="43" y="98"/>
                  </a:lnTo>
                  <a:lnTo>
                    <a:pt x="45" y="83"/>
                  </a:lnTo>
                  <a:lnTo>
                    <a:pt x="33" y="79"/>
                  </a:lnTo>
                  <a:lnTo>
                    <a:pt x="40" y="70"/>
                  </a:lnTo>
                  <a:lnTo>
                    <a:pt x="15" y="74"/>
                  </a:lnTo>
                  <a:lnTo>
                    <a:pt x="16" y="51"/>
                  </a:lnTo>
                  <a:lnTo>
                    <a:pt x="4" y="62"/>
                  </a:lnTo>
                  <a:lnTo>
                    <a:pt x="11" y="38"/>
                  </a:lnTo>
                  <a:lnTo>
                    <a:pt x="0" y="3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89" name="Freeform 786">
            <a:extLst>
              <a:ext uri="{FF2B5EF4-FFF2-40B4-BE49-F238E27FC236}">
                <a16:creationId xmlns:a16="http://schemas.microsoft.com/office/drawing/2014/main" id="{A2075BEA-5E17-3A77-655E-8C439C0942E4}"/>
              </a:ext>
            </a:extLst>
          </p:cNvPr>
          <p:cNvSpPr>
            <a:spLocks/>
          </p:cNvSpPr>
          <p:nvPr/>
        </p:nvSpPr>
        <p:spPr bwMode="auto">
          <a:xfrm>
            <a:off x="4416225" y="4427893"/>
            <a:ext cx="125561" cy="98700"/>
          </a:xfrm>
          <a:custGeom>
            <a:avLst/>
            <a:gdLst>
              <a:gd name="T0" fmla="*/ 54908105 w 109"/>
              <a:gd name="T1" fmla="*/ 8289855 h 90"/>
              <a:gd name="T2" fmla="*/ 64320812 w 109"/>
              <a:gd name="T3" fmla="*/ 4974170 h 90"/>
              <a:gd name="T4" fmla="*/ 76872341 w 109"/>
              <a:gd name="T5" fmla="*/ 0 h 90"/>
              <a:gd name="T6" fmla="*/ 105110482 w 109"/>
              <a:gd name="T7" fmla="*/ 21553883 h 90"/>
              <a:gd name="T8" fmla="*/ 130211035 w 109"/>
              <a:gd name="T9" fmla="*/ 24870854 h 90"/>
              <a:gd name="T10" fmla="*/ 141193153 w 109"/>
              <a:gd name="T11" fmla="*/ 41450558 h 90"/>
              <a:gd name="T12" fmla="*/ 150605860 w 109"/>
              <a:gd name="T13" fmla="*/ 64662927 h 90"/>
              <a:gd name="T14" fmla="*/ 153743429 w 109"/>
              <a:gd name="T15" fmla="*/ 72952779 h 90"/>
              <a:gd name="T16" fmla="*/ 163156136 w 109"/>
              <a:gd name="T17" fmla="*/ 81243919 h 90"/>
              <a:gd name="T18" fmla="*/ 169431313 w 109"/>
              <a:gd name="T19" fmla="*/ 87875306 h 90"/>
              <a:gd name="T20" fmla="*/ 169431313 w 109"/>
              <a:gd name="T21" fmla="*/ 96165158 h 90"/>
              <a:gd name="T22" fmla="*/ 158450409 w 109"/>
              <a:gd name="T23" fmla="*/ 96165158 h 90"/>
              <a:gd name="T24" fmla="*/ 142762563 w 109"/>
              <a:gd name="T25" fmla="*/ 96165158 h 90"/>
              <a:gd name="T26" fmla="*/ 150605860 w 109"/>
              <a:gd name="T27" fmla="*/ 104456297 h 90"/>
              <a:gd name="T28" fmla="*/ 155312840 w 109"/>
              <a:gd name="T29" fmla="*/ 111087664 h 90"/>
              <a:gd name="T30" fmla="*/ 158450409 w 109"/>
              <a:gd name="T31" fmla="*/ 122694487 h 90"/>
              <a:gd name="T32" fmla="*/ 150605860 w 109"/>
              <a:gd name="T33" fmla="*/ 127668656 h 90"/>
              <a:gd name="T34" fmla="*/ 138055584 w 109"/>
              <a:gd name="T35" fmla="*/ 127668656 h 90"/>
              <a:gd name="T36" fmla="*/ 134918014 w 109"/>
              <a:gd name="T37" fmla="*/ 127668656 h 90"/>
              <a:gd name="T38" fmla="*/ 130211035 w 109"/>
              <a:gd name="T39" fmla="*/ 134300023 h 90"/>
              <a:gd name="T40" fmla="*/ 130211035 w 109"/>
              <a:gd name="T41" fmla="*/ 144248360 h 90"/>
              <a:gd name="T42" fmla="*/ 120798327 w 109"/>
              <a:gd name="T43" fmla="*/ 147564044 h 90"/>
              <a:gd name="T44" fmla="*/ 111385620 w 109"/>
              <a:gd name="T45" fmla="*/ 142589875 h 90"/>
              <a:gd name="T46" fmla="*/ 98835344 w 109"/>
              <a:gd name="T47" fmla="*/ 139274191 h 90"/>
              <a:gd name="T48" fmla="*/ 86285068 w 109"/>
              <a:gd name="T49" fmla="*/ 134300023 h 90"/>
              <a:gd name="T50" fmla="*/ 75302930 w 109"/>
              <a:gd name="T51" fmla="*/ 135958508 h 90"/>
              <a:gd name="T52" fmla="*/ 39220249 w 109"/>
              <a:gd name="T53" fmla="*/ 122694487 h 90"/>
              <a:gd name="T54" fmla="*/ 25100562 w 109"/>
              <a:gd name="T55" fmla="*/ 126010170 h 90"/>
              <a:gd name="T56" fmla="*/ 14119692 w 109"/>
              <a:gd name="T57" fmla="*/ 122694487 h 90"/>
              <a:gd name="T58" fmla="*/ 7844551 w 109"/>
              <a:gd name="T59" fmla="*/ 134300023 h 90"/>
              <a:gd name="T60" fmla="*/ 0 w 109"/>
              <a:gd name="T61" fmla="*/ 109430466 h 90"/>
              <a:gd name="T62" fmla="*/ 9412710 w 109"/>
              <a:gd name="T63" fmla="*/ 96165158 h 90"/>
              <a:gd name="T64" fmla="*/ 7844551 w 109"/>
              <a:gd name="T65" fmla="*/ 66321412 h 90"/>
              <a:gd name="T66" fmla="*/ 23532404 w 109"/>
              <a:gd name="T67" fmla="*/ 24870854 h 90"/>
              <a:gd name="T68" fmla="*/ 37652091 w 109"/>
              <a:gd name="T69" fmla="*/ 19896680 h 90"/>
              <a:gd name="T70" fmla="*/ 45495397 w 109"/>
              <a:gd name="T71" fmla="*/ 8289855 h 90"/>
              <a:gd name="T72" fmla="*/ 54908105 w 109"/>
              <a:gd name="T73" fmla="*/ 8289855 h 90"/>
              <a:gd name="T74" fmla="*/ 54908105 w 109"/>
              <a:gd name="T75" fmla="*/ 8289855 h 9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9"/>
              <a:gd name="T115" fmla="*/ 0 h 90"/>
              <a:gd name="T116" fmla="*/ 109 w 109"/>
              <a:gd name="T117" fmla="*/ 90 h 9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9" h="90">
                <a:moveTo>
                  <a:pt x="35" y="5"/>
                </a:moveTo>
                <a:lnTo>
                  <a:pt x="41" y="3"/>
                </a:lnTo>
                <a:lnTo>
                  <a:pt x="49" y="0"/>
                </a:lnTo>
                <a:lnTo>
                  <a:pt x="67" y="13"/>
                </a:lnTo>
                <a:lnTo>
                  <a:pt x="83" y="15"/>
                </a:lnTo>
                <a:lnTo>
                  <a:pt x="90" y="25"/>
                </a:lnTo>
                <a:lnTo>
                  <a:pt x="96" y="39"/>
                </a:lnTo>
                <a:lnTo>
                  <a:pt x="98" y="44"/>
                </a:lnTo>
                <a:lnTo>
                  <a:pt x="104" y="49"/>
                </a:lnTo>
                <a:lnTo>
                  <a:pt x="108" y="53"/>
                </a:lnTo>
                <a:lnTo>
                  <a:pt x="108" y="58"/>
                </a:lnTo>
                <a:lnTo>
                  <a:pt x="101" y="58"/>
                </a:lnTo>
                <a:lnTo>
                  <a:pt x="91" y="58"/>
                </a:lnTo>
                <a:lnTo>
                  <a:pt x="96" y="63"/>
                </a:lnTo>
                <a:lnTo>
                  <a:pt x="99" y="67"/>
                </a:lnTo>
                <a:lnTo>
                  <a:pt x="101" y="74"/>
                </a:lnTo>
                <a:lnTo>
                  <a:pt x="96" y="77"/>
                </a:lnTo>
                <a:lnTo>
                  <a:pt x="88" y="77"/>
                </a:lnTo>
                <a:lnTo>
                  <a:pt x="86" y="77"/>
                </a:lnTo>
                <a:lnTo>
                  <a:pt x="83" y="81"/>
                </a:lnTo>
                <a:lnTo>
                  <a:pt x="83" y="87"/>
                </a:lnTo>
                <a:lnTo>
                  <a:pt x="77" y="89"/>
                </a:lnTo>
                <a:lnTo>
                  <a:pt x="71" y="86"/>
                </a:lnTo>
                <a:lnTo>
                  <a:pt x="63" y="84"/>
                </a:lnTo>
                <a:lnTo>
                  <a:pt x="55" y="81"/>
                </a:lnTo>
                <a:lnTo>
                  <a:pt x="48" y="82"/>
                </a:lnTo>
                <a:lnTo>
                  <a:pt x="25" y="74"/>
                </a:lnTo>
                <a:lnTo>
                  <a:pt x="16" y="76"/>
                </a:lnTo>
                <a:lnTo>
                  <a:pt x="9" y="74"/>
                </a:lnTo>
                <a:lnTo>
                  <a:pt x="5" y="81"/>
                </a:lnTo>
                <a:lnTo>
                  <a:pt x="0" y="66"/>
                </a:lnTo>
                <a:lnTo>
                  <a:pt x="6" y="58"/>
                </a:lnTo>
                <a:lnTo>
                  <a:pt x="5" y="40"/>
                </a:lnTo>
                <a:lnTo>
                  <a:pt x="15" y="15"/>
                </a:lnTo>
                <a:lnTo>
                  <a:pt x="24" y="12"/>
                </a:lnTo>
                <a:lnTo>
                  <a:pt x="29" y="5"/>
                </a:lnTo>
                <a:lnTo>
                  <a:pt x="35" y="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0" name="Freeform 787">
            <a:extLst>
              <a:ext uri="{FF2B5EF4-FFF2-40B4-BE49-F238E27FC236}">
                <a16:creationId xmlns:a16="http://schemas.microsoft.com/office/drawing/2014/main" id="{E76CE8C1-5CBB-3260-71B0-B8358A3315E3}"/>
              </a:ext>
            </a:extLst>
          </p:cNvPr>
          <p:cNvSpPr>
            <a:spLocks/>
          </p:cNvSpPr>
          <p:nvPr/>
        </p:nvSpPr>
        <p:spPr bwMode="auto">
          <a:xfrm>
            <a:off x="4398706" y="4498200"/>
            <a:ext cx="275943" cy="155487"/>
          </a:xfrm>
          <a:custGeom>
            <a:avLst/>
            <a:gdLst>
              <a:gd name="T0" fmla="*/ 190643677 w 241"/>
              <a:gd name="T1" fmla="*/ 8625115 h 139"/>
              <a:gd name="T2" fmla="*/ 207693550 w 241"/>
              <a:gd name="T3" fmla="*/ 0 h 139"/>
              <a:gd name="T4" fmla="*/ 230943376 w 241"/>
              <a:gd name="T5" fmla="*/ 15525734 h 139"/>
              <a:gd name="T6" fmla="*/ 240243307 w 241"/>
              <a:gd name="T7" fmla="*/ 34500462 h 139"/>
              <a:gd name="T8" fmla="*/ 266591866 w 241"/>
              <a:gd name="T9" fmla="*/ 51750698 h 139"/>
              <a:gd name="T10" fmla="*/ 302240355 w 241"/>
              <a:gd name="T11" fmla="*/ 77626037 h 139"/>
              <a:gd name="T12" fmla="*/ 325490182 w 241"/>
              <a:gd name="T13" fmla="*/ 77626037 h 139"/>
              <a:gd name="T14" fmla="*/ 361138749 w 241"/>
              <a:gd name="T15" fmla="*/ 87976981 h 139"/>
              <a:gd name="T16" fmla="*/ 351838818 w 241"/>
              <a:gd name="T17" fmla="*/ 129376735 h 139"/>
              <a:gd name="T18" fmla="*/ 320840216 w 241"/>
              <a:gd name="T19" fmla="*/ 165602997 h 139"/>
              <a:gd name="T20" fmla="*/ 272791819 w 241"/>
              <a:gd name="T21" fmla="*/ 194928685 h 139"/>
              <a:gd name="T22" fmla="*/ 274341808 w 241"/>
              <a:gd name="T23" fmla="*/ 210453100 h 139"/>
              <a:gd name="T24" fmla="*/ 251091981 w 241"/>
              <a:gd name="T25" fmla="*/ 238054249 h 139"/>
              <a:gd name="T26" fmla="*/ 246442016 w 241"/>
              <a:gd name="T27" fmla="*/ 191478377 h 139"/>
              <a:gd name="T28" fmla="*/ 206143561 w 241"/>
              <a:gd name="T29" fmla="*/ 186302258 h 139"/>
              <a:gd name="T30" fmla="*/ 206143561 w 241"/>
              <a:gd name="T31" fmla="*/ 170777802 h 139"/>
              <a:gd name="T32" fmla="*/ 158095125 w 241"/>
              <a:gd name="T33" fmla="*/ 210453100 h 139"/>
              <a:gd name="T34" fmla="*/ 141045253 w 241"/>
              <a:gd name="T35" fmla="*/ 188028069 h 139"/>
              <a:gd name="T36" fmla="*/ 154995149 w 241"/>
              <a:gd name="T37" fmla="*/ 174228151 h 139"/>
              <a:gd name="T38" fmla="*/ 164295118 w 241"/>
              <a:gd name="T39" fmla="*/ 160426878 h 139"/>
              <a:gd name="T40" fmla="*/ 145695218 w 241"/>
              <a:gd name="T41" fmla="*/ 136277350 h 139"/>
              <a:gd name="T42" fmla="*/ 113146705 w 241"/>
              <a:gd name="T43" fmla="*/ 122477432 h 139"/>
              <a:gd name="T44" fmla="*/ 55798359 w 241"/>
              <a:gd name="T45" fmla="*/ 129376735 h 139"/>
              <a:gd name="T46" fmla="*/ 13949901 w 241"/>
              <a:gd name="T47" fmla="*/ 132827043 h 139"/>
              <a:gd name="T48" fmla="*/ 9299933 w 241"/>
              <a:gd name="T49" fmla="*/ 98326591 h 139"/>
              <a:gd name="T50" fmla="*/ 40298464 w 241"/>
              <a:gd name="T51" fmla="*/ 53475195 h 139"/>
              <a:gd name="T52" fmla="*/ 32548522 w 241"/>
              <a:gd name="T53" fmla="*/ 20700539 h 139"/>
              <a:gd name="T54" fmla="*/ 49598405 w 241"/>
              <a:gd name="T55" fmla="*/ 18974728 h 139"/>
              <a:gd name="T56" fmla="*/ 80596929 w 241"/>
              <a:gd name="T57" fmla="*/ 22425041 h 139"/>
              <a:gd name="T58" fmla="*/ 110046729 w 241"/>
              <a:gd name="T59" fmla="*/ 25875349 h 139"/>
              <a:gd name="T60" fmla="*/ 134845299 w 241"/>
              <a:gd name="T61" fmla="*/ 36224959 h 139"/>
              <a:gd name="T62" fmla="*/ 153445160 w 241"/>
              <a:gd name="T63" fmla="*/ 37950770 h 139"/>
              <a:gd name="T64" fmla="*/ 158095125 w 241"/>
              <a:gd name="T65" fmla="*/ 20700539 h 139"/>
              <a:gd name="T66" fmla="*/ 178245014 w 241"/>
              <a:gd name="T67" fmla="*/ 18974728 h 139"/>
              <a:gd name="T68" fmla="*/ 184444968 w 241"/>
              <a:gd name="T69" fmla="*/ 12075426 h 13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41"/>
              <a:gd name="T106" fmla="*/ 0 h 139"/>
              <a:gd name="T107" fmla="*/ 241 w 241"/>
              <a:gd name="T108" fmla="*/ 139 h 13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41" h="139">
                <a:moveTo>
                  <a:pt x="119" y="7"/>
                </a:moveTo>
                <a:lnTo>
                  <a:pt x="123" y="5"/>
                </a:lnTo>
                <a:lnTo>
                  <a:pt x="129" y="2"/>
                </a:lnTo>
                <a:lnTo>
                  <a:pt x="134" y="0"/>
                </a:lnTo>
                <a:lnTo>
                  <a:pt x="145" y="2"/>
                </a:lnTo>
                <a:lnTo>
                  <a:pt x="149" y="9"/>
                </a:lnTo>
                <a:lnTo>
                  <a:pt x="151" y="17"/>
                </a:lnTo>
                <a:lnTo>
                  <a:pt x="155" y="20"/>
                </a:lnTo>
                <a:lnTo>
                  <a:pt x="160" y="18"/>
                </a:lnTo>
                <a:lnTo>
                  <a:pt x="172" y="30"/>
                </a:lnTo>
                <a:lnTo>
                  <a:pt x="178" y="39"/>
                </a:lnTo>
                <a:lnTo>
                  <a:pt x="195" y="45"/>
                </a:lnTo>
                <a:lnTo>
                  <a:pt x="205" y="47"/>
                </a:lnTo>
                <a:lnTo>
                  <a:pt x="210" y="45"/>
                </a:lnTo>
                <a:lnTo>
                  <a:pt x="221" y="49"/>
                </a:lnTo>
                <a:lnTo>
                  <a:pt x="233" y="51"/>
                </a:lnTo>
                <a:lnTo>
                  <a:pt x="240" y="72"/>
                </a:lnTo>
                <a:lnTo>
                  <a:pt x="227" y="75"/>
                </a:lnTo>
                <a:lnTo>
                  <a:pt x="225" y="85"/>
                </a:lnTo>
                <a:lnTo>
                  <a:pt x="207" y="96"/>
                </a:lnTo>
                <a:lnTo>
                  <a:pt x="179" y="103"/>
                </a:lnTo>
                <a:lnTo>
                  <a:pt x="176" y="113"/>
                </a:lnTo>
                <a:lnTo>
                  <a:pt x="164" y="109"/>
                </a:lnTo>
                <a:lnTo>
                  <a:pt x="177" y="122"/>
                </a:lnTo>
                <a:lnTo>
                  <a:pt x="193" y="124"/>
                </a:lnTo>
                <a:lnTo>
                  <a:pt x="162" y="138"/>
                </a:lnTo>
                <a:lnTo>
                  <a:pt x="143" y="122"/>
                </a:lnTo>
                <a:lnTo>
                  <a:pt x="159" y="111"/>
                </a:lnTo>
                <a:lnTo>
                  <a:pt x="143" y="108"/>
                </a:lnTo>
                <a:lnTo>
                  <a:pt x="133" y="108"/>
                </a:lnTo>
                <a:lnTo>
                  <a:pt x="136" y="98"/>
                </a:lnTo>
                <a:lnTo>
                  <a:pt x="133" y="99"/>
                </a:lnTo>
                <a:lnTo>
                  <a:pt x="110" y="104"/>
                </a:lnTo>
                <a:lnTo>
                  <a:pt x="102" y="122"/>
                </a:lnTo>
                <a:lnTo>
                  <a:pt x="87" y="121"/>
                </a:lnTo>
                <a:lnTo>
                  <a:pt x="91" y="109"/>
                </a:lnTo>
                <a:lnTo>
                  <a:pt x="92" y="103"/>
                </a:lnTo>
                <a:lnTo>
                  <a:pt x="100" y="101"/>
                </a:lnTo>
                <a:lnTo>
                  <a:pt x="105" y="97"/>
                </a:lnTo>
                <a:lnTo>
                  <a:pt x="106" y="93"/>
                </a:lnTo>
                <a:lnTo>
                  <a:pt x="100" y="92"/>
                </a:lnTo>
                <a:lnTo>
                  <a:pt x="94" y="79"/>
                </a:lnTo>
                <a:lnTo>
                  <a:pt x="85" y="71"/>
                </a:lnTo>
                <a:lnTo>
                  <a:pt x="73" y="71"/>
                </a:lnTo>
                <a:lnTo>
                  <a:pt x="58" y="74"/>
                </a:lnTo>
                <a:lnTo>
                  <a:pt x="36" y="75"/>
                </a:lnTo>
                <a:lnTo>
                  <a:pt x="25" y="77"/>
                </a:lnTo>
                <a:lnTo>
                  <a:pt x="9" y="77"/>
                </a:lnTo>
                <a:lnTo>
                  <a:pt x="0" y="70"/>
                </a:lnTo>
                <a:lnTo>
                  <a:pt x="6" y="57"/>
                </a:lnTo>
                <a:lnTo>
                  <a:pt x="15" y="44"/>
                </a:lnTo>
                <a:lnTo>
                  <a:pt x="26" y="31"/>
                </a:lnTo>
                <a:lnTo>
                  <a:pt x="21" y="15"/>
                </a:lnTo>
                <a:lnTo>
                  <a:pt x="21" y="12"/>
                </a:lnTo>
                <a:lnTo>
                  <a:pt x="25" y="9"/>
                </a:lnTo>
                <a:lnTo>
                  <a:pt x="32" y="11"/>
                </a:lnTo>
                <a:lnTo>
                  <a:pt x="41" y="9"/>
                </a:lnTo>
                <a:lnTo>
                  <a:pt x="52" y="13"/>
                </a:lnTo>
                <a:lnTo>
                  <a:pt x="63" y="17"/>
                </a:lnTo>
                <a:lnTo>
                  <a:pt x="71" y="15"/>
                </a:lnTo>
                <a:lnTo>
                  <a:pt x="79" y="19"/>
                </a:lnTo>
                <a:lnTo>
                  <a:pt x="87" y="21"/>
                </a:lnTo>
                <a:lnTo>
                  <a:pt x="93" y="24"/>
                </a:lnTo>
                <a:lnTo>
                  <a:pt x="99" y="22"/>
                </a:lnTo>
                <a:lnTo>
                  <a:pt x="99" y="16"/>
                </a:lnTo>
                <a:lnTo>
                  <a:pt x="102" y="12"/>
                </a:lnTo>
                <a:lnTo>
                  <a:pt x="112" y="12"/>
                </a:lnTo>
                <a:lnTo>
                  <a:pt x="115" y="11"/>
                </a:lnTo>
                <a:lnTo>
                  <a:pt x="119"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1" name="Freeform 788">
            <a:extLst>
              <a:ext uri="{FF2B5EF4-FFF2-40B4-BE49-F238E27FC236}">
                <a16:creationId xmlns:a16="http://schemas.microsoft.com/office/drawing/2014/main" id="{768E24E4-1484-779A-74E8-8D54ABB365A9}"/>
              </a:ext>
            </a:extLst>
          </p:cNvPr>
          <p:cNvSpPr>
            <a:spLocks/>
          </p:cNvSpPr>
          <p:nvPr/>
        </p:nvSpPr>
        <p:spPr bwMode="auto">
          <a:xfrm>
            <a:off x="4468787" y="4577971"/>
            <a:ext cx="51101" cy="55434"/>
          </a:xfrm>
          <a:custGeom>
            <a:avLst/>
            <a:gdLst>
              <a:gd name="T0" fmla="*/ 15245252 w 45"/>
              <a:gd name="T1" fmla="*/ 21173698 h 51"/>
              <a:gd name="T2" fmla="*/ 22868498 w 45"/>
              <a:gd name="T3" fmla="*/ 34203856 h 51"/>
              <a:gd name="T4" fmla="*/ 27441949 w 45"/>
              <a:gd name="T5" fmla="*/ 42347396 h 51"/>
              <a:gd name="T6" fmla="*/ 32015399 w 45"/>
              <a:gd name="T7" fmla="*/ 79808144 h 51"/>
              <a:gd name="T8" fmla="*/ 38113745 w 45"/>
              <a:gd name="T9" fmla="*/ 81436595 h 51"/>
              <a:gd name="T10" fmla="*/ 44212101 w 45"/>
              <a:gd name="T11" fmla="*/ 61891357 h 51"/>
              <a:gd name="T12" fmla="*/ 45736996 w 45"/>
              <a:gd name="T13" fmla="*/ 52119377 h 51"/>
              <a:gd name="T14" fmla="*/ 64032034 w 45"/>
              <a:gd name="T15" fmla="*/ 45604298 h 51"/>
              <a:gd name="T16" fmla="*/ 67080589 w 45"/>
              <a:gd name="T17" fmla="*/ 37460758 h 51"/>
              <a:gd name="T18" fmla="*/ 59458583 w 45"/>
              <a:gd name="T19" fmla="*/ 34203856 h 51"/>
              <a:gd name="T20" fmla="*/ 50310447 w 45"/>
              <a:gd name="T21" fmla="*/ 13030163 h 51"/>
              <a:gd name="T22" fmla="*/ 35065190 w 45"/>
              <a:gd name="T23" fmla="*/ 0 h 51"/>
              <a:gd name="T24" fmla="*/ 16770147 w 45"/>
              <a:gd name="T25" fmla="*/ 0 h 51"/>
              <a:gd name="T26" fmla="*/ 0 w 45"/>
              <a:gd name="T27" fmla="*/ 1628451 h 51"/>
              <a:gd name="T28" fmla="*/ 15245252 w 45"/>
              <a:gd name="T29" fmla="*/ 21173698 h 51"/>
              <a:gd name="T30" fmla="*/ 15245252 w 45"/>
              <a:gd name="T31" fmla="*/ 21173698 h 5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5"/>
              <a:gd name="T49" fmla="*/ 0 h 51"/>
              <a:gd name="T50" fmla="*/ 45 w 45"/>
              <a:gd name="T51" fmla="*/ 51 h 5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5" h="51">
                <a:moveTo>
                  <a:pt x="10" y="13"/>
                </a:moveTo>
                <a:lnTo>
                  <a:pt x="15" y="21"/>
                </a:lnTo>
                <a:lnTo>
                  <a:pt x="18" y="26"/>
                </a:lnTo>
                <a:lnTo>
                  <a:pt x="21" y="49"/>
                </a:lnTo>
                <a:lnTo>
                  <a:pt x="25" y="50"/>
                </a:lnTo>
                <a:lnTo>
                  <a:pt x="29" y="38"/>
                </a:lnTo>
                <a:lnTo>
                  <a:pt x="30" y="32"/>
                </a:lnTo>
                <a:lnTo>
                  <a:pt x="42" y="28"/>
                </a:lnTo>
                <a:lnTo>
                  <a:pt x="44" y="23"/>
                </a:lnTo>
                <a:lnTo>
                  <a:pt x="39" y="21"/>
                </a:lnTo>
                <a:lnTo>
                  <a:pt x="33" y="8"/>
                </a:lnTo>
                <a:lnTo>
                  <a:pt x="23" y="0"/>
                </a:lnTo>
                <a:lnTo>
                  <a:pt x="11" y="0"/>
                </a:lnTo>
                <a:lnTo>
                  <a:pt x="0" y="1"/>
                </a:lnTo>
                <a:lnTo>
                  <a:pt x="10"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2" name="Freeform 789">
            <a:extLst>
              <a:ext uri="{FF2B5EF4-FFF2-40B4-BE49-F238E27FC236}">
                <a16:creationId xmlns:a16="http://schemas.microsoft.com/office/drawing/2014/main" id="{04A3C6F5-D78A-7A58-7003-D78371C7794D}"/>
              </a:ext>
            </a:extLst>
          </p:cNvPr>
          <p:cNvSpPr>
            <a:spLocks/>
          </p:cNvSpPr>
          <p:nvPr/>
        </p:nvSpPr>
        <p:spPr bwMode="auto">
          <a:xfrm>
            <a:off x="4419146" y="4340011"/>
            <a:ext cx="80301" cy="52729"/>
          </a:xfrm>
          <a:custGeom>
            <a:avLst/>
            <a:gdLst>
              <a:gd name="T0" fmla="*/ 92873192 w 69"/>
              <a:gd name="T1" fmla="*/ 1811599 h 46"/>
              <a:gd name="T2" fmla="*/ 0 w 69"/>
              <a:gd name="T3" fmla="*/ 18114643 h 46"/>
              <a:gd name="T4" fmla="*/ 8006221 w 69"/>
              <a:gd name="T5" fmla="*/ 48910485 h 46"/>
              <a:gd name="T6" fmla="*/ 19215183 w 69"/>
              <a:gd name="T7" fmla="*/ 47098886 h 46"/>
              <a:gd name="T8" fmla="*/ 16012443 w 69"/>
              <a:gd name="T9" fmla="*/ 76081768 h 46"/>
              <a:gd name="T10" fmla="*/ 27221407 w 69"/>
              <a:gd name="T11" fmla="*/ 76081768 h 46"/>
              <a:gd name="T12" fmla="*/ 32024886 w 69"/>
              <a:gd name="T13" fmla="*/ 72459918 h 46"/>
              <a:gd name="T14" fmla="*/ 35227626 w 69"/>
              <a:gd name="T15" fmla="*/ 74270170 h 46"/>
              <a:gd name="T16" fmla="*/ 51240074 w 69"/>
              <a:gd name="T17" fmla="*/ 72459918 h 46"/>
              <a:gd name="T18" fmla="*/ 62449034 w 69"/>
              <a:gd name="T19" fmla="*/ 74270170 h 46"/>
              <a:gd name="T20" fmla="*/ 68853250 w 69"/>
              <a:gd name="T21" fmla="*/ 81516563 h 46"/>
              <a:gd name="T22" fmla="*/ 84865707 w 69"/>
              <a:gd name="T23" fmla="*/ 74270170 h 46"/>
              <a:gd name="T24" fmla="*/ 91271189 w 69"/>
              <a:gd name="T25" fmla="*/ 81516563 h 46"/>
              <a:gd name="T26" fmla="*/ 94473929 w 69"/>
              <a:gd name="T27" fmla="*/ 76081768 h 46"/>
              <a:gd name="T28" fmla="*/ 108885629 w 69"/>
              <a:gd name="T29" fmla="*/ 50722083 h 46"/>
              <a:gd name="T30" fmla="*/ 108885629 w 69"/>
              <a:gd name="T31" fmla="*/ 28984238 h 46"/>
              <a:gd name="T32" fmla="*/ 96074667 w 69"/>
              <a:gd name="T33" fmla="*/ 18114643 h 46"/>
              <a:gd name="T34" fmla="*/ 96074667 w 69"/>
              <a:gd name="T35" fmla="*/ 0 h 46"/>
              <a:gd name="T36" fmla="*/ 78461472 w 69"/>
              <a:gd name="T37" fmla="*/ 3623198 h 46"/>
              <a:gd name="T38" fmla="*/ 92873192 w 69"/>
              <a:gd name="T39" fmla="*/ 1811599 h 46"/>
              <a:gd name="T40" fmla="*/ 92873192 w 69"/>
              <a:gd name="T41" fmla="*/ 1811599 h 4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9"/>
              <a:gd name="T64" fmla="*/ 0 h 46"/>
              <a:gd name="T65" fmla="*/ 69 w 69"/>
              <a:gd name="T66" fmla="*/ 46 h 4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9" h="46">
                <a:moveTo>
                  <a:pt x="58" y="1"/>
                </a:moveTo>
                <a:lnTo>
                  <a:pt x="0" y="10"/>
                </a:lnTo>
                <a:lnTo>
                  <a:pt x="5" y="27"/>
                </a:lnTo>
                <a:lnTo>
                  <a:pt x="12" y="26"/>
                </a:lnTo>
                <a:lnTo>
                  <a:pt x="10" y="42"/>
                </a:lnTo>
                <a:lnTo>
                  <a:pt x="17" y="42"/>
                </a:lnTo>
                <a:lnTo>
                  <a:pt x="20" y="40"/>
                </a:lnTo>
                <a:lnTo>
                  <a:pt x="22" y="41"/>
                </a:lnTo>
                <a:lnTo>
                  <a:pt x="32" y="40"/>
                </a:lnTo>
                <a:lnTo>
                  <a:pt x="39" y="41"/>
                </a:lnTo>
                <a:lnTo>
                  <a:pt x="43" y="45"/>
                </a:lnTo>
                <a:lnTo>
                  <a:pt x="53" y="41"/>
                </a:lnTo>
                <a:lnTo>
                  <a:pt x="57" y="45"/>
                </a:lnTo>
                <a:lnTo>
                  <a:pt x="59" y="42"/>
                </a:lnTo>
                <a:lnTo>
                  <a:pt x="68" y="28"/>
                </a:lnTo>
                <a:lnTo>
                  <a:pt x="68" y="16"/>
                </a:lnTo>
                <a:lnTo>
                  <a:pt x="60" y="10"/>
                </a:lnTo>
                <a:lnTo>
                  <a:pt x="60" y="0"/>
                </a:lnTo>
                <a:lnTo>
                  <a:pt x="49" y="2"/>
                </a:lnTo>
                <a:lnTo>
                  <a:pt x="58" y="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3" name="Freeform 790">
            <a:extLst>
              <a:ext uri="{FF2B5EF4-FFF2-40B4-BE49-F238E27FC236}">
                <a16:creationId xmlns:a16="http://schemas.microsoft.com/office/drawing/2014/main" id="{B183A038-E815-5CA7-7687-EF5371F62BBA}"/>
              </a:ext>
            </a:extLst>
          </p:cNvPr>
          <p:cNvSpPr>
            <a:spLocks/>
          </p:cNvSpPr>
          <p:nvPr/>
        </p:nvSpPr>
        <p:spPr bwMode="auto">
          <a:xfrm>
            <a:off x="4357826" y="4408965"/>
            <a:ext cx="125561" cy="62194"/>
          </a:xfrm>
          <a:custGeom>
            <a:avLst/>
            <a:gdLst>
              <a:gd name="T0" fmla="*/ 34514522 w 109"/>
              <a:gd name="T1" fmla="*/ 12801014 h 54"/>
              <a:gd name="T2" fmla="*/ 69027792 w 109"/>
              <a:gd name="T3" fmla="*/ 9144353 h 54"/>
              <a:gd name="T4" fmla="*/ 95697775 w 109"/>
              <a:gd name="T5" fmla="*/ 0 h 54"/>
              <a:gd name="T6" fmla="*/ 133348604 w 109"/>
              <a:gd name="T7" fmla="*/ 0 h 54"/>
              <a:gd name="T8" fmla="*/ 169431313 w 109"/>
              <a:gd name="T9" fmla="*/ 0 h 54"/>
              <a:gd name="T10" fmla="*/ 155312840 w 109"/>
              <a:gd name="T11" fmla="*/ 21945364 h 54"/>
              <a:gd name="T12" fmla="*/ 141193153 w 109"/>
              <a:gd name="T13" fmla="*/ 34746378 h 54"/>
              <a:gd name="T14" fmla="*/ 123935896 w 109"/>
              <a:gd name="T15" fmla="*/ 36574707 h 54"/>
              <a:gd name="T16" fmla="*/ 103542324 w 109"/>
              <a:gd name="T17" fmla="*/ 60348405 h 54"/>
              <a:gd name="T18" fmla="*/ 95697775 w 109"/>
              <a:gd name="T19" fmla="*/ 80465435 h 54"/>
              <a:gd name="T20" fmla="*/ 89422637 w 109"/>
              <a:gd name="T21" fmla="*/ 96924475 h 54"/>
              <a:gd name="T22" fmla="*/ 80009910 w 109"/>
              <a:gd name="T23" fmla="*/ 85951774 h 54"/>
              <a:gd name="T24" fmla="*/ 0 w 109"/>
              <a:gd name="T25" fmla="*/ 69492755 h 54"/>
              <a:gd name="T26" fmla="*/ 21962993 w 109"/>
              <a:gd name="T27" fmla="*/ 49377078 h 54"/>
              <a:gd name="T28" fmla="*/ 36082680 w 109"/>
              <a:gd name="T29" fmla="*/ 60348405 h 54"/>
              <a:gd name="T30" fmla="*/ 31375701 w 109"/>
              <a:gd name="T31" fmla="*/ 38404388 h 54"/>
              <a:gd name="T32" fmla="*/ 34514522 w 109"/>
              <a:gd name="T33" fmla="*/ 12801014 h 54"/>
              <a:gd name="T34" fmla="*/ 34514522 w 109"/>
              <a:gd name="T35" fmla="*/ 12801014 h 5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9"/>
              <a:gd name="T55" fmla="*/ 0 h 54"/>
              <a:gd name="T56" fmla="*/ 109 w 109"/>
              <a:gd name="T57" fmla="*/ 54 h 5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9" h="54">
                <a:moveTo>
                  <a:pt x="22" y="7"/>
                </a:moveTo>
                <a:lnTo>
                  <a:pt x="44" y="5"/>
                </a:lnTo>
                <a:lnTo>
                  <a:pt x="61" y="0"/>
                </a:lnTo>
                <a:lnTo>
                  <a:pt x="85" y="0"/>
                </a:lnTo>
                <a:lnTo>
                  <a:pt x="108" y="0"/>
                </a:lnTo>
                <a:lnTo>
                  <a:pt x="99" y="12"/>
                </a:lnTo>
                <a:lnTo>
                  <a:pt x="90" y="19"/>
                </a:lnTo>
                <a:lnTo>
                  <a:pt x="79" y="20"/>
                </a:lnTo>
                <a:lnTo>
                  <a:pt x="66" y="33"/>
                </a:lnTo>
                <a:lnTo>
                  <a:pt x="61" y="44"/>
                </a:lnTo>
                <a:lnTo>
                  <a:pt x="57" y="53"/>
                </a:lnTo>
                <a:lnTo>
                  <a:pt x="51" y="47"/>
                </a:lnTo>
                <a:lnTo>
                  <a:pt x="0" y="38"/>
                </a:lnTo>
                <a:lnTo>
                  <a:pt x="14" y="27"/>
                </a:lnTo>
                <a:lnTo>
                  <a:pt x="23" y="33"/>
                </a:lnTo>
                <a:lnTo>
                  <a:pt x="20" y="21"/>
                </a:lnTo>
                <a:lnTo>
                  <a:pt x="22"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4" name="Freeform 791">
            <a:extLst>
              <a:ext uri="{FF2B5EF4-FFF2-40B4-BE49-F238E27FC236}">
                <a16:creationId xmlns:a16="http://schemas.microsoft.com/office/drawing/2014/main" id="{B715867E-3EC0-229F-AFF2-6247BCDBE529}"/>
              </a:ext>
            </a:extLst>
          </p:cNvPr>
          <p:cNvSpPr>
            <a:spLocks/>
          </p:cNvSpPr>
          <p:nvPr/>
        </p:nvSpPr>
        <p:spPr bwMode="auto">
          <a:xfrm>
            <a:off x="4379725" y="4384627"/>
            <a:ext cx="108042" cy="43265"/>
          </a:xfrm>
          <a:custGeom>
            <a:avLst/>
            <a:gdLst>
              <a:gd name="T0" fmla="*/ 68810669 w 95"/>
              <a:gd name="T1" fmla="*/ 6786359 h 39"/>
              <a:gd name="T2" fmla="*/ 81044160 w 95"/>
              <a:gd name="T3" fmla="*/ 6786359 h 39"/>
              <a:gd name="T4" fmla="*/ 91747984 w 95"/>
              <a:gd name="T5" fmla="*/ 3393179 h 39"/>
              <a:gd name="T6" fmla="*/ 93276395 w 95"/>
              <a:gd name="T7" fmla="*/ 6786359 h 39"/>
              <a:gd name="T8" fmla="*/ 97864102 w 95"/>
              <a:gd name="T9" fmla="*/ 1697241 h 39"/>
              <a:gd name="T10" fmla="*/ 140679397 w 95"/>
              <a:gd name="T11" fmla="*/ 0 h 39"/>
              <a:gd name="T12" fmla="*/ 143737456 w 95"/>
              <a:gd name="T13" fmla="*/ 10179537 h 39"/>
              <a:gd name="T14" fmla="*/ 137621339 w 95"/>
              <a:gd name="T15" fmla="*/ 35630335 h 39"/>
              <a:gd name="T16" fmla="*/ 126917515 w 95"/>
              <a:gd name="T17" fmla="*/ 64473011 h 39"/>
              <a:gd name="T18" fmla="*/ 103980219 w 95"/>
              <a:gd name="T19" fmla="*/ 49203058 h 39"/>
              <a:gd name="T20" fmla="*/ 64222963 w 95"/>
              <a:gd name="T21" fmla="*/ 42416691 h 39"/>
              <a:gd name="T22" fmla="*/ 27523775 w 95"/>
              <a:gd name="T23" fmla="*/ 50900298 h 39"/>
              <a:gd name="T24" fmla="*/ 22937305 w 95"/>
              <a:gd name="T25" fmla="*/ 50900298 h 39"/>
              <a:gd name="T26" fmla="*/ 1529648 w 95"/>
              <a:gd name="T27" fmla="*/ 54293476 h 39"/>
              <a:gd name="T28" fmla="*/ 0 w 95"/>
              <a:gd name="T29" fmla="*/ 37326272 h 39"/>
              <a:gd name="T30" fmla="*/ 13761888 w 95"/>
              <a:gd name="T31" fmla="*/ 8483599 h 39"/>
              <a:gd name="T32" fmla="*/ 30583070 w 95"/>
              <a:gd name="T33" fmla="*/ 3393179 h 39"/>
              <a:gd name="T34" fmla="*/ 65752611 w 95"/>
              <a:gd name="T35" fmla="*/ 30539916 h 39"/>
              <a:gd name="T36" fmla="*/ 68810669 w 95"/>
              <a:gd name="T37" fmla="*/ 6786359 h 39"/>
              <a:gd name="T38" fmla="*/ 68810669 w 95"/>
              <a:gd name="T39" fmla="*/ 6786359 h 3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95"/>
              <a:gd name="T61" fmla="*/ 0 h 39"/>
              <a:gd name="T62" fmla="*/ 95 w 95"/>
              <a:gd name="T63" fmla="*/ 39 h 3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95" h="39">
                <a:moveTo>
                  <a:pt x="45" y="4"/>
                </a:moveTo>
                <a:lnTo>
                  <a:pt x="53" y="4"/>
                </a:lnTo>
                <a:lnTo>
                  <a:pt x="60" y="2"/>
                </a:lnTo>
                <a:lnTo>
                  <a:pt x="61" y="4"/>
                </a:lnTo>
                <a:lnTo>
                  <a:pt x="64" y="1"/>
                </a:lnTo>
                <a:lnTo>
                  <a:pt x="92" y="0"/>
                </a:lnTo>
                <a:lnTo>
                  <a:pt x="94" y="6"/>
                </a:lnTo>
                <a:lnTo>
                  <a:pt x="90" y="21"/>
                </a:lnTo>
                <a:lnTo>
                  <a:pt x="83" y="38"/>
                </a:lnTo>
                <a:lnTo>
                  <a:pt x="68" y="29"/>
                </a:lnTo>
                <a:lnTo>
                  <a:pt x="42" y="25"/>
                </a:lnTo>
                <a:lnTo>
                  <a:pt x="18" y="30"/>
                </a:lnTo>
                <a:lnTo>
                  <a:pt x="15" y="30"/>
                </a:lnTo>
                <a:lnTo>
                  <a:pt x="1" y="32"/>
                </a:lnTo>
                <a:lnTo>
                  <a:pt x="0" y="22"/>
                </a:lnTo>
                <a:lnTo>
                  <a:pt x="9" y="5"/>
                </a:lnTo>
                <a:lnTo>
                  <a:pt x="20" y="2"/>
                </a:lnTo>
                <a:lnTo>
                  <a:pt x="43" y="18"/>
                </a:lnTo>
                <a:lnTo>
                  <a:pt x="45"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5" name="Freeform 792">
            <a:extLst>
              <a:ext uri="{FF2B5EF4-FFF2-40B4-BE49-F238E27FC236}">
                <a16:creationId xmlns:a16="http://schemas.microsoft.com/office/drawing/2014/main" id="{310E38F3-23BE-2386-0819-C23B32EA3395}"/>
              </a:ext>
            </a:extLst>
          </p:cNvPr>
          <p:cNvSpPr>
            <a:spLocks/>
          </p:cNvSpPr>
          <p:nvPr/>
        </p:nvSpPr>
        <p:spPr bwMode="auto">
          <a:xfrm>
            <a:off x="4265845" y="4605013"/>
            <a:ext cx="52561" cy="28393"/>
          </a:xfrm>
          <a:custGeom>
            <a:avLst/>
            <a:gdLst>
              <a:gd name="T0" fmla="*/ 0 w 47"/>
              <a:gd name="T1" fmla="*/ 42676691 h 25"/>
              <a:gd name="T2" fmla="*/ 0 w 47"/>
              <a:gd name="T3" fmla="*/ 42676691 h 25"/>
              <a:gd name="T4" fmla="*/ 0 w 47"/>
              <a:gd name="T5" fmla="*/ 12446704 h 25"/>
              <a:gd name="T6" fmla="*/ 47314124 w 47"/>
              <a:gd name="T7" fmla="*/ 0 h 25"/>
              <a:gd name="T8" fmla="*/ 59141738 w 47"/>
              <a:gd name="T9" fmla="*/ 8890311 h 25"/>
              <a:gd name="T10" fmla="*/ 68013361 w 47"/>
              <a:gd name="T11" fmla="*/ 17781956 h 25"/>
              <a:gd name="T12" fmla="*/ 48792728 w 47"/>
              <a:gd name="T13" fmla="*/ 24894741 h 25"/>
              <a:gd name="T14" fmla="*/ 28092265 w 47"/>
              <a:gd name="T15" fmla="*/ 37341439 h 25"/>
              <a:gd name="T16" fmla="*/ 10350231 w 47"/>
              <a:gd name="T17" fmla="*/ 37341439 h 25"/>
              <a:gd name="T18" fmla="*/ 0 w 47"/>
              <a:gd name="T19" fmla="*/ 42676691 h 25"/>
              <a:gd name="T20" fmla="*/ 0 w 47"/>
              <a:gd name="T21" fmla="*/ 42676691 h 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7"/>
              <a:gd name="T34" fmla="*/ 0 h 25"/>
              <a:gd name="T35" fmla="*/ 47 w 47"/>
              <a:gd name="T36" fmla="*/ 25 h 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7" h="25">
                <a:moveTo>
                  <a:pt x="0" y="24"/>
                </a:moveTo>
                <a:lnTo>
                  <a:pt x="0" y="24"/>
                </a:lnTo>
                <a:lnTo>
                  <a:pt x="0" y="7"/>
                </a:lnTo>
                <a:lnTo>
                  <a:pt x="32" y="0"/>
                </a:lnTo>
                <a:lnTo>
                  <a:pt x="40" y="5"/>
                </a:lnTo>
                <a:lnTo>
                  <a:pt x="46" y="10"/>
                </a:lnTo>
                <a:lnTo>
                  <a:pt x="33" y="14"/>
                </a:lnTo>
                <a:lnTo>
                  <a:pt x="19" y="21"/>
                </a:lnTo>
                <a:lnTo>
                  <a:pt x="7" y="21"/>
                </a:lnTo>
                <a:lnTo>
                  <a:pt x="0" y="2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6" name="Freeform 793">
            <a:extLst>
              <a:ext uri="{FF2B5EF4-FFF2-40B4-BE49-F238E27FC236}">
                <a16:creationId xmlns:a16="http://schemas.microsoft.com/office/drawing/2014/main" id="{1C05361D-9F6F-5DCD-9D1B-3A519B1ED438}"/>
              </a:ext>
            </a:extLst>
          </p:cNvPr>
          <p:cNvSpPr>
            <a:spLocks/>
          </p:cNvSpPr>
          <p:nvPr/>
        </p:nvSpPr>
        <p:spPr bwMode="auto">
          <a:xfrm>
            <a:off x="4375346" y="4695601"/>
            <a:ext cx="39420" cy="21633"/>
          </a:xfrm>
          <a:custGeom>
            <a:avLst/>
            <a:gdLst>
              <a:gd name="T0" fmla="*/ 0 w 32"/>
              <a:gd name="T1" fmla="*/ 12903200 h 20"/>
              <a:gd name="T2" fmla="*/ 10765308 w 32"/>
              <a:gd name="T3" fmla="*/ 30645098 h 20"/>
              <a:gd name="T4" fmla="*/ 55620095 w 32"/>
              <a:gd name="T5" fmla="*/ 17741898 h 20"/>
              <a:gd name="T6" fmla="*/ 46648337 w 32"/>
              <a:gd name="T7" fmla="*/ 0 h 20"/>
              <a:gd name="T8" fmla="*/ 3588436 w 32"/>
              <a:gd name="T9" fmla="*/ 14516099 h 20"/>
              <a:gd name="T10" fmla="*/ 0 w 32"/>
              <a:gd name="T11" fmla="*/ 12903200 h 20"/>
              <a:gd name="T12" fmla="*/ 0 w 32"/>
              <a:gd name="T13" fmla="*/ 12903200 h 20"/>
              <a:gd name="T14" fmla="*/ 0 60000 65536"/>
              <a:gd name="T15" fmla="*/ 0 60000 65536"/>
              <a:gd name="T16" fmla="*/ 0 60000 65536"/>
              <a:gd name="T17" fmla="*/ 0 60000 65536"/>
              <a:gd name="T18" fmla="*/ 0 60000 65536"/>
              <a:gd name="T19" fmla="*/ 0 60000 65536"/>
              <a:gd name="T20" fmla="*/ 0 60000 65536"/>
              <a:gd name="T21" fmla="*/ 0 w 32"/>
              <a:gd name="T22" fmla="*/ 0 h 20"/>
              <a:gd name="T23" fmla="*/ 32 w 32"/>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20">
                <a:moveTo>
                  <a:pt x="0" y="8"/>
                </a:moveTo>
                <a:lnTo>
                  <a:pt x="6" y="19"/>
                </a:lnTo>
                <a:lnTo>
                  <a:pt x="31" y="11"/>
                </a:lnTo>
                <a:lnTo>
                  <a:pt x="26" y="0"/>
                </a:lnTo>
                <a:lnTo>
                  <a:pt x="2" y="9"/>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7" name="Freeform 794">
            <a:extLst>
              <a:ext uri="{FF2B5EF4-FFF2-40B4-BE49-F238E27FC236}">
                <a16:creationId xmlns:a16="http://schemas.microsoft.com/office/drawing/2014/main" id="{18688575-2C97-1AEB-E275-B315AC4E6F3D}"/>
              </a:ext>
            </a:extLst>
          </p:cNvPr>
          <p:cNvSpPr>
            <a:spLocks/>
          </p:cNvSpPr>
          <p:nvPr/>
        </p:nvSpPr>
        <p:spPr bwMode="auto">
          <a:xfrm>
            <a:off x="4341766" y="4621237"/>
            <a:ext cx="67161" cy="86532"/>
          </a:xfrm>
          <a:custGeom>
            <a:avLst/>
            <a:gdLst>
              <a:gd name="T0" fmla="*/ 25363600 w 58"/>
              <a:gd name="T1" fmla="*/ 23155799 h 79"/>
              <a:gd name="T2" fmla="*/ 34874474 w 58"/>
              <a:gd name="T3" fmla="*/ 0 h 79"/>
              <a:gd name="T4" fmla="*/ 90357122 w 58"/>
              <a:gd name="T5" fmla="*/ 52927169 h 79"/>
              <a:gd name="T6" fmla="*/ 80846228 w 58"/>
              <a:gd name="T7" fmla="*/ 89315408 h 79"/>
              <a:gd name="T8" fmla="*/ 88771976 w 58"/>
              <a:gd name="T9" fmla="*/ 109163411 h 79"/>
              <a:gd name="T10" fmla="*/ 31704183 w 58"/>
              <a:gd name="T11" fmla="*/ 129011413 h 79"/>
              <a:gd name="T12" fmla="*/ 0 w 58"/>
              <a:gd name="T13" fmla="*/ 104201732 h 79"/>
              <a:gd name="T14" fmla="*/ 41215057 w 58"/>
              <a:gd name="T15" fmla="*/ 100893946 h 79"/>
              <a:gd name="T16" fmla="*/ 49142055 w 58"/>
              <a:gd name="T17" fmla="*/ 72775172 h 79"/>
              <a:gd name="T18" fmla="*/ 25363600 w 58"/>
              <a:gd name="T19" fmla="*/ 23155799 h 79"/>
              <a:gd name="T20" fmla="*/ 25363600 w 58"/>
              <a:gd name="T21" fmla="*/ 23155799 h 7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8"/>
              <a:gd name="T34" fmla="*/ 0 h 79"/>
              <a:gd name="T35" fmla="*/ 58 w 58"/>
              <a:gd name="T36" fmla="*/ 79 h 7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8" h="79">
                <a:moveTo>
                  <a:pt x="16" y="14"/>
                </a:moveTo>
                <a:lnTo>
                  <a:pt x="22" y="0"/>
                </a:lnTo>
                <a:lnTo>
                  <a:pt x="57" y="32"/>
                </a:lnTo>
                <a:lnTo>
                  <a:pt x="51" y="54"/>
                </a:lnTo>
                <a:lnTo>
                  <a:pt x="56" y="66"/>
                </a:lnTo>
                <a:lnTo>
                  <a:pt x="20" y="78"/>
                </a:lnTo>
                <a:lnTo>
                  <a:pt x="0" y="63"/>
                </a:lnTo>
                <a:lnTo>
                  <a:pt x="26" y="61"/>
                </a:lnTo>
                <a:lnTo>
                  <a:pt x="31" y="44"/>
                </a:lnTo>
                <a:lnTo>
                  <a:pt x="16" y="1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8" name="Freeform 795">
            <a:extLst>
              <a:ext uri="{FF2B5EF4-FFF2-40B4-BE49-F238E27FC236}">
                <a16:creationId xmlns:a16="http://schemas.microsoft.com/office/drawing/2014/main" id="{78C45E6F-B7B1-9DCF-B4C2-584350625296}"/>
              </a:ext>
            </a:extLst>
          </p:cNvPr>
          <p:cNvSpPr>
            <a:spLocks/>
          </p:cNvSpPr>
          <p:nvPr/>
        </p:nvSpPr>
        <p:spPr bwMode="auto">
          <a:xfrm>
            <a:off x="4262926" y="4615830"/>
            <a:ext cx="108042" cy="75715"/>
          </a:xfrm>
          <a:custGeom>
            <a:avLst/>
            <a:gdLst>
              <a:gd name="T0" fmla="*/ 4891812 w 92"/>
              <a:gd name="T1" fmla="*/ 24317568 h 65"/>
              <a:gd name="T2" fmla="*/ 35870734 w 92"/>
              <a:gd name="T3" fmla="*/ 18705924 h 65"/>
              <a:gd name="T4" fmla="*/ 58696640 w 92"/>
              <a:gd name="T5" fmla="*/ 1871003 h 65"/>
              <a:gd name="T6" fmla="*/ 78262605 w 92"/>
              <a:gd name="T7" fmla="*/ 0 h 65"/>
              <a:gd name="T8" fmla="*/ 99459194 w 92"/>
              <a:gd name="T9" fmla="*/ 18705924 h 65"/>
              <a:gd name="T10" fmla="*/ 148373469 w 92"/>
              <a:gd name="T11" fmla="*/ 7482644 h 65"/>
              <a:gd name="T12" fmla="*/ 130438108 w 92"/>
              <a:gd name="T13" fmla="*/ 54246776 h 65"/>
              <a:gd name="T14" fmla="*/ 83154416 w 92"/>
              <a:gd name="T15" fmla="*/ 57987413 h 65"/>
              <a:gd name="T16" fmla="*/ 99459194 w 92"/>
              <a:gd name="T17" fmla="*/ 93529637 h 65"/>
              <a:gd name="T18" fmla="*/ 99459194 w 92"/>
              <a:gd name="T19" fmla="*/ 119716830 h 65"/>
              <a:gd name="T20" fmla="*/ 55436709 w 92"/>
              <a:gd name="T21" fmla="*/ 87917977 h 65"/>
              <a:gd name="T22" fmla="*/ 17935367 w 92"/>
              <a:gd name="T23" fmla="*/ 41152485 h 65"/>
              <a:gd name="T24" fmla="*/ 0 w 92"/>
              <a:gd name="T25" fmla="*/ 44894500 h 65"/>
              <a:gd name="T26" fmla="*/ 4891812 w 92"/>
              <a:gd name="T27" fmla="*/ 24317568 h 65"/>
              <a:gd name="T28" fmla="*/ 4891812 w 92"/>
              <a:gd name="T29" fmla="*/ 24317568 h 6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2"/>
              <a:gd name="T46" fmla="*/ 0 h 65"/>
              <a:gd name="T47" fmla="*/ 92 w 92"/>
              <a:gd name="T48" fmla="*/ 65 h 6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2" h="65">
                <a:moveTo>
                  <a:pt x="3" y="13"/>
                </a:moveTo>
                <a:lnTo>
                  <a:pt x="22" y="10"/>
                </a:lnTo>
                <a:lnTo>
                  <a:pt x="36" y="1"/>
                </a:lnTo>
                <a:lnTo>
                  <a:pt x="48" y="0"/>
                </a:lnTo>
                <a:lnTo>
                  <a:pt x="61" y="10"/>
                </a:lnTo>
                <a:lnTo>
                  <a:pt x="91" y="4"/>
                </a:lnTo>
                <a:lnTo>
                  <a:pt x="80" y="29"/>
                </a:lnTo>
                <a:lnTo>
                  <a:pt x="51" y="31"/>
                </a:lnTo>
                <a:lnTo>
                  <a:pt x="61" y="50"/>
                </a:lnTo>
                <a:lnTo>
                  <a:pt x="61" y="64"/>
                </a:lnTo>
                <a:lnTo>
                  <a:pt x="34" y="47"/>
                </a:lnTo>
                <a:lnTo>
                  <a:pt x="11" y="22"/>
                </a:lnTo>
                <a:lnTo>
                  <a:pt x="0" y="24"/>
                </a:lnTo>
                <a:lnTo>
                  <a:pt x="3"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9" name="Freeform 796">
            <a:extLst>
              <a:ext uri="{FF2B5EF4-FFF2-40B4-BE49-F238E27FC236}">
                <a16:creationId xmlns:a16="http://schemas.microsoft.com/office/drawing/2014/main" id="{D4E10BB7-5D38-E103-8716-DEC981F4DE68}"/>
              </a:ext>
            </a:extLst>
          </p:cNvPr>
          <p:cNvSpPr>
            <a:spLocks/>
          </p:cNvSpPr>
          <p:nvPr/>
        </p:nvSpPr>
        <p:spPr bwMode="auto">
          <a:xfrm>
            <a:off x="3917802" y="4784959"/>
            <a:ext cx="318103" cy="295042"/>
          </a:xfrm>
          <a:custGeom>
            <a:avLst/>
            <a:gdLst>
              <a:gd name="T0" fmla="*/ 0 w 278"/>
              <a:gd name="T1" fmla="*/ 141 h 265"/>
              <a:gd name="T2" fmla="*/ 0 w 278"/>
              <a:gd name="T3" fmla="*/ 141 h 265"/>
              <a:gd name="T4" fmla="*/ 1 w 278"/>
              <a:gd name="T5" fmla="*/ 146 h 265"/>
              <a:gd name="T6" fmla="*/ 52 w 278"/>
              <a:gd name="T7" fmla="*/ 179 h 265"/>
              <a:gd name="T8" fmla="*/ 161 w 278"/>
              <a:gd name="T9" fmla="*/ 251 h 265"/>
              <a:gd name="T10" fmla="*/ 162 w 278"/>
              <a:gd name="T11" fmla="*/ 264 h 265"/>
              <a:gd name="T12" fmla="*/ 173 w 278"/>
              <a:gd name="T13" fmla="*/ 262 h 265"/>
              <a:gd name="T14" fmla="*/ 194 w 278"/>
              <a:gd name="T15" fmla="*/ 257 h 265"/>
              <a:gd name="T16" fmla="*/ 277 w 278"/>
              <a:gd name="T17" fmla="*/ 200 h 265"/>
              <a:gd name="T18" fmla="*/ 245 w 278"/>
              <a:gd name="T19" fmla="*/ 162 h 265"/>
              <a:gd name="T20" fmla="*/ 245 w 278"/>
              <a:gd name="T21" fmla="*/ 101 h 265"/>
              <a:gd name="T22" fmla="*/ 241 w 278"/>
              <a:gd name="T23" fmla="*/ 74 h 265"/>
              <a:gd name="T24" fmla="*/ 218 w 278"/>
              <a:gd name="T25" fmla="*/ 46 h 265"/>
              <a:gd name="T26" fmla="*/ 230 w 278"/>
              <a:gd name="T27" fmla="*/ 37 h 265"/>
              <a:gd name="T28" fmla="*/ 236 w 278"/>
              <a:gd name="T29" fmla="*/ 0 h 265"/>
              <a:gd name="T30" fmla="*/ 138 w 278"/>
              <a:gd name="T31" fmla="*/ 6 h 265"/>
              <a:gd name="T32" fmla="*/ 88 w 278"/>
              <a:gd name="T33" fmla="*/ 28 h 265"/>
              <a:gd name="T34" fmla="*/ 100 w 278"/>
              <a:gd name="T35" fmla="*/ 73 h 265"/>
              <a:gd name="T36" fmla="*/ 79 w 278"/>
              <a:gd name="T37" fmla="*/ 74 h 265"/>
              <a:gd name="T38" fmla="*/ 67 w 278"/>
              <a:gd name="T39" fmla="*/ 79 h 265"/>
              <a:gd name="T40" fmla="*/ 69 w 278"/>
              <a:gd name="T41" fmla="*/ 91 h 265"/>
              <a:gd name="T42" fmla="*/ 7 w 278"/>
              <a:gd name="T43" fmla="*/ 118 h 265"/>
              <a:gd name="T44" fmla="*/ 0 w 278"/>
              <a:gd name="T45" fmla="*/ 141 h 265"/>
              <a:gd name="T46" fmla="*/ 0 w 278"/>
              <a:gd name="T47" fmla="*/ 141 h 26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78"/>
              <a:gd name="T73" fmla="*/ 0 h 265"/>
              <a:gd name="T74" fmla="*/ 278 w 278"/>
              <a:gd name="T75" fmla="*/ 265 h 265"/>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78" h="265">
                <a:moveTo>
                  <a:pt x="0" y="141"/>
                </a:moveTo>
                <a:lnTo>
                  <a:pt x="0" y="141"/>
                </a:lnTo>
                <a:lnTo>
                  <a:pt x="1" y="146"/>
                </a:lnTo>
                <a:lnTo>
                  <a:pt x="52" y="179"/>
                </a:lnTo>
                <a:lnTo>
                  <a:pt x="161" y="251"/>
                </a:lnTo>
                <a:lnTo>
                  <a:pt x="162" y="264"/>
                </a:lnTo>
                <a:lnTo>
                  <a:pt x="173" y="262"/>
                </a:lnTo>
                <a:lnTo>
                  <a:pt x="194" y="257"/>
                </a:lnTo>
                <a:lnTo>
                  <a:pt x="277" y="200"/>
                </a:lnTo>
                <a:lnTo>
                  <a:pt x="245" y="162"/>
                </a:lnTo>
                <a:lnTo>
                  <a:pt x="245" y="101"/>
                </a:lnTo>
                <a:lnTo>
                  <a:pt x="241" y="74"/>
                </a:lnTo>
                <a:lnTo>
                  <a:pt x="218" y="46"/>
                </a:lnTo>
                <a:lnTo>
                  <a:pt x="230" y="37"/>
                </a:lnTo>
                <a:lnTo>
                  <a:pt x="236" y="0"/>
                </a:lnTo>
                <a:lnTo>
                  <a:pt x="138" y="6"/>
                </a:lnTo>
                <a:lnTo>
                  <a:pt x="88" y="28"/>
                </a:lnTo>
                <a:lnTo>
                  <a:pt x="100" y="73"/>
                </a:lnTo>
                <a:lnTo>
                  <a:pt x="79" y="74"/>
                </a:lnTo>
                <a:lnTo>
                  <a:pt x="67" y="79"/>
                </a:lnTo>
                <a:lnTo>
                  <a:pt x="69" y="91"/>
                </a:lnTo>
                <a:lnTo>
                  <a:pt x="7" y="118"/>
                </a:lnTo>
                <a:lnTo>
                  <a:pt x="0" y="14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0" name="Freeform 797">
            <a:extLst>
              <a:ext uri="{FF2B5EF4-FFF2-40B4-BE49-F238E27FC236}">
                <a16:creationId xmlns:a16="http://schemas.microsoft.com/office/drawing/2014/main" id="{58050445-07FC-27BB-7BE2-88D8516C1C82}"/>
              </a:ext>
            </a:extLst>
          </p:cNvPr>
          <p:cNvSpPr>
            <a:spLocks/>
          </p:cNvSpPr>
          <p:nvPr/>
        </p:nvSpPr>
        <p:spPr bwMode="auto">
          <a:xfrm>
            <a:off x="4655847" y="4779393"/>
            <a:ext cx="155619" cy="139171"/>
          </a:xfrm>
          <a:custGeom>
            <a:avLst/>
            <a:gdLst>
              <a:gd name="T0" fmla="*/ 0 w 136"/>
              <a:gd name="T1" fmla="*/ 60 h 125"/>
              <a:gd name="T2" fmla="*/ 0 w 136"/>
              <a:gd name="T3" fmla="*/ 60 h 125"/>
              <a:gd name="T4" fmla="*/ 6 w 136"/>
              <a:gd name="T5" fmla="*/ 78 h 125"/>
              <a:gd name="T6" fmla="*/ 68 w 136"/>
              <a:gd name="T7" fmla="*/ 105 h 125"/>
              <a:gd name="T8" fmla="*/ 68 w 136"/>
              <a:gd name="T9" fmla="*/ 115 h 125"/>
              <a:gd name="T10" fmla="*/ 83 w 136"/>
              <a:gd name="T11" fmla="*/ 122 h 125"/>
              <a:gd name="T12" fmla="*/ 108 w 136"/>
              <a:gd name="T13" fmla="*/ 124 h 125"/>
              <a:gd name="T14" fmla="*/ 128 w 136"/>
              <a:gd name="T15" fmla="*/ 111 h 125"/>
              <a:gd name="T16" fmla="*/ 135 w 136"/>
              <a:gd name="T17" fmla="*/ 110 h 125"/>
              <a:gd name="T18" fmla="*/ 117 w 136"/>
              <a:gd name="T19" fmla="*/ 75 h 125"/>
              <a:gd name="T20" fmla="*/ 92 w 136"/>
              <a:gd name="T21" fmla="*/ 54 h 125"/>
              <a:gd name="T22" fmla="*/ 104 w 136"/>
              <a:gd name="T23" fmla="*/ 22 h 125"/>
              <a:gd name="T24" fmla="*/ 93 w 136"/>
              <a:gd name="T25" fmla="*/ 18 h 125"/>
              <a:gd name="T26" fmla="*/ 83 w 136"/>
              <a:gd name="T27" fmla="*/ 0 h 125"/>
              <a:gd name="T28" fmla="*/ 53 w 136"/>
              <a:gd name="T29" fmla="*/ 2 h 125"/>
              <a:gd name="T30" fmla="*/ 38 w 136"/>
              <a:gd name="T31" fmla="*/ 13 h 125"/>
              <a:gd name="T32" fmla="*/ 33 w 136"/>
              <a:gd name="T33" fmla="*/ 42 h 125"/>
              <a:gd name="T34" fmla="*/ 0 w 136"/>
              <a:gd name="T35" fmla="*/ 60 h 125"/>
              <a:gd name="T36" fmla="*/ 0 w 136"/>
              <a:gd name="T37" fmla="*/ 60 h 1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36"/>
              <a:gd name="T58" fmla="*/ 0 h 125"/>
              <a:gd name="T59" fmla="*/ 136 w 136"/>
              <a:gd name="T60" fmla="*/ 125 h 1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36" h="125">
                <a:moveTo>
                  <a:pt x="0" y="60"/>
                </a:moveTo>
                <a:lnTo>
                  <a:pt x="0" y="60"/>
                </a:lnTo>
                <a:lnTo>
                  <a:pt x="6" y="78"/>
                </a:lnTo>
                <a:lnTo>
                  <a:pt x="68" y="105"/>
                </a:lnTo>
                <a:lnTo>
                  <a:pt x="68" y="115"/>
                </a:lnTo>
                <a:lnTo>
                  <a:pt x="83" y="122"/>
                </a:lnTo>
                <a:lnTo>
                  <a:pt x="108" y="124"/>
                </a:lnTo>
                <a:lnTo>
                  <a:pt x="128" y="111"/>
                </a:lnTo>
                <a:lnTo>
                  <a:pt x="135" y="110"/>
                </a:lnTo>
                <a:lnTo>
                  <a:pt x="117" y="75"/>
                </a:lnTo>
                <a:lnTo>
                  <a:pt x="92" y="54"/>
                </a:lnTo>
                <a:lnTo>
                  <a:pt x="104" y="22"/>
                </a:lnTo>
                <a:lnTo>
                  <a:pt x="93" y="18"/>
                </a:lnTo>
                <a:lnTo>
                  <a:pt x="83" y="0"/>
                </a:lnTo>
                <a:lnTo>
                  <a:pt x="53" y="2"/>
                </a:lnTo>
                <a:lnTo>
                  <a:pt x="38" y="13"/>
                </a:lnTo>
                <a:lnTo>
                  <a:pt x="33" y="42"/>
                </a:lnTo>
                <a:lnTo>
                  <a:pt x="0" y="6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1" name="Freeform 798">
            <a:extLst>
              <a:ext uri="{FF2B5EF4-FFF2-40B4-BE49-F238E27FC236}">
                <a16:creationId xmlns:a16="http://schemas.microsoft.com/office/drawing/2014/main" id="{0F020BEF-D618-B90C-7BA1-4EC954A990B1}"/>
              </a:ext>
            </a:extLst>
          </p:cNvPr>
          <p:cNvSpPr>
            <a:spLocks/>
          </p:cNvSpPr>
          <p:nvPr/>
        </p:nvSpPr>
        <p:spPr bwMode="auto">
          <a:xfrm>
            <a:off x="4592913" y="4866236"/>
            <a:ext cx="329546" cy="267209"/>
          </a:xfrm>
          <a:custGeom>
            <a:avLst/>
            <a:gdLst>
              <a:gd name="T0" fmla="*/ 0 w 288"/>
              <a:gd name="T1" fmla="*/ 62 h 240"/>
              <a:gd name="T2" fmla="*/ 0 w 288"/>
              <a:gd name="T3" fmla="*/ 62 h 240"/>
              <a:gd name="T4" fmla="*/ 4 w 288"/>
              <a:gd name="T5" fmla="*/ 41 h 240"/>
              <a:gd name="T6" fmla="*/ 19 w 288"/>
              <a:gd name="T7" fmla="*/ 46 h 240"/>
              <a:gd name="T8" fmla="*/ 38 w 288"/>
              <a:gd name="T9" fmla="*/ 33 h 240"/>
              <a:gd name="T10" fmla="*/ 46 w 288"/>
              <a:gd name="T11" fmla="*/ 24 h 240"/>
              <a:gd name="T12" fmla="*/ 30 w 288"/>
              <a:gd name="T13" fmla="*/ 10 h 240"/>
              <a:gd name="T14" fmla="*/ 61 w 288"/>
              <a:gd name="T15" fmla="*/ 0 h 240"/>
              <a:gd name="T16" fmla="*/ 123 w 288"/>
              <a:gd name="T17" fmla="*/ 27 h 240"/>
              <a:gd name="T18" fmla="*/ 123 w 288"/>
              <a:gd name="T19" fmla="*/ 37 h 240"/>
              <a:gd name="T20" fmla="*/ 138 w 288"/>
              <a:gd name="T21" fmla="*/ 44 h 240"/>
              <a:gd name="T22" fmla="*/ 151 w 288"/>
              <a:gd name="T23" fmla="*/ 51 h 240"/>
              <a:gd name="T24" fmla="*/ 163 w 288"/>
              <a:gd name="T25" fmla="*/ 46 h 240"/>
              <a:gd name="T26" fmla="*/ 187 w 288"/>
              <a:gd name="T27" fmla="*/ 54 h 240"/>
              <a:gd name="T28" fmla="*/ 220 w 288"/>
              <a:gd name="T29" fmla="*/ 108 h 240"/>
              <a:gd name="T30" fmla="*/ 224 w 288"/>
              <a:gd name="T31" fmla="*/ 112 h 240"/>
              <a:gd name="T32" fmla="*/ 237 w 288"/>
              <a:gd name="T33" fmla="*/ 133 h 240"/>
              <a:gd name="T34" fmla="*/ 280 w 288"/>
              <a:gd name="T35" fmla="*/ 139 h 240"/>
              <a:gd name="T36" fmla="*/ 287 w 288"/>
              <a:gd name="T37" fmla="*/ 149 h 240"/>
              <a:gd name="T38" fmla="*/ 277 w 288"/>
              <a:gd name="T39" fmla="*/ 177 h 240"/>
              <a:gd name="T40" fmla="*/ 237 w 288"/>
              <a:gd name="T41" fmla="*/ 191 h 240"/>
              <a:gd name="T42" fmla="*/ 193 w 288"/>
              <a:gd name="T43" fmla="*/ 200 h 240"/>
              <a:gd name="T44" fmla="*/ 159 w 288"/>
              <a:gd name="T45" fmla="*/ 239 h 240"/>
              <a:gd name="T46" fmla="*/ 159 w 288"/>
              <a:gd name="T47" fmla="*/ 224 h 240"/>
              <a:gd name="T48" fmla="*/ 134 w 288"/>
              <a:gd name="T49" fmla="*/ 214 h 240"/>
              <a:gd name="T50" fmla="*/ 109 w 288"/>
              <a:gd name="T51" fmla="*/ 227 h 240"/>
              <a:gd name="T52" fmla="*/ 84 w 288"/>
              <a:gd name="T53" fmla="*/ 184 h 240"/>
              <a:gd name="T54" fmla="*/ 64 w 288"/>
              <a:gd name="T55" fmla="*/ 167 h 240"/>
              <a:gd name="T56" fmla="*/ 51 w 288"/>
              <a:gd name="T57" fmla="*/ 122 h 240"/>
              <a:gd name="T58" fmla="*/ 0 w 288"/>
              <a:gd name="T59" fmla="*/ 62 h 240"/>
              <a:gd name="T60" fmla="*/ 0 w 288"/>
              <a:gd name="T61" fmla="*/ 62 h 24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88"/>
              <a:gd name="T94" fmla="*/ 0 h 240"/>
              <a:gd name="T95" fmla="*/ 288 w 288"/>
              <a:gd name="T96" fmla="*/ 240 h 24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88" h="240">
                <a:moveTo>
                  <a:pt x="0" y="62"/>
                </a:moveTo>
                <a:lnTo>
                  <a:pt x="0" y="62"/>
                </a:lnTo>
                <a:lnTo>
                  <a:pt x="4" y="41"/>
                </a:lnTo>
                <a:lnTo>
                  <a:pt x="19" y="46"/>
                </a:lnTo>
                <a:lnTo>
                  <a:pt x="38" y="33"/>
                </a:lnTo>
                <a:lnTo>
                  <a:pt x="46" y="24"/>
                </a:lnTo>
                <a:lnTo>
                  <a:pt x="30" y="10"/>
                </a:lnTo>
                <a:lnTo>
                  <a:pt x="61" y="0"/>
                </a:lnTo>
                <a:lnTo>
                  <a:pt x="123" y="27"/>
                </a:lnTo>
                <a:lnTo>
                  <a:pt x="123" y="37"/>
                </a:lnTo>
                <a:lnTo>
                  <a:pt x="138" y="44"/>
                </a:lnTo>
                <a:lnTo>
                  <a:pt x="151" y="51"/>
                </a:lnTo>
                <a:lnTo>
                  <a:pt x="163" y="46"/>
                </a:lnTo>
                <a:lnTo>
                  <a:pt x="187" y="54"/>
                </a:lnTo>
                <a:lnTo>
                  <a:pt x="220" y="108"/>
                </a:lnTo>
                <a:lnTo>
                  <a:pt x="224" y="112"/>
                </a:lnTo>
                <a:lnTo>
                  <a:pt x="237" y="133"/>
                </a:lnTo>
                <a:lnTo>
                  <a:pt x="280" y="139"/>
                </a:lnTo>
                <a:lnTo>
                  <a:pt x="287" y="149"/>
                </a:lnTo>
                <a:lnTo>
                  <a:pt x="277" y="177"/>
                </a:lnTo>
                <a:lnTo>
                  <a:pt x="237" y="191"/>
                </a:lnTo>
                <a:lnTo>
                  <a:pt x="193" y="200"/>
                </a:lnTo>
                <a:lnTo>
                  <a:pt x="159" y="239"/>
                </a:lnTo>
                <a:lnTo>
                  <a:pt x="159" y="224"/>
                </a:lnTo>
                <a:lnTo>
                  <a:pt x="134" y="214"/>
                </a:lnTo>
                <a:lnTo>
                  <a:pt x="109" y="227"/>
                </a:lnTo>
                <a:lnTo>
                  <a:pt x="84" y="184"/>
                </a:lnTo>
                <a:lnTo>
                  <a:pt x="64" y="167"/>
                </a:lnTo>
                <a:lnTo>
                  <a:pt x="51" y="122"/>
                </a:lnTo>
                <a:lnTo>
                  <a:pt x="0" y="6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2" name="Freeform 799">
            <a:extLst>
              <a:ext uri="{FF2B5EF4-FFF2-40B4-BE49-F238E27FC236}">
                <a16:creationId xmlns:a16="http://schemas.microsoft.com/office/drawing/2014/main" id="{D83F0241-523E-AD3B-A9C8-B992F9C64454}"/>
              </a:ext>
            </a:extLst>
          </p:cNvPr>
          <p:cNvSpPr>
            <a:spLocks/>
          </p:cNvSpPr>
          <p:nvPr/>
        </p:nvSpPr>
        <p:spPr bwMode="auto">
          <a:xfrm>
            <a:off x="4605500" y="4781620"/>
            <a:ext cx="112137" cy="83502"/>
          </a:xfrm>
          <a:custGeom>
            <a:avLst/>
            <a:gdLst>
              <a:gd name="T0" fmla="*/ 0 w 98"/>
              <a:gd name="T1" fmla="*/ 68 h 75"/>
              <a:gd name="T2" fmla="*/ 0 w 98"/>
              <a:gd name="T3" fmla="*/ 68 h 75"/>
              <a:gd name="T4" fmla="*/ 1 w 98"/>
              <a:gd name="T5" fmla="*/ 61 h 75"/>
              <a:gd name="T6" fmla="*/ 15 w 98"/>
              <a:gd name="T7" fmla="*/ 45 h 75"/>
              <a:gd name="T8" fmla="*/ 8 w 98"/>
              <a:gd name="T9" fmla="*/ 38 h 75"/>
              <a:gd name="T10" fmla="*/ 7 w 98"/>
              <a:gd name="T11" fmla="*/ 19 h 75"/>
              <a:gd name="T12" fmla="*/ 15 w 98"/>
              <a:gd name="T13" fmla="*/ 3 h 75"/>
              <a:gd name="T14" fmla="*/ 97 w 98"/>
              <a:gd name="T15" fmla="*/ 0 h 75"/>
              <a:gd name="T16" fmla="*/ 82 w 98"/>
              <a:gd name="T17" fmla="*/ 11 h 75"/>
              <a:gd name="T18" fmla="*/ 77 w 98"/>
              <a:gd name="T19" fmla="*/ 40 h 75"/>
              <a:gd name="T20" fmla="*/ 44 w 98"/>
              <a:gd name="T21" fmla="*/ 58 h 75"/>
              <a:gd name="T22" fmla="*/ 14 w 98"/>
              <a:gd name="T23" fmla="*/ 74 h 75"/>
              <a:gd name="T24" fmla="*/ 0 w 98"/>
              <a:gd name="T25" fmla="*/ 68 h 75"/>
              <a:gd name="T26" fmla="*/ 0 w 98"/>
              <a:gd name="T27" fmla="*/ 68 h 7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8"/>
              <a:gd name="T43" fmla="*/ 0 h 75"/>
              <a:gd name="T44" fmla="*/ 98 w 98"/>
              <a:gd name="T45" fmla="*/ 75 h 7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8" h="75">
                <a:moveTo>
                  <a:pt x="0" y="68"/>
                </a:moveTo>
                <a:lnTo>
                  <a:pt x="0" y="68"/>
                </a:lnTo>
                <a:lnTo>
                  <a:pt x="1" y="61"/>
                </a:lnTo>
                <a:lnTo>
                  <a:pt x="15" y="45"/>
                </a:lnTo>
                <a:lnTo>
                  <a:pt x="8" y="38"/>
                </a:lnTo>
                <a:lnTo>
                  <a:pt x="7" y="19"/>
                </a:lnTo>
                <a:lnTo>
                  <a:pt x="15" y="3"/>
                </a:lnTo>
                <a:lnTo>
                  <a:pt x="97" y="0"/>
                </a:lnTo>
                <a:lnTo>
                  <a:pt x="82" y="11"/>
                </a:lnTo>
                <a:lnTo>
                  <a:pt x="77" y="40"/>
                </a:lnTo>
                <a:lnTo>
                  <a:pt x="44" y="58"/>
                </a:lnTo>
                <a:lnTo>
                  <a:pt x="14" y="74"/>
                </a:lnTo>
                <a:lnTo>
                  <a:pt x="0" y="6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3" name="Freeform 800">
            <a:extLst>
              <a:ext uri="{FF2B5EF4-FFF2-40B4-BE49-F238E27FC236}">
                <a16:creationId xmlns:a16="http://schemas.microsoft.com/office/drawing/2014/main" id="{91E74EED-837C-57F3-1436-1B1F6D2BEFAD}"/>
              </a:ext>
            </a:extLst>
          </p:cNvPr>
          <p:cNvSpPr>
            <a:spLocks/>
          </p:cNvSpPr>
          <p:nvPr/>
        </p:nvSpPr>
        <p:spPr bwMode="auto">
          <a:xfrm>
            <a:off x="4849226" y="4966439"/>
            <a:ext cx="82387" cy="55669"/>
          </a:xfrm>
          <a:custGeom>
            <a:avLst/>
            <a:gdLst>
              <a:gd name="T0" fmla="*/ 0 w 72"/>
              <a:gd name="T1" fmla="*/ 22 h 50"/>
              <a:gd name="T2" fmla="*/ 0 w 72"/>
              <a:gd name="T3" fmla="*/ 22 h 50"/>
              <a:gd name="T4" fmla="*/ 4 w 72"/>
              <a:gd name="T5" fmla="*/ 21 h 50"/>
              <a:gd name="T6" fmla="*/ 10 w 72"/>
              <a:gd name="T7" fmla="*/ 29 h 50"/>
              <a:gd name="T8" fmla="*/ 40 w 72"/>
              <a:gd name="T9" fmla="*/ 28 h 50"/>
              <a:gd name="T10" fmla="*/ 67 w 72"/>
              <a:gd name="T11" fmla="*/ 0 h 50"/>
              <a:gd name="T12" fmla="*/ 71 w 72"/>
              <a:gd name="T13" fmla="*/ 17 h 50"/>
              <a:gd name="T14" fmla="*/ 63 w 72"/>
              <a:gd name="T15" fmla="*/ 18 h 50"/>
              <a:gd name="T16" fmla="*/ 67 w 72"/>
              <a:gd name="T17" fmla="*/ 28 h 50"/>
              <a:gd name="T18" fmla="*/ 56 w 72"/>
              <a:gd name="T19" fmla="*/ 49 h 50"/>
              <a:gd name="T20" fmla="*/ 13 w 72"/>
              <a:gd name="T21" fmla="*/ 43 h 50"/>
              <a:gd name="T22" fmla="*/ 0 w 72"/>
              <a:gd name="T23" fmla="*/ 22 h 50"/>
              <a:gd name="T24" fmla="*/ 0 w 72"/>
              <a:gd name="T25" fmla="*/ 22 h 5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
              <a:gd name="T40" fmla="*/ 0 h 50"/>
              <a:gd name="T41" fmla="*/ 72 w 72"/>
              <a:gd name="T42" fmla="*/ 50 h 5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 h="50">
                <a:moveTo>
                  <a:pt x="0" y="22"/>
                </a:moveTo>
                <a:lnTo>
                  <a:pt x="0" y="22"/>
                </a:lnTo>
                <a:lnTo>
                  <a:pt x="4" y="21"/>
                </a:lnTo>
                <a:lnTo>
                  <a:pt x="10" y="29"/>
                </a:lnTo>
                <a:lnTo>
                  <a:pt x="40" y="28"/>
                </a:lnTo>
                <a:lnTo>
                  <a:pt x="67" y="0"/>
                </a:lnTo>
                <a:lnTo>
                  <a:pt x="71" y="17"/>
                </a:lnTo>
                <a:lnTo>
                  <a:pt x="63" y="18"/>
                </a:lnTo>
                <a:lnTo>
                  <a:pt x="67" y="28"/>
                </a:lnTo>
                <a:lnTo>
                  <a:pt x="56" y="49"/>
                </a:lnTo>
                <a:lnTo>
                  <a:pt x="13" y="43"/>
                </a:lnTo>
                <a:lnTo>
                  <a:pt x="0" y="2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4" name="Freeform 801">
            <a:extLst>
              <a:ext uri="{FF2B5EF4-FFF2-40B4-BE49-F238E27FC236}">
                <a16:creationId xmlns:a16="http://schemas.microsoft.com/office/drawing/2014/main" id="{78E5F22F-E21C-4774-D39F-700855D7D291}"/>
              </a:ext>
            </a:extLst>
          </p:cNvPr>
          <p:cNvSpPr>
            <a:spLocks/>
          </p:cNvSpPr>
          <p:nvPr/>
        </p:nvSpPr>
        <p:spPr bwMode="auto">
          <a:xfrm>
            <a:off x="4730224" y="5078889"/>
            <a:ext cx="151042" cy="99090"/>
          </a:xfrm>
          <a:custGeom>
            <a:avLst/>
            <a:gdLst>
              <a:gd name="T0" fmla="*/ 0 w 132"/>
              <a:gd name="T1" fmla="*/ 88 h 89"/>
              <a:gd name="T2" fmla="*/ 0 w 132"/>
              <a:gd name="T3" fmla="*/ 88 h 89"/>
              <a:gd name="T4" fmla="*/ 35 w 132"/>
              <a:gd name="T5" fmla="*/ 68 h 89"/>
              <a:gd name="T6" fmla="*/ 29 w 132"/>
              <a:gd name="T7" fmla="*/ 59 h 89"/>
              <a:gd name="T8" fmla="*/ 39 w 132"/>
              <a:gd name="T9" fmla="*/ 48 h 89"/>
              <a:gd name="T10" fmla="*/ 73 w 132"/>
              <a:gd name="T11" fmla="*/ 9 h 89"/>
              <a:gd name="T12" fmla="*/ 117 w 132"/>
              <a:gd name="T13" fmla="*/ 0 h 89"/>
              <a:gd name="T14" fmla="*/ 131 w 132"/>
              <a:gd name="T15" fmla="*/ 34 h 89"/>
              <a:gd name="T16" fmla="*/ 120 w 132"/>
              <a:gd name="T17" fmla="*/ 48 h 89"/>
              <a:gd name="T18" fmla="*/ 70 w 132"/>
              <a:gd name="T19" fmla="*/ 71 h 89"/>
              <a:gd name="T20" fmla="*/ 0 w 132"/>
              <a:gd name="T21" fmla="*/ 88 h 89"/>
              <a:gd name="T22" fmla="*/ 0 w 132"/>
              <a:gd name="T23" fmla="*/ 88 h 8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2"/>
              <a:gd name="T37" fmla="*/ 0 h 89"/>
              <a:gd name="T38" fmla="*/ 132 w 132"/>
              <a:gd name="T39" fmla="*/ 89 h 8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2" h="89">
                <a:moveTo>
                  <a:pt x="0" y="88"/>
                </a:moveTo>
                <a:lnTo>
                  <a:pt x="0" y="88"/>
                </a:lnTo>
                <a:lnTo>
                  <a:pt x="35" y="68"/>
                </a:lnTo>
                <a:lnTo>
                  <a:pt x="29" y="59"/>
                </a:lnTo>
                <a:lnTo>
                  <a:pt x="39" y="48"/>
                </a:lnTo>
                <a:lnTo>
                  <a:pt x="73" y="9"/>
                </a:lnTo>
                <a:lnTo>
                  <a:pt x="117" y="0"/>
                </a:lnTo>
                <a:lnTo>
                  <a:pt x="131" y="34"/>
                </a:lnTo>
                <a:lnTo>
                  <a:pt x="120" y="48"/>
                </a:lnTo>
                <a:lnTo>
                  <a:pt x="70" y="71"/>
                </a:lnTo>
                <a:lnTo>
                  <a:pt x="0" y="8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5" name="Freeform 802">
            <a:extLst>
              <a:ext uri="{FF2B5EF4-FFF2-40B4-BE49-F238E27FC236}">
                <a16:creationId xmlns:a16="http://schemas.microsoft.com/office/drawing/2014/main" id="{2E314051-5A4C-E9DD-6EC3-237C33F4D4B8}"/>
              </a:ext>
            </a:extLst>
          </p:cNvPr>
          <p:cNvSpPr>
            <a:spLocks/>
          </p:cNvSpPr>
          <p:nvPr/>
        </p:nvSpPr>
        <p:spPr bwMode="auto">
          <a:xfrm>
            <a:off x="4717637" y="5104496"/>
            <a:ext cx="58357" cy="73483"/>
          </a:xfrm>
          <a:custGeom>
            <a:avLst/>
            <a:gdLst>
              <a:gd name="T0" fmla="*/ 0 w 51"/>
              <a:gd name="T1" fmla="*/ 13 h 66"/>
              <a:gd name="T2" fmla="*/ 0 w 51"/>
              <a:gd name="T3" fmla="*/ 13 h 66"/>
              <a:gd name="T4" fmla="*/ 11 w 51"/>
              <a:gd name="T5" fmla="*/ 65 h 66"/>
              <a:gd name="T6" fmla="*/ 46 w 51"/>
              <a:gd name="T7" fmla="*/ 45 h 66"/>
              <a:gd name="T8" fmla="*/ 40 w 51"/>
              <a:gd name="T9" fmla="*/ 36 h 66"/>
              <a:gd name="T10" fmla="*/ 50 w 51"/>
              <a:gd name="T11" fmla="*/ 25 h 66"/>
              <a:gd name="T12" fmla="*/ 50 w 51"/>
              <a:gd name="T13" fmla="*/ 10 h 66"/>
              <a:gd name="T14" fmla="*/ 25 w 51"/>
              <a:gd name="T15" fmla="*/ 0 h 66"/>
              <a:gd name="T16" fmla="*/ 0 w 51"/>
              <a:gd name="T17" fmla="*/ 13 h 66"/>
              <a:gd name="T18" fmla="*/ 0 w 51"/>
              <a:gd name="T19" fmla="*/ 13 h 6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1"/>
              <a:gd name="T31" fmla="*/ 0 h 66"/>
              <a:gd name="T32" fmla="*/ 51 w 51"/>
              <a:gd name="T33" fmla="*/ 66 h 6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1" h="66">
                <a:moveTo>
                  <a:pt x="0" y="13"/>
                </a:moveTo>
                <a:lnTo>
                  <a:pt x="0" y="13"/>
                </a:lnTo>
                <a:lnTo>
                  <a:pt x="11" y="65"/>
                </a:lnTo>
                <a:lnTo>
                  <a:pt x="46" y="45"/>
                </a:lnTo>
                <a:lnTo>
                  <a:pt x="40" y="36"/>
                </a:lnTo>
                <a:lnTo>
                  <a:pt x="50" y="25"/>
                </a:lnTo>
                <a:lnTo>
                  <a:pt x="50" y="10"/>
                </a:lnTo>
                <a:lnTo>
                  <a:pt x="25" y="0"/>
                </a:lnTo>
                <a:lnTo>
                  <a:pt x="0"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6" name="Freeform 803">
            <a:extLst>
              <a:ext uri="{FF2B5EF4-FFF2-40B4-BE49-F238E27FC236}">
                <a16:creationId xmlns:a16="http://schemas.microsoft.com/office/drawing/2014/main" id="{408844A1-0974-6FB2-4242-B497DFF32EDB}"/>
              </a:ext>
            </a:extLst>
          </p:cNvPr>
          <p:cNvSpPr>
            <a:spLocks/>
          </p:cNvSpPr>
          <p:nvPr/>
        </p:nvSpPr>
        <p:spPr bwMode="auto">
          <a:xfrm>
            <a:off x="4232473" y="5455207"/>
            <a:ext cx="199100" cy="189272"/>
          </a:xfrm>
          <a:custGeom>
            <a:avLst/>
            <a:gdLst>
              <a:gd name="T0" fmla="*/ 0 w 174"/>
              <a:gd name="T1" fmla="*/ 159 h 170"/>
              <a:gd name="T2" fmla="*/ 0 w 174"/>
              <a:gd name="T3" fmla="*/ 159 h 170"/>
              <a:gd name="T4" fmla="*/ 23 w 174"/>
              <a:gd name="T5" fmla="*/ 153 h 170"/>
              <a:gd name="T6" fmla="*/ 134 w 174"/>
              <a:gd name="T7" fmla="*/ 169 h 170"/>
              <a:gd name="T8" fmla="*/ 159 w 174"/>
              <a:gd name="T9" fmla="*/ 162 h 170"/>
              <a:gd name="T10" fmla="*/ 142 w 174"/>
              <a:gd name="T11" fmla="*/ 149 h 170"/>
              <a:gd name="T12" fmla="*/ 142 w 174"/>
              <a:gd name="T13" fmla="*/ 98 h 170"/>
              <a:gd name="T14" fmla="*/ 173 w 174"/>
              <a:gd name="T15" fmla="*/ 98 h 170"/>
              <a:gd name="T16" fmla="*/ 170 w 174"/>
              <a:gd name="T17" fmla="*/ 70 h 170"/>
              <a:gd name="T18" fmla="*/ 142 w 174"/>
              <a:gd name="T19" fmla="*/ 73 h 170"/>
              <a:gd name="T20" fmla="*/ 139 w 174"/>
              <a:gd name="T21" fmla="*/ 24 h 170"/>
              <a:gd name="T22" fmla="*/ 127 w 174"/>
              <a:gd name="T23" fmla="*/ 15 h 170"/>
              <a:gd name="T24" fmla="*/ 109 w 174"/>
              <a:gd name="T25" fmla="*/ 16 h 170"/>
              <a:gd name="T26" fmla="*/ 105 w 174"/>
              <a:gd name="T27" fmla="*/ 30 h 170"/>
              <a:gd name="T28" fmla="*/ 86 w 174"/>
              <a:gd name="T29" fmla="*/ 32 h 170"/>
              <a:gd name="T30" fmla="*/ 63 w 174"/>
              <a:gd name="T31" fmla="*/ 0 h 170"/>
              <a:gd name="T32" fmla="*/ 11 w 174"/>
              <a:gd name="T33" fmla="*/ 7 h 170"/>
              <a:gd name="T34" fmla="*/ 30 w 174"/>
              <a:gd name="T35" fmla="*/ 71 h 170"/>
              <a:gd name="T36" fmla="*/ 0 w 174"/>
              <a:gd name="T37" fmla="*/ 159 h 170"/>
              <a:gd name="T38" fmla="*/ 0 w 174"/>
              <a:gd name="T39" fmla="*/ 159 h 17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74"/>
              <a:gd name="T61" fmla="*/ 0 h 170"/>
              <a:gd name="T62" fmla="*/ 174 w 174"/>
              <a:gd name="T63" fmla="*/ 170 h 17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74" h="170">
                <a:moveTo>
                  <a:pt x="0" y="159"/>
                </a:moveTo>
                <a:lnTo>
                  <a:pt x="0" y="159"/>
                </a:lnTo>
                <a:lnTo>
                  <a:pt x="23" y="153"/>
                </a:lnTo>
                <a:lnTo>
                  <a:pt x="134" y="169"/>
                </a:lnTo>
                <a:lnTo>
                  <a:pt x="159" y="162"/>
                </a:lnTo>
                <a:lnTo>
                  <a:pt x="142" y="149"/>
                </a:lnTo>
                <a:lnTo>
                  <a:pt x="142" y="98"/>
                </a:lnTo>
                <a:lnTo>
                  <a:pt x="173" y="98"/>
                </a:lnTo>
                <a:lnTo>
                  <a:pt x="170" y="70"/>
                </a:lnTo>
                <a:lnTo>
                  <a:pt x="142" y="73"/>
                </a:lnTo>
                <a:lnTo>
                  <a:pt x="139" y="24"/>
                </a:lnTo>
                <a:lnTo>
                  <a:pt x="127" y="15"/>
                </a:lnTo>
                <a:lnTo>
                  <a:pt x="109" y="16"/>
                </a:lnTo>
                <a:lnTo>
                  <a:pt x="105" y="30"/>
                </a:lnTo>
                <a:lnTo>
                  <a:pt x="86" y="32"/>
                </a:lnTo>
                <a:lnTo>
                  <a:pt x="63" y="0"/>
                </a:lnTo>
                <a:lnTo>
                  <a:pt x="11" y="7"/>
                </a:lnTo>
                <a:lnTo>
                  <a:pt x="30" y="71"/>
                </a:lnTo>
                <a:lnTo>
                  <a:pt x="0" y="15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7" name="Freeform 804">
            <a:extLst>
              <a:ext uri="{FF2B5EF4-FFF2-40B4-BE49-F238E27FC236}">
                <a16:creationId xmlns:a16="http://schemas.microsoft.com/office/drawing/2014/main" id="{75A97D65-0739-B53B-62FE-7FC1F8610083}"/>
              </a:ext>
            </a:extLst>
          </p:cNvPr>
          <p:cNvSpPr>
            <a:spLocks/>
          </p:cNvSpPr>
          <p:nvPr/>
        </p:nvSpPr>
        <p:spPr bwMode="auto">
          <a:xfrm>
            <a:off x="4238194" y="5439620"/>
            <a:ext cx="17164" cy="16700"/>
          </a:xfrm>
          <a:custGeom>
            <a:avLst/>
            <a:gdLst>
              <a:gd name="T0" fmla="*/ 0 w 15"/>
              <a:gd name="T1" fmla="*/ 4 h 15"/>
              <a:gd name="T2" fmla="*/ 0 w 15"/>
              <a:gd name="T3" fmla="*/ 4 h 15"/>
              <a:gd name="T4" fmla="*/ 5 w 15"/>
              <a:gd name="T5" fmla="*/ 14 h 15"/>
              <a:gd name="T6" fmla="*/ 14 w 15"/>
              <a:gd name="T7" fmla="*/ 0 h 15"/>
              <a:gd name="T8" fmla="*/ 0 w 15"/>
              <a:gd name="T9" fmla="*/ 4 h 15"/>
              <a:gd name="T10" fmla="*/ 0 w 15"/>
              <a:gd name="T11" fmla="*/ 4 h 15"/>
              <a:gd name="T12" fmla="*/ 0 60000 65536"/>
              <a:gd name="T13" fmla="*/ 0 60000 65536"/>
              <a:gd name="T14" fmla="*/ 0 60000 65536"/>
              <a:gd name="T15" fmla="*/ 0 60000 65536"/>
              <a:gd name="T16" fmla="*/ 0 60000 65536"/>
              <a:gd name="T17" fmla="*/ 0 60000 65536"/>
              <a:gd name="T18" fmla="*/ 0 w 15"/>
              <a:gd name="T19" fmla="*/ 0 h 15"/>
              <a:gd name="T20" fmla="*/ 15 w 15"/>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5" h="15">
                <a:moveTo>
                  <a:pt x="0" y="4"/>
                </a:moveTo>
                <a:lnTo>
                  <a:pt x="0" y="4"/>
                </a:lnTo>
                <a:lnTo>
                  <a:pt x="5" y="14"/>
                </a:lnTo>
                <a:lnTo>
                  <a:pt x="14" y="0"/>
                </a:lnTo>
                <a:lnTo>
                  <a:pt x="0"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8" name="Freeform 805">
            <a:extLst>
              <a:ext uri="{FF2B5EF4-FFF2-40B4-BE49-F238E27FC236}">
                <a16:creationId xmlns:a16="http://schemas.microsoft.com/office/drawing/2014/main" id="{2D71820E-397F-72C4-ABDB-637CD59CB291}"/>
              </a:ext>
            </a:extLst>
          </p:cNvPr>
          <p:cNvSpPr>
            <a:spLocks/>
          </p:cNvSpPr>
          <p:nvPr/>
        </p:nvSpPr>
        <p:spPr bwMode="auto">
          <a:xfrm>
            <a:off x="4362918" y="5638913"/>
            <a:ext cx="146465" cy="142511"/>
          </a:xfrm>
          <a:custGeom>
            <a:avLst/>
            <a:gdLst>
              <a:gd name="T0" fmla="*/ 0 w 128"/>
              <a:gd name="T1" fmla="*/ 98 h 128"/>
              <a:gd name="T2" fmla="*/ 0 w 128"/>
              <a:gd name="T3" fmla="*/ 98 h 128"/>
              <a:gd name="T4" fmla="*/ 0 w 128"/>
              <a:gd name="T5" fmla="*/ 59 h 128"/>
              <a:gd name="T6" fmla="*/ 14 w 128"/>
              <a:gd name="T7" fmla="*/ 59 h 128"/>
              <a:gd name="T8" fmla="*/ 14 w 128"/>
              <a:gd name="T9" fmla="*/ 10 h 128"/>
              <a:gd name="T10" fmla="*/ 40 w 128"/>
              <a:gd name="T11" fmla="*/ 4 h 128"/>
              <a:gd name="T12" fmla="*/ 48 w 128"/>
              <a:gd name="T13" fmla="*/ 13 h 128"/>
              <a:gd name="T14" fmla="*/ 71 w 128"/>
              <a:gd name="T15" fmla="*/ 0 h 128"/>
              <a:gd name="T16" fmla="*/ 109 w 128"/>
              <a:gd name="T17" fmla="*/ 53 h 128"/>
              <a:gd name="T18" fmla="*/ 127 w 128"/>
              <a:gd name="T19" fmla="*/ 62 h 128"/>
              <a:gd name="T20" fmla="*/ 76 w 128"/>
              <a:gd name="T21" fmla="*/ 109 h 128"/>
              <a:gd name="T22" fmla="*/ 46 w 128"/>
              <a:gd name="T23" fmla="*/ 109 h 128"/>
              <a:gd name="T24" fmla="*/ 30 w 128"/>
              <a:gd name="T25" fmla="*/ 126 h 128"/>
              <a:gd name="T26" fmla="*/ 11 w 128"/>
              <a:gd name="T27" fmla="*/ 127 h 128"/>
              <a:gd name="T28" fmla="*/ 11 w 128"/>
              <a:gd name="T29" fmla="*/ 112 h 128"/>
              <a:gd name="T30" fmla="*/ 0 w 128"/>
              <a:gd name="T31" fmla="*/ 98 h 128"/>
              <a:gd name="T32" fmla="*/ 0 w 128"/>
              <a:gd name="T33" fmla="*/ 98 h 12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28"/>
              <a:gd name="T52" fmla="*/ 0 h 128"/>
              <a:gd name="T53" fmla="*/ 128 w 128"/>
              <a:gd name="T54" fmla="*/ 128 h 12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28" h="128">
                <a:moveTo>
                  <a:pt x="0" y="98"/>
                </a:moveTo>
                <a:lnTo>
                  <a:pt x="0" y="98"/>
                </a:lnTo>
                <a:lnTo>
                  <a:pt x="0" y="59"/>
                </a:lnTo>
                <a:lnTo>
                  <a:pt x="14" y="59"/>
                </a:lnTo>
                <a:lnTo>
                  <a:pt x="14" y="10"/>
                </a:lnTo>
                <a:lnTo>
                  <a:pt x="40" y="4"/>
                </a:lnTo>
                <a:lnTo>
                  <a:pt x="48" y="13"/>
                </a:lnTo>
                <a:lnTo>
                  <a:pt x="71" y="0"/>
                </a:lnTo>
                <a:lnTo>
                  <a:pt x="109" y="53"/>
                </a:lnTo>
                <a:lnTo>
                  <a:pt x="127" y="62"/>
                </a:lnTo>
                <a:lnTo>
                  <a:pt x="76" y="109"/>
                </a:lnTo>
                <a:lnTo>
                  <a:pt x="46" y="109"/>
                </a:lnTo>
                <a:lnTo>
                  <a:pt x="30" y="126"/>
                </a:lnTo>
                <a:lnTo>
                  <a:pt x="11" y="127"/>
                </a:lnTo>
                <a:lnTo>
                  <a:pt x="11" y="112"/>
                </a:lnTo>
                <a:lnTo>
                  <a:pt x="0" y="9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9" name="Freeform 806">
            <a:extLst>
              <a:ext uri="{FF2B5EF4-FFF2-40B4-BE49-F238E27FC236}">
                <a16:creationId xmlns:a16="http://schemas.microsoft.com/office/drawing/2014/main" id="{196E1276-B5CC-AF6D-6A03-A6DC76637F5F}"/>
              </a:ext>
            </a:extLst>
          </p:cNvPr>
          <p:cNvSpPr>
            <a:spLocks/>
          </p:cNvSpPr>
          <p:nvPr/>
        </p:nvSpPr>
        <p:spPr bwMode="auto">
          <a:xfrm>
            <a:off x="4505950" y="5403992"/>
            <a:ext cx="28607" cy="31174"/>
          </a:xfrm>
          <a:custGeom>
            <a:avLst/>
            <a:gdLst>
              <a:gd name="T0" fmla="*/ 0 w 25"/>
              <a:gd name="T1" fmla="*/ 4 h 28"/>
              <a:gd name="T2" fmla="*/ 0 w 25"/>
              <a:gd name="T3" fmla="*/ 4 h 28"/>
              <a:gd name="T4" fmla="*/ 3 w 25"/>
              <a:gd name="T5" fmla="*/ 14 h 28"/>
              <a:gd name="T6" fmla="*/ 9 w 25"/>
              <a:gd name="T7" fmla="*/ 27 h 28"/>
              <a:gd name="T8" fmla="*/ 24 w 25"/>
              <a:gd name="T9" fmla="*/ 11 h 28"/>
              <a:gd name="T10" fmla="*/ 23 w 25"/>
              <a:gd name="T11" fmla="*/ 0 h 28"/>
              <a:gd name="T12" fmla="*/ 0 w 25"/>
              <a:gd name="T13" fmla="*/ 4 h 28"/>
              <a:gd name="T14" fmla="*/ 0 w 25"/>
              <a:gd name="T15" fmla="*/ 4 h 28"/>
              <a:gd name="T16" fmla="*/ 0 60000 65536"/>
              <a:gd name="T17" fmla="*/ 0 60000 65536"/>
              <a:gd name="T18" fmla="*/ 0 60000 65536"/>
              <a:gd name="T19" fmla="*/ 0 60000 65536"/>
              <a:gd name="T20" fmla="*/ 0 60000 65536"/>
              <a:gd name="T21" fmla="*/ 0 60000 65536"/>
              <a:gd name="T22" fmla="*/ 0 60000 65536"/>
              <a:gd name="T23" fmla="*/ 0 60000 65536"/>
              <a:gd name="T24" fmla="*/ 0 w 25"/>
              <a:gd name="T25" fmla="*/ 0 h 28"/>
              <a:gd name="T26" fmla="*/ 25 w 25"/>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 h="28">
                <a:moveTo>
                  <a:pt x="0" y="4"/>
                </a:moveTo>
                <a:lnTo>
                  <a:pt x="0" y="4"/>
                </a:lnTo>
                <a:lnTo>
                  <a:pt x="3" y="14"/>
                </a:lnTo>
                <a:lnTo>
                  <a:pt x="9" y="27"/>
                </a:lnTo>
                <a:lnTo>
                  <a:pt x="24" y="11"/>
                </a:lnTo>
                <a:lnTo>
                  <a:pt x="23" y="0"/>
                </a:lnTo>
                <a:lnTo>
                  <a:pt x="0"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0" name="Freeform 807">
            <a:extLst>
              <a:ext uri="{FF2B5EF4-FFF2-40B4-BE49-F238E27FC236}">
                <a16:creationId xmlns:a16="http://schemas.microsoft.com/office/drawing/2014/main" id="{EF0096EF-ADB8-C135-3BF8-C5D5185CF040}"/>
              </a:ext>
            </a:extLst>
          </p:cNvPr>
          <p:cNvSpPr>
            <a:spLocks/>
          </p:cNvSpPr>
          <p:nvPr/>
        </p:nvSpPr>
        <p:spPr bwMode="auto">
          <a:xfrm>
            <a:off x="4183270" y="5175752"/>
            <a:ext cx="121291" cy="170345"/>
          </a:xfrm>
          <a:custGeom>
            <a:avLst/>
            <a:gdLst>
              <a:gd name="T0" fmla="*/ 0 w 106"/>
              <a:gd name="T1" fmla="*/ 109 h 153"/>
              <a:gd name="T2" fmla="*/ 0 w 106"/>
              <a:gd name="T3" fmla="*/ 109 h 153"/>
              <a:gd name="T4" fmla="*/ 14 w 106"/>
              <a:gd name="T5" fmla="*/ 80 h 153"/>
              <a:gd name="T6" fmla="*/ 40 w 106"/>
              <a:gd name="T7" fmla="*/ 84 h 153"/>
              <a:gd name="T8" fmla="*/ 68 w 106"/>
              <a:gd name="T9" fmla="*/ 25 h 153"/>
              <a:gd name="T10" fmla="*/ 82 w 106"/>
              <a:gd name="T11" fmla="*/ 14 h 153"/>
              <a:gd name="T12" fmla="*/ 77 w 106"/>
              <a:gd name="T13" fmla="*/ 2 h 153"/>
              <a:gd name="T14" fmla="*/ 84 w 106"/>
              <a:gd name="T15" fmla="*/ 0 h 153"/>
              <a:gd name="T16" fmla="*/ 94 w 106"/>
              <a:gd name="T17" fmla="*/ 37 h 153"/>
              <a:gd name="T18" fmla="*/ 77 w 106"/>
              <a:gd name="T19" fmla="*/ 44 h 153"/>
              <a:gd name="T20" fmla="*/ 96 w 106"/>
              <a:gd name="T21" fmla="*/ 73 h 153"/>
              <a:gd name="T22" fmla="*/ 84 w 106"/>
              <a:gd name="T23" fmla="*/ 107 h 153"/>
              <a:gd name="T24" fmla="*/ 105 w 106"/>
              <a:gd name="T25" fmla="*/ 134 h 153"/>
              <a:gd name="T26" fmla="*/ 103 w 106"/>
              <a:gd name="T27" fmla="*/ 152 h 153"/>
              <a:gd name="T28" fmla="*/ 67 w 106"/>
              <a:gd name="T29" fmla="*/ 144 h 153"/>
              <a:gd name="T30" fmla="*/ 39 w 106"/>
              <a:gd name="T31" fmla="*/ 143 h 153"/>
              <a:gd name="T32" fmla="*/ 17 w 106"/>
              <a:gd name="T33" fmla="*/ 144 h 153"/>
              <a:gd name="T34" fmla="*/ 16 w 106"/>
              <a:gd name="T35" fmla="*/ 119 h 153"/>
              <a:gd name="T36" fmla="*/ 0 w 106"/>
              <a:gd name="T37" fmla="*/ 109 h 153"/>
              <a:gd name="T38" fmla="*/ 0 w 106"/>
              <a:gd name="T39" fmla="*/ 109 h 15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06"/>
              <a:gd name="T61" fmla="*/ 0 h 153"/>
              <a:gd name="T62" fmla="*/ 106 w 106"/>
              <a:gd name="T63" fmla="*/ 153 h 15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06" h="153">
                <a:moveTo>
                  <a:pt x="0" y="109"/>
                </a:moveTo>
                <a:lnTo>
                  <a:pt x="0" y="109"/>
                </a:lnTo>
                <a:lnTo>
                  <a:pt x="14" y="80"/>
                </a:lnTo>
                <a:lnTo>
                  <a:pt x="40" y="84"/>
                </a:lnTo>
                <a:lnTo>
                  <a:pt x="68" y="25"/>
                </a:lnTo>
                <a:lnTo>
                  <a:pt x="82" y="14"/>
                </a:lnTo>
                <a:lnTo>
                  <a:pt x="77" y="2"/>
                </a:lnTo>
                <a:lnTo>
                  <a:pt x="84" y="0"/>
                </a:lnTo>
                <a:lnTo>
                  <a:pt x="94" y="37"/>
                </a:lnTo>
                <a:lnTo>
                  <a:pt x="77" y="44"/>
                </a:lnTo>
                <a:lnTo>
                  <a:pt x="96" y="73"/>
                </a:lnTo>
                <a:lnTo>
                  <a:pt x="84" y="107"/>
                </a:lnTo>
                <a:lnTo>
                  <a:pt x="105" y="134"/>
                </a:lnTo>
                <a:lnTo>
                  <a:pt x="103" y="152"/>
                </a:lnTo>
                <a:lnTo>
                  <a:pt x="67" y="144"/>
                </a:lnTo>
                <a:lnTo>
                  <a:pt x="39" y="143"/>
                </a:lnTo>
                <a:lnTo>
                  <a:pt x="17" y="144"/>
                </a:lnTo>
                <a:lnTo>
                  <a:pt x="16" y="119"/>
                </a:lnTo>
                <a:lnTo>
                  <a:pt x="0" y="10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1" name="Freeform 808">
            <a:extLst>
              <a:ext uri="{FF2B5EF4-FFF2-40B4-BE49-F238E27FC236}">
                <a16:creationId xmlns:a16="http://schemas.microsoft.com/office/drawing/2014/main" id="{FA902B3C-EF3D-BBF8-DE7D-4D84364B2CD7}"/>
              </a:ext>
            </a:extLst>
          </p:cNvPr>
          <p:cNvSpPr>
            <a:spLocks/>
          </p:cNvSpPr>
          <p:nvPr/>
        </p:nvSpPr>
        <p:spPr bwMode="auto">
          <a:xfrm>
            <a:off x="4279387" y="5202473"/>
            <a:ext cx="203678" cy="123584"/>
          </a:xfrm>
          <a:custGeom>
            <a:avLst/>
            <a:gdLst>
              <a:gd name="T0" fmla="*/ 0 w 178"/>
              <a:gd name="T1" fmla="*/ 83 h 111"/>
              <a:gd name="T2" fmla="*/ 0 w 178"/>
              <a:gd name="T3" fmla="*/ 83 h 111"/>
              <a:gd name="T4" fmla="*/ 12 w 178"/>
              <a:gd name="T5" fmla="*/ 49 h 111"/>
              <a:gd name="T6" fmla="*/ 56 w 178"/>
              <a:gd name="T7" fmla="*/ 40 h 111"/>
              <a:gd name="T8" fmla="*/ 61 w 178"/>
              <a:gd name="T9" fmla="*/ 29 h 111"/>
              <a:gd name="T10" fmla="*/ 81 w 178"/>
              <a:gd name="T11" fmla="*/ 25 h 111"/>
              <a:gd name="T12" fmla="*/ 111 w 178"/>
              <a:gd name="T13" fmla="*/ 0 h 111"/>
              <a:gd name="T14" fmla="*/ 121 w 178"/>
              <a:gd name="T15" fmla="*/ 29 h 111"/>
              <a:gd name="T16" fmla="*/ 144 w 178"/>
              <a:gd name="T17" fmla="*/ 40 h 111"/>
              <a:gd name="T18" fmla="*/ 177 w 178"/>
              <a:gd name="T19" fmla="*/ 80 h 111"/>
              <a:gd name="T20" fmla="*/ 95 w 178"/>
              <a:gd name="T21" fmla="*/ 91 h 111"/>
              <a:gd name="T22" fmla="*/ 68 w 178"/>
              <a:gd name="T23" fmla="*/ 80 h 111"/>
              <a:gd name="T24" fmla="*/ 56 w 178"/>
              <a:gd name="T25" fmla="*/ 99 h 111"/>
              <a:gd name="T26" fmla="*/ 33 w 178"/>
              <a:gd name="T27" fmla="*/ 99 h 111"/>
              <a:gd name="T28" fmla="*/ 21 w 178"/>
              <a:gd name="T29" fmla="*/ 110 h 111"/>
              <a:gd name="T30" fmla="*/ 0 w 178"/>
              <a:gd name="T31" fmla="*/ 83 h 111"/>
              <a:gd name="T32" fmla="*/ 0 w 178"/>
              <a:gd name="T33" fmla="*/ 83 h 11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8"/>
              <a:gd name="T52" fmla="*/ 0 h 111"/>
              <a:gd name="T53" fmla="*/ 178 w 178"/>
              <a:gd name="T54" fmla="*/ 111 h 11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8" h="111">
                <a:moveTo>
                  <a:pt x="0" y="83"/>
                </a:moveTo>
                <a:lnTo>
                  <a:pt x="0" y="83"/>
                </a:lnTo>
                <a:lnTo>
                  <a:pt x="12" y="49"/>
                </a:lnTo>
                <a:lnTo>
                  <a:pt x="56" y="40"/>
                </a:lnTo>
                <a:lnTo>
                  <a:pt x="61" y="29"/>
                </a:lnTo>
                <a:lnTo>
                  <a:pt x="81" y="25"/>
                </a:lnTo>
                <a:lnTo>
                  <a:pt x="111" y="0"/>
                </a:lnTo>
                <a:lnTo>
                  <a:pt x="121" y="29"/>
                </a:lnTo>
                <a:lnTo>
                  <a:pt x="144" y="40"/>
                </a:lnTo>
                <a:lnTo>
                  <a:pt x="177" y="80"/>
                </a:lnTo>
                <a:lnTo>
                  <a:pt x="95" y="91"/>
                </a:lnTo>
                <a:lnTo>
                  <a:pt x="68" y="80"/>
                </a:lnTo>
                <a:lnTo>
                  <a:pt x="56" y="99"/>
                </a:lnTo>
                <a:lnTo>
                  <a:pt x="33" y="99"/>
                </a:lnTo>
                <a:lnTo>
                  <a:pt x="21" y="110"/>
                </a:lnTo>
                <a:lnTo>
                  <a:pt x="0" y="8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2" name="Freeform 809">
            <a:extLst>
              <a:ext uri="{FF2B5EF4-FFF2-40B4-BE49-F238E27FC236}">
                <a16:creationId xmlns:a16="http://schemas.microsoft.com/office/drawing/2014/main" id="{6F03DE8D-7E9A-76F5-5B2C-DF8E138CF45C}"/>
              </a:ext>
            </a:extLst>
          </p:cNvPr>
          <p:cNvSpPr>
            <a:spLocks/>
          </p:cNvSpPr>
          <p:nvPr/>
        </p:nvSpPr>
        <p:spPr bwMode="auto">
          <a:xfrm>
            <a:off x="4261079" y="5008747"/>
            <a:ext cx="168205" cy="249395"/>
          </a:xfrm>
          <a:custGeom>
            <a:avLst/>
            <a:gdLst>
              <a:gd name="T0" fmla="*/ 0 w 147"/>
              <a:gd name="T1" fmla="*/ 128 h 224"/>
              <a:gd name="T2" fmla="*/ 0 w 147"/>
              <a:gd name="T3" fmla="*/ 128 h 224"/>
              <a:gd name="T4" fmla="*/ 21 w 147"/>
              <a:gd name="T5" fmla="*/ 139 h 224"/>
              <a:gd name="T6" fmla="*/ 16 w 147"/>
              <a:gd name="T7" fmla="*/ 150 h 224"/>
              <a:gd name="T8" fmla="*/ 26 w 147"/>
              <a:gd name="T9" fmla="*/ 187 h 224"/>
              <a:gd name="T10" fmla="*/ 9 w 147"/>
              <a:gd name="T11" fmla="*/ 194 h 224"/>
              <a:gd name="T12" fmla="*/ 28 w 147"/>
              <a:gd name="T13" fmla="*/ 223 h 224"/>
              <a:gd name="T14" fmla="*/ 72 w 147"/>
              <a:gd name="T15" fmla="*/ 214 h 224"/>
              <a:gd name="T16" fmla="*/ 77 w 147"/>
              <a:gd name="T17" fmla="*/ 203 h 224"/>
              <a:gd name="T18" fmla="*/ 97 w 147"/>
              <a:gd name="T19" fmla="*/ 199 h 224"/>
              <a:gd name="T20" fmla="*/ 127 w 147"/>
              <a:gd name="T21" fmla="*/ 174 h 224"/>
              <a:gd name="T22" fmla="*/ 117 w 147"/>
              <a:gd name="T23" fmla="*/ 147 h 224"/>
              <a:gd name="T24" fmla="*/ 131 w 147"/>
              <a:gd name="T25" fmla="*/ 111 h 224"/>
              <a:gd name="T26" fmla="*/ 145 w 147"/>
              <a:gd name="T27" fmla="*/ 108 h 224"/>
              <a:gd name="T28" fmla="*/ 146 w 147"/>
              <a:gd name="T29" fmla="*/ 56 h 224"/>
              <a:gd name="T30" fmla="*/ 36 w 147"/>
              <a:gd name="T31" fmla="*/ 0 h 224"/>
              <a:gd name="T32" fmla="*/ 22 w 147"/>
              <a:gd name="T33" fmla="*/ 5 h 224"/>
              <a:gd name="T34" fmla="*/ 22 w 147"/>
              <a:gd name="T35" fmla="*/ 27 h 224"/>
              <a:gd name="T36" fmla="*/ 36 w 147"/>
              <a:gd name="T37" fmla="*/ 43 h 224"/>
              <a:gd name="T38" fmla="*/ 28 w 147"/>
              <a:gd name="T39" fmla="*/ 92 h 224"/>
              <a:gd name="T40" fmla="*/ 0 w 147"/>
              <a:gd name="T41" fmla="*/ 128 h 224"/>
              <a:gd name="T42" fmla="*/ 0 w 147"/>
              <a:gd name="T43" fmla="*/ 128 h 22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47"/>
              <a:gd name="T67" fmla="*/ 0 h 224"/>
              <a:gd name="T68" fmla="*/ 147 w 147"/>
              <a:gd name="T69" fmla="*/ 224 h 22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47" h="224">
                <a:moveTo>
                  <a:pt x="0" y="128"/>
                </a:moveTo>
                <a:lnTo>
                  <a:pt x="0" y="128"/>
                </a:lnTo>
                <a:lnTo>
                  <a:pt x="21" y="139"/>
                </a:lnTo>
                <a:lnTo>
                  <a:pt x="16" y="150"/>
                </a:lnTo>
                <a:lnTo>
                  <a:pt x="26" y="187"/>
                </a:lnTo>
                <a:lnTo>
                  <a:pt x="9" y="194"/>
                </a:lnTo>
                <a:lnTo>
                  <a:pt x="28" y="223"/>
                </a:lnTo>
                <a:lnTo>
                  <a:pt x="72" y="214"/>
                </a:lnTo>
                <a:lnTo>
                  <a:pt x="77" y="203"/>
                </a:lnTo>
                <a:lnTo>
                  <a:pt x="97" y="199"/>
                </a:lnTo>
                <a:lnTo>
                  <a:pt x="127" y="174"/>
                </a:lnTo>
                <a:lnTo>
                  <a:pt x="117" y="147"/>
                </a:lnTo>
                <a:lnTo>
                  <a:pt x="131" y="111"/>
                </a:lnTo>
                <a:lnTo>
                  <a:pt x="145" y="108"/>
                </a:lnTo>
                <a:lnTo>
                  <a:pt x="146" y="56"/>
                </a:lnTo>
                <a:lnTo>
                  <a:pt x="36" y="0"/>
                </a:lnTo>
                <a:lnTo>
                  <a:pt x="22" y="5"/>
                </a:lnTo>
                <a:lnTo>
                  <a:pt x="22" y="27"/>
                </a:lnTo>
                <a:lnTo>
                  <a:pt x="36" y="43"/>
                </a:lnTo>
                <a:lnTo>
                  <a:pt x="28" y="92"/>
                </a:lnTo>
                <a:lnTo>
                  <a:pt x="0" y="128"/>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3" name="Freeform 810">
            <a:extLst>
              <a:ext uri="{FF2B5EF4-FFF2-40B4-BE49-F238E27FC236}">
                <a16:creationId xmlns:a16="http://schemas.microsoft.com/office/drawing/2014/main" id="{43B294EC-1118-AFBE-936C-B6C05E0FBC02}"/>
              </a:ext>
            </a:extLst>
          </p:cNvPr>
          <p:cNvSpPr>
            <a:spLocks/>
          </p:cNvSpPr>
          <p:nvPr/>
        </p:nvSpPr>
        <p:spPr bwMode="auto">
          <a:xfrm>
            <a:off x="4225607" y="5312696"/>
            <a:ext cx="119002" cy="132491"/>
          </a:xfrm>
          <a:custGeom>
            <a:avLst/>
            <a:gdLst>
              <a:gd name="T0" fmla="*/ 0 w 104"/>
              <a:gd name="T1" fmla="*/ 104 h 119"/>
              <a:gd name="T2" fmla="*/ 0 w 104"/>
              <a:gd name="T3" fmla="*/ 104 h 119"/>
              <a:gd name="T4" fmla="*/ 11 w 104"/>
              <a:gd name="T5" fmla="*/ 118 h 119"/>
              <a:gd name="T6" fmla="*/ 25 w 104"/>
              <a:gd name="T7" fmla="*/ 114 h 119"/>
              <a:gd name="T8" fmla="*/ 46 w 104"/>
              <a:gd name="T9" fmla="*/ 115 h 119"/>
              <a:gd name="T10" fmla="*/ 65 w 104"/>
              <a:gd name="T11" fmla="*/ 103 h 119"/>
              <a:gd name="T12" fmla="*/ 70 w 104"/>
              <a:gd name="T13" fmla="*/ 79 h 119"/>
              <a:gd name="T14" fmla="*/ 90 w 104"/>
              <a:gd name="T15" fmla="*/ 59 h 119"/>
              <a:gd name="T16" fmla="*/ 103 w 104"/>
              <a:gd name="T17" fmla="*/ 0 h 119"/>
              <a:gd name="T18" fmla="*/ 80 w 104"/>
              <a:gd name="T19" fmla="*/ 0 h 119"/>
              <a:gd name="T20" fmla="*/ 68 w 104"/>
              <a:gd name="T21" fmla="*/ 11 h 119"/>
              <a:gd name="T22" fmla="*/ 66 w 104"/>
              <a:gd name="T23" fmla="*/ 29 h 119"/>
              <a:gd name="T24" fmla="*/ 30 w 104"/>
              <a:gd name="T25" fmla="*/ 21 h 119"/>
              <a:gd name="T26" fmla="*/ 29 w 104"/>
              <a:gd name="T27" fmla="*/ 33 h 119"/>
              <a:gd name="T28" fmla="*/ 43 w 104"/>
              <a:gd name="T29" fmla="*/ 35 h 119"/>
              <a:gd name="T30" fmla="*/ 39 w 104"/>
              <a:gd name="T31" fmla="*/ 81 h 119"/>
              <a:gd name="T32" fmla="*/ 21 w 104"/>
              <a:gd name="T33" fmla="*/ 76 h 119"/>
              <a:gd name="T34" fmla="*/ 0 w 104"/>
              <a:gd name="T35" fmla="*/ 104 h 119"/>
              <a:gd name="T36" fmla="*/ 0 w 104"/>
              <a:gd name="T37" fmla="*/ 104 h 11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4"/>
              <a:gd name="T58" fmla="*/ 0 h 119"/>
              <a:gd name="T59" fmla="*/ 104 w 104"/>
              <a:gd name="T60" fmla="*/ 119 h 11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4" h="119">
                <a:moveTo>
                  <a:pt x="0" y="104"/>
                </a:moveTo>
                <a:lnTo>
                  <a:pt x="0" y="104"/>
                </a:lnTo>
                <a:lnTo>
                  <a:pt x="11" y="118"/>
                </a:lnTo>
                <a:lnTo>
                  <a:pt x="25" y="114"/>
                </a:lnTo>
                <a:lnTo>
                  <a:pt x="46" y="115"/>
                </a:lnTo>
                <a:lnTo>
                  <a:pt x="65" y="103"/>
                </a:lnTo>
                <a:lnTo>
                  <a:pt x="70" y="79"/>
                </a:lnTo>
                <a:lnTo>
                  <a:pt x="90" y="59"/>
                </a:lnTo>
                <a:lnTo>
                  <a:pt x="103" y="0"/>
                </a:lnTo>
                <a:lnTo>
                  <a:pt x="80" y="0"/>
                </a:lnTo>
                <a:lnTo>
                  <a:pt x="68" y="11"/>
                </a:lnTo>
                <a:lnTo>
                  <a:pt x="66" y="29"/>
                </a:lnTo>
                <a:lnTo>
                  <a:pt x="30" y="21"/>
                </a:lnTo>
                <a:lnTo>
                  <a:pt x="29" y="33"/>
                </a:lnTo>
                <a:lnTo>
                  <a:pt x="43" y="35"/>
                </a:lnTo>
                <a:lnTo>
                  <a:pt x="39" y="81"/>
                </a:lnTo>
                <a:lnTo>
                  <a:pt x="21" y="76"/>
                </a:lnTo>
                <a:lnTo>
                  <a:pt x="0" y="10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4" name="Freeform 811">
            <a:extLst>
              <a:ext uri="{FF2B5EF4-FFF2-40B4-BE49-F238E27FC236}">
                <a16:creationId xmlns:a16="http://schemas.microsoft.com/office/drawing/2014/main" id="{0E8F2058-854A-2ADB-7B63-3D843BEF4F21}"/>
              </a:ext>
            </a:extLst>
          </p:cNvPr>
          <p:cNvSpPr>
            <a:spLocks/>
          </p:cNvSpPr>
          <p:nvPr/>
        </p:nvSpPr>
        <p:spPr bwMode="auto">
          <a:xfrm>
            <a:off x="4243915" y="5291543"/>
            <a:ext cx="297506" cy="278342"/>
          </a:xfrm>
          <a:custGeom>
            <a:avLst/>
            <a:gdLst>
              <a:gd name="T0" fmla="*/ 0 w 260"/>
              <a:gd name="T1" fmla="*/ 147 h 250"/>
              <a:gd name="T2" fmla="*/ 0 w 260"/>
              <a:gd name="T3" fmla="*/ 147 h 250"/>
              <a:gd name="T4" fmla="*/ 1 w 260"/>
              <a:gd name="T5" fmla="*/ 154 h 250"/>
              <a:gd name="T6" fmla="*/ 53 w 260"/>
              <a:gd name="T7" fmla="*/ 147 h 250"/>
              <a:gd name="T8" fmla="*/ 76 w 260"/>
              <a:gd name="T9" fmla="*/ 179 h 250"/>
              <a:gd name="T10" fmla="*/ 95 w 260"/>
              <a:gd name="T11" fmla="*/ 177 h 250"/>
              <a:gd name="T12" fmla="*/ 99 w 260"/>
              <a:gd name="T13" fmla="*/ 163 h 250"/>
              <a:gd name="T14" fmla="*/ 117 w 260"/>
              <a:gd name="T15" fmla="*/ 162 h 250"/>
              <a:gd name="T16" fmla="*/ 129 w 260"/>
              <a:gd name="T17" fmla="*/ 171 h 250"/>
              <a:gd name="T18" fmla="*/ 132 w 260"/>
              <a:gd name="T19" fmla="*/ 220 h 250"/>
              <a:gd name="T20" fmla="*/ 160 w 260"/>
              <a:gd name="T21" fmla="*/ 217 h 250"/>
              <a:gd name="T22" fmla="*/ 238 w 260"/>
              <a:gd name="T23" fmla="*/ 249 h 250"/>
              <a:gd name="T24" fmla="*/ 238 w 260"/>
              <a:gd name="T25" fmla="*/ 235 h 250"/>
              <a:gd name="T26" fmla="*/ 222 w 260"/>
              <a:gd name="T27" fmla="*/ 228 h 250"/>
              <a:gd name="T28" fmla="*/ 225 w 260"/>
              <a:gd name="T29" fmla="*/ 192 h 250"/>
              <a:gd name="T30" fmla="*/ 250 w 260"/>
              <a:gd name="T31" fmla="*/ 180 h 250"/>
              <a:gd name="T32" fmla="*/ 234 w 260"/>
              <a:gd name="T33" fmla="*/ 156 h 250"/>
              <a:gd name="T34" fmla="*/ 232 w 260"/>
              <a:gd name="T35" fmla="*/ 115 h 250"/>
              <a:gd name="T36" fmla="*/ 229 w 260"/>
              <a:gd name="T37" fmla="*/ 105 h 250"/>
              <a:gd name="T38" fmla="*/ 238 w 260"/>
              <a:gd name="T39" fmla="*/ 87 h 250"/>
              <a:gd name="T40" fmla="*/ 250 w 260"/>
              <a:gd name="T41" fmla="*/ 52 h 250"/>
              <a:gd name="T42" fmla="*/ 259 w 260"/>
              <a:gd name="T43" fmla="*/ 39 h 250"/>
              <a:gd name="T44" fmla="*/ 254 w 260"/>
              <a:gd name="T45" fmla="*/ 20 h 250"/>
              <a:gd name="T46" fmla="*/ 208 w 260"/>
              <a:gd name="T47" fmla="*/ 0 h 250"/>
              <a:gd name="T48" fmla="*/ 126 w 260"/>
              <a:gd name="T49" fmla="*/ 11 h 250"/>
              <a:gd name="T50" fmla="*/ 99 w 260"/>
              <a:gd name="T51" fmla="*/ 0 h 250"/>
              <a:gd name="T52" fmla="*/ 87 w 260"/>
              <a:gd name="T53" fmla="*/ 19 h 250"/>
              <a:gd name="T54" fmla="*/ 74 w 260"/>
              <a:gd name="T55" fmla="*/ 78 h 250"/>
              <a:gd name="T56" fmla="*/ 54 w 260"/>
              <a:gd name="T57" fmla="*/ 98 h 250"/>
              <a:gd name="T58" fmla="*/ 49 w 260"/>
              <a:gd name="T59" fmla="*/ 122 h 250"/>
              <a:gd name="T60" fmla="*/ 30 w 260"/>
              <a:gd name="T61" fmla="*/ 134 h 250"/>
              <a:gd name="T62" fmla="*/ 9 w 260"/>
              <a:gd name="T63" fmla="*/ 133 h 250"/>
              <a:gd name="T64" fmla="*/ 0 w 260"/>
              <a:gd name="T65" fmla="*/ 147 h 250"/>
              <a:gd name="T66" fmla="*/ 0 w 260"/>
              <a:gd name="T67" fmla="*/ 147 h 25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60"/>
              <a:gd name="T103" fmla="*/ 0 h 250"/>
              <a:gd name="T104" fmla="*/ 260 w 260"/>
              <a:gd name="T105" fmla="*/ 250 h 25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60" h="250">
                <a:moveTo>
                  <a:pt x="0" y="147"/>
                </a:moveTo>
                <a:lnTo>
                  <a:pt x="0" y="147"/>
                </a:lnTo>
                <a:lnTo>
                  <a:pt x="1" y="154"/>
                </a:lnTo>
                <a:lnTo>
                  <a:pt x="53" y="147"/>
                </a:lnTo>
                <a:lnTo>
                  <a:pt x="76" y="179"/>
                </a:lnTo>
                <a:lnTo>
                  <a:pt x="95" y="177"/>
                </a:lnTo>
                <a:lnTo>
                  <a:pt x="99" y="163"/>
                </a:lnTo>
                <a:lnTo>
                  <a:pt x="117" y="162"/>
                </a:lnTo>
                <a:lnTo>
                  <a:pt x="129" y="171"/>
                </a:lnTo>
                <a:lnTo>
                  <a:pt x="132" y="220"/>
                </a:lnTo>
                <a:lnTo>
                  <a:pt x="160" y="217"/>
                </a:lnTo>
                <a:lnTo>
                  <a:pt x="238" y="249"/>
                </a:lnTo>
                <a:lnTo>
                  <a:pt x="238" y="235"/>
                </a:lnTo>
                <a:lnTo>
                  <a:pt x="222" y="228"/>
                </a:lnTo>
                <a:lnTo>
                  <a:pt x="225" y="192"/>
                </a:lnTo>
                <a:lnTo>
                  <a:pt x="250" y="180"/>
                </a:lnTo>
                <a:lnTo>
                  <a:pt x="234" y="156"/>
                </a:lnTo>
                <a:lnTo>
                  <a:pt x="232" y="115"/>
                </a:lnTo>
                <a:lnTo>
                  <a:pt x="229" y="105"/>
                </a:lnTo>
                <a:lnTo>
                  <a:pt x="238" y="87"/>
                </a:lnTo>
                <a:lnTo>
                  <a:pt x="250" y="52"/>
                </a:lnTo>
                <a:lnTo>
                  <a:pt x="259" y="39"/>
                </a:lnTo>
                <a:lnTo>
                  <a:pt x="254" y="20"/>
                </a:lnTo>
                <a:lnTo>
                  <a:pt x="208" y="0"/>
                </a:lnTo>
                <a:lnTo>
                  <a:pt x="126" y="11"/>
                </a:lnTo>
                <a:lnTo>
                  <a:pt x="99" y="0"/>
                </a:lnTo>
                <a:lnTo>
                  <a:pt x="87" y="19"/>
                </a:lnTo>
                <a:lnTo>
                  <a:pt x="74" y="78"/>
                </a:lnTo>
                <a:lnTo>
                  <a:pt x="54" y="98"/>
                </a:lnTo>
                <a:lnTo>
                  <a:pt x="49" y="122"/>
                </a:lnTo>
                <a:lnTo>
                  <a:pt x="30" y="134"/>
                </a:lnTo>
                <a:lnTo>
                  <a:pt x="9" y="133"/>
                </a:lnTo>
                <a:lnTo>
                  <a:pt x="0" y="147"/>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5" name="Freeform 812">
            <a:extLst>
              <a:ext uri="{FF2B5EF4-FFF2-40B4-BE49-F238E27FC236}">
                <a16:creationId xmlns:a16="http://schemas.microsoft.com/office/drawing/2014/main" id="{7F5CF62C-29C7-4BCB-108A-829BA1B3C1D3}"/>
              </a:ext>
            </a:extLst>
          </p:cNvPr>
          <p:cNvSpPr>
            <a:spLocks/>
          </p:cNvSpPr>
          <p:nvPr/>
        </p:nvSpPr>
        <p:spPr bwMode="auto">
          <a:xfrm>
            <a:off x="4557441" y="4807227"/>
            <a:ext cx="37760" cy="20041"/>
          </a:xfrm>
          <a:custGeom>
            <a:avLst/>
            <a:gdLst>
              <a:gd name="T0" fmla="*/ 0 w 33"/>
              <a:gd name="T1" fmla="*/ 9 h 18"/>
              <a:gd name="T2" fmla="*/ 0 w 33"/>
              <a:gd name="T3" fmla="*/ 9 h 18"/>
              <a:gd name="T4" fmla="*/ 11 w 33"/>
              <a:gd name="T5" fmla="*/ 17 h 18"/>
              <a:gd name="T6" fmla="*/ 32 w 33"/>
              <a:gd name="T7" fmla="*/ 0 h 18"/>
              <a:gd name="T8" fmla="*/ 0 w 33"/>
              <a:gd name="T9" fmla="*/ 9 h 18"/>
              <a:gd name="T10" fmla="*/ 0 w 33"/>
              <a:gd name="T11" fmla="*/ 9 h 18"/>
              <a:gd name="T12" fmla="*/ 0 60000 65536"/>
              <a:gd name="T13" fmla="*/ 0 60000 65536"/>
              <a:gd name="T14" fmla="*/ 0 60000 65536"/>
              <a:gd name="T15" fmla="*/ 0 60000 65536"/>
              <a:gd name="T16" fmla="*/ 0 60000 65536"/>
              <a:gd name="T17" fmla="*/ 0 60000 65536"/>
              <a:gd name="T18" fmla="*/ 0 w 33"/>
              <a:gd name="T19" fmla="*/ 0 h 18"/>
              <a:gd name="T20" fmla="*/ 33 w 33"/>
              <a:gd name="T21" fmla="*/ 18 h 18"/>
            </a:gdLst>
            <a:ahLst/>
            <a:cxnLst>
              <a:cxn ang="T12">
                <a:pos x="T0" y="T1"/>
              </a:cxn>
              <a:cxn ang="T13">
                <a:pos x="T2" y="T3"/>
              </a:cxn>
              <a:cxn ang="T14">
                <a:pos x="T4" y="T5"/>
              </a:cxn>
              <a:cxn ang="T15">
                <a:pos x="T6" y="T7"/>
              </a:cxn>
              <a:cxn ang="T16">
                <a:pos x="T8" y="T9"/>
              </a:cxn>
              <a:cxn ang="T17">
                <a:pos x="T10" y="T11"/>
              </a:cxn>
            </a:cxnLst>
            <a:rect l="T18" t="T19" r="T20" b="T21"/>
            <a:pathLst>
              <a:path w="33" h="18">
                <a:moveTo>
                  <a:pt x="0" y="9"/>
                </a:moveTo>
                <a:lnTo>
                  <a:pt x="0" y="9"/>
                </a:lnTo>
                <a:lnTo>
                  <a:pt x="11" y="17"/>
                </a:lnTo>
                <a:lnTo>
                  <a:pt x="32" y="0"/>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6" name="Freeform 813">
            <a:extLst>
              <a:ext uri="{FF2B5EF4-FFF2-40B4-BE49-F238E27FC236}">
                <a16:creationId xmlns:a16="http://schemas.microsoft.com/office/drawing/2014/main" id="{B75CE39D-8628-862C-201F-4C0CF83634DF}"/>
              </a:ext>
            </a:extLst>
          </p:cNvPr>
          <p:cNvSpPr>
            <a:spLocks/>
          </p:cNvSpPr>
          <p:nvPr/>
        </p:nvSpPr>
        <p:spPr bwMode="auto">
          <a:xfrm>
            <a:off x="4066555" y="5180206"/>
            <a:ext cx="43481" cy="94637"/>
          </a:xfrm>
          <a:custGeom>
            <a:avLst/>
            <a:gdLst>
              <a:gd name="T0" fmla="*/ 0 w 38"/>
              <a:gd name="T1" fmla="*/ 21 h 85"/>
              <a:gd name="T2" fmla="*/ 0 w 38"/>
              <a:gd name="T3" fmla="*/ 21 h 85"/>
              <a:gd name="T4" fmla="*/ 14 w 38"/>
              <a:gd name="T5" fmla="*/ 84 h 85"/>
              <a:gd name="T6" fmla="*/ 26 w 38"/>
              <a:gd name="T7" fmla="*/ 83 h 85"/>
              <a:gd name="T8" fmla="*/ 37 w 38"/>
              <a:gd name="T9" fmla="*/ 10 h 85"/>
              <a:gd name="T10" fmla="*/ 26 w 38"/>
              <a:gd name="T11" fmla="*/ 0 h 85"/>
              <a:gd name="T12" fmla="*/ 19 w 38"/>
              <a:gd name="T13" fmla="*/ 7 h 85"/>
              <a:gd name="T14" fmla="*/ 0 w 38"/>
              <a:gd name="T15" fmla="*/ 21 h 85"/>
              <a:gd name="T16" fmla="*/ 0 w 38"/>
              <a:gd name="T17" fmla="*/ 21 h 8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8"/>
              <a:gd name="T28" fmla="*/ 0 h 85"/>
              <a:gd name="T29" fmla="*/ 38 w 38"/>
              <a:gd name="T30" fmla="*/ 85 h 8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8" h="85">
                <a:moveTo>
                  <a:pt x="0" y="21"/>
                </a:moveTo>
                <a:lnTo>
                  <a:pt x="0" y="21"/>
                </a:lnTo>
                <a:lnTo>
                  <a:pt x="14" y="84"/>
                </a:lnTo>
                <a:lnTo>
                  <a:pt x="26" y="83"/>
                </a:lnTo>
                <a:lnTo>
                  <a:pt x="37" y="10"/>
                </a:lnTo>
                <a:lnTo>
                  <a:pt x="26" y="0"/>
                </a:lnTo>
                <a:lnTo>
                  <a:pt x="19" y="7"/>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7" name="Freeform 814">
            <a:extLst>
              <a:ext uri="{FF2B5EF4-FFF2-40B4-BE49-F238E27FC236}">
                <a16:creationId xmlns:a16="http://schemas.microsoft.com/office/drawing/2014/main" id="{20462A77-9F6A-87E3-841D-A94B7F72043F}"/>
              </a:ext>
            </a:extLst>
          </p:cNvPr>
          <p:cNvSpPr>
            <a:spLocks/>
          </p:cNvSpPr>
          <p:nvPr/>
        </p:nvSpPr>
        <p:spPr bwMode="auto">
          <a:xfrm>
            <a:off x="4199289" y="5334964"/>
            <a:ext cx="29751" cy="20041"/>
          </a:xfrm>
          <a:custGeom>
            <a:avLst/>
            <a:gdLst>
              <a:gd name="T0" fmla="*/ 0 w 26"/>
              <a:gd name="T1" fmla="*/ 17 h 18"/>
              <a:gd name="T2" fmla="*/ 0 w 26"/>
              <a:gd name="T3" fmla="*/ 17 h 18"/>
              <a:gd name="T4" fmla="*/ 3 w 26"/>
              <a:gd name="T5" fmla="*/ 1 h 18"/>
              <a:gd name="T6" fmla="*/ 25 w 26"/>
              <a:gd name="T7" fmla="*/ 0 h 18"/>
              <a:gd name="T8" fmla="*/ 25 w 26"/>
              <a:gd name="T9" fmla="*/ 15 h 18"/>
              <a:gd name="T10" fmla="*/ 0 w 26"/>
              <a:gd name="T11" fmla="*/ 17 h 18"/>
              <a:gd name="T12" fmla="*/ 0 w 26"/>
              <a:gd name="T13" fmla="*/ 17 h 18"/>
              <a:gd name="T14" fmla="*/ 0 60000 65536"/>
              <a:gd name="T15" fmla="*/ 0 60000 65536"/>
              <a:gd name="T16" fmla="*/ 0 60000 65536"/>
              <a:gd name="T17" fmla="*/ 0 60000 65536"/>
              <a:gd name="T18" fmla="*/ 0 60000 65536"/>
              <a:gd name="T19" fmla="*/ 0 60000 65536"/>
              <a:gd name="T20" fmla="*/ 0 60000 65536"/>
              <a:gd name="T21" fmla="*/ 0 w 26"/>
              <a:gd name="T22" fmla="*/ 0 h 18"/>
              <a:gd name="T23" fmla="*/ 26 w 26"/>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18">
                <a:moveTo>
                  <a:pt x="0" y="17"/>
                </a:moveTo>
                <a:lnTo>
                  <a:pt x="0" y="17"/>
                </a:lnTo>
                <a:lnTo>
                  <a:pt x="3" y="1"/>
                </a:lnTo>
                <a:lnTo>
                  <a:pt x="25" y="0"/>
                </a:lnTo>
                <a:lnTo>
                  <a:pt x="25" y="15"/>
                </a:lnTo>
                <a:lnTo>
                  <a:pt x="0" y="1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8" name="Freeform 815">
            <a:extLst>
              <a:ext uri="{FF2B5EF4-FFF2-40B4-BE49-F238E27FC236}">
                <a16:creationId xmlns:a16="http://schemas.microsoft.com/office/drawing/2014/main" id="{B2BD3A54-ED3C-7D48-35AA-66E7258A2940}"/>
              </a:ext>
            </a:extLst>
          </p:cNvPr>
          <p:cNvSpPr>
            <a:spLocks/>
          </p:cNvSpPr>
          <p:nvPr/>
        </p:nvSpPr>
        <p:spPr bwMode="auto">
          <a:xfrm>
            <a:off x="4566595" y="5093363"/>
            <a:ext cx="236861" cy="223787"/>
          </a:xfrm>
          <a:custGeom>
            <a:avLst/>
            <a:gdLst>
              <a:gd name="T0" fmla="*/ 0 w 207"/>
              <a:gd name="T1" fmla="*/ 140 h 201"/>
              <a:gd name="T2" fmla="*/ 0 w 207"/>
              <a:gd name="T3" fmla="*/ 140 h 201"/>
              <a:gd name="T4" fmla="*/ 16 w 207"/>
              <a:gd name="T5" fmla="*/ 129 h 201"/>
              <a:gd name="T6" fmla="*/ 17 w 207"/>
              <a:gd name="T7" fmla="*/ 105 h 201"/>
              <a:gd name="T8" fmla="*/ 44 w 207"/>
              <a:gd name="T9" fmla="*/ 72 h 201"/>
              <a:gd name="T10" fmla="*/ 55 w 207"/>
              <a:gd name="T11" fmla="*/ 13 h 201"/>
              <a:gd name="T12" fmla="*/ 76 w 207"/>
              <a:gd name="T13" fmla="*/ 0 h 201"/>
              <a:gd name="T14" fmla="*/ 92 w 207"/>
              <a:gd name="T15" fmla="*/ 40 h 201"/>
              <a:gd name="T16" fmla="*/ 137 w 207"/>
              <a:gd name="T17" fmla="*/ 74 h 201"/>
              <a:gd name="T18" fmla="*/ 121 w 207"/>
              <a:gd name="T19" fmla="*/ 95 h 201"/>
              <a:gd name="T20" fmla="*/ 136 w 207"/>
              <a:gd name="T21" fmla="*/ 100 h 201"/>
              <a:gd name="T22" fmla="*/ 152 w 207"/>
              <a:gd name="T23" fmla="*/ 124 h 201"/>
              <a:gd name="T24" fmla="*/ 206 w 207"/>
              <a:gd name="T25" fmla="*/ 138 h 201"/>
              <a:gd name="T26" fmla="*/ 165 w 207"/>
              <a:gd name="T27" fmla="*/ 179 h 201"/>
              <a:gd name="T28" fmla="*/ 122 w 207"/>
              <a:gd name="T29" fmla="*/ 194 h 201"/>
              <a:gd name="T30" fmla="*/ 83 w 207"/>
              <a:gd name="T31" fmla="*/ 200 h 201"/>
              <a:gd name="T32" fmla="*/ 39 w 207"/>
              <a:gd name="T33" fmla="*/ 185 h 201"/>
              <a:gd name="T34" fmla="*/ 24 w 207"/>
              <a:gd name="T35" fmla="*/ 156 h 201"/>
              <a:gd name="T36" fmla="*/ 0 w 207"/>
              <a:gd name="T37" fmla="*/ 140 h 201"/>
              <a:gd name="T38" fmla="*/ 0 w 207"/>
              <a:gd name="T39" fmla="*/ 140 h 20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07"/>
              <a:gd name="T61" fmla="*/ 0 h 201"/>
              <a:gd name="T62" fmla="*/ 207 w 207"/>
              <a:gd name="T63" fmla="*/ 201 h 20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07" h="201">
                <a:moveTo>
                  <a:pt x="0" y="140"/>
                </a:moveTo>
                <a:lnTo>
                  <a:pt x="0" y="140"/>
                </a:lnTo>
                <a:lnTo>
                  <a:pt x="16" y="129"/>
                </a:lnTo>
                <a:lnTo>
                  <a:pt x="17" y="105"/>
                </a:lnTo>
                <a:lnTo>
                  <a:pt x="44" y="72"/>
                </a:lnTo>
                <a:lnTo>
                  <a:pt x="55" y="13"/>
                </a:lnTo>
                <a:lnTo>
                  <a:pt x="76" y="0"/>
                </a:lnTo>
                <a:lnTo>
                  <a:pt x="92" y="40"/>
                </a:lnTo>
                <a:lnTo>
                  <a:pt x="137" y="74"/>
                </a:lnTo>
                <a:lnTo>
                  <a:pt x="121" y="95"/>
                </a:lnTo>
                <a:lnTo>
                  <a:pt x="136" y="100"/>
                </a:lnTo>
                <a:lnTo>
                  <a:pt x="152" y="124"/>
                </a:lnTo>
                <a:lnTo>
                  <a:pt x="206" y="138"/>
                </a:lnTo>
                <a:lnTo>
                  <a:pt x="165" y="179"/>
                </a:lnTo>
                <a:lnTo>
                  <a:pt x="122" y="194"/>
                </a:lnTo>
                <a:lnTo>
                  <a:pt x="83" y="200"/>
                </a:lnTo>
                <a:lnTo>
                  <a:pt x="39" y="185"/>
                </a:lnTo>
                <a:lnTo>
                  <a:pt x="24" y="156"/>
                </a:lnTo>
                <a:lnTo>
                  <a:pt x="0" y="14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9" name="Freeform 816">
            <a:extLst>
              <a:ext uri="{FF2B5EF4-FFF2-40B4-BE49-F238E27FC236}">
                <a16:creationId xmlns:a16="http://schemas.microsoft.com/office/drawing/2014/main" id="{F0657B02-43F4-9DCB-2370-92CC3342A5ED}"/>
              </a:ext>
            </a:extLst>
          </p:cNvPr>
          <p:cNvSpPr>
            <a:spLocks/>
          </p:cNvSpPr>
          <p:nvPr/>
        </p:nvSpPr>
        <p:spPr bwMode="auto">
          <a:xfrm>
            <a:off x="4705050" y="5175752"/>
            <a:ext cx="25174" cy="30061"/>
          </a:xfrm>
          <a:custGeom>
            <a:avLst/>
            <a:gdLst>
              <a:gd name="T0" fmla="*/ 0 w 22"/>
              <a:gd name="T1" fmla="*/ 21 h 27"/>
              <a:gd name="T2" fmla="*/ 0 w 22"/>
              <a:gd name="T3" fmla="*/ 21 h 27"/>
              <a:gd name="T4" fmla="*/ 15 w 22"/>
              <a:gd name="T5" fmla="*/ 26 h 27"/>
              <a:gd name="T6" fmla="*/ 21 w 22"/>
              <a:gd name="T7" fmla="*/ 18 h 27"/>
              <a:gd name="T8" fmla="*/ 10 w 22"/>
              <a:gd name="T9" fmla="*/ 16 h 27"/>
              <a:gd name="T10" fmla="*/ 21 w 22"/>
              <a:gd name="T11" fmla="*/ 10 h 27"/>
              <a:gd name="T12" fmla="*/ 16 w 22"/>
              <a:gd name="T13" fmla="*/ 0 h 27"/>
              <a:gd name="T14" fmla="*/ 0 w 22"/>
              <a:gd name="T15" fmla="*/ 21 h 27"/>
              <a:gd name="T16" fmla="*/ 0 w 22"/>
              <a:gd name="T17" fmla="*/ 21 h 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27"/>
              <a:gd name="T29" fmla="*/ 22 w 22"/>
              <a:gd name="T30" fmla="*/ 27 h 2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27">
                <a:moveTo>
                  <a:pt x="0" y="21"/>
                </a:moveTo>
                <a:lnTo>
                  <a:pt x="0" y="21"/>
                </a:lnTo>
                <a:lnTo>
                  <a:pt x="15" y="26"/>
                </a:lnTo>
                <a:lnTo>
                  <a:pt x="21" y="18"/>
                </a:lnTo>
                <a:lnTo>
                  <a:pt x="10" y="16"/>
                </a:lnTo>
                <a:lnTo>
                  <a:pt x="21" y="10"/>
                </a:lnTo>
                <a:lnTo>
                  <a:pt x="16" y="0"/>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0" name="Freeform 817">
            <a:extLst>
              <a:ext uri="{FF2B5EF4-FFF2-40B4-BE49-F238E27FC236}">
                <a16:creationId xmlns:a16="http://schemas.microsoft.com/office/drawing/2014/main" id="{B6ACE187-F838-5574-CBD9-C2063C157C19}"/>
              </a:ext>
            </a:extLst>
          </p:cNvPr>
          <p:cNvSpPr>
            <a:spLocks/>
          </p:cNvSpPr>
          <p:nvPr/>
        </p:nvSpPr>
        <p:spPr bwMode="auto">
          <a:xfrm>
            <a:off x="4187846" y="5334964"/>
            <a:ext cx="88108" cy="94637"/>
          </a:xfrm>
          <a:custGeom>
            <a:avLst/>
            <a:gdLst>
              <a:gd name="T0" fmla="*/ 0 w 77"/>
              <a:gd name="T1" fmla="*/ 40 h 85"/>
              <a:gd name="T2" fmla="*/ 0 w 77"/>
              <a:gd name="T3" fmla="*/ 40 h 85"/>
              <a:gd name="T4" fmla="*/ 9 w 77"/>
              <a:gd name="T5" fmla="*/ 27 h 85"/>
              <a:gd name="T6" fmla="*/ 14 w 77"/>
              <a:gd name="T7" fmla="*/ 28 h 85"/>
              <a:gd name="T8" fmla="*/ 10 w 77"/>
              <a:gd name="T9" fmla="*/ 17 h 85"/>
              <a:gd name="T10" fmla="*/ 35 w 77"/>
              <a:gd name="T11" fmla="*/ 15 h 85"/>
              <a:gd name="T12" fmla="*/ 35 w 77"/>
              <a:gd name="T13" fmla="*/ 0 h 85"/>
              <a:gd name="T14" fmla="*/ 63 w 77"/>
              <a:gd name="T15" fmla="*/ 1 h 85"/>
              <a:gd name="T16" fmla="*/ 62 w 77"/>
              <a:gd name="T17" fmla="*/ 13 h 85"/>
              <a:gd name="T18" fmla="*/ 76 w 77"/>
              <a:gd name="T19" fmla="*/ 15 h 85"/>
              <a:gd name="T20" fmla="*/ 72 w 77"/>
              <a:gd name="T21" fmla="*/ 61 h 85"/>
              <a:gd name="T22" fmla="*/ 54 w 77"/>
              <a:gd name="T23" fmla="*/ 56 h 85"/>
              <a:gd name="T24" fmla="*/ 33 w 77"/>
              <a:gd name="T25" fmla="*/ 84 h 85"/>
              <a:gd name="T26" fmla="*/ 0 w 77"/>
              <a:gd name="T27" fmla="*/ 40 h 85"/>
              <a:gd name="T28" fmla="*/ 0 w 77"/>
              <a:gd name="T29" fmla="*/ 40 h 8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7"/>
              <a:gd name="T46" fmla="*/ 0 h 85"/>
              <a:gd name="T47" fmla="*/ 77 w 77"/>
              <a:gd name="T48" fmla="*/ 85 h 8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7" h="85">
                <a:moveTo>
                  <a:pt x="0" y="40"/>
                </a:moveTo>
                <a:lnTo>
                  <a:pt x="0" y="40"/>
                </a:lnTo>
                <a:lnTo>
                  <a:pt x="9" y="27"/>
                </a:lnTo>
                <a:lnTo>
                  <a:pt x="14" y="28"/>
                </a:lnTo>
                <a:lnTo>
                  <a:pt x="10" y="17"/>
                </a:lnTo>
                <a:lnTo>
                  <a:pt x="35" y="15"/>
                </a:lnTo>
                <a:lnTo>
                  <a:pt x="35" y="0"/>
                </a:lnTo>
                <a:lnTo>
                  <a:pt x="63" y="1"/>
                </a:lnTo>
                <a:lnTo>
                  <a:pt x="62" y="13"/>
                </a:lnTo>
                <a:lnTo>
                  <a:pt x="76" y="15"/>
                </a:lnTo>
                <a:lnTo>
                  <a:pt x="72" y="61"/>
                </a:lnTo>
                <a:lnTo>
                  <a:pt x="54" y="56"/>
                </a:lnTo>
                <a:lnTo>
                  <a:pt x="33" y="84"/>
                </a:lnTo>
                <a:lnTo>
                  <a:pt x="0" y="4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1" name="Freeform 818">
            <a:extLst>
              <a:ext uri="{FF2B5EF4-FFF2-40B4-BE49-F238E27FC236}">
                <a16:creationId xmlns:a16="http://schemas.microsoft.com/office/drawing/2014/main" id="{6B1C8BB9-915E-1286-E694-A8B170B5ED2F}"/>
              </a:ext>
            </a:extLst>
          </p:cNvPr>
          <p:cNvSpPr>
            <a:spLocks/>
          </p:cNvSpPr>
          <p:nvPr/>
        </p:nvSpPr>
        <p:spPr bwMode="auto">
          <a:xfrm>
            <a:off x="3790789" y="5162392"/>
            <a:ext cx="48059" cy="8907"/>
          </a:xfrm>
          <a:custGeom>
            <a:avLst/>
            <a:gdLst>
              <a:gd name="T0" fmla="*/ 0 w 42"/>
              <a:gd name="T1" fmla="*/ 7 h 8"/>
              <a:gd name="T2" fmla="*/ 0 w 42"/>
              <a:gd name="T3" fmla="*/ 7 h 8"/>
              <a:gd name="T4" fmla="*/ 2 w 42"/>
              <a:gd name="T5" fmla="*/ 0 h 8"/>
              <a:gd name="T6" fmla="*/ 41 w 42"/>
              <a:gd name="T7" fmla="*/ 2 h 8"/>
              <a:gd name="T8" fmla="*/ 0 w 42"/>
              <a:gd name="T9" fmla="*/ 7 h 8"/>
              <a:gd name="T10" fmla="*/ 0 w 42"/>
              <a:gd name="T11" fmla="*/ 7 h 8"/>
              <a:gd name="T12" fmla="*/ 0 60000 65536"/>
              <a:gd name="T13" fmla="*/ 0 60000 65536"/>
              <a:gd name="T14" fmla="*/ 0 60000 65536"/>
              <a:gd name="T15" fmla="*/ 0 60000 65536"/>
              <a:gd name="T16" fmla="*/ 0 60000 65536"/>
              <a:gd name="T17" fmla="*/ 0 60000 65536"/>
              <a:gd name="T18" fmla="*/ 0 w 42"/>
              <a:gd name="T19" fmla="*/ 0 h 8"/>
              <a:gd name="T20" fmla="*/ 42 w 42"/>
              <a:gd name="T21" fmla="*/ 8 h 8"/>
            </a:gdLst>
            <a:ahLst/>
            <a:cxnLst>
              <a:cxn ang="T12">
                <a:pos x="T0" y="T1"/>
              </a:cxn>
              <a:cxn ang="T13">
                <a:pos x="T2" y="T3"/>
              </a:cxn>
              <a:cxn ang="T14">
                <a:pos x="T4" y="T5"/>
              </a:cxn>
              <a:cxn ang="T15">
                <a:pos x="T6" y="T7"/>
              </a:cxn>
              <a:cxn ang="T16">
                <a:pos x="T8" y="T9"/>
              </a:cxn>
              <a:cxn ang="T17">
                <a:pos x="T10" y="T11"/>
              </a:cxn>
            </a:cxnLst>
            <a:rect l="T18" t="T19" r="T20" b="T21"/>
            <a:pathLst>
              <a:path w="42" h="8">
                <a:moveTo>
                  <a:pt x="0" y="7"/>
                </a:moveTo>
                <a:lnTo>
                  <a:pt x="0" y="7"/>
                </a:lnTo>
                <a:lnTo>
                  <a:pt x="2" y="0"/>
                </a:lnTo>
                <a:lnTo>
                  <a:pt x="41" y="2"/>
                </a:lnTo>
                <a:lnTo>
                  <a:pt x="0"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2" name="Freeform 819">
            <a:extLst>
              <a:ext uri="{FF2B5EF4-FFF2-40B4-BE49-F238E27FC236}">
                <a16:creationId xmlns:a16="http://schemas.microsoft.com/office/drawing/2014/main" id="{ED161848-A203-E01C-48D0-AC429E388EC6}"/>
              </a:ext>
            </a:extLst>
          </p:cNvPr>
          <p:cNvSpPr>
            <a:spLocks/>
          </p:cNvSpPr>
          <p:nvPr/>
        </p:nvSpPr>
        <p:spPr bwMode="auto">
          <a:xfrm>
            <a:off x="4004766" y="5199133"/>
            <a:ext cx="67511" cy="99090"/>
          </a:xfrm>
          <a:custGeom>
            <a:avLst/>
            <a:gdLst>
              <a:gd name="T0" fmla="*/ 0 w 59"/>
              <a:gd name="T1" fmla="*/ 83 h 89"/>
              <a:gd name="T2" fmla="*/ 0 w 59"/>
              <a:gd name="T3" fmla="*/ 83 h 89"/>
              <a:gd name="T4" fmla="*/ 5 w 59"/>
              <a:gd name="T5" fmla="*/ 23 h 89"/>
              <a:gd name="T6" fmla="*/ 3 w 59"/>
              <a:gd name="T7" fmla="*/ 4 h 89"/>
              <a:gd name="T8" fmla="*/ 39 w 59"/>
              <a:gd name="T9" fmla="*/ 0 h 89"/>
              <a:gd name="T10" fmla="*/ 58 w 59"/>
              <a:gd name="T11" fmla="*/ 70 h 89"/>
              <a:gd name="T12" fmla="*/ 15 w 59"/>
              <a:gd name="T13" fmla="*/ 88 h 89"/>
              <a:gd name="T14" fmla="*/ 0 w 59"/>
              <a:gd name="T15" fmla="*/ 83 h 89"/>
              <a:gd name="T16" fmla="*/ 0 w 59"/>
              <a:gd name="T17" fmla="*/ 83 h 8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9"/>
              <a:gd name="T28" fmla="*/ 0 h 89"/>
              <a:gd name="T29" fmla="*/ 59 w 59"/>
              <a:gd name="T30" fmla="*/ 89 h 8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9" h="89">
                <a:moveTo>
                  <a:pt x="0" y="83"/>
                </a:moveTo>
                <a:lnTo>
                  <a:pt x="0" y="83"/>
                </a:lnTo>
                <a:lnTo>
                  <a:pt x="5" y="23"/>
                </a:lnTo>
                <a:lnTo>
                  <a:pt x="3" y="4"/>
                </a:lnTo>
                <a:lnTo>
                  <a:pt x="39" y="0"/>
                </a:lnTo>
                <a:lnTo>
                  <a:pt x="58" y="70"/>
                </a:lnTo>
                <a:lnTo>
                  <a:pt x="15" y="88"/>
                </a:lnTo>
                <a:lnTo>
                  <a:pt x="0" y="8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3" name="Freeform 820">
            <a:extLst>
              <a:ext uri="{FF2B5EF4-FFF2-40B4-BE49-F238E27FC236}">
                <a16:creationId xmlns:a16="http://schemas.microsoft.com/office/drawing/2014/main" id="{18022971-03B1-6630-044C-3321B496DCCC}"/>
              </a:ext>
            </a:extLst>
          </p:cNvPr>
          <p:cNvSpPr>
            <a:spLocks/>
          </p:cNvSpPr>
          <p:nvPr/>
        </p:nvSpPr>
        <p:spPr bwMode="auto">
          <a:xfrm>
            <a:off x="3818252" y="5175752"/>
            <a:ext cx="115570" cy="82389"/>
          </a:xfrm>
          <a:custGeom>
            <a:avLst/>
            <a:gdLst>
              <a:gd name="T0" fmla="*/ 0 w 101"/>
              <a:gd name="T1" fmla="*/ 25 h 74"/>
              <a:gd name="T2" fmla="*/ 0 w 101"/>
              <a:gd name="T3" fmla="*/ 25 h 74"/>
              <a:gd name="T4" fmla="*/ 17 w 101"/>
              <a:gd name="T5" fmla="*/ 14 h 74"/>
              <a:gd name="T6" fmla="*/ 17 w 101"/>
              <a:gd name="T7" fmla="*/ 0 h 74"/>
              <a:gd name="T8" fmla="*/ 50 w 101"/>
              <a:gd name="T9" fmla="*/ 3 h 74"/>
              <a:gd name="T10" fmla="*/ 59 w 101"/>
              <a:gd name="T11" fmla="*/ 10 h 74"/>
              <a:gd name="T12" fmla="*/ 82 w 101"/>
              <a:gd name="T13" fmla="*/ 2 h 74"/>
              <a:gd name="T14" fmla="*/ 96 w 101"/>
              <a:gd name="T15" fmla="*/ 35 h 74"/>
              <a:gd name="T16" fmla="*/ 100 w 101"/>
              <a:gd name="T17" fmla="*/ 59 h 74"/>
              <a:gd name="T18" fmla="*/ 91 w 101"/>
              <a:gd name="T19" fmla="*/ 58 h 74"/>
              <a:gd name="T20" fmla="*/ 89 w 101"/>
              <a:gd name="T21" fmla="*/ 71 h 74"/>
              <a:gd name="T22" fmla="*/ 75 w 101"/>
              <a:gd name="T23" fmla="*/ 73 h 74"/>
              <a:gd name="T24" fmla="*/ 74 w 101"/>
              <a:gd name="T25" fmla="*/ 59 h 74"/>
              <a:gd name="T26" fmla="*/ 66 w 101"/>
              <a:gd name="T27" fmla="*/ 59 h 74"/>
              <a:gd name="T28" fmla="*/ 52 w 101"/>
              <a:gd name="T29" fmla="*/ 38 h 74"/>
              <a:gd name="T30" fmla="*/ 23 w 101"/>
              <a:gd name="T31" fmla="*/ 50 h 74"/>
              <a:gd name="T32" fmla="*/ 0 w 101"/>
              <a:gd name="T33" fmla="*/ 25 h 74"/>
              <a:gd name="T34" fmla="*/ 0 w 101"/>
              <a:gd name="T35" fmla="*/ 25 h 7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1"/>
              <a:gd name="T55" fmla="*/ 0 h 74"/>
              <a:gd name="T56" fmla="*/ 101 w 101"/>
              <a:gd name="T57" fmla="*/ 74 h 7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1" h="74">
                <a:moveTo>
                  <a:pt x="0" y="25"/>
                </a:moveTo>
                <a:lnTo>
                  <a:pt x="0" y="25"/>
                </a:lnTo>
                <a:lnTo>
                  <a:pt x="17" y="14"/>
                </a:lnTo>
                <a:lnTo>
                  <a:pt x="17" y="0"/>
                </a:lnTo>
                <a:lnTo>
                  <a:pt x="50" y="3"/>
                </a:lnTo>
                <a:lnTo>
                  <a:pt x="59" y="10"/>
                </a:lnTo>
                <a:lnTo>
                  <a:pt x="82" y="2"/>
                </a:lnTo>
                <a:lnTo>
                  <a:pt x="96" y="35"/>
                </a:lnTo>
                <a:lnTo>
                  <a:pt x="100" y="59"/>
                </a:lnTo>
                <a:lnTo>
                  <a:pt x="91" y="58"/>
                </a:lnTo>
                <a:lnTo>
                  <a:pt x="89" y="71"/>
                </a:lnTo>
                <a:lnTo>
                  <a:pt x="75" y="73"/>
                </a:lnTo>
                <a:lnTo>
                  <a:pt x="74" y="59"/>
                </a:lnTo>
                <a:lnTo>
                  <a:pt x="66" y="59"/>
                </a:lnTo>
                <a:lnTo>
                  <a:pt x="52" y="38"/>
                </a:lnTo>
                <a:lnTo>
                  <a:pt x="23" y="50"/>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4" name="Freeform 821">
            <a:extLst>
              <a:ext uri="{FF2B5EF4-FFF2-40B4-BE49-F238E27FC236}">
                <a16:creationId xmlns:a16="http://schemas.microsoft.com/office/drawing/2014/main" id="{7BF679B4-E504-AF7A-3860-59888BB2B7B9}"/>
              </a:ext>
            </a:extLst>
          </p:cNvPr>
          <p:cNvSpPr>
            <a:spLocks/>
          </p:cNvSpPr>
          <p:nvPr/>
        </p:nvSpPr>
        <p:spPr bwMode="auto">
          <a:xfrm>
            <a:off x="4750820" y="4915224"/>
            <a:ext cx="29751" cy="8907"/>
          </a:xfrm>
          <a:custGeom>
            <a:avLst/>
            <a:gdLst>
              <a:gd name="T0" fmla="*/ 0 w 26"/>
              <a:gd name="T1" fmla="*/ 0 h 8"/>
              <a:gd name="T2" fmla="*/ 0 w 26"/>
              <a:gd name="T3" fmla="*/ 0 h 8"/>
              <a:gd name="T4" fmla="*/ 13 w 26"/>
              <a:gd name="T5" fmla="*/ 7 h 8"/>
              <a:gd name="T6" fmla="*/ 25 w 26"/>
              <a:gd name="T7" fmla="*/ 2 h 8"/>
              <a:gd name="T8" fmla="*/ 0 w 26"/>
              <a:gd name="T9" fmla="*/ 0 h 8"/>
              <a:gd name="T10" fmla="*/ 0 w 26"/>
              <a:gd name="T11" fmla="*/ 0 h 8"/>
              <a:gd name="T12" fmla="*/ 0 60000 65536"/>
              <a:gd name="T13" fmla="*/ 0 60000 65536"/>
              <a:gd name="T14" fmla="*/ 0 60000 65536"/>
              <a:gd name="T15" fmla="*/ 0 60000 65536"/>
              <a:gd name="T16" fmla="*/ 0 60000 65536"/>
              <a:gd name="T17" fmla="*/ 0 60000 65536"/>
              <a:gd name="T18" fmla="*/ 0 w 26"/>
              <a:gd name="T19" fmla="*/ 0 h 8"/>
              <a:gd name="T20" fmla="*/ 26 w 26"/>
              <a:gd name="T21" fmla="*/ 8 h 8"/>
            </a:gdLst>
            <a:ahLst/>
            <a:cxnLst>
              <a:cxn ang="T12">
                <a:pos x="T0" y="T1"/>
              </a:cxn>
              <a:cxn ang="T13">
                <a:pos x="T2" y="T3"/>
              </a:cxn>
              <a:cxn ang="T14">
                <a:pos x="T4" y="T5"/>
              </a:cxn>
              <a:cxn ang="T15">
                <a:pos x="T6" y="T7"/>
              </a:cxn>
              <a:cxn ang="T16">
                <a:pos x="T8" y="T9"/>
              </a:cxn>
              <a:cxn ang="T17">
                <a:pos x="T10" y="T11"/>
              </a:cxn>
            </a:cxnLst>
            <a:rect l="T18" t="T19" r="T20" b="T21"/>
            <a:pathLst>
              <a:path w="26" h="8">
                <a:moveTo>
                  <a:pt x="0" y="0"/>
                </a:moveTo>
                <a:lnTo>
                  <a:pt x="0" y="0"/>
                </a:lnTo>
                <a:lnTo>
                  <a:pt x="13" y="7"/>
                </a:lnTo>
                <a:lnTo>
                  <a:pt x="25" y="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5" name="Freeform 822">
            <a:extLst>
              <a:ext uri="{FF2B5EF4-FFF2-40B4-BE49-F238E27FC236}">
                <a16:creationId xmlns:a16="http://schemas.microsoft.com/office/drawing/2014/main" id="{6EE99133-481D-8DF1-C2E9-B179E33CE540}"/>
              </a:ext>
            </a:extLst>
          </p:cNvPr>
          <p:cNvSpPr>
            <a:spLocks/>
          </p:cNvSpPr>
          <p:nvPr/>
        </p:nvSpPr>
        <p:spPr bwMode="auto">
          <a:xfrm>
            <a:off x="4582615" y="4849535"/>
            <a:ext cx="25174" cy="64575"/>
          </a:xfrm>
          <a:custGeom>
            <a:avLst/>
            <a:gdLst>
              <a:gd name="T0" fmla="*/ 0 w 22"/>
              <a:gd name="T1" fmla="*/ 28 h 58"/>
              <a:gd name="T2" fmla="*/ 0 w 22"/>
              <a:gd name="T3" fmla="*/ 28 h 58"/>
              <a:gd name="T4" fmla="*/ 11 w 22"/>
              <a:gd name="T5" fmla="*/ 57 h 58"/>
              <a:gd name="T6" fmla="*/ 13 w 22"/>
              <a:gd name="T7" fmla="*/ 56 h 58"/>
              <a:gd name="T8" fmla="*/ 19 w 22"/>
              <a:gd name="T9" fmla="*/ 25 h 58"/>
              <a:gd name="T10" fmla="*/ 11 w 22"/>
              <a:gd name="T11" fmla="*/ 28 h 58"/>
              <a:gd name="T12" fmla="*/ 13 w 22"/>
              <a:gd name="T13" fmla="*/ 14 h 58"/>
              <a:gd name="T14" fmla="*/ 20 w 22"/>
              <a:gd name="T15" fmla="*/ 7 h 58"/>
              <a:gd name="T16" fmla="*/ 21 w 22"/>
              <a:gd name="T17" fmla="*/ 0 h 58"/>
              <a:gd name="T18" fmla="*/ 14 w 22"/>
              <a:gd name="T19" fmla="*/ 1 h 58"/>
              <a:gd name="T20" fmla="*/ 0 w 22"/>
              <a:gd name="T21" fmla="*/ 28 h 58"/>
              <a:gd name="T22" fmla="*/ 0 w 22"/>
              <a:gd name="T23" fmla="*/ 28 h 5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58"/>
              <a:gd name="T38" fmla="*/ 22 w 22"/>
              <a:gd name="T39" fmla="*/ 58 h 5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58">
                <a:moveTo>
                  <a:pt x="0" y="28"/>
                </a:moveTo>
                <a:lnTo>
                  <a:pt x="0" y="28"/>
                </a:lnTo>
                <a:lnTo>
                  <a:pt x="11" y="57"/>
                </a:lnTo>
                <a:lnTo>
                  <a:pt x="13" y="56"/>
                </a:lnTo>
                <a:lnTo>
                  <a:pt x="19" y="25"/>
                </a:lnTo>
                <a:lnTo>
                  <a:pt x="11" y="28"/>
                </a:lnTo>
                <a:lnTo>
                  <a:pt x="13" y="14"/>
                </a:lnTo>
                <a:lnTo>
                  <a:pt x="20" y="7"/>
                </a:lnTo>
                <a:lnTo>
                  <a:pt x="21" y="0"/>
                </a:lnTo>
                <a:lnTo>
                  <a:pt x="14" y="1"/>
                </a:lnTo>
                <a:lnTo>
                  <a:pt x="0" y="2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6" name="Freeform 823">
            <a:extLst>
              <a:ext uri="{FF2B5EF4-FFF2-40B4-BE49-F238E27FC236}">
                <a16:creationId xmlns:a16="http://schemas.microsoft.com/office/drawing/2014/main" id="{D643C828-D00D-0CFF-C812-362325BDBDD0}"/>
              </a:ext>
            </a:extLst>
          </p:cNvPr>
          <p:cNvSpPr>
            <a:spLocks/>
          </p:cNvSpPr>
          <p:nvPr/>
        </p:nvSpPr>
        <p:spPr bwMode="auto">
          <a:xfrm>
            <a:off x="3918946" y="5205813"/>
            <a:ext cx="92684" cy="96863"/>
          </a:xfrm>
          <a:custGeom>
            <a:avLst/>
            <a:gdLst>
              <a:gd name="T0" fmla="*/ 0 w 81"/>
              <a:gd name="T1" fmla="*/ 57 h 87"/>
              <a:gd name="T2" fmla="*/ 0 w 81"/>
              <a:gd name="T3" fmla="*/ 57 h 87"/>
              <a:gd name="T4" fmla="*/ 1 w 81"/>
              <a:gd name="T5" fmla="*/ 44 h 87"/>
              <a:gd name="T6" fmla="*/ 3 w 81"/>
              <a:gd name="T7" fmla="*/ 31 h 87"/>
              <a:gd name="T8" fmla="*/ 12 w 81"/>
              <a:gd name="T9" fmla="*/ 32 h 87"/>
              <a:gd name="T10" fmla="*/ 8 w 81"/>
              <a:gd name="T11" fmla="*/ 8 h 87"/>
              <a:gd name="T12" fmla="*/ 32 w 81"/>
              <a:gd name="T13" fmla="*/ 0 h 87"/>
              <a:gd name="T14" fmla="*/ 46 w 81"/>
              <a:gd name="T15" fmla="*/ 5 h 87"/>
              <a:gd name="T16" fmla="*/ 53 w 81"/>
              <a:gd name="T17" fmla="*/ 14 h 87"/>
              <a:gd name="T18" fmla="*/ 80 w 81"/>
              <a:gd name="T19" fmla="*/ 17 h 87"/>
              <a:gd name="T20" fmla="*/ 75 w 81"/>
              <a:gd name="T21" fmla="*/ 77 h 87"/>
              <a:gd name="T22" fmla="*/ 13 w 81"/>
              <a:gd name="T23" fmla="*/ 86 h 87"/>
              <a:gd name="T24" fmla="*/ 15 w 81"/>
              <a:gd name="T25" fmla="*/ 66 h 87"/>
              <a:gd name="T26" fmla="*/ 0 w 81"/>
              <a:gd name="T27" fmla="*/ 57 h 87"/>
              <a:gd name="T28" fmla="*/ 0 w 81"/>
              <a:gd name="T29" fmla="*/ 57 h 8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1"/>
              <a:gd name="T46" fmla="*/ 0 h 87"/>
              <a:gd name="T47" fmla="*/ 81 w 81"/>
              <a:gd name="T48" fmla="*/ 87 h 8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1" h="87">
                <a:moveTo>
                  <a:pt x="0" y="57"/>
                </a:moveTo>
                <a:lnTo>
                  <a:pt x="0" y="57"/>
                </a:lnTo>
                <a:lnTo>
                  <a:pt x="1" y="44"/>
                </a:lnTo>
                <a:lnTo>
                  <a:pt x="3" y="31"/>
                </a:lnTo>
                <a:lnTo>
                  <a:pt x="12" y="32"/>
                </a:lnTo>
                <a:lnTo>
                  <a:pt x="8" y="8"/>
                </a:lnTo>
                <a:lnTo>
                  <a:pt x="32" y="0"/>
                </a:lnTo>
                <a:lnTo>
                  <a:pt x="46" y="5"/>
                </a:lnTo>
                <a:lnTo>
                  <a:pt x="53" y="14"/>
                </a:lnTo>
                <a:lnTo>
                  <a:pt x="80" y="17"/>
                </a:lnTo>
                <a:lnTo>
                  <a:pt x="75" y="77"/>
                </a:lnTo>
                <a:lnTo>
                  <a:pt x="13" y="86"/>
                </a:lnTo>
                <a:lnTo>
                  <a:pt x="15" y="66"/>
                </a:lnTo>
                <a:lnTo>
                  <a:pt x="0" y="5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7" name="Freeform 824">
            <a:extLst>
              <a:ext uri="{FF2B5EF4-FFF2-40B4-BE49-F238E27FC236}">
                <a16:creationId xmlns:a16="http://schemas.microsoft.com/office/drawing/2014/main" id="{7119885A-77FA-FA42-C8E0-48908853A908}"/>
              </a:ext>
            </a:extLst>
          </p:cNvPr>
          <p:cNvSpPr>
            <a:spLocks/>
          </p:cNvSpPr>
          <p:nvPr/>
        </p:nvSpPr>
        <p:spPr bwMode="auto">
          <a:xfrm>
            <a:off x="4595201" y="4846195"/>
            <a:ext cx="68655" cy="72369"/>
          </a:xfrm>
          <a:custGeom>
            <a:avLst/>
            <a:gdLst>
              <a:gd name="T0" fmla="*/ 0 w 60"/>
              <a:gd name="T1" fmla="*/ 31 h 65"/>
              <a:gd name="T2" fmla="*/ 0 w 60"/>
              <a:gd name="T3" fmla="*/ 31 h 65"/>
              <a:gd name="T4" fmla="*/ 2 w 60"/>
              <a:gd name="T5" fmla="*/ 17 h 65"/>
              <a:gd name="T6" fmla="*/ 9 w 60"/>
              <a:gd name="T7" fmla="*/ 10 h 65"/>
              <a:gd name="T8" fmla="*/ 23 w 60"/>
              <a:gd name="T9" fmla="*/ 16 h 65"/>
              <a:gd name="T10" fmla="*/ 53 w 60"/>
              <a:gd name="T11" fmla="*/ 0 h 65"/>
              <a:gd name="T12" fmla="*/ 59 w 60"/>
              <a:gd name="T13" fmla="*/ 18 h 65"/>
              <a:gd name="T14" fmla="*/ 28 w 60"/>
              <a:gd name="T15" fmla="*/ 28 h 65"/>
              <a:gd name="T16" fmla="*/ 44 w 60"/>
              <a:gd name="T17" fmla="*/ 42 h 65"/>
              <a:gd name="T18" fmla="*/ 36 w 60"/>
              <a:gd name="T19" fmla="*/ 51 h 65"/>
              <a:gd name="T20" fmla="*/ 17 w 60"/>
              <a:gd name="T21" fmla="*/ 64 h 65"/>
              <a:gd name="T22" fmla="*/ 2 w 60"/>
              <a:gd name="T23" fmla="*/ 59 h 65"/>
              <a:gd name="T24" fmla="*/ 2 w 60"/>
              <a:gd name="T25" fmla="*/ 59 h 65"/>
              <a:gd name="T26" fmla="*/ 8 w 60"/>
              <a:gd name="T27" fmla="*/ 28 h 65"/>
              <a:gd name="T28" fmla="*/ 0 w 60"/>
              <a:gd name="T29" fmla="*/ 31 h 65"/>
              <a:gd name="T30" fmla="*/ 0 w 60"/>
              <a:gd name="T31" fmla="*/ 31 h 6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0"/>
              <a:gd name="T49" fmla="*/ 0 h 65"/>
              <a:gd name="T50" fmla="*/ 60 w 60"/>
              <a:gd name="T51" fmla="*/ 65 h 6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0" h="65">
                <a:moveTo>
                  <a:pt x="0" y="31"/>
                </a:moveTo>
                <a:lnTo>
                  <a:pt x="0" y="31"/>
                </a:lnTo>
                <a:lnTo>
                  <a:pt x="2" y="17"/>
                </a:lnTo>
                <a:lnTo>
                  <a:pt x="9" y="10"/>
                </a:lnTo>
                <a:lnTo>
                  <a:pt x="23" y="16"/>
                </a:lnTo>
                <a:lnTo>
                  <a:pt x="53" y="0"/>
                </a:lnTo>
                <a:lnTo>
                  <a:pt x="59" y="18"/>
                </a:lnTo>
                <a:lnTo>
                  <a:pt x="28" y="28"/>
                </a:lnTo>
                <a:lnTo>
                  <a:pt x="44" y="42"/>
                </a:lnTo>
                <a:lnTo>
                  <a:pt x="36" y="51"/>
                </a:lnTo>
                <a:lnTo>
                  <a:pt x="17" y="64"/>
                </a:lnTo>
                <a:lnTo>
                  <a:pt x="2" y="59"/>
                </a:lnTo>
                <a:lnTo>
                  <a:pt x="8" y="28"/>
                </a:lnTo>
                <a:lnTo>
                  <a:pt x="0" y="3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8" name="Freeform 825">
            <a:extLst>
              <a:ext uri="{FF2B5EF4-FFF2-40B4-BE49-F238E27FC236}">
                <a16:creationId xmlns:a16="http://schemas.microsoft.com/office/drawing/2014/main" id="{461AE8C8-AD8D-4E74-EBCC-B12ADFA0FBFD}"/>
              </a:ext>
            </a:extLst>
          </p:cNvPr>
          <p:cNvSpPr>
            <a:spLocks/>
          </p:cNvSpPr>
          <p:nvPr/>
        </p:nvSpPr>
        <p:spPr bwMode="auto">
          <a:xfrm>
            <a:off x="4582615" y="5299336"/>
            <a:ext cx="124724" cy="140284"/>
          </a:xfrm>
          <a:custGeom>
            <a:avLst/>
            <a:gdLst>
              <a:gd name="T0" fmla="*/ 0 w 109"/>
              <a:gd name="T1" fmla="*/ 8 h 126"/>
              <a:gd name="T2" fmla="*/ 0 w 109"/>
              <a:gd name="T3" fmla="*/ 8 h 126"/>
              <a:gd name="T4" fmla="*/ 15 w 109"/>
              <a:gd name="T5" fmla="*/ 34 h 126"/>
              <a:gd name="T6" fmla="*/ 0 w 109"/>
              <a:gd name="T7" fmla="*/ 59 h 126"/>
              <a:gd name="T8" fmla="*/ 11 w 109"/>
              <a:gd name="T9" fmla="*/ 66 h 126"/>
              <a:gd name="T10" fmla="*/ 3 w 109"/>
              <a:gd name="T11" fmla="*/ 75 h 126"/>
              <a:gd name="T12" fmla="*/ 74 w 109"/>
              <a:gd name="T13" fmla="*/ 125 h 126"/>
              <a:gd name="T14" fmla="*/ 104 w 109"/>
              <a:gd name="T15" fmla="*/ 85 h 126"/>
              <a:gd name="T16" fmla="*/ 97 w 109"/>
              <a:gd name="T17" fmla="*/ 74 h 126"/>
              <a:gd name="T18" fmla="*/ 97 w 109"/>
              <a:gd name="T19" fmla="*/ 23 h 126"/>
              <a:gd name="T20" fmla="*/ 108 w 109"/>
              <a:gd name="T21" fmla="*/ 9 h 126"/>
              <a:gd name="T22" fmla="*/ 69 w 109"/>
              <a:gd name="T23" fmla="*/ 15 h 126"/>
              <a:gd name="T24" fmla="*/ 25 w 109"/>
              <a:gd name="T25" fmla="*/ 0 h 126"/>
              <a:gd name="T26" fmla="*/ 0 w 109"/>
              <a:gd name="T27" fmla="*/ 8 h 126"/>
              <a:gd name="T28" fmla="*/ 0 w 109"/>
              <a:gd name="T29" fmla="*/ 8 h 12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9"/>
              <a:gd name="T46" fmla="*/ 0 h 126"/>
              <a:gd name="T47" fmla="*/ 109 w 109"/>
              <a:gd name="T48" fmla="*/ 126 h 12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9" h="126">
                <a:moveTo>
                  <a:pt x="0" y="8"/>
                </a:moveTo>
                <a:lnTo>
                  <a:pt x="0" y="8"/>
                </a:lnTo>
                <a:lnTo>
                  <a:pt x="15" y="34"/>
                </a:lnTo>
                <a:lnTo>
                  <a:pt x="0" y="59"/>
                </a:lnTo>
                <a:lnTo>
                  <a:pt x="11" y="66"/>
                </a:lnTo>
                <a:lnTo>
                  <a:pt x="3" y="75"/>
                </a:lnTo>
                <a:lnTo>
                  <a:pt x="74" y="125"/>
                </a:lnTo>
                <a:lnTo>
                  <a:pt x="104" y="85"/>
                </a:lnTo>
                <a:lnTo>
                  <a:pt x="97" y="74"/>
                </a:lnTo>
                <a:lnTo>
                  <a:pt x="97" y="23"/>
                </a:lnTo>
                <a:lnTo>
                  <a:pt x="108" y="9"/>
                </a:lnTo>
                <a:lnTo>
                  <a:pt x="69" y="15"/>
                </a:lnTo>
                <a:lnTo>
                  <a:pt x="25" y="0"/>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9" name="Freeform 826">
            <a:extLst>
              <a:ext uri="{FF2B5EF4-FFF2-40B4-BE49-F238E27FC236}">
                <a16:creationId xmlns:a16="http://schemas.microsoft.com/office/drawing/2014/main" id="{2CD4B987-5C14-E1BC-97BC-C410839E887D}"/>
              </a:ext>
            </a:extLst>
          </p:cNvPr>
          <p:cNvSpPr>
            <a:spLocks/>
          </p:cNvSpPr>
          <p:nvPr/>
        </p:nvSpPr>
        <p:spPr bwMode="auto">
          <a:xfrm>
            <a:off x="4779427" y="4902977"/>
            <a:ext cx="28607" cy="24494"/>
          </a:xfrm>
          <a:custGeom>
            <a:avLst/>
            <a:gdLst>
              <a:gd name="T0" fmla="*/ 0 w 25"/>
              <a:gd name="T1" fmla="*/ 13 h 22"/>
              <a:gd name="T2" fmla="*/ 0 w 25"/>
              <a:gd name="T3" fmla="*/ 13 h 22"/>
              <a:gd name="T4" fmla="*/ 20 w 25"/>
              <a:gd name="T5" fmla="*/ 0 h 22"/>
              <a:gd name="T6" fmla="*/ 24 w 25"/>
              <a:gd name="T7" fmla="*/ 21 h 22"/>
              <a:gd name="T8" fmla="*/ 0 w 25"/>
              <a:gd name="T9" fmla="*/ 13 h 22"/>
              <a:gd name="T10" fmla="*/ 0 w 25"/>
              <a:gd name="T11" fmla="*/ 13 h 22"/>
              <a:gd name="T12" fmla="*/ 0 60000 65536"/>
              <a:gd name="T13" fmla="*/ 0 60000 65536"/>
              <a:gd name="T14" fmla="*/ 0 60000 65536"/>
              <a:gd name="T15" fmla="*/ 0 60000 65536"/>
              <a:gd name="T16" fmla="*/ 0 60000 65536"/>
              <a:gd name="T17" fmla="*/ 0 60000 65536"/>
              <a:gd name="T18" fmla="*/ 0 w 25"/>
              <a:gd name="T19" fmla="*/ 0 h 22"/>
              <a:gd name="T20" fmla="*/ 25 w 25"/>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25" h="22">
                <a:moveTo>
                  <a:pt x="0" y="13"/>
                </a:moveTo>
                <a:lnTo>
                  <a:pt x="0" y="13"/>
                </a:lnTo>
                <a:lnTo>
                  <a:pt x="20" y="0"/>
                </a:lnTo>
                <a:lnTo>
                  <a:pt x="24" y="21"/>
                </a:lnTo>
                <a:lnTo>
                  <a:pt x="0"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0" name="Freeform 827">
            <a:extLst>
              <a:ext uri="{FF2B5EF4-FFF2-40B4-BE49-F238E27FC236}">
                <a16:creationId xmlns:a16="http://schemas.microsoft.com/office/drawing/2014/main" id="{6EAE06A1-7D62-9C60-32A8-1E73F1E6E27F}"/>
              </a:ext>
            </a:extLst>
          </p:cNvPr>
          <p:cNvSpPr>
            <a:spLocks/>
          </p:cNvSpPr>
          <p:nvPr/>
        </p:nvSpPr>
        <p:spPr bwMode="auto">
          <a:xfrm>
            <a:off x="4598634" y="4823927"/>
            <a:ext cx="25174" cy="27834"/>
          </a:xfrm>
          <a:custGeom>
            <a:avLst/>
            <a:gdLst>
              <a:gd name="T0" fmla="*/ 0 w 22"/>
              <a:gd name="T1" fmla="*/ 24 h 25"/>
              <a:gd name="T2" fmla="*/ 0 w 22"/>
              <a:gd name="T3" fmla="*/ 24 h 25"/>
              <a:gd name="T4" fmla="*/ 7 w 22"/>
              <a:gd name="T5" fmla="*/ 23 h 25"/>
              <a:gd name="T6" fmla="*/ 21 w 22"/>
              <a:gd name="T7" fmla="*/ 7 h 25"/>
              <a:gd name="T8" fmla="*/ 14 w 22"/>
              <a:gd name="T9" fmla="*/ 0 h 25"/>
              <a:gd name="T10" fmla="*/ 0 w 22"/>
              <a:gd name="T11" fmla="*/ 24 h 25"/>
              <a:gd name="T12" fmla="*/ 0 w 22"/>
              <a:gd name="T13" fmla="*/ 24 h 25"/>
              <a:gd name="T14" fmla="*/ 0 60000 65536"/>
              <a:gd name="T15" fmla="*/ 0 60000 65536"/>
              <a:gd name="T16" fmla="*/ 0 60000 65536"/>
              <a:gd name="T17" fmla="*/ 0 60000 65536"/>
              <a:gd name="T18" fmla="*/ 0 60000 65536"/>
              <a:gd name="T19" fmla="*/ 0 60000 65536"/>
              <a:gd name="T20" fmla="*/ 0 60000 65536"/>
              <a:gd name="T21" fmla="*/ 0 w 22"/>
              <a:gd name="T22" fmla="*/ 0 h 25"/>
              <a:gd name="T23" fmla="*/ 22 w 22"/>
              <a:gd name="T24" fmla="*/ 25 h 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25">
                <a:moveTo>
                  <a:pt x="0" y="24"/>
                </a:moveTo>
                <a:lnTo>
                  <a:pt x="0" y="24"/>
                </a:lnTo>
                <a:lnTo>
                  <a:pt x="7" y="23"/>
                </a:lnTo>
                <a:lnTo>
                  <a:pt x="21" y="7"/>
                </a:lnTo>
                <a:lnTo>
                  <a:pt x="14" y="0"/>
                </a:lnTo>
                <a:lnTo>
                  <a:pt x="0" y="2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1" name="Freeform 828">
            <a:extLst>
              <a:ext uri="{FF2B5EF4-FFF2-40B4-BE49-F238E27FC236}">
                <a16:creationId xmlns:a16="http://schemas.microsoft.com/office/drawing/2014/main" id="{4077C6D6-F2BC-356B-7DF6-C6E42C386D1E}"/>
              </a:ext>
            </a:extLst>
          </p:cNvPr>
          <p:cNvSpPr>
            <a:spLocks/>
          </p:cNvSpPr>
          <p:nvPr/>
        </p:nvSpPr>
        <p:spPr bwMode="auto">
          <a:xfrm>
            <a:off x="3874320" y="5241441"/>
            <a:ext cx="62934" cy="61235"/>
          </a:xfrm>
          <a:custGeom>
            <a:avLst/>
            <a:gdLst>
              <a:gd name="T0" fmla="*/ 0 w 55"/>
              <a:gd name="T1" fmla="*/ 20 h 55"/>
              <a:gd name="T2" fmla="*/ 0 w 55"/>
              <a:gd name="T3" fmla="*/ 20 h 55"/>
              <a:gd name="T4" fmla="*/ 17 w 55"/>
              <a:gd name="T5" fmla="*/ 0 h 55"/>
              <a:gd name="T6" fmla="*/ 25 w 55"/>
              <a:gd name="T7" fmla="*/ 0 h 55"/>
              <a:gd name="T8" fmla="*/ 26 w 55"/>
              <a:gd name="T9" fmla="*/ 14 h 55"/>
              <a:gd name="T10" fmla="*/ 40 w 55"/>
              <a:gd name="T11" fmla="*/ 12 h 55"/>
              <a:gd name="T12" fmla="*/ 39 w 55"/>
              <a:gd name="T13" fmla="*/ 25 h 55"/>
              <a:gd name="T14" fmla="*/ 54 w 55"/>
              <a:gd name="T15" fmla="*/ 34 h 55"/>
              <a:gd name="T16" fmla="*/ 52 w 55"/>
              <a:gd name="T17" fmla="*/ 54 h 55"/>
              <a:gd name="T18" fmla="*/ 0 w 55"/>
              <a:gd name="T19" fmla="*/ 20 h 55"/>
              <a:gd name="T20" fmla="*/ 0 w 55"/>
              <a:gd name="T21" fmla="*/ 20 h 5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5"/>
              <a:gd name="T34" fmla="*/ 0 h 55"/>
              <a:gd name="T35" fmla="*/ 55 w 55"/>
              <a:gd name="T36" fmla="*/ 55 h 5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5" h="55">
                <a:moveTo>
                  <a:pt x="0" y="20"/>
                </a:moveTo>
                <a:lnTo>
                  <a:pt x="0" y="20"/>
                </a:lnTo>
                <a:lnTo>
                  <a:pt x="17" y="0"/>
                </a:lnTo>
                <a:lnTo>
                  <a:pt x="25" y="0"/>
                </a:lnTo>
                <a:lnTo>
                  <a:pt x="26" y="14"/>
                </a:lnTo>
                <a:lnTo>
                  <a:pt x="40" y="12"/>
                </a:lnTo>
                <a:lnTo>
                  <a:pt x="39" y="25"/>
                </a:lnTo>
                <a:lnTo>
                  <a:pt x="54" y="34"/>
                </a:lnTo>
                <a:lnTo>
                  <a:pt x="52" y="54"/>
                </a:lnTo>
                <a:lnTo>
                  <a:pt x="0" y="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2" name="Freeform 829">
            <a:extLst>
              <a:ext uri="{FF2B5EF4-FFF2-40B4-BE49-F238E27FC236}">
                <a16:creationId xmlns:a16="http://schemas.microsoft.com/office/drawing/2014/main" id="{02582FEE-A4E3-01D1-D43A-B8B76E26E329}"/>
              </a:ext>
            </a:extLst>
          </p:cNvPr>
          <p:cNvSpPr>
            <a:spLocks/>
          </p:cNvSpPr>
          <p:nvPr/>
        </p:nvSpPr>
        <p:spPr bwMode="auto">
          <a:xfrm>
            <a:off x="4198145" y="4850649"/>
            <a:ext cx="244871" cy="221560"/>
          </a:xfrm>
          <a:custGeom>
            <a:avLst/>
            <a:gdLst>
              <a:gd name="T0" fmla="*/ 0 w 214"/>
              <a:gd name="T1" fmla="*/ 103 h 199"/>
              <a:gd name="T2" fmla="*/ 0 w 214"/>
              <a:gd name="T3" fmla="*/ 103 h 199"/>
              <a:gd name="T4" fmla="*/ 0 w 214"/>
              <a:gd name="T5" fmla="*/ 42 h 199"/>
              <a:gd name="T6" fmla="*/ 27 w 214"/>
              <a:gd name="T7" fmla="*/ 0 h 199"/>
              <a:gd name="T8" fmla="*/ 78 w 214"/>
              <a:gd name="T9" fmla="*/ 12 h 199"/>
              <a:gd name="T10" fmla="*/ 87 w 214"/>
              <a:gd name="T11" fmla="*/ 27 h 199"/>
              <a:gd name="T12" fmla="*/ 129 w 214"/>
              <a:gd name="T13" fmla="*/ 42 h 199"/>
              <a:gd name="T14" fmla="*/ 143 w 214"/>
              <a:gd name="T15" fmla="*/ 37 h 199"/>
              <a:gd name="T16" fmla="*/ 144 w 214"/>
              <a:gd name="T17" fmla="*/ 15 h 199"/>
              <a:gd name="T18" fmla="*/ 157 w 214"/>
              <a:gd name="T19" fmla="*/ 5 h 199"/>
              <a:gd name="T20" fmla="*/ 213 w 214"/>
              <a:gd name="T21" fmla="*/ 22 h 199"/>
              <a:gd name="T22" fmla="*/ 207 w 214"/>
              <a:gd name="T23" fmla="*/ 46 h 199"/>
              <a:gd name="T24" fmla="*/ 213 w 214"/>
              <a:gd name="T25" fmla="*/ 162 h 199"/>
              <a:gd name="T26" fmla="*/ 213 w 214"/>
              <a:gd name="T27" fmla="*/ 190 h 199"/>
              <a:gd name="T28" fmla="*/ 201 w 214"/>
              <a:gd name="T29" fmla="*/ 190 h 199"/>
              <a:gd name="T30" fmla="*/ 201 w 214"/>
              <a:gd name="T31" fmla="*/ 198 h 199"/>
              <a:gd name="T32" fmla="*/ 91 w 214"/>
              <a:gd name="T33" fmla="*/ 142 h 199"/>
              <a:gd name="T34" fmla="*/ 77 w 214"/>
              <a:gd name="T35" fmla="*/ 147 h 199"/>
              <a:gd name="T36" fmla="*/ 32 w 214"/>
              <a:gd name="T37" fmla="*/ 141 h 199"/>
              <a:gd name="T38" fmla="*/ 0 w 214"/>
              <a:gd name="T39" fmla="*/ 103 h 199"/>
              <a:gd name="T40" fmla="*/ 0 w 214"/>
              <a:gd name="T41" fmla="*/ 103 h 19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14"/>
              <a:gd name="T64" fmla="*/ 0 h 199"/>
              <a:gd name="T65" fmla="*/ 214 w 214"/>
              <a:gd name="T66" fmla="*/ 199 h 19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14" h="199">
                <a:moveTo>
                  <a:pt x="0" y="103"/>
                </a:moveTo>
                <a:lnTo>
                  <a:pt x="0" y="103"/>
                </a:lnTo>
                <a:lnTo>
                  <a:pt x="0" y="42"/>
                </a:lnTo>
                <a:lnTo>
                  <a:pt x="27" y="0"/>
                </a:lnTo>
                <a:lnTo>
                  <a:pt x="78" y="12"/>
                </a:lnTo>
                <a:lnTo>
                  <a:pt x="87" y="27"/>
                </a:lnTo>
                <a:lnTo>
                  <a:pt x="129" y="42"/>
                </a:lnTo>
                <a:lnTo>
                  <a:pt x="143" y="37"/>
                </a:lnTo>
                <a:lnTo>
                  <a:pt x="144" y="15"/>
                </a:lnTo>
                <a:lnTo>
                  <a:pt x="157" y="5"/>
                </a:lnTo>
                <a:lnTo>
                  <a:pt x="213" y="22"/>
                </a:lnTo>
                <a:lnTo>
                  <a:pt x="207" y="46"/>
                </a:lnTo>
                <a:lnTo>
                  <a:pt x="213" y="162"/>
                </a:lnTo>
                <a:lnTo>
                  <a:pt x="213" y="190"/>
                </a:lnTo>
                <a:lnTo>
                  <a:pt x="201" y="190"/>
                </a:lnTo>
                <a:lnTo>
                  <a:pt x="201" y="198"/>
                </a:lnTo>
                <a:lnTo>
                  <a:pt x="91" y="142"/>
                </a:lnTo>
                <a:lnTo>
                  <a:pt x="77" y="147"/>
                </a:lnTo>
                <a:lnTo>
                  <a:pt x="32" y="141"/>
                </a:lnTo>
                <a:lnTo>
                  <a:pt x="0" y="10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3" name="Freeform 830">
            <a:extLst>
              <a:ext uri="{FF2B5EF4-FFF2-40B4-BE49-F238E27FC236}">
                <a16:creationId xmlns:a16="http://schemas.microsoft.com/office/drawing/2014/main" id="{69A91BB2-D650-BABF-8E78-D9A360024D77}"/>
              </a:ext>
            </a:extLst>
          </p:cNvPr>
          <p:cNvSpPr>
            <a:spLocks/>
          </p:cNvSpPr>
          <p:nvPr/>
        </p:nvSpPr>
        <p:spPr bwMode="auto">
          <a:xfrm>
            <a:off x="4724502" y="5553184"/>
            <a:ext cx="110993" cy="211540"/>
          </a:xfrm>
          <a:custGeom>
            <a:avLst/>
            <a:gdLst>
              <a:gd name="T0" fmla="*/ 0 w 97"/>
              <a:gd name="T1" fmla="*/ 135 h 190"/>
              <a:gd name="T2" fmla="*/ 0 w 97"/>
              <a:gd name="T3" fmla="*/ 135 h 190"/>
              <a:gd name="T4" fmla="*/ 9 w 97"/>
              <a:gd name="T5" fmla="*/ 173 h 190"/>
              <a:gd name="T6" fmla="*/ 27 w 97"/>
              <a:gd name="T7" fmla="*/ 189 h 190"/>
              <a:gd name="T8" fmla="*/ 57 w 97"/>
              <a:gd name="T9" fmla="*/ 173 h 190"/>
              <a:gd name="T10" fmla="*/ 90 w 97"/>
              <a:gd name="T11" fmla="*/ 43 h 190"/>
              <a:gd name="T12" fmla="*/ 96 w 97"/>
              <a:gd name="T13" fmla="*/ 48 h 190"/>
              <a:gd name="T14" fmla="*/ 82 w 97"/>
              <a:gd name="T15" fmla="*/ 0 h 190"/>
              <a:gd name="T16" fmla="*/ 64 w 97"/>
              <a:gd name="T17" fmla="*/ 20 h 190"/>
              <a:gd name="T18" fmla="*/ 65 w 97"/>
              <a:gd name="T19" fmla="*/ 34 h 190"/>
              <a:gd name="T20" fmla="*/ 44 w 97"/>
              <a:gd name="T21" fmla="*/ 49 h 190"/>
              <a:gd name="T22" fmla="*/ 17 w 97"/>
              <a:gd name="T23" fmla="*/ 56 h 190"/>
              <a:gd name="T24" fmla="*/ 10 w 97"/>
              <a:gd name="T25" fmla="*/ 73 h 190"/>
              <a:gd name="T26" fmla="*/ 17 w 97"/>
              <a:gd name="T27" fmla="*/ 106 h 190"/>
              <a:gd name="T28" fmla="*/ 0 w 97"/>
              <a:gd name="T29" fmla="*/ 135 h 190"/>
              <a:gd name="T30" fmla="*/ 0 w 97"/>
              <a:gd name="T31" fmla="*/ 135 h 19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7"/>
              <a:gd name="T49" fmla="*/ 0 h 190"/>
              <a:gd name="T50" fmla="*/ 97 w 97"/>
              <a:gd name="T51" fmla="*/ 190 h 19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7" h="190">
                <a:moveTo>
                  <a:pt x="0" y="135"/>
                </a:moveTo>
                <a:lnTo>
                  <a:pt x="0" y="135"/>
                </a:lnTo>
                <a:lnTo>
                  <a:pt x="9" y="173"/>
                </a:lnTo>
                <a:lnTo>
                  <a:pt x="27" y="189"/>
                </a:lnTo>
                <a:lnTo>
                  <a:pt x="57" y="173"/>
                </a:lnTo>
                <a:lnTo>
                  <a:pt x="90" y="43"/>
                </a:lnTo>
                <a:lnTo>
                  <a:pt x="96" y="48"/>
                </a:lnTo>
                <a:lnTo>
                  <a:pt x="82" y="0"/>
                </a:lnTo>
                <a:lnTo>
                  <a:pt x="64" y="20"/>
                </a:lnTo>
                <a:lnTo>
                  <a:pt x="65" y="34"/>
                </a:lnTo>
                <a:lnTo>
                  <a:pt x="44" y="49"/>
                </a:lnTo>
                <a:lnTo>
                  <a:pt x="17" y="56"/>
                </a:lnTo>
                <a:lnTo>
                  <a:pt x="10" y="73"/>
                </a:lnTo>
                <a:lnTo>
                  <a:pt x="17" y="106"/>
                </a:lnTo>
                <a:lnTo>
                  <a:pt x="0" y="135"/>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4" name="Freeform 831">
            <a:extLst>
              <a:ext uri="{FF2B5EF4-FFF2-40B4-BE49-F238E27FC236}">
                <a16:creationId xmlns:a16="http://schemas.microsoft.com/office/drawing/2014/main" id="{6EC060BF-27A1-E46C-D6D2-168DC427A00B}"/>
              </a:ext>
            </a:extLst>
          </p:cNvPr>
          <p:cNvSpPr>
            <a:spLocks/>
          </p:cNvSpPr>
          <p:nvPr/>
        </p:nvSpPr>
        <p:spPr bwMode="auto">
          <a:xfrm>
            <a:off x="4563162" y="5510876"/>
            <a:ext cx="51492" cy="119130"/>
          </a:xfrm>
          <a:custGeom>
            <a:avLst/>
            <a:gdLst>
              <a:gd name="T0" fmla="*/ 0 w 45"/>
              <a:gd name="T1" fmla="*/ 58 h 107"/>
              <a:gd name="T2" fmla="*/ 0 w 45"/>
              <a:gd name="T3" fmla="*/ 58 h 107"/>
              <a:gd name="T4" fmla="*/ 6 w 45"/>
              <a:gd name="T5" fmla="*/ 64 h 107"/>
              <a:gd name="T6" fmla="*/ 23 w 45"/>
              <a:gd name="T7" fmla="*/ 70 h 107"/>
              <a:gd name="T8" fmla="*/ 21 w 45"/>
              <a:gd name="T9" fmla="*/ 90 h 107"/>
              <a:gd name="T10" fmla="*/ 36 w 45"/>
              <a:gd name="T11" fmla="*/ 106 h 107"/>
              <a:gd name="T12" fmla="*/ 44 w 45"/>
              <a:gd name="T13" fmla="*/ 76 h 107"/>
              <a:gd name="T14" fmla="*/ 30 w 45"/>
              <a:gd name="T15" fmla="*/ 56 h 107"/>
              <a:gd name="T16" fmla="*/ 34 w 45"/>
              <a:gd name="T17" fmla="*/ 67 h 107"/>
              <a:gd name="T18" fmla="*/ 26 w 45"/>
              <a:gd name="T19" fmla="*/ 67 h 107"/>
              <a:gd name="T20" fmla="*/ 17 w 45"/>
              <a:gd name="T21" fmla="*/ 39 h 107"/>
              <a:gd name="T22" fmla="*/ 16 w 45"/>
              <a:gd name="T23" fmla="*/ 3 h 107"/>
              <a:gd name="T24" fmla="*/ 3 w 45"/>
              <a:gd name="T25" fmla="*/ 0 h 107"/>
              <a:gd name="T26" fmla="*/ 14 w 45"/>
              <a:gd name="T27" fmla="*/ 17 h 107"/>
              <a:gd name="T28" fmla="*/ 0 w 45"/>
              <a:gd name="T29" fmla="*/ 58 h 107"/>
              <a:gd name="T30" fmla="*/ 0 w 45"/>
              <a:gd name="T31" fmla="*/ 58 h 10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5"/>
              <a:gd name="T49" fmla="*/ 0 h 107"/>
              <a:gd name="T50" fmla="*/ 45 w 45"/>
              <a:gd name="T51" fmla="*/ 107 h 10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5" h="107">
                <a:moveTo>
                  <a:pt x="0" y="58"/>
                </a:moveTo>
                <a:lnTo>
                  <a:pt x="0" y="58"/>
                </a:lnTo>
                <a:lnTo>
                  <a:pt x="6" y="64"/>
                </a:lnTo>
                <a:lnTo>
                  <a:pt x="23" y="70"/>
                </a:lnTo>
                <a:lnTo>
                  <a:pt x="21" y="90"/>
                </a:lnTo>
                <a:lnTo>
                  <a:pt x="36" y="106"/>
                </a:lnTo>
                <a:lnTo>
                  <a:pt x="44" y="76"/>
                </a:lnTo>
                <a:lnTo>
                  <a:pt x="30" y="56"/>
                </a:lnTo>
                <a:lnTo>
                  <a:pt x="34" y="67"/>
                </a:lnTo>
                <a:lnTo>
                  <a:pt x="26" y="67"/>
                </a:lnTo>
                <a:lnTo>
                  <a:pt x="17" y="39"/>
                </a:lnTo>
                <a:lnTo>
                  <a:pt x="16" y="3"/>
                </a:lnTo>
                <a:lnTo>
                  <a:pt x="3" y="0"/>
                </a:lnTo>
                <a:lnTo>
                  <a:pt x="14" y="17"/>
                </a:lnTo>
                <a:lnTo>
                  <a:pt x="0" y="5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5" name="Freeform 832">
            <a:extLst>
              <a:ext uri="{FF2B5EF4-FFF2-40B4-BE49-F238E27FC236}">
                <a16:creationId xmlns:a16="http://schemas.microsoft.com/office/drawing/2014/main" id="{BC893739-E688-3732-84FF-E0336FC0C40C}"/>
              </a:ext>
            </a:extLst>
          </p:cNvPr>
          <p:cNvSpPr>
            <a:spLocks/>
          </p:cNvSpPr>
          <p:nvPr/>
        </p:nvSpPr>
        <p:spPr bwMode="auto">
          <a:xfrm>
            <a:off x="3864022" y="4984252"/>
            <a:ext cx="252881" cy="231581"/>
          </a:xfrm>
          <a:custGeom>
            <a:avLst/>
            <a:gdLst>
              <a:gd name="T0" fmla="*/ 0 w 221"/>
              <a:gd name="T1" fmla="*/ 143 h 208"/>
              <a:gd name="T2" fmla="*/ 0 w 221"/>
              <a:gd name="T3" fmla="*/ 143 h 208"/>
              <a:gd name="T4" fmla="*/ 9 w 221"/>
              <a:gd name="T5" fmla="*/ 129 h 208"/>
              <a:gd name="T6" fmla="*/ 20 w 221"/>
              <a:gd name="T7" fmla="*/ 138 h 208"/>
              <a:gd name="T8" fmla="*/ 89 w 221"/>
              <a:gd name="T9" fmla="*/ 134 h 208"/>
              <a:gd name="T10" fmla="*/ 75 w 221"/>
              <a:gd name="T11" fmla="*/ 0 h 208"/>
              <a:gd name="T12" fmla="*/ 99 w 221"/>
              <a:gd name="T13" fmla="*/ 0 h 208"/>
              <a:gd name="T14" fmla="*/ 208 w 221"/>
              <a:gd name="T15" fmla="*/ 72 h 208"/>
              <a:gd name="T16" fmla="*/ 209 w 221"/>
              <a:gd name="T17" fmla="*/ 85 h 208"/>
              <a:gd name="T18" fmla="*/ 220 w 221"/>
              <a:gd name="T19" fmla="*/ 83 h 208"/>
              <a:gd name="T20" fmla="*/ 220 w 221"/>
              <a:gd name="T21" fmla="*/ 126 h 208"/>
              <a:gd name="T22" fmla="*/ 211 w 221"/>
              <a:gd name="T23" fmla="*/ 135 h 208"/>
              <a:gd name="T24" fmla="*/ 167 w 221"/>
              <a:gd name="T25" fmla="*/ 141 h 208"/>
              <a:gd name="T26" fmla="*/ 111 w 221"/>
              <a:gd name="T27" fmla="*/ 165 h 208"/>
              <a:gd name="T28" fmla="*/ 94 w 221"/>
              <a:gd name="T29" fmla="*/ 204 h 208"/>
              <a:gd name="T30" fmla="*/ 80 w 221"/>
              <a:gd name="T31" fmla="*/ 199 h 208"/>
              <a:gd name="T32" fmla="*/ 56 w 221"/>
              <a:gd name="T33" fmla="*/ 207 h 208"/>
              <a:gd name="T34" fmla="*/ 42 w 221"/>
              <a:gd name="T35" fmla="*/ 174 h 208"/>
              <a:gd name="T36" fmla="*/ 19 w 221"/>
              <a:gd name="T37" fmla="*/ 182 h 208"/>
              <a:gd name="T38" fmla="*/ 10 w 221"/>
              <a:gd name="T39" fmla="*/ 175 h 208"/>
              <a:gd name="T40" fmla="*/ 0 w 221"/>
              <a:gd name="T41" fmla="*/ 143 h 208"/>
              <a:gd name="T42" fmla="*/ 0 w 221"/>
              <a:gd name="T43" fmla="*/ 143 h 20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21"/>
              <a:gd name="T67" fmla="*/ 0 h 208"/>
              <a:gd name="T68" fmla="*/ 221 w 221"/>
              <a:gd name="T69" fmla="*/ 208 h 20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21" h="208">
                <a:moveTo>
                  <a:pt x="0" y="143"/>
                </a:moveTo>
                <a:lnTo>
                  <a:pt x="0" y="143"/>
                </a:lnTo>
                <a:lnTo>
                  <a:pt x="9" y="129"/>
                </a:lnTo>
                <a:lnTo>
                  <a:pt x="20" y="138"/>
                </a:lnTo>
                <a:lnTo>
                  <a:pt x="89" y="134"/>
                </a:lnTo>
                <a:lnTo>
                  <a:pt x="75" y="0"/>
                </a:lnTo>
                <a:lnTo>
                  <a:pt x="99" y="0"/>
                </a:lnTo>
                <a:lnTo>
                  <a:pt x="208" y="72"/>
                </a:lnTo>
                <a:lnTo>
                  <a:pt x="209" y="85"/>
                </a:lnTo>
                <a:lnTo>
                  <a:pt x="220" y="83"/>
                </a:lnTo>
                <a:lnTo>
                  <a:pt x="220" y="126"/>
                </a:lnTo>
                <a:lnTo>
                  <a:pt x="211" y="135"/>
                </a:lnTo>
                <a:lnTo>
                  <a:pt x="167" y="141"/>
                </a:lnTo>
                <a:lnTo>
                  <a:pt x="111" y="165"/>
                </a:lnTo>
                <a:lnTo>
                  <a:pt x="94" y="204"/>
                </a:lnTo>
                <a:lnTo>
                  <a:pt x="80" y="199"/>
                </a:lnTo>
                <a:lnTo>
                  <a:pt x="56" y="207"/>
                </a:lnTo>
                <a:lnTo>
                  <a:pt x="42" y="174"/>
                </a:lnTo>
                <a:lnTo>
                  <a:pt x="19" y="182"/>
                </a:lnTo>
                <a:lnTo>
                  <a:pt x="10" y="175"/>
                </a:lnTo>
                <a:lnTo>
                  <a:pt x="0" y="143"/>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6" name="Freeform 833">
            <a:extLst>
              <a:ext uri="{FF2B5EF4-FFF2-40B4-BE49-F238E27FC236}">
                <a16:creationId xmlns:a16="http://schemas.microsoft.com/office/drawing/2014/main" id="{BFD97853-1CD8-B0B1-EAB5-0697F6472B27}"/>
              </a:ext>
            </a:extLst>
          </p:cNvPr>
          <p:cNvSpPr>
            <a:spLocks/>
          </p:cNvSpPr>
          <p:nvPr/>
        </p:nvSpPr>
        <p:spPr bwMode="auto">
          <a:xfrm>
            <a:off x="3787357" y="4947511"/>
            <a:ext cx="191090" cy="197066"/>
          </a:xfrm>
          <a:custGeom>
            <a:avLst/>
            <a:gdLst>
              <a:gd name="T0" fmla="*/ 0 w 167"/>
              <a:gd name="T1" fmla="*/ 89 h 177"/>
              <a:gd name="T2" fmla="*/ 0 w 167"/>
              <a:gd name="T3" fmla="*/ 89 h 177"/>
              <a:gd name="T4" fmla="*/ 10 w 167"/>
              <a:gd name="T5" fmla="*/ 99 h 177"/>
              <a:gd name="T6" fmla="*/ 13 w 167"/>
              <a:gd name="T7" fmla="*/ 125 h 177"/>
              <a:gd name="T8" fmla="*/ 5 w 167"/>
              <a:gd name="T9" fmla="*/ 158 h 177"/>
              <a:gd name="T10" fmla="*/ 36 w 167"/>
              <a:gd name="T11" fmla="*/ 151 h 177"/>
              <a:gd name="T12" fmla="*/ 67 w 167"/>
              <a:gd name="T13" fmla="*/ 176 h 177"/>
              <a:gd name="T14" fmla="*/ 76 w 167"/>
              <a:gd name="T15" fmla="*/ 162 h 177"/>
              <a:gd name="T16" fmla="*/ 87 w 167"/>
              <a:gd name="T17" fmla="*/ 171 h 177"/>
              <a:gd name="T18" fmla="*/ 156 w 167"/>
              <a:gd name="T19" fmla="*/ 167 h 177"/>
              <a:gd name="T20" fmla="*/ 142 w 167"/>
              <a:gd name="T21" fmla="*/ 33 h 177"/>
              <a:gd name="T22" fmla="*/ 166 w 167"/>
              <a:gd name="T23" fmla="*/ 33 h 177"/>
              <a:gd name="T24" fmla="*/ 115 w 167"/>
              <a:gd name="T25" fmla="*/ 0 h 177"/>
              <a:gd name="T26" fmla="*/ 114 w 167"/>
              <a:gd name="T27" fmla="*/ 18 h 177"/>
              <a:gd name="T28" fmla="*/ 70 w 167"/>
              <a:gd name="T29" fmla="*/ 17 h 177"/>
              <a:gd name="T30" fmla="*/ 70 w 167"/>
              <a:gd name="T31" fmla="*/ 54 h 177"/>
              <a:gd name="T32" fmla="*/ 54 w 167"/>
              <a:gd name="T33" fmla="*/ 60 h 177"/>
              <a:gd name="T34" fmla="*/ 55 w 167"/>
              <a:gd name="T35" fmla="*/ 83 h 177"/>
              <a:gd name="T36" fmla="*/ 0 w 167"/>
              <a:gd name="T37" fmla="*/ 89 h 177"/>
              <a:gd name="T38" fmla="*/ 0 w 167"/>
              <a:gd name="T39" fmla="*/ 89 h 17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67"/>
              <a:gd name="T61" fmla="*/ 0 h 177"/>
              <a:gd name="T62" fmla="*/ 167 w 167"/>
              <a:gd name="T63" fmla="*/ 177 h 17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67" h="177">
                <a:moveTo>
                  <a:pt x="0" y="89"/>
                </a:moveTo>
                <a:lnTo>
                  <a:pt x="0" y="89"/>
                </a:lnTo>
                <a:lnTo>
                  <a:pt x="10" y="99"/>
                </a:lnTo>
                <a:lnTo>
                  <a:pt x="13" y="125"/>
                </a:lnTo>
                <a:lnTo>
                  <a:pt x="5" y="158"/>
                </a:lnTo>
                <a:lnTo>
                  <a:pt x="36" y="151"/>
                </a:lnTo>
                <a:lnTo>
                  <a:pt x="67" y="176"/>
                </a:lnTo>
                <a:lnTo>
                  <a:pt x="76" y="162"/>
                </a:lnTo>
                <a:lnTo>
                  <a:pt x="87" y="171"/>
                </a:lnTo>
                <a:lnTo>
                  <a:pt x="156" y="167"/>
                </a:lnTo>
                <a:lnTo>
                  <a:pt x="142" y="33"/>
                </a:lnTo>
                <a:lnTo>
                  <a:pt x="166" y="33"/>
                </a:lnTo>
                <a:lnTo>
                  <a:pt x="115" y="0"/>
                </a:lnTo>
                <a:lnTo>
                  <a:pt x="114" y="18"/>
                </a:lnTo>
                <a:lnTo>
                  <a:pt x="70" y="17"/>
                </a:lnTo>
                <a:lnTo>
                  <a:pt x="70" y="54"/>
                </a:lnTo>
                <a:lnTo>
                  <a:pt x="54" y="60"/>
                </a:lnTo>
                <a:lnTo>
                  <a:pt x="55" y="83"/>
                </a:lnTo>
                <a:lnTo>
                  <a:pt x="0" y="8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7" name="Freeform 834">
            <a:extLst>
              <a:ext uri="{FF2B5EF4-FFF2-40B4-BE49-F238E27FC236}">
                <a16:creationId xmlns:a16="http://schemas.microsoft.com/office/drawing/2014/main" id="{5AB65BD6-E822-AE8B-DA7A-7B9BB5DB8B08}"/>
              </a:ext>
            </a:extLst>
          </p:cNvPr>
          <p:cNvSpPr>
            <a:spLocks/>
          </p:cNvSpPr>
          <p:nvPr/>
        </p:nvSpPr>
        <p:spPr bwMode="auto">
          <a:xfrm>
            <a:off x="3849147" y="4807227"/>
            <a:ext cx="184226" cy="135831"/>
          </a:xfrm>
          <a:custGeom>
            <a:avLst/>
            <a:gdLst>
              <a:gd name="T0" fmla="*/ 0 w 161"/>
              <a:gd name="T1" fmla="*/ 119 h 122"/>
              <a:gd name="T2" fmla="*/ 0 w 161"/>
              <a:gd name="T3" fmla="*/ 119 h 122"/>
              <a:gd name="T4" fmla="*/ 40 w 161"/>
              <a:gd name="T5" fmla="*/ 96 h 122"/>
              <a:gd name="T6" fmla="*/ 54 w 161"/>
              <a:gd name="T7" fmla="*/ 48 h 122"/>
              <a:gd name="T8" fmla="*/ 88 w 161"/>
              <a:gd name="T9" fmla="*/ 24 h 122"/>
              <a:gd name="T10" fmla="*/ 99 w 161"/>
              <a:gd name="T11" fmla="*/ 0 h 122"/>
              <a:gd name="T12" fmla="*/ 148 w 161"/>
              <a:gd name="T13" fmla="*/ 8 h 122"/>
              <a:gd name="T14" fmla="*/ 160 w 161"/>
              <a:gd name="T15" fmla="*/ 53 h 122"/>
              <a:gd name="T16" fmla="*/ 139 w 161"/>
              <a:gd name="T17" fmla="*/ 54 h 122"/>
              <a:gd name="T18" fmla="*/ 127 w 161"/>
              <a:gd name="T19" fmla="*/ 59 h 122"/>
              <a:gd name="T20" fmla="*/ 129 w 161"/>
              <a:gd name="T21" fmla="*/ 71 h 122"/>
              <a:gd name="T22" fmla="*/ 67 w 161"/>
              <a:gd name="T23" fmla="*/ 98 h 122"/>
              <a:gd name="T24" fmla="*/ 60 w 161"/>
              <a:gd name="T25" fmla="*/ 121 h 122"/>
              <a:gd name="T26" fmla="*/ 0 w 161"/>
              <a:gd name="T27" fmla="*/ 119 h 122"/>
              <a:gd name="T28" fmla="*/ 0 w 161"/>
              <a:gd name="T29" fmla="*/ 119 h 12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61"/>
              <a:gd name="T46" fmla="*/ 0 h 122"/>
              <a:gd name="T47" fmla="*/ 161 w 161"/>
              <a:gd name="T48" fmla="*/ 122 h 12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61" h="122">
                <a:moveTo>
                  <a:pt x="0" y="119"/>
                </a:moveTo>
                <a:lnTo>
                  <a:pt x="0" y="119"/>
                </a:lnTo>
                <a:lnTo>
                  <a:pt x="40" y="96"/>
                </a:lnTo>
                <a:lnTo>
                  <a:pt x="54" y="48"/>
                </a:lnTo>
                <a:lnTo>
                  <a:pt x="88" y="24"/>
                </a:lnTo>
                <a:lnTo>
                  <a:pt x="99" y="0"/>
                </a:lnTo>
                <a:lnTo>
                  <a:pt x="148" y="8"/>
                </a:lnTo>
                <a:lnTo>
                  <a:pt x="160" y="53"/>
                </a:lnTo>
                <a:lnTo>
                  <a:pt x="139" y="54"/>
                </a:lnTo>
                <a:lnTo>
                  <a:pt x="127" y="59"/>
                </a:lnTo>
                <a:lnTo>
                  <a:pt x="129" y="71"/>
                </a:lnTo>
                <a:lnTo>
                  <a:pt x="67" y="98"/>
                </a:lnTo>
                <a:lnTo>
                  <a:pt x="60" y="121"/>
                </a:lnTo>
                <a:lnTo>
                  <a:pt x="0" y="1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8" name="Freeform 835">
            <a:extLst>
              <a:ext uri="{FF2B5EF4-FFF2-40B4-BE49-F238E27FC236}">
                <a16:creationId xmlns:a16="http://schemas.microsoft.com/office/drawing/2014/main" id="{CB636195-3801-136E-1654-A5F3107859A0}"/>
              </a:ext>
            </a:extLst>
          </p:cNvPr>
          <p:cNvSpPr>
            <a:spLocks/>
          </p:cNvSpPr>
          <p:nvPr/>
        </p:nvSpPr>
        <p:spPr bwMode="auto">
          <a:xfrm>
            <a:off x="4519680" y="5527576"/>
            <a:ext cx="165917" cy="253848"/>
          </a:xfrm>
          <a:custGeom>
            <a:avLst/>
            <a:gdLst>
              <a:gd name="T0" fmla="*/ 0 w 145"/>
              <a:gd name="T1" fmla="*/ 63 h 228"/>
              <a:gd name="T2" fmla="*/ 0 w 145"/>
              <a:gd name="T3" fmla="*/ 63 h 228"/>
              <a:gd name="T4" fmla="*/ 4 w 145"/>
              <a:gd name="T5" fmla="*/ 70 h 228"/>
              <a:gd name="T6" fmla="*/ 38 w 145"/>
              <a:gd name="T7" fmla="*/ 81 h 228"/>
              <a:gd name="T8" fmla="*/ 41 w 145"/>
              <a:gd name="T9" fmla="*/ 95 h 228"/>
              <a:gd name="T10" fmla="*/ 39 w 145"/>
              <a:gd name="T11" fmla="*/ 131 h 228"/>
              <a:gd name="T12" fmla="*/ 21 w 145"/>
              <a:gd name="T13" fmla="*/ 168 h 228"/>
              <a:gd name="T14" fmla="*/ 26 w 145"/>
              <a:gd name="T15" fmla="*/ 213 h 228"/>
              <a:gd name="T16" fmla="*/ 28 w 145"/>
              <a:gd name="T17" fmla="*/ 227 h 228"/>
              <a:gd name="T18" fmla="*/ 39 w 145"/>
              <a:gd name="T19" fmla="*/ 227 h 228"/>
              <a:gd name="T20" fmla="*/ 39 w 145"/>
              <a:gd name="T21" fmla="*/ 212 h 228"/>
              <a:gd name="T22" fmla="*/ 74 w 145"/>
              <a:gd name="T23" fmla="*/ 191 h 228"/>
              <a:gd name="T24" fmla="*/ 64 w 145"/>
              <a:gd name="T25" fmla="*/ 131 h 228"/>
              <a:gd name="T26" fmla="*/ 143 w 145"/>
              <a:gd name="T27" fmla="*/ 70 h 228"/>
              <a:gd name="T28" fmla="*/ 144 w 145"/>
              <a:gd name="T29" fmla="*/ 0 h 228"/>
              <a:gd name="T30" fmla="*/ 124 w 145"/>
              <a:gd name="T31" fmla="*/ 12 h 228"/>
              <a:gd name="T32" fmla="*/ 69 w 145"/>
              <a:gd name="T33" fmla="*/ 15 h 228"/>
              <a:gd name="T34" fmla="*/ 68 w 145"/>
              <a:gd name="T35" fmla="*/ 41 h 228"/>
              <a:gd name="T36" fmla="*/ 82 w 145"/>
              <a:gd name="T37" fmla="*/ 61 h 228"/>
              <a:gd name="T38" fmla="*/ 74 w 145"/>
              <a:gd name="T39" fmla="*/ 91 h 228"/>
              <a:gd name="T40" fmla="*/ 59 w 145"/>
              <a:gd name="T41" fmla="*/ 75 h 228"/>
              <a:gd name="T42" fmla="*/ 61 w 145"/>
              <a:gd name="T43" fmla="*/ 55 h 228"/>
              <a:gd name="T44" fmla="*/ 44 w 145"/>
              <a:gd name="T45" fmla="*/ 49 h 228"/>
              <a:gd name="T46" fmla="*/ 0 w 145"/>
              <a:gd name="T47" fmla="*/ 63 h 228"/>
              <a:gd name="T48" fmla="*/ 0 w 145"/>
              <a:gd name="T49" fmla="*/ 63 h 22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5"/>
              <a:gd name="T76" fmla="*/ 0 h 228"/>
              <a:gd name="T77" fmla="*/ 145 w 145"/>
              <a:gd name="T78" fmla="*/ 228 h 22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5" h="228">
                <a:moveTo>
                  <a:pt x="0" y="63"/>
                </a:moveTo>
                <a:lnTo>
                  <a:pt x="0" y="63"/>
                </a:lnTo>
                <a:lnTo>
                  <a:pt x="4" y="70"/>
                </a:lnTo>
                <a:lnTo>
                  <a:pt x="38" y="81"/>
                </a:lnTo>
                <a:lnTo>
                  <a:pt x="41" y="95"/>
                </a:lnTo>
                <a:lnTo>
                  <a:pt x="39" y="131"/>
                </a:lnTo>
                <a:lnTo>
                  <a:pt x="21" y="168"/>
                </a:lnTo>
                <a:lnTo>
                  <a:pt x="26" y="213"/>
                </a:lnTo>
                <a:lnTo>
                  <a:pt x="28" y="227"/>
                </a:lnTo>
                <a:lnTo>
                  <a:pt x="39" y="227"/>
                </a:lnTo>
                <a:lnTo>
                  <a:pt x="39" y="212"/>
                </a:lnTo>
                <a:lnTo>
                  <a:pt x="74" y="191"/>
                </a:lnTo>
                <a:lnTo>
                  <a:pt x="64" y="131"/>
                </a:lnTo>
                <a:lnTo>
                  <a:pt x="143" y="70"/>
                </a:lnTo>
                <a:lnTo>
                  <a:pt x="144" y="0"/>
                </a:lnTo>
                <a:lnTo>
                  <a:pt x="124" y="12"/>
                </a:lnTo>
                <a:lnTo>
                  <a:pt x="69" y="15"/>
                </a:lnTo>
                <a:lnTo>
                  <a:pt x="68" y="41"/>
                </a:lnTo>
                <a:lnTo>
                  <a:pt x="82" y="61"/>
                </a:lnTo>
                <a:lnTo>
                  <a:pt x="74" y="91"/>
                </a:lnTo>
                <a:lnTo>
                  <a:pt x="59" y="75"/>
                </a:lnTo>
                <a:lnTo>
                  <a:pt x="61" y="55"/>
                </a:lnTo>
                <a:lnTo>
                  <a:pt x="44" y="49"/>
                </a:lnTo>
                <a:lnTo>
                  <a:pt x="0" y="6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9" name="Freeform 836">
            <a:extLst>
              <a:ext uri="{FF2B5EF4-FFF2-40B4-BE49-F238E27FC236}">
                <a16:creationId xmlns:a16="http://schemas.microsoft.com/office/drawing/2014/main" id="{B20D3879-0966-4944-0D6E-660F0168AAA6}"/>
              </a:ext>
            </a:extLst>
          </p:cNvPr>
          <p:cNvSpPr>
            <a:spLocks/>
          </p:cNvSpPr>
          <p:nvPr/>
        </p:nvSpPr>
        <p:spPr bwMode="auto">
          <a:xfrm>
            <a:off x="4055113" y="5007634"/>
            <a:ext cx="248303" cy="184819"/>
          </a:xfrm>
          <a:custGeom>
            <a:avLst/>
            <a:gdLst>
              <a:gd name="T0" fmla="*/ 0 w 217"/>
              <a:gd name="T1" fmla="*/ 120 h 166"/>
              <a:gd name="T2" fmla="*/ 0 w 217"/>
              <a:gd name="T3" fmla="*/ 120 h 166"/>
              <a:gd name="T4" fmla="*/ 3 w 217"/>
              <a:gd name="T5" fmla="*/ 133 h 166"/>
              <a:gd name="T6" fmla="*/ 29 w 217"/>
              <a:gd name="T7" fmla="*/ 162 h 166"/>
              <a:gd name="T8" fmla="*/ 36 w 217"/>
              <a:gd name="T9" fmla="*/ 155 h 166"/>
              <a:gd name="T10" fmla="*/ 47 w 217"/>
              <a:gd name="T11" fmla="*/ 165 h 166"/>
              <a:gd name="T12" fmla="*/ 63 w 217"/>
              <a:gd name="T13" fmla="*/ 136 h 166"/>
              <a:gd name="T14" fmla="*/ 125 w 217"/>
              <a:gd name="T15" fmla="*/ 151 h 166"/>
              <a:gd name="T16" fmla="*/ 178 w 217"/>
              <a:gd name="T17" fmla="*/ 136 h 166"/>
              <a:gd name="T18" fmla="*/ 180 w 217"/>
              <a:gd name="T19" fmla="*/ 129 h 166"/>
              <a:gd name="T20" fmla="*/ 208 w 217"/>
              <a:gd name="T21" fmla="*/ 93 h 166"/>
              <a:gd name="T22" fmla="*/ 216 w 217"/>
              <a:gd name="T23" fmla="*/ 44 h 166"/>
              <a:gd name="T24" fmla="*/ 202 w 217"/>
              <a:gd name="T25" fmla="*/ 28 h 166"/>
              <a:gd name="T26" fmla="*/ 202 w 217"/>
              <a:gd name="T27" fmla="*/ 6 h 166"/>
              <a:gd name="T28" fmla="*/ 157 w 217"/>
              <a:gd name="T29" fmla="*/ 0 h 166"/>
              <a:gd name="T30" fmla="*/ 74 w 217"/>
              <a:gd name="T31" fmla="*/ 57 h 166"/>
              <a:gd name="T32" fmla="*/ 53 w 217"/>
              <a:gd name="T33" fmla="*/ 62 h 166"/>
              <a:gd name="T34" fmla="*/ 53 w 217"/>
              <a:gd name="T35" fmla="*/ 105 h 166"/>
              <a:gd name="T36" fmla="*/ 44 w 217"/>
              <a:gd name="T37" fmla="*/ 114 h 166"/>
              <a:gd name="T38" fmla="*/ 0 w 217"/>
              <a:gd name="T39" fmla="*/ 120 h 166"/>
              <a:gd name="T40" fmla="*/ 0 w 217"/>
              <a:gd name="T41" fmla="*/ 120 h 16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17"/>
              <a:gd name="T64" fmla="*/ 0 h 166"/>
              <a:gd name="T65" fmla="*/ 217 w 217"/>
              <a:gd name="T66" fmla="*/ 166 h 16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17" h="166">
                <a:moveTo>
                  <a:pt x="0" y="120"/>
                </a:moveTo>
                <a:lnTo>
                  <a:pt x="0" y="120"/>
                </a:lnTo>
                <a:lnTo>
                  <a:pt x="3" y="133"/>
                </a:lnTo>
                <a:lnTo>
                  <a:pt x="29" y="162"/>
                </a:lnTo>
                <a:lnTo>
                  <a:pt x="36" y="155"/>
                </a:lnTo>
                <a:lnTo>
                  <a:pt x="47" y="165"/>
                </a:lnTo>
                <a:lnTo>
                  <a:pt x="63" y="136"/>
                </a:lnTo>
                <a:lnTo>
                  <a:pt x="125" y="151"/>
                </a:lnTo>
                <a:lnTo>
                  <a:pt x="178" y="136"/>
                </a:lnTo>
                <a:lnTo>
                  <a:pt x="180" y="129"/>
                </a:lnTo>
                <a:lnTo>
                  <a:pt x="208" y="93"/>
                </a:lnTo>
                <a:lnTo>
                  <a:pt x="216" y="44"/>
                </a:lnTo>
                <a:lnTo>
                  <a:pt x="202" y="28"/>
                </a:lnTo>
                <a:lnTo>
                  <a:pt x="202" y="6"/>
                </a:lnTo>
                <a:lnTo>
                  <a:pt x="157" y="0"/>
                </a:lnTo>
                <a:lnTo>
                  <a:pt x="74" y="57"/>
                </a:lnTo>
                <a:lnTo>
                  <a:pt x="53" y="62"/>
                </a:lnTo>
                <a:lnTo>
                  <a:pt x="53" y="105"/>
                </a:lnTo>
                <a:lnTo>
                  <a:pt x="44" y="114"/>
                </a:lnTo>
                <a:lnTo>
                  <a:pt x="0" y="1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0" name="Freeform 837">
            <a:extLst>
              <a:ext uri="{FF2B5EF4-FFF2-40B4-BE49-F238E27FC236}">
                <a16:creationId xmlns:a16="http://schemas.microsoft.com/office/drawing/2014/main" id="{DCA07B9D-C53F-E082-74AB-3DC1F00331C3}"/>
              </a:ext>
            </a:extLst>
          </p:cNvPr>
          <p:cNvSpPr>
            <a:spLocks/>
          </p:cNvSpPr>
          <p:nvPr/>
        </p:nvSpPr>
        <p:spPr bwMode="auto">
          <a:xfrm>
            <a:off x="4096306" y="5159051"/>
            <a:ext cx="181937" cy="146965"/>
          </a:xfrm>
          <a:custGeom>
            <a:avLst/>
            <a:gdLst>
              <a:gd name="T0" fmla="*/ 0 w 159"/>
              <a:gd name="T1" fmla="*/ 102 h 132"/>
              <a:gd name="T2" fmla="*/ 0 w 159"/>
              <a:gd name="T3" fmla="*/ 102 h 132"/>
              <a:gd name="T4" fmla="*/ 11 w 159"/>
              <a:gd name="T5" fmla="*/ 29 h 132"/>
              <a:gd name="T6" fmla="*/ 27 w 159"/>
              <a:gd name="T7" fmla="*/ 0 h 132"/>
              <a:gd name="T8" fmla="*/ 89 w 159"/>
              <a:gd name="T9" fmla="*/ 15 h 132"/>
              <a:gd name="T10" fmla="*/ 142 w 159"/>
              <a:gd name="T11" fmla="*/ 0 h 132"/>
              <a:gd name="T12" fmla="*/ 153 w 159"/>
              <a:gd name="T13" fmla="*/ 17 h 132"/>
              <a:gd name="T14" fmla="*/ 158 w 159"/>
              <a:gd name="T15" fmla="*/ 29 h 132"/>
              <a:gd name="T16" fmla="*/ 144 w 159"/>
              <a:gd name="T17" fmla="*/ 40 h 132"/>
              <a:gd name="T18" fmla="*/ 116 w 159"/>
              <a:gd name="T19" fmla="*/ 99 h 132"/>
              <a:gd name="T20" fmla="*/ 90 w 159"/>
              <a:gd name="T21" fmla="*/ 95 h 132"/>
              <a:gd name="T22" fmla="*/ 76 w 159"/>
              <a:gd name="T23" fmla="*/ 124 h 132"/>
              <a:gd name="T24" fmla="*/ 45 w 159"/>
              <a:gd name="T25" fmla="*/ 131 h 132"/>
              <a:gd name="T26" fmla="*/ 27 w 159"/>
              <a:gd name="T27" fmla="*/ 106 h 132"/>
              <a:gd name="T28" fmla="*/ 0 w 159"/>
              <a:gd name="T29" fmla="*/ 102 h 132"/>
              <a:gd name="T30" fmla="*/ 0 w 159"/>
              <a:gd name="T31" fmla="*/ 102 h 13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59"/>
              <a:gd name="T49" fmla="*/ 0 h 132"/>
              <a:gd name="T50" fmla="*/ 159 w 159"/>
              <a:gd name="T51" fmla="*/ 132 h 13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59" h="132">
                <a:moveTo>
                  <a:pt x="0" y="102"/>
                </a:moveTo>
                <a:lnTo>
                  <a:pt x="0" y="102"/>
                </a:lnTo>
                <a:lnTo>
                  <a:pt x="11" y="29"/>
                </a:lnTo>
                <a:lnTo>
                  <a:pt x="27" y="0"/>
                </a:lnTo>
                <a:lnTo>
                  <a:pt x="89" y="15"/>
                </a:lnTo>
                <a:lnTo>
                  <a:pt x="142" y="0"/>
                </a:lnTo>
                <a:lnTo>
                  <a:pt x="153" y="17"/>
                </a:lnTo>
                <a:lnTo>
                  <a:pt x="158" y="29"/>
                </a:lnTo>
                <a:lnTo>
                  <a:pt x="144" y="40"/>
                </a:lnTo>
                <a:lnTo>
                  <a:pt x="116" y="99"/>
                </a:lnTo>
                <a:lnTo>
                  <a:pt x="90" y="95"/>
                </a:lnTo>
                <a:lnTo>
                  <a:pt x="76" y="124"/>
                </a:lnTo>
                <a:lnTo>
                  <a:pt x="45" y="131"/>
                </a:lnTo>
                <a:lnTo>
                  <a:pt x="27" y="106"/>
                </a:lnTo>
                <a:lnTo>
                  <a:pt x="0" y="10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1" name="Freeform 838">
            <a:extLst>
              <a:ext uri="{FF2B5EF4-FFF2-40B4-BE49-F238E27FC236}">
                <a16:creationId xmlns:a16="http://schemas.microsoft.com/office/drawing/2014/main" id="{D79988F2-1192-B296-A9A4-8E2F31ED1185}"/>
              </a:ext>
            </a:extLst>
          </p:cNvPr>
          <p:cNvSpPr>
            <a:spLocks/>
          </p:cNvSpPr>
          <p:nvPr/>
        </p:nvSpPr>
        <p:spPr bwMode="auto">
          <a:xfrm>
            <a:off x="3790789" y="5175752"/>
            <a:ext cx="48059" cy="28947"/>
          </a:xfrm>
          <a:custGeom>
            <a:avLst/>
            <a:gdLst>
              <a:gd name="T0" fmla="*/ 0 w 42"/>
              <a:gd name="T1" fmla="*/ 3 h 26"/>
              <a:gd name="T2" fmla="*/ 0 w 42"/>
              <a:gd name="T3" fmla="*/ 3 h 26"/>
              <a:gd name="T4" fmla="*/ 12 w 42"/>
              <a:gd name="T5" fmla="*/ 14 h 26"/>
              <a:gd name="T6" fmla="*/ 25 w 42"/>
              <a:gd name="T7" fmla="*/ 11 h 26"/>
              <a:gd name="T8" fmla="*/ 18 w 42"/>
              <a:gd name="T9" fmla="*/ 14 h 26"/>
              <a:gd name="T10" fmla="*/ 24 w 42"/>
              <a:gd name="T11" fmla="*/ 25 h 26"/>
              <a:gd name="T12" fmla="*/ 41 w 42"/>
              <a:gd name="T13" fmla="*/ 14 h 26"/>
              <a:gd name="T14" fmla="*/ 41 w 42"/>
              <a:gd name="T15" fmla="*/ 0 h 26"/>
              <a:gd name="T16" fmla="*/ 0 w 42"/>
              <a:gd name="T17" fmla="*/ 3 h 26"/>
              <a:gd name="T18" fmla="*/ 0 w 42"/>
              <a:gd name="T19" fmla="*/ 3 h 2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2"/>
              <a:gd name="T31" fmla="*/ 0 h 26"/>
              <a:gd name="T32" fmla="*/ 42 w 42"/>
              <a:gd name="T33" fmla="*/ 26 h 2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2" h="26">
                <a:moveTo>
                  <a:pt x="0" y="3"/>
                </a:moveTo>
                <a:lnTo>
                  <a:pt x="0" y="3"/>
                </a:lnTo>
                <a:lnTo>
                  <a:pt x="12" y="14"/>
                </a:lnTo>
                <a:lnTo>
                  <a:pt x="25" y="11"/>
                </a:lnTo>
                <a:lnTo>
                  <a:pt x="18" y="14"/>
                </a:lnTo>
                <a:lnTo>
                  <a:pt x="24" y="25"/>
                </a:lnTo>
                <a:lnTo>
                  <a:pt x="41" y="14"/>
                </a:lnTo>
                <a:lnTo>
                  <a:pt x="41" y="0"/>
                </a:lnTo>
                <a:lnTo>
                  <a:pt x="0" y="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2" name="Freeform 839">
            <a:extLst>
              <a:ext uri="{FF2B5EF4-FFF2-40B4-BE49-F238E27FC236}">
                <a16:creationId xmlns:a16="http://schemas.microsoft.com/office/drawing/2014/main" id="{13EC2BD2-53CC-79EA-D2EA-78F17856AEE0}"/>
              </a:ext>
            </a:extLst>
          </p:cNvPr>
          <p:cNvSpPr>
            <a:spLocks/>
          </p:cNvSpPr>
          <p:nvPr/>
        </p:nvSpPr>
        <p:spPr bwMode="auto">
          <a:xfrm>
            <a:off x="4844649" y="4966439"/>
            <a:ext cx="10298" cy="25608"/>
          </a:xfrm>
          <a:custGeom>
            <a:avLst/>
            <a:gdLst>
              <a:gd name="T0" fmla="*/ 0 w 9"/>
              <a:gd name="T1" fmla="*/ 18 h 23"/>
              <a:gd name="T2" fmla="*/ 0 w 9"/>
              <a:gd name="T3" fmla="*/ 18 h 23"/>
              <a:gd name="T4" fmla="*/ 4 w 9"/>
              <a:gd name="T5" fmla="*/ 22 h 23"/>
              <a:gd name="T6" fmla="*/ 8 w 9"/>
              <a:gd name="T7" fmla="*/ 21 h 23"/>
              <a:gd name="T8" fmla="*/ 5 w 9"/>
              <a:gd name="T9" fmla="*/ 0 h 23"/>
              <a:gd name="T10" fmla="*/ 0 w 9"/>
              <a:gd name="T11" fmla="*/ 18 h 23"/>
              <a:gd name="T12" fmla="*/ 0 w 9"/>
              <a:gd name="T13" fmla="*/ 18 h 23"/>
              <a:gd name="T14" fmla="*/ 0 60000 65536"/>
              <a:gd name="T15" fmla="*/ 0 60000 65536"/>
              <a:gd name="T16" fmla="*/ 0 60000 65536"/>
              <a:gd name="T17" fmla="*/ 0 60000 65536"/>
              <a:gd name="T18" fmla="*/ 0 60000 65536"/>
              <a:gd name="T19" fmla="*/ 0 60000 65536"/>
              <a:gd name="T20" fmla="*/ 0 60000 65536"/>
              <a:gd name="T21" fmla="*/ 0 w 9"/>
              <a:gd name="T22" fmla="*/ 0 h 23"/>
              <a:gd name="T23" fmla="*/ 9 w 9"/>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 h="23">
                <a:moveTo>
                  <a:pt x="0" y="18"/>
                </a:moveTo>
                <a:lnTo>
                  <a:pt x="0" y="18"/>
                </a:lnTo>
                <a:lnTo>
                  <a:pt x="4" y="22"/>
                </a:lnTo>
                <a:lnTo>
                  <a:pt x="8" y="21"/>
                </a:lnTo>
                <a:lnTo>
                  <a:pt x="5" y="0"/>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3" name="Freeform 840">
            <a:extLst>
              <a:ext uri="{FF2B5EF4-FFF2-40B4-BE49-F238E27FC236}">
                <a16:creationId xmlns:a16="http://schemas.microsoft.com/office/drawing/2014/main" id="{9D708CC0-645E-D14B-5D77-0EDFBCDE76F3}"/>
              </a:ext>
            </a:extLst>
          </p:cNvPr>
          <p:cNvSpPr>
            <a:spLocks/>
          </p:cNvSpPr>
          <p:nvPr/>
        </p:nvSpPr>
        <p:spPr bwMode="auto">
          <a:xfrm>
            <a:off x="4505950" y="5383952"/>
            <a:ext cx="27462" cy="25608"/>
          </a:xfrm>
          <a:custGeom>
            <a:avLst/>
            <a:gdLst>
              <a:gd name="T0" fmla="*/ 0 w 24"/>
              <a:gd name="T1" fmla="*/ 22 h 23"/>
              <a:gd name="T2" fmla="*/ 0 w 24"/>
              <a:gd name="T3" fmla="*/ 22 h 23"/>
              <a:gd name="T4" fmla="*/ 9 w 24"/>
              <a:gd name="T5" fmla="*/ 4 h 23"/>
              <a:gd name="T6" fmla="*/ 20 w 24"/>
              <a:gd name="T7" fmla="*/ 0 h 23"/>
              <a:gd name="T8" fmla="*/ 23 w 24"/>
              <a:gd name="T9" fmla="*/ 18 h 23"/>
              <a:gd name="T10" fmla="*/ 0 w 24"/>
              <a:gd name="T11" fmla="*/ 22 h 23"/>
              <a:gd name="T12" fmla="*/ 0 w 24"/>
              <a:gd name="T13" fmla="*/ 22 h 23"/>
              <a:gd name="T14" fmla="*/ 0 60000 65536"/>
              <a:gd name="T15" fmla="*/ 0 60000 65536"/>
              <a:gd name="T16" fmla="*/ 0 60000 65536"/>
              <a:gd name="T17" fmla="*/ 0 60000 65536"/>
              <a:gd name="T18" fmla="*/ 0 60000 65536"/>
              <a:gd name="T19" fmla="*/ 0 60000 65536"/>
              <a:gd name="T20" fmla="*/ 0 60000 65536"/>
              <a:gd name="T21" fmla="*/ 0 w 24"/>
              <a:gd name="T22" fmla="*/ 0 h 23"/>
              <a:gd name="T23" fmla="*/ 24 w 24"/>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23">
                <a:moveTo>
                  <a:pt x="0" y="22"/>
                </a:moveTo>
                <a:lnTo>
                  <a:pt x="0" y="22"/>
                </a:lnTo>
                <a:lnTo>
                  <a:pt x="9" y="4"/>
                </a:lnTo>
                <a:lnTo>
                  <a:pt x="20" y="0"/>
                </a:lnTo>
                <a:lnTo>
                  <a:pt x="23" y="18"/>
                </a:lnTo>
                <a:lnTo>
                  <a:pt x="0" y="2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4" name="Freeform 841">
            <a:extLst>
              <a:ext uri="{FF2B5EF4-FFF2-40B4-BE49-F238E27FC236}">
                <a16:creationId xmlns:a16="http://schemas.microsoft.com/office/drawing/2014/main" id="{79049593-B127-A26A-775F-DE1674852210}"/>
              </a:ext>
            </a:extLst>
          </p:cNvPr>
          <p:cNvSpPr>
            <a:spLocks/>
          </p:cNvSpPr>
          <p:nvPr/>
        </p:nvSpPr>
        <p:spPr bwMode="auto">
          <a:xfrm>
            <a:off x="3778203" y="5115630"/>
            <a:ext cx="98406" cy="64575"/>
          </a:xfrm>
          <a:custGeom>
            <a:avLst/>
            <a:gdLst>
              <a:gd name="T0" fmla="*/ 0 w 86"/>
              <a:gd name="T1" fmla="*/ 25 h 58"/>
              <a:gd name="T2" fmla="*/ 0 w 86"/>
              <a:gd name="T3" fmla="*/ 25 h 58"/>
              <a:gd name="T4" fmla="*/ 13 w 86"/>
              <a:gd name="T5" fmla="*/ 42 h 58"/>
              <a:gd name="T6" fmla="*/ 52 w 86"/>
              <a:gd name="T7" fmla="*/ 44 h 58"/>
              <a:gd name="T8" fmla="*/ 11 w 86"/>
              <a:gd name="T9" fmla="*/ 49 h 58"/>
              <a:gd name="T10" fmla="*/ 11 w 86"/>
              <a:gd name="T11" fmla="*/ 57 h 58"/>
              <a:gd name="T12" fmla="*/ 52 w 86"/>
              <a:gd name="T13" fmla="*/ 54 h 58"/>
              <a:gd name="T14" fmla="*/ 85 w 86"/>
              <a:gd name="T15" fmla="*/ 57 h 58"/>
              <a:gd name="T16" fmla="*/ 75 w 86"/>
              <a:gd name="T17" fmla="*/ 25 h 58"/>
              <a:gd name="T18" fmla="*/ 44 w 86"/>
              <a:gd name="T19" fmla="*/ 0 h 58"/>
              <a:gd name="T20" fmla="*/ 13 w 86"/>
              <a:gd name="T21" fmla="*/ 7 h 58"/>
              <a:gd name="T22" fmla="*/ 0 w 86"/>
              <a:gd name="T23" fmla="*/ 25 h 58"/>
              <a:gd name="T24" fmla="*/ 0 w 86"/>
              <a:gd name="T25" fmla="*/ 25 h 5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6"/>
              <a:gd name="T40" fmla="*/ 0 h 58"/>
              <a:gd name="T41" fmla="*/ 86 w 86"/>
              <a:gd name="T42" fmla="*/ 58 h 5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6" h="58">
                <a:moveTo>
                  <a:pt x="0" y="25"/>
                </a:moveTo>
                <a:lnTo>
                  <a:pt x="0" y="25"/>
                </a:lnTo>
                <a:lnTo>
                  <a:pt x="13" y="42"/>
                </a:lnTo>
                <a:lnTo>
                  <a:pt x="52" y="44"/>
                </a:lnTo>
                <a:lnTo>
                  <a:pt x="11" y="49"/>
                </a:lnTo>
                <a:lnTo>
                  <a:pt x="11" y="57"/>
                </a:lnTo>
                <a:lnTo>
                  <a:pt x="52" y="54"/>
                </a:lnTo>
                <a:lnTo>
                  <a:pt x="85" y="57"/>
                </a:lnTo>
                <a:lnTo>
                  <a:pt x="75" y="25"/>
                </a:lnTo>
                <a:lnTo>
                  <a:pt x="44" y="0"/>
                </a:lnTo>
                <a:lnTo>
                  <a:pt x="13" y="7"/>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5" name="Freeform 842">
            <a:extLst>
              <a:ext uri="{FF2B5EF4-FFF2-40B4-BE49-F238E27FC236}">
                <a16:creationId xmlns:a16="http://schemas.microsoft.com/office/drawing/2014/main" id="{C7FF3F06-9455-B1A3-B92C-BBBD5A5D7435}"/>
              </a:ext>
            </a:extLst>
          </p:cNvPr>
          <p:cNvSpPr>
            <a:spLocks/>
          </p:cNvSpPr>
          <p:nvPr/>
        </p:nvSpPr>
        <p:spPr bwMode="auto">
          <a:xfrm>
            <a:off x="3844569" y="5218060"/>
            <a:ext cx="50347" cy="46761"/>
          </a:xfrm>
          <a:custGeom>
            <a:avLst/>
            <a:gdLst>
              <a:gd name="T0" fmla="*/ 0 w 44"/>
              <a:gd name="T1" fmla="*/ 12 h 42"/>
              <a:gd name="T2" fmla="*/ 0 w 44"/>
              <a:gd name="T3" fmla="*/ 12 h 42"/>
              <a:gd name="T4" fmla="*/ 5 w 44"/>
              <a:gd name="T5" fmla="*/ 28 h 42"/>
              <a:gd name="T6" fmla="*/ 26 w 44"/>
              <a:gd name="T7" fmla="*/ 41 h 42"/>
              <a:gd name="T8" fmla="*/ 43 w 44"/>
              <a:gd name="T9" fmla="*/ 21 h 42"/>
              <a:gd name="T10" fmla="*/ 29 w 44"/>
              <a:gd name="T11" fmla="*/ 0 h 42"/>
              <a:gd name="T12" fmla="*/ 0 w 44"/>
              <a:gd name="T13" fmla="*/ 12 h 42"/>
              <a:gd name="T14" fmla="*/ 0 w 44"/>
              <a:gd name="T15" fmla="*/ 12 h 42"/>
              <a:gd name="T16" fmla="*/ 0 60000 65536"/>
              <a:gd name="T17" fmla="*/ 0 60000 65536"/>
              <a:gd name="T18" fmla="*/ 0 60000 65536"/>
              <a:gd name="T19" fmla="*/ 0 60000 65536"/>
              <a:gd name="T20" fmla="*/ 0 60000 65536"/>
              <a:gd name="T21" fmla="*/ 0 60000 65536"/>
              <a:gd name="T22" fmla="*/ 0 60000 65536"/>
              <a:gd name="T23" fmla="*/ 0 60000 65536"/>
              <a:gd name="T24" fmla="*/ 0 w 44"/>
              <a:gd name="T25" fmla="*/ 0 h 42"/>
              <a:gd name="T26" fmla="*/ 44 w 44"/>
              <a:gd name="T27" fmla="*/ 42 h 4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4" h="42">
                <a:moveTo>
                  <a:pt x="0" y="12"/>
                </a:moveTo>
                <a:lnTo>
                  <a:pt x="0" y="12"/>
                </a:lnTo>
                <a:lnTo>
                  <a:pt x="5" y="28"/>
                </a:lnTo>
                <a:lnTo>
                  <a:pt x="26" y="41"/>
                </a:lnTo>
                <a:lnTo>
                  <a:pt x="43" y="21"/>
                </a:lnTo>
                <a:lnTo>
                  <a:pt x="29" y="0"/>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6" name="Freeform 843">
            <a:extLst>
              <a:ext uri="{FF2B5EF4-FFF2-40B4-BE49-F238E27FC236}">
                <a16:creationId xmlns:a16="http://schemas.microsoft.com/office/drawing/2014/main" id="{756EC49E-A875-DD98-8D52-4C68402AE3E6}"/>
              </a:ext>
            </a:extLst>
          </p:cNvPr>
          <p:cNvSpPr>
            <a:spLocks/>
          </p:cNvSpPr>
          <p:nvPr/>
        </p:nvSpPr>
        <p:spPr bwMode="auto">
          <a:xfrm>
            <a:off x="4693607" y="5187999"/>
            <a:ext cx="160196" cy="207086"/>
          </a:xfrm>
          <a:custGeom>
            <a:avLst/>
            <a:gdLst>
              <a:gd name="T0" fmla="*/ 0 w 140"/>
              <a:gd name="T1" fmla="*/ 174 h 186"/>
              <a:gd name="T2" fmla="*/ 0 w 140"/>
              <a:gd name="T3" fmla="*/ 174 h 186"/>
              <a:gd name="T4" fmla="*/ 0 w 140"/>
              <a:gd name="T5" fmla="*/ 123 h 186"/>
              <a:gd name="T6" fmla="*/ 11 w 140"/>
              <a:gd name="T7" fmla="*/ 109 h 186"/>
              <a:gd name="T8" fmla="*/ 54 w 140"/>
              <a:gd name="T9" fmla="*/ 94 h 186"/>
              <a:gd name="T10" fmla="*/ 95 w 140"/>
              <a:gd name="T11" fmla="*/ 53 h 186"/>
              <a:gd name="T12" fmla="*/ 41 w 140"/>
              <a:gd name="T13" fmla="*/ 39 h 186"/>
              <a:gd name="T14" fmla="*/ 25 w 140"/>
              <a:gd name="T15" fmla="*/ 15 h 186"/>
              <a:gd name="T16" fmla="*/ 31 w 140"/>
              <a:gd name="T17" fmla="*/ 7 h 186"/>
              <a:gd name="T18" fmla="*/ 52 w 140"/>
              <a:gd name="T19" fmla="*/ 21 h 186"/>
              <a:gd name="T20" fmla="*/ 133 w 140"/>
              <a:gd name="T21" fmla="*/ 0 h 186"/>
              <a:gd name="T22" fmla="*/ 139 w 140"/>
              <a:gd name="T23" fmla="*/ 21 h 186"/>
              <a:gd name="T24" fmla="*/ 90 w 140"/>
              <a:gd name="T25" fmla="*/ 108 h 186"/>
              <a:gd name="T26" fmla="*/ 7 w 140"/>
              <a:gd name="T27" fmla="*/ 185 h 186"/>
              <a:gd name="T28" fmla="*/ 0 w 140"/>
              <a:gd name="T29" fmla="*/ 174 h 186"/>
              <a:gd name="T30" fmla="*/ 0 w 140"/>
              <a:gd name="T31" fmla="*/ 174 h 18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0"/>
              <a:gd name="T49" fmla="*/ 0 h 186"/>
              <a:gd name="T50" fmla="*/ 140 w 140"/>
              <a:gd name="T51" fmla="*/ 186 h 18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0" h="186">
                <a:moveTo>
                  <a:pt x="0" y="174"/>
                </a:moveTo>
                <a:lnTo>
                  <a:pt x="0" y="174"/>
                </a:lnTo>
                <a:lnTo>
                  <a:pt x="0" y="123"/>
                </a:lnTo>
                <a:lnTo>
                  <a:pt x="11" y="109"/>
                </a:lnTo>
                <a:lnTo>
                  <a:pt x="54" y="94"/>
                </a:lnTo>
                <a:lnTo>
                  <a:pt x="95" y="53"/>
                </a:lnTo>
                <a:lnTo>
                  <a:pt x="41" y="39"/>
                </a:lnTo>
                <a:lnTo>
                  <a:pt x="25" y="15"/>
                </a:lnTo>
                <a:lnTo>
                  <a:pt x="31" y="7"/>
                </a:lnTo>
                <a:lnTo>
                  <a:pt x="52" y="21"/>
                </a:lnTo>
                <a:lnTo>
                  <a:pt x="133" y="0"/>
                </a:lnTo>
                <a:lnTo>
                  <a:pt x="139" y="21"/>
                </a:lnTo>
                <a:lnTo>
                  <a:pt x="90" y="108"/>
                </a:lnTo>
                <a:lnTo>
                  <a:pt x="7" y="185"/>
                </a:lnTo>
                <a:lnTo>
                  <a:pt x="0" y="17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7" name="Freeform 844">
            <a:extLst>
              <a:ext uri="{FF2B5EF4-FFF2-40B4-BE49-F238E27FC236}">
                <a16:creationId xmlns:a16="http://schemas.microsoft.com/office/drawing/2014/main" id="{7C586E9E-BE9C-E29C-476B-96BD12EDC6EE}"/>
              </a:ext>
            </a:extLst>
          </p:cNvPr>
          <p:cNvSpPr>
            <a:spLocks/>
          </p:cNvSpPr>
          <p:nvPr/>
        </p:nvSpPr>
        <p:spPr bwMode="auto">
          <a:xfrm>
            <a:off x="4444160" y="5605513"/>
            <a:ext cx="123580" cy="110224"/>
          </a:xfrm>
          <a:custGeom>
            <a:avLst/>
            <a:gdLst>
              <a:gd name="T0" fmla="*/ 0 w 108"/>
              <a:gd name="T1" fmla="*/ 30 h 99"/>
              <a:gd name="T2" fmla="*/ 0 w 108"/>
              <a:gd name="T3" fmla="*/ 30 h 99"/>
              <a:gd name="T4" fmla="*/ 0 w 108"/>
              <a:gd name="T5" fmla="*/ 30 h 99"/>
              <a:gd name="T6" fmla="*/ 24 w 108"/>
              <a:gd name="T7" fmla="*/ 31 h 99"/>
              <a:gd name="T8" fmla="*/ 48 w 108"/>
              <a:gd name="T9" fmla="*/ 13 h 99"/>
              <a:gd name="T10" fmla="*/ 49 w 108"/>
              <a:gd name="T11" fmla="*/ 5 h 99"/>
              <a:gd name="T12" fmla="*/ 70 w 108"/>
              <a:gd name="T13" fmla="*/ 0 h 99"/>
              <a:gd name="T14" fmla="*/ 104 w 108"/>
              <a:gd name="T15" fmla="*/ 11 h 99"/>
              <a:gd name="T16" fmla="*/ 107 w 108"/>
              <a:gd name="T17" fmla="*/ 25 h 99"/>
              <a:gd name="T18" fmla="*/ 105 w 108"/>
              <a:gd name="T19" fmla="*/ 61 h 99"/>
              <a:gd name="T20" fmla="*/ 87 w 108"/>
              <a:gd name="T21" fmla="*/ 98 h 99"/>
              <a:gd name="T22" fmla="*/ 56 w 108"/>
              <a:gd name="T23" fmla="*/ 92 h 99"/>
              <a:gd name="T24" fmla="*/ 38 w 108"/>
              <a:gd name="T25" fmla="*/ 83 h 99"/>
              <a:gd name="T26" fmla="*/ 0 w 108"/>
              <a:gd name="T27" fmla="*/ 30 h 99"/>
              <a:gd name="T28" fmla="*/ 0 w 108"/>
              <a:gd name="T29" fmla="*/ 30 h 9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8"/>
              <a:gd name="T46" fmla="*/ 0 h 99"/>
              <a:gd name="T47" fmla="*/ 108 w 108"/>
              <a:gd name="T48" fmla="*/ 99 h 9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8" h="99">
                <a:moveTo>
                  <a:pt x="0" y="30"/>
                </a:moveTo>
                <a:lnTo>
                  <a:pt x="0" y="30"/>
                </a:lnTo>
                <a:lnTo>
                  <a:pt x="24" y="31"/>
                </a:lnTo>
                <a:lnTo>
                  <a:pt x="48" y="13"/>
                </a:lnTo>
                <a:lnTo>
                  <a:pt x="49" y="5"/>
                </a:lnTo>
                <a:lnTo>
                  <a:pt x="70" y="0"/>
                </a:lnTo>
                <a:lnTo>
                  <a:pt x="104" y="11"/>
                </a:lnTo>
                <a:lnTo>
                  <a:pt x="107" y="25"/>
                </a:lnTo>
                <a:lnTo>
                  <a:pt x="105" y="61"/>
                </a:lnTo>
                <a:lnTo>
                  <a:pt x="87" y="98"/>
                </a:lnTo>
                <a:lnTo>
                  <a:pt x="56" y="92"/>
                </a:lnTo>
                <a:lnTo>
                  <a:pt x="38" y="83"/>
                </a:lnTo>
                <a:lnTo>
                  <a:pt x="0" y="3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8" name="Freeform 845">
            <a:extLst>
              <a:ext uri="{FF2B5EF4-FFF2-40B4-BE49-F238E27FC236}">
                <a16:creationId xmlns:a16="http://schemas.microsoft.com/office/drawing/2014/main" id="{30045734-39C8-46F4-BEC5-366C45377553}"/>
              </a:ext>
            </a:extLst>
          </p:cNvPr>
          <p:cNvSpPr>
            <a:spLocks/>
          </p:cNvSpPr>
          <p:nvPr/>
        </p:nvSpPr>
        <p:spPr bwMode="auto">
          <a:xfrm>
            <a:off x="4232473" y="5625553"/>
            <a:ext cx="212832" cy="194840"/>
          </a:xfrm>
          <a:custGeom>
            <a:avLst/>
            <a:gdLst>
              <a:gd name="T0" fmla="*/ 0 w 186"/>
              <a:gd name="T1" fmla="*/ 6 h 175"/>
              <a:gd name="T2" fmla="*/ 0 w 186"/>
              <a:gd name="T3" fmla="*/ 6 h 175"/>
              <a:gd name="T4" fmla="*/ 23 w 186"/>
              <a:gd name="T5" fmla="*/ 0 h 175"/>
              <a:gd name="T6" fmla="*/ 134 w 186"/>
              <a:gd name="T7" fmla="*/ 16 h 175"/>
              <a:gd name="T8" fmla="*/ 159 w 186"/>
              <a:gd name="T9" fmla="*/ 9 h 175"/>
              <a:gd name="T10" fmla="*/ 185 w 186"/>
              <a:gd name="T11" fmla="*/ 12 h 175"/>
              <a:gd name="T12" fmla="*/ 185 w 186"/>
              <a:gd name="T13" fmla="*/ 12 h 175"/>
              <a:gd name="T14" fmla="*/ 162 w 186"/>
              <a:gd name="T15" fmla="*/ 25 h 175"/>
              <a:gd name="T16" fmla="*/ 154 w 186"/>
              <a:gd name="T17" fmla="*/ 16 h 175"/>
              <a:gd name="T18" fmla="*/ 128 w 186"/>
              <a:gd name="T19" fmla="*/ 22 h 175"/>
              <a:gd name="T20" fmla="*/ 128 w 186"/>
              <a:gd name="T21" fmla="*/ 71 h 175"/>
              <a:gd name="T22" fmla="*/ 114 w 186"/>
              <a:gd name="T23" fmla="*/ 71 h 175"/>
              <a:gd name="T24" fmla="*/ 114 w 186"/>
              <a:gd name="T25" fmla="*/ 110 h 175"/>
              <a:gd name="T26" fmla="*/ 114 w 186"/>
              <a:gd name="T27" fmla="*/ 165 h 175"/>
              <a:gd name="T28" fmla="*/ 102 w 186"/>
              <a:gd name="T29" fmla="*/ 174 h 175"/>
              <a:gd name="T30" fmla="*/ 84 w 186"/>
              <a:gd name="T31" fmla="*/ 174 h 175"/>
              <a:gd name="T32" fmla="*/ 75 w 186"/>
              <a:gd name="T33" fmla="*/ 162 h 175"/>
              <a:gd name="T34" fmla="*/ 67 w 186"/>
              <a:gd name="T35" fmla="*/ 168 h 175"/>
              <a:gd name="T36" fmla="*/ 49 w 186"/>
              <a:gd name="T37" fmla="*/ 149 h 175"/>
              <a:gd name="T38" fmla="*/ 39 w 186"/>
              <a:gd name="T39" fmla="*/ 88 h 175"/>
              <a:gd name="T40" fmla="*/ 39 w 186"/>
              <a:gd name="T41" fmla="*/ 81 h 175"/>
              <a:gd name="T42" fmla="*/ 0 w 186"/>
              <a:gd name="T43" fmla="*/ 6 h 175"/>
              <a:gd name="T44" fmla="*/ 0 w 186"/>
              <a:gd name="T45" fmla="*/ 6 h 17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86"/>
              <a:gd name="T70" fmla="*/ 0 h 175"/>
              <a:gd name="T71" fmla="*/ 186 w 186"/>
              <a:gd name="T72" fmla="*/ 175 h 17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86" h="175">
                <a:moveTo>
                  <a:pt x="0" y="6"/>
                </a:moveTo>
                <a:lnTo>
                  <a:pt x="0" y="6"/>
                </a:lnTo>
                <a:lnTo>
                  <a:pt x="23" y="0"/>
                </a:lnTo>
                <a:lnTo>
                  <a:pt x="134" y="16"/>
                </a:lnTo>
                <a:lnTo>
                  <a:pt x="159" y="9"/>
                </a:lnTo>
                <a:lnTo>
                  <a:pt x="185" y="12"/>
                </a:lnTo>
                <a:lnTo>
                  <a:pt x="162" y="25"/>
                </a:lnTo>
                <a:lnTo>
                  <a:pt x="154" y="16"/>
                </a:lnTo>
                <a:lnTo>
                  <a:pt x="128" y="22"/>
                </a:lnTo>
                <a:lnTo>
                  <a:pt x="128" y="71"/>
                </a:lnTo>
                <a:lnTo>
                  <a:pt x="114" y="71"/>
                </a:lnTo>
                <a:lnTo>
                  <a:pt x="114" y="110"/>
                </a:lnTo>
                <a:lnTo>
                  <a:pt x="114" y="165"/>
                </a:lnTo>
                <a:lnTo>
                  <a:pt x="102" y="174"/>
                </a:lnTo>
                <a:lnTo>
                  <a:pt x="84" y="174"/>
                </a:lnTo>
                <a:lnTo>
                  <a:pt x="75" y="162"/>
                </a:lnTo>
                <a:lnTo>
                  <a:pt x="67" y="168"/>
                </a:lnTo>
                <a:lnTo>
                  <a:pt x="49" y="149"/>
                </a:lnTo>
                <a:lnTo>
                  <a:pt x="39" y="88"/>
                </a:lnTo>
                <a:lnTo>
                  <a:pt x="39" y="81"/>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9" name="Freeform 846">
            <a:extLst>
              <a:ext uri="{FF2B5EF4-FFF2-40B4-BE49-F238E27FC236}">
                <a16:creationId xmlns:a16="http://schemas.microsoft.com/office/drawing/2014/main" id="{DFF24CD1-56F1-2D05-C3F7-853369762573}"/>
              </a:ext>
            </a:extLst>
          </p:cNvPr>
          <p:cNvSpPr>
            <a:spLocks/>
          </p:cNvSpPr>
          <p:nvPr/>
        </p:nvSpPr>
        <p:spPr bwMode="auto">
          <a:xfrm>
            <a:off x="3787357" y="4939718"/>
            <a:ext cx="132734" cy="107997"/>
          </a:xfrm>
          <a:custGeom>
            <a:avLst/>
            <a:gdLst>
              <a:gd name="T0" fmla="*/ 0 w 116"/>
              <a:gd name="T1" fmla="*/ 96 h 97"/>
              <a:gd name="T2" fmla="*/ 0 w 116"/>
              <a:gd name="T3" fmla="*/ 96 h 97"/>
              <a:gd name="T4" fmla="*/ 54 w 116"/>
              <a:gd name="T5" fmla="*/ 0 h 97"/>
              <a:gd name="T6" fmla="*/ 114 w 116"/>
              <a:gd name="T7" fmla="*/ 2 h 97"/>
              <a:gd name="T8" fmla="*/ 115 w 116"/>
              <a:gd name="T9" fmla="*/ 7 h 97"/>
              <a:gd name="T10" fmla="*/ 114 w 116"/>
              <a:gd name="T11" fmla="*/ 25 h 97"/>
              <a:gd name="T12" fmla="*/ 70 w 116"/>
              <a:gd name="T13" fmla="*/ 24 h 97"/>
              <a:gd name="T14" fmla="*/ 70 w 116"/>
              <a:gd name="T15" fmla="*/ 61 h 97"/>
              <a:gd name="T16" fmla="*/ 54 w 116"/>
              <a:gd name="T17" fmla="*/ 67 h 97"/>
              <a:gd name="T18" fmla="*/ 55 w 116"/>
              <a:gd name="T19" fmla="*/ 90 h 97"/>
              <a:gd name="T20" fmla="*/ 0 w 116"/>
              <a:gd name="T21" fmla="*/ 96 h 97"/>
              <a:gd name="T22" fmla="*/ 0 w 116"/>
              <a:gd name="T23" fmla="*/ 96 h 9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16"/>
              <a:gd name="T37" fmla="*/ 0 h 97"/>
              <a:gd name="T38" fmla="*/ 116 w 116"/>
              <a:gd name="T39" fmla="*/ 97 h 9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16" h="97">
                <a:moveTo>
                  <a:pt x="0" y="96"/>
                </a:moveTo>
                <a:lnTo>
                  <a:pt x="0" y="96"/>
                </a:lnTo>
                <a:lnTo>
                  <a:pt x="54" y="0"/>
                </a:lnTo>
                <a:lnTo>
                  <a:pt x="114" y="2"/>
                </a:lnTo>
                <a:lnTo>
                  <a:pt x="115" y="7"/>
                </a:lnTo>
                <a:lnTo>
                  <a:pt x="114" y="25"/>
                </a:lnTo>
                <a:lnTo>
                  <a:pt x="70" y="24"/>
                </a:lnTo>
                <a:lnTo>
                  <a:pt x="70" y="61"/>
                </a:lnTo>
                <a:lnTo>
                  <a:pt x="54" y="67"/>
                </a:lnTo>
                <a:lnTo>
                  <a:pt x="55" y="90"/>
                </a:lnTo>
                <a:lnTo>
                  <a:pt x="0" y="9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0" name="Freeform 847">
            <a:extLst>
              <a:ext uri="{FF2B5EF4-FFF2-40B4-BE49-F238E27FC236}">
                <a16:creationId xmlns:a16="http://schemas.microsoft.com/office/drawing/2014/main" id="{EC725152-5619-83B5-11B6-6D0D96105DC8}"/>
              </a:ext>
            </a:extLst>
          </p:cNvPr>
          <p:cNvSpPr>
            <a:spLocks/>
          </p:cNvSpPr>
          <p:nvPr/>
        </p:nvSpPr>
        <p:spPr bwMode="auto">
          <a:xfrm>
            <a:off x="4394957" y="5014313"/>
            <a:ext cx="259746" cy="300610"/>
          </a:xfrm>
          <a:custGeom>
            <a:avLst/>
            <a:gdLst>
              <a:gd name="T0" fmla="*/ 0 w 227"/>
              <a:gd name="T1" fmla="*/ 142 h 270"/>
              <a:gd name="T2" fmla="*/ 0 w 227"/>
              <a:gd name="T3" fmla="*/ 142 h 270"/>
              <a:gd name="T4" fmla="*/ 10 w 227"/>
              <a:gd name="T5" fmla="*/ 169 h 270"/>
              <a:gd name="T6" fmla="*/ 20 w 227"/>
              <a:gd name="T7" fmla="*/ 198 h 270"/>
              <a:gd name="T8" fmla="*/ 43 w 227"/>
              <a:gd name="T9" fmla="*/ 209 h 270"/>
              <a:gd name="T10" fmla="*/ 76 w 227"/>
              <a:gd name="T11" fmla="*/ 249 h 270"/>
              <a:gd name="T12" fmla="*/ 122 w 227"/>
              <a:gd name="T13" fmla="*/ 269 h 270"/>
              <a:gd name="T14" fmla="*/ 164 w 227"/>
              <a:gd name="T15" fmla="*/ 264 h 270"/>
              <a:gd name="T16" fmla="*/ 189 w 227"/>
              <a:gd name="T17" fmla="*/ 256 h 270"/>
              <a:gd name="T18" fmla="*/ 174 w 227"/>
              <a:gd name="T19" fmla="*/ 227 h 270"/>
              <a:gd name="T20" fmla="*/ 150 w 227"/>
              <a:gd name="T21" fmla="*/ 211 h 270"/>
              <a:gd name="T22" fmla="*/ 166 w 227"/>
              <a:gd name="T23" fmla="*/ 200 h 270"/>
              <a:gd name="T24" fmla="*/ 167 w 227"/>
              <a:gd name="T25" fmla="*/ 176 h 270"/>
              <a:gd name="T26" fmla="*/ 194 w 227"/>
              <a:gd name="T27" fmla="*/ 143 h 270"/>
              <a:gd name="T28" fmla="*/ 205 w 227"/>
              <a:gd name="T29" fmla="*/ 84 h 270"/>
              <a:gd name="T30" fmla="*/ 226 w 227"/>
              <a:gd name="T31" fmla="*/ 71 h 270"/>
              <a:gd name="T32" fmla="*/ 210 w 227"/>
              <a:gd name="T33" fmla="*/ 59 h 270"/>
              <a:gd name="T34" fmla="*/ 203 w 227"/>
              <a:gd name="T35" fmla="*/ 16 h 270"/>
              <a:gd name="T36" fmla="*/ 185 w 227"/>
              <a:gd name="T37" fmla="*/ 0 h 270"/>
              <a:gd name="T38" fmla="*/ 164 w 227"/>
              <a:gd name="T39" fmla="*/ 18 h 270"/>
              <a:gd name="T40" fmla="*/ 41 w 227"/>
              <a:gd name="T41" fmla="*/ 15 h 270"/>
              <a:gd name="T42" fmla="*/ 41 w 227"/>
              <a:gd name="T43" fmla="*/ 43 h 270"/>
              <a:gd name="T44" fmla="*/ 29 w 227"/>
              <a:gd name="T45" fmla="*/ 43 h 270"/>
              <a:gd name="T46" fmla="*/ 29 w 227"/>
              <a:gd name="T47" fmla="*/ 51 h 270"/>
              <a:gd name="T48" fmla="*/ 28 w 227"/>
              <a:gd name="T49" fmla="*/ 103 h 270"/>
              <a:gd name="T50" fmla="*/ 14 w 227"/>
              <a:gd name="T51" fmla="*/ 106 h 270"/>
              <a:gd name="T52" fmla="*/ 0 w 227"/>
              <a:gd name="T53" fmla="*/ 142 h 270"/>
              <a:gd name="T54" fmla="*/ 0 w 227"/>
              <a:gd name="T55" fmla="*/ 142 h 27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27"/>
              <a:gd name="T85" fmla="*/ 0 h 270"/>
              <a:gd name="T86" fmla="*/ 227 w 227"/>
              <a:gd name="T87" fmla="*/ 270 h 27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27" h="270">
                <a:moveTo>
                  <a:pt x="0" y="142"/>
                </a:moveTo>
                <a:lnTo>
                  <a:pt x="0" y="142"/>
                </a:lnTo>
                <a:lnTo>
                  <a:pt x="10" y="169"/>
                </a:lnTo>
                <a:lnTo>
                  <a:pt x="20" y="198"/>
                </a:lnTo>
                <a:lnTo>
                  <a:pt x="43" y="209"/>
                </a:lnTo>
                <a:lnTo>
                  <a:pt x="76" y="249"/>
                </a:lnTo>
                <a:lnTo>
                  <a:pt x="122" y="269"/>
                </a:lnTo>
                <a:lnTo>
                  <a:pt x="164" y="264"/>
                </a:lnTo>
                <a:lnTo>
                  <a:pt x="189" y="256"/>
                </a:lnTo>
                <a:lnTo>
                  <a:pt x="174" y="227"/>
                </a:lnTo>
                <a:lnTo>
                  <a:pt x="150" y="211"/>
                </a:lnTo>
                <a:lnTo>
                  <a:pt x="166" y="200"/>
                </a:lnTo>
                <a:lnTo>
                  <a:pt x="167" y="176"/>
                </a:lnTo>
                <a:lnTo>
                  <a:pt x="194" y="143"/>
                </a:lnTo>
                <a:lnTo>
                  <a:pt x="205" y="84"/>
                </a:lnTo>
                <a:lnTo>
                  <a:pt x="226" y="71"/>
                </a:lnTo>
                <a:lnTo>
                  <a:pt x="210" y="59"/>
                </a:lnTo>
                <a:lnTo>
                  <a:pt x="203" y="16"/>
                </a:lnTo>
                <a:lnTo>
                  <a:pt x="185" y="0"/>
                </a:lnTo>
                <a:lnTo>
                  <a:pt x="164" y="18"/>
                </a:lnTo>
                <a:lnTo>
                  <a:pt x="41" y="15"/>
                </a:lnTo>
                <a:lnTo>
                  <a:pt x="41" y="43"/>
                </a:lnTo>
                <a:lnTo>
                  <a:pt x="29" y="43"/>
                </a:lnTo>
                <a:lnTo>
                  <a:pt x="29" y="51"/>
                </a:lnTo>
                <a:lnTo>
                  <a:pt x="28" y="103"/>
                </a:lnTo>
                <a:lnTo>
                  <a:pt x="14" y="106"/>
                </a:lnTo>
                <a:lnTo>
                  <a:pt x="0" y="14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1" name="Freeform 848">
            <a:extLst>
              <a:ext uri="{FF2B5EF4-FFF2-40B4-BE49-F238E27FC236}">
                <a16:creationId xmlns:a16="http://schemas.microsoft.com/office/drawing/2014/main" id="{2900421A-1574-33C5-4B90-DEED82242D91}"/>
              </a:ext>
            </a:extLst>
          </p:cNvPr>
          <p:cNvSpPr>
            <a:spLocks/>
          </p:cNvSpPr>
          <p:nvPr/>
        </p:nvSpPr>
        <p:spPr bwMode="auto">
          <a:xfrm>
            <a:off x="4533412" y="5764724"/>
            <a:ext cx="19452" cy="25608"/>
          </a:xfrm>
          <a:custGeom>
            <a:avLst/>
            <a:gdLst>
              <a:gd name="T0" fmla="*/ 0 w 17"/>
              <a:gd name="T1" fmla="*/ 12 h 23"/>
              <a:gd name="T2" fmla="*/ 0 w 17"/>
              <a:gd name="T3" fmla="*/ 12 h 23"/>
              <a:gd name="T4" fmla="*/ 9 w 17"/>
              <a:gd name="T5" fmla="*/ 22 h 23"/>
              <a:gd name="T6" fmla="*/ 16 w 17"/>
              <a:gd name="T7" fmla="*/ 14 h 23"/>
              <a:gd name="T8" fmla="*/ 14 w 17"/>
              <a:gd name="T9" fmla="*/ 0 h 23"/>
              <a:gd name="T10" fmla="*/ 0 w 17"/>
              <a:gd name="T11" fmla="*/ 12 h 23"/>
              <a:gd name="T12" fmla="*/ 0 w 17"/>
              <a:gd name="T13" fmla="*/ 12 h 23"/>
              <a:gd name="T14" fmla="*/ 0 60000 65536"/>
              <a:gd name="T15" fmla="*/ 0 60000 65536"/>
              <a:gd name="T16" fmla="*/ 0 60000 65536"/>
              <a:gd name="T17" fmla="*/ 0 60000 65536"/>
              <a:gd name="T18" fmla="*/ 0 60000 65536"/>
              <a:gd name="T19" fmla="*/ 0 60000 65536"/>
              <a:gd name="T20" fmla="*/ 0 60000 65536"/>
              <a:gd name="T21" fmla="*/ 0 w 17"/>
              <a:gd name="T22" fmla="*/ 0 h 23"/>
              <a:gd name="T23" fmla="*/ 17 w 17"/>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23">
                <a:moveTo>
                  <a:pt x="0" y="12"/>
                </a:moveTo>
                <a:lnTo>
                  <a:pt x="0" y="12"/>
                </a:lnTo>
                <a:lnTo>
                  <a:pt x="9" y="22"/>
                </a:lnTo>
                <a:lnTo>
                  <a:pt x="16" y="14"/>
                </a:lnTo>
                <a:lnTo>
                  <a:pt x="14" y="0"/>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2" name="Freeform 849">
            <a:extLst>
              <a:ext uri="{FF2B5EF4-FFF2-40B4-BE49-F238E27FC236}">
                <a16:creationId xmlns:a16="http://schemas.microsoft.com/office/drawing/2014/main" id="{6CB09A1A-E174-1C20-54ED-E35FF7D8130C}"/>
              </a:ext>
            </a:extLst>
          </p:cNvPr>
          <p:cNvSpPr>
            <a:spLocks/>
          </p:cNvSpPr>
          <p:nvPr/>
        </p:nvSpPr>
        <p:spPr bwMode="auto">
          <a:xfrm>
            <a:off x="4516248" y="5382839"/>
            <a:ext cx="169350" cy="162552"/>
          </a:xfrm>
          <a:custGeom>
            <a:avLst/>
            <a:gdLst>
              <a:gd name="T0" fmla="*/ 0 w 148"/>
              <a:gd name="T1" fmla="*/ 46 h 146"/>
              <a:gd name="T2" fmla="*/ 0 w 148"/>
              <a:gd name="T3" fmla="*/ 46 h 146"/>
              <a:gd name="T4" fmla="*/ 1 w 148"/>
              <a:gd name="T5" fmla="*/ 74 h 146"/>
              <a:gd name="T6" fmla="*/ 19 w 148"/>
              <a:gd name="T7" fmla="*/ 103 h 146"/>
              <a:gd name="T8" fmla="*/ 44 w 148"/>
              <a:gd name="T9" fmla="*/ 115 h 146"/>
              <a:gd name="T10" fmla="*/ 57 w 148"/>
              <a:gd name="T11" fmla="*/ 118 h 146"/>
              <a:gd name="T12" fmla="*/ 72 w 148"/>
              <a:gd name="T13" fmla="*/ 145 h 146"/>
              <a:gd name="T14" fmla="*/ 127 w 148"/>
              <a:gd name="T15" fmla="*/ 142 h 146"/>
              <a:gd name="T16" fmla="*/ 147 w 148"/>
              <a:gd name="T17" fmla="*/ 130 h 146"/>
              <a:gd name="T18" fmla="*/ 126 w 148"/>
              <a:gd name="T19" fmla="*/ 72 h 146"/>
              <a:gd name="T20" fmla="*/ 132 w 148"/>
              <a:gd name="T21" fmla="*/ 50 h 146"/>
              <a:gd name="T22" fmla="*/ 61 w 148"/>
              <a:gd name="T23" fmla="*/ 0 h 146"/>
              <a:gd name="T24" fmla="*/ 43 w 148"/>
              <a:gd name="T25" fmla="*/ 25 h 146"/>
              <a:gd name="T26" fmla="*/ 35 w 148"/>
              <a:gd name="T27" fmla="*/ 18 h 146"/>
              <a:gd name="T28" fmla="*/ 29 w 148"/>
              <a:gd name="T29" fmla="*/ 24 h 146"/>
              <a:gd name="T30" fmla="*/ 29 w 148"/>
              <a:gd name="T31" fmla="*/ 0 h 146"/>
              <a:gd name="T32" fmla="*/ 11 w 148"/>
              <a:gd name="T33" fmla="*/ 1 h 146"/>
              <a:gd name="T34" fmla="*/ 14 w 148"/>
              <a:gd name="T35" fmla="*/ 19 h 146"/>
              <a:gd name="T36" fmla="*/ 15 w 148"/>
              <a:gd name="T37" fmla="*/ 30 h 146"/>
              <a:gd name="T38" fmla="*/ 0 w 148"/>
              <a:gd name="T39" fmla="*/ 46 h 146"/>
              <a:gd name="T40" fmla="*/ 0 w 148"/>
              <a:gd name="T41" fmla="*/ 46 h 14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48"/>
              <a:gd name="T64" fmla="*/ 0 h 146"/>
              <a:gd name="T65" fmla="*/ 148 w 148"/>
              <a:gd name="T66" fmla="*/ 146 h 14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48" h="146">
                <a:moveTo>
                  <a:pt x="0" y="46"/>
                </a:moveTo>
                <a:lnTo>
                  <a:pt x="0" y="46"/>
                </a:lnTo>
                <a:lnTo>
                  <a:pt x="1" y="74"/>
                </a:lnTo>
                <a:lnTo>
                  <a:pt x="19" y="103"/>
                </a:lnTo>
                <a:lnTo>
                  <a:pt x="44" y="115"/>
                </a:lnTo>
                <a:lnTo>
                  <a:pt x="57" y="118"/>
                </a:lnTo>
                <a:lnTo>
                  <a:pt x="72" y="145"/>
                </a:lnTo>
                <a:lnTo>
                  <a:pt x="127" y="142"/>
                </a:lnTo>
                <a:lnTo>
                  <a:pt x="147" y="130"/>
                </a:lnTo>
                <a:lnTo>
                  <a:pt x="126" y="72"/>
                </a:lnTo>
                <a:lnTo>
                  <a:pt x="132" y="50"/>
                </a:lnTo>
                <a:lnTo>
                  <a:pt x="61" y="0"/>
                </a:lnTo>
                <a:lnTo>
                  <a:pt x="43" y="25"/>
                </a:lnTo>
                <a:lnTo>
                  <a:pt x="35" y="18"/>
                </a:lnTo>
                <a:lnTo>
                  <a:pt x="29" y="24"/>
                </a:lnTo>
                <a:lnTo>
                  <a:pt x="29" y="0"/>
                </a:lnTo>
                <a:lnTo>
                  <a:pt x="11" y="1"/>
                </a:lnTo>
                <a:lnTo>
                  <a:pt x="14" y="19"/>
                </a:lnTo>
                <a:lnTo>
                  <a:pt x="15" y="30"/>
                </a:lnTo>
                <a:lnTo>
                  <a:pt x="0" y="4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3" name="Freeform 850">
            <a:extLst>
              <a:ext uri="{FF2B5EF4-FFF2-40B4-BE49-F238E27FC236}">
                <a16:creationId xmlns:a16="http://schemas.microsoft.com/office/drawing/2014/main" id="{BAFEA5D4-39C2-9613-4732-CC6034005E10}"/>
              </a:ext>
            </a:extLst>
          </p:cNvPr>
          <p:cNvSpPr>
            <a:spLocks/>
          </p:cNvSpPr>
          <p:nvPr/>
        </p:nvSpPr>
        <p:spPr bwMode="auto">
          <a:xfrm>
            <a:off x="4049391" y="5199133"/>
            <a:ext cx="34328" cy="79049"/>
          </a:xfrm>
          <a:custGeom>
            <a:avLst/>
            <a:gdLst>
              <a:gd name="T0" fmla="*/ 0 w 30"/>
              <a:gd name="T1" fmla="*/ 0 h 71"/>
              <a:gd name="T2" fmla="*/ 0 w 30"/>
              <a:gd name="T3" fmla="*/ 0 h 71"/>
              <a:gd name="T4" fmla="*/ 15 w 30"/>
              <a:gd name="T5" fmla="*/ 4 h 71"/>
              <a:gd name="T6" fmla="*/ 29 w 30"/>
              <a:gd name="T7" fmla="*/ 67 h 71"/>
              <a:gd name="T8" fmla="*/ 19 w 30"/>
              <a:gd name="T9" fmla="*/ 70 h 71"/>
              <a:gd name="T10" fmla="*/ 0 w 30"/>
              <a:gd name="T11" fmla="*/ 0 h 71"/>
              <a:gd name="T12" fmla="*/ 0 w 30"/>
              <a:gd name="T13" fmla="*/ 0 h 71"/>
              <a:gd name="T14" fmla="*/ 0 60000 65536"/>
              <a:gd name="T15" fmla="*/ 0 60000 65536"/>
              <a:gd name="T16" fmla="*/ 0 60000 65536"/>
              <a:gd name="T17" fmla="*/ 0 60000 65536"/>
              <a:gd name="T18" fmla="*/ 0 60000 65536"/>
              <a:gd name="T19" fmla="*/ 0 60000 65536"/>
              <a:gd name="T20" fmla="*/ 0 60000 65536"/>
              <a:gd name="T21" fmla="*/ 0 w 30"/>
              <a:gd name="T22" fmla="*/ 0 h 71"/>
              <a:gd name="T23" fmla="*/ 30 w 30"/>
              <a:gd name="T24" fmla="*/ 71 h 7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 h="71">
                <a:moveTo>
                  <a:pt x="0" y="0"/>
                </a:moveTo>
                <a:lnTo>
                  <a:pt x="0" y="0"/>
                </a:lnTo>
                <a:lnTo>
                  <a:pt x="15" y="4"/>
                </a:lnTo>
                <a:lnTo>
                  <a:pt x="29" y="67"/>
                </a:lnTo>
                <a:lnTo>
                  <a:pt x="19" y="70"/>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4" name="Freeform 851">
            <a:extLst>
              <a:ext uri="{FF2B5EF4-FFF2-40B4-BE49-F238E27FC236}">
                <a16:creationId xmlns:a16="http://schemas.microsoft.com/office/drawing/2014/main" id="{0B80EB94-192C-ECCE-AB4A-2E11B11B95A9}"/>
              </a:ext>
            </a:extLst>
          </p:cNvPr>
          <p:cNvSpPr>
            <a:spLocks/>
          </p:cNvSpPr>
          <p:nvPr/>
        </p:nvSpPr>
        <p:spPr bwMode="auto">
          <a:xfrm>
            <a:off x="4516248" y="5308243"/>
            <a:ext cx="84675" cy="81276"/>
          </a:xfrm>
          <a:custGeom>
            <a:avLst/>
            <a:gdLst>
              <a:gd name="T0" fmla="*/ 0 w 74"/>
              <a:gd name="T1" fmla="*/ 72 h 73"/>
              <a:gd name="T2" fmla="*/ 0 w 74"/>
              <a:gd name="T3" fmla="*/ 72 h 73"/>
              <a:gd name="T4" fmla="*/ 11 w 74"/>
              <a:gd name="T5" fmla="*/ 68 h 73"/>
              <a:gd name="T6" fmla="*/ 29 w 74"/>
              <a:gd name="T7" fmla="*/ 67 h 73"/>
              <a:gd name="T8" fmla="*/ 29 w 74"/>
              <a:gd name="T9" fmla="*/ 57 h 73"/>
              <a:gd name="T10" fmla="*/ 58 w 74"/>
              <a:gd name="T11" fmla="*/ 51 h 73"/>
              <a:gd name="T12" fmla="*/ 73 w 74"/>
              <a:gd name="T13" fmla="*/ 26 h 73"/>
              <a:gd name="T14" fmla="*/ 58 w 74"/>
              <a:gd name="T15" fmla="*/ 0 h 73"/>
              <a:gd name="T16" fmla="*/ 16 w 74"/>
              <a:gd name="T17" fmla="*/ 5 h 73"/>
              <a:gd name="T18" fmla="*/ 21 w 74"/>
              <a:gd name="T19" fmla="*/ 24 h 73"/>
              <a:gd name="T20" fmla="*/ 12 w 74"/>
              <a:gd name="T21" fmla="*/ 37 h 73"/>
              <a:gd name="T22" fmla="*/ 0 w 74"/>
              <a:gd name="T23" fmla="*/ 72 h 73"/>
              <a:gd name="T24" fmla="*/ 0 w 74"/>
              <a:gd name="T25" fmla="*/ 72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4"/>
              <a:gd name="T40" fmla="*/ 0 h 73"/>
              <a:gd name="T41" fmla="*/ 74 w 74"/>
              <a:gd name="T42" fmla="*/ 73 h 7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4" h="73">
                <a:moveTo>
                  <a:pt x="0" y="72"/>
                </a:moveTo>
                <a:lnTo>
                  <a:pt x="0" y="72"/>
                </a:lnTo>
                <a:lnTo>
                  <a:pt x="11" y="68"/>
                </a:lnTo>
                <a:lnTo>
                  <a:pt x="29" y="67"/>
                </a:lnTo>
                <a:lnTo>
                  <a:pt x="29" y="57"/>
                </a:lnTo>
                <a:lnTo>
                  <a:pt x="58" y="51"/>
                </a:lnTo>
                <a:lnTo>
                  <a:pt x="73" y="26"/>
                </a:lnTo>
                <a:lnTo>
                  <a:pt x="58" y="0"/>
                </a:lnTo>
                <a:lnTo>
                  <a:pt x="16" y="5"/>
                </a:lnTo>
                <a:lnTo>
                  <a:pt x="21" y="24"/>
                </a:lnTo>
                <a:lnTo>
                  <a:pt x="12" y="37"/>
                </a:lnTo>
                <a:lnTo>
                  <a:pt x="0" y="7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5" name="Freeform 852">
            <a:extLst>
              <a:ext uri="{FF2B5EF4-FFF2-40B4-BE49-F238E27FC236}">
                <a16:creationId xmlns:a16="http://schemas.microsoft.com/office/drawing/2014/main" id="{5FDE5548-5988-E0D2-5535-BFE10AD0D4C8}"/>
              </a:ext>
            </a:extLst>
          </p:cNvPr>
          <p:cNvSpPr>
            <a:spLocks/>
          </p:cNvSpPr>
          <p:nvPr/>
        </p:nvSpPr>
        <p:spPr bwMode="auto">
          <a:xfrm>
            <a:off x="4435006" y="4875142"/>
            <a:ext cx="176215" cy="160325"/>
          </a:xfrm>
          <a:custGeom>
            <a:avLst/>
            <a:gdLst>
              <a:gd name="T0" fmla="*/ 0 w 154"/>
              <a:gd name="T1" fmla="*/ 24 h 144"/>
              <a:gd name="T2" fmla="*/ 0 w 154"/>
              <a:gd name="T3" fmla="*/ 24 h 144"/>
              <a:gd name="T4" fmla="*/ 6 w 154"/>
              <a:gd name="T5" fmla="*/ 140 h 144"/>
              <a:gd name="T6" fmla="*/ 129 w 154"/>
              <a:gd name="T7" fmla="*/ 143 h 144"/>
              <a:gd name="T8" fmla="*/ 150 w 154"/>
              <a:gd name="T9" fmla="*/ 125 h 144"/>
              <a:gd name="T10" fmla="*/ 153 w 154"/>
              <a:gd name="T11" fmla="*/ 113 h 144"/>
              <a:gd name="T12" fmla="*/ 107 w 154"/>
              <a:gd name="T13" fmla="*/ 30 h 144"/>
              <a:gd name="T14" fmla="*/ 129 w 154"/>
              <a:gd name="T15" fmla="*/ 57 h 144"/>
              <a:gd name="T16" fmla="*/ 140 w 154"/>
              <a:gd name="T17" fmla="*/ 34 h 144"/>
              <a:gd name="T18" fmla="*/ 129 w 154"/>
              <a:gd name="T19" fmla="*/ 5 h 144"/>
              <a:gd name="T20" fmla="*/ 100 w 154"/>
              <a:gd name="T21" fmla="*/ 10 h 144"/>
              <a:gd name="T22" fmla="*/ 100 w 154"/>
              <a:gd name="T23" fmla="*/ 2 h 144"/>
              <a:gd name="T24" fmla="*/ 85 w 154"/>
              <a:gd name="T25" fmla="*/ 2 h 144"/>
              <a:gd name="T26" fmla="*/ 59 w 154"/>
              <a:gd name="T27" fmla="*/ 12 h 144"/>
              <a:gd name="T28" fmla="*/ 6 w 154"/>
              <a:gd name="T29" fmla="*/ 0 h 144"/>
              <a:gd name="T30" fmla="*/ 0 w 154"/>
              <a:gd name="T31" fmla="*/ 24 h 144"/>
              <a:gd name="T32" fmla="*/ 0 w 154"/>
              <a:gd name="T33" fmla="*/ 24 h 14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4"/>
              <a:gd name="T52" fmla="*/ 0 h 144"/>
              <a:gd name="T53" fmla="*/ 154 w 154"/>
              <a:gd name="T54" fmla="*/ 144 h 14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4" h="144">
                <a:moveTo>
                  <a:pt x="0" y="24"/>
                </a:moveTo>
                <a:lnTo>
                  <a:pt x="0" y="24"/>
                </a:lnTo>
                <a:lnTo>
                  <a:pt x="6" y="140"/>
                </a:lnTo>
                <a:lnTo>
                  <a:pt x="129" y="143"/>
                </a:lnTo>
                <a:lnTo>
                  <a:pt x="150" y="125"/>
                </a:lnTo>
                <a:lnTo>
                  <a:pt x="153" y="113"/>
                </a:lnTo>
                <a:lnTo>
                  <a:pt x="107" y="30"/>
                </a:lnTo>
                <a:lnTo>
                  <a:pt x="129" y="57"/>
                </a:lnTo>
                <a:lnTo>
                  <a:pt x="140" y="34"/>
                </a:lnTo>
                <a:lnTo>
                  <a:pt x="129" y="5"/>
                </a:lnTo>
                <a:lnTo>
                  <a:pt x="100" y="10"/>
                </a:lnTo>
                <a:lnTo>
                  <a:pt x="100" y="2"/>
                </a:lnTo>
                <a:lnTo>
                  <a:pt x="85" y="2"/>
                </a:lnTo>
                <a:lnTo>
                  <a:pt x="59" y="12"/>
                </a:lnTo>
                <a:lnTo>
                  <a:pt x="6" y="0"/>
                </a:lnTo>
                <a:lnTo>
                  <a:pt x="0" y="2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6" name="Freeform 853">
            <a:extLst>
              <a:ext uri="{FF2B5EF4-FFF2-40B4-BE49-F238E27FC236}">
                <a16:creationId xmlns:a16="http://schemas.microsoft.com/office/drawing/2014/main" id="{34177691-D0FC-50C2-9C16-8B6C1C4DBE46}"/>
              </a:ext>
            </a:extLst>
          </p:cNvPr>
          <p:cNvSpPr>
            <a:spLocks/>
          </p:cNvSpPr>
          <p:nvPr/>
        </p:nvSpPr>
        <p:spPr bwMode="auto">
          <a:xfrm>
            <a:off x="3971582" y="5141237"/>
            <a:ext cx="117858" cy="84616"/>
          </a:xfrm>
          <a:custGeom>
            <a:avLst/>
            <a:gdLst>
              <a:gd name="T0" fmla="*/ 0 w 103"/>
              <a:gd name="T1" fmla="*/ 63 h 76"/>
              <a:gd name="T2" fmla="*/ 0 w 103"/>
              <a:gd name="T3" fmla="*/ 63 h 76"/>
              <a:gd name="T4" fmla="*/ 7 w 103"/>
              <a:gd name="T5" fmla="*/ 72 h 76"/>
              <a:gd name="T6" fmla="*/ 34 w 103"/>
              <a:gd name="T7" fmla="*/ 75 h 76"/>
              <a:gd name="T8" fmla="*/ 32 w 103"/>
              <a:gd name="T9" fmla="*/ 56 h 76"/>
              <a:gd name="T10" fmla="*/ 68 w 103"/>
              <a:gd name="T11" fmla="*/ 52 h 76"/>
              <a:gd name="T12" fmla="*/ 83 w 103"/>
              <a:gd name="T13" fmla="*/ 56 h 76"/>
              <a:gd name="T14" fmla="*/ 102 w 103"/>
              <a:gd name="T15" fmla="*/ 42 h 76"/>
              <a:gd name="T16" fmla="*/ 76 w 103"/>
              <a:gd name="T17" fmla="*/ 13 h 76"/>
              <a:gd name="T18" fmla="*/ 73 w 103"/>
              <a:gd name="T19" fmla="*/ 0 h 76"/>
              <a:gd name="T20" fmla="*/ 17 w 103"/>
              <a:gd name="T21" fmla="*/ 24 h 76"/>
              <a:gd name="T22" fmla="*/ 0 w 103"/>
              <a:gd name="T23" fmla="*/ 63 h 76"/>
              <a:gd name="T24" fmla="*/ 0 w 103"/>
              <a:gd name="T25" fmla="*/ 63 h 7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
              <a:gd name="T40" fmla="*/ 0 h 76"/>
              <a:gd name="T41" fmla="*/ 103 w 103"/>
              <a:gd name="T42" fmla="*/ 76 h 7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 h="76">
                <a:moveTo>
                  <a:pt x="0" y="63"/>
                </a:moveTo>
                <a:lnTo>
                  <a:pt x="0" y="63"/>
                </a:lnTo>
                <a:lnTo>
                  <a:pt x="7" y="72"/>
                </a:lnTo>
                <a:lnTo>
                  <a:pt x="34" y="75"/>
                </a:lnTo>
                <a:lnTo>
                  <a:pt x="32" y="56"/>
                </a:lnTo>
                <a:lnTo>
                  <a:pt x="68" y="52"/>
                </a:lnTo>
                <a:lnTo>
                  <a:pt x="83" y="56"/>
                </a:lnTo>
                <a:lnTo>
                  <a:pt x="102" y="42"/>
                </a:lnTo>
                <a:lnTo>
                  <a:pt x="76" y="13"/>
                </a:lnTo>
                <a:lnTo>
                  <a:pt x="73" y="0"/>
                </a:lnTo>
                <a:lnTo>
                  <a:pt x="17" y="24"/>
                </a:lnTo>
                <a:lnTo>
                  <a:pt x="0" y="6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7" name="Freeform 854">
            <a:extLst>
              <a:ext uri="{FF2B5EF4-FFF2-40B4-BE49-F238E27FC236}">
                <a16:creationId xmlns:a16="http://schemas.microsoft.com/office/drawing/2014/main" id="{61FDF46B-8AFC-BE4A-481D-06BC8B0D08AA}"/>
              </a:ext>
            </a:extLst>
          </p:cNvPr>
          <p:cNvSpPr>
            <a:spLocks/>
          </p:cNvSpPr>
          <p:nvPr/>
        </p:nvSpPr>
        <p:spPr bwMode="auto">
          <a:xfrm>
            <a:off x="4394957" y="5491948"/>
            <a:ext cx="185370" cy="149191"/>
          </a:xfrm>
          <a:custGeom>
            <a:avLst/>
            <a:gdLst>
              <a:gd name="T0" fmla="*/ 0 w 162"/>
              <a:gd name="T1" fmla="*/ 65 h 134"/>
              <a:gd name="T2" fmla="*/ 0 w 162"/>
              <a:gd name="T3" fmla="*/ 65 h 134"/>
              <a:gd name="T4" fmla="*/ 0 w 162"/>
              <a:gd name="T5" fmla="*/ 116 h 134"/>
              <a:gd name="T6" fmla="*/ 17 w 162"/>
              <a:gd name="T7" fmla="*/ 129 h 134"/>
              <a:gd name="T8" fmla="*/ 43 w 162"/>
              <a:gd name="T9" fmla="*/ 132 h 134"/>
              <a:gd name="T10" fmla="*/ 67 w 162"/>
              <a:gd name="T11" fmla="*/ 133 h 134"/>
              <a:gd name="T12" fmla="*/ 91 w 162"/>
              <a:gd name="T13" fmla="*/ 115 h 134"/>
              <a:gd name="T14" fmla="*/ 92 w 162"/>
              <a:gd name="T15" fmla="*/ 107 h 134"/>
              <a:gd name="T16" fmla="*/ 113 w 162"/>
              <a:gd name="T17" fmla="*/ 102 h 134"/>
              <a:gd name="T18" fmla="*/ 109 w 162"/>
              <a:gd name="T19" fmla="*/ 95 h 134"/>
              <a:gd name="T20" fmla="*/ 153 w 162"/>
              <a:gd name="T21" fmla="*/ 81 h 134"/>
              <a:gd name="T22" fmla="*/ 147 w 162"/>
              <a:gd name="T23" fmla="*/ 75 h 134"/>
              <a:gd name="T24" fmla="*/ 161 w 162"/>
              <a:gd name="T25" fmla="*/ 34 h 134"/>
              <a:gd name="T26" fmla="*/ 150 w 162"/>
              <a:gd name="T27" fmla="*/ 17 h 134"/>
              <a:gd name="T28" fmla="*/ 125 w 162"/>
              <a:gd name="T29" fmla="*/ 5 h 134"/>
              <a:gd name="T30" fmla="*/ 118 w 162"/>
              <a:gd name="T31" fmla="*/ 0 h 134"/>
              <a:gd name="T32" fmla="*/ 93 w 162"/>
              <a:gd name="T33" fmla="*/ 12 h 134"/>
              <a:gd name="T34" fmla="*/ 90 w 162"/>
              <a:gd name="T35" fmla="*/ 48 h 134"/>
              <a:gd name="T36" fmla="*/ 106 w 162"/>
              <a:gd name="T37" fmla="*/ 55 h 134"/>
              <a:gd name="T38" fmla="*/ 106 w 162"/>
              <a:gd name="T39" fmla="*/ 69 h 134"/>
              <a:gd name="T40" fmla="*/ 28 w 162"/>
              <a:gd name="T41" fmla="*/ 37 h 134"/>
              <a:gd name="T42" fmla="*/ 31 w 162"/>
              <a:gd name="T43" fmla="*/ 65 h 134"/>
              <a:gd name="T44" fmla="*/ 0 w 162"/>
              <a:gd name="T45" fmla="*/ 65 h 134"/>
              <a:gd name="T46" fmla="*/ 0 w 162"/>
              <a:gd name="T47" fmla="*/ 65 h 13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62"/>
              <a:gd name="T73" fmla="*/ 0 h 134"/>
              <a:gd name="T74" fmla="*/ 162 w 162"/>
              <a:gd name="T75" fmla="*/ 134 h 134"/>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62" h="134">
                <a:moveTo>
                  <a:pt x="0" y="65"/>
                </a:moveTo>
                <a:lnTo>
                  <a:pt x="0" y="65"/>
                </a:lnTo>
                <a:lnTo>
                  <a:pt x="0" y="116"/>
                </a:lnTo>
                <a:lnTo>
                  <a:pt x="17" y="129"/>
                </a:lnTo>
                <a:lnTo>
                  <a:pt x="43" y="132"/>
                </a:lnTo>
                <a:lnTo>
                  <a:pt x="67" y="133"/>
                </a:lnTo>
                <a:lnTo>
                  <a:pt x="91" y="115"/>
                </a:lnTo>
                <a:lnTo>
                  <a:pt x="92" y="107"/>
                </a:lnTo>
                <a:lnTo>
                  <a:pt x="113" y="102"/>
                </a:lnTo>
                <a:lnTo>
                  <a:pt x="109" y="95"/>
                </a:lnTo>
                <a:lnTo>
                  <a:pt x="153" y="81"/>
                </a:lnTo>
                <a:lnTo>
                  <a:pt x="147" y="75"/>
                </a:lnTo>
                <a:lnTo>
                  <a:pt x="161" y="34"/>
                </a:lnTo>
                <a:lnTo>
                  <a:pt x="150" y="17"/>
                </a:lnTo>
                <a:lnTo>
                  <a:pt x="125" y="5"/>
                </a:lnTo>
                <a:lnTo>
                  <a:pt x="118" y="0"/>
                </a:lnTo>
                <a:lnTo>
                  <a:pt x="93" y="12"/>
                </a:lnTo>
                <a:lnTo>
                  <a:pt x="90" y="48"/>
                </a:lnTo>
                <a:lnTo>
                  <a:pt x="106" y="55"/>
                </a:lnTo>
                <a:lnTo>
                  <a:pt x="106" y="69"/>
                </a:lnTo>
                <a:lnTo>
                  <a:pt x="28" y="37"/>
                </a:lnTo>
                <a:lnTo>
                  <a:pt x="31" y="65"/>
                </a:lnTo>
                <a:lnTo>
                  <a:pt x="0" y="6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8" name="Freeform 855">
            <a:extLst>
              <a:ext uri="{FF2B5EF4-FFF2-40B4-BE49-F238E27FC236}">
                <a16:creationId xmlns:a16="http://schemas.microsoft.com/office/drawing/2014/main" id="{F1880FDC-379D-F69A-2653-24A42BA7806C}"/>
              </a:ext>
            </a:extLst>
          </p:cNvPr>
          <p:cNvSpPr>
            <a:spLocks/>
          </p:cNvSpPr>
          <p:nvPr/>
        </p:nvSpPr>
        <p:spPr bwMode="auto">
          <a:xfrm>
            <a:off x="4309138" y="5707942"/>
            <a:ext cx="256314" cy="200407"/>
          </a:xfrm>
          <a:custGeom>
            <a:avLst/>
            <a:gdLst>
              <a:gd name="T0" fmla="*/ 0 w 224"/>
              <a:gd name="T1" fmla="*/ 94 h 180"/>
              <a:gd name="T2" fmla="*/ 0 w 224"/>
              <a:gd name="T3" fmla="*/ 94 h 180"/>
              <a:gd name="T4" fmla="*/ 8 w 224"/>
              <a:gd name="T5" fmla="*/ 88 h 180"/>
              <a:gd name="T6" fmla="*/ 17 w 224"/>
              <a:gd name="T7" fmla="*/ 100 h 180"/>
              <a:gd name="T8" fmla="*/ 35 w 224"/>
              <a:gd name="T9" fmla="*/ 100 h 180"/>
              <a:gd name="T10" fmla="*/ 47 w 224"/>
              <a:gd name="T11" fmla="*/ 91 h 180"/>
              <a:gd name="T12" fmla="*/ 47 w 224"/>
              <a:gd name="T13" fmla="*/ 36 h 180"/>
              <a:gd name="T14" fmla="*/ 58 w 224"/>
              <a:gd name="T15" fmla="*/ 50 h 180"/>
              <a:gd name="T16" fmla="*/ 58 w 224"/>
              <a:gd name="T17" fmla="*/ 65 h 180"/>
              <a:gd name="T18" fmla="*/ 77 w 224"/>
              <a:gd name="T19" fmla="*/ 64 h 180"/>
              <a:gd name="T20" fmla="*/ 93 w 224"/>
              <a:gd name="T21" fmla="*/ 47 h 180"/>
              <a:gd name="T22" fmla="*/ 123 w 224"/>
              <a:gd name="T23" fmla="*/ 47 h 180"/>
              <a:gd name="T24" fmla="*/ 174 w 224"/>
              <a:gd name="T25" fmla="*/ 0 h 180"/>
              <a:gd name="T26" fmla="*/ 205 w 224"/>
              <a:gd name="T27" fmla="*/ 6 h 180"/>
              <a:gd name="T28" fmla="*/ 210 w 224"/>
              <a:gd name="T29" fmla="*/ 51 h 180"/>
              <a:gd name="T30" fmla="*/ 196 w 224"/>
              <a:gd name="T31" fmla="*/ 63 h 180"/>
              <a:gd name="T32" fmla="*/ 205 w 224"/>
              <a:gd name="T33" fmla="*/ 73 h 180"/>
              <a:gd name="T34" fmla="*/ 212 w 224"/>
              <a:gd name="T35" fmla="*/ 65 h 180"/>
              <a:gd name="T36" fmla="*/ 223 w 224"/>
              <a:gd name="T37" fmla="*/ 65 h 180"/>
              <a:gd name="T38" fmla="*/ 217 w 224"/>
              <a:gd name="T39" fmla="*/ 91 h 180"/>
              <a:gd name="T40" fmla="*/ 184 w 224"/>
              <a:gd name="T41" fmla="*/ 132 h 180"/>
              <a:gd name="T42" fmla="*/ 144 w 224"/>
              <a:gd name="T43" fmla="*/ 167 h 180"/>
              <a:gd name="T44" fmla="*/ 114 w 224"/>
              <a:gd name="T45" fmla="*/ 178 h 180"/>
              <a:gd name="T46" fmla="*/ 26 w 224"/>
              <a:gd name="T47" fmla="*/ 179 h 180"/>
              <a:gd name="T48" fmla="*/ 19 w 224"/>
              <a:gd name="T49" fmla="*/ 159 h 180"/>
              <a:gd name="T50" fmla="*/ 22 w 224"/>
              <a:gd name="T51" fmla="*/ 143 h 180"/>
              <a:gd name="T52" fmla="*/ 0 w 224"/>
              <a:gd name="T53" fmla="*/ 94 h 180"/>
              <a:gd name="T54" fmla="*/ 0 w 224"/>
              <a:gd name="T55" fmla="*/ 94 h 18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24"/>
              <a:gd name="T85" fmla="*/ 0 h 180"/>
              <a:gd name="T86" fmla="*/ 224 w 224"/>
              <a:gd name="T87" fmla="*/ 180 h 18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24" h="180">
                <a:moveTo>
                  <a:pt x="0" y="94"/>
                </a:moveTo>
                <a:lnTo>
                  <a:pt x="0" y="94"/>
                </a:lnTo>
                <a:lnTo>
                  <a:pt x="8" y="88"/>
                </a:lnTo>
                <a:lnTo>
                  <a:pt x="17" y="100"/>
                </a:lnTo>
                <a:lnTo>
                  <a:pt x="35" y="100"/>
                </a:lnTo>
                <a:lnTo>
                  <a:pt x="47" y="91"/>
                </a:lnTo>
                <a:lnTo>
                  <a:pt x="47" y="36"/>
                </a:lnTo>
                <a:lnTo>
                  <a:pt x="58" y="50"/>
                </a:lnTo>
                <a:lnTo>
                  <a:pt x="58" y="65"/>
                </a:lnTo>
                <a:lnTo>
                  <a:pt x="77" y="64"/>
                </a:lnTo>
                <a:lnTo>
                  <a:pt x="93" y="47"/>
                </a:lnTo>
                <a:lnTo>
                  <a:pt x="123" y="47"/>
                </a:lnTo>
                <a:lnTo>
                  <a:pt x="174" y="0"/>
                </a:lnTo>
                <a:lnTo>
                  <a:pt x="205" y="6"/>
                </a:lnTo>
                <a:lnTo>
                  <a:pt x="210" y="51"/>
                </a:lnTo>
                <a:lnTo>
                  <a:pt x="196" y="63"/>
                </a:lnTo>
                <a:lnTo>
                  <a:pt x="205" y="73"/>
                </a:lnTo>
                <a:lnTo>
                  <a:pt x="212" y="65"/>
                </a:lnTo>
                <a:lnTo>
                  <a:pt x="223" y="65"/>
                </a:lnTo>
                <a:lnTo>
                  <a:pt x="217" y="91"/>
                </a:lnTo>
                <a:lnTo>
                  <a:pt x="184" y="132"/>
                </a:lnTo>
                <a:lnTo>
                  <a:pt x="144" y="167"/>
                </a:lnTo>
                <a:lnTo>
                  <a:pt x="114" y="178"/>
                </a:lnTo>
                <a:lnTo>
                  <a:pt x="26" y="179"/>
                </a:lnTo>
                <a:lnTo>
                  <a:pt x="19" y="159"/>
                </a:lnTo>
                <a:lnTo>
                  <a:pt x="22" y="143"/>
                </a:lnTo>
                <a:lnTo>
                  <a:pt x="0" y="9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9" name="Freeform 856">
            <a:extLst>
              <a:ext uri="{FF2B5EF4-FFF2-40B4-BE49-F238E27FC236}">
                <a16:creationId xmlns:a16="http://schemas.microsoft.com/office/drawing/2014/main" id="{F53A971C-4AED-F01E-CCC9-3E6E39E0E790}"/>
              </a:ext>
            </a:extLst>
          </p:cNvPr>
          <p:cNvSpPr>
            <a:spLocks/>
          </p:cNvSpPr>
          <p:nvPr/>
        </p:nvSpPr>
        <p:spPr bwMode="auto">
          <a:xfrm>
            <a:off x="4473910" y="5814826"/>
            <a:ext cx="36616" cy="36741"/>
          </a:xfrm>
          <a:custGeom>
            <a:avLst/>
            <a:gdLst>
              <a:gd name="T0" fmla="*/ 0 w 32"/>
              <a:gd name="T1" fmla="*/ 16 h 33"/>
              <a:gd name="T2" fmla="*/ 0 w 32"/>
              <a:gd name="T3" fmla="*/ 16 h 33"/>
              <a:gd name="T4" fmla="*/ 11 w 32"/>
              <a:gd name="T5" fmla="*/ 32 h 33"/>
              <a:gd name="T6" fmla="*/ 31 w 32"/>
              <a:gd name="T7" fmla="*/ 16 h 33"/>
              <a:gd name="T8" fmla="*/ 22 w 32"/>
              <a:gd name="T9" fmla="*/ 0 h 33"/>
              <a:gd name="T10" fmla="*/ 0 w 32"/>
              <a:gd name="T11" fmla="*/ 16 h 33"/>
              <a:gd name="T12" fmla="*/ 0 w 32"/>
              <a:gd name="T13" fmla="*/ 16 h 33"/>
              <a:gd name="T14" fmla="*/ 0 60000 65536"/>
              <a:gd name="T15" fmla="*/ 0 60000 65536"/>
              <a:gd name="T16" fmla="*/ 0 60000 65536"/>
              <a:gd name="T17" fmla="*/ 0 60000 65536"/>
              <a:gd name="T18" fmla="*/ 0 60000 65536"/>
              <a:gd name="T19" fmla="*/ 0 60000 65536"/>
              <a:gd name="T20" fmla="*/ 0 60000 65536"/>
              <a:gd name="T21" fmla="*/ 0 w 32"/>
              <a:gd name="T22" fmla="*/ 0 h 33"/>
              <a:gd name="T23" fmla="*/ 32 w 32"/>
              <a:gd name="T24" fmla="*/ 33 h 3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33">
                <a:moveTo>
                  <a:pt x="0" y="16"/>
                </a:moveTo>
                <a:lnTo>
                  <a:pt x="0" y="16"/>
                </a:lnTo>
                <a:lnTo>
                  <a:pt x="11" y="32"/>
                </a:lnTo>
                <a:lnTo>
                  <a:pt x="31" y="16"/>
                </a:lnTo>
                <a:lnTo>
                  <a:pt x="22" y="0"/>
                </a:lnTo>
                <a:lnTo>
                  <a:pt x="0" y="1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0" name="Freeform 857">
            <a:extLst>
              <a:ext uri="{FF2B5EF4-FFF2-40B4-BE49-F238E27FC236}">
                <a16:creationId xmlns:a16="http://schemas.microsoft.com/office/drawing/2014/main" id="{9C833643-6B7C-0DB5-ED1F-B5CBA19EE974}"/>
              </a:ext>
            </a:extLst>
          </p:cNvPr>
          <p:cNvSpPr>
            <a:spLocks/>
          </p:cNvSpPr>
          <p:nvPr/>
        </p:nvSpPr>
        <p:spPr bwMode="auto">
          <a:xfrm>
            <a:off x="4190135" y="4825041"/>
            <a:ext cx="49203" cy="30061"/>
          </a:xfrm>
          <a:custGeom>
            <a:avLst/>
            <a:gdLst>
              <a:gd name="T0" fmla="*/ 2 w 43"/>
              <a:gd name="T1" fmla="*/ 25 h 27"/>
              <a:gd name="T2" fmla="*/ 11 w 43"/>
              <a:gd name="T3" fmla="*/ 26 h 27"/>
              <a:gd name="T4" fmla="*/ 15 w 43"/>
              <a:gd name="T5" fmla="*/ 25 h 27"/>
              <a:gd name="T6" fmla="*/ 20 w 43"/>
              <a:gd name="T7" fmla="*/ 22 h 27"/>
              <a:gd name="T8" fmla="*/ 29 w 43"/>
              <a:gd name="T9" fmla="*/ 20 h 27"/>
              <a:gd name="T10" fmla="*/ 37 w 43"/>
              <a:gd name="T11" fmla="*/ 18 h 27"/>
              <a:gd name="T12" fmla="*/ 40 w 43"/>
              <a:gd name="T13" fmla="*/ 11 h 27"/>
              <a:gd name="T14" fmla="*/ 42 w 43"/>
              <a:gd name="T15" fmla="*/ 7 h 27"/>
              <a:gd name="T16" fmla="*/ 33 w 43"/>
              <a:gd name="T17" fmla="*/ 0 h 27"/>
              <a:gd name="T18" fmla="*/ 0 w 43"/>
              <a:gd name="T19" fmla="*/ 7 h 27"/>
              <a:gd name="T20" fmla="*/ 0 w 43"/>
              <a:gd name="T21" fmla="*/ 25 h 27"/>
              <a:gd name="T22" fmla="*/ 2 w 43"/>
              <a:gd name="T23" fmla="*/ 25 h 27"/>
              <a:gd name="T24" fmla="*/ 2 w 43"/>
              <a:gd name="T25" fmla="*/ 25 h 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3"/>
              <a:gd name="T40" fmla="*/ 0 h 27"/>
              <a:gd name="T41" fmla="*/ 43 w 43"/>
              <a:gd name="T42" fmla="*/ 27 h 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3" h="27">
                <a:moveTo>
                  <a:pt x="2" y="25"/>
                </a:moveTo>
                <a:lnTo>
                  <a:pt x="11" y="26"/>
                </a:lnTo>
                <a:lnTo>
                  <a:pt x="15" y="25"/>
                </a:lnTo>
                <a:lnTo>
                  <a:pt x="20" y="22"/>
                </a:lnTo>
                <a:lnTo>
                  <a:pt x="29" y="20"/>
                </a:lnTo>
                <a:lnTo>
                  <a:pt x="37" y="18"/>
                </a:lnTo>
                <a:lnTo>
                  <a:pt x="40" y="11"/>
                </a:lnTo>
                <a:lnTo>
                  <a:pt x="42" y="7"/>
                </a:lnTo>
                <a:lnTo>
                  <a:pt x="33" y="0"/>
                </a:lnTo>
                <a:lnTo>
                  <a:pt x="0" y="7"/>
                </a:lnTo>
                <a:lnTo>
                  <a:pt x="0" y="25"/>
                </a:lnTo>
                <a:lnTo>
                  <a:pt x="2"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1" name="Freeform 858">
            <a:extLst>
              <a:ext uri="{FF2B5EF4-FFF2-40B4-BE49-F238E27FC236}">
                <a16:creationId xmlns:a16="http://schemas.microsoft.com/office/drawing/2014/main" id="{B11A021E-269F-6E7A-78C7-5F5FC1886926}"/>
              </a:ext>
            </a:extLst>
          </p:cNvPr>
          <p:cNvSpPr>
            <a:spLocks/>
          </p:cNvSpPr>
          <p:nvPr/>
        </p:nvSpPr>
        <p:spPr bwMode="auto">
          <a:xfrm>
            <a:off x="4167250" y="4783846"/>
            <a:ext cx="62934" cy="114677"/>
          </a:xfrm>
          <a:custGeom>
            <a:avLst/>
            <a:gdLst>
              <a:gd name="T0" fmla="*/ 0 w 55"/>
              <a:gd name="T1" fmla="*/ 47 h 103"/>
              <a:gd name="T2" fmla="*/ 0 w 55"/>
              <a:gd name="T3" fmla="*/ 47 h 103"/>
              <a:gd name="T4" fmla="*/ 12 w 55"/>
              <a:gd name="T5" fmla="*/ 38 h 103"/>
              <a:gd name="T6" fmla="*/ 18 w 55"/>
              <a:gd name="T7" fmla="*/ 1 h 103"/>
              <a:gd name="T8" fmla="*/ 51 w 55"/>
              <a:gd name="T9" fmla="*/ 0 h 103"/>
              <a:gd name="T10" fmla="*/ 42 w 55"/>
              <a:gd name="T11" fmla="*/ 12 h 103"/>
              <a:gd name="T12" fmla="*/ 52 w 55"/>
              <a:gd name="T13" fmla="*/ 28 h 103"/>
              <a:gd name="T14" fmla="*/ 33 w 55"/>
              <a:gd name="T15" fmla="*/ 47 h 103"/>
              <a:gd name="T16" fmla="*/ 54 w 55"/>
              <a:gd name="T17" fmla="*/ 60 h 103"/>
              <a:gd name="T18" fmla="*/ 27 w 55"/>
              <a:gd name="T19" fmla="*/ 102 h 103"/>
              <a:gd name="T20" fmla="*/ 23 w 55"/>
              <a:gd name="T21" fmla="*/ 75 h 103"/>
              <a:gd name="T22" fmla="*/ 0 w 55"/>
              <a:gd name="T23" fmla="*/ 47 h 103"/>
              <a:gd name="T24" fmla="*/ 0 w 55"/>
              <a:gd name="T25" fmla="*/ 47 h 10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
              <a:gd name="T40" fmla="*/ 0 h 103"/>
              <a:gd name="T41" fmla="*/ 55 w 55"/>
              <a:gd name="T42" fmla="*/ 103 h 10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 h="103">
                <a:moveTo>
                  <a:pt x="0" y="47"/>
                </a:moveTo>
                <a:lnTo>
                  <a:pt x="0" y="47"/>
                </a:lnTo>
                <a:lnTo>
                  <a:pt x="12" y="38"/>
                </a:lnTo>
                <a:lnTo>
                  <a:pt x="18" y="1"/>
                </a:lnTo>
                <a:lnTo>
                  <a:pt x="51" y="0"/>
                </a:lnTo>
                <a:lnTo>
                  <a:pt x="42" y="12"/>
                </a:lnTo>
                <a:lnTo>
                  <a:pt x="52" y="28"/>
                </a:lnTo>
                <a:lnTo>
                  <a:pt x="33" y="47"/>
                </a:lnTo>
                <a:lnTo>
                  <a:pt x="54" y="60"/>
                </a:lnTo>
                <a:lnTo>
                  <a:pt x="27" y="102"/>
                </a:lnTo>
                <a:lnTo>
                  <a:pt x="23" y="75"/>
                </a:lnTo>
                <a:lnTo>
                  <a:pt x="0" y="4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2" name="Freeform 859">
            <a:extLst>
              <a:ext uri="{FF2B5EF4-FFF2-40B4-BE49-F238E27FC236}">
                <a16:creationId xmlns:a16="http://schemas.microsoft.com/office/drawing/2014/main" id="{E886CF63-194E-FF30-1742-948B1E5086D7}"/>
              </a:ext>
            </a:extLst>
          </p:cNvPr>
          <p:cNvSpPr>
            <a:spLocks/>
          </p:cNvSpPr>
          <p:nvPr/>
        </p:nvSpPr>
        <p:spPr bwMode="auto">
          <a:xfrm>
            <a:off x="4236648" y="4523887"/>
            <a:ext cx="105121" cy="45970"/>
          </a:xfrm>
          <a:custGeom>
            <a:avLst/>
            <a:gdLst>
              <a:gd name="T0" fmla="*/ 0 w 90"/>
              <a:gd name="T1" fmla="*/ 23633520 h 43"/>
              <a:gd name="T2" fmla="*/ 0 w 90"/>
              <a:gd name="T3" fmla="*/ 23633520 h 43"/>
              <a:gd name="T4" fmla="*/ 38709597 w 90"/>
              <a:gd name="T5" fmla="*/ 66175857 h 43"/>
              <a:gd name="T6" fmla="*/ 104838504 w 90"/>
              <a:gd name="T7" fmla="*/ 64600540 h 43"/>
              <a:gd name="T8" fmla="*/ 143548091 w 90"/>
              <a:gd name="T9" fmla="*/ 40965765 h 43"/>
              <a:gd name="T10" fmla="*/ 59677300 w 90"/>
              <a:gd name="T11" fmla="*/ 9453155 h 43"/>
              <a:gd name="T12" fmla="*/ 48387003 w 90"/>
              <a:gd name="T13" fmla="*/ 0 h 43"/>
              <a:gd name="T14" fmla="*/ 0 w 90"/>
              <a:gd name="T15" fmla="*/ 23633520 h 43"/>
              <a:gd name="T16" fmla="*/ 0 w 90"/>
              <a:gd name="T17" fmla="*/ 23633520 h 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0"/>
              <a:gd name="T28" fmla="*/ 0 h 43"/>
              <a:gd name="T29" fmla="*/ 90 w 90"/>
              <a:gd name="T30" fmla="*/ 43 h 4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0" h="43">
                <a:moveTo>
                  <a:pt x="0" y="15"/>
                </a:moveTo>
                <a:lnTo>
                  <a:pt x="0" y="15"/>
                </a:lnTo>
                <a:lnTo>
                  <a:pt x="24" y="42"/>
                </a:lnTo>
                <a:lnTo>
                  <a:pt x="65" y="41"/>
                </a:lnTo>
                <a:lnTo>
                  <a:pt x="89" y="26"/>
                </a:lnTo>
                <a:lnTo>
                  <a:pt x="37" y="6"/>
                </a:lnTo>
                <a:lnTo>
                  <a:pt x="30" y="0"/>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3" name="Freeform 860">
            <a:extLst>
              <a:ext uri="{FF2B5EF4-FFF2-40B4-BE49-F238E27FC236}">
                <a16:creationId xmlns:a16="http://schemas.microsoft.com/office/drawing/2014/main" id="{54EE71DE-07AD-80E3-B719-3FFF3AF8330A}"/>
              </a:ext>
            </a:extLst>
          </p:cNvPr>
          <p:cNvSpPr>
            <a:spLocks/>
          </p:cNvSpPr>
          <p:nvPr/>
        </p:nvSpPr>
        <p:spPr bwMode="auto">
          <a:xfrm>
            <a:off x="4382654" y="4408949"/>
            <a:ext cx="89061" cy="66251"/>
          </a:xfrm>
          <a:custGeom>
            <a:avLst/>
            <a:gdLst>
              <a:gd name="T0" fmla="*/ 0 w 78"/>
              <a:gd name="T1" fmla="*/ 12590929 h 58"/>
              <a:gd name="T2" fmla="*/ 33909086 w 78"/>
              <a:gd name="T3" fmla="*/ 8993902 h 58"/>
              <a:gd name="T4" fmla="*/ 60110943 w 78"/>
              <a:gd name="T5" fmla="*/ 0 h 58"/>
              <a:gd name="T6" fmla="*/ 95561981 w 78"/>
              <a:gd name="T7" fmla="*/ 7195391 h 58"/>
              <a:gd name="T8" fmla="*/ 118682426 w 78"/>
              <a:gd name="T9" fmla="*/ 21584828 h 58"/>
              <a:gd name="T10" fmla="*/ 104809911 w 78"/>
              <a:gd name="T11" fmla="*/ 34175757 h 58"/>
              <a:gd name="T12" fmla="*/ 87854752 w 78"/>
              <a:gd name="T13" fmla="*/ 35974269 h 58"/>
              <a:gd name="T14" fmla="*/ 67818172 w 78"/>
              <a:gd name="T15" fmla="*/ 55760591 h 58"/>
              <a:gd name="T16" fmla="*/ 53946898 w 78"/>
              <a:gd name="T17" fmla="*/ 102528622 h 58"/>
              <a:gd name="T18" fmla="*/ 44697726 w 78"/>
              <a:gd name="T19" fmla="*/ 82742290 h 58"/>
              <a:gd name="T20" fmla="*/ 18495865 w 78"/>
              <a:gd name="T21" fmla="*/ 80943778 h 58"/>
              <a:gd name="T22" fmla="*/ 35449787 w 78"/>
              <a:gd name="T23" fmla="*/ 43169657 h 58"/>
              <a:gd name="T24" fmla="*/ 0 w 78"/>
              <a:gd name="T25" fmla="*/ 30578733 h 58"/>
              <a:gd name="T26" fmla="*/ 0 w 78"/>
              <a:gd name="T27" fmla="*/ 12590929 h 58"/>
              <a:gd name="T28" fmla="*/ 0 w 78"/>
              <a:gd name="T29" fmla="*/ 12590929 h 5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8"/>
              <a:gd name="T46" fmla="*/ 0 h 58"/>
              <a:gd name="T47" fmla="*/ 78 w 78"/>
              <a:gd name="T48" fmla="*/ 58 h 5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8" h="58">
                <a:moveTo>
                  <a:pt x="0" y="7"/>
                </a:moveTo>
                <a:lnTo>
                  <a:pt x="22" y="5"/>
                </a:lnTo>
                <a:lnTo>
                  <a:pt x="39" y="0"/>
                </a:lnTo>
                <a:lnTo>
                  <a:pt x="62" y="4"/>
                </a:lnTo>
                <a:lnTo>
                  <a:pt x="77" y="12"/>
                </a:lnTo>
                <a:lnTo>
                  <a:pt x="68" y="19"/>
                </a:lnTo>
                <a:lnTo>
                  <a:pt x="57" y="20"/>
                </a:lnTo>
                <a:lnTo>
                  <a:pt x="44" y="31"/>
                </a:lnTo>
                <a:lnTo>
                  <a:pt x="35" y="57"/>
                </a:lnTo>
                <a:lnTo>
                  <a:pt x="29" y="46"/>
                </a:lnTo>
                <a:lnTo>
                  <a:pt x="12" y="45"/>
                </a:lnTo>
                <a:lnTo>
                  <a:pt x="23" y="24"/>
                </a:lnTo>
                <a:lnTo>
                  <a:pt x="0" y="17"/>
                </a:lnTo>
                <a:lnTo>
                  <a:pt x="0"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4" name="Freeform 861">
            <a:extLst>
              <a:ext uri="{FF2B5EF4-FFF2-40B4-BE49-F238E27FC236}">
                <a16:creationId xmlns:a16="http://schemas.microsoft.com/office/drawing/2014/main" id="{BE35B9C7-6643-3215-12A1-A3C779782E6F}"/>
              </a:ext>
            </a:extLst>
          </p:cNvPr>
          <p:cNvSpPr>
            <a:spLocks/>
          </p:cNvSpPr>
          <p:nvPr/>
        </p:nvSpPr>
        <p:spPr bwMode="auto">
          <a:xfrm>
            <a:off x="4357845" y="4430582"/>
            <a:ext cx="51101" cy="32449"/>
          </a:xfrm>
          <a:custGeom>
            <a:avLst/>
            <a:gdLst>
              <a:gd name="T0" fmla="*/ 67080589 w 45"/>
              <a:gd name="T1" fmla="*/ 15534291 h 29"/>
              <a:gd name="T2" fmla="*/ 51835342 w 45"/>
              <a:gd name="T3" fmla="*/ 48329201 h 29"/>
              <a:gd name="T4" fmla="*/ 0 w 45"/>
              <a:gd name="T5" fmla="*/ 39698886 h 29"/>
              <a:gd name="T6" fmla="*/ 21343603 w 45"/>
              <a:gd name="T7" fmla="*/ 18986938 h 29"/>
              <a:gd name="T8" fmla="*/ 35065190 w 45"/>
              <a:gd name="T9" fmla="*/ 0 h 29"/>
              <a:gd name="T10" fmla="*/ 67080589 w 45"/>
              <a:gd name="T11" fmla="*/ 15534291 h 29"/>
              <a:gd name="T12" fmla="*/ 67080589 w 45"/>
              <a:gd name="T13" fmla="*/ 15534291 h 29"/>
              <a:gd name="T14" fmla="*/ 0 60000 65536"/>
              <a:gd name="T15" fmla="*/ 0 60000 65536"/>
              <a:gd name="T16" fmla="*/ 0 60000 65536"/>
              <a:gd name="T17" fmla="*/ 0 60000 65536"/>
              <a:gd name="T18" fmla="*/ 0 60000 65536"/>
              <a:gd name="T19" fmla="*/ 0 60000 65536"/>
              <a:gd name="T20" fmla="*/ 0 60000 65536"/>
              <a:gd name="T21" fmla="*/ 0 w 45"/>
              <a:gd name="T22" fmla="*/ 0 h 29"/>
              <a:gd name="T23" fmla="*/ 45 w 45"/>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 h="29">
                <a:moveTo>
                  <a:pt x="44" y="9"/>
                </a:moveTo>
                <a:lnTo>
                  <a:pt x="34" y="28"/>
                </a:lnTo>
                <a:lnTo>
                  <a:pt x="0" y="23"/>
                </a:lnTo>
                <a:lnTo>
                  <a:pt x="14" y="11"/>
                </a:lnTo>
                <a:lnTo>
                  <a:pt x="23" y="0"/>
                </a:lnTo>
                <a:lnTo>
                  <a:pt x="44"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5" name="Freeform 862">
            <a:extLst>
              <a:ext uri="{FF2B5EF4-FFF2-40B4-BE49-F238E27FC236}">
                <a16:creationId xmlns:a16="http://schemas.microsoft.com/office/drawing/2014/main" id="{FAD2C4EA-E673-F15C-735F-5692626EB020}"/>
              </a:ext>
            </a:extLst>
          </p:cNvPr>
          <p:cNvSpPr/>
          <p:nvPr/>
        </p:nvSpPr>
        <p:spPr bwMode="auto">
          <a:xfrm>
            <a:off x="5342021" y="5920384"/>
            <a:ext cx="115174" cy="186522"/>
          </a:xfrm>
          <a:custGeom>
            <a:avLst/>
            <a:gdLst>
              <a:gd name="connsiteX0" fmla="*/ 91373 w 171041"/>
              <a:gd name="connsiteY0" fmla="*/ 28656 h 209754"/>
              <a:gd name="connsiteX1" fmla="*/ 156688 w 171041"/>
              <a:gd name="connsiteY1" fmla="*/ 13583 h 209754"/>
              <a:gd name="connsiteX2" fmla="*/ 156688 w 171041"/>
              <a:gd name="connsiteY2" fmla="*/ 204502 h 209754"/>
              <a:gd name="connsiteX3" fmla="*/ 938 w 171041"/>
              <a:gd name="connsiteY3" fmla="*/ 154260 h 209754"/>
              <a:gd name="connsiteX4" fmla="*/ 91373 w 171041"/>
              <a:gd name="connsiteY4" fmla="*/ 134164 h 209754"/>
              <a:gd name="connsiteX5" fmla="*/ 91373 w 171041"/>
              <a:gd name="connsiteY5" fmla="*/ 28656 h 20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1041" h="209754">
                <a:moveTo>
                  <a:pt x="91373" y="28656"/>
                </a:moveTo>
                <a:cubicBezTo>
                  <a:pt x="102259" y="8559"/>
                  <a:pt x="145802" y="-15725"/>
                  <a:pt x="156688" y="13583"/>
                </a:cubicBezTo>
                <a:cubicBezTo>
                  <a:pt x="167574" y="42891"/>
                  <a:pt x="182646" y="181056"/>
                  <a:pt x="156688" y="204502"/>
                </a:cubicBezTo>
                <a:cubicBezTo>
                  <a:pt x="130730" y="227948"/>
                  <a:pt x="11824" y="165983"/>
                  <a:pt x="938" y="154260"/>
                </a:cubicBezTo>
                <a:cubicBezTo>
                  <a:pt x="-9948" y="142537"/>
                  <a:pt x="77138" y="150911"/>
                  <a:pt x="91373" y="134164"/>
                </a:cubicBezTo>
                <a:cubicBezTo>
                  <a:pt x="105608" y="117417"/>
                  <a:pt x="80487" y="48753"/>
                  <a:pt x="91373" y="28656"/>
                </a:cubicBezTo>
                <a:close/>
              </a:path>
            </a:pathLst>
          </a:custGeom>
          <a:solidFill>
            <a:schemeClr val="bg1">
              <a:lumMod val="75000"/>
            </a:schemeClr>
          </a:solidFill>
          <a:ln w="12700">
            <a:solidFill>
              <a:srgbClr val="FFFFFF"/>
            </a:solidFill>
            <a:round/>
            <a:headEnd/>
            <a:tailEnd/>
          </a:ln>
        </p:spPr>
        <p:txBody>
          <a:bodyPr lIns="0" tIns="0" rIns="0" bIns="0" anchor="ctr">
            <a:spAutoFit/>
          </a:bodyPr>
          <a:lstStyle/>
          <a:p>
            <a:endParaRPr lang="en-US" kern="0" dirty="0">
              <a:solidFill>
                <a:sysClr val="windowText" lastClr="000000"/>
              </a:solidFill>
            </a:endParaRPr>
          </a:p>
        </p:txBody>
      </p:sp>
      <p:sp>
        <p:nvSpPr>
          <p:cNvPr id="566" name="Graphic 7" descr="Rating Star with solid fill">
            <a:extLst>
              <a:ext uri="{FF2B5EF4-FFF2-40B4-BE49-F238E27FC236}">
                <a16:creationId xmlns:a16="http://schemas.microsoft.com/office/drawing/2014/main" id="{BAEE8E90-080B-56DE-2616-B6ED509D6571}"/>
              </a:ext>
            </a:extLst>
          </p:cNvPr>
          <p:cNvSpPr/>
          <p:nvPr/>
        </p:nvSpPr>
        <p:spPr>
          <a:xfrm>
            <a:off x="8166351" y="2116831"/>
            <a:ext cx="876299" cy="295275"/>
          </a:xfrm>
          <a:custGeom>
            <a:avLst/>
            <a:gdLst>
              <a:gd name="connsiteX0" fmla="*/ 51673 w 876299"/>
              <a:gd name="connsiteY0" fmla="*/ 295275 h 295275"/>
              <a:gd name="connsiteX1" fmla="*/ 147638 w 876299"/>
              <a:gd name="connsiteY1" fmla="*/ 228838 h 295275"/>
              <a:gd name="connsiteX2" fmla="*/ 243602 w 876299"/>
              <a:gd name="connsiteY2" fmla="*/ 295275 h 295275"/>
              <a:gd name="connsiteX3" fmla="*/ 210388 w 876299"/>
              <a:gd name="connsiteY3" fmla="*/ 184556 h 295275"/>
              <a:gd name="connsiteX4" fmla="*/ 292894 w 876299"/>
              <a:gd name="connsiteY4" fmla="*/ 112814 h 295275"/>
              <a:gd name="connsiteX5" fmla="*/ 375399 w 876299"/>
              <a:gd name="connsiteY5" fmla="*/ 184556 h 295275"/>
              <a:gd name="connsiteX6" fmla="*/ 342186 w 876299"/>
              <a:gd name="connsiteY6" fmla="*/ 295275 h 295275"/>
              <a:gd name="connsiteX7" fmla="*/ 438150 w 876299"/>
              <a:gd name="connsiteY7" fmla="*/ 228838 h 295275"/>
              <a:gd name="connsiteX8" fmla="*/ 534114 w 876299"/>
              <a:gd name="connsiteY8" fmla="*/ 295275 h 295275"/>
              <a:gd name="connsiteX9" fmla="*/ 500901 w 876299"/>
              <a:gd name="connsiteY9" fmla="*/ 184556 h 295275"/>
              <a:gd name="connsiteX10" fmla="*/ 583406 w 876299"/>
              <a:gd name="connsiteY10" fmla="*/ 112814 h 295275"/>
              <a:gd name="connsiteX11" fmla="*/ 665912 w 876299"/>
              <a:gd name="connsiteY11" fmla="*/ 184556 h 295275"/>
              <a:gd name="connsiteX12" fmla="*/ 632698 w 876299"/>
              <a:gd name="connsiteY12" fmla="*/ 295275 h 295275"/>
              <a:gd name="connsiteX13" fmla="*/ 728662 w 876299"/>
              <a:gd name="connsiteY13" fmla="*/ 228838 h 295275"/>
              <a:gd name="connsiteX14" fmla="*/ 824627 w 876299"/>
              <a:gd name="connsiteY14" fmla="*/ 295275 h 295275"/>
              <a:gd name="connsiteX15" fmla="*/ 791404 w 876299"/>
              <a:gd name="connsiteY15" fmla="*/ 184556 h 295275"/>
              <a:gd name="connsiteX16" fmla="*/ 876300 w 876299"/>
              <a:gd name="connsiteY16" fmla="*/ 110738 h 295275"/>
              <a:gd name="connsiteX17" fmla="*/ 765572 w 876299"/>
              <a:gd name="connsiteY17" fmla="*/ 110738 h 295275"/>
              <a:gd name="connsiteX18" fmla="*/ 728662 w 876299"/>
              <a:gd name="connsiteY18" fmla="*/ 0 h 295275"/>
              <a:gd name="connsiteX19" fmla="*/ 691753 w 876299"/>
              <a:gd name="connsiteY19" fmla="*/ 110738 h 295275"/>
              <a:gd name="connsiteX20" fmla="*/ 475059 w 876299"/>
              <a:gd name="connsiteY20" fmla="*/ 110738 h 295275"/>
              <a:gd name="connsiteX21" fmla="*/ 438150 w 876299"/>
              <a:gd name="connsiteY21" fmla="*/ 0 h 295275"/>
              <a:gd name="connsiteX22" fmla="*/ 401241 w 876299"/>
              <a:gd name="connsiteY22" fmla="*/ 110738 h 295275"/>
              <a:gd name="connsiteX23" fmla="*/ 184547 w 876299"/>
              <a:gd name="connsiteY23" fmla="*/ 110738 h 295275"/>
              <a:gd name="connsiteX24" fmla="*/ 147638 w 876299"/>
              <a:gd name="connsiteY24" fmla="*/ 0 h 295275"/>
              <a:gd name="connsiteX25" fmla="*/ 110728 w 876299"/>
              <a:gd name="connsiteY25" fmla="*/ 110738 h 295275"/>
              <a:gd name="connsiteX26" fmla="*/ 0 w 876299"/>
              <a:gd name="connsiteY26" fmla="*/ 110738 h 295275"/>
              <a:gd name="connsiteX27" fmla="*/ 84887 w 876299"/>
              <a:gd name="connsiteY27" fmla="*/ 184556 h 295275"/>
              <a:gd name="connsiteX28" fmla="*/ 691753 w 876299"/>
              <a:gd name="connsiteY28" fmla="*/ 129778 h 295275"/>
              <a:gd name="connsiteX29" fmla="*/ 705479 w 876299"/>
              <a:gd name="connsiteY29" fmla="*/ 129778 h 295275"/>
              <a:gd name="connsiteX30" fmla="*/ 709822 w 876299"/>
              <a:gd name="connsiteY30" fmla="*/ 116757 h 295275"/>
              <a:gd name="connsiteX31" fmla="*/ 728662 w 876299"/>
              <a:gd name="connsiteY31" fmla="*/ 60246 h 295275"/>
              <a:gd name="connsiteX32" fmla="*/ 747503 w 876299"/>
              <a:gd name="connsiteY32" fmla="*/ 116757 h 295275"/>
              <a:gd name="connsiteX33" fmla="*/ 751837 w 876299"/>
              <a:gd name="connsiteY33" fmla="*/ 129778 h 295275"/>
              <a:gd name="connsiteX34" fmla="*/ 825360 w 876299"/>
              <a:gd name="connsiteY34" fmla="*/ 129778 h 295275"/>
              <a:gd name="connsiteX35" fmla="*/ 778907 w 876299"/>
              <a:gd name="connsiteY35" fmla="*/ 170174 h 295275"/>
              <a:gd name="connsiteX36" fmla="*/ 769630 w 876299"/>
              <a:gd name="connsiteY36" fmla="*/ 178241 h 295275"/>
              <a:gd name="connsiteX37" fmla="*/ 773163 w 876299"/>
              <a:gd name="connsiteY37" fmla="*/ 190024 h 295275"/>
              <a:gd name="connsiteX38" fmla="*/ 790747 w 876299"/>
              <a:gd name="connsiteY38" fmla="*/ 248650 h 295275"/>
              <a:gd name="connsiteX39" fmla="*/ 739502 w 876299"/>
              <a:gd name="connsiteY39" fmla="*/ 213179 h 295275"/>
              <a:gd name="connsiteX40" fmla="*/ 728662 w 876299"/>
              <a:gd name="connsiteY40" fmla="*/ 205673 h 295275"/>
              <a:gd name="connsiteX41" fmla="*/ 717814 w 876299"/>
              <a:gd name="connsiteY41" fmla="*/ 213179 h 295275"/>
              <a:gd name="connsiteX42" fmla="*/ 666569 w 876299"/>
              <a:gd name="connsiteY42" fmla="*/ 248650 h 295275"/>
              <a:gd name="connsiteX43" fmla="*/ 684162 w 876299"/>
              <a:gd name="connsiteY43" fmla="*/ 190024 h 295275"/>
              <a:gd name="connsiteX44" fmla="*/ 687696 w 876299"/>
              <a:gd name="connsiteY44" fmla="*/ 178241 h 295275"/>
              <a:gd name="connsiteX45" fmla="*/ 678418 w 876299"/>
              <a:gd name="connsiteY45" fmla="*/ 170174 h 295275"/>
              <a:gd name="connsiteX46" fmla="*/ 631965 w 876299"/>
              <a:gd name="connsiteY46" fmla="*/ 129778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876299" h="295275">
                <a:moveTo>
                  <a:pt x="51673" y="295275"/>
                </a:moveTo>
                <a:lnTo>
                  <a:pt x="147638" y="228838"/>
                </a:lnTo>
                <a:lnTo>
                  <a:pt x="243602" y="295275"/>
                </a:lnTo>
                <a:lnTo>
                  <a:pt x="210388" y="184556"/>
                </a:lnTo>
                <a:lnTo>
                  <a:pt x="292894" y="112814"/>
                </a:lnTo>
                <a:lnTo>
                  <a:pt x="375399" y="184556"/>
                </a:lnTo>
                <a:lnTo>
                  <a:pt x="342186" y="295275"/>
                </a:lnTo>
                <a:lnTo>
                  <a:pt x="438150" y="228838"/>
                </a:lnTo>
                <a:lnTo>
                  <a:pt x="534114" y="295275"/>
                </a:lnTo>
                <a:lnTo>
                  <a:pt x="500901" y="184556"/>
                </a:lnTo>
                <a:lnTo>
                  <a:pt x="583406" y="112814"/>
                </a:lnTo>
                <a:lnTo>
                  <a:pt x="665912" y="184556"/>
                </a:lnTo>
                <a:lnTo>
                  <a:pt x="632698" y="295275"/>
                </a:lnTo>
                <a:lnTo>
                  <a:pt x="728662" y="228838"/>
                </a:lnTo>
                <a:lnTo>
                  <a:pt x="824627" y="295275"/>
                </a:lnTo>
                <a:lnTo>
                  <a:pt x="791404" y="184556"/>
                </a:lnTo>
                <a:lnTo>
                  <a:pt x="876300" y="110738"/>
                </a:lnTo>
                <a:lnTo>
                  <a:pt x="765572" y="110738"/>
                </a:lnTo>
                <a:lnTo>
                  <a:pt x="728662" y="0"/>
                </a:lnTo>
                <a:lnTo>
                  <a:pt x="691753" y="110738"/>
                </a:lnTo>
                <a:lnTo>
                  <a:pt x="475059" y="110738"/>
                </a:lnTo>
                <a:lnTo>
                  <a:pt x="438150" y="0"/>
                </a:lnTo>
                <a:lnTo>
                  <a:pt x="401241" y="110738"/>
                </a:lnTo>
                <a:lnTo>
                  <a:pt x="184547" y="110738"/>
                </a:lnTo>
                <a:lnTo>
                  <a:pt x="147638" y="0"/>
                </a:lnTo>
                <a:lnTo>
                  <a:pt x="110728" y="110738"/>
                </a:lnTo>
                <a:lnTo>
                  <a:pt x="0" y="110738"/>
                </a:lnTo>
                <a:lnTo>
                  <a:pt x="84887" y="184556"/>
                </a:lnTo>
                <a:close/>
                <a:moveTo>
                  <a:pt x="691753" y="129778"/>
                </a:moveTo>
                <a:lnTo>
                  <a:pt x="705479" y="129778"/>
                </a:lnTo>
                <a:lnTo>
                  <a:pt x="709822" y="116757"/>
                </a:lnTo>
                <a:lnTo>
                  <a:pt x="728662" y="60246"/>
                </a:lnTo>
                <a:lnTo>
                  <a:pt x="747503" y="116757"/>
                </a:lnTo>
                <a:lnTo>
                  <a:pt x="751837" y="129778"/>
                </a:lnTo>
                <a:lnTo>
                  <a:pt x="825360" y="129778"/>
                </a:lnTo>
                <a:lnTo>
                  <a:pt x="778907" y="170174"/>
                </a:lnTo>
                <a:lnTo>
                  <a:pt x="769630" y="178241"/>
                </a:lnTo>
                <a:lnTo>
                  <a:pt x="773163" y="190024"/>
                </a:lnTo>
                <a:lnTo>
                  <a:pt x="790747" y="248650"/>
                </a:lnTo>
                <a:lnTo>
                  <a:pt x="739502" y="213179"/>
                </a:lnTo>
                <a:lnTo>
                  <a:pt x="728662" y="205673"/>
                </a:lnTo>
                <a:lnTo>
                  <a:pt x="717814" y="213179"/>
                </a:lnTo>
                <a:lnTo>
                  <a:pt x="666569" y="248650"/>
                </a:lnTo>
                <a:lnTo>
                  <a:pt x="684162" y="190024"/>
                </a:lnTo>
                <a:lnTo>
                  <a:pt x="687696" y="178241"/>
                </a:lnTo>
                <a:lnTo>
                  <a:pt x="678418" y="170174"/>
                </a:lnTo>
                <a:lnTo>
                  <a:pt x="631965" y="129778"/>
                </a:lnTo>
                <a:close/>
              </a:path>
            </a:pathLst>
          </a:custGeom>
          <a:solidFill>
            <a:srgbClr val="F3D26A"/>
          </a:solidFill>
          <a:ln w="9525" cap="flat">
            <a:noFill/>
            <a:prstDash val="solid"/>
            <a:miter/>
          </a:ln>
        </p:spPr>
        <p:txBody>
          <a:bodyPr rtlCol="0" anchor="ctr"/>
          <a:lstStyle/>
          <a:p>
            <a:endParaRPr lang="en-US" dirty="0"/>
          </a:p>
        </p:txBody>
      </p:sp>
      <p:sp>
        <p:nvSpPr>
          <p:cNvPr id="567" name="Graphic 7" descr="Rating Star with solid fill">
            <a:extLst>
              <a:ext uri="{FF2B5EF4-FFF2-40B4-BE49-F238E27FC236}">
                <a16:creationId xmlns:a16="http://schemas.microsoft.com/office/drawing/2014/main" id="{8AC3B36B-CF5E-312D-55CA-01E0F01F8ECC}"/>
              </a:ext>
            </a:extLst>
          </p:cNvPr>
          <p:cNvSpPr/>
          <p:nvPr/>
        </p:nvSpPr>
        <p:spPr>
          <a:xfrm>
            <a:off x="8757478" y="2116831"/>
            <a:ext cx="876299" cy="295275"/>
          </a:xfrm>
          <a:custGeom>
            <a:avLst/>
            <a:gdLst>
              <a:gd name="connsiteX0" fmla="*/ 51673 w 876299"/>
              <a:gd name="connsiteY0" fmla="*/ 295275 h 295275"/>
              <a:gd name="connsiteX1" fmla="*/ 147638 w 876299"/>
              <a:gd name="connsiteY1" fmla="*/ 228838 h 295275"/>
              <a:gd name="connsiteX2" fmla="*/ 243602 w 876299"/>
              <a:gd name="connsiteY2" fmla="*/ 295275 h 295275"/>
              <a:gd name="connsiteX3" fmla="*/ 210388 w 876299"/>
              <a:gd name="connsiteY3" fmla="*/ 184556 h 295275"/>
              <a:gd name="connsiteX4" fmla="*/ 292894 w 876299"/>
              <a:gd name="connsiteY4" fmla="*/ 112814 h 295275"/>
              <a:gd name="connsiteX5" fmla="*/ 375399 w 876299"/>
              <a:gd name="connsiteY5" fmla="*/ 184556 h 295275"/>
              <a:gd name="connsiteX6" fmla="*/ 342186 w 876299"/>
              <a:gd name="connsiteY6" fmla="*/ 295275 h 295275"/>
              <a:gd name="connsiteX7" fmla="*/ 438150 w 876299"/>
              <a:gd name="connsiteY7" fmla="*/ 228838 h 295275"/>
              <a:gd name="connsiteX8" fmla="*/ 534114 w 876299"/>
              <a:gd name="connsiteY8" fmla="*/ 295275 h 295275"/>
              <a:gd name="connsiteX9" fmla="*/ 500901 w 876299"/>
              <a:gd name="connsiteY9" fmla="*/ 184556 h 295275"/>
              <a:gd name="connsiteX10" fmla="*/ 583406 w 876299"/>
              <a:gd name="connsiteY10" fmla="*/ 112814 h 295275"/>
              <a:gd name="connsiteX11" fmla="*/ 665912 w 876299"/>
              <a:gd name="connsiteY11" fmla="*/ 184556 h 295275"/>
              <a:gd name="connsiteX12" fmla="*/ 632698 w 876299"/>
              <a:gd name="connsiteY12" fmla="*/ 295275 h 295275"/>
              <a:gd name="connsiteX13" fmla="*/ 728662 w 876299"/>
              <a:gd name="connsiteY13" fmla="*/ 228838 h 295275"/>
              <a:gd name="connsiteX14" fmla="*/ 824627 w 876299"/>
              <a:gd name="connsiteY14" fmla="*/ 295275 h 295275"/>
              <a:gd name="connsiteX15" fmla="*/ 791404 w 876299"/>
              <a:gd name="connsiteY15" fmla="*/ 184556 h 295275"/>
              <a:gd name="connsiteX16" fmla="*/ 876300 w 876299"/>
              <a:gd name="connsiteY16" fmla="*/ 110738 h 295275"/>
              <a:gd name="connsiteX17" fmla="*/ 765572 w 876299"/>
              <a:gd name="connsiteY17" fmla="*/ 110738 h 295275"/>
              <a:gd name="connsiteX18" fmla="*/ 728662 w 876299"/>
              <a:gd name="connsiteY18" fmla="*/ 0 h 295275"/>
              <a:gd name="connsiteX19" fmla="*/ 691753 w 876299"/>
              <a:gd name="connsiteY19" fmla="*/ 110738 h 295275"/>
              <a:gd name="connsiteX20" fmla="*/ 475059 w 876299"/>
              <a:gd name="connsiteY20" fmla="*/ 110738 h 295275"/>
              <a:gd name="connsiteX21" fmla="*/ 438150 w 876299"/>
              <a:gd name="connsiteY21" fmla="*/ 0 h 295275"/>
              <a:gd name="connsiteX22" fmla="*/ 401241 w 876299"/>
              <a:gd name="connsiteY22" fmla="*/ 110738 h 295275"/>
              <a:gd name="connsiteX23" fmla="*/ 184547 w 876299"/>
              <a:gd name="connsiteY23" fmla="*/ 110738 h 295275"/>
              <a:gd name="connsiteX24" fmla="*/ 147638 w 876299"/>
              <a:gd name="connsiteY24" fmla="*/ 0 h 295275"/>
              <a:gd name="connsiteX25" fmla="*/ 110728 w 876299"/>
              <a:gd name="connsiteY25" fmla="*/ 110738 h 295275"/>
              <a:gd name="connsiteX26" fmla="*/ 0 w 876299"/>
              <a:gd name="connsiteY26" fmla="*/ 110738 h 295275"/>
              <a:gd name="connsiteX27" fmla="*/ 84887 w 876299"/>
              <a:gd name="connsiteY27" fmla="*/ 184556 h 295275"/>
              <a:gd name="connsiteX28" fmla="*/ 691753 w 876299"/>
              <a:gd name="connsiteY28" fmla="*/ 129778 h 295275"/>
              <a:gd name="connsiteX29" fmla="*/ 705479 w 876299"/>
              <a:gd name="connsiteY29" fmla="*/ 129778 h 295275"/>
              <a:gd name="connsiteX30" fmla="*/ 709822 w 876299"/>
              <a:gd name="connsiteY30" fmla="*/ 116757 h 295275"/>
              <a:gd name="connsiteX31" fmla="*/ 728662 w 876299"/>
              <a:gd name="connsiteY31" fmla="*/ 60246 h 295275"/>
              <a:gd name="connsiteX32" fmla="*/ 747503 w 876299"/>
              <a:gd name="connsiteY32" fmla="*/ 116757 h 295275"/>
              <a:gd name="connsiteX33" fmla="*/ 751837 w 876299"/>
              <a:gd name="connsiteY33" fmla="*/ 129778 h 295275"/>
              <a:gd name="connsiteX34" fmla="*/ 825360 w 876299"/>
              <a:gd name="connsiteY34" fmla="*/ 129778 h 295275"/>
              <a:gd name="connsiteX35" fmla="*/ 778907 w 876299"/>
              <a:gd name="connsiteY35" fmla="*/ 170174 h 295275"/>
              <a:gd name="connsiteX36" fmla="*/ 769630 w 876299"/>
              <a:gd name="connsiteY36" fmla="*/ 178241 h 295275"/>
              <a:gd name="connsiteX37" fmla="*/ 773163 w 876299"/>
              <a:gd name="connsiteY37" fmla="*/ 190024 h 295275"/>
              <a:gd name="connsiteX38" fmla="*/ 790747 w 876299"/>
              <a:gd name="connsiteY38" fmla="*/ 248650 h 295275"/>
              <a:gd name="connsiteX39" fmla="*/ 739502 w 876299"/>
              <a:gd name="connsiteY39" fmla="*/ 213179 h 295275"/>
              <a:gd name="connsiteX40" fmla="*/ 728662 w 876299"/>
              <a:gd name="connsiteY40" fmla="*/ 205673 h 295275"/>
              <a:gd name="connsiteX41" fmla="*/ 717814 w 876299"/>
              <a:gd name="connsiteY41" fmla="*/ 213179 h 295275"/>
              <a:gd name="connsiteX42" fmla="*/ 666569 w 876299"/>
              <a:gd name="connsiteY42" fmla="*/ 248650 h 295275"/>
              <a:gd name="connsiteX43" fmla="*/ 684162 w 876299"/>
              <a:gd name="connsiteY43" fmla="*/ 190024 h 295275"/>
              <a:gd name="connsiteX44" fmla="*/ 687696 w 876299"/>
              <a:gd name="connsiteY44" fmla="*/ 178241 h 295275"/>
              <a:gd name="connsiteX45" fmla="*/ 678418 w 876299"/>
              <a:gd name="connsiteY45" fmla="*/ 170174 h 295275"/>
              <a:gd name="connsiteX46" fmla="*/ 631965 w 876299"/>
              <a:gd name="connsiteY46" fmla="*/ 129778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876299" h="295275">
                <a:moveTo>
                  <a:pt x="51673" y="295275"/>
                </a:moveTo>
                <a:lnTo>
                  <a:pt x="147638" y="228838"/>
                </a:lnTo>
                <a:lnTo>
                  <a:pt x="243602" y="295275"/>
                </a:lnTo>
                <a:lnTo>
                  <a:pt x="210388" y="184556"/>
                </a:lnTo>
                <a:lnTo>
                  <a:pt x="292894" y="112814"/>
                </a:lnTo>
                <a:lnTo>
                  <a:pt x="375399" y="184556"/>
                </a:lnTo>
                <a:lnTo>
                  <a:pt x="342186" y="295275"/>
                </a:lnTo>
                <a:lnTo>
                  <a:pt x="438150" y="228838"/>
                </a:lnTo>
                <a:lnTo>
                  <a:pt x="534114" y="295275"/>
                </a:lnTo>
                <a:lnTo>
                  <a:pt x="500901" y="184556"/>
                </a:lnTo>
                <a:lnTo>
                  <a:pt x="583406" y="112814"/>
                </a:lnTo>
                <a:lnTo>
                  <a:pt x="665912" y="184556"/>
                </a:lnTo>
                <a:lnTo>
                  <a:pt x="632698" y="295275"/>
                </a:lnTo>
                <a:lnTo>
                  <a:pt x="728662" y="228838"/>
                </a:lnTo>
                <a:lnTo>
                  <a:pt x="824627" y="295275"/>
                </a:lnTo>
                <a:lnTo>
                  <a:pt x="791404" y="184556"/>
                </a:lnTo>
                <a:lnTo>
                  <a:pt x="876300" y="110738"/>
                </a:lnTo>
                <a:lnTo>
                  <a:pt x="765572" y="110738"/>
                </a:lnTo>
                <a:lnTo>
                  <a:pt x="728662" y="0"/>
                </a:lnTo>
                <a:lnTo>
                  <a:pt x="691753" y="110738"/>
                </a:lnTo>
                <a:lnTo>
                  <a:pt x="475059" y="110738"/>
                </a:lnTo>
                <a:lnTo>
                  <a:pt x="438150" y="0"/>
                </a:lnTo>
                <a:lnTo>
                  <a:pt x="401241" y="110738"/>
                </a:lnTo>
                <a:lnTo>
                  <a:pt x="184547" y="110738"/>
                </a:lnTo>
                <a:lnTo>
                  <a:pt x="147638" y="0"/>
                </a:lnTo>
                <a:lnTo>
                  <a:pt x="110728" y="110738"/>
                </a:lnTo>
                <a:lnTo>
                  <a:pt x="0" y="110738"/>
                </a:lnTo>
                <a:lnTo>
                  <a:pt x="84887" y="184556"/>
                </a:lnTo>
                <a:close/>
                <a:moveTo>
                  <a:pt x="691753" y="129778"/>
                </a:moveTo>
                <a:lnTo>
                  <a:pt x="705479" y="129778"/>
                </a:lnTo>
                <a:lnTo>
                  <a:pt x="709822" y="116757"/>
                </a:lnTo>
                <a:lnTo>
                  <a:pt x="728662" y="60246"/>
                </a:lnTo>
                <a:lnTo>
                  <a:pt x="747503" y="116757"/>
                </a:lnTo>
                <a:lnTo>
                  <a:pt x="751837" y="129778"/>
                </a:lnTo>
                <a:lnTo>
                  <a:pt x="825360" y="129778"/>
                </a:lnTo>
                <a:lnTo>
                  <a:pt x="778907" y="170174"/>
                </a:lnTo>
                <a:lnTo>
                  <a:pt x="769630" y="178241"/>
                </a:lnTo>
                <a:lnTo>
                  <a:pt x="773163" y="190024"/>
                </a:lnTo>
                <a:lnTo>
                  <a:pt x="790747" y="248650"/>
                </a:lnTo>
                <a:lnTo>
                  <a:pt x="739502" y="213179"/>
                </a:lnTo>
                <a:lnTo>
                  <a:pt x="728662" y="205673"/>
                </a:lnTo>
                <a:lnTo>
                  <a:pt x="717814" y="213179"/>
                </a:lnTo>
                <a:lnTo>
                  <a:pt x="666569" y="248650"/>
                </a:lnTo>
                <a:lnTo>
                  <a:pt x="684162" y="190024"/>
                </a:lnTo>
                <a:lnTo>
                  <a:pt x="687696" y="178241"/>
                </a:lnTo>
                <a:lnTo>
                  <a:pt x="678418" y="170174"/>
                </a:lnTo>
                <a:lnTo>
                  <a:pt x="631965" y="129778"/>
                </a:lnTo>
                <a:close/>
              </a:path>
            </a:pathLst>
          </a:custGeom>
          <a:solidFill>
            <a:srgbClr val="F3D26A"/>
          </a:solidFill>
          <a:ln w="9525" cap="flat">
            <a:noFill/>
            <a:prstDash val="solid"/>
            <a:miter/>
          </a:ln>
        </p:spPr>
        <p:txBody>
          <a:bodyPr rtlCol="0" anchor="ctr"/>
          <a:lstStyle/>
          <a:p>
            <a:endParaRPr lang="en-US" dirty="0"/>
          </a:p>
        </p:txBody>
      </p:sp>
      <p:pic>
        <p:nvPicPr>
          <p:cNvPr id="568" name="Picture 567">
            <a:extLst>
              <a:ext uri="{FF2B5EF4-FFF2-40B4-BE49-F238E27FC236}">
                <a16:creationId xmlns:a16="http://schemas.microsoft.com/office/drawing/2014/main" id="{A9D6EC4A-7F10-8764-EFB7-5813EA3D022A}"/>
              </a:ext>
            </a:extLst>
          </p:cNvPr>
          <p:cNvPicPr>
            <a:picLocks noChangeAspect="1"/>
          </p:cNvPicPr>
          <p:nvPr/>
        </p:nvPicPr>
        <p:blipFill rotWithShape="1">
          <a:blip r:embed="rId6"/>
          <a:srcRect t="1" r="49909" b="-904"/>
          <a:stretch/>
        </p:blipFill>
        <p:spPr>
          <a:xfrm>
            <a:off x="9042650" y="2116831"/>
            <a:ext cx="439751" cy="295275"/>
          </a:xfrm>
          <a:prstGeom prst="rect">
            <a:avLst/>
          </a:prstGeom>
        </p:spPr>
      </p:pic>
      <p:sp>
        <p:nvSpPr>
          <p:cNvPr id="569" name="TextBox 568">
            <a:extLst>
              <a:ext uri="{FF2B5EF4-FFF2-40B4-BE49-F238E27FC236}">
                <a16:creationId xmlns:a16="http://schemas.microsoft.com/office/drawing/2014/main" id="{894644BF-7457-4906-915E-015E8CD61AEB}"/>
              </a:ext>
            </a:extLst>
          </p:cNvPr>
          <p:cNvSpPr txBox="1"/>
          <p:nvPr/>
        </p:nvSpPr>
        <p:spPr>
          <a:xfrm>
            <a:off x="9647425" y="2015372"/>
            <a:ext cx="932873" cy="523220"/>
          </a:xfrm>
          <a:prstGeom prst="rect">
            <a:avLst/>
          </a:prstGeom>
          <a:noFill/>
        </p:spPr>
        <p:txBody>
          <a:bodyPr wrap="square" rtlCol="0">
            <a:spAutoFit/>
          </a:bodyPr>
          <a:lstStyle/>
          <a:p>
            <a:r>
              <a:rPr lang="en-US" sz="2800" b="1" dirty="0">
                <a:solidFill>
                  <a:schemeClr val="accent2"/>
                </a:solidFill>
              </a:rPr>
              <a:t>4.8</a:t>
            </a:r>
          </a:p>
        </p:txBody>
      </p:sp>
      <p:sp>
        <p:nvSpPr>
          <p:cNvPr id="571" name="Rectangle 570">
            <a:extLst>
              <a:ext uri="{FF2B5EF4-FFF2-40B4-BE49-F238E27FC236}">
                <a16:creationId xmlns:a16="http://schemas.microsoft.com/office/drawing/2014/main" id="{92CE8EE8-C441-045E-9008-8C8CEE38D358}"/>
              </a:ext>
            </a:extLst>
          </p:cNvPr>
          <p:cNvSpPr/>
          <p:nvPr/>
        </p:nvSpPr>
        <p:spPr>
          <a:xfrm>
            <a:off x="8087873" y="4321473"/>
            <a:ext cx="3508381" cy="2086865"/>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2" name="TextBox 571">
            <a:extLst>
              <a:ext uri="{FF2B5EF4-FFF2-40B4-BE49-F238E27FC236}">
                <a16:creationId xmlns:a16="http://schemas.microsoft.com/office/drawing/2014/main" id="{8E26409F-B4E6-F678-DD1F-B4908504EB12}"/>
              </a:ext>
            </a:extLst>
          </p:cNvPr>
          <p:cNvSpPr txBox="1"/>
          <p:nvPr/>
        </p:nvSpPr>
        <p:spPr>
          <a:xfrm>
            <a:off x="8064688" y="4347830"/>
            <a:ext cx="3602468" cy="1631216"/>
          </a:xfrm>
          <a:prstGeom prst="rect">
            <a:avLst/>
          </a:prstGeom>
          <a:noFill/>
        </p:spPr>
        <p:txBody>
          <a:bodyPr wrap="square" rtlCol="0">
            <a:spAutoFit/>
          </a:bodyPr>
          <a:lstStyle/>
          <a:p>
            <a:r>
              <a:rPr lang="en-US" dirty="0"/>
              <a:t>Daily rate of our ex-McKinsey, Deloitte and BCG Management Consultants</a:t>
            </a:r>
          </a:p>
          <a:p>
            <a:endParaRPr lang="en-US" dirty="0"/>
          </a:p>
          <a:p>
            <a:r>
              <a:rPr lang="en-US" sz="2800" b="1" dirty="0">
                <a:solidFill>
                  <a:schemeClr val="accent2"/>
                </a:solidFill>
              </a:rPr>
              <a:t>$3k-$4k</a:t>
            </a:r>
          </a:p>
        </p:txBody>
      </p:sp>
      <p:pic>
        <p:nvPicPr>
          <p:cNvPr id="1026" name="Picture 2" descr="Brand logo">
            <a:extLst>
              <a:ext uri="{FF2B5EF4-FFF2-40B4-BE49-F238E27FC236}">
                <a16:creationId xmlns:a16="http://schemas.microsoft.com/office/drawing/2014/main" id="{93760E12-26B1-B7A6-15B8-F42EC2BA983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46738" y="1997958"/>
            <a:ext cx="472546" cy="47254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1027">
            <a:extLst>
              <a:ext uri="{FF2B5EF4-FFF2-40B4-BE49-F238E27FC236}">
                <a16:creationId xmlns:a16="http://schemas.microsoft.com/office/drawing/2014/main" id="{366D1FBC-C366-71B7-F1FC-78416F83739D}"/>
              </a:ext>
            </a:extLst>
          </p:cNvPr>
          <p:cNvPicPr>
            <a:picLocks noChangeAspect="1"/>
          </p:cNvPicPr>
          <p:nvPr/>
        </p:nvPicPr>
        <p:blipFill>
          <a:blip r:embed="rId8"/>
          <a:stretch>
            <a:fillRect/>
          </a:stretch>
        </p:blipFill>
        <p:spPr>
          <a:xfrm>
            <a:off x="4005931" y="2008591"/>
            <a:ext cx="417027" cy="512313"/>
          </a:xfrm>
          <a:prstGeom prst="rect">
            <a:avLst/>
          </a:prstGeom>
        </p:spPr>
      </p:pic>
      <p:pic>
        <p:nvPicPr>
          <p:cNvPr id="1030" name="Picture 1029">
            <a:extLst>
              <a:ext uri="{FF2B5EF4-FFF2-40B4-BE49-F238E27FC236}">
                <a16:creationId xmlns:a16="http://schemas.microsoft.com/office/drawing/2014/main" id="{CADE705D-B24A-3DD6-5C9A-EC96EA421BC4}"/>
              </a:ext>
            </a:extLst>
          </p:cNvPr>
          <p:cNvPicPr>
            <a:picLocks noChangeAspect="1"/>
          </p:cNvPicPr>
          <p:nvPr/>
        </p:nvPicPr>
        <p:blipFill>
          <a:blip r:embed="rId9"/>
          <a:stretch>
            <a:fillRect/>
          </a:stretch>
        </p:blipFill>
        <p:spPr>
          <a:xfrm>
            <a:off x="2049468" y="2122429"/>
            <a:ext cx="1214210" cy="410689"/>
          </a:xfrm>
          <a:prstGeom prst="rect">
            <a:avLst/>
          </a:prstGeom>
        </p:spPr>
      </p:pic>
      <p:pic>
        <p:nvPicPr>
          <p:cNvPr id="1032" name="Picture 1031">
            <a:extLst>
              <a:ext uri="{FF2B5EF4-FFF2-40B4-BE49-F238E27FC236}">
                <a16:creationId xmlns:a16="http://schemas.microsoft.com/office/drawing/2014/main" id="{CBC58040-A790-1F95-53F6-EF6AB3D18F41}"/>
              </a:ext>
            </a:extLst>
          </p:cNvPr>
          <p:cNvPicPr>
            <a:picLocks noChangeAspect="1"/>
          </p:cNvPicPr>
          <p:nvPr/>
        </p:nvPicPr>
        <p:blipFill rotWithShape="1">
          <a:blip r:embed="rId10"/>
          <a:srcRect t="26410" b="21153"/>
          <a:stretch/>
        </p:blipFill>
        <p:spPr>
          <a:xfrm>
            <a:off x="4814228" y="2017798"/>
            <a:ext cx="1676193" cy="585975"/>
          </a:xfrm>
          <a:prstGeom prst="rect">
            <a:avLst/>
          </a:prstGeom>
        </p:spPr>
      </p:pic>
      <p:pic>
        <p:nvPicPr>
          <p:cNvPr id="1034" name="Picture 1033">
            <a:extLst>
              <a:ext uri="{FF2B5EF4-FFF2-40B4-BE49-F238E27FC236}">
                <a16:creationId xmlns:a16="http://schemas.microsoft.com/office/drawing/2014/main" id="{BDB422D2-615F-CE40-00E8-08E03C7CB77B}"/>
              </a:ext>
            </a:extLst>
          </p:cNvPr>
          <p:cNvPicPr>
            <a:picLocks noChangeAspect="1"/>
          </p:cNvPicPr>
          <p:nvPr/>
        </p:nvPicPr>
        <p:blipFill>
          <a:blip r:embed="rId11"/>
          <a:stretch>
            <a:fillRect/>
          </a:stretch>
        </p:blipFill>
        <p:spPr>
          <a:xfrm>
            <a:off x="6750983" y="2063580"/>
            <a:ext cx="1034502" cy="428348"/>
          </a:xfrm>
          <a:prstGeom prst="rect">
            <a:avLst/>
          </a:prstGeom>
        </p:spPr>
      </p:pic>
      <p:sp>
        <p:nvSpPr>
          <p:cNvPr id="3" name="Footer Placeholder 2">
            <a:extLst>
              <a:ext uri="{FF2B5EF4-FFF2-40B4-BE49-F238E27FC236}">
                <a16:creationId xmlns:a16="http://schemas.microsoft.com/office/drawing/2014/main" id="{4019DB2F-2F23-DB66-D167-31840D42D980}"/>
              </a:ext>
            </a:extLst>
          </p:cNvPr>
          <p:cNvSpPr>
            <a:spLocks noGrp="1"/>
          </p:cNvSpPr>
          <p:nvPr>
            <p:ph type="ftr" sz="quarter" idx="3"/>
          </p:nvPr>
        </p:nvSpPr>
        <p:spPr/>
        <p:txBody>
          <a:bodyPr/>
          <a:lstStyle/>
          <a:p>
            <a:r>
              <a:rPr lang="en-US" dirty="0"/>
              <a:t>Domont Consulting</a:t>
            </a:r>
          </a:p>
        </p:txBody>
      </p:sp>
      <p:sp>
        <p:nvSpPr>
          <p:cNvPr id="10" name="Slide Number Placeholder 9">
            <a:extLst>
              <a:ext uri="{FF2B5EF4-FFF2-40B4-BE49-F238E27FC236}">
                <a16:creationId xmlns:a16="http://schemas.microsoft.com/office/drawing/2014/main" id="{BC003A15-EC52-BB26-B2EA-D1F6A5BB5F42}"/>
              </a:ext>
            </a:extLst>
          </p:cNvPr>
          <p:cNvSpPr>
            <a:spLocks noGrp="1"/>
          </p:cNvSpPr>
          <p:nvPr>
            <p:ph type="sldNum" sz="quarter" idx="4"/>
          </p:nvPr>
        </p:nvSpPr>
        <p:spPr/>
        <p:txBody>
          <a:bodyPr/>
          <a:lstStyle/>
          <a:p>
            <a:fld id="{37F5C94B-8C55-478B-B509-BAE6A06B2E2A}" type="slidenum">
              <a:rPr lang="en-US" smtClean="0"/>
              <a:pPr/>
              <a:t>21</a:t>
            </a:fld>
            <a:endParaRPr lang="en-US" dirty="0"/>
          </a:p>
        </p:txBody>
      </p:sp>
    </p:spTree>
    <p:extLst>
      <p:ext uri="{BB962C8B-B14F-4D97-AF65-F5344CB8AC3E}">
        <p14:creationId xmlns:p14="http://schemas.microsoft.com/office/powerpoint/2010/main" val="12528262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BBD01E70-F8C7-493C-AEDD-E5492D344E98}"/>
              </a:ext>
            </a:extLst>
          </p:cNvPr>
          <p:cNvGraphicFramePr>
            <a:graphicFrameLocks noChangeAspect="1"/>
          </p:cNvGraphicFramePr>
          <p:nvPr>
            <p:custDataLst>
              <p:tags r:id="rId1"/>
            </p:custDataLst>
            <p:extLst>
              <p:ext uri="{D42A27DB-BD31-4B8C-83A1-F6EECF244321}">
                <p14:modId xmlns:p14="http://schemas.microsoft.com/office/powerpoint/2010/main" val="9229001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5" imgH="426" progId="TCLayout.ActiveDocument.1">
                  <p:embed/>
                </p:oleObj>
              </mc:Choice>
              <mc:Fallback>
                <p:oleObj name="think-cell Slide" r:id="rId5" imgW="425" imgH="426" progId="TCLayout.ActiveDocument.1">
                  <p:embed/>
                  <p:pic>
                    <p:nvPicPr>
                      <p:cNvPr id="7" name="Object 6" hidden="1">
                        <a:extLst>
                          <a:ext uri="{FF2B5EF4-FFF2-40B4-BE49-F238E27FC236}">
                            <a16:creationId xmlns:a16="http://schemas.microsoft.com/office/drawing/2014/main" id="{BBD01E70-F8C7-493C-AEDD-E5492D344E9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FAA098EA-8CD1-417F-A724-88393CE45752}"/>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200" b="1" dirty="0">
              <a:latin typeface="Arial" panose="020B0604020202020204" pitchFamily="34" charset="0"/>
              <a:ea typeface="+mj-ea"/>
              <a:cs typeface="Arial" panose="020B0604020202020204" pitchFamily="34" charset="0"/>
              <a:sym typeface="Arial" panose="020B0604020202020204" pitchFamily="34" charset="0"/>
            </a:endParaRPr>
          </a:p>
        </p:txBody>
      </p:sp>
      <p:pic>
        <p:nvPicPr>
          <p:cNvPr id="12" name="Picture 11">
            <a:hlinkClick r:id="rId7"/>
            <a:extLst>
              <a:ext uri="{FF2B5EF4-FFF2-40B4-BE49-F238E27FC236}">
                <a16:creationId xmlns:a16="http://schemas.microsoft.com/office/drawing/2014/main" id="{C0EC32D3-CE1C-48E3-89F2-1AFBF8A9B34F}"/>
              </a:ext>
            </a:extLst>
          </p:cNvPr>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979576" y="1756411"/>
            <a:ext cx="6232848" cy="3505200"/>
          </a:xfrm>
          <a:prstGeom prst="rect">
            <a:avLst/>
          </a:prstGeom>
          <a:ln>
            <a:noFill/>
          </a:ln>
          <a:effectLst>
            <a:outerShdw blurRad="292100" dist="139700" dir="2700000" algn="tl" rotWithShape="0">
              <a:srgbClr val="333333">
                <a:alpha val="65000"/>
              </a:srgbClr>
            </a:outerShdw>
          </a:effectLst>
        </p:spPr>
      </p:pic>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normAutofit/>
          </a:bodyPr>
          <a:lstStyle/>
          <a:p>
            <a:r>
              <a:rPr lang="en-US" dirty="0">
                <a:solidFill>
                  <a:schemeClr val="accent2"/>
                </a:solidFill>
                <a:sym typeface="Arial" panose="020B0604020202020204" pitchFamily="34" charset="0"/>
              </a:rPr>
              <a:t>Interested in more than 1 Toolkit? </a:t>
            </a:r>
            <a:r>
              <a:rPr lang="en-US" dirty="0">
                <a:sym typeface="Arial" panose="020B0604020202020204" pitchFamily="34" charset="0"/>
              </a:rPr>
              <a:t>Access all our Toolkits for </a:t>
            </a:r>
            <a:r>
              <a:rPr lang="en-US" u="sng" dirty="0">
                <a:sym typeface="Arial" panose="020B0604020202020204" pitchFamily="34" charset="0"/>
              </a:rPr>
              <a:t>half the price</a:t>
            </a:r>
            <a:r>
              <a:rPr lang="en-US" dirty="0">
                <a:sym typeface="Arial" panose="020B0604020202020204" pitchFamily="34" charset="0"/>
              </a:rPr>
              <a:t> with our Gold Access</a:t>
            </a:r>
          </a:p>
        </p:txBody>
      </p:sp>
      <p:sp>
        <p:nvSpPr>
          <p:cNvPr id="10" name="Title 1">
            <a:extLst>
              <a:ext uri="{FF2B5EF4-FFF2-40B4-BE49-F238E27FC236}">
                <a16:creationId xmlns:a16="http://schemas.microsoft.com/office/drawing/2014/main" id="{45724769-7F7A-49A0-978E-58661220D668}"/>
              </a:ext>
            </a:extLst>
          </p:cNvPr>
          <p:cNvSpPr txBox="1">
            <a:spLocks/>
          </p:cNvSpPr>
          <p:nvPr/>
        </p:nvSpPr>
        <p:spPr>
          <a:xfrm>
            <a:off x="3697289" y="5365291"/>
            <a:ext cx="4797423" cy="423802"/>
          </a:xfrm>
          <a:prstGeom prst="rect">
            <a:avLst/>
          </a:prstGeom>
        </p:spPr>
        <p:txBody>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pPr algn="ctr"/>
            <a:r>
              <a:rPr lang="en-US" sz="2400" kern="0" dirty="0"/>
              <a:t>Gold Access</a:t>
            </a:r>
          </a:p>
        </p:txBody>
      </p:sp>
      <p:sp>
        <p:nvSpPr>
          <p:cNvPr id="5" name="Rectangle: Rounded Corners 4">
            <a:hlinkClick r:id="rId9"/>
            <a:extLst>
              <a:ext uri="{FF2B5EF4-FFF2-40B4-BE49-F238E27FC236}">
                <a16:creationId xmlns:a16="http://schemas.microsoft.com/office/drawing/2014/main" id="{D4604511-274B-95D2-A130-C832BC31795C}"/>
              </a:ext>
            </a:extLst>
          </p:cNvPr>
          <p:cNvSpPr/>
          <p:nvPr/>
        </p:nvSpPr>
        <p:spPr bwMode="auto">
          <a:xfrm>
            <a:off x="4782000" y="6009488"/>
            <a:ext cx="2628000" cy="324000"/>
          </a:xfrm>
          <a:prstGeom prst="roundRect">
            <a:avLst>
              <a:gd name="adj" fmla="val 17808"/>
            </a:avLst>
          </a:prstGeom>
          <a:solidFill>
            <a:srgbClr val="3EA9F5"/>
          </a:solidFill>
          <a:ln>
            <a:noFill/>
          </a:ln>
          <a:effectLst/>
        </p:spPr>
        <p:txBody>
          <a:bodyPr wrap="square" lIns="91428" tIns="144000" rIns="91428" bIns="91440" rtlCol="0" anchor="ctr">
            <a:noAutofit/>
          </a:bodyPr>
          <a:lstStyle/>
          <a:p>
            <a:pPr algn="ctr" defTabSz="623853" rtl="0" fontAlgn="base">
              <a:lnSpc>
                <a:spcPts val="1100"/>
              </a:lnSpc>
              <a:spcBef>
                <a:spcPct val="0"/>
              </a:spcBef>
              <a:spcAft>
                <a:spcPct val="0"/>
              </a:spcAft>
              <a:buClr>
                <a:srgbClr val="000000"/>
              </a:buClr>
            </a:pPr>
            <a:r>
              <a:rPr lang="en-US" sz="1400" b="1" kern="1200" dirty="0">
                <a:solidFill>
                  <a:schemeClr val="bg1"/>
                </a:solidFill>
                <a:latin typeface="Arial" charset="0"/>
                <a:ea typeface="+mn-ea"/>
                <a:cs typeface="Times New Roman" pitchFamily="18" charset="0"/>
              </a:rPr>
              <a:t>Click here to learn more</a:t>
            </a:r>
          </a:p>
        </p:txBody>
      </p:sp>
      <p:sp>
        <p:nvSpPr>
          <p:cNvPr id="4" name="Footer Placeholder 3">
            <a:extLst>
              <a:ext uri="{FF2B5EF4-FFF2-40B4-BE49-F238E27FC236}">
                <a16:creationId xmlns:a16="http://schemas.microsoft.com/office/drawing/2014/main" id="{C67973EC-07C4-FF4C-740C-76BF40656E5E}"/>
              </a:ext>
            </a:extLst>
          </p:cNvPr>
          <p:cNvSpPr>
            <a:spLocks noGrp="1"/>
          </p:cNvSpPr>
          <p:nvPr>
            <p:ph type="ftr" sz="quarter" idx="3"/>
          </p:nvPr>
        </p:nvSpPr>
        <p:spPr/>
        <p:txBody>
          <a:bodyPr/>
          <a:lstStyle/>
          <a:p>
            <a:r>
              <a:rPr lang="en-US" dirty="0"/>
              <a:t>Domont Consulting</a:t>
            </a:r>
          </a:p>
        </p:txBody>
      </p:sp>
      <p:sp>
        <p:nvSpPr>
          <p:cNvPr id="6" name="Slide Number Placeholder 5">
            <a:extLst>
              <a:ext uri="{FF2B5EF4-FFF2-40B4-BE49-F238E27FC236}">
                <a16:creationId xmlns:a16="http://schemas.microsoft.com/office/drawing/2014/main" id="{CECECF77-7C25-E4AC-F4D7-A7E06C4A3529}"/>
              </a:ext>
            </a:extLst>
          </p:cNvPr>
          <p:cNvSpPr>
            <a:spLocks noGrp="1"/>
          </p:cNvSpPr>
          <p:nvPr>
            <p:ph type="sldNum" sz="quarter" idx="4"/>
          </p:nvPr>
        </p:nvSpPr>
        <p:spPr/>
        <p:txBody>
          <a:bodyPr/>
          <a:lstStyle/>
          <a:p>
            <a:fld id="{37F5C94B-8C55-478B-B509-BAE6A06B2E2A}" type="slidenum">
              <a:rPr lang="en-US" smtClean="0"/>
              <a:pPr/>
              <a:t>22</a:t>
            </a:fld>
            <a:endParaRPr lang="en-US" dirty="0"/>
          </a:p>
        </p:txBody>
      </p:sp>
    </p:spTree>
    <p:extLst>
      <p:ext uri="{BB962C8B-B14F-4D97-AF65-F5344CB8AC3E}">
        <p14:creationId xmlns:p14="http://schemas.microsoft.com/office/powerpoint/2010/main" val="17545858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EA4BA662-CDE2-4A20-B082-F06179C98F07}"/>
              </a:ext>
            </a:extLst>
          </p:cNvPr>
          <p:cNvGraphicFramePr>
            <a:graphicFrameLocks noChangeAspect="1"/>
          </p:cNvGraphicFramePr>
          <p:nvPr>
            <p:custDataLst>
              <p:tags r:id="rId1"/>
            </p:custDataLst>
            <p:extLst>
              <p:ext uri="{D42A27DB-BD31-4B8C-83A1-F6EECF244321}">
                <p14:modId xmlns:p14="http://schemas.microsoft.com/office/powerpoint/2010/main" val="36489391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4" name="Object 3" hidden="1">
                        <a:extLst>
                          <a:ext uri="{FF2B5EF4-FFF2-40B4-BE49-F238E27FC236}">
                            <a16:creationId xmlns:a16="http://schemas.microsoft.com/office/drawing/2014/main" id="{EA4BA662-CDE2-4A20-B082-F06179C98F0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6088ED2B-BEA3-4D03-95DE-285838A9FDF5}"/>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normAutofit/>
          </a:bodyPr>
          <a:lstStyle/>
          <a:p>
            <a:r>
              <a:rPr lang="en-US" dirty="0">
                <a:solidFill>
                  <a:schemeClr val="accent2"/>
                </a:solidFill>
                <a:latin typeface="+mn-lt"/>
              </a:rPr>
              <a:t>Need additional help? </a:t>
            </a:r>
            <a:r>
              <a:rPr lang="en-US" dirty="0">
                <a:latin typeface="+mn-lt"/>
              </a:rPr>
              <a:t>Send us a brief and we’ll find you the right talent from our network of 500+ tier-1 Management Consultants</a:t>
            </a:r>
          </a:p>
        </p:txBody>
      </p:sp>
      <p:sp>
        <p:nvSpPr>
          <p:cNvPr id="7" name="Rectangle: Rounded Corners 6">
            <a:hlinkClick r:id="rId7"/>
            <a:extLst>
              <a:ext uri="{FF2B5EF4-FFF2-40B4-BE49-F238E27FC236}">
                <a16:creationId xmlns:a16="http://schemas.microsoft.com/office/drawing/2014/main" id="{FCF3B6F5-0780-4160-979E-CDC4B2E2F5EC}"/>
              </a:ext>
            </a:extLst>
          </p:cNvPr>
          <p:cNvSpPr/>
          <p:nvPr/>
        </p:nvSpPr>
        <p:spPr bwMode="auto">
          <a:xfrm>
            <a:off x="4782000" y="6180938"/>
            <a:ext cx="2628000" cy="324000"/>
          </a:xfrm>
          <a:prstGeom prst="roundRect">
            <a:avLst>
              <a:gd name="adj" fmla="val 17808"/>
            </a:avLst>
          </a:prstGeom>
          <a:solidFill>
            <a:srgbClr val="3EA9F5"/>
          </a:solidFill>
          <a:ln>
            <a:noFill/>
          </a:ln>
          <a:effectLst/>
        </p:spPr>
        <p:txBody>
          <a:bodyPr wrap="square" lIns="91428" tIns="144000" rIns="91428" bIns="91440" rtlCol="0" anchor="ctr">
            <a:noAutofit/>
          </a:bodyPr>
          <a:lstStyle/>
          <a:p>
            <a:pPr algn="ctr" defTabSz="623853" rtl="0" fontAlgn="base">
              <a:lnSpc>
                <a:spcPts val="1100"/>
              </a:lnSpc>
              <a:spcBef>
                <a:spcPct val="0"/>
              </a:spcBef>
              <a:spcAft>
                <a:spcPct val="0"/>
              </a:spcAft>
              <a:buClr>
                <a:srgbClr val="000000"/>
              </a:buClr>
            </a:pPr>
            <a:r>
              <a:rPr lang="en-US" sz="1100" b="1" kern="1200" dirty="0">
                <a:solidFill>
                  <a:schemeClr val="bg1"/>
                </a:solidFill>
                <a:latin typeface="Arial" charset="0"/>
                <a:ea typeface="+mn-ea"/>
                <a:cs typeface="Times New Roman" pitchFamily="18" charset="0"/>
              </a:rPr>
              <a:t>Click here to send us a Project Brief</a:t>
            </a:r>
          </a:p>
        </p:txBody>
      </p:sp>
      <p:pic>
        <p:nvPicPr>
          <p:cNvPr id="18" name="Picture 17">
            <a:extLst>
              <a:ext uri="{FF2B5EF4-FFF2-40B4-BE49-F238E27FC236}">
                <a16:creationId xmlns:a16="http://schemas.microsoft.com/office/drawing/2014/main" id="{3A26D682-5264-B706-F6AF-0D72378DBAC9}"/>
              </a:ext>
            </a:extLst>
          </p:cNvPr>
          <p:cNvPicPr>
            <a:picLocks noChangeAspect="1"/>
          </p:cNvPicPr>
          <p:nvPr/>
        </p:nvPicPr>
        <p:blipFill>
          <a:blip r:embed="rId8"/>
          <a:stretch>
            <a:fillRect/>
          </a:stretch>
        </p:blipFill>
        <p:spPr>
          <a:xfrm>
            <a:off x="1015918" y="1696030"/>
            <a:ext cx="3187864" cy="2140060"/>
          </a:xfrm>
          <a:prstGeom prst="rect">
            <a:avLst/>
          </a:prstGeom>
        </p:spPr>
      </p:pic>
      <p:pic>
        <p:nvPicPr>
          <p:cNvPr id="20" name="Picture 19">
            <a:extLst>
              <a:ext uri="{FF2B5EF4-FFF2-40B4-BE49-F238E27FC236}">
                <a16:creationId xmlns:a16="http://schemas.microsoft.com/office/drawing/2014/main" id="{611A84D5-7403-36BA-1766-D2F531D22681}"/>
              </a:ext>
            </a:extLst>
          </p:cNvPr>
          <p:cNvPicPr>
            <a:picLocks noChangeAspect="1"/>
          </p:cNvPicPr>
          <p:nvPr/>
        </p:nvPicPr>
        <p:blipFill>
          <a:blip r:embed="rId9"/>
          <a:stretch>
            <a:fillRect/>
          </a:stretch>
        </p:blipFill>
        <p:spPr>
          <a:xfrm>
            <a:off x="4444918" y="1696030"/>
            <a:ext cx="3187864" cy="2133710"/>
          </a:xfrm>
          <a:prstGeom prst="rect">
            <a:avLst/>
          </a:prstGeom>
        </p:spPr>
      </p:pic>
      <p:pic>
        <p:nvPicPr>
          <p:cNvPr id="22" name="Picture 21">
            <a:extLst>
              <a:ext uri="{FF2B5EF4-FFF2-40B4-BE49-F238E27FC236}">
                <a16:creationId xmlns:a16="http://schemas.microsoft.com/office/drawing/2014/main" id="{72DEE20F-275F-C091-1F85-E12BC455C0BA}"/>
              </a:ext>
            </a:extLst>
          </p:cNvPr>
          <p:cNvPicPr>
            <a:picLocks noChangeAspect="1"/>
          </p:cNvPicPr>
          <p:nvPr/>
        </p:nvPicPr>
        <p:blipFill rotWithShape="1">
          <a:blip r:embed="rId10"/>
          <a:srcRect t="1770"/>
          <a:stretch/>
        </p:blipFill>
        <p:spPr>
          <a:xfrm>
            <a:off x="7873918" y="1734132"/>
            <a:ext cx="3187864" cy="2114659"/>
          </a:xfrm>
          <a:prstGeom prst="rect">
            <a:avLst/>
          </a:prstGeom>
        </p:spPr>
      </p:pic>
      <p:pic>
        <p:nvPicPr>
          <p:cNvPr id="24" name="Picture 23">
            <a:extLst>
              <a:ext uri="{FF2B5EF4-FFF2-40B4-BE49-F238E27FC236}">
                <a16:creationId xmlns:a16="http://schemas.microsoft.com/office/drawing/2014/main" id="{14A2B9D2-D853-FE69-FBE1-01DA776C2EF9}"/>
              </a:ext>
            </a:extLst>
          </p:cNvPr>
          <p:cNvPicPr>
            <a:picLocks noChangeAspect="1"/>
          </p:cNvPicPr>
          <p:nvPr/>
        </p:nvPicPr>
        <p:blipFill>
          <a:blip r:embed="rId11"/>
          <a:stretch>
            <a:fillRect/>
          </a:stretch>
        </p:blipFill>
        <p:spPr>
          <a:xfrm>
            <a:off x="1015918" y="4012597"/>
            <a:ext cx="3181514" cy="2133710"/>
          </a:xfrm>
          <a:prstGeom prst="rect">
            <a:avLst/>
          </a:prstGeom>
        </p:spPr>
      </p:pic>
      <p:pic>
        <p:nvPicPr>
          <p:cNvPr id="26" name="Picture 25">
            <a:extLst>
              <a:ext uri="{FF2B5EF4-FFF2-40B4-BE49-F238E27FC236}">
                <a16:creationId xmlns:a16="http://schemas.microsoft.com/office/drawing/2014/main" id="{6855FA9D-ABAE-4A3D-DC8B-78877AE4B608}"/>
              </a:ext>
            </a:extLst>
          </p:cNvPr>
          <p:cNvPicPr>
            <a:picLocks noChangeAspect="1"/>
          </p:cNvPicPr>
          <p:nvPr/>
        </p:nvPicPr>
        <p:blipFill>
          <a:blip r:embed="rId12"/>
          <a:stretch>
            <a:fillRect/>
          </a:stretch>
        </p:blipFill>
        <p:spPr>
          <a:xfrm>
            <a:off x="4444918" y="4012597"/>
            <a:ext cx="3168813" cy="2121009"/>
          </a:xfrm>
          <a:prstGeom prst="rect">
            <a:avLst/>
          </a:prstGeom>
        </p:spPr>
      </p:pic>
      <p:pic>
        <p:nvPicPr>
          <p:cNvPr id="28" name="Picture 27">
            <a:extLst>
              <a:ext uri="{FF2B5EF4-FFF2-40B4-BE49-F238E27FC236}">
                <a16:creationId xmlns:a16="http://schemas.microsoft.com/office/drawing/2014/main" id="{6894912F-62D0-D110-AAA1-7996F52565A5}"/>
              </a:ext>
            </a:extLst>
          </p:cNvPr>
          <p:cNvPicPr>
            <a:picLocks noChangeAspect="1"/>
          </p:cNvPicPr>
          <p:nvPr/>
        </p:nvPicPr>
        <p:blipFill>
          <a:blip r:embed="rId13"/>
          <a:stretch>
            <a:fillRect/>
          </a:stretch>
        </p:blipFill>
        <p:spPr>
          <a:xfrm>
            <a:off x="7861217" y="4012597"/>
            <a:ext cx="3181514" cy="2114659"/>
          </a:xfrm>
          <a:prstGeom prst="rect">
            <a:avLst/>
          </a:prstGeom>
        </p:spPr>
      </p:pic>
      <p:sp>
        <p:nvSpPr>
          <p:cNvPr id="3" name="Footer Placeholder 2">
            <a:extLst>
              <a:ext uri="{FF2B5EF4-FFF2-40B4-BE49-F238E27FC236}">
                <a16:creationId xmlns:a16="http://schemas.microsoft.com/office/drawing/2014/main" id="{A169548C-8BDC-101F-0F14-9450ED82DDE4}"/>
              </a:ext>
            </a:extLst>
          </p:cNvPr>
          <p:cNvSpPr>
            <a:spLocks noGrp="1"/>
          </p:cNvSpPr>
          <p:nvPr>
            <p:ph type="ftr" sz="quarter" idx="3"/>
          </p:nvPr>
        </p:nvSpPr>
        <p:spPr/>
        <p:txBody>
          <a:bodyPr/>
          <a:lstStyle/>
          <a:p>
            <a:r>
              <a:rPr lang="en-US" dirty="0"/>
              <a:t>Domont Consulting</a:t>
            </a:r>
          </a:p>
        </p:txBody>
      </p:sp>
      <p:sp>
        <p:nvSpPr>
          <p:cNvPr id="6" name="Slide Number Placeholder 5">
            <a:extLst>
              <a:ext uri="{FF2B5EF4-FFF2-40B4-BE49-F238E27FC236}">
                <a16:creationId xmlns:a16="http://schemas.microsoft.com/office/drawing/2014/main" id="{360BF72A-34C7-ED75-EACA-1530D71C5DD8}"/>
              </a:ext>
            </a:extLst>
          </p:cNvPr>
          <p:cNvSpPr>
            <a:spLocks noGrp="1"/>
          </p:cNvSpPr>
          <p:nvPr>
            <p:ph type="sldNum" sz="quarter" idx="4"/>
          </p:nvPr>
        </p:nvSpPr>
        <p:spPr/>
        <p:txBody>
          <a:bodyPr/>
          <a:lstStyle/>
          <a:p>
            <a:fld id="{37F5C94B-8C55-478B-B509-BAE6A06B2E2A}" type="slidenum">
              <a:rPr lang="en-US" smtClean="0"/>
              <a:pPr/>
              <a:t>23</a:t>
            </a:fld>
            <a:endParaRPr lang="en-US" dirty="0"/>
          </a:p>
        </p:txBody>
      </p:sp>
    </p:spTree>
    <p:extLst>
      <p:ext uri="{BB962C8B-B14F-4D97-AF65-F5344CB8AC3E}">
        <p14:creationId xmlns:p14="http://schemas.microsoft.com/office/powerpoint/2010/main" val="15343998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4BA8F5-D233-6F88-C267-EBFA42ECB72D}"/>
              </a:ext>
            </a:extLst>
          </p:cNvPr>
          <p:cNvPicPr>
            <a:picLocks noChangeAspect="1"/>
          </p:cNvPicPr>
          <p:nvPr/>
        </p:nvPicPr>
        <p:blipFill>
          <a:blip r:embed="rId5"/>
          <a:stretch>
            <a:fillRect/>
          </a:stretch>
        </p:blipFill>
        <p:spPr>
          <a:xfrm>
            <a:off x="3568900" y="3172775"/>
            <a:ext cx="4717062" cy="1087968"/>
          </a:xfrm>
          <a:prstGeom prst="rect">
            <a:avLst/>
          </a:prstGeom>
        </p:spPr>
      </p:pic>
      <p:graphicFrame>
        <p:nvGraphicFramePr>
          <p:cNvPr id="6" name="Object 5" hidden="1">
            <a:extLst>
              <a:ext uri="{FF2B5EF4-FFF2-40B4-BE49-F238E27FC236}">
                <a16:creationId xmlns:a16="http://schemas.microsoft.com/office/drawing/2014/main" id="{A832FE54-3FF5-4B4C-8DBC-DAAD65190EAA}"/>
              </a:ext>
            </a:extLst>
          </p:cNvPr>
          <p:cNvGraphicFramePr>
            <a:graphicFrameLocks noChangeAspect="1"/>
          </p:cNvGraphicFramePr>
          <p:nvPr>
            <p:custDataLst>
              <p:tags r:id="rId1"/>
            </p:custDataLst>
            <p:extLst>
              <p:ext uri="{D42A27DB-BD31-4B8C-83A1-F6EECF244321}">
                <p14:modId xmlns:p14="http://schemas.microsoft.com/office/powerpoint/2010/main" val="30094271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44" imgH="344" progId="TCLayout.ActiveDocument.1">
                  <p:embed/>
                </p:oleObj>
              </mc:Choice>
              <mc:Fallback>
                <p:oleObj name="think-cell Slide" r:id="rId6" imgW="344" imgH="344" progId="TCLayout.ActiveDocument.1">
                  <p:embed/>
                  <p:pic>
                    <p:nvPicPr>
                      <p:cNvPr id="6" name="Object 5" hidden="1">
                        <a:extLst>
                          <a:ext uri="{FF2B5EF4-FFF2-40B4-BE49-F238E27FC236}">
                            <a16:creationId xmlns:a16="http://schemas.microsoft.com/office/drawing/2014/main" id="{A832FE54-3FF5-4B4C-8DBC-DAAD65190EAA}"/>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D9313AF4-C8B1-42E4-ACB5-22D9C13E3709}"/>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normAutofit/>
          </a:bodyPr>
          <a:lstStyle/>
          <a:p>
            <a:r>
              <a:rPr lang="en-US" dirty="0">
                <a:latin typeface="+mn-lt"/>
              </a:rPr>
              <a:t>This was just a small preview.</a:t>
            </a:r>
          </a:p>
        </p:txBody>
      </p:sp>
      <p:sp>
        <p:nvSpPr>
          <p:cNvPr id="11" name="TextBox 10">
            <a:extLst>
              <a:ext uri="{FF2B5EF4-FFF2-40B4-BE49-F238E27FC236}">
                <a16:creationId xmlns:a16="http://schemas.microsoft.com/office/drawing/2014/main" id="{6F4EE5F8-9590-D51A-8C97-146730CFCC30}"/>
              </a:ext>
            </a:extLst>
          </p:cNvPr>
          <p:cNvSpPr txBox="1"/>
          <p:nvPr/>
        </p:nvSpPr>
        <p:spPr>
          <a:xfrm>
            <a:off x="4077852" y="4302860"/>
            <a:ext cx="3672164" cy="369332"/>
          </a:xfrm>
          <a:prstGeom prst="rect">
            <a:avLst/>
          </a:prstGeom>
          <a:noFill/>
        </p:spPr>
        <p:txBody>
          <a:bodyPr wrap="square" rtlCol="0">
            <a:spAutoFit/>
          </a:bodyPr>
          <a:lstStyle/>
          <a:p>
            <a:pPr algn="ctr"/>
            <a:r>
              <a:rPr lang="en-US" dirty="0">
                <a:solidFill>
                  <a:srgbClr val="00B0F0"/>
                </a:solidFill>
                <a:hlinkClick r:id="rId8"/>
              </a:rPr>
              <a:t>www.domontconsulting.com</a:t>
            </a:r>
            <a:r>
              <a:rPr lang="en-US" dirty="0">
                <a:solidFill>
                  <a:srgbClr val="00B0F0"/>
                </a:solidFill>
              </a:rPr>
              <a:t> </a:t>
            </a:r>
          </a:p>
        </p:txBody>
      </p:sp>
    </p:spTree>
    <p:extLst>
      <p:ext uri="{BB962C8B-B14F-4D97-AF65-F5344CB8AC3E}">
        <p14:creationId xmlns:p14="http://schemas.microsoft.com/office/powerpoint/2010/main" val="28538064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8224&quot;&gt;&lt;version val=&quot;35220&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4&lt;/m_strFormatTime&gt;&lt;m_yearfmt&gt;&lt;begin val=&quot;0&quot;/&gt;&lt;end val=&quot;4&quot;/&gt;&lt;/m_yearfmt&gt;&lt;/m_precDefaultWeek&gt;&lt;m_precDefaultMonth&gt;&lt;m_bNumberIsYear val=&quot;0&quot;/&gt;&lt;m_strFormatTime&gt;%1&lt;/m_strFormatTime&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bNumberIsYear val=&quot;0&quot;/&gt;&lt;m_strFormatTime&gt;%Y&lt;/m_strFormatTime&gt;&lt;m_yearfmt&gt;&lt;begin val=&quot;0&quot;/&gt;&lt;end val=&quot;0&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2&quot;&gt;&lt;elem m_fUsage=&quot;1.00000000000000000000E+00&quot;&gt;&lt;m_msothmcolidx val=&quot;0&quot;/&gt;&lt;m_rgb r=&quot;FF&quot; g=&quot;8E&quot; b=&quot;8D&quot;/&gt;&lt;/elem&gt;&lt;elem m_fUsage=&quot;9.00000000000000022204E-01&quot;&gt;&lt;m_msothmcolidx val=&quot;0&quot;/&gt;&lt;m_rgb r=&quot;B5&quot; g=&quot;ED&quot; b=&quot;A1&quot;/&gt;&lt;/elem&gt;&lt;/m_vecMRU&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sIJhBuMYoa_dtSDYHoSM8g"/>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dlrBXLfPuxm3QOk.BDCfR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5P_SPypkSEHWCdIYyiD1Z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5P_SPypkSEHWCdIYyiD1Z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5P_SPypkSEHWCdIYyiD1Z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sssJ_uIZwbfpGgnTea6Kpg"/>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n_YJIvpWnqLvNU0KVFaUOg"/>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jQPC3f2gZgVY9SboLNfyDQ"/>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eMMwFWYsF7UvYfkRPDc1TQ"/>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wxLOCPV1M0yDVVtpiKAYG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SoXP1LSJmKysQgoJBj3Qhw"/>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1wLE9WS72SqpZufFKGkeWA"/>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b6OshOgcz1ZkcHGw0AtB7g"/>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RHFj9g7Zy2LthORA4sdbvA"/>
</p:tagLst>
</file>

<file path=ppt/theme/theme1.xml><?xml version="1.0" encoding="utf-8"?>
<a:theme xmlns:a="http://schemas.openxmlformats.org/drawingml/2006/main" name="1_Theme3">
  <a:themeElements>
    <a:clrScheme name="Custom 1">
      <a:dk1>
        <a:srgbClr val="FFFFFF"/>
      </a:dk1>
      <a:lt1>
        <a:srgbClr val="002060"/>
      </a:lt1>
      <a:dk2>
        <a:srgbClr val="002060"/>
      </a:dk2>
      <a:lt2>
        <a:srgbClr val="002060"/>
      </a:lt2>
      <a:accent1>
        <a:srgbClr val="002060"/>
      </a:accent1>
      <a:accent2>
        <a:srgbClr val="00B0F0"/>
      </a:accent2>
      <a:accent3>
        <a:srgbClr val="00B050"/>
      </a:accent3>
      <a:accent4>
        <a:srgbClr val="92D050"/>
      </a:accent4>
      <a:accent5>
        <a:srgbClr val="FFC000"/>
      </a:accent5>
      <a:accent6>
        <a:srgbClr val="FF0000"/>
      </a:accent6>
      <a:hlink>
        <a:srgbClr val="00B0F0"/>
      </a:hlink>
      <a:folHlink>
        <a:srgbClr val="00B0F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dirty="0" smtClean="0">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heme3" id="{7D1C7C3E-DDBB-4A1D-8861-A10BD3664B8D}" vid="{E1945AC1-AF09-43B9-95F3-8037580443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8a52e8c320b9a064ae3583ae3861c9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8020cb39231a0945110f9cd888b521a"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50072C5-DDE0-4258-BA7A-4D4B80DFA632}">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FD7FC771-7DFE-49DA-B577-71181BFBCB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EE8C63A-4744-4DE4-BB49-0FF0B5375C6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6825</TotalTime>
  <Words>1910</Words>
  <Application>Microsoft Office PowerPoint</Application>
  <PresentationFormat>Widescreen</PresentationFormat>
  <Paragraphs>237</Paragraphs>
  <Slides>24</Slides>
  <Notes>13</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24</vt:i4>
      </vt:variant>
    </vt:vector>
  </HeadingPairs>
  <TitlesOfParts>
    <vt:vector size="33" baseType="lpstr">
      <vt:lpstr>ＭＳ Ｐゴシック</vt:lpstr>
      <vt:lpstr>Aptos</vt:lpstr>
      <vt:lpstr>Arial</vt:lpstr>
      <vt:lpstr>Arial (Body)</vt:lpstr>
      <vt:lpstr>Calibri</vt:lpstr>
      <vt:lpstr>Helvetica</vt:lpstr>
      <vt:lpstr>Lato Light</vt:lpstr>
      <vt:lpstr>1_Theme3</vt:lpstr>
      <vt:lpstr>think-cell Slide</vt:lpstr>
      <vt:lpstr>PowerPoint Presentation</vt:lpstr>
      <vt:lpstr>PowerPoint Presentation</vt:lpstr>
      <vt:lpstr>Introduction</vt:lpstr>
      <vt:lpstr>Context: Having a great operating model and organization design is more important than ever</vt:lpstr>
      <vt:lpstr>Problem: Fewer than half of the reorganization efforts are successful</vt:lpstr>
      <vt:lpstr>Solution: Our ex-McKinsey, Deloitte &amp; BCG consultants created a Toolkit to help you reach your value creation objectives</vt:lpstr>
      <vt:lpstr>Our Toolkit will help you fulfill multiple objectives</vt:lpstr>
      <vt:lpstr>Video demonstration of the Operating Model and Organization Design Toolkit </vt:lpstr>
      <vt:lpstr>The Operating Model and Organization Design Toolkit focuses on 6 components that will help you make your strategy happen</vt:lpstr>
      <vt:lpstr>The Toolkit includes a 7-phase approach that we have built and refined over the past 20 years through constant trial and error</vt:lpstr>
      <vt:lpstr>Small preview of the phase 1 ‘Business Case for Change’ </vt:lpstr>
      <vt:lpstr>Small preview of the phase 2 ‘Operating Model and Organization Design 6 Pillars’ </vt:lpstr>
      <vt:lpstr>Small preview of the phase 3 ‘List of Potential Initiatives for each Pillar’</vt:lpstr>
      <vt:lpstr>Small preview of the phase 4 ‘Business cases and financial models to assess potential initiatives’</vt:lpstr>
      <vt:lpstr>Small preview of the phase 5 ‘Project Prioritization, Business Roadmap and Implementation’</vt:lpstr>
      <vt:lpstr>Small preview of the phase 6 ‘Change Management, Internal Communication and Stakeholder Engagement’</vt:lpstr>
      <vt:lpstr>Small preview of the phase 7 ‘Strategic Dashboards’</vt:lpstr>
      <vt:lpstr>The Toolkit includes multiple PowerPoint slides, Excel sheets and Video training that you can download on your device immediately after purchase</vt:lpstr>
      <vt:lpstr>Our Management Consulting Toolkits include 9 key benefits</vt:lpstr>
      <vt:lpstr>What our clients say about our Toolkits</vt:lpstr>
      <vt:lpstr>Join 200,000+ Executives, Consultants &amp; Entrepreneurs leveraging our Toolkits to improve the performance of their organization</vt:lpstr>
      <vt:lpstr>Interested in more than 1 Toolkit? Access all our Toolkits for half the price with our Gold Access</vt:lpstr>
      <vt:lpstr>Need additional help? Send us a brief and we’ll find you the right talent from our network of 500+ tier-1 Management Consultants</vt:lpstr>
      <vt:lpstr>This was just a small preview.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PowerPoint</dc:title>
  <dc:creator>Aurelien Dom</dc:creator>
  <cp:keywords/>
  <cp:lastModifiedBy>Aurelien Domont</cp:lastModifiedBy>
  <cp:revision>257</cp:revision>
  <dcterms:created xsi:type="dcterms:W3CDTF">2020-07-08T04:44:55Z</dcterms:created>
  <dcterms:modified xsi:type="dcterms:W3CDTF">2025-06-30T05:06:09Z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