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5.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30"/>
  </p:notesMasterIdLst>
  <p:handoutMasterIdLst>
    <p:handoutMasterId r:id="rId31"/>
  </p:handoutMasterIdLst>
  <p:sldIdLst>
    <p:sldId id="526" r:id="rId5"/>
    <p:sldId id="542" r:id="rId6"/>
    <p:sldId id="3289" r:id="rId7"/>
    <p:sldId id="2959" r:id="rId8"/>
    <p:sldId id="3039" r:id="rId9"/>
    <p:sldId id="3429" r:id="rId10"/>
    <p:sldId id="3430" r:id="rId11"/>
    <p:sldId id="3401" r:id="rId12"/>
    <p:sldId id="2162" r:id="rId13"/>
    <p:sldId id="3377" r:id="rId14"/>
    <p:sldId id="3431" r:id="rId15"/>
    <p:sldId id="3286" r:id="rId16"/>
    <p:sldId id="3428" r:id="rId17"/>
    <p:sldId id="3396" r:id="rId18"/>
    <p:sldId id="3432" r:id="rId19"/>
    <p:sldId id="3433" r:id="rId20"/>
    <p:sldId id="3434" r:id="rId21"/>
    <p:sldId id="3437" r:id="rId22"/>
    <p:sldId id="2338" r:id="rId23"/>
    <p:sldId id="2034" r:id="rId24"/>
    <p:sldId id="3282" r:id="rId25"/>
    <p:sldId id="1711" r:id="rId26"/>
    <p:sldId id="1598" r:id="rId27"/>
    <p:sldId id="2240" r:id="rId28"/>
    <p:sldId id="1600" r:id="rId29"/>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542"/>
            <p14:sldId id="3289"/>
            <p14:sldId id="2959"/>
            <p14:sldId id="3039"/>
            <p14:sldId id="3429"/>
            <p14:sldId id="3430"/>
            <p14:sldId id="3401"/>
          </p14:sldIdLst>
        </p14:section>
        <p14:section name="Toolkit overview" id="{F236E09D-F1BA-49AA-851C-9B6FC4C418CC}">
          <p14:sldIdLst>
            <p14:sldId id="2162"/>
            <p14:sldId id="3377"/>
            <p14:sldId id="3431"/>
            <p14:sldId id="3286"/>
            <p14:sldId id="3428"/>
            <p14:sldId id="3396"/>
            <p14:sldId id="3432"/>
            <p14:sldId id="3433"/>
            <p14:sldId id="3434"/>
            <p14:sldId id="3437"/>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EAFF"/>
    <a:srgbClr val="FFE7A3"/>
    <a:srgbClr val="D3EFCE"/>
    <a:srgbClr val="F3D26A"/>
    <a:srgbClr val="FFEAA5"/>
    <a:srgbClr val="FFE9A0"/>
    <a:srgbClr val="FFABAB"/>
    <a:srgbClr val="FF8B8B"/>
    <a:srgbClr val="FF0000"/>
    <a:srgbClr val="EBF6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DE6B30-3AA6-4E16-92C4-10F810EAC62F}" v="4" dt="2025-07-02T05:52:29.744"/>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5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408"/>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12725EA-E848-482C-9834-E99571892A35}"/>
    <pc:docChg chg="undo redo custSel addSld delSld modSld sldOrd modMainMaster modSection replTag">
      <pc:chgData name="Aurelien Domont" userId="6da7715ce44349b3" providerId="LiveId" clId="{812725EA-E848-482C-9834-E99571892A35}" dt="2024-05-13T04:15:47.737" v="3886" actId="20577"/>
      <pc:docMkLst>
        <pc:docMk/>
      </pc:docMkLst>
      <pc:sldChg chg="del">
        <pc:chgData name="Aurelien Domont" userId="6da7715ce44349b3" providerId="LiveId" clId="{812725EA-E848-482C-9834-E99571892A35}" dt="2024-04-08T06:26:38.987" v="288" actId="47"/>
        <pc:sldMkLst>
          <pc:docMk/>
          <pc:sldMk cId="1590067890" sldId="2217"/>
        </pc:sldMkLst>
      </pc:sldChg>
      <pc:sldChg chg="modSp add mod modClrScheme chgLayout modNotes">
        <pc:chgData name="Aurelien Domont" userId="6da7715ce44349b3" providerId="LiveId" clId="{812725EA-E848-482C-9834-E99571892A35}" dt="2024-04-08T07:02:44.082" v="3764"/>
        <pc:sldMkLst>
          <pc:docMk/>
          <pc:sldMk cId="67415954" sldId="2959"/>
        </pc:sldMkLst>
      </pc:sldChg>
      <pc:sldChg chg="modSp add mod modClrScheme chgLayout modNotes">
        <pc:chgData name="Aurelien Domont" userId="6da7715ce44349b3" providerId="LiveId" clId="{812725EA-E848-482C-9834-E99571892A35}" dt="2024-04-08T07:02:44.096" v="3766"/>
        <pc:sldMkLst>
          <pc:docMk/>
          <pc:sldMk cId="762793915" sldId="3039"/>
        </pc:sldMkLst>
      </pc:sldChg>
      <pc:sldChg chg="delSp modSp add mod">
        <pc:chgData name="Aurelien Domont" userId="6da7715ce44349b3" providerId="LiveId" clId="{812725EA-E848-482C-9834-E99571892A35}" dt="2024-04-08T07:02:42.089" v="1735" actId="790"/>
        <pc:sldMkLst>
          <pc:docMk/>
          <pc:sldMk cId="916258270" sldId="3286"/>
        </pc:sldMkLst>
      </pc:sldChg>
      <pc:sldChg chg="del">
        <pc:chgData name="Aurelien Domont" userId="6da7715ce44349b3" providerId="LiveId" clId="{812725EA-E848-482C-9834-E99571892A35}" dt="2024-04-08T06:20:23.274" v="74" actId="47"/>
        <pc:sldMkLst>
          <pc:docMk/>
          <pc:sldMk cId="3836240365" sldId="3288"/>
        </pc:sldMkLst>
      </pc:sldChg>
      <pc:sldChg chg="addSp delSp modSp mod ord">
        <pc:chgData name="Aurelien Domont" userId="6da7715ce44349b3" providerId="LiveId" clId="{812725EA-E848-482C-9834-E99571892A35}" dt="2024-04-08T07:02:42.103" v="1752" actId="790"/>
        <pc:sldMkLst>
          <pc:docMk/>
          <pc:sldMk cId="1454091485" sldId="3396"/>
        </pc:sldMkLst>
      </pc:sldChg>
      <pc:sldChg chg="addSp delSp modSp mod ord modNotes">
        <pc:chgData name="Aurelien Domont" userId="6da7715ce44349b3" providerId="LiveId" clId="{812725EA-E848-482C-9834-E99571892A35}" dt="2024-04-08T07:02:43.319" v="3704" actId="790"/>
        <pc:sldMkLst>
          <pc:docMk/>
          <pc:sldMk cId="3354756491" sldId="3401"/>
        </pc:sldMkLst>
      </pc:sldChg>
      <pc:sldChg chg="del">
        <pc:chgData name="Aurelien Domont" userId="6da7715ce44349b3" providerId="LiveId" clId="{812725EA-E848-482C-9834-E99571892A35}" dt="2024-04-08T06:20:23.274" v="74" actId="47"/>
        <pc:sldMkLst>
          <pc:docMk/>
          <pc:sldMk cId="4125549953" sldId="3406"/>
        </pc:sldMkLst>
      </pc:sldChg>
      <pc:sldChg chg="modSp add del mod">
        <pc:chgData name="Aurelien Domont" userId="6da7715ce44349b3" providerId="LiveId" clId="{812725EA-E848-482C-9834-E99571892A35}" dt="2024-04-08T07:01:44.599" v="1588" actId="47"/>
        <pc:sldMkLst>
          <pc:docMk/>
          <pc:sldMk cId="674671439" sldId="3407"/>
        </pc:sldMkLst>
      </pc:sldChg>
      <pc:sldChg chg="modSp add del mod">
        <pc:chgData name="Aurelien Domont" userId="6da7715ce44349b3" providerId="LiveId" clId="{812725EA-E848-482C-9834-E99571892A35}" dt="2024-04-08T07:01:44.599" v="1588" actId="47"/>
        <pc:sldMkLst>
          <pc:docMk/>
          <pc:sldMk cId="2128965956" sldId="3408"/>
        </pc:sldMkLst>
      </pc:sldChg>
      <pc:sldChg chg="new add del ord">
        <pc:chgData name="Aurelien Domont" userId="6da7715ce44349b3" providerId="LiveId" clId="{812725EA-E848-482C-9834-E99571892A35}" dt="2024-04-08T07:00:21.613" v="1586" actId="47"/>
        <pc:sldMkLst>
          <pc:docMk/>
          <pc:sldMk cId="845913833" sldId="3409"/>
        </pc:sldMkLst>
      </pc:sldChg>
      <pc:sldChg chg="addSp delSp modSp add mod">
        <pc:chgData name="Aurelien Domont" userId="6da7715ce44349b3" providerId="LiveId" clId="{812725EA-E848-482C-9834-E99571892A35}" dt="2024-04-08T07:02:44.115" v="3774"/>
        <pc:sldMkLst>
          <pc:docMk/>
          <pc:sldMk cId="1114602914" sldId="3410"/>
        </pc:sldMkLst>
      </pc:sldChg>
      <pc:sldChg chg="addSp delSp modSp add mod">
        <pc:chgData name="Aurelien Domont" userId="6da7715ce44349b3" providerId="LiveId" clId="{812725EA-E848-482C-9834-E99571892A35}" dt="2024-04-12T03:07:07.562" v="3884" actId="108"/>
        <pc:sldMkLst>
          <pc:docMk/>
          <pc:sldMk cId="2919036001" sldId="3411"/>
        </pc:sldMkLst>
      </pc:sldChg>
      <pc:sldChg chg="addSp delSp modSp add mod">
        <pc:chgData name="Aurelien Domont" userId="6da7715ce44349b3" providerId="LiveId" clId="{812725EA-E848-482C-9834-E99571892A35}" dt="2024-04-08T07:02:42.147" v="1803" actId="790"/>
        <pc:sldMkLst>
          <pc:docMk/>
          <pc:sldMk cId="3636556049" sldId="3412"/>
        </pc:sldMkLst>
      </pc:sldChg>
      <pc:sldChg chg="addSp modSp add del mod">
        <pc:chgData name="Aurelien Domont" userId="6da7715ce44349b3" providerId="LiveId" clId="{812725EA-E848-482C-9834-E99571892A35}" dt="2024-04-08T23:07:36.645" v="3782" actId="47"/>
        <pc:sldMkLst>
          <pc:docMk/>
          <pc:sldMk cId="1496548043" sldId="3413"/>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5794C40F-0C15-4CFF-85C6-085579A5F8D4}"/>
    <pc:docChg chg="undo custSel addSld delSld modSld sldOrd modMainMaster modSection replTag">
      <pc:chgData name="Aurelien Domont" userId="6da7715ce44349b3" providerId="LiveId" clId="{5794C40F-0C15-4CFF-85C6-085579A5F8D4}" dt="2024-04-03T04:44:01.946" v="3898" actId="47"/>
      <pc:docMkLst>
        <pc:docMk/>
      </pc:docMkLst>
      <pc:sldChg chg="addSp delSp modSp add mod modNotes">
        <pc:chgData name="Aurelien Domont" userId="6da7715ce44349b3" providerId="LiveId" clId="{5794C40F-0C15-4CFF-85C6-085579A5F8D4}" dt="2024-04-03T04:26:36.655" v="3810" actId="790"/>
        <pc:sldMkLst>
          <pc:docMk/>
          <pc:sldMk cId="3956982643" sldId="526"/>
        </pc:sldMkLst>
      </pc:sldChg>
      <pc:sldChg chg="modSp mod modNotes">
        <pc:chgData name="Aurelien Domont" userId="6da7715ce44349b3" providerId="LiveId" clId="{5794C40F-0C15-4CFF-85C6-085579A5F8D4}" dt="2024-04-03T04:26:36.682" v="3830" actId="790"/>
        <pc:sldMkLst>
          <pc:docMk/>
          <pc:sldMk cId="1754585881" sldId="1598"/>
        </pc:sldMkLst>
      </pc:sldChg>
      <pc:sldChg chg="modSp mod modNotes">
        <pc:chgData name="Aurelien Domont" userId="6da7715ce44349b3" providerId="LiveId" clId="{5794C40F-0C15-4CFF-85C6-085579A5F8D4}" dt="2024-04-03T04:26:36.686" v="3834" actId="790"/>
        <pc:sldMkLst>
          <pc:docMk/>
          <pc:sldMk cId="2853806433" sldId="1600"/>
        </pc:sldMkLst>
      </pc:sldChg>
      <pc:sldChg chg="modSp mod modNotes">
        <pc:chgData name="Aurelien Domont" userId="6da7715ce44349b3" providerId="LiveId" clId="{5794C40F-0C15-4CFF-85C6-085579A5F8D4}" dt="2024-04-03T04:26:36.680" v="3828" actId="790"/>
        <pc:sldMkLst>
          <pc:docMk/>
          <pc:sldMk cId="1252826214" sldId="1711"/>
        </pc:sldMkLst>
      </pc:sldChg>
      <pc:sldChg chg="modSp mod modNotes">
        <pc:chgData name="Aurelien Domont" userId="6da7715ce44349b3" providerId="LiveId" clId="{5794C40F-0C15-4CFF-85C6-085579A5F8D4}" dt="2024-04-03T04:26:36.678" v="3826" actId="790"/>
        <pc:sldMkLst>
          <pc:docMk/>
          <pc:sldMk cId="3938337455" sldId="2034"/>
        </pc:sldMkLst>
      </pc:sldChg>
      <pc:sldChg chg="addSp delSp modSp mod ord modNotes">
        <pc:chgData name="Aurelien Domont" userId="6da7715ce44349b3" providerId="LiveId" clId="{5794C40F-0C15-4CFF-85C6-085579A5F8D4}" dt="2024-04-03T04:26:36.670" v="3822" actId="790"/>
        <pc:sldMkLst>
          <pc:docMk/>
          <pc:sldMk cId="1590067890" sldId="2217"/>
        </pc:sldMkLst>
      </pc:sldChg>
      <pc:sldChg chg="modSp mod modNotes">
        <pc:chgData name="Aurelien Domont" userId="6da7715ce44349b3" providerId="LiveId" clId="{5794C40F-0C15-4CFF-85C6-085579A5F8D4}" dt="2024-04-03T04:26:36.684" v="3832" actId="790"/>
        <pc:sldMkLst>
          <pc:docMk/>
          <pc:sldMk cId="1534399825" sldId="2240"/>
        </pc:sldMkLst>
      </pc:sldChg>
      <pc:sldChg chg="modSp mod">
        <pc:chgData name="Aurelien Domont" userId="6da7715ce44349b3" providerId="LiveId" clId="{5794C40F-0C15-4CFF-85C6-085579A5F8D4}" dt="2024-04-03T04:26:35.309" v="1992" actId="790"/>
        <pc:sldMkLst>
          <pc:docMk/>
          <pc:sldMk cId="1926619926" sldId="3282"/>
        </pc:sldMkLst>
      </pc:sldChg>
      <pc:sldChg chg="modSp add mod modClrScheme chgLayout modNotes">
        <pc:chgData name="Aurelien Domont" userId="6da7715ce44349b3" providerId="LiveId" clId="{5794C40F-0C15-4CFF-85C6-085579A5F8D4}" dt="2024-04-03T04:26:36.660" v="3814" actId="790"/>
        <pc:sldMkLst>
          <pc:docMk/>
          <pc:sldMk cId="3836240365" sldId="3288"/>
        </pc:sldMkLst>
      </pc:sldChg>
      <pc:sldChg chg="del">
        <pc:chgData name="Aurelien Domont" userId="6da7715ce44349b3" providerId="LiveId" clId="{5794C40F-0C15-4CFF-85C6-085579A5F8D4}" dt="2024-04-03T03:07:53.511" v="56" actId="47"/>
        <pc:sldMkLst>
          <pc:docMk/>
          <pc:sldMk cId="2839640228" sldId="3294"/>
        </pc:sldMkLst>
      </pc:sldChg>
      <pc:sldChg chg="addSp delSp modSp del mod">
        <pc:chgData name="Aurelien Domont" userId="6da7715ce44349b3" providerId="LiveId" clId="{5794C40F-0C15-4CFF-85C6-085579A5F8D4}" dt="2024-04-03T03:11:23.077" v="214" actId="47"/>
        <pc:sldMkLst>
          <pc:docMk/>
          <pc:sldMk cId="3694985765" sldId="3381"/>
        </pc:sldMkLst>
      </pc:sldChg>
      <pc:sldChg chg="addSp delSp modSp mod ord">
        <pc:chgData name="Aurelien Domont" userId="6da7715ce44349b3" providerId="LiveId" clId="{5794C40F-0C15-4CFF-85C6-085579A5F8D4}" dt="2024-04-03T04:26:35.171" v="1893" actId="790"/>
        <pc:sldMkLst>
          <pc:docMk/>
          <pc:sldMk cId="1454091485" sldId="3396"/>
        </pc:sldMkLst>
      </pc:sldChg>
      <pc:sldChg chg="addSp delSp modSp mod ord modNotes">
        <pc:chgData name="Aurelien Domont" userId="6da7715ce44349b3" providerId="LiveId" clId="{5794C40F-0C15-4CFF-85C6-085579A5F8D4}" dt="2024-04-03T04:26:36.665" v="3818" actId="790"/>
        <pc:sldMkLst>
          <pc:docMk/>
          <pc:sldMk cId="3354756491" sldId="3401"/>
        </pc:sldMkLst>
      </pc:sldChg>
      <pc:sldChg chg="del">
        <pc:chgData name="Aurelien Domont" userId="6da7715ce44349b3" providerId="LiveId" clId="{5794C40F-0C15-4CFF-85C6-085579A5F8D4}" dt="2024-04-03T03:28:33.821" v="659" actId="47"/>
        <pc:sldMkLst>
          <pc:docMk/>
          <pc:sldMk cId="3593352743" sldId="3402"/>
        </pc:sldMkLst>
      </pc:sldChg>
      <pc:sldChg chg="del">
        <pc:chgData name="Aurelien Domont" userId="6da7715ce44349b3" providerId="LiveId" clId="{5794C40F-0C15-4CFF-85C6-085579A5F8D4}" dt="2024-04-03T04:23:23.886" v="1728" actId="47"/>
        <pc:sldMkLst>
          <pc:docMk/>
          <pc:sldMk cId="2828308311" sldId="3403"/>
        </pc:sldMkLst>
      </pc:sldChg>
      <pc:sldChg chg="del">
        <pc:chgData name="Aurelien Domont" userId="6da7715ce44349b3" providerId="LiveId" clId="{5794C40F-0C15-4CFF-85C6-085579A5F8D4}" dt="2024-04-03T04:23:35.979" v="1729" actId="47"/>
        <pc:sldMkLst>
          <pc:docMk/>
          <pc:sldMk cId="3487807231" sldId="3404"/>
        </pc:sldMkLst>
      </pc:sldChg>
      <pc:sldChg chg="new del ord">
        <pc:chgData name="Aurelien Domont" userId="6da7715ce44349b3" providerId="LiveId" clId="{5794C40F-0C15-4CFF-85C6-085579A5F8D4}" dt="2024-04-03T04:23:37.740" v="1730" actId="47"/>
        <pc:sldMkLst>
          <pc:docMk/>
          <pc:sldMk cId="1613944045" sldId="3405"/>
        </pc:sldMkLst>
      </pc:sldChg>
      <pc:sldChg chg="modSp add mod modClrScheme chgLayout modNotes">
        <pc:chgData name="Aurelien Domont" userId="6da7715ce44349b3" providerId="LiveId" clId="{5794C40F-0C15-4CFF-85C6-085579A5F8D4}" dt="2024-04-03T04:26:36.662" v="3816" actId="790"/>
        <pc:sldMkLst>
          <pc:docMk/>
          <pc:sldMk cId="4125549953" sldId="3406"/>
        </pc:sldMkLst>
      </pc:sldChg>
      <pc:sldChg chg="addSp delSp modSp add mod">
        <pc:chgData name="Aurelien Domont" userId="6da7715ce44349b3" providerId="LiveId" clId="{5794C40F-0C15-4CFF-85C6-085579A5F8D4}" dt="2024-04-03T04:26:37.322" v="3886"/>
        <pc:sldMkLst>
          <pc:docMk/>
          <pc:sldMk cId="674671439" sldId="3407"/>
        </pc:sldMkLst>
      </pc:sldChg>
      <pc:sldChg chg="addSp delSp modSp add mod">
        <pc:chgData name="Aurelien Domont" userId="6da7715ce44349b3" providerId="LiveId" clId="{5794C40F-0C15-4CFF-85C6-085579A5F8D4}" dt="2024-04-03T04:26:37.309" v="3882"/>
        <pc:sldMkLst>
          <pc:docMk/>
          <pc:sldMk cId="2128965956" sldId="3408"/>
        </pc:sldMkLst>
      </pc:sldChg>
      <pc:sldChg chg="addSp modSp add del mod">
        <pc:chgData name="Aurelien Domont" userId="6da7715ce44349b3" providerId="LiveId" clId="{5794C40F-0C15-4CFF-85C6-085579A5F8D4}" dt="2024-04-03T04:44:01.946" v="3898" actId="47"/>
        <pc:sldMkLst>
          <pc:docMk/>
          <pc:sldMk cId="3240420928" sldId="3409"/>
        </pc:sldMkLst>
      </pc:sldChg>
      <pc:sldMasterChg chg="modSp mod delSldLayout modSldLayout">
        <pc:chgData name="Aurelien Domont" userId="6da7715ce44349b3" providerId="LiveId" clId="{5794C40F-0C15-4CFF-85C6-085579A5F8D4}" dt="2024-04-03T04:27:02.373" v="3887" actId="2696"/>
        <pc:sldMasterMkLst>
          <pc:docMk/>
          <pc:sldMasterMk cId="3482721130" sldId="2147483828"/>
        </pc:sldMasterMkLst>
        <pc:sldLayoutChg chg="modSp mod">
          <pc:chgData name="Aurelien Domont" userId="6da7715ce44349b3" providerId="LiveId" clId="{5794C40F-0C15-4CFF-85C6-085579A5F8D4}" dt="2024-04-03T04:26:36.641" v="3803" actId="139"/>
          <pc:sldLayoutMkLst>
            <pc:docMk/>
            <pc:sldMasterMk cId="3482721130" sldId="2147483828"/>
            <pc:sldLayoutMk cId="250590409" sldId="2147483831"/>
          </pc:sldLayoutMkLst>
        </pc:sldLayoutChg>
        <pc:sldLayoutChg chg="modSp mod">
          <pc:chgData name="Aurelien Domont" userId="6da7715ce44349b3" providerId="LiveId" clId="{5794C40F-0C15-4CFF-85C6-085579A5F8D4}" dt="2024-04-03T04:26:36.643" v="3804" actId="790"/>
          <pc:sldLayoutMkLst>
            <pc:docMk/>
            <pc:sldMasterMk cId="3482721130" sldId="2147483828"/>
            <pc:sldLayoutMk cId="1759204997" sldId="2147483835"/>
          </pc:sldLayoutMkLst>
        </pc:sldLayoutChg>
        <pc:sldLayoutChg chg="modSp del mod">
          <pc:chgData name="Aurelien Domont" userId="6da7715ce44349b3" providerId="LiveId" clId="{5794C40F-0C15-4CFF-85C6-085579A5F8D4}" dt="2024-04-03T04:27:02.373" v="3887" actId="2696"/>
          <pc:sldLayoutMkLst>
            <pc:docMk/>
            <pc:sldMasterMk cId="3482721130" sldId="2147483828"/>
            <pc:sldLayoutMk cId="3934892759" sldId="2147483836"/>
          </pc:sldLayoutMkLst>
        </pc:sldLayoutChg>
      </pc:sldMasterChg>
    </pc:docChg>
  </pc:docChgLst>
  <pc:docChgLst>
    <pc:chgData name="Aurelien Domont" userId="6da7715ce44349b3" providerId="LiveId" clId="{3D1E135D-016C-48AD-8260-E96127232C98}"/>
    <pc:docChg chg="undo custSel addSld delSld modSld sldOrd modMainMaster modSection replTag">
      <pc:chgData name="Aurelien Domont" userId="6da7715ce44349b3" providerId="LiveId" clId="{3D1E135D-016C-48AD-8260-E96127232C98}" dt="2024-03-28T05:40:49.931" v="6414" actId="2057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03-28T05:18:03.761" v="639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3-28T05:18:03.751" v="6395"/>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modSp add del mod">
        <pc:chgData name="Aurelien Domont" userId="6da7715ce44349b3" providerId="LiveId" clId="{3D1E135D-016C-48AD-8260-E96127232C98}" dt="2024-03-28T05:40:43.650" v="6412" actId="47"/>
        <pc:sldMkLst>
          <pc:docMk/>
          <pc:sldMk cId="3577782265" sldId="3405"/>
        </pc:sldMkLst>
      </pc:sldChg>
      <pc:sldMasterChg chg="modSp mod modSldLayout">
        <pc:chgData name="Aurelien Domont" userId="6da7715ce44349b3" providerId="LiveId" clId="{3D1E135D-016C-48AD-8260-E96127232C98}" dt="2024-03-28T05:18:03.014" v="6315" actId="790"/>
        <pc:sldMasterMkLst>
          <pc:docMk/>
          <pc:sldMasterMk cId="3482721130" sldId="2147483828"/>
        </pc:sldMasterMkLst>
        <pc:sldLayoutChg chg="modSp mod">
          <pc:chgData name="Aurelien Domont" userId="6da7715ce44349b3" providerId="LiveId" clId="{3D1E135D-016C-48AD-8260-E96127232C98}" dt="2024-03-28T05:18:03.013" v="6314" actId="139"/>
          <pc:sldLayoutMkLst>
            <pc:docMk/>
            <pc:sldMasterMk cId="3482721130" sldId="2147483828"/>
            <pc:sldLayoutMk cId="250590409" sldId="2147483831"/>
          </pc:sldLayoutMkLst>
        </pc:sldLayoutChg>
        <pc:sldLayoutChg chg="modSp mod">
          <pc:chgData name="Aurelien Domont" userId="6da7715ce44349b3" providerId="LiveId" clId="{3D1E135D-016C-48AD-8260-E96127232C98}" dt="2024-03-28T05:18:03.014" v="6315" actId="790"/>
          <pc:sldLayoutMkLst>
            <pc:docMk/>
            <pc:sldMasterMk cId="3482721130" sldId="2147483828"/>
            <pc:sldLayoutMk cId="1759204997"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1AF72B1F-49B2-4324-A845-05682881E873}"/>
    <pc:docChg chg="undo redo custSel addSld delSld modSld modMainMaster modSection replTag">
      <pc:chgData name="Aurelien Domont" userId="6da7715ce44349b3" providerId="LiveId" clId="{1AF72B1F-49B2-4324-A845-05682881E873}" dt="2025-02-14T03:25:56.981" v="5889" actId="478"/>
      <pc:docMkLst>
        <pc:docMk/>
      </pc:docMkLst>
      <pc:sldChg chg="modSp mod modNotes">
        <pc:chgData name="Aurelien Domont" userId="6da7715ce44349b3" providerId="LiveId" clId="{1AF72B1F-49B2-4324-A845-05682881E873}" dt="2024-07-09T04:20:18.670" v="5705" actId="790"/>
        <pc:sldMkLst>
          <pc:docMk/>
          <pc:sldMk cId="1754585881" sldId="1598"/>
        </pc:sldMkLst>
      </pc:sldChg>
      <pc:sldChg chg="modSp mod modNotes">
        <pc:chgData name="Aurelien Domont" userId="6da7715ce44349b3" providerId="LiveId" clId="{1AF72B1F-49B2-4324-A845-05682881E873}" dt="2024-07-09T04:20:18.674" v="5709" actId="790"/>
        <pc:sldMkLst>
          <pc:docMk/>
          <pc:sldMk cId="2853806433" sldId="1600"/>
        </pc:sldMkLst>
      </pc:sldChg>
      <pc:sldChg chg="modSp mod modNotes">
        <pc:chgData name="Aurelien Domont" userId="6da7715ce44349b3" providerId="LiveId" clId="{1AF72B1F-49B2-4324-A845-05682881E873}" dt="2024-07-09T04:20:18.669" v="5703" actId="790"/>
        <pc:sldMkLst>
          <pc:docMk/>
          <pc:sldMk cId="1252826214" sldId="1711"/>
        </pc:sldMkLst>
      </pc:sldChg>
      <pc:sldChg chg="add del">
        <pc:chgData name="Aurelien Domont" userId="6da7715ce44349b3" providerId="LiveId" clId="{1AF72B1F-49B2-4324-A845-05682881E873}" dt="2024-07-09T04:01:01.706" v="3414"/>
        <pc:sldMkLst>
          <pc:docMk/>
          <pc:sldMk cId="3286687936" sldId="1721"/>
        </pc:sldMkLst>
      </pc:sldChg>
      <pc:sldChg chg="modSp mod modNotes">
        <pc:chgData name="Aurelien Domont" userId="6da7715ce44349b3" providerId="LiveId" clId="{1AF72B1F-49B2-4324-A845-05682881E873}" dt="2024-07-09T04:20:18.667" v="5701" actId="790"/>
        <pc:sldMkLst>
          <pc:docMk/>
          <pc:sldMk cId="3938337455" sldId="2034"/>
        </pc:sldMkLst>
      </pc:sldChg>
      <pc:sldChg chg="modSp mod modNotes">
        <pc:chgData name="Aurelien Domont" userId="6da7715ce44349b3" providerId="LiveId" clId="{1AF72B1F-49B2-4324-A845-05682881E873}" dt="2024-07-09T04:20:18.672" v="5707" actId="790"/>
        <pc:sldMkLst>
          <pc:docMk/>
          <pc:sldMk cId="1534399825" sldId="2240"/>
        </pc:sldMkLst>
      </pc:sldChg>
      <pc:sldChg chg="modSp mod modNotes">
        <pc:chgData name="Aurelien Domont" userId="6da7715ce44349b3" providerId="LiveId" clId="{1AF72B1F-49B2-4324-A845-05682881E873}" dt="2025-02-14T03:15:42.494" v="5888" actId="34807"/>
        <pc:sldMkLst>
          <pc:docMk/>
          <pc:sldMk cId="67415954" sldId="2959"/>
        </pc:sldMkLst>
      </pc:sldChg>
      <pc:sldChg chg="modSp mod modNotes">
        <pc:chgData name="Aurelien Domont" userId="6da7715ce44349b3" providerId="LiveId" clId="{1AF72B1F-49B2-4324-A845-05682881E873}" dt="2024-07-09T04:20:18.603" v="5687" actId="790"/>
        <pc:sldMkLst>
          <pc:docMk/>
          <pc:sldMk cId="762793915" sldId="3039"/>
        </pc:sldMkLst>
      </pc:sldChg>
      <pc:sldChg chg="modSp mod">
        <pc:chgData name="Aurelien Domont" userId="6da7715ce44349b3" providerId="LiveId" clId="{1AF72B1F-49B2-4324-A845-05682881E873}" dt="2024-07-09T04:20:17.348" v="3867" actId="790"/>
        <pc:sldMkLst>
          <pc:docMk/>
          <pc:sldMk cId="1926619926" sldId="3282"/>
        </pc:sldMkLst>
      </pc:sldChg>
      <pc:sldChg chg="modSp mod">
        <pc:chgData name="Aurelien Domont" userId="6da7715ce44349b3" providerId="LiveId" clId="{1AF72B1F-49B2-4324-A845-05682881E873}" dt="2024-07-09T04:20:17.173" v="3733" actId="790"/>
        <pc:sldMkLst>
          <pc:docMk/>
          <pc:sldMk cId="916258270" sldId="3286"/>
        </pc:sldMkLst>
      </pc:sldChg>
      <pc:sldChg chg="addSp delSp modSp mod">
        <pc:chgData name="Aurelien Domont" userId="6da7715ce44349b3" providerId="LiveId" clId="{1AF72B1F-49B2-4324-A845-05682881E873}" dt="2024-07-09T04:20:17.214" v="3768" actId="790"/>
        <pc:sldMkLst>
          <pc:docMk/>
          <pc:sldMk cId="1454091485" sldId="3396"/>
        </pc:sldMkLst>
      </pc:sldChg>
      <pc:sldChg chg="addSp delSp modSp mod modNotes">
        <pc:chgData name="Aurelien Domont" userId="6da7715ce44349b3" providerId="LiveId" clId="{1AF72B1F-49B2-4324-A845-05682881E873}" dt="2024-07-09T04:20:18.608" v="5693" actId="790"/>
        <pc:sldMkLst>
          <pc:docMk/>
          <pc:sldMk cId="3354756491" sldId="3401"/>
        </pc:sldMkLst>
      </pc:sldChg>
      <pc:sldChg chg="del">
        <pc:chgData name="Aurelien Domont" userId="6da7715ce44349b3" providerId="LiveId" clId="{1AF72B1F-49B2-4324-A845-05682881E873}" dt="2024-07-09T03:41:09.423" v="2847" actId="47"/>
        <pc:sldMkLst>
          <pc:docMk/>
          <pc:sldMk cId="1114602914" sldId="3410"/>
        </pc:sldMkLst>
      </pc:sldChg>
      <pc:sldChg chg="del">
        <pc:chgData name="Aurelien Domont" userId="6da7715ce44349b3" providerId="LiveId" clId="{1AF72B1F-49B2-4324-A845-05682881E873}" dt="2024-07-09T03:41:31.058" v="2851" actId="47"/>
        <pc:sldMkLst>
          <pc:docMk/>
          <pc:sldMk cId="2919036001" sldId="3411"/>
        </pc:sldMkLst>
      </pc:sldChg>
      <pc:sldChg chg="del">
        <pc:chgData name="Aurelien Domont" userId="6da7715ce44349b3" providerId="LiveId" clId="{1AF72B1F-49B2-4324-A845-05682881E873}" dt="2024-07-09T03:42:37.445" v="2975" actId="47"/>
        <pc:sldMkLst>
          <pc:docMk/>
          <pc:sldMk cId="3636556049" sldId="3412"/>
        </pc:sldMkLst>
      </pc:sldChg>
      <pc:sldChg chg="addSp delSp modSp add del mod">
        <pc:chgData name="Aurelien Domont" userId="6da7715ce44349b3" providerId="LiveId" clId="{1AF72B1F-49B2-4324-A845-05682881E873}" dt="2024-07-09T02:49:55.009" v="1720" actId="47"/>
        <pc:sldMkLst>
          <pc:docMk/>
          <pc:sldMk cId="2249589094" sldId="3423"/>
        </pc:sldMkLst>
      </pc:sldChg>
      <pc:sldChg chg="new del">
        <pc:chgData name="Aurelien Domont" userId="6da7715ce44349b3" providerId="LiveId" clId="{1AF72B1F-49B2-4324-A845-05682881E873}" dt="2024-07-09T02:49:57.305" v="1721" actId="47"/>
        <pc:sldMkLst>
          <pc:docMk/>
          <pc:sldMk cId="1488522318" sldId="3424"/>
        </pc:sldMkLst>
      </pc:sldChg>
      <pc:sldChg chg="addSp modSp add del mod">
        <pc:chgData name="Aurelien Domont" userId="6da7715ce44349b3" providerId="LiveId" clId="{1AF72B1F-49B2-4324-A845-05682881E873}" dt="2024-07-09T02:49:55.009" v="1720" actId="47"/>
        <pc:sldMkLst>
          <pc:docMk/>
          <pc:sldMk cId="3696544019" sldId="3425"/>
        </pc:sldMkLst>
      </pc:sldChg>
      <pc:sldChg chg="modSp add del mod">
        <pc:chgData name="Aurelien Domont" userId="6da7715ce44349b3" providerId="LiveId" clId="{1AF72B1F-49B2-4324-A845-05682881E873}" dt="2024-07-09T02:49:55.009" v="1720" actId="47"/>
        <pc:sldMkLst>
          <pc:docMk/>
          <pc:sldMk cId="61609106" sldId="3426"/>
        </pc:sldMkLst>
      </pc:sldChg>
      <pc:sldChg chg="modSp add del mod">
        <pc:chgData name="Aurelien Domont" userId="6da7715ce44349b3" providerId="LiveId" clId="{1AF72B1F-49B2-4324-A845-05682881E873}" dt="2024-07-09T02:49:55.009" v="1720" actId="47"/>
        <pc:sldMkLst>
          <pc:docMk/>
          <pc:sldMk cId="4232958548" sldId="3427"/>
        </pc:sldMkLst>
      </pc:sldChg>
      <pc:sldChg chg="addSp delSp modSp add mod">
        <pc:chgData name="Aurelien Domont" userId="6da7715ce44349b3" providerId="LiveId" clId="{1AF72B1F-49B2-4324-A845-05682881E873}" dt="2025-02-14T03:25:56.981" v="5889" actId="478"/>
        <pc:sldMkLst>
          <pc:docMk/>
          <pc:sldMk cId="1783689684" sldId="3428"/>
        </pc:sldMkLst>
      </pc:sldChg>
      <pc:sldChg chg="addSp delSp modSp add mod modNotes">
        <pc:chgData name="Aurelien Domont" userId="6da7715ce44349b3" providerId="LiveId" clId="{1AF72B1F-49B2-4324-A845-05682881E873}" dt="2024-07-09T04:20:18.737" v="5721"/>
        <pc:sldMkLst>
          <pc:docMk/>
          <pc:sldMk cId="4011674463" sldId="3429"/>
        </pc:sldMkLst>
      </pc:sldChg>
      <pc:sldChg chg="addSp delSp modSp add mod modNotes">
        <pc:chgData name="Aurelien Domont" userId="6da7715ce44349b3" providerId="LiveId" clId="{1AF72B1F-49B2-4324-A845-05682881E873}" dt="2024-07-09T04:20:18.740" v="5723"/>
        <pc:sldMkLst>
          <pc:docMk/>
          <pc:sldMk cId="853051467" sldId="3430"/>
        </pc:sldMkLst>
      </pc:sldChg>
      <pc:sldChg chg="addSp delSp modSp add mod modNotes">
        <pc:chgData name="Aurelien Domont" userId="6da7715ce44349b3" providerId="LiveId" clId="{1AF72B1F-49B2-4324-A845-05682881E873}" dt="2025-02-13T05:19:49.442" v="5873" actId="478"/>
        <pc:sldMkLst>
          <pc:docMk/>
          <pc:sldMk cId="3411128559" sldId="3431"/>
        </pc:sldMkLst>
      </pc:sldChg>
      <pc:sldChg chg="add del">
        <pc:chgData name="Aurelien Domont" userId="6da7715ce44349b3" providerId="LiveId" clId="{1AF72B1F-49B2-4324-A845-05682881E873}" dt="2024-07-09T03:40:41.872" v="2755" actId="47"/>
        <pc:sldMkLst>
          <pc:docMk/>
          <pc:sldMk cId="1699682208" sldId="3432"/>
        </pc:sldMkLst>
      </pc:sldChg>
      <pc:sldChg chg="addSp delSp modSp add mod">
        <pc:chgData name="Aurelien Domont" userId="6da7715ce44349b3" providerId="LiveId" clId="{1AF72B1F-49B2-4324-A845-05682881E873}" dt="2024-07-09T04:20:17.221" v="3774" actId="790"/>
        <pc:sldMkLst>
          <pc:docMk/>
          <pc:sldMk cId="3286925773" sldId="3432"/>
        </pc:sldMkLst>
      </pc:sldChg>
      <pc:sldChg chg="addSp delSp modSp add mod">
        <pc:chgData name="Aurelien Domont" userId="6da7715ce44349b3" providerId="LiveId" clId="{1AF72B1F-49B2-4324-A845-05682881E873}" dt="2024-07-09T04:20:17.228" v="3780" actId="790"/>
        <pc:sldMkLst>
          <pc:docMk/>
          <pc:sldMk cId="1000843148" sldId="3433"/>
        </pc:sldMkLst>
      </pc:sldChg>
      <pc:sldChg chg="delSp modSp add del mod">
        <pc:chgData name="Aurelien Domont" userId="6da7715ce44349b3" providerId="LiveId" clId="{1AF72B1F-49B2-4324-A845-05682881E873}" dt="2024-07-09T03:40:33.378" v="2753" actId="47"/>
        <pc:sldMkLst>
          <pc:docMk/>
          <pc:sldMk cId="3462862245" sldId="3433"/>
        </pc:sldMkLst>
      </pc:sldChg>
      <pc:sldChg chg="addSp delSp modSp add mod">
        <pc:chgData name="Aurelien Domont" userId="6da7715ce44349b3" providerId="LiveId" clId="{1AF72B1F-49B2-4324-A845-05682881E873}" dt="2024-07-09T04:20:17.235" v="3786" actId="790"/>
        <pc:sldMkLst>
          <pc:docMk/>
          <pc:sldMk cId="916031512" sldId="3434"/>
        </pc:sldMkLst>
      </pc:sldChg>
      <pc:sldChg chg="add del">
        <pc:chgData name="Aurelien Domont" userId="6da7715ce44349b3" providerId="LiveId" clId="{1AF72B1F-49B2-4324-A845-05682881E873}" dt="2024-07-09T03:40:40.225" v="2754" actId="47"/>
        <pc:sldMkLst>
          <pc:docMk/>
          <pc:sldMk cId="1161255059" sldId="3434"/>
        </pc:sldMkLst>
      </pc:sldChg>
      <pc:sldChg chg="add del">
        <pc:chgData name="Aurelien Domont" userId="6da7715ce44349b3" providerId="LiveId" clId="{1AF72B1F-49B2-4324-A845-05682881E873}" dt="2024-07-09T03:42:22.672" v="2972" actId="47"/>
        <pc:sldMkLst>
          <pc:docMk/>
          <pc:sldMk cId="708307817" sldId="3435"/>
        </pc:sldMkLst>
      </pc:sldChg>
      <pc:sldChg chg="addSp delSp modSp add del mod">
        <pc:chgData name="Aurelien Domont" userId="6da7715ce44349b3" providerId="LiveId" clId="{1AF72B1F-49B2-4324-A845-05682881E873}" dt="2024-07-09T03:50:11.232" v="3149" actId="47"/>
        <pc:sldMkLst>
          <pc:docMk/>
          <pc:sldMk cId="3202138820" sldId="3436"/>
        </pc:sldMkLst>
      </pc:sldChg>
      <pc:sldChg chg="addSp delSp modSp add del mod">
        <pc:chgData name="Aurelien Domont" userId="6da7715ce44349b3" providerId="LiveId" clId="{1AF72B1F-49B2-4324-A845-05682881E873}" dt="2024-07-09T04:20:17.241" v="3792" actId="790"/>
        <pc:sldMkLst>
          <pc:docMk/>
          <pc:sldMk cId="2357254762" sldId="3437"/>
        </pc:sldMkLst>
      </pc:sldChg>
      <pc:sldChg chg="addSp modSp add del mod">
        <pc:chgData name="Aurelien Domont" userId="6da7715ce44349b3" providerId="LiveId" clId="{1AF72B1F-49B2-4324-A845-05682881E873}" dt="2024-07-09T04:55:13.430" v="5733" actId="47"/>
        <pc:sldMkLst>
          <pc:docMk/>
          <pc:sldMk cId="3605299349" sldId="3438"/>
        </pc:sldMkLst>
      </pc:sldChg>
      <pc:sldChg chg="add del">
        <pc:chgData name="Aurelien Domont" userId="6da7715ce44349b3" providerId="LiveId" clId="{1AF72B1F-49B2-4324-A845-05682881E873}" dt="2024-07-09T03:58:38.837" v="3345"/>
        <pc:sldMkLst>
          <pc:docMk/>
          <pc:sldMk cId="4248537527" sldId="3438"/>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DFDE6B30-3AA6-4E16-92C4-10F810EAC62F}"/>
    <pc:docChg chg="custSel addSld modSld">
      <pc:chgData name="Aurelien Domont" userId="6da7715ce44349b3" providerId="LiveId" clId="{DFDE6B30-3AA6-4E16-92C4-10F810EAC62F}" dt="2025-07-02T05:52:49.930" v="9" actId="108"/>
      <pc:docMkLst>
        <pc:docMk/>
      </pc:docMkLst>
      <pc:sldChg chg="add">
        <pc:chgData name="Aurelien Domont" userId="6da7715ce44349b3" providerId="LiveId" clId="{DFDE6B30-3AA6-4E16-92C4-10F810EAC62F}" dt="2025-07-02T05:51:58.658" v="0"/>
        <pc:sldMkLst>
          <pc:docMk/>
          <pc:sldMk cId="2014312856" sldId="542"/>
        </pc:sldMkLst>
      </pc:sldChg>
      <pc:sldChg chg="addSp delSp modSp add mod">
        <pc:chgData name="Aurelien Domont" userId="6da7715ce44349b3" providerId="LiveId" clId="{DFDE6B30-3AA6-4E16-92C4-10F810EAC62F}" dt="2025-07-02T05:52:49.930" v="9" actId="108"/>
        <pc:sldMkLst>
          <pc:docMk/>
          <pc:sldMk cId="3892113266" sldId="3377"/>
        </pc:sldMkLst>
        <pc:spChg chg="mod">
          <ac:chgData name="Aurelien Domont" userId="6da7715ce44349b3" providerId="LiveId" clId="{DFDE6B30-3AA6-4E16-92C4-10F810EAC62F}" dt="2025-07-02T05:52:23.870" v="4" actId="13926"/>
          <ac:spMkLst>
            <pc:docMk/>
            <pc:sldMk cId="3892113266" sldId="3377"/>
            <ac:spMk id="14" creationId="{ABF9D4B2-53D2-60E9-FECC-79B008226F65}"/>
          </ac:spMkLst>
        </pc:spChg>
        <pc:picChg chg="add mod">
          <ac:chgData name="Aurelien Domont" userId="6da7715ce44349b3" providerId="LiveId" clId="{DFDE6B30-3AA6-4E16-92C4-10F810EAC62F}" dt="2025-07-02T05:52:49.930" v="9" actId="108"/>
          <ac:picMkLst>
            <pc:docMk/>
            <pc:sldMk cId="3892113266" sldId="3377"/>
            <ac:picMk id="10" creationId="{9004AC62-6489-EA79-2AC5-0A97EE1056A2}"/>
          </ac:picMkLst>
        </pc:picChg>
        <pc:picChg chg="del">
          <ac:chgData name="Aurelien Domont" userId="6da7715ce44349b3" providerId="LiveId" clId="{DFDE6B30-3AA6-4E16-92C4-10F810EAC62F}" dt="2025-07-02T05:52:29.503" v="5" actId="478"/>
          <ac:picMkLst>
            <pc:docMk/>
            <pc:sldMk cId="3892113266" sldId="3377"/>
            <ac:picMk id="17" creationId="{1EE5AC12-F00C-61C3-8EF9-F68A052AD79D}"/>
          </ac:picMkLst>
        </pc:picChg>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101606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714511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335769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4239813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844201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11</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24</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25</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9.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20.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21.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slideLayout" Target="../slideLayouts/slideLayout1.xml"/><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tags" Target="../tags/tag21.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tags" Target="../tags/tag20.xml"/><Relationship Id="rId6" Type="http://schemas.openxmlformats.org/officeDocument/2006/relationships/image" Target="../media/image3.emf"/><Relationship Id="rId11" Type="http://schemas.openxmlformats.org/officeDocument/2006/relationships/image" Target="../media/image26.png"/><Relationship Id="rId24" Type="http://schemas.openxmlformats.org/officeDocument/2006/relationships/image" Target="../media/image39.png"/><Relationship Id="rId5" Type="http://schemas.openxmlformats.org/officeDocument/2006/relationships/oleObject" Target="../embeddings/oleObject13.bin"/><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notesSlide" Target="../notesSlides/notesSlide8.xml"/><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42.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41.png"/><Relationship Id="rId5" Type="http://schemas.openxmlformats.org/officeDocument/2006/relationships/hyperlink" Target="https://youtu.be/fC7LP6hV1fg" TargetMode="Externa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tags" Target="../tags/tag27.xml"/><Relationship Id="rId7" Type="http://schemas.openxmlformats.org/officeDocument/2006/relationships/image" Target="../media/image3.emf"/><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oleObject" Target="../embeddings/oleObject17.bin"/><Relationship Id="rId5" Type="http://schemas.openxmlformats.org/officeDocument/2006/relationships/slideLayout" Target="../slideLayouts/slideLayout3.xml"/><Relationship Id="rId4" Type="http://schemas.openxmlformats.org/officeDocument/2006/relationships/tags" Target="../tags/tag28.xml"/><Relationship Id="rId9" Type="http://schemas.openxmlformats.org/officeDocument/2006/relationships/image" Target="../media/image44.sv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xml"/><Relationship Id="rId1" Type="http://schemas.openxmlformats.org/officeDocument/2006/relationships/tags" Target="../tags/tag29.xml"/><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9.bin"/><Relationship Id="rId7" Type="http://schemas.openxmlformats.org/officeDocument/2006/relationships/image" Target="../media/image46.pn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8.png"/><Relationship Id="rId5" Type="http://schemas.openxmlformats.org/officeDocument/2006/relationships/image" Target="../media/image45.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oleObject" Target="../embeddings/oleObject20.bin"/><Relationship Id="rId7" Type="http://schemas.openxmlformats.org/officeDocument/2006/relationships/image" Target="../media/image48.png"/><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10.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3.emf"/><Relationship Id="rId9" Type="http://schemas.openxmlformats.org/officeDocument/2006/relationships/image" Target="../media/image50.png"/></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oleObject" Target="../embeddings/oleObject21.bin"/><Relationship Id="rId7" Type="http://schemas.openxmlformats.org/officeDocument/2006/relationships/image" Target="../media/image53.png"/><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52.png"/><Relationship Id="rId11" Type="http://schemas.openxmlformats.org/officeDocument/2006/relationships/image" Target="../media/image11.png"/><Relationship Id="rId5" Type="http://schemas.openxmlformats.org/officeDocument/2006/relationships/hyperlink" Target="https://youtu.be/Lei_2L1R5vs" TargetMode="External"/><Relationship Id="rId10" Type="http://schemas.openxmlformats.org/officeDocument/2006/relationships/image" Target="../media/image56.png"/><Relationship Id="rId4" Type="http://schemas.openxmlformats.org/officeDocument/2006/relationships/image" Target="../media/image3.emf"/><Relationship Id="rId9" Type="http://schemas.openxmlformats.org/officeDocument/2006/relationships/image" Target="../media/image55.pn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oleObject" Target="../embeddings/oleObject22.bin"/><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57.png"/><Relationship Id="rId5" Type="http://schemas.openxmlformats.org/officeDocument/2006/relationships/image" Target="../media/image6.png"/><Relationship Id="rId10" Type="http://schemas.openxmlformats.org/officeDocument/2006/relationships/image" Target="../media/image61.png"/><Relationship Id="rId4" Type="http://schemas.openxmlformats.org/officeDocument/2006/relationships/image" Target="../media/image3.emf"/><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oleObject" Target="../embeddings/oleObject23.bin"/><Relationship Id="rId7"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54.png"/><Relationship Id="rId11" Type="http://schemas.openxmlformats.org/officeDocument/2006/relationships/image" Target="../media/image66.png"/><Relationship Id="rId5" Type="http://schemas.openxmlformats.org/officeDocument/2006/relationships/image" Target="../media/image62.png"/><Relationship Id="rId10" Type="http://schemas.openxmlformats.org/officeDocument/2006/relationships/image" Target="../media/image65.png"/><Relationship Id="rId4" Type="http://schemas.openxmlformats.org/officeDocument/2006/relationships/image" Target="../media/image3.emf"/><Relationship Id="rId9" Type="http://schemas.openxmlformats.org/officeDocument/2006/relationships/image" Target="../media/image64.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11.xml"/><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67.png"/><Relationship Id="rId5" Type="http://schemas.openxmlformats.org/officeDocument/2006/relationships/image" Target="../media/image1.emf"/><Relationship Id="rId10" Type="http://schemas.openxmlformats.org/officeDocument/2006/relationships/image" Target="../media/image70.svg"/><Relationship Id="rId4" Type="http://schemas.openxmlformats.org/officeDocument/2006/relationships/oleObject" Target="../embeddings/oleObject24.bin"/><Relationship Id="rId9" Type="http://schemas.openxmlformats.org/officeDocument/2006/relationships/image" Target="../media/image69.png"/></Relationships>
</file>

<file path=ppt/slides/_rels/slide20.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77.png"/><Relationship Id="rId18" Type="http://schemas.openxmlformats.org/officeDocument/2006/relationships/image" Target="../media/image82.svg"/><Relationship Id="rId3" Type="http://schemas.openxmlformats.org/officeDocument/2006/relationships/slideLayout" Target="../slideLayouts/slideLayout1.xml"/><Relationship Id="rId21" Type="http://schemas.openxmlformats.org/officeDocument/2006/relationships/image" Target="../media/image85.png"/><Relationship Id="rId7" Type="http://schemas.openxmlformats.org/officeDocument/2006/relationships/image" Target="../media/image71.png"/><Relationship Id="rId12" Type="http://schemas.openxmlformats.org/officeDocument/2006/relationships/image" Target="../media/image76.svg"/><Relationship Id="rId17" Type="http://schemas.openxmlformats.org/officeDocument/2006/relationships/image" Target="../media/image81.png"/><Relationship Id="rId2" Type="http://schemas.openxmlformats.org/officeDocument/2006/relationships/tags" Target="../tags/tag37.xml"/><Relationship Id="rId16" Type="http://schemas.openxmlformats.org/officeDocument/2006/relationships/image" Target="../media/image80.svg"/><Relationship Id="rId20" Type="http://schemas.openxmlformats.org/officeDocument/2006/relationships/image" Target="../media/image84.svg"/><Relationship Id="rId1" Type="http://schemas.openxmlformats.org/officeDocument/2006/relationships/tags" Target="../tags/tag36.xml"/><Relationship Id="rId6" Type="http://schemas.openxmlformats.org/officeDocument/2006/relationships/image" Target="../media/image1.emf"/><Relationship Id="rId11" Type="http://schemas.openxmlformats.org/officeDocument/2006/relationships/image" Target="../media/image75.png"/><Relationship Id="rId24" Type="http://schemas.openxmlformats.org/officeDocument/2006/relationships/image" Target="../media/image88.svg"/><Relationship Id="rId5" Type="http://schemas.openxmlformats.org/officeDocument/2006/relationships/oleObject" Target="../embeddings/oleObject25.bin"/><Relationship Id="rId15" Type="http://schemas.openxmlformats.org/officeDocument/2006/relationships/image" Target="../media/image79.png"/><Relationship Id="rId23" Type="http://schemas.openxmlformats.org/officeDocument/2006/relationships/image" Target="../media/image87.png"/><Relationship Id="rId10" Type="http://schemas.openxmlformats.org/officeDocument/2006/relationships/image" Target="../media/image74.svg"/><Relationship Id="rId19" Type="http://schemas.openxmlformats.org/officeDocument/2006/relationships/image" Target="../media/image83.png"/><Relationship Id="rId4" Type="http://schemas.openxmlformats.org/officeDocument/2006/relationships/notesSlide" Target="../notesSlides/notesSlide12.xml"/><Relationship Id="rId9" Type="http://schemas.openxmlformats.org/officeDocument/2006/relationships/image" Target="../media/image73.png"/><Relationship Id="rId14" Type="http://schemas.openxmlformats.org/officeDocument/2006/relationships/image" Target="../media/image78.svg"/><Relationship Id="rId22" Type="http://schemas.openxmlformats.org/officeDocument/2006/relationships/image" Target="../media/image86.sv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hyperlink" Target="https://www.domontconsulting.com/pages/reviews" TargetMode="External"/><Relationship Id="rId5" Type="http://schemas.openxmlformats.org/officeDocument/2006/relationships/image" Target="../media/image89.png"/><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13.xml"/><Relationship Id="rId7" Type="http://schemas.openxmlformats.org/officeDocument/2006/relationships/image" Target="../media/image36.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90.png"/><Relationship Id="rId11" Type="http://schemas.openxmlformats.org/officeDocument/2006/relationships/image" Target="../media/image40.png"/><Relationship Id="rId5" Type="http://schemas.openxmlformats.org/officeDocument/2006/relationships/image" Target="../media/image1.emf"/><Relationship Id="rId10" Type="http://schemas.openxmlformats.org/officeDocument/2006/relationships/image" Target="../media/image39.png"/><Relationship Id="rId4" Type="http://schemas.openxmlformats.org/officeDocument/2006/relationships/oleObject" Target="../embeddings/oleObject27.bin"/><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2.emf"/><Relationship Id="rId5" Type="http://schemas.openxmlformats.org/officeDocument/2006/relationships/oleObject" Target="../embeddings/oleObject28.bin"/><Relationship Id="rId4" Type="http://schemas.openxmlformats.org/officeDocument/2006/relationships/notesSlide" Target="../notesSlides/notesSlide14.xml"/><Relationship Id="rId9" Type="http://schemas.openxmlformats.org/officeDocument/2006/relationships/hyperlink" Target="https://www.domontconsulting.com/pages/full-access"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6.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emf"/><Relationship Id="rId11" Type="http://schemas.openxmlformats.org/officeDocument/2006/relationships/image" Target="../media/image95.png"/><Relationship Id="rId5" Type="http://schemas.openxmlformats.org/officeDocument/2006/relationships/oleObject" Target="../embeddings/oleObject29.bin"/><Relationship Id="rId10" Type="http://schemas.openxmlformats.org/officeDocument/2006/relationships/image" Target="../media/image94.png"/><Relationship Id="rId4" Type="http://schemas.openxmlformats.org/officeDocument/2006/relationships/notesSlide" Target="../notesSlides/notesSlide15.xml"/><Relationship Id="rId9" Type="http://schemas.openxmlformats.org/officeDocument/2006/relationships/image" Target="../media/image93.png"/></Relationships>
</file>

<file path=ppt/slides/_rels/slide25.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oleObject" Target="../embeddings/oleObject30.bin"/><Relationship Id="rId5" Type="http://schemas.openxmlformats.org/officeDocument/2006/relationships/image" Target="../media/image98.png"/><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52508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2" name="Pic">
            <a:extLst>
              <a:ext uri="{FF2B5EF4-FFF2-40B4-BE49-F238E27FC236}">
                <a16:creationId xmlns:a16="http://schemas.microsoft.com/office/drawing/2014/main" id="{F3FC342E-2156-B794-FFF5-76DF8DC8148C}"/>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17009" b="17009"/>
          <a:stretch>
            <a:fillRect/>
          </a:stretch>
        </p:blipFill>
        <p:spPr bwMode="auto">
          <a:xfrm>
            <a:off x="0" y="-1"/>
            <a:ext cx="12192000" cy="5327650"/>
          </a:xfrm>
          <a:prstGeom prst="rect">
            <a:avLst/>
          </a:prstGeom>
          <a:noFill/>
          <a:ln>
            <a:noFill/>
          </a:ln>
          <a:effectLst/>
          <a:extLst>
            <a:ext uri="{909E8E84-426E-40DD-AFC4-6F175D3DCCD1}">
              <a14:hiddenFill xmlns:a14="http://schemas.microsoft.com/office/drawing/2010/main">
                <a:solidFill>
                  <a:scrgbClr r="0" g="0" b="0"/>
                </a:solidFill>
              </a14:hiddenFill>
            </a:ext>
          </a:extLst>
        </p:spPr>
      </p:pic>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62523"/>
            <a:ext cx="4101954" cy="964769"/>
          </a:xfrm>
          <a:prstGeom prst="rect">
            <a:avLst/>
          </a:prstGeom>
        </p:spPr>
      </p:pic>
      <p:sp>
        <p:nvSpPr>
          <p:cNvPr id="5" name="TextBox 4">
            <a:extLst>
              <a:ext uri="{FF2B5EF4-FFF2-40B4-BE49-F238E27FC236}">
                <a16:creationId xmlns:a16="http://schemas.microsoft.com/office/drawing/2014/main" id="{0133E110-802F-596F-11B8-602235D538D2}"/>
              </a:ext>
            </a:extLst>
          </p:cNvPr>
          <p:cNvSpPr txBox="1"/>
          <p:nvPr/>
        </p:nvSpPr>
        <p:spPr>
          <a:xfrm>
            <a:off x="364830" y="5636485"/>
            <a:ext cx="7024798" cy="892552"/>
          </a:xfrm>
          <a:prstGeom prst="rect">
            <a:avLst/>
          </a:prstGeom>
          <a:noFill/>
        </p:spPr>
        <p:txBody>
          <a:bodyPr wrap="square" rtlCol="0">
            <a:spAutoFit/>
          </a:bodyPr>
          <a:lstStyle/>
          <a:p>
            <a:r>
              <a:rPr lang="en-US" sz="2800" b="1" dirty="0"/>
              <a:t>Data Analytics and AI Strategy Toolkit</a:t>
            </a:r>
          </a:p>
          <a:p>
            <a:r>
              <a:rPr lang="en-US" sz="2400" dirty="0">
                <a:solidFill>
                  <a:schemeClr val="accent2"/>
                </a:solidFill>
              </a:rPr>
              <a:t>Overview</a:t>
            </a:r>
          </a:p>
        </p:txBody>
      </p:sp>
      <p:grpSp>
        <p:nvGrpSpPr>
          <p:cNvPr id="7" name="Group 6">
            <a:extLst>
              <a:ext uri="{FF2B5EF4-FFF2-40B4-BE49-F238E27FC236}">
                <a16:creationId xmlns:a16="http://schemas.microsoft.com/office/drawing/2014/main" id="{1E74DEA8-954D-F4A0-050C-BB50C80CFE26}"/>
              </a:ext>
            </a:extLst>
          </p:cNvPr>
          <p:cNvGrpSpPr/>
          <p:nvPr/>
        </p:nvGrpSpPr>
        <p:grpSpPr>
          <a:xfrm>
            <a:off x="-1122" y="6570"/>
            <a:ext cx="1493372" cy="1459010"/>
            <a:chOff x="-9097" y="-23336"/>
            <a:chExt cx="974935" cy="952500"/>
          </a:xfrm>
        </p:grpSpPr>
        <p:sp>
          <p:nvSpPr>
            <p:cNvPr id="8" name="Diagonal Stripe 7">
              <a:extLst>
                <a:ext uri="{FF2B5EF4-FFF2-40B4-BE49-F238E27FC236}">
                  <a16:creationId xmlns:a16="http://schemas.microsoft.com/office/drawing/2014/main" id="{497802B3-649D-46FC-5AD8-56D4DC6C801A}"/>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FF0BB5C0-686E-D63B-3F36-98FC7D5EAAC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BAF4449C-2218-772E-6016-CD6556EFC5A8}"/>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3D10C971-425E-0B85-149B-AABD2E4A665A}"/>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962360B6-D417-6CBC-A344-A41AF4E8DC11}"/>
              </a:ext>
            </a:extLst>
          </p:cNvPr>
          <p:cNvPicPr>
            <a:picLocks noChangeAspect="1"/>
          </p:cNvPicPr>
          <p:nvPr/>
        </p:nvPicPr>
        <p:blipFill>
          <a:blip r:embed="rId6"/>
          <a:stretch>
            <a:fillRect/>
          </a:stretch>
        </p:blipFill>
        <p:spPr>
          <a:xfrm>
            <a:off x="8270116" y="2447568"/>
            <a:ext cx="3340800" cy="1879200"/>
          </a:xfrm>
          <a:prstGeom prst="rect">
            <a:avLst/>
          </a:prstGeom>
          <a:effectLst>
            <a:outerShdw blurRad="63500" sx="102000" sy="102000" algn="ctr" rotWithShape="0">
              <a:prstClr val="black">
                <a:alpha val="40000"/>
              </a:prstClr>
            </a:outerShdw>
          </a:effectLst>
        </p:spPr>
      </p:pic>
      <p:pic>
        <p:nvPicPr>
          <p:cNvPr id="8" name="Picture 7" descr="A blue and white web page&#10;&#10;Description automatically generated">
            <a:extLst>
              <a:ext uri="{FF2B5EF4-FFF2-40B4-BE49-F238E27FC236}">
                <a16:creationId xmlns:a16="http://schemas.microsoft.com/office/drawing/2014/main" id="{63FEC943-4D0C-A37C-35C9-AB4113340AC0}"/>
              </a:ext>
            </a:extLst>
          </p:cNvPr>
          <p:cNvPicPr>
            <a:picLocks noChangeAspect="1"/>
          </p:cNvPicPr>
          <p:nvPr/>
        </p:nvPicPr>
        <p:blipFill>
          <a:blip r:embed="rId7"/>
          <a:stretch>
            <a:fillRect/>
          </a:stretch>
        </p:blipFill>
        <p:spPr>
          <a:xfrm>
            <a:off x="4447094" y="311547"/>
            <a:ext cx="3340800" cy="187920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8C79464F-B4C6-38BD-9959-1B0EAA9DA2CE}"/>
              </a:ext>
            </a:extLst>
          </p:cNvPr>
          <p:cNvPicPr>
            <a:picLocks noChangeAspect="1"/>
          </p:cNvPicPr>
          <p:nvPr/>
        </p:nvPicPr>
        <p:blipFill>
          <a:blip r:embed="rId8"/>
          <a:stretch>
            <a:fillRect/>
          </a:stretch>
        </p:blipFill>
        <p:spPr>
          <a:xfrm>
            <a:off x="4446278" y="2447568"/>
            <a:ext cx="3340801" cy="1879200"/>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6E723DB4-F21E-2609-7403-B38A15E0243A}"/>
              </a:ext>
            </a:extLst>
          </p:cNvPr>
          <p:cNvPicPr>
            <a:picLocks noChangeAspect="1"/>
          </p:cNvPicPr>
          <p:nvPr/>
        </p:nvPicPr>
        <p:blipFill>
          <a:blip r:embed="rId9"/>
          <a:stretch>
            <a:fillRect/>
          </a:stretch>
        </p:blipFill>
        <p:spPr>
          <a:xfrm>
            <a:off x="611806" y="4525509"/>
            <a:ext cx="3340800" cy="1879200"/>
          </a:xfrm>
          <a:prstGeom prst="rect">
            <a:avLst/>
          </a:prstGeom>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3455159A-8D0D-EFE3-6319-88B93ED27714}"/>
              </a:ext>
            </a:extLst>
          </p:cNvPr>
          <p:cNvPicPr>
            <a:picLocks noChangeAspect="1"/>
          </p:cNvPicPr>
          <p:nvPr/>
        </p:nvPicPr>
        <p:blipFill>
          <a:blip r:embed="rId10"/>
          <a:stretch>
            <a:fillRect/>
          </a:stretch>
        </p:blipFill>
        <p:spPr>
          <a:xfrm>
            <a:off x="611806" y="2447568"/>
            <a:ext cx="3340800" cy="1879200"/>
          </a:xfrm>
          <a:prstGeom prst="rect">
            <a:avLst/>
          </a:prstGeom>
          <a:effectLst>
            <a:outerShdw blurRad="63500" sx="102000" sy="102000" algn="ctr" rotWithShape="0">
              <a:prstClr val="black">
                <a:alpha val="40000"/>
              </a:prstClr>
            </a:outerShdw>
          </a:effectLst>
        </p:spPr>
      </p:pic>
      <p:pic>
        <p:nvPicPr>
          <p:cNvPr id="18" name="Picture 17">
            <a:extLst>
              <a:ext uri="{FF2B5EF4-FFF2-40B4-BE49-F238E27FC236}">
                <a16:creationId xmlns:a16="http://schemas.microsoft.com/office/drawing/2014/main" id="{7F85D364-4092-1880-F9B4-982D0549CC17}"/>
              </a:ext>
            </a:extLst>
          </p:cNvPr>
          <p:cNvPicPr>
            <a:picLocks noChangeAspect="1"/>
          </p:cNvPicPr>
          <p:nvPr/>
        </p:nvPicPr>
        <p:blipFill>
          <a:blip r:embed="rId11"/>
          <a:stretch>
            <a:fillRect/>
          </a:stretch>
        </p:blipFill>
        <p:spPr>
          <a:xfrm>
            <a:off x="8270117" y="4525509"/>
            <a:ext cx="3340800" cy="1879200"/>
          </a:xfrm>
          <a:prstGeom prst="rect">
            <a:avLst/>
          </a:prstGeom>
          <a:effectLst>
            <a:outerShdw blurRad="63500" sx="102000" sy="102000" algn="ctr" rotWithShape="0">
              <a:prstClr val="black">
                <a:alpha val="40000"/>
              </a:prstClr>
            </a:outerShdw>
          </a:effectLst>
        </p:spPr>
      </p:pic>
      <p:pic>
        <p:nvPicPr>
          <p:cNvPr id="2" name="Picture 1">
            <a:extLst>
              <a:ext uri="{FF2B5EF4-FFF2-40B4-BE49-F238E27FC236}">
                <a16:creationId xmlns:a16="http://schemas.microsoft.com/office/drawing/2014/main" id="{1D933B20-C71C-E258-D686-5708795FC7B0}"/>
              </a:ext>
            </a:extLst>
          </p:cNvPr>
          <p:cNvPicPr>
            <a:picLocks noChangeAspect="1"/>
          </p:cNvPicPr>
          <p:nvPr/>
        </p:nvPicPr>
        <p:blipFill rotWithShape="1">
          <a:blip r:embed="rId12"/>
          <a:srcRect l="20513"/>
          <a:stretch/>
        </p:blipFill>
        <p:spPr>
          <a:xfrm>
            <a:off x="8270116" y="311547"/>
            <a:ext cx="3340801" cy="18792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6C7A5BDC-15AE-9FA6-93D4-5C9013318D29}"/>
              </a:ext>
            </a:extLst>
          </p:cNvPr>
          <p:cNvPicPr>
            <a:picLocks noChangeAspect="1"/>
          </p:cNvPicPr>
          <p:nvPr/>
        </p:nvPicPr>
        <p:blipFill>
          <a:blip r:embed="rId13"/>
          <a:stretch>
            <a:fillRect/>
          </a:stretch>
        </p:blipFill>
        <p:spPr>
          <a:xfrm>
            <a:off x="4424196" y="4525509"/>
            <a:ext cx="3363698" cy="1879200"/>
          </a:xfrm>
          <a:prstGeom prst="rect">
            <a:avLst/>
          </a:prstGeom>
          <a:effectLst>
            <a:outerShdw blurRad="63500" sx="102000" sy="102000" algn="ctr" rotWithShape="0">
              <a:prstClr val="black">
                <a:alpha val="40000"/>
              </a:prstClr>
            </a:outerShdw>
          </a:effectLst>
        </p:spPr>
      </p:pic>
      <p:pic>
        <p:nvPicPr>
          <p:cNvPr id="7" name="Picture 6" descr="A computer with a graph on the screen&#10;&#10;Description automatically generated">
            <a:extLst>
              <a:ext uri="{FF2B5EF4-FFF2-40B4-BE49-F238E27FC236}">
                <a16:creationId xmlns:a16="http://schemas.microsoft.com/office/drawing/2014/main" id="{8919BECA-9234-D587-5E70-1BD7EC5B4850}"/>
              </a:ext>
            </a:extLst>
          </p:cNvPr>
          <p:cNvPicPr>
            <a:picLocks noChangeAspect="1"/>
          </p:cNvPicPr>
          <p:nvPr/>
        </p:nvPicPr>
        <p:blipFill>
          <a:blip r:embed="rId14"/>
          <a:stretch>
            <a:fillRect/>
          </a:stretch>
        </p:blipFill>
        <p:spPr>
          <a:xfrm>
            <a:off x="611806" y="311547"/>
            <a:ext cx="3340800" cy="1879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14312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Management Consultants</a:t>
            </a:r>
            <a:r>
              <a:rPr lang="en-US" sz="1600" dirty="0">
                <a:solidFill>
                  <a:schemeClr val="tx1"/>
                </a:solidFill>
                <a:cs typeface="Arial" panose="020B0604020202020204" pitchFamily="34" charset="0"/>
              </a:rPr>
              <a:t>. It is considered the world's best &amp; most comprehensive Data Analytics and AI Strategy Toolkit. It includes all the Frameworks, Best Practices &amp; Templates required to design and implement a robust data analytics &amp; AI strategy.</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98C52FAF-A5E3-C41F-9F35-168D441FBAC2}"/>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CBEE11C-78F0-19FF-5AC2-E465F203DB59}"/>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55628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10001485"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Data Analytics</a:t>
            </a:r>
            <a:br>
              <a:rPr lang="en-US" kern="0" dirty="0"/>
            </a:br>
            <a:r>
              <a:rPr lang="en-US" sz="1800" b="0" kern="0" dirty="0"/>
              <a:t>By leveraging data-driven insights, Netflix has positioned itself as a leader in the streaming industry, continuously adapting and innovating to meet the evolving demands of its subscribers</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616648"/>
          </a:xfrm>
          <a:prstGeom prst="rect">
            <a:avLst/>
          </a:prstGeom>
          <a:noFill/>
        </p:spPr>
        <p:txBody>
          <a:bodyPr wrap="square" rtlCol="0">
            <a:spAutoFit/>
          </a:bodyPr>
          <a:lstStyle/>
          <a:p>
            <a:r>
              <a:rPr lang="en-US" sz="1400" dirty="0"/>
              <a:t>One success story of a company that created a data analytics strategy is Netflix. Netflix is a global streaming service that provides a wide range of movies, TV shows, and original content to its subscribers. The company has leveraged data analytics to transform the way it operates and make informed business decisions.</a:t>
            </a:r>
          </a:p>
          <a:p>
            <a:endParaRPr lang="en-US" sz="1400" dirty="0"/>
          </a:p>
          <a:p>
            <a:r>
              <a:rPr lang="en-US" sz="1400" dirty="0"/>
              <a:t>Netflix collects vast amounts of data from its users, including their viewing history, search queries, ratings, and device preferences. This data is then analyzed to gain insights into user behavior, content preferences, and viewing patterns. By utilizing this information effectively, Netflix has been able to create a highly personalized and targeted user experience, ultimately leading to increased customer satisfaction and retention.</a:t>
            </a:r>
          </a:p>
          <a:p>
            <a:endParaRPr lang="en-US" sz="1400" dirty="0"/>
          </a:p>
          <a:p>
            <a:r>
              <a:rPr lang="en-US" sz="1400" dirty="0"/>
              <a:t>One notable example of Netflix's data analytics strategy in action is its content recommendation system. By analyzing user data, Netflix can suggest relevant movies and TV shows to individual users based on their viewing history and preferences. This personalized recommendation engine has played a significant role in attracting and retaining subscribers, as it helps users discover content they are likely to enjoy.</a:t>
            </a:r>
          </a:p>
          <a:p>
            <a:endParaRPr lang="en-US" sz="1400" dirty="0"/>
          </a:p>
          <a:p>
            <a:r>
              <a:rPr lang="en-US" sz="1400" dirty="0"/>
              <a:t>Furthermore, Netflix uses data analytics to make data-driven decisions in various areas of its business. For instance, the company leverages data to optimize its content acquisition strategy, identifying trends and patterns in viewer preferences to guide its content investments. This approach has allowed Netflix to produce successful original content, such as "Stranger Things" and "The Crown," by analyzing audience demand and tailoring their content offerings accordingly.</a:t>
            </a:r>
          </a:p>
          <a:p>
            <a:endParaRPr lang="en-US" sz="1400" dirty="0"/>
          </a:p>
          <a:p>
            <a:r>
              <a:rPr lang="en-US" sz="1400" dirty="0"/>
              <a:t>Overall, Netflix's data analytics strategy has enabled the company to understand its users better, improve its content selection, enhance the user experience, and ultimately drive business growth. </a:t>
            </a:r>
          </a:p>
        </p:txBody>
      </p:sp>
      <p:pic>
        <p:nvPicPr>
          <p:cNvPr id="5" name="Graphic 4">
            <a:extLst>
              <a:ext uri="{FF2B5EF4-FFF2-40B4-BE49-F238E27FC236}">
                <a16:creationId xmlns:a16="http://schemas.microsoft.com/office/drawing/2014/main" id="{17294A22-17E4-8571-437E-C0BB0ED2A0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52381" y="422011"/>
            <a:ext cx="1588258" cy="429636"/>
          </a:xfrm>
          <a:prstGeom prst="rect">
            <a:avLst/>
          </a:prstGeom>
        </p:spPr>
      </p:pic>
      <p:sp>
        <p:nvSpPr>
          <p:cNvPr id="3" name="Footer Placeholder 2">
            <a:extLst>
              <a:ext uri="{FF2B5EF4-FFF2-40B4-BE49-F238E27FC236}">
                <a16:creationId xmlns:a16="http://schemas.microsoft.com/office/drawing/2014/main" id="{D980D907-5D71-3617-BAAB-1C3C5BC72A3E}"/>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6735159E-C376-90B9-D09D-24F95237413D}"/>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6741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570846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693141"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Data Analytics</a:t>
            </a:r>
            <a:br>
              <a:rPr lang="en-US" kern="0" dirty="0"/>
            </a:br>
            <a:r>
              <a:rPr lang="en-US" sz="1800" b="0" kern="0" dirty="0"/>
              <a:t>Amazon's ability to leverage data analytics effectively has played a crucial role in maintaining its competitive edge in the ever-evolving e-commerce and technology landscape</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832092"/>
          </a:xfrm>
          <a:prstGeom prst="rect">
            <a:avLst/>
          </a:prstGeom>
          <a:noFill/>
        </p:spPr>
        <p:txBody>
          <a:bodyPr wrap="square" rtlCol="0">
            <a:spAutoFit/>
          </a:bodyPr>
          <a:lstStyle/>
          <a:p>
            <a:r>
              <a:rPr lang="en-US" sz="1400" dirty="0"/>
              <a:t>Amazon is a multinational technology company that started as an online marketplace and has since expanded into various industries, including e-commerce, cloud computing, digital streaming, and artificial intelligence.</a:t>
            </a:r>
          </a:p>
          <a:p>
            <a:endParaRPr lang="en-US" sz="1400" dirty="0"/>
          </a:p>
          <a:p>
            <a:r>
              <a:rPr lang="en-US" sz="1400" dirty="0"/>
              <a:t>Amazon has leveraged data analytics extensively to understand customer behavior, optimize operations, and drive business growth. One notable example is their use of data analytics in their recommendation engine. By analyzing customer browsing and purchase history, Amazon can provide personalized product recommendations to its users. This approach has significantly contributed to their success in cross-selling and upselling, as well as enhancing customer satisfaction.</a:t>
            </a:r>
          </a:p>
          <a:p>
            <a:endParaRPr lang="en-US" sz="1400" dirty="0"/>
          </a:p>
          <a:p>
            <a:r>
              <a:rPr lang="en-US" sz="1400" dirty="0"/>
              <a:t>Additionally, Amazon utilizes data analytics in inventory management and supply chain optimization. Through the analysis of data on historical sales, customer demand patterns, and supplier performance, Amazon can forecast future demand accurately. This enables them to optimize their inventory levels, reduce warehousing costs, and ensure efficient order fulfillment.</a:t>
            </a:r>
          </a:p>
          <a:p>
            <a:endParaRPr lang="en-US" sz="1400" dirty="0"/>
          </a:p>
          <a:p>
            <a:r>
              <a:rPr lang="en-US" sz="1400" dirty="0"/>
              <a:t>Another area where Amazon excels in data analytics is pricing optimization. The company analyzes vast amounts of data, including competitor prices, customer preferences, and historical sales, to dynamically adjust prices for its products. This allows Amazon to remain competitive in the market, maximize revenue, and capture demand in real-time.</a:t>
            </a:r>
          </a:p>
          <a:p>
            <a:endParaRPr lang="en-US" sz="1400" dirty="0"/>
          </a:p>
          <a:p>
            <a:r>
              <a:rPr lang="en-US" sz="1400" dirty="0"/>
              <a:t>Furthermore, Amazon employs data analytics in fraud detection and prevention. By analyzing customer behavior patterns, transactional data, and machine learning algorithms, Amazon can identify and mitigate fraudulent activities such as unauthorized account access, fake reviews, and suspicious transactions. This helps protect both customers and the integrity of the platform.</a:t>
            </a:r>
          </a:p>
          <a:p>
            <a:endParaRPr lang="en-US" sz="1400" dirty="0"/>
          </a:p>
          <a:p>
            <a:r>
              <a:rPr lang="en-US" sz="1400" dirty="0"/>
              <a:t>Overall, Amazon's data analytics strategy has been instrumental in its success as a technology giant. By harnessing the power of data, the company continuously improves customer experiences, optimizes operations, and drives innovation. </a:t>
            </a:r>
          </a:p>
        </p:txBody>
      </p:sp>
      <p:pic>
        <p:nvPicPr>
          <p:cNvPr id="1026" name="Picture 2">
            <a:extLst>
              <a:ext uri="{FF2B5EF4-FFF2-40B4-BE49-F238E27FC236}">
                <a16:creationId xmlns:a16="http://schemas.microsoft.com/office/drawing/2014/main" id="{B1325A0C-E0B9-790A-05D6-448D760776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67365" y="478303"/>
            <a:ext cx="1621006" cy="489259"/>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76E4D900-D05D-9CFF-CDE0-FD4E09CF4378}"/>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439F231E-CB7D-374A-C2C9-796E8353AC59}"/>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762793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1896942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693141"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AI</a:t>
            </a:r>
            <a:br>
              <a:rPr lang="en-US" kern="0" dirty="0"/>
            </a:br>
            <a:r>
              <a:rPr lang="en-US" sz="1800" b="0" kern="0" dirty="0"/>
              <a:t>Alphabet, Google’s parent company, has successfully leveraged AI in projects like RankBrain for improved search results and AlphaFold for accurate protein structure prediction</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031873"/>
          </a:xfrm>
          <a:prstGeom prst="rect">
            <a:avLst/>
          </a:prstGeom>
          <a:noFill/>
        </p:spPr>
        <p:txBody>
          <a:bodyPr wrap="square" rtlCol="0">
            <a:spAutoFit/>
          </a:bodyPr>
          <a:lstStyle/>
          <a:p>
            <a:r>
              <a:rPr lang="en-US" sz="1600" dirty="0"/>
              <a:t>One of Alphabet's most notable AI-driven innovations is Google's RankBrain, a machine learning system that plays a crucial role in the company's search algorithm. Introduced in 2015, RankBrain helps Google understand and process complex search queries more effectively. By analyzing user behavior and patterns, RankBrain learns to deliver more relevant search results. The implementation of RankBrain has significantly improved the accuracy and quality of Google's search results, enhancing the user experience and solidifying Google's position as the world's leading search engine.</a:t>
            </a:r>
          </a:p>
          <a:p>
            <a:endParaRPr lang="en-US" sz="1600" dirty="0"/>
          </a:p>
          <a:p>
            <a:r>
              <a:rPr lang="en-US" sz="1600" dirty="0"/>
              <a:t>Another groundbreaking stride in the field of AI research by Alphabet is DeepMind's AlphaFold, an AI system designed to predict protein structures. Proteins play a vital role in biological processes, and understanding their structures is crucial for drug discovery and disease treatment. AlphaFold has demonstrated remarkable accuracy in predicting protein structures, surpassing traditional computational methods. The implications of AlphaFold's success are far-reaching, as it has the potential to accelerate research in biology, medicine, and related fields.</a:t>
            </a:r>
          </a:p>
          <a:p>
            <a:endParaRPr lang="en-US" sz="1600" dirty="0"/>
          </a:p>
          <a:p>
            <a:r>
              <a:rPr lang="en-US" sz="1600" dirty="0"/>
              <a:t>These success stories showcase Alphabet's commitment to pushing the boundaries of AI innovation. Their AI projects have the potential to revolutionize industries like telecommunications, visual search, and autonomous transportation, demonstrating the vast scope and impact of Alphabet's AI initiatives.</a:t>
            </a:r>
          </a:p>
        </p:txBody>
      </p:sp>
      <p:pic>
        <p:nvPicPr>
          <p:cNvPr id="3" name="Picture 2">
            <a:extLst>
              <a:ext uri="{FF2B5EF4-FFF2-40B4-BE49-F238E27FC236}">
                <a16:creationId xmlns:a16="http://schemas.microsoft.com/office/drawing/2014/main" id="{1D808326-38CB-3E29-435D-C35EA21D30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99133" y="365126"/>
            <a:ext cx="1474381" cy="357077"/>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90420753-5D50-3ACF-A6BB-4BABE29F864A}"/>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70243772-3923-1FAD-D4F5-82F68292FD1C}"/>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4011674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239629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693141"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AI</a:t>
            </a:r>
            <a:br>
              <a:rPr lang="en-US" kern="0" dirty="0"/>
            </a:br>
            <a:r>
              <a:rPr lang="en-US" sz="1800" b="0" kern="0" dirty="0"/>
              <a:t>OpenAI, with its AI model ChatGPT, has achieved significant success, leading to a multibillion-dollar deal with Microsoft and an alliance with Bain</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278094"/>
          </a:xfrm>
          <a:prstGeom prst="rect">
            <a:avLst/>
          </a:prstGeom>
          <a:noFill/>
        </p:spPr>
        <p:txBody>
          <a:bodyPr wrap="square" rtlCol="0">
            <a:spAutoFit/>
          </a:bodyPr>
          <a:lstStyle/>
          <a:p>
            <a:r>
              <a:rPr lang="en-US" sz="1600" dirty="0"/>
              <a:t>OpenAI, founded in 2015, has made significant strides in the field of artificial intelligence (AI). It started as a non-profit with the goal of building artificial general intelligence (AGI) — an AI that could perform most jobs better than a human. Over the years, OpenAI's pursuit of AGI led to the development of the viral chatbot, ChatGPT.</a:t>
            </a:r>
          </a:p>
          <a:p>
            <a:endParaRPr lang="en-US" sz="1600" dirty="0"/>
          </a:p>
          <a:p>
            <a:r>
              <a:rPr lang="en-US" sz="1600" dirty="0"/>
              <a:t>ChatGPT, launched with zero fanfare in late November 2022, quickly became a viral mega-hit. It was viewed in-house as a “research preview,” a tease of a more polished version of a two-year-old technology. The success of ChatGPT took OpenAI by surprise, and the firm has been scrambling to catch up—and capitalize on its success—ever since.</a:t>
            </a:r>
          </a:p>
          <a:p>
            <a:endParaRPr lang="en-US" sz="1600" dirty="0"/>
          </a:p>
          <a:p>
            <a:r>
              <a:rPr lang="en-US" sz="1600" dirty="0"/>
              <a:t>OpenAI has updated ChatGPT several times since its launch. The researchers are using a technique called adversarial training to stop ChatGPT from letting users trick it into behaving badly. This work pits multiple chatbots against each other: one chatbot plays the adversary and attacks another chatbot by generating text to force it to buck its usual constraints and produce unwanted responses.</a:t>
            </a:r>
          </a:p>
          <a:p>
            <a:endParaRPr lang="en-US" sz="1600" dirty="0"/>
          </a:p>
          <a:p>
            <a:r>
              <a:rPr lang="en-US" sz="1600" dirty="0"/>
              <a:t>OpenAI has also signed a multibillion-dollar deal with Microsoft and announced an alliance with Bain, a global management consulting firm, which plans to use OpenAI’s generative AI models in marketing campaigns for its clients, including Coca-Cola. The buzz about ChatGPT has set off yet another gold rush around large language models, with companies and investors worldwide getting into the action.</a:t>
            </a:r>
          </a:p>
        </p:txBody>
      </p:sp>
      <p:pic>
        <p:nvPicPr>
          <p:cNvPr id="2050" name="Picture 2">
            <a:extLst>
              <a:ext uri="{FF2B5EF4-FFF2-40B4-BE49-F238E27FC236}">
                <a16:creationId xmlns:a16="http://schemas.microsoft.com/office/drawing/2014/main" id="{711B7DAE-05A2-784C-7C7E-B2A9C995D0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2524" y="255692"/>
            <a:ext cx="1782726" cy="483982"/>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B96F116E-A562-1630-3F2F-7062B7332E55}"/>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3EA17D9E-5B19-EAF4-B450-00565E8EF15D}"/>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853051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26384405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t>Our firm created a Data Analytics and AI Strategy Toolkit to help you create your own success stories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ex-McKinsey, Deloitte and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A3ADC4EF-BEC8-099A-9570-C08E74AEF36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5DBD25AF-E8D6-9BAF-AC4F-106A5211CA51}"/>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3354756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5115246"/>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40" b="1" dirty="0">
                <a:solidFill>
                  <a:srgbClr val="002060"/>
                </a:solidFill>
                <a:latin typeface="Arial (Body)"/>
              </a:rPr>
              <a:t>The Data Analytics and AI Strategy Toolkit includes frameworks, tools, templates, tutorials, real-life examples, video training, and best practices to help you:</a:t>
            </a:r>
          </a:p>
          <a:p>
            <a:pPr marL="263525" lvl="1" indent="-177800">
              <a:spcBef>
                <a:spcPts val="300"/>
              </a:spcBef>
              <a:spcAft>
                <a:spcPts val="300"/>
              </a:spcAft>
              <a:buFont typeface="Arial" panose="020B0604020202020204" pitchFamily="34" charset="0"/>
              <a:buChar char="•"/>
              <a:defRPr/>
            </a:pPr>
            <a:r>
              <a:rPr lang="en-US" sz="1340" b="1" dirty="0">
                <a:latin typeface="Arial (Body)"/>
              </a:rPr>
              <a:t>Define and implement your Data Analytics Strategy: </a:t>
            </a:r>
            <a:r>
              <a:rPr lang="en-US" sz="1340" dirty="0">
                <a:latin typeface="Arial (Body)"/>
              </a:rPr>
              <a:t>(1) Summary of the Corporate &amp; Business Strategy, (2) Current &amp; Target Data Analytics Maturity Levels, (3) Data Analytics Vision, Mission &amp; Values, (4) Strategic Objectives and KPIs to reach our Vision, (5) Team &amp; Budget, (6) Guiding Principles</a:t>
            </a:r>
          </a:p>
          <a:p>
            <a:pPr marL="263525" lvl="1" indent="-177800">
              <a:spcBef>
                <a:spcPts val="300"/>
              </a:spcBef>
              <a:spcAft>
                <a:spcPts val="300"/>
              </a:spcAft>
              <a:buFont typeface="Arial" panose="020B0604020202020204" pitchFamily="34" charset="0"/>
              <a:buChar char="•"/>
              <a:defRPr/>
            </a:pPr>
            <a:r>
              <a:rPr lang="en-US" sz="1340" b="1" dirty="0">
                <a:latin typeface="Arial (Body)"/>
              </a:rPr>
              <a:t>Define and implement your AI Strategy: </a:t>
            </a:r>
            <a:r>
              <a:rPr lang="en-US" sz="1340" dirty="0">
                <a:latin typeface="Arial (Body)"/>
              </a:rPr>
              <a:t>(1) Summary of the Corporate &amp; Business Strategy, (2) AI Essentials, (3) Current &amp; Target AI Maturity Levels, (4) AI Vision, Mission &amp; Values, (5) Strategic Objectives and KPIs to reach our Vision, (6) Team &amp; Budget, (7) Guiding Principles</a:t>
            </a:r>
          </a:p>
          <a:p>
            <a:pPr marL="263525" lvl="1" indent="-177800">
              <a:spcBef>
                <a:spcPts val="300"/>
              </a:spcBef>
              <a:spcAft>
                <a:spcPts val="300"/>
              </a:spcAft>
              <a:buFont typeface="Arial" panose="020B0604020202020204" pitchFamily="34" charset="0"/>
              <a:buChar char="•"/>
              <a:defRPr/>
            </a:pPr>
            <a:r>
              <a:rPr lang="en-US" sz="1340" b="1" dirty="0">
                <a:latin typeface="Arial (Body)"/>
              </a:rPr>
              <a:t>Build your 4 pillars to reach your Data Analytics Strategic Objectives: </a:t>
            </a:r>
            <a:r>
              <a:rPr lang="en-US" sz="1340" dirty="0">
                <a:latin typeface="Arial (Body)"/>
              </a:rPr>
              <a:t>(1) Data Management &amp; Infrastructure, (2) Data Governance &amp; Compliance, (3) Analytics Tools &amp; Techniques, (4) Data-driven Organization</a:t>
            </a:r>
          </a:p>
          <a:p>
            <a:pPr marL="263525" lvl="1" indent="-177800">
              <a:spcBef>
                <a:spcPts val="300"/>
              </a:spcBef>
              <a:spcAft>
                <a:spcPts val="300"/>
              </a:spcAft>
              <a:buFont typeface="Arial" panose="020B0604020202020204" pitchFamily="34" charset="0"/>
              <a:buChar char="•"/>
              <a:defRPr/>
            </a:pPr>
            <a:r>
              <a:rPr lang="en-US" sz="1340" b="1" dirty="0">
                <a:latin typeface="Arial (Body)"/>
              </a:rPr>
              <a:t>Identify the key Technologies to enable your AI Strategy: </a:t>
            </a:r>
            <a:r>
              <a:rPr lang="en-US" sz="1340" dirty="0">
                <a:latin typeface="Arial (Body)"/>
              </a:rPr>
              <a:t>(1) AI data center, (2) Machine Learning, (3) Deep Learning, (4) Generative AI Chatbots, NLP &amp; Prompt Engineering, (5) Artificial General Intelligence, (6) Cloud Computing</a:t>
            </a:r>
          </a:p>
          <a:p>
            <a:pPr marL="263525" lvl="1" indent="-177800">
              <a:spcBef>
                <a:spcPts val="300"/>
              </a:spcBef>
              <a:spcAft>
                <a:spcPts val="300"/>
              </a:spcAft>
              <a:buFont typeface="Arial" panose="020B0604020202020204" pitchFamily="34" charset="0"/>
              <a:buChar char="•"/>
              <a:defRPr/>
            </a:pPr>
            <a:r>
              <a:rPr lang="en-US" sz="1340" b="1" dirty="0">
                <a:latin typeface="Arial (Body)"/>
              </a:rPr>
              <a:t>Identify Use Cases and Potential Initiatives </a:t>
            </a:r>
            <a:r>
              <a:rPr lang="en-US" sz="1340" dirty="0">
                <a:latin typeface="Arial (Body)"/>
              </a:rPr>
              <a:t>in Data Analytics and AI</a:t>
            </a:r>
          </a:p>
          <a:p>
            <a:pPr marL="263525" lvl="1" indent="-177800">
              <a:spcBef>
                <a:spcPts val="300"/>
              </a:spcBef>
              <a:spcAft>
                <a:spcPts val="300"/>
              </a:spcAft>
              <a:buFont typeface="Arial" panose="020B0604020202020204" pitchFamily="34" charset="0"/>
              <a:buChar char="•"/>
              <a:defRPr/>
            </a:pPr>
            <a:r>
              <a:rPr lang="en-US" sz="1340" b="1" dirty="0">
                <a:latin typeface="Arial (Body)"/>
              </a:rPr>
              <a:t>List your potential initiatives in </a:t>
            </a:r>
            <a:r>
              <a:rPr lang="en-US" sz="1340" dirty="0">
                <a:latin typeface="Arial (Body)"/>
              </a:rPr>
              <a:t>Data Analytics and AI</a:t>
            </a:r>
          </a:p>
          <a:p>
            <a:pPr marL="263525" lvl="1" indent="-177800">
              <a:spcBef>
                <a:spcPts val="300"/>
              </a:spcBef>
              <a:spcAft>
                <a:spcPts val="300"/>
              </a:spcAft>
              <a:buFont typeface="Arial" panose="020B0604020202020204" pitchFamily="34" charset="0"/>
              <a:buChar char="•"/>
              <a:defRPr/>
            </a:pPr>
            <a:r>
              <a:rPr lang="en-US" sz="1340" b="1" dirty="0">
                <a:latin typeface="Arial (Body)"/>
              </a:rPr>
              <a:t>Create your business cases and financial models </a:t>
            </a:r>
            <a:r>
              <a:rPr lang="en-US" sz="1340" dirty="0">
                <a:latin typeface="Arial (Body)"/>
              </a:rPr>
              <a:t>to assess potential initiatives</a:t>
            </a:r>
          </a:p>
          <a:p>
            <a:pPr marL="263525" lvl="1" indent="-177800">
              <a:spcBef>
                <a:spcPts val="300"/>
              </a:spcBef>
              <a:spcAft>
                <a:spcPts val="300"/>
              </a:spcAft>
              <a:buFont typeface="Arial" panose="020B0604020202020204" pitchFamily="34" charset="0"/>
              <a:buChar char="•"/>
              <a:defRPr/>
            </a:pPr>
            <a:r>
              <a:rPr lang="en-US" sz="1340" b="1" dirty="0">
                <a:latin typeface="Arial (Body)"/>
              </a:rPr>
              <a:t>Prioritize, plan and implement your projects: </a:t>
            </a:r>
            <a:r>
              <a:rPr lang="en-US" sz="1340" dirty="0">
                <a:latin typeface="Arial (Body)"/>
              </a:rPr>
              <a:t>(1) Project prioritization, (2) Business roadmap, (3) Governance, (4) Dashboards, (5) Project implementation: agile methodology, design thinking and traditional methodology, (6) Continuous improvement (7) Post program/projects evaluation and lessons learnt</a:t>
            </a:r>
          </a:p>
          <a:p>
            <a:pPr marL="263525" lvl="1" indent="-177800">
              <a:spcBef>
                <a:spcPts val="300"/>
              </a:spcBef>
              <a:spcAft>
                <a:spcPts val="300"/>
              </a:spcAft>
              <a:buFont typeface="Arial" panose="020B0604020202020204" pitchFamily="34" charset="0"/>
              <a:buChar char="•"/>
              <a:defRPr/>
            </a:pPr>
            <a:r>
              <a:rPr lang="en-GB" sz="1340" b="1" dirty="0">
                <a:solidFill>
                  <a:srgbClr val="002060"/>
                </a:solidFill>
                <a:latin typeface="Arial (Body)"/>
              </a:rPr>
              <a:t>Define and implement your change management strategy, internal communication strategy, and stakeholder engagement strategy: </a:t>
            </a:r>
            <a:r>
              <a:rPr lang="en-GB" sz="1340" dirty="0">
                <a:solidFill>
                  <a:srgbClr val="002060"/>
                </a:solidFill>
                <a:latin typeface="Arial (Body)"/>
              </a:rPr>
              <a:t>(1) Change management strategy, (2) Change management plans, (3) Implementation, tracking and progress management, (4) Effective communication</a:t>
            </a:r>
          </a:p>
        </p:txBody>
      </p:sp>
      <p:sp>
        <p:nvSpPr>
          <p:cNvPr id="4" name="Footer Placeholder 3">
            <a:extLst>
              <a:ext uri="{FF2B5EF4-FFF2-40B4-BE49-F238E27FC236}">
                <a16:creationId xmlns:a16="http://schemas.microsoft.com/office/drawing/2014/main" id="{55E27FF7-3F41-C0B7-A1D7-09C5DC0BA30D}"/>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CA53DA7F-D88C-09F4-DD7D-15823AD96D9F}"/>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10</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46659"/>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latin typeface="Roboto" panose="02000000000000000000" pitchFamily="2" charset="0"/>
                <a:hlinkClick r:id="rId5"/>
              </a:rPr>
              <a:t>https://youtu.be/fC7LP6hV1fg</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9004AC62-6489-EA79-2AC5-0A97EE1056A2}"/>
              </a:ext>
            </a:extLst>
          </p:cNvPr>
          <p:cNvPicPr>
            <a:picLocks noChangeAspect="1"/>
          </p:cNvPicPr>
          <p:nvPr/>
        </p:nvPicPr>
        <p:blipFill>
          <a:blip r:embed="rId7"/>
          <a:stretch>
            <a:fillRect/>
          </a:stretch>
        </p:blipFill>
        <p:spPr>
          <a:xfrm>
            <a:off x="6476568" y="2080436"/>
            <a:ext cx="5110999" cy="2925374"/>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Toolkit includes 2 sections</a:t>
            </a:r>
          </a:p>
        </p:txBody>
      </p:sp>
      <p:sp>
        <p:nvSpPr>
          <p:cNvPr id="4" name="Rectangle: Rounded Corners 3">
            <a:extLst>
              <a:ext uri="{FF2B5EF4-FFF2-40B4-BE49-F238E27FC236}">
                <a16:creationId xmlns:a16="http://schemas.microsoft.com/office/drawing/2014/main" id="{5D45B4B2-B9BC-A3A3-C31A-118D0EF32D73}"/>
              </a:ext>
            </a:extLst>
          </p:cNvPr>
          <p:cNvSpPr/>
          <p:nvPr/>
        </p:nvSpPr>
        <p:spPr>
          <a:xfrm>
            <a:off x="2900922" y="2296633"/>
            <a:ext cx="7963786" cy="126527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Data Analytics</a:t>
            </a:r>
          </a:p>
        </p:txBody>
      </p:sp>
      <p:sp>
        <p:nvSpPr>
          <p:cNvPr id="5" name="Rectangle: Rounded Corners 4">
            <a:extLst>
              <a:ext uri="{FF2B5EF4-FFF2-40B4-BE49-F238E27FC236}">
                <a16:creationId xmlns:a16="http://schemas.microsoft.com/office/drawing/2014/main" id="{927D0540-C428-36BA-8985-BCC14F710A5E}"/>
              </a:ext>
            </a:extLst>
          </p:cNvPr>
          <p:cNvSpPr/>
          <p:nvPr/>
        </p:nvSpPr>
        <p:spPr>
          <a:xfrm>
            <a:off x="2900922" y="4465677"/>
            <a:ext cx="7963786" cy="126527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AI</a:t>
            </a:r>
          </a:p>
        </p:txBody>
      </p:sp>
      <p:sp>
        <p:nvSpPr>
          <p:cNvPr id="9" name="Rectangle: Rounded Corners 8">
            <a:extLst>
              <a:ext uri="{FF2B5EF4-FFF2-40B4-BE49-F238E27FC236}">
                <a16:creationId xmlns:a16="http://schemas.microsoft.com/office/drawing/2014/main" id="{E6B48254-2A23-53DB-09AB-B7724CC02082}"/>
              </a:ext>
            </a:extLst>
          </p:cNvPr>
          <p:cNvSpPr/>
          <p:nvPr/>
        </p:nvSpPr>
        <p:spPr>
          <a:xfrm>
            <a:off x="1300930" y="2296633"/>
            <a:ext cx="1452908" cy="126527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1</a:t>
            </a:r>
          </a:p>
        </p:txBody>
      </p:sp>
      <p:sp>
        <p:nvSpPr>
          <p:cNvPr id="10" name="Rectangle: Rounded Corners 9">
            <a:extLst>
              <a:ext uri="{FF2B5EF4-FFF2-40B4-BE49-F238E27FC236}">
                <a16:creationId xmlns:a16="http://schemas.microsoft.com/office/drawing/2014/main" id="{DA85BAE9-EC06-0BDD-114C-1C1430391B5D}"/>
              </a:ext>
            </a:extLst>
          </p:cNvPr>
          <p:cNvSpPr/>
          <p:nvPr/>
        </p:nvSpPr>
        <p:spPr>
          <a:xfrm>
            <a:off x="1300930" y="4465677"/>
            <a:ext cx="1452908" cy="126527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2</a:t>
            </a:r>
          </a:p>
        </p:txBody>
      </p:sp>
      <p:sp>
        <p:nvSpPr>
          <p:cNvPr id="2" name="Footer Placeholder 1">
            <a:extLst>
              <a:ext uri="{FF2B5EF4-FFF2-40B4-BE49-F238E27FC236}">
                <a16:creationId xmlns:a16="http://schemas.microsoft.com/office/drawing/2014/main" id="{5D64FF15-F7A6-6261-2605-04FAA7308643}"/>
              </a:ext>
            </a:extLst>
          </p:cNvPr>
          <p:cNvSpPr>
            <a:spLocks noGrp="1"/>
          </p:cNvSpPr>
          <p:nvPr>
            <p:ph type="ftr" sz="quarter" idx="3"/>
          </p:nvPr>
        </p:nvSpPr>
        <p:spPr/>
        <p:txBody>
          <a:bodyPr/>
          <a:lstStyle/>
          <a:p>
            <a:r>
              <a:rPr lang="en-US"/>
              <a:t>Domont Consulting</a:t>
            </a:r>
            <a:endParaRPr lang="en-US" dirty="0"/>
          </a:p>
        </p:txBody>
      </p:sp>
      <p:sp>
        <p:nvSpPr>
          <p:cNvPr id="3" name="Slide Number Placeholder 2">
            <a:extLst>
              <a:ext uri="{FF2B5EF4-FFF2-40B4-BE49-F238E27FC236}">
                <a16:creationId xmlns:a16="http://schemas.microsoft.com/office/drawing/2014/main" id="{1ED22ED1-FB0E-3AB6-6A1D-8467B98A328D}"/>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3411128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DFD76B7-8558-43D4-23DA-B6C60D1447FB}"/>
              </a:ext>
            </a:extLst>
          </p:cNvPr>
          <p:cNvGraphicFramePr>
            <a:graphicFrameLocks noChangeAspect="1"/>
          </p:cNvGraphicFramePr>
          <p:nvPr>
            <p:custDataLst>
              <p:tags r:id="rId1"/>
            </p:custDataLst>
            <p:extLst>
              <p:ext uri="{D42A27DB-BD31-4B8C-83A1-F6EECF244321}">
                <p14:modId xmlns:p14="http://schemas.microsoft.com/office/powerpoint/2010/main" val="495995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7" name="think-cell data - do not delete" hidden="1">
                        <a:extLst>
                          <a:ext uri="{FF2B5EF4-FFF2-40B4-BE49-F238E27FC236}">
                            <a16:creationId xmlns:a16="http://schemas.microsoft.com/office/drawing/2014/main" id="{7DFD76B7-8558-43D4-23DA-B6C60D1447F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idx="4294967295"/>
          </p:nvPr>
        </p:nvSpPr>
        <p:spPr>
          <a:xfrm>
            <a:off x="499730" y="365125"/>
            <a:ext cx="10573083" cy="1090613"/>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1</a:t>
            </a:r>
            <a:r>
              <a:rPr lang="en-US" sz="2400" baseline="30000" dirty="0"/>
              <a:t>st</a:t>
            </a:r>
            <a:r>
              <a:rPr lang="en-US" sz="2400" dirty="0"/>
              <a:t> section includes a 6-phase approach that we have built and refined over the past 20 years through constant trial and error</a:t>
            </a:r>
            <a:endParaRPr lang="en-US" b="0" kern="0" dirty="0"/>
          </a:p>
        </p:txBody>
      </p:sp>
      <p:sp>
        <p:nvSpPr>
          <p:cNvPr id="22" name="Rectangle: Rounded Corners 21">
            <a:extLst>
              <a:ext uri="{FF2B5EF4-FFF2-40B4-BE49-F238E27FC236}">
                <a16:creationId xmlns:a16="http://schemas.microsoft.com/office/drawing/2014/main" id="{EF662CFF-B5FC-19C0-0647-E6D46F350CEC}"/>
              </a:ext>
            </a:extLst>
          </p:cNvPr>
          <p:cNvSpPr/>
          <p:nvPr/>
        </p:nvSpPr>
        <p:spPr>
          <a:xfrm>
            <a:off x="591671" y="1442257"/>
            <a:ext cx="10995492" cy="892245"/>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Data Analytics Strategy</a:t>
            </a:r>
            <a:endParaRPr lang="en-US" sz="1300" b="1" dirty="0">
              <a:solidFill>
                <a:schemeClr val="bg1">
                  <a:lumMod val="95000"/>
                </a:schemeClr>
              </a:solidFill>
            </a:endParaRPr>
          </a:p>
        </p:txBody>
      </p:sp>
      <p:sp>
        <p:nvSpPr>
          <p:cNvPr id="31" name="Rectangle: Rounded Corners 30">
            <a:extLst>
              <a:ext uri="{FF2B5EF4-FFF2-40B4-BE49-F238E27FC236}">
                <a16:creationId xmlns:a16="http://schemas.microsoft.com/office/drawing/2014/main" id="{89468BD2-A374-A64E-A860-CBB77CC71F07}"/>
              </a:ext>
            </a:extLst>
          </p:cNvPr>
          <p:cNvSpPr/>
          <p:nvPr/>
        </p:nvSpPr>
        <p:spPr>
          <a:xfrm>
            <a:off x="591671" y="2368279"/>
            <a:ext cx="10995492" cy="3219687"/>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4 Pillars to reach our Strategic Objectives</a:t>
            </a:r>
            <a:endParaRPr lang="en-US" sz="1300" b="1" dirty="0">
              <a:solidFill>
                <a:schemeClr val="tx1"/>
              </a:solidFill>
            </a:endParaRPr>
          </a:p>
        </p:txBody>
      </p:sp>
      <p:sp>
        <p:nvSpPr>
          <p:cNvPr id="32" name="Rectangle: Rounded Corners 31">
            <a:extLst>
              <a:ext uri="{FF2B5EF4-FFF2-40B4-BE49-F238E27FC236}">
                <a16:creationId xmlns:a16="http://schemas.microsoft.com/office/drawing/2014/main" id="{06796EFB-CD6C-0213-556A-8B9CB0D1D4C4}"/>
              </a:ext>
            </a:extLst>
          </p:cNvPr>
          <p:cNvSpPr/>
          <p:nvPr/>
        </p:nvSpPr>
        <p:spPr>
          <a:xfrm>
            <a:off x="712370" y="3057557"/>
            <a:ext cx="2448000" cy="3600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Data Management &amp; Infrastructure</a:t>
            </a:r>
          </a:p>
        </p:txBody>
      </p:sp>
      <p:sp>
        <p:nvSpPr>
          <p:cNvPr id="33" name="Rectangle: Rounded Corners 32">
            <a:extLst>
              <a:ext uri="{FF2B5EF4-FFF2-40B4-BE49-F238E27FC236}">
                <a16:creationId xmlns:a16="http://schemas.microsoft.com/office/drawing/2014/main" id="{7E8BFF0F-10ED-3D05-6B62-9431FB518812}"/>
              </a:ext>
            </a:extLst>
          </p:cNvPr>
          <p:cNvSpPr/>
          <p:nvPr/>
        </p:nvSpPr>
        <p:spPr>
          <a:xfrm>
            <a:off x="3485616" y="3057557"/>
            <a:ext cx="2448000" cy="3600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Data Governance &amp; Compliance</a:t>
            </a:r>
          </a:p>
        </p:txBody>
      </p:sp>
      <p:sp>
        <p:nvSpPr>
          <p:cNvPr id="34" name="Rectangle: Rounded Corners 33">
            <a:extLst>
              <a:ext uri="{FF2B5EF4-FFF2-40B4-BE49-F238E27FC236}">
                <a16:creationId xmlns:a16="http://schemas.microsoft.com/office/drawing/2014/main" id="{30EC42AD-B0E3-B74C-B7D3-86AB1E54236E}"/>
              </a:ext>
            </a:extLst>
          </p:cNvPr>
          <p:cNvSpPr/>
          <p:nvPr/>
        </p:nvSpPr>
        <p:spPr>
          <a:xfrm>
            <a:off x="6258862" y="3057557"/>
            <a:ext cx="2448000" cy="3600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Analytics Tools &amp; Techniques</a:t>
            </a:r>
          </a:p>
        </p:txBody>
      </p:sp>
      <p:sp>
        <p:nvSpPr>
          <p:cNvPr id="35" name="Rectangle: Rounded Corners 34">
            <a:extLst>
              <a:ext uri="{FF2B5EF4-FFF2-40B4-BE49-F238E27FC236}">
                <a16:creationId xmlns:a16="http://schemas.microsoft.com/office/drawing/2014/main" id="{0DCD5F4F-E993-4DDB-4F98-8CF5E062D1C8}"/>
              </a:ext>
            </a:extLst>
          </p:cNvPr>
          <p:cNvSpPr/>
          <p:nvPr/>
        </p:nvSpPr>
        <p:spPr>
          <a:xfrm>
            <a:off x="9032109" y="3057557"/>
            <a:ext cx="2448000" cy="36000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Data-driven Organization</a:t>
            </a:r>
          </a:p>
        </p:txBody>
      </p:sp>
      <p:sp>
        <p:nvSpPr>
          <p:cNvPr id="36" name="Rectangle 35">
            <a:extLst>
              <a:ext uri="{FF2B5EF4-FFF2-40B4-BE49-F238E27FC236}">
                <a16:creationId xmlns:a16="http://schemas.microsoft.com/office/drawing/2014/main" id="{4FE4005A-9C17-FB60-9A36-85B76F3F09FE}"/>
              </a:ext>
            </a:extLst>
          </p:cNvPr>
          <p:cNvSpPr/>
          <p:nvPr/>
        </p:nvSpPr>
        <p:spPr>
          <a:xfrm>
            <a:off x="772869" y="3438823"/>
            <a:ext cx="2423211" cy="1938992"/>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Data sources and acquisition</a:t>
            </a:r>
          </a:p>
          <a:p>
            <a:pPr marL="179388" indent="-179388">
              <a:spcBef>
                <a:spcPts val="200"/>
              </a:spcBef>
              <a:spcAft>
                <a:spcPts val="200"/>
              </a:spcAft>
              <a:buFont typeface="+mj-lt"/>
              <a:buAutoNum type="arabicPeriod"/>
              <a:defRPr/>
            </a:pPr>
            <a:r>
              <a:rPr lang="en-US" sz="1000" dirty="0">
                <a:solidFill>
                  <a:srgbClr val="002776"/>
                </a:solidFill>
              </a:rPr>
              <a:t>Data storage and processing solutions</a:t>
            </a:r>
          </a:p>
          <a:p>
            <a:pPr marL="179388" indent="-179388">
              <a:spcBef>
                <a:spcPts val="200"/>
              </a:spcBef>
              <a:spcAft>
                <a:spcPts val="200"/>
              </a:spcAft>
              <a:buFont typeface="+mj-lt"/>
              <a:buAutoNum type="arabicPeriod"/>
              <a:defRPr/>
            </a:pPr>
            <a:r>
              <a:rPr lang="en-US" sz="1000" dirty="0">
                <a:solidFill>
                  <a:srgbClr val="002776"/>
                </a:solidFill>
              </a:rPr>
              <a:t>Data integration, transformation &amp; ETL Processes</a:t>
            </a:r>
          </a:p>
          <a:p>
            <a:pPr marL="179388" indent="-179388">
              <a:spcBef>
                <a:spcPts val="200"/>
              </a:spcBef>
              <a:spcAft>
                <a:spcPts val="200"/>
              </a:spcAft>
              <a:buFont typeface="+mj-lt"/>
              <a:buAutoNum type="arabicPeriod"/>
              <a:defRPr/>
            </a:pPr>
            <a:r>
              <a:rPr lang="en-US" sz="1000" dirty="0">
                <a:solidFill>
                  <a:srgbClr val="002776"/>
                </a:solidFill>
              </a:rPr>
              <a:t>Data quality &amp; cleansing</a:t>
            </a:r>
          </a:p>
          <a:p>
            <a:pPr marL="179388" indent="-179388">
              <a:spcBef>
                <a:spcPts val="200"/>
              </a:spcBef>
              <a:spcAft>
                <a:spcPts val="200"/>
              </a:spcAft>
              <a:buFont typeface="+mj-lt"/>
              <a:buAutoNum type="arabicPeriod"/>
              <a:defRPr/>
            </a:pPr>
            <a:r>
              <a:rPr lang="en-US" sz="1000" dirty="0">
                <a:solidFill>
                  <a:srgbClr val="002776"/>
                </a:solidFill>
              </a:rPr>
              <a:t>Data infrastructure scalability &amp; performance</a:t>
            </a:r>
          </a:p>
          <a:p>
            <a:pPr marL="179388" indent="-179388">
              <a:spcBef>
                <a:spcPts val="200"/>
              </a:spcBef>
              <a:spcAft>
                <a:spcPts val="200"/>
              </a:spcAft>
              <a:buFont typeface="+mj-lt"/>
              <a:buAutoNum type="arabicPeriod"/>
              <a:defRPr/>
            </a:pPr>
            <a:r>
              <a:rPr lang="en-US" sz="1000" dirty="0">
                <a:solidFill>
                  <a:srgbClr val="002776"/>
                </a:solidFill>
              </a:rPr>
              <a:t>Emerging technologies in data management and infrastructure </a:t>
            </a:r>
          </a:p>
          <a:p>
            <a:pPr marL="179388" indent="-179388">
              <a:spcBef>
                <a:spcPts val="200"/>
              </a:spcBef>
              <a:spcAft>
                <a:spcPts val="200"/>
              </a:spcAft>
              <a:buFont typeface="+mj-lt"/>
              <a:buAutoNum type="arabicPeriod"/>
              <a:defRPr/>
            </a:pPr>
            <a:r>
              <a:rPr lang="en-US" sz="1000" dirty="0">
                <a:solidFill>
                  <a:srgbClr val="002776"/>
                </a:solidFill>
              </a:rPr>
              <a:t>Successful implementations</a:t>
            </a:r>
          </a:p>
        </p:txBody>
      </p:sp>
      <p:sp>
        <p:nvSpPr>
          <p:cNvPr id="37" name="Rectangle 36">
            <a:extLst>
              <a:ext uri="{FF2B5EF4-FFF2-40B4-BE49-F238E27FC236}">
                <a16:creationId xmlns:a16="http://schemas.microsoft.com/office/drawing/2014/main" id="{8E648CEA-79FD-947B-DE8C-948856BF7D7C}"/>
              </a:ext>
            </a:extLst>
          </p:cNvPr>
          <p:cNvSpPr/>
          <p:nvPr/>
        </p:nvSpPr>
        <p:spPr>
          <a:xfrm>
            <a:off x="3524202" y="3467807"/>
            <a:ext cx="2373227" cy="1990288"/>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How data governance enables an organization to become data-driven?</a:t>
            </a:r>
          </a:p>
          <a:p>
            <a:pPr marL="179388" indent="-179388">
              <a:spcBef>
                <a:spcPts val="200"/>
              </a:spcBef>
              <a:spcAft>
                <a:spcPts val="200"/>
              </a:spcAft>
              <a:buFont typeface="+mj-lt"/>
              <a:buAutoNum type="arabicPeriod"/>
              <a:defRPr/>
            </a:pPr>
            <a:r>
              <a:rPr lang="en-US" sz="1000" dirty="0">
                <a:solidFill>
                  <a:srgbClr val="002776"/>
                </a:solidFill>
              </a:rPr>
              <a:t>Data governance framework</a:t>
            </a:r>
          </a:p>
          <a:p>
            <a:pPr marL="179388" indent="-179388">
              <a:spcBef>
                <a:spcPts val="200"/>
              </a:spcBef>
              <a:spcAft>
                <a:spcPts val="200"/>
              </a:spcAft>
              <a:buFont typeface="+mj-lt"/>
              <a:buAutoNum type="arabicPeriod"/>
              <a:defRPr/>
            </a:pPr>
            <a:r>
              <a:rPr lang="en-US" sz="1000" dirty="0">
                <a:solidFill>
                  <a:srgbClr val="002776"/>
                </a:solidFill>
              </a:rPr>
              <a:t>Data privacy and security</a:t>
            </a:r>
          </a:p>
          <a:p>
            <a:pPr marL="179388" indent="-179388">
              <a:spcBef>
                <a:spcPts val="200"/>
              </a:spcBef>
              <a:spcAft>
                <a:spcPts val="200"/>
              </a:spcAft>
              <a:buFont typeface="+mj-lt"/>
              <a:buAutoNum type="arabicPeriod"/>
              <a:defRPr/>
            </a:pPr>
            <a:r>
              <a:rPr lang="en-US" sz="1000" dirty="0">
                <a:solidFill>
                  <a:srgbClr val="002776"/>
                </a:solidFill>
              </a:rPr>
              <a:t>Data compliance management</a:t>
            </a:r>
          </a:p>
          <a:p>
            <a:pPr marL="179388" indent="-179388">
              <a:spcBef>
                <a:spcPts val="200"/>
              </a:spcBef>
              <a:spcAft>
                <a:spcPts val="200"/>
              </a:spcAft>
              <a:buFont typeface="+mj-lt"/>
              <a:buAutoNum type="arabicPeriod"/>
              <a:defRPr/>
            </a:pPr>
            <a:r>
              <a:rPr lang="en-US" sz="1000" dirty="0">
                <a:solidFill>
                  <a:srgbClr val="002776"/>
                </a:solidFill>
              </a:rPr>
              <a:t>Data ethics and responsible use</a:t>
            </a:r>
          </a:p>
          <a:p>
            <a:pPr marL="179388" indent="-179388">
              <a:spcBef>
                <a:spcPts val="200"/>
              </a:spcBef>
              <a:spcAft>
                <a:spcPts val="200"/>
              </a:spcAft>
              <a:buFont typeface="+mj-lt"/>
              <a:buAutoNum type="arabicPeriod"/>
              <a:defRPr/>
            </a:pPr>
            <a:r>
              <a:rPr lang="en-US" sz="1000" dirty="0">
                <a:solidFill>
                  <a:srgbClr val="002776"/>
                </a:solidFill>
              </a:rPr>
              <a:t>Implementing data governance and compliance</a:t>
            </a:r>
          </a:p>
          <a:p>
            <a:pPr marL="179388" indent="-179388">
              <a:spcBef>
                <a:spcPts val="200"/>
              </a:spcBef>
              <a:spcAft>
                <a:spcPts val="200"/>
              </a:spcAft>
              <a:buFont typeface="+mj-lt"/>
              <a:buAutoNum type="arabicPeriod"/>
              <a:defRPr/>
            </a:pPr>
            <a:r>
              <a:rPr lang="en-US" sz="1000" dirty="0">
                <a:solidFill>
                  <a:srgbClr val="002776"/>
                </a:solidFill>
              </a:rPr>
              <a:t>Emerging trends and innovations </a:t>
            </a:r>
          </a:p>
          <a:p>
            <a:pPr marL="179388" indent="-179388">
              <a:spcBef>
                <a:spcPts val="200"/>
              </a:spcBef>
              <a:spcAft>
                <a:spcPts val="200"/>
              </a:spcAft>
              <a:buFont typeface="+mj-lt"/>
              <a:buAutoNum type="arabicPeriod"/>
              <a:defRPr/>
            </a:pPr>
            <a:r>
              <a:rPr lang="en-US" sz="1000" dirty="0"/>
              <a:t>Charter template</a:t>
            </a:r>
            <a:endParaRPr lang="en-US" sz="1000" dirty="0">
              <a:solidFill>
                <a:srgbClr val="002776"/>
              </a:solidFill>
            </a:endParaRPr>
          </a:p>
        </p:txBody>
      </p:sp>
      <p:sp>
        <p:nvSpPr>
          <p:cNvPr id="38" name="Rectangle 37">
            <a:extLst>
              <a:ext uri="{FF2B5EF4-FFF2-40B4-BE49-F238E27FC236}">
                <a16:creationId xmlns:a16="http://schemas.microsoft.com/office/drawing/2014/main" id="{1025A918-901F-4520-737A-E4FA5C1204F9}"/>
              </a:ext>
            </a:extLst>
          </p:cNvPr>
          <p:cNvSpPr/>
          <p:nvPr/>
        </p:nvSpPr>
        <p:spPr>
          <a:xfrm>
            <a:off x="6294572" y="3442926"/>
            <a:ext cx="2448000" cy="1579920"/>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Data visualization tools and techniques</a:t>
            </a:r>
          </a:p>
          <a:p>
            <a:pPr marL="179388" indent="-179388">
              <a:spcBef>
                <a:spcPts val="200"/>
              </a:spcBef>
              <a:spcAft>
                <a:spcPts val="200"/>
              </a:spcAft>
              <a:buFont typeface="+mj-lt"/>
              <a:buAutoNum type="arabicPeriod"/>
              <a:defRPr/>
            </a:pPr>
            <a:r>
              <a:rPr lang="en-US" sz="1000" dirty="0">
                <a:solidFill>
                  <a:srgbClr val="002776"/>
                </a:solidFill>
              </a:rPr>
              <a:t>Statistical analysis tools and techniques</a:t>
            </a:r>
          </a:p>
          <a:p>
            <a:pPr marL="179388" indent="-179388">
              <a:spcBef>
                <a:spcPts val="200"/>
              </a:spcBef>
              <a:spcAft>
                <a:spcPts val="200"/>
              </a:spcAft>
              <a:buFont typeface="+mj-lt"/>
              <a:buAutoNum type="arabicPeriod"/>
              <a:defRPr/>
            </a:pPr>
            <a:r>
              <a:rPr lang="en-US" sz="1000" dirty="0">
                <a:solidFill>
                  <a:srgbClr val="002776"/>
                </a:solidFill>
              </a:rPr>
              <a:t>Machine learning tools and techniques</a:t>
            </a:r>
          </a:p>
          <a:p>
            <a:pPr marL="179388" indent="-179388">
              <a:spcBef>
                <a:spcPts val="200"/>
              </a:spcBef>
              <a:spcAft>
                <a:spcPts val="200"/>
              </a:spcAft>
              <a:buFont typeface="+mj-lt"/>
              <a:buAutoNum type="arabicPeriod"/>
              <a:defRPr/>
            </a:pPr>
            <a:r>
              <a:rPr lang="en-US" sz="1000" dirty="0">
                <a:solidFill>
                  <a:srgbClr val="002776"/>
                </a:solidFill>
              </a:rPr>
              <a:t>Big data tools and techniques</a:t>
            </a:r>
          </a:p>
          <a:p>
            <a:pPr marL="179388" indent="-179388">
              <a:spcBef>
                <a:spcPts val="200"/>
              </a:spcBef>
              <a:spcAft>
                <a:spcPts val="200"/>
              </a:spcAft>
              <a:buFont typeface="+mj-lt"/>
              <a:buAutoNum type="arabicPeriod"/>
              <a:defRPr/>
            </a:pPr>
            <a:r>
              <a:rPr lang="en-US" sz="1000" dirty="0">
                <a:solidFill>
                  <a:srgbClr val="002776"/>
                </a:solidFill>
              </a:rPr>
              <a:t>Data preparation tools and techniques</a:t>
            </a:r>
          </a:p>
          <a:p>
            <a:pPr marL="179388" indent="-179388">
              <a:spcBef>
                <a:spcPts val="200"/>
              </a:spcBef>
              <a:spcAft>
                <a:spcPts val="200"/>
              </a:spcAft>
              <a:buFont typeface="+mj-lt"/>
              <a:buAutoNum type="arabicPeriod"/>
              <a:defRPr/>
            </a:pPr>
            <a:r>
              <a:rPr lang="en-US" sz="1000" dirty="0">
                <a:solidFill>
                  <a:srgbClr val="002776"/>
                </a:solidFill>
              </a:rPr>
              <a:t>Analytics tools selection matrix</a:t>
            </a:r>
          </a:p>
        </p:txBody>
      </p:sp>
      <p:sp>
        <p:nvSpPr>
          <p:cNvPr id="39" name="Rectangle 38">
            <a:extLst>
              <a:ext uri="{FF2B5EF4-FFF2-40B4-BE49-F238E27FC236}">
                <a16:creationId xmlns:a16="http://schemas.microsoft.com/office/drawing/2014/main" id="{92BE1D57-DA05-C621-490F-8B81E28694B5}"/>
              </a:ext>
            </a:extLst>
          </p:cNvPr>
          <p:cNvSpPr/>
          <p:nvPr/>
        </p:nvSpPr>
        <p:spPr>
          <a:xfrm>
            <a:off x="9070694" y="3423061"/>
            <a:ext cx="2448000" cy="1733808"/>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Characteristics of a data-driven organization</a:t>
            </a:r>
          </a:p>
          <a:p>
            <a:pPr marL="179388" indent="-179388">
              <a:spcBef>
                <a:spcPts val="200"/>
              </a:spcBef>
              <a:spcAft>
                <a:spcPts val="200"/>
              </a:spcAft>
              <a:buFont typeface="+mj-lt"/>
              <a:buAutoNum type="arabicPeriod"/>
              <a:defRPr/>
            </a:pPr>
            <a:r>
              <a:rPr lang="en-US" sz="1000" dirty="0">
                <a:solidFill>
                  <a:srgbClr val="002776"/>
                </a:solidFill>
              </a:rPr>
              <a:t>Building a data-driven culture</a:t>
            </a:r>
          </a:p>
          <a:p>
            <a:pPr marL="179388" indent="-179388">
              <a:spcBef>
                <a:spcPts val="200"/>
              </a:spcBef>
              <a:spcAft>
                <a:spcPts val="200"/>
              </a:spcAft>
              <a:buFont typeface="+mj-lt"/>
              <a:buAutoNum type="arabicPeriod"/>
              <a:defRPr/>
            </a:pPr>
            <a:r>
              <a:rPr lang="en-US" sz="1000" dirty="0">
                <a:solidFill>
                  <a:srgbClr val="002776"/>
                </a:solidFill>
              </a:rPr>
              <a:t>Developing data skills and capabilities</a:t>
            </a:r>
          </a:p>
          <a:p>
            <a:pPr marL="179388" indent="-179388">
              <a:spcBef>
                <a:spcPts val="200"/>
              </a:spcBef>
              <a:spcAft>
                <a:spcPts val="200"/>
              </a:spcAft>
              <a:buFont typeface="+mj-lt"/>
              <a:buAutoNum type="arabicPeriod"/>
              <a:defRPr/>
            </a:pPr>
            <a:r>
              <a:rPr lang="en-US" sz="1000" dirty="0">
                <a:solidFill>
                  <a:srgbClr val="002776"/>
                </a:solidFill>
              </a:rPr>
              <a:t>Creating a user-friendly data infrastructure</a:t>
            </a:r>
          </a:p>
          <a:p>
            <a:pPr marL="179388" indent="-179388">
              <a:spcBef>
                <a:spcPts val="200"/>
              </a:spcBef>
              <a:spcAft>
                <a:spcPts val="200"/>
              </a:spcAft>
              <a:buFont typeface="+mj-lt"/>
              <a:buAutoNum type="arabicPeriod"/>
              <a:defRPr/>
            </a:pPr>
            <a:r>
              <a:rPr lang="en-US" sz="1000" dirty="0">
                <a:solidFill>
                  <a:srgbClr val="002776"/>
                </a:solidFill>
              </a:rPr>
              <a:t>Fostering experimentation and innovation</a:t>
            </a:r>
          </a:p>
          <a:p>
            <a:pPr marL="179388" indent="-179388">
              <a:spcBef>
                <a:spcPts val="200"/>
              </a:spcBef>
              <a:spcAft>
                <a:spcPts val="200"/>
              </a:spcAft>
              <a:buFont typeface="+mj-lt"/>
              <a:buAutoNum type="arabicPeriod"/>
              <a:defRPr/>
            </a:pPr>
            <a:r>
              <a:rPr lang="en-US" sz="1000" dirty="0">
                <a:solidFill>
                  <a:srgbClr val="002776"/>
                </a:solidFill>
              </a:rPr>
              <a:t>Case study</a:t>
            </a:r>
          </a:p>
        </p:txBody>
      </p:sp>
      <p:sp>
        <p:nvSpPr>
          <p:cNvPr id="40" name="Rectangle: Rounded Corners 39">
            <a:extLst>
              <a:ext uri="{FF2B5EF4-FFF2-40B4-BE49-F238E27FC236}">
                <a16:creationId xmlns:a16="http://schemas.microsoft.com/office/drawing/2014/main" id="{E0648724-2C38-9A68-F7B0-E7A3D32B784F}"/>
              </a:ext>
            </a:extLst>
          </p:cNvPr>
          <p:cNvSpPr/>
          <p:nvPr/>
        </p:nvSpPr>
        <p:spPr>
          <a:xfrm>
            <a:off x="591671" y="5866996"/>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Initiatives</a:t>
            </a:r>
          </a:p>
        </p:txBody>
      </p:sp>
      <p:sp>
        <p:nvSpPr>
          <p:cNvPr id="41" name="Rectangle: Rounded Corners 40">
            <a:extLst>
              <a:ext uri="{FF2B5EF4-FFF2-40B4-BE49-F238E27FC236}">
                <a16:creationId xmlns:a16="http://schemas.microsoft.com/office/drawing/2014/main" id="{4EAE21B5-B718-F24A-8A5C-6C032CB57378}"/>
              </a:ext>
            </a:extLst>
          </p:cNvPr>
          <p:cNvSpPr/>
          <p:nvPr/>
        </p:nvSpPr>
        <p:spPr>
          <a:xfrm>
            <a:off x="591671" y="6112605"/>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42" name="Rectangle: Rounded Corners 41">
            <a:extLst>
              <a:ext uri="{FF2B5EF4-FFF2-40B4-BE49-F238E27FC236}">
                <a16:creationId xmlns:a16="http://schemas.microsoft.com/office/drawing/2014/main" id="{266DEC43-673C-8EFC-7EA2-6D80E24CCC4B}"/>
              </a:ext>
            </a:extLst>
          </p:cNvPr>
          <p:cNvSpPr/>
          <p:nvPr/>
        </p:nvSpPr>
        <p:spPr>
          <a:xfrm>
            <a:off x="591671" y="6358213"/>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46" name="Rectangle: Rounded Corners 45">
            <a:extLst>
              <a:ext uri="{FF2B5EF4-FFF2-40B4-BE49-F238E27FC236}">
                <a16:creationId xmlns:a16="http://schemas.microsoft.com/office/drawing/2014/main" id="{8C25309D-E693-264A-0C76-F645268BA557}"/>
              </a:ext>
            </a:extLst>
          </p:cNvPr>
          <p:cNvSpPr/>
          <p:nvPr/>
        </p:nvSpPr>
        <p:spPr>
          <a:xfrm>
            <a:off x="649616"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Summary of the Corporate &amp; Business Strategy</a:t>
            </a:r>
          </a:p>
        </p:txBody>
      </p:sp>
      <p:sp>
        <p:nvSpPr>
          <p:cNvPr id="47" name="Rectangle: Rounded Corners 46">
            <a:extLst>
              <a:ext uri="{FF2B5EF4-FFF2-40B4-BE49-F238E27FC236}">
                <a16:creationId xmlns:a16="http://schemas.microsoft.com/office/drawing/2014/main" id="{AAECD19C-4BDC-004D-958E-CD71D3EA6123}"/>
              </a:ext>
            </a:extLst>
          </p:cNvPr>
          <p:cNvSpPr/>
          <p:nvPr/>
        </p:nvSpPr>
        <p:spPr>
          <a:xfrm>
            <a:off x="2486130"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Current &amp; Target Data Analytics Maturity Levels</a:t>
            </a:r>
          </a:p>
        </p:txBody>
      </p:sp>
      <p:sp>
        <p:nvSpPr>
          <p:cNvPr id="48" name="Rectangle: Rounded Corners 47">
            <a:extLst>
              <a:ext uri="{FF2B5EF4-FFF2-40B4-BE49-F238E27FC236}">
                <a16:creationId xmlns:a16="http://schemas.microsoft.com/office/drawing/2014/main" id="{1D093EF8-EE97-3500-3F6E-0F9C71FB437C}"/>
              </a:ext>
            </a:extLst>
          </p:cNvPr>
          <p:cNvSpPr/>
          <p:nvPr/>
        </p:nvSpPr>
        <p:spPr>
          <a:xfrm>
            <a:off x="4322644"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Data Analytics Vision, Mission &amp; Values</a:t>
            </a:r>
          </a:p>
        </p:txBody>
      </p:sp>
      <p:sp>
        <p:nvSpPr>
          <p:cNvPr id="49" name="Rectangle: Rounded Corners 48">
            <a:extLst>
              <a:ext uri="{FF2B5EF4-FFF2-40B4-BE49-F238E27FC236}">
                <a16:creationId xmlns:a16="http://schemas.microsoft.com/office/drawing/2014/main" id="{25BA16E4-E700-4DC0-D79A-CA1E80906B34}"/>
              </a:ext>
            </a:extLst>
          </p:cNvPr>
          <p:cNvSpPr/>
          <p:nvPr/>
        </p:nvSpPr>
        <p:spPr>
          <a:xfrm>
            <a:off x="6159158"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Strategic Objectives and KPIs to reach our Vision</a:t>
            </a:r>
          </a:p>
        </p:txBody>
      </p:sp>
      <p:sp>
        <p:nvSpPr>
          <p:cNvPr id="50" name="Rectangle: Rounded Corners 49">
            <a:extLst>
              <a:ext uri="{FF2B5EF4-FFF2-40B4-BE49-F238E27FC236}">
                <a16:creationId xmlns:a16="http://schemas.microsoft.com/office/drawing/2014/main" id="{1E3C4601-684B-02B2-53CD-AFBBB50E2AB7}"/>
              </a:ext>
            </a:extLst>
          </p:cNvPr>
          <p:cNvSpPr/>
          <p:nvPr/>
        </p:nvSpPr>
        <p:spPr>
          <a:xfrm>
            <a:off x="7995672"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Team &amp; Budget</a:t>
            </a:r>
          </a:p>
        </p:txBody>
      </p:sp>
      <p:grpSp>
        <p:nvGrpSpPr>
          <p:cNvPr id="51" name="Government2" descr="{&quot;Key&quot;:&quot;POWER_USER_SHAPE_ICON&quot;,&quot;Value&quot;:&quot;POWER_USER_SHAPE_ICON_STYLE_1&quot;}">
            <a:extLst>
              <a:ext uri="{FF2B5EF4-FFF2-40B4-BE49-F238E27FC236}">
                <a16:creationId xmlns:a16="http://schemas.microsoft.com/office/drawing/2014/main" id="{48E3B640-A638-F108-9F75-F816C235500A}"/>
              </a:ext>
            </a:extLst>
          </p:cNvPr>
          <p:cNvGrpSpPr>
            <a:grpSpLocks noChangeAspect="1"/>
          </p:cNvGrpSpPr>
          <p:nvPr>
            <p:custDataLst>
              <p:tags r:id="rId2"/>
            </p:custDataLst>
          </p:nvPr>
        </p:nvGrpSpPr>
        <p:grpSpPr>
          <a:xfrm>
            <a:off x="4575716" y="2770413"/>
            <a:ext cx="301632" cy="234305"/>
            <a:chOff x="10699750" y="4826000"/>
            <a:chExt cx="1563688" cy="1470025"/>
          </a:xfrm>
          <a:solidFill>
            <a:schemeClr val="tx1"/>
          </a:solidFill>
        </p:grpSpPr>
        <p:sp>
          <p:nvSpPr>
            <p:cNvPr id="52" name="Freeform 150">
              <a:extLst>
                <a:ext uri="{FF2B5EF4-FFF2-40B4-BE49-F238E27FC236}">
                  <a16:creationId xmlns:a16="http://schemas.microsoft.com/office/drawing/2014/main" id="{C53277EF-302E-BB03-3FB7-E4D2C92CE4BF}"/>
                </a:ext>
              </a:extLst>
            </p:cNvPr>
            <p:cNvSpPr>
              <a:spLocks/>
            </p:cNvSpPr>
            <p:nvPr/>
          </p:nvSpPr>
          <p:spPr bwMode="auto">
            <a:xfrm>
              <a:off x="10699750" y="5473700"/>
              <a:ext cx="1563688" cy="822325"/>
            </a:xfrm>
            <a:custGeom>
              <a:avLst/>
              <a:gdLst>
                <a:gd name="T0" fmla="*/ 200 w 213"/>
                <a:gd name="T1" fmla="*/ 100 h 112"/>
                <a:gd name="T2" fmla="*/ 200 w 213"/>
                <a:gd name="T3" fmla="*/ 87 h 112"/>
                <a:gd name="T4" fmla="*/ 188 w 213"/>
                <a:gd name="T5" fmla="*/ 87 h 112"/>
                <a:gd name="T6" fmla="*/ 188 w 213"/>
                <a:gd name="T7" fmla="*/ 12 h 112"/>
                <a:gd name="T8" fmla="*/ 200 w 213"/>
                <a:gd name="T9" fmla="*/ 12 h 112"/>
                <a:gd name="T10" fmla="*/ 200 w 213"/>
                <a:gd name="T11" fmla="*/ 0 h 112"/>
                <a:gd name="T12" fmla="*/ 163 w 213"/>
                <a:gd name="T13" fmla="*/ 0 h 112"/>
                <a:gd name="T14" fmla="*/ 163 w 213"/>
                <a:gd name="T15" fmla="*/ 12 h 112"/>
                <a:gd name="T16" fmla="*/ 175 w 213"/>
                <a:gd name="T17" fmla="*/ 12 h 112"/>
                <a:gd name="T18" fmla="*/ 175 w 213"/>
                <a:gd name="T19" fmla="*/ 87 h 112"/>
                <a:gd name="T20" fmla="*/ 138 w 213"/>
                <a:gd name="T21" fmla="*/ 87 h 112"/>
                <a:gd name="T22" fmla="*/ 138 w 213"/>
                <a:gd name="T23" fmla="*/ 12 h 112"/>
                <a:gd name="T24" fmla="*/ 150 w 213"/>
                <a:gd name="T25" fmla="*/ 12 h 112"/>
                <a:gd name="T26" fmla="*/ 150 w 213"/>
                <a:gd name="T27" fmla="*/ 0 h 112"/>
                <a:gd name="T28" fmla="*/ 113 w 213"/>
                <a:gd name="T29" fmla="*/ 0 h 112"/>
                <a:gd name="T30" fmla="*/ 113 w 213"/>
                <a:gd name="T31" fmla="*/ 12 h 112"/>
                <a:gd name="T32" fmla="*/ 125 w 213"/>
                <a:gd name="T33" fmla="*/ 12 h 112"/>
                <a:gd name="T34" fmla="*/ 125 w 213"/>
                <a:gd name="T35" fmla="*/ 87 h 112"/>
                <a:gd name="T36" fmla="*/ 88 w 213"/>
                <a:gd name="T37" fmla="*/ 87 h 112"/>
                <a:gd name="T38" fmla="*/ 88 w 213"/>
                <a:gd name="T39" fmla="*/ 12 h 112"/>
                <a:gd name="T40" fmla="*/ 100 w 213"/>
                <a:gd name="T41" fmla="*/ 12 h 112"/>
                <a:gd name="T42" fmla="*/ 100 w 213"/>
                <a:gd name="T43" fmla="*/ 0 h 112"/>
                <a:gd name="T44" fmla="*/ 63 w 213"/>
                <a:gd name="T45" fmla="*/ 0 h 112"/>
                <a:gd name="T46" fmla="*/ 63 w 213"/>
                <a:gd name="T47" fmla="*/ 12 h 112"/>
                <a:gd name="T48" fmla="*/ 75 w 213"/>
                <a:gd name="T49" fmla="*/ 12 h 112"/>
                <a:gd name="T50" fmla="*/ 75 w 213"/>
                <a:gd name="T51" fmla="*/ 87 h 112"/>
                <a:gd name="T52" fmla="*/ 38 w 213"/>
                <a:gd name="T53" fmla="*/ 87 h 112"/>
                <a:gd name="T54" fmla="*/ 38 w 213"/>
                <a:gd name="T55" fmla="*/ 12 h 112"/>
                <a:gd name="T56" fmla="*/ 50 w 213"/>
                <a:gd name="T57" fmla="*/ 12 h 112"/>
                <a:gd name="T58" fmla="*/ 50 w 213"/>
                <a:gd name="T59" fmla="*/ 0 h 112"/>
                <a:gd name="T60" fmla="*/ 13 w 213"/>
                <a:gd name="T61" fmla="*/ 0 h 112"/>
                <a:gd name="T62" fmla="*/ 13 w 213"/>
                <a:gd name="T63" fmla="*/ 12 h 112"/>
                <a:gd name="T64" fmla="*/ 25 w 213"/>
                <a:gd name="T65" fmla="*/ 12 h 112"/>
                <a:gd name="T66" fmla="*/ 25 w 213"/>
                <a:gd name="T67" fmla="*/ 87 h 112"/>
                <a:gd name="T68" fmla="*/ 13 w 213"/>
                <a:gd name="T69" fmla="*/ 87 h 112"/>
                <a:gd name="T70" fmla="*/ 13 w 213"/>
                <a:gd name="T71" fmla="*/ 100 h 112"/>
                <a:gd name="T72" fmla="*/ 0 w 213"/>
                <a:gd name="T73" fmla="*/ 100 h 112"/>
                <a:gd name="T74" fmla="*/ 0 w 213"/>
                <a:gd name="T75" fmla="*/ 112 h 112"/>
                <a:gd name="T76" fmla="*/ 213 w 213"/>
                <a:gd name="T77" fmla="*/ 112 h 112"/>
                <a:gd name="T78" fmla="*/ 213 w 213"/>
                <a:gd name="T79" fmla="*/ 100 h 112"/>
                <a:gd name="T80" fmla="*/ 200 w 213"/>
                <a:gd name="T81"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3" h="112">
                  <a:moveTo>
                    <a:pt x="200" y="100"/>
                  </a:moveTo>
                  <a:lnTo>
                    <a:pt x="200" y="87"/>
                  </a:lnTo>
                  <a:lnTo>
                    <a:pt x="188" y="87"/>
                  </a:lnTo>
                  <a:lnTo>
                    <a:pt x="188" y="12"/>
                  </a:lnTo>
                  <a:lnTo>
                    <a:pt x="200" y="12"/>
                  </a:lnTo>
                  <a:lnTo>
                    <a:pt x="200" y="0"/>
                  </a:lnTo>
                  <a:lnTo>
                    <a:pt x="163" y="0"/>
                  </a:lnTo>
                  <a:lnTo>
                    <a:pt x="163" y="12"/>
                  </a:lnTo>
                  <a:lnTo>
                    <a:pt x="175" y="12"/>
                  </a:lnTo>
                  <a:lnTo>
                    <a:pt x="175" y="87"/>
                  </a:lnTo>
                  <a:lnTo>
                    <a:pt x="138" y="87"/>
                  </a:lnTo>
                  <a:lnTo>
                    <a:pt x="138" y="12"/>
                  </a:lnTo>
                  <a:lnTo>
                    <a:pt x="150" y="12"/>
                  </a:lnTo>
                  <a:lnTo>
                    <a:pt x="150" y="0"/>
                  </a:lnTo>
                  <a:lnTo>
                    <a:pt x="113" y="0"/>
                  </a:lnTo>
                  <a:lnTo>
                    <a:pt x="113" y="12"/>
                  </a:lnTo>
                  <a:lnTo>
                    <a:pt x="125" y="12"/>
                  </a:lnTo>
                  <a:lnTo>
                    <a:pt x="125" y="87"/>
                  </a:lnTo>
                  <a:lnTo>
                    <a:pt x="88" y="87"/>
                  </a:lnTo>
                  <a:lnTo>
                    <a:pt x="88" y="12"/>
                  </a:lnTo>
                  <a:lnTo>
                    <a:pt x="100" y="12"/>
                  </a:lnTo>
                  <a:lnTo>
                    <a:pt x="100" y="0"/>
                  </a:lnTo>
                  <a:lnTo>
                    <a:pt x="63" y="0"/>
                  </a:lnTo>
                  <a:lnTo>
                    <a:pt x="63" y="12"/>
                  </a:lnTo>
                  <a:lnTo>
                    <a:pt x="75" y="12"/>
                  </a:lnTo>
                  <a:lnTo>
                    <a:pt x="75" y="87"/>
                  </a:lnTo>
                  <a:lnTo>
                    <a:pt x="38" y="87"/>
                  </a:lnTo>
                  <a:lnTo>
                    <a:pt x="38" y="12"/>
                  </a:lnTo>
                  <a:lnTo>
                    <a:pt x="50" y="12"/>
                  </a:lnTo>
                  <a:lnTo>
                    <a:pt x="50" y="0"/>
                  </a:lnTo>
                  <a:lnTo>
                    <a:pt x="13" y="0"/>
                  </a:lnTo>
                  <a:lnTo>
                    <a:pt x="13" y="12"/>
                  </a:lnTo>
                  <a:lnTo>
                    <a:pt x="25" y="12"/>
                  </a:lnTo>
                  <a:lnTo>
                    <a:pt x="25" y="87"/>
                  </a:lnTo>
                  <a:lnTo>
                    <a:pt x="13" y="87"/>
                  </a:lnTo>
                  <a:lnTo>
                    <a:pt x="13" y="100"/>
                  </a:lnTo>
                  <a:lnTo>
                    <a:pt x="0" y="100"/>
                  </a:lnTo>
                  <a:lnTo>
                    <a:pt x="0" y="112"/>
                  </a:lnTo>
                  <a:lnTo>
                    <a:pt x="213" y="112"/>
                  </a:lnTo>
                  <a:lnTo>
                    <a:pt x="213" y="100"/>
                  </a:lnTo>
                  <a:lnTo>
                    <a:pt x="200" y="10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53" name="Freeform 151">
              <a:extLst>
                <a:ext uri="{FF2B5EF4-FFF2-40B4-BE49-F238E27FC236}">
                  <a16:creationId xmlns:a16="http://schemas.microsoft.com/office/drawing/2014/main" id="{52A7F05E-C7BB-374F-C4B0-53B0FBBD6347}"/>
                </a:ext>
              </a:extLst>
            </p:cNvPr>
            <p:cNvSpPr>
              <a:spLocks/>
            </p:cNvSpPr>
            <p:nvPr/>
          </p:nvSpPr>
          <p:spPr bwMode="auto">
            <a:xfrm>
              <a:off x="10699750" y="4826000"/>
              <a:ext cx="1563688" cy="550863"/>
            </a:xfrm>
            <a:custGeom>
              <a:avLst/>
              <a:gdLst>
                <a:gd name="T0" fmla="*/ 100 w 213"/>
                <a:gd name="T1" fmla="*/ 0 h 75"/>
                <a:gd name="T2" fmla="*/ 113 w 213"/>
                <a:gd name="T3" fmla="*/ 0 h 75"/>
                <a:gd name="T4" fmla="*/ 213 w 213"/>
                <a:gd name="T5" fmla="*/ 63 h 75"/>
                <a:gd name="T6" fmla="*/ 213 w 213"/>
                <a:gd name="T7" fmla="*/ 75 h 75"/>
                <a:gd name="T8" fmla="*/ 0 w 213"/>
                <a:gd name="T9" fmla="*/ 75 h 75"/>
                <a:gd name="T10" fmla="*/ 0 w 213"/>
                <a:gd name="T11" fmla="*/ 63 h 75"/>
                <a:gd name="T12" fmla="*/ 100 w 213"/>
                <a:gd name="T13" fmla="*/ 0 h 75"/>
              </a:gdLst>
              <a:ahLst/>
              <a:cxnLst>
                <a:cxn ang="0">
                  <a:pos x="T0" y="T1"/>
                </a:cxn>
                <a:cxn ang="0">
                  <a:pos x="T2" y="T3"/>
                </a:cxn>
                <a:cxn ang="0">
                  <a:pos x="T4" y="T5"/>
                </a:cxn>
                <a:cxn ang="0">
                  <a:pos x="T6" y="T7"/>
                </a:cxn>
                <a:cxn ang="0">
                  <a:pos x="T8" y="T9"/>
                </a:cxn>
                <a:cxn ang="0">
                  <a:pos x="T10" y="T11"/>
                </a:cxn>
                <a:cxn ang="0">
                  <a:pos x="T12" y="T13"/>
                </a:cxn>
              </a:cxnLst>
              <a:rect l="0" t="0" r="r" b="b"/>
              <a:pathLst>
                <a:path w="213" h="75">
                  <a:moveTo>
                    <a:pt x="100" y="0"/>
                  </a:moveTo>
                  <a:lnTo>
                    <a:pt x="113" y="0"/>
                  </a:lnTo>
                  <a:lnTo>
                    <a:pt x="213" y="63"/>
                  </a:lnTo>
                  <a:lnTo>
                    <a:pt x="213" y="75"/>
                  </a:lnTo>
                  <a:lnTo>
                    <a:pt x="0" y="75"/>
                  </a:lnTo>
                  <a:lnTo>
                    <a:pt x="0" y="63"/>
                  </a:lnTo>
                  <a:lnTo>
                    <a:pt x="1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sp>
        <p:nvSpPr>
          <p:cNvPr id="54" name="Rectangle: Rounded Corners 53">
            <a:extLst>
              <a:ext uri="{FF2B5EF4-FFF2-40B4-BE49-F238E27FC236}">
                <a16:creationId xmlns:a16="http://schemas.microsoft.com/office/drawing/2014/main" id="{0B5429EC-F2D1-EE32-0572-5095F29343F2}"/>
              </a:ext>
            </a:extLst>
          </p:cNvPr>
          <p:cNvSpPr/>
          <p:nvPr/>
        </p:nvSpPr>
        <p:spPr>
          <a:xfrm>
            <a:off x="591671" y="5621387"/>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Use Cases and Potential Initiatives for each Pillar</a:t>
            </a:r>
            <a:endParaRPr lang="en-US" sz="1200" b="1" dirty="0">
              <a:solidFill>
                <a:schemeClr val="tx1"/>
              </a:solidFill>
            </a:endParaRPr>
          </a:p>
        </p:txBody>
      </p:sp>
      <p:pic>
        <p:nvPicPr>
          <p:cNvPr id="55" name="Graphic 54" descr="User network with solid fill">
            <a:extLst>
              <a:ext uri="{FF2B5EF4-FFF2-40B4-BE49-F238E27FC236}">
                <a16:creationId xmlns:a16="http://schemas.microsoft.com/office/drawing/2014/main" id="{7E1D95CB-AB57-4CBC-3CF8-FD3E4742C5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50724" y="2598448"/>
            <a:ext cx="426715" cy="426715"/>
          </a:xfrm>
          <a:prstGeom prst="rect">
            <a:avLst/>
          </a:prstGeom>
        </p:spPr>
      </p:pic>
      <p:sp>
        <p:nvSpPr>
          <p:cNvPr id="56" name="Rectangle: Rounded Corners 55">
            <a:extLst>
              <a:ext uri="{FF2B5EF4-FFF2-40B4-BE49-F238E27FC236}">
                <a16:creationId xmlns:a16="http://schemas.microsoft.com/office/drawing/2014/main" id="{B284C333-9470-3856-0FCD-E600887CAF21}"/>
              </a:ext>
            </a:extLst>
          </p:cNvPr>
          <p:cNvSpPr/>
          <p:nvPr/>
        </p:nvSpPr>
        <p:spPr>
          <a:xfrm>
            <a:off x="9832185" y="1802975"/>
            <a:ext cx="1726029" cy="440658"/>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Guiding Principles </a:t>
            </a:r>
          </a:p>
        </p:txBody>
      </p:sp>
      <p:grpSp>
        <p:nvGrpSpPr>
          <p:cNvPr id="57" name="Meeting7" descr="{&quot;Key&quot;:&quot;POWER_USER_SHAPE_ICON&quot;,&quot;Value&quot;:&quot;POWER_USER_SHAPE_ICON_STYLE_1&quot;}">
            <a:extLst>
              <a:ext uri="{FF2B5EF4-FFF2-40B4-BE49-F238E27FC236}">
                <a16:creationId xmlns:a16="http://schemas.microsoft.com/office/drawing/2014/main" id="{6986F24A-2AAB-65E9-CFD0-8F9476699927}"/>
              </a:ext>
            </a:extLst>
          </p:cNvPr>
          <p:cNvGrpSpPr>
            <a:grpSpLocks noChangeAspect="1"/>
          </p:cNvGrpSpPr>
          <p:nvPr>
            <p:custDataLst>
              <p:tags r:id="rId3"/>
            </p:custDataLst>
          </p:nvPr>
        </p:nvGrpSpPr>
        <p:grpSpPr>
          <a:xfrm>
            <a:off x="10051583" y="2770109"/>
            <a:ext cx="409051" cy="220290"/>
            <a:chOff x="1920875" y="-169862"/>
            <a:chExt cx="1565276" cy="842962"/>
          </a:xfrm>
          <a:solidFill>
            <a:schemeClr val="tx1"/>
          </a:solidFill>
        </p:grpSpPr>
        <p:sp>
          <p:nvSpPr>
            <p:cNvPr id="58" name="Freeform 373">
              <a:extLst>
                <a:ext uri="{FF2B5EF4-FFF2-40B4-BE49-F238E27FC236}">
                  <a16:creationId xmlns:a16="http://schemas.microsoft.com/office/drawing/2014/main" id="{D5FA8D3F-F4BF-5328-2F15-3E8D7D358DDF}"/>
                </a:ext>
              </a:extLst>
            </p:cNvPr>
            <p:cNvSpPr>
              <a:spLocks noEditPoints="1"/>
            </p:cNvSpPr>
            <p:nvPr/>
          </p:nvSpPr>
          <p:spPr bwMode="auto">
            <a:xfrm>
              <a:off x="2376488" y="38100"/>
              <a:ext cx="311150" cy="182563"/>
            </a:xfrm>
            <a:custGeom>
              <a:avLst/>
              <a:gdLst>
                <a:gd name="T0" fmla="*/ 183 w 408"/>
                <a:gd name="T1" fmla="*/ 52 h 239"/>
                <a:gd name="T2" fmla="*/ 179 w 408"/>
                <a:gd name="T3" fmla="*/ 40 h 239"/>
                <a:gd name="T4" fmla="*/ 191 w 408"/>
                <a:gd name="T5" fmla="*/ 23 h 239"/>
                <a:gd name="T6" fmla="*/ 204 w 408"/>
                <a:gd name="T7" fmla="*/ 19 h 239"/>
                <a:gd name="T8" fmla="*/ 218 w 408"/>
                <a:gd name="T9" fmla="*/ 23 h 239"/>
                <a:gd name="T10" fmla="*/ 229 w 408"/>
                <a:gd name="T11" fmla="*/ 40 h 239"/>
                <a:gd name="T12" fmla="*/ 225 w 408"/>
                <a:gd name="T13" fmla="*/ 52 h 239"/>
                <a:gd name="T14" fmla="*/ 214 w 408"/>
                <a:gd name="T15" fmla="*/ 70 h 239"/>
                <a:gd name="T16" fmla="*/ 247 w 408"/>
                <a:gd name="T17" fmla="*/ 188 h 239"/>
                <a:gd name="T18" fmla="*/ 204 w 408"/>
                <a:gd name="T19" fmla="*/ 229 h 239"/>
                <a:gd name="T20" fmla="*/ 161 w 408"/>
                <a:gd name="T21" fmla="*/ 188 h 239"/>
                <a:gd name="T22" fmla="*/ 195 w 408"/>
                <a:gd name="T23" fmla="*/ 70 h 239"/>
                <a:gd name="T24" fmla="*/ 183 w 408"/>
                <a:gd name="T25" fmla="*/ 52 h 239"/>
                <a:gd name="T26" fmla="*/ 314 w 408"/>
                <a:gd name="T27" fmla="*/ 239 h 239"/>
                <a:gd name="T28" fmla="*/ 314 w 408"/>
                <a:gd name="T29" fmla="*/ 162 h 239"/>
                <a:gd name="T30" fmla="*/ 336 w 408"/>
                <a:gd name="T31" fmla="*/ 239 h 239"/>
                <a:gd name="T32" fmla="*/ 408 w 408"/>
                <a:gd name="T33" fmla="*/ 239 h 239"/>
                <a:gd name="T34" fmla="*/ 369 w 408"/>
                <a:gd name="T35" fmla="*/ 66 h 239"/>
                <a:gd name="T36" fmla="*/ 292 w 408"/>
                <a:gd name="T37" fmla="*/ 0 h 239"/>
                <a:gd name="T38" fmla="*/ 204 w 408"/>
                <a:gd name="T39" fmla="*/ 0 h 239"/>
                <a:gd name="T40" fmla="*/ 116 w 408"/>
                <a:gd name="T41" fmla="*/ 0 h 239"/>
                <a:gd name="T42" fmla="*/ 39 w 408"/>
                <a:gd name="T43" fmla="*/ 66 h 239"/>
                <a:gd name="T44" fmla="*/ 0 w 408"/>
                <a:gd name="T45" fmla="*/ 239 h 239"/>
                <a:gd name="T46" fmla="*/ 73 w 408"/>
                <a:gd name="T47" fmla="*/ 239 h 239"/>
                <a:gd name="T48" fmla="*/ 94 w 408"/>
                <a:gd name="T49" fmla="*/ 162 h 239"/>
                <a:gd name="T50" fmla="*/ 94 w 408"/>
                <a:gd name="T51" fmla="*/ 239 h 239"/>
                <a:gd name="T52" fmla="*/ 314 w 408"/>
                <a:gd name="T53" fmla="*/ 23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8" h="239">
                  <a:moveTo>
                    <a:pt x="183" y="52"/>
                  </a:moveTo>
                  <a:cubicBezTo>
                    <a:pt x="178" y="48"/>
                    <a:pt x="176" y="45"/>
                    <a:pt x="179" y="40"/>
                  </a:cubicBezTo>
                  <a:cubicBezTo>
                    <a:pt x="182" y="35"/>
                    <a:pt x="186" y="29"/>
                    <a:pt x="191" y="23"/>
                  </a:cubicBezTo>
                  <a:cubicBezTo>
                    <a:pt x="193" y="20"/>
                    <a:pt x="198" y="19"/>
                    <a:pt x="204" y="19"/>
                  </a:cubicBezTo>
                  <a:cubicBezTo>
                    <a:pt x="211" y="19"/>
                    <a:pt x="216" y="20"/>
                    <a:pt x="218" y="23"/>
                  </a:cubicBezTo>
                  <a:cubicBezTo>
                    <a:pt x="222" y="29"/>
                    <a:pt x="226" y="35"/>
                    <a:pt x="229" y="40"/>
                  </a:cubicBezTo>
                  <a:cubicBezTo>
                    <a:pt x="233" y="45"/>
                    <a:pt x="230" y="48"/>
                    <a:pt x="225" y="52"/>
                  </a:cubicBezTo>
                  <a:cubicBezTo>
                    <a:pt x="216" y="58"/>
                    <a:pt x="212" y="62"/>
                    <a:pt x="214" y="70"/>
                  </a:cubicBezTo>
                  <a:cubicBezTo>
                    <a:pt x="218" y="86"/>
                    <a:pt x="244" y="176"/>
                    <a:pt x="247" y="188"/>
                  </a:cubicBezTo>
                  <a:cubicBezTo>
                    <a:pt x="240" y="199"/>
                    <a:pt x="211" y="229"/>
                    <a:pt x="204" y="229"/>
                  </a:cubicBezTo>
                  <a:cubicBezTo>
                    <a:pt x="198" y="229"/>
                    <a:pt x="168" y="199"/>
                    <a:pt x="161" y="188"/>
                  </a:cubicBezTo>
                  <a:cubicBezTo>
                    <a:pt x="164" y="176"/>
                    <a:pt x="191" y="86"/>
                    <a:pt x="195" y="70"/>
                  </a:cubicBezTo>
                  <a:cubicBezTo>
                    <a:pt x="196" y="62"/>
                    <a:pt x="193" y="58"/>
                    <a:pt x="183" y="52"/>
                  </a:cubicBezTo>
                  <a:close/>
                  <a:moveTo>
                    <a:pt x="314" y="239"/>
                  </a:moveTo>
                  <a:lnTo>
                    <a:pt x="314" y="162"/>
                  </a:lnTo>
                  <a:cubicBezTo>
                    <a:pt x="323" y="194"/>
                    <a:pt x="328" y="213"/>
                    <a:pt x="336" y="239"/>
                  </a:cubicBezTo>
                  <a:lnTo>
                    <a:pt x="408" y="239"/>
                  </a:lnTo>
                  <a:cubicBezTo>
                    <a:pt x="395" y="178"/>
                    <a:pt x="385" y="126"/>
                    <a:pt x="369" y="66"/>
                  </a:cubicBezTo>
                  <a:cubicBezTo>
                    <a:pt x="361" y="34"/>
                    <a:pt x="341" y="0"/>
                    <a:pt x="292" y="0"/>
                  </a:cubicBezTo>
                  <a:lnTo>
                    <a:pt x="204" y="0"/>
                  </a:lnTo>
                  <a:lnTo>
                    <a:pt x="116" y="0"/>
                  </a:lnTo>
                  <a:cubicBezTo>
                    <a:pt x="67" y="0"/>
                    <a:pt x="48" y="34"/>
                    <a:pt x="39" y="66"/>
                  </a:cubicBezTo>
                  <a:cubicBezTo>
                    <a:pt x="23" y="126"/>
                    <a:pt x="14" y="178"/>
                    <a:pt x="0" y="239"/>
                  </a:cubicBezTo>
                  <a:lnTo>
                    <a:pt x="73" y="239"/>
                  </a:lnTo>
                  <a:cubicBezTo>
                    <a:pt x="80" y="213"/>
                    <a:pt x="86" y="194"/>
                    <a:pt x="94" y="162"/>
                  </a:cubicBezTo>
                  <a:lnTo>
                    <a:pt x="94" y="239"/>
                  </a:lnTo>
                  <a:lnTo>
                    <a:pt x="314" y="239"/>
                  </a:ln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59" name="Oval 374">
              <a:extLst>
                <a:ext uri="{FF2B5EF4-FFF2-40B4-BE49-F238E27FC236}">
                  <a16:creationId xmlns:a16="http://schemas.microsoft.com/office/drawing/2014/main" id="{9C14CACD-273D-3F00-F0E7-B85D61C9F3DC}"/>
                </a:ext>
              </a:extLst>
            </p:cNvPr>
            <p:cNvSpPr>
              <a:spLocks noChangeArrowheads="1"/>
            </p:cNvSpPr>
            <p:nvPr/>
          </p:nvSpPr>
          <p:spPr bwMode="auto">
            <a:xfrm>
              <a:off x="2460625" y="-163512"/>
              <a:ext cx="144463" cy="179388"/>
            </a:xfrm>
            <a:prstGeom prst="ellipse">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60" name="Freeform 375">
              <a:extLst>
                <a:ext uri="{FF2B5EF4-FFF2-40B4-BE49-F238E27FC236}">
                  <a16:creationId xmlns:a16="http://schemas.microsoft.com/office/drawing/2014/main" id="{1072FA03-EBC7-5C8F-60AD-704D2176C077}"/>
                </a:ext>
              </a:extLst>
            </p:cNvPr>
            <p:cNvSpPr>
              <a:spLocks noEditPoints="1"/>
            </p:cNvSpPr>
            <p:nvPr/>
          </p:nvSpPr>
          <p:spPr bwMode="auto">
            <a:xfrm>
              <a:off x="2725738" y="38100"/>
              <a:ext cx="311150" cy="182563"/>
            </a:xfrm>
            <a:custGeom>
              <a:avLst/>
              <a:gdLst>
                <a:gd name="T0" fmla="*/ 183 w 408"/>
                <a:gd name="T1" fmla="*/ 52 h 239"/>
                <a:gd name="T2" fmla="*/ 179 w 408"/>
                <a:gd name="T3" fmla="*/ 40 h 239"/>
                <a:gd name="T4" fmla="*/ 191 w 408"/>
                <a:gd name="T5" fmla="*/ 23 h 239"/>
                <a:gd name="T6" fmla="*/ 204 w 408"/>
                <a:gd name="T7" fmla="*/ 19 h 239"/>
                <a:gd name="T8" fmla="*/ 218 w 408"/>
                <a:gd name="T9" fmla="*/ 23 h 239"/>
                <a:gd name="T10" fmla="*/ 229 w 408"/>
                <a:gd name="T11" fmla="*/ 40 h 239"/>
                <a:gd name="T12" fmla="*/ 225 w 408"/>
                <a:gd name="T13" fmla="*/ 52 h 239"/>
                <a:gd name="T14" fmla="*/ 214 w 408"/>
                <a:gd name="T15" fmla="*/ 70 h 239"/>
                <a:gd name="T16" fmla="*/ 247 w 408"/>
                <a:gd name="T17" fmla="*/ 188 h 239"/>
                <a:gd name="T18" fmla="*/ 204 w 408"/>
                <a:gd name="T19" fmla="*/ 229 h 239"/>
                <a:gd name="T20" fmla="*/ 161 w 408"/>
                <a:gd name="T21" fmla="*/ 188 h 239"/>
                <a:gd name="T22" fmla="*/ 194 w 408"/>
                <a:gd name="T23" fmla="*/ 70 h 239"/>
                <a:gd name="T24" fmla="*/ 183 w 408"/>
                <a:gd name="T25" fmla="*/ 52 h 239"/>
                <a:gd name="T26" fmla="*/ 314 w 408"/>
                <a:gd name="T27" fmla="*/ 239 h 239"/>
                <a:gd name="T28" fmla="*/ 314 w 408"/>
                <a:gd name="T29" fmla="*/ 162 h 239"/>
                <a:gd name="T30" fmla="*/ 336 w 408"/>
                <a:gd name="T31" fmla="*/ 239 h 239"/>
                <a:gd name="T32" fmla="*/ 408 w 408"/>
                <a:gd name="T33" fmla="*/ 239 h 239"/>
                <a:gd name="T34" fmla="*/ 369 w 408"/>
                <a:gd name="T35" fmla="*/ 66 h 239"/>
                <a:gd name="T36" fmla="*/ 292 w 408"/>
                <a:gd name="T37" fmla="*/ 0 h 239"/>
                <a:gd name="T38" fmla="*/ 204 w 408"/>
                <a:gd name="T39" fmla="*/ 0 h 239"/>
                <a:gd name="T40" fmla="*/ 116 w 408"/>
                <a:gd name="T41" fmla="*/ 0 h 239"/>
                <a:gd name="T42" fmla="*/ 39 w 408"/>
                <a:gd name="T43" fmla="*/ 66 h 239"/>
                <a:gd name="T44" fmla="*/ 0 w 408"/>
                <a:gd name="T45" fmla="*/ 239 h 239"/>
                <a:gd name="T46" fmla="*/ 73 w 408"/>
                <a:gd name="T47" fmla="*/ 239 h 239"/>
                <a:gd name="T48" fmla="*/ 94 w 408"/>
                <a:gd name="T49" fmla="*/ 162 h 239"/>
                <a:gd name="T50" fmla="*/ 94 w 408"/>
                <a:gd name="T51" fmla="*/ 239 h 239"/>
                <a:gd name="T52" fmla="*/ 314 w 408"/>
                <a:gd name="T53" fmla="*/ 239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8" h="239">
                  <a:moveTo>
                    <a:pt x="183" y="52"/>
                  </a:moveTo>
                  <a:cubicBezTo>
                    <a:pt x="178" y="48"/>
                    <a:pt x="176" y="45"/>
                    <a:pt x="179" y="40"/>
                  </a:cubicBezTo>
                  <a:cubicBezTo>
                    <a:pt x="182" y="35"/>
                    <a:pt x="186" y="29"/>
                    <a:pt x="191" y="23"/>
                  </a:cubicBezTo>
                  <a:cubicBezTo>
                    <a:pt x="193" y="20"/>
                    <a:pt x="198" y="19"/>
                    <a:pt x="204" y="19"/>
                  </a:cubicBezTo>
                  <a:cubicBezTo>
                    <a:pt x="210" y="19"/>
                    <a:pt x="216" y="20"/>
                    <a:pt x="218" y="23"/>
                  </a:cubicBezTo>
                  <a:cubicBezTo>
                    <a:pt x="222" y="29"/>
                    <a:pt x="226" y="35"/>
                    <a:pt x="229" y="40"/>
                  </a:cubicBezTo>
                  <a:cubicBezTo>
                    <a:pt x="233" y="45"/>
                    <a:pt x="230" y="48"/>
                    <a:pt x="225" y="52"/>
                  </a:cubicBezTo>
                  <a:cubicBezTo>
                    <a:pt x="216" y="58"/>
                    <a:pt x="212" y="62"/>
                    <a:pt x="214" y="70"/>
                  </a:cubicBezTo>
                  <a:cubicBezTo>
                    <a:pt x="218" y="86"/>
                    <a:pt x="244" y="176"/>
                    <a:pt x="247" y="188"/>
                  </a:cubicBezTo>
                  <a:cubicBezTo>
                    <a:pt x="240" y="199"/>
                    <a:pt x="211" y="229"/>
                    <a:pt x="204" y="229"/>
                  </a:cubicBezTo>
                  <a:cubicBezTo>
                    <a:pt x="197" y="229"/>
                    <a:pt x="168" y="199"/>
                    <a:pt x="161" y="188"/>
                  </a:cubicBezTo>
                  <a:cubicBezTo>
                    <a:pt x="164" y="176"/>
                    <a:pt x="191" y="86"/>
                    <a:pt x="194" y="70"/>
                  </a:cubicBezTo>
                  <a:cubicBezTo>
                    <a:pt x="196" y="62"/>
                    <a:pt x="192" y="58"/>
                    <a:pt x="183" y="52"/>
                  </a:cubicBezTo>
                  <a:close/>
                  <a:moveTo>
                    <a:pt x="314" y="239"/>
                  </a:moveTo>
                  <a:lnTo>
                    <a:pt x="314" y="162"/>
                  </a:lnTo>
                  <a:cubicBezTo>
                    <a:pt x="323" y="194"/>
                    <a:pt x="328" y="213"/>
                    <a:pt x="336" y="239"/>
                  </a:cubicBezTo>
                  <a:lnTo>
                    <a:pt x="408" y="239"/>
                  </a:lnTo>
                  <a:cubicBezTo>
                    <a:pt x="395" y="178"/>
                    <a:pt x="385" y="126"/>
                    <a:pt x="369" y="66"/>
                  </a:cubicBezTo>
                  <a:cubicBezTo>
                    <a:pt x="361" y="34"/>
                    <a:pt x="341" y="0"/>
                    <a:pt x="292" y="0"/>
                  </a:cubicBezTo>
                  <a:lnTo>
                    <a:pt x="204" y="0"/>
                  </a:lnTo>
                  <a:lnTo>
                    <a:pt x="116" y="0"/>
                  </a:lnTo>
                  <a:cubicBezTo>
                    <a:pt x="67" y="0"/>
                    <a:pt x="48" y="34"/>
                    <a:pt x="39" y="66"/>
                  </a:cubicBezTo>
                  <a:cubicBezTo>
                    <a:pt x="23" y="126"/>
                    <a:pt x="13" y="178"/>
                    <a:pt x="0" y="239"/>
                  </a:cubicBezTo>
                  <a:lnTo>
                    <a:pt x="73" y="239"/>
                  </a:lnTo>
                  <a:cubicBezTo>
                    <a:pt x="80" y="213"/>
                    <a:pt x="86" y="194"/>
                    <a:pt x="94" y="162"/>
                  </a:cubicBezTo>
                  <a:lnTo>
                    <a:pt x="94" y="239"/>
                  </a:lnTo>
                  <a:lnTo>
                    <a:pt x="314" y="239"/>
                  </a:ln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61" name="Oval 376">
              <a:extLst>
                <a:ext uri="{FF2B5EF4-FFF2-40B4-BE49-F238E27FC236}">
                  <a16:creationId xmlns:a16="http://schemas.microsoft.com/office/drawing/2014/main" id="{24119950-7531-47A9-5F67-675EE4ECCD20}"/>
                </a:ext>
              </a:extLst>
            </p:cNvPr>
            <p:cNvSpPr>
              <a:spLocks noChangeArrowheads="1"/>
            </p:cNvSpPr>
            <p:nvPr/>
          </p:nvSpPr>
          <p:spPr bwMode="auto">
            <a:xfrm>
              <a:off x="2808288" y="-163512"/>
              <a:ext cx="146050" cy="179388"/>
            </a:xfrm>
            <a:prstGeom prst="ellipse">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62" name="Freeform 377">
              <a:extLst>
                <a:ext uri="{FF2B5EF4-FFF2-40B4-BE49-F238E27FC236}">
                  <a16:creationId xmlns:a16="http://schemas.microsoft.com/office/drawing/2014/main" id="{212C004F-8568-99B5-AE1A-CFCF6319618E}"/>
                </a:ext>
              </a:extLst>
            </p:cNvPr>
            <p:cNvSpPr>
              <a:spLocks/>
            </p:cNvSpPr>
            <p:nvPr/>
          </p:nvSpPr>
          <p:spPr bwMode="auto">
            <a:xfrm>
              <a:off x="2986088" y="46038"/>
              <a:ext cx="428625" cy="584200"/>
            </a:xfrm>
            <a:custGeom>
              <a:avLst/>
              <a:gdLst>
                <a:gd name="T0" fmla="*/ 233 w 562"/>
                <a:gd name="T1" fmla="*/ 541 h 768"/>
                <a:gd name="T2" fmla="*/ 479 w 562"/>
                <a:gd name="T3" fmla="*/ 519 h 768"/>
                <a:gd name="T4" fmla="*/ 539 w 562"/>
                <a:gd name="T5" fmla="*/ 374 h 768"/>
                <a:gd name="T6" fmla="*/ 517 w 562"/>
                <a:gd name="T7" fmla="*/ 286 h 768"/>
                <a:gd name="T8" fmla="*/ 526 w 562"/>
                <a:gd name="T9" fmla="*/ 108 h 768"/>
                <a:gd name="T10" fmla="*/ 432 w 562"/>
                <a:gd name="T11" fmla="*/ 0 h 768"/>
                <a:gd name="T12" fmla="*/ 281 w 562"/>
                <a:gd name="T13" fmla="*/ 106 h 768"/>
                <a:gd name="T14" fmla="*/ 221 w 562"/>
                <a:gd name="T15" fmla="*/ 225 h 768"/>
                <a:gd name="T16" fmla="*/ 149 w 562"/>
                <a:gd name="T17" fmla="*/ 232 h 768"/>
                <a:gd name="T18" fmla="*/ 111 w 562"/>
                <a:gd name="T19" fmla="*/ 255 h 768"/>
                <a:gd name="T20" fmla="*/ 113 w 562"/>
                <a:gd name="T21" fmla="*/ 292 h 768"/>
                <a:gd name="T22" fmla="*/ 146 w 562"/>
                <a:gd name="T23" fmla="*/ 317 h 768"/>
                <a:gd name="T24" fmla="*/ 258 w 562"/>
                <a:gd name="T25" fmla="*/ 315 h 768"/>
                <a:gd name="T26" fmla="*/ 336 w 562"/>
                <a:gd name="T27" fmla="*/ 222 h 768"/>
                <a:gd name="T28" fmla="*/ 357 w 562"/>
                <a:gd name="T29" fmla="*/ 368 h 768"/>
                <a:gd name="T30" fmla="*/ 228 w 562"/>
                <a:gd name="T31" fmla="*/ 408 h 768"/>
                <a:gd name="T32" fmla="*/ 159 w 562"/>
                <a:gd name="T33" fmla="*/ 450 h 768"/>
                <a:gd name="T34" fmla="*/ 56 w 562"/>
                <a:gd name="T35" fmla="*/ 713 h 768"/>
                <a:gd name="T36" fmla="*/ 20 w 562"/>
                <a:gd name="T37" fmla="*/ 729 h 768"/>
                <a:gd name="T38" fmla="*/ 26 w 562"/>
                <a:gd name="T39" fmla="*/ 768 h 768"/>
                <a:gd name="T40" fmla="*/ 127 w 562"/>
                <a:gd name="T41" fmla="*/ 768 h 768"/>
                <a:gd name="T42" fmla="*/ 153 w 562"/>
                <a:gd name="T43" fmla="*/ 727 h 768"/>
                <a:gd name="T44" fmla="*/ 233 w 562"/>
                <a:gd name="T45" fmla="*/ 541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2" h="768">
                  <a:moveTo>
                    <a:pt x="233" y="541"/>
                  </a:moveTo>
                  <a:cubicBezTo>
                    <a:pt x="286" y="537"/>
                    <a:pt x="384" y="537"/>
                    <a:pt x="479" y="519"/>
                  </a:cubicBezTo>
                  <a:cubicBezTo>
                    <a:pt x="521" y="512"/>
                    <a:pt x="562" y="463"/>
                    <a:pt x="539" y="374"/>
                  </a:cubicBezTo>
                  <a:cubicBezTo>
                    <a:pt x="529" y="335"/>
                    <a:pt x="516" y="314"/>
                    <a:pt x="517" y="286"/>
                  </a:cubicBezTo>
                  <a:cubicBezTo>
                    <a:pt x="518" y="230"/>
                    <a:pt x="532" y="173"/>
                    <a:pt x="526" y="108"/>
                  </a:cubicBezTo>
                  <a:cubicBezTo>
                    <a:pt x="522" y="62"/>
                    <a:pt x="497" y="0"/>
                    <a:pt x="432" y="0"/>
                  </a:cubicBezTo>
                  <a:cubicBezTo>
                    <a:pt x="343" y="0"/>
                    <a:pt x="317" y="36"/>
                    <a:pt x="281" y="106"/>
                  </a:cubicBezTo>
                  <a:cubicBezTo>
                    <a:pt x="261" y="144"/>
                    <a:pt x="239" y="188"/>
                    <a:pt x="221" y="225"/>
                  </a:cubicBezTo>
                  <a:cubicBezTo>
                    <a:pt x="196" y="228"/>
                    <a:pt x="229" y="227"/>
                    <a:pt x="149" y="232"/>
                  </a:cubicBezTo>
                  <a:cubicBezTo>
                    <a:pt x="122" y="234"/>
                    <a:pt x="111" y="245"/>
                    <a:pt x="111" y="255"/>
                  </a:cubicBezTo>
                  <a:cubicBezTo>
                    <a:pt x="112" y="268"/>
                    <a:pt x="112" y="278"/>
                    <a:pt x="113" y="292"/>
                  </a:cubicBezTo>
                  <a:cubicBezTo>
                    <a:pt x="114" y="309"/>
                    <a:pt x="125" y="317"/>
                    <a:pt x="146" y="317"/>
                  </a:cubicBezTo>
                  <a:cubicBezTo>
                    <a:pt x="171" y="317"/>
                    <a:pt x="229" y="316"/>
                    <a:pt x="258" y="315"/>
                  </a:cubicBezTo>
                  <a:cubicBezTo>
                    <a:pt x="291" y="313"/>
                    <a:pt x="320" y="254"/>
                    <a:pt x="336" y="222"/>
                  </a:cubicBezTo>
                  <a:cubicBezTo>
                    <a:pt x="340" y="247"/>
                    <a:pt x="351" y="322"/>
                    <a:pt x="357" y="368"/>
                  </a:cubicBezTo>
                  <a:cubicBezTo>
                    <a:pt x="317" y="382"/>
                    <a:pt x="249" y="399"/>
                    <a:pt x="228" y="408"/>
                  </a:cubicBezTo>
                  <a:cubicBezTo>
                    <a:pt x="201" y="419"/>
                    <a:pt x="175" y="422"/>
                    <a:pt x="159" y="450"/>
                  </a:cubicBezTo>
                  <a:cubicBezTo>
                    <a:pt x="109" y="534"/>
                    <a:pt x="78" y="652"/>
                    <a:pt x="56" y="713"/>
                  </a:cubicBezTo>
                  <a:cubicBezTo>
                    <a:pt x="53" y="721"/>
                    <a:pt x="39" y="723"/>
                    <a:pt x="20" y="729"/>
                  </a:cubicBezTo>
                  <a:cubicBezTo>
                    <a:pt x="0" y="735"/>
                    <a:pt x="13" y="768"/>
                    <a:pt x="26" y="768"/>
                  </a:cubicBezTo>
                  <a:cubicBezTo>
                    <a:pt x="34" y="768"/>
                    <a:pt x="111" y="768"/>
                    <a:pt x="127" y="768"/>
                  </a:cubicBezTo>
                  <a:cubicBezTo>
                    <a:pt x="139" y="768"/>
                    <a:pt x="156" y="757"/>
                    <a:pt x="153" y="727"/>
                  </a:cubicBezTo>
                  <a:cubicBezTo>
                    <a:pt x="151" y="694"/>
                    <a:pt x="218" y="618"/>
                    <a:pt x="233" y="541"/>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2" name="Freeform 378">
              <a:extLst>
                <a:ext uri="{FF2B5EF4-FFF2-40B4-BE49-F238E27FC236}">
                  <a16:creationId xmlns:a16="http://schemas.microsoft.com/office/drawing/2014/main" id="{D8AFBB34-2713-74A9-82D6-6B31C9024005}"/>
                </a:ext>
              </a:extLst>
            </p:cNvPr>
            <p:cNvSpPr>
              <a:spLocks/>
            </p:cNvSpPr>
            <p:nvPr/>
          </p:nvSpPr>
          <p:spPr bwMode="auto">
            <a:xfrm>
              <a:off x="3209925" y="-169862"/>
              <a:ext cx="163513" cy="193675"/>
            </a:xfrm>
            <a:custGeom>
              <a:avLst/>
              <a:gdLst>
                <a:gd name="T0" fmla="*/ 124 w 214"/>
                <a:gd name="T1" fmla="*/ 247 h 255"/>
                <a:gd name="T2" fmla="*/ 204 w 214"/>
                <a:gd name="T3" fmla="*/ 114 h 255"/>
                <a:gd name="T4" fmla="*/ 90 w 214"/>
                <a:gd name="T5" fmla="*/ 7 h 255"/>
                <a:gd name="T6" fmla="*/ 9 w 214"/>
                <a:gd name="T7" fmla="*/ 141 h 255"/>
                <a:gd name="T8" fmla="*/ 124 w 214"/>
                <a:gd name="T9" fmla="*/ 247 h 255"/>
              </a:gdLst>
              <a:ahLst/>
              <a:cxnLst>
                <a:cxn ang="0">
                  <a:pos x="T0" y="T1"/>
                </a:cxn>
                <a:cxn ang="0">
                  <a:pos x="T2" y="T3"/>
                </a:cxn>
                <a:cxn ang="0">
                  <a:pos x="T4" y="T5"/>
                </a:cxn>
                <a:cxn ang="0">
                  <a:pos x="T6" y="T7"/>
                </a:cxn>
                <a:cxn ang="0">
                  <a:pos x="T8" y="T9"/>
                </a:cxn>
              </a:cxnLst>
              <a:rect l="0" t="0" r="r" b="b"/>
              <a:pathLst>
                <a:path w="214" h="255">
                  <a:moveTo>
                    <a:pt x="124" y="247"/>
                  </a:moveTo>
                  <a:cubicBezTo>
                    <a:pt x="177" y="240"/>
                    <a:pt x="214" y="180"/>
                    <a:pt x="204" y="114"/>
                  </a:cubicBezTo>
                  <a:cubicBezTo>
                    <a:pt x="195" y="47"/>
                    <a:pt x="144" y="0"/>
                    <a:pt x="90" y="7"/>
                  </a:cubicBezTo>
                  <a:cubicBezTo>
                    <a:pt x="36" y="15"/>
                    <a:pt x="0" y="74"/>
                    <a:pt x="9" y="141"/>
                  </a:cubicBezTo>
                  <a:cubicBezTo>
                    <a:pt x="19" y="207"/>
                    <a:pt x="70" y="255"/>
                    <a:pt x="124" y="24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3" name="Freeform 379">
              <a:extLst>
                <a:ext uri="{FF2B5EF4-FFF2-40B4-BE49-F238E27FC236}">
                  <a16:creationId xmlns:a16="http://schemas.microsoft.com/office/drawing/2014/main" id="{095819D3-789A-8C82-9CA3-7CA91F473B5C}"/>
                </a:ext>
              </a:extLst>
            </p:cNvPr>
            <p:cNvSpPr>
              <a:spLocks/>
            </p:cNvSpPr>
            <p:nvPr/>
          </p:nvSpPr>
          <p:spPr bwMode="auto">
            <a:xfrm>
              <a:off x="3151188" y="165100"/>
              <a:ext cx="334963" cy="508000"/>
            </a:xfrm>
            <a:custGeom>
              <a:avLst/>
              <a:gdLst>
                <a:gd name="T0" fmla="*/ 383 w 440"/>
                <a:gd name="T1" fmla="*/ 63 h 666"/>
                <a:gd name="T2" fmla="*/ 360 w 440"/>
                <a:gd name="T3" fmla="*/ 319 h 666"/>
                <a:gd name="T4" fmla="*/ 360 w 440"/>
                <a:gd name="T5" fmla="*/ 319 h 666"/>
                <a:gd name="T6" fmla="*/ 269 w 440"/>
                <a:gd name="T7" fmla="*/ 404 h 666"/>
                <a:gd name="T8" fmla="*/ 115 w 440"/>
                <a:gd name="T9" fmla="*/ 404 h 666"/>
                <a:gd name="T10" fmla="*/ 0 w 440"/>
                <a:gd name="T11" fmla="*/ 518 h 666"/>
                <a:gd name="T12" fmla="*/ 0 w 440"/>
                <a:gd name="T13" fmla="*/ 666 h 666"/>
                <a:gd name="T14" fmla="*/ 46 w 440"/>
                <a:gd name="T15" fmla="*/ 666 h 666"/>
                <a:gd name="T16" fmla="*/ 46 w 440"/>
                <a:gd name="T17" fmla="*/ 518 h 666"/>
                <a:gd name="T18" fmla="*/ 115 w 440"/>
                <a:gd name="T19" fmla="*/ 449 h 666"/>
                <a:gd name="T20" fmla="*/ 364 w 440"/>
                <a:gd name="T21" fmla="*/ 449 h 666"/>
                <a:gd name="T22" fmla="*/ 383 w 440"/>
                <a:gd name="T23" fmla="*/ 666 h 666"/>
                <a:gd name="T24" fmla="*/ 429 w 440"/>
                <a:gd name="T25" fmla="*/ 666 h 666"/>
                <a:gd name="T26" fmla="*/ 429 w 440"/>
                <a:gd name="T27" fmla="*/ 61 h 666"/>
                <a:gd name="T28" fmla="*/ 383 w 440"/>
                <a:gd name="T29" fmla="*/ 63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0" h="666">
                  <a:moveTo>
                    <a:pt x="383" y="63"/>
                  </a:moveTo>
                  <a:cubicBezTo>
                    <a:pt x="366" y="138"/>
                    <a:pt x="360" y="230"/>
                    <a:pt x="360" y="319"/>
                  </a:cubicBezTo>
                  <a:lnTo>
                    <a:pt x="360" y="319"/>
                  </a:lnTo>
                  <a:cubicBezTo>
                    <a:pt x="352" y="391"/>
                    <a:pt x="299" y="404"/>
                    <a:pt x="269" y="404"/>
                  </a:cubicBezTo>
                  <a:lnTo>
                    <a:pt x="115" y="404"/>
                  </a:lnTo>
                  <a:cubicBezTo>
                    <a:pt x="51" y="404"/>
                    <a:pt x="0" y="455"/>
                    <a:pt x="0" y="518"/>
                  </a:cubicBezTo>
                  <a:lnTo>
                    <a:pt x="0" y="666"/>
                  </a:lnTo>
                  <a:lnTo>
                    <a:pt x="46" y="666"/>
                  </a:lnTo>
                  <a:lnTo>
                    <a:pt x="46" y="518"/>
                  </a:lnTo>
                  <a:cubicBezTo>
                    <a:pt x="46" y="480"/>
                    <a:pt x="77" y="449"/>
                    <a:pt x="115" y="449"/>
                  </a:cubicBezTo>
                  <a:lnTo>
                    <a:pt x="364" y="449"/>
                  </a:lnTo>
                  <a:cubicBezTo>
                    <a:pt x="370" y="568"/>
                    <a:pt x="383" y="666"/>
                    <a:pt x="383" y="666"/>
                  </a:cubicBezTo>
                  <a:lnTo>
                    <a:pt x="429" y="666"/>
                  </a:lnTo>
                  <a:cubicBezTo>
                    <a:pt x="429" y="666"/>
                    <a:pt x="373" y="295"/>
                    <a:pt x="429" y="61"/>
                  </a:cubicBezTo>
                  <a:cubicBezTo>
                    <a:pt x="440" y="16"/>
                    <a:pt x="398" y="0"/>
                    <a:pt x="383"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4" name="Freeform 380">
              <a:extLst>
                <a:ext uri="{FF2B5EF4-FFF2-40B4-BE49-F238E27FC236}">
                  <a16:creationId xmlns:a16="http://schemas.microsoft.com/office/drawing/2014/main" id="{9962E106-B4E1-0F2E-E735-C54013673BE3}"/>
                </a:ext>
              </a:extLst>
            </p:cNvPr>
            <p:cNvSpPr>
              <a:spLocks/>
            </p:cNvSpPr>
            <p:nvPr/>
          </p:nvSpPr>
          <p:spPr bwMode="auto">
            <a:xfrm>
              <a:off x="1992313" y="46038"/>
              <a:ext cx="428625" cy="584200"/>
            </a:xfrm>
            <a:custGeom>
              <a:avLst/>
              <a:gdLst>
                <a:gd name="T0" fmla="*/ 542 w 561"/>
                <a:gd name="T1" fmla="*/ 729 h 768"/>
                <a:gd name="T2" fmla="*/ 505 w 561"/>
                <a:gd name="T3" fmla="*/ 713 h 768"/>
                <a:gd name="T4" fmla="*/ 402 w 561"/>
                <a:gd name="T5" fmla="*/ 450 h 768"/>
                <a:gd name="T6" fmla="*/ 334 w 561"/>
                <a:gd name="T7" fmla="*/ 408 h 768"/>
                <a:gd name="T8" fmla="*/ 204 w 561"/>
                <a:gd name="T9" fmla="*/ 368 h 768"/>
                <a:gd name="T10" fmla="*/ 225 w 561"/>
                <a:gd name="T11" fmla="*/ 222 h 768"/>
                <a:gd name="T12" fmla="*/ 303 w 561"/>
                <a:gd name="T13" fmla="*/ 315 h 768"/>
                <a:gd name="T14" fmla="*/ 416 w 561"/>
                <a:gd name="T15" fmla="*/ 317 h 768"/>
                <a:gd name="T16" fmla="*/ 448 w 561"/>
                <a:gd name="T17" fmla="*/ 292 h 768"/>
                <a:gd name="T18" fmla="*/ 450 w 561"/>
                <a:gd name="T19" fmla="*/ 255 h 768"/>
                <a:gd name="T20" fmla="*/ 412 w 561"/>
                <a:gd name="T21" fmla="*/ 232 h 768"/>
                <a:gd name="T22" fmla="*/ 340 w 561"/>
                <a:gd name="T23" fmla="*/ 225 h 768"/>
                <a:gd name="T24" fmla="*/ 281 w 561"/>
                <a:gd name="T25" fmla="*/ 106 h 768"/>
                <a:gd name="T26" fmla="*/ 130 w 561"/>
                <a:gd name="T27" fmla="*/ 0 h 768"/>
                <a:gd name="T28" fmla="*/ 35 w 561"/>
                <a:gd name="T29" fmla="*/ 108 h 768"/>
                <a:gd name="T30" fmla="*/ 45 w 561"/>
                <a:gd name="T31" fmla="*/ 286 h 768"/>
                <a:gd name="T32" fmla="*/ 22 w 561"/>
                <a:gd name="T33" fmla="*/ 374 h 768"/>
                <a:gd name="T34" fmla="*/ 82 w 561"/>
                <a:gd name="T35" fmla="*/ 519 h 768"/>
                <a:gd name="T36" fmla="*/ 328 w 561"/>
                <a:gd name="T37" fmla="*/ 541 h 768"/>
                <a:gd name="T38" fmla="*/ 408 w 561"/>
                <a:gd name="T39" fmla="*/ 727 h 768"/>
                <a:gd name="T40" fmla="*/ 434 w 561"/>
                <a:gd name="T41" fmla="*/ 768 h 768"/>
                <a:gd name="T42" fmla="*/ 535 w 561"/>
                <a:gd name="T43" fmla="*/ 768 h 768"/>
                <a:gd name="T44" fmla="*/ 542 w 561"/>
                <a:gd name="T45" fmla="*/ 729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1" h="768">
                  <a:moveTo>
                    <a:pt x="542" y="729"/>
                  </a:moveTo>
                  <a:cubicBezTo>
                    <a:pt x="522" y="723"/>
                    <a:pt x="508" y="721"/>
                    <a:pt x="505" y="713"/>
                  </a:cubicBezTo>
                  <a:cubicBezTo>
                    <a:pt x="483" y="652"/>
                    <a:pt x="453" y="534"/>
                    <a:pt x="402" y="450"/>
                  </a:cubicBezTo>
                  <a:cubicBezTo>
                    <a:pt x="386" y="422"/>
                    <a:pt x="361" y="419"/>
                    <a:pt x="334" y="408"/>
                  </a:cubicBezTo>
                  <a:cubicBezTo>
                    <a:pt x="313" y="399"/>
                    <a:pt x="244" y="382"/>
                    <a:pt x="204" y="368"/>
                  </a:cubicBezTo>
                  <a:cubicBezTo>
                    <a:pt x="211" y="322"/>
                    <a:pt x="222" y="247"/>
                    <a:pt x="225" y="222"/>
                  </a:cubicBezTo>
                  <a:cubicBezTo>
                    <a:pt x="241" y="254"/>
                    <a:pt x="270" y="313"/>
                    <a:pt x="303" y="315"/>
                  </a:cubicBezTo>
                  <a:cubicBezTo>
                    <a:pt x="332" y="316"/>
                    <a:pt x="390" y="317"/>
                    <a:pt x="416" y="317"/>
                  </a:cubicBezTo>
                  <a:cubicBezTo>
                    <a:pt x="436" y="317"/>
                    <a:pt x="447" y="309"/>
                    <a:pt x="448" y="292"/>
                  </a:cubicBezTo>
                  <a:cubicBezTo>
                    <a:pt x="449" y="278"/>
                    <a:pt x="449" y="268"/>
                    <a:pt x="450" y="255"/>
                  </a:cubicBezTo>
                  <a:cubicBezTo>
                    <a:pt x="450" y="245"/>
                    <a:pt x="440" y="234"/>
                    <a:pt x="412" y="232"/>
                  </a:cubicBezTo>
                  <a:cubicBezTo>
                    <a:pt x="333" y="227"/>
                    <a:pt x="365" y="228"/>
                    <a:pt x="340" y="225"/>
                  </a:cubicBezTo>
                  <a:cubicBezTo>
                    <a:pt x="323" y="188"/>
                    <a:pt x="301" y="144"/>
                    <a:pt x="281" y="106"/>
                  </a:cubicBezTo>
                  <a:cubicBezTo>
                    <a:pt x="244" y="36"/>
                    <a:pt x="218" y="0"/>
                    <a:pt x="130" y="0"/>
                  </a:cubicBezTo>
                  <a:cubicBezTo>
                    <a:pt x="65" y="0"/>
                    <a:pt x="39" y="62"/>
                    <a:pt x="35" y="108"/>
                  </a:cubicBezTo>
                  <a:cubicBezTo>
                    <a:pt x="30" y="173"/>
                    <a:pt x="43" y="230"/>
                    <a:pt x="45" y="286"/>
                  </a:cubicBezTo>
                  <a:cubicBezTo>
                    <a:pt x="45" y="314"/>
                    <a:pt x="32" y="335"/>
                    <a:pt x="22" y="374"/>
                  </a:cubicBezTo>
                  <a:cubicBezTo>
                    <a:pt x="0" y="463"/>
                    <a:pt x="41" y="512"/>
                    <a:pt x="82" y="519"/>
                  </a:cubicBezTo>
                  <a:cubicBezTo>
                    <a:pt x="178" y="537"/>
                    <a:pt x="275" y="537"/>
                    <a:pt x="328" y="541"/>
                  </a:cubicBezTo>
                  <a:cubicBezTo>
                    <a:pt x="344" y="618"/>
                    <a:pt x="411" y="694"/>
                    <a:pt x="408" y="727"/>
                  </a:cubicBezTo>
                  <a:cubicBezTo>
                    <a:pt x="406" y="757"/>
                    <a:pt x="422" y="768"/>
                    <a:pt x="434" y="768"/>
                  </a:cubicBezTo>
                  <a:cubicBezTo>
                    <a:pt x="450" y="768"/>
                    <a:pt x="528" y="768"/>
                    <a:pt x="535" y="768"/>
                  </a:cubicBezTo>
                  <a:cubicBezTo>
                    <a:pt x="548" y="768"/>
                    <a:pt x="561" y="735"/>
                    <a:pt x="542" y="729"/>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5" name="Freeform 381">
              <a:extLst>
                <a:ext uri="{FF2B5EF4-FFF2-40B4-BE49-F238E27FC236}">
                  <a16:creationId xmlns:a16="http://schemas.microsoft.com/office/drawing/2014/main" id="{1305979B-5121-D220-30C9-0B864F0B77D2}"/>
                </a:ext>
              </a:extLst>
            </p:cNvPr>
            <p:cNvSpPr>
              <a:spLocks/>
            </p:cNvSpPr>
            <p:nvPr/>
          </p:nvSpPr>
          <p:spPr bwMode="auto">
            <a:xfrm>
              <a:off x="2033588" y="-169862"/>
              <a:ext cx="163513" cy="193675"/>
            </a:xfrm>
            <a:custGeom>
              <a:avLst/>
              <a:gdLst>
                <a:gd name="T0" fmla="*/ 90 w 213"/>
                <a:gd name="T1" fmla="*/ 247 h 255"/>
                <a:gd name="T2" fmla="*/ 204 w 213"/>
                <a:gd name="T3" fmla="*/ 141 h 255"/>
                <a:gd name="T4" fmla="*/ 123 w 213"/>
                <a:gd name="T5" fmla="*/ 7 h 255"/>
                <a:gd name="T6" fmla="*/ 9 w 213"/>
                <a:gd name="T7" fmla="*/ 114 h 255"/>
                <a:gd name="T8" fmla="*/ 90 w 213"/>
                <a:gd name="T9" fmla="*/ 247 h 255"/>
              </a:gdLst>
              <a:ahLst/>
              <a:cxnLst>
                <a:cxn ang="0">
                  <a:pos x="T0" y="T1"/>
                </a:cxn>
                <a:cxn ang="0">
                  <a:pos x="T2" y="T3"/>
                </a:cxn>
                <a:cxn ang="0">
                  <a:pos x="T4" y="T5"/>
                </a:cxn>
                <a:cxn ang="0">
                  <a:pos x="T6" y="T7"/>
                </a:cxn>
                <a:cxn ang="0">
                  <a:pos x="T8" y="T9"/>
                </a:cxn>
              </a:cxnLst>
              <a:rect l="0" t="0" r="r" b="b"/>
              <a:pathLst>
                <a:path w="213" h="255">
                  <a:moveTo>
                    <a:pt x="90" y="247"/>
                  </a:moveTo>
                  <a:cubicBezTo>
                    <a:pt x="144" y="255"/>
                    <a:pt x="195" y="207"/>
                    <a:pt x="204" y="141"/>
                  </a:cubicBezTo>
                  <a:cubicBezTo>
                    <a:pt x="213" y="74"/>
                    <a:pt x="177" y="15"/>
                    <a:pt x="123" y="7"/>
                  </a:cubicBezTo>
                  <a:cubicBezTo>
                    <a:pt x="70" y="0"/>
                    <a:pt x="18" y="47"/>
                    <a:pt x="9" y="114"/>
                  </a:cubicBezTo>
                  <a:cubicBezTo>
                    <a:pt x="0" y="180"/>
                    <a:pt x="36" y="240"/>
                    <a:pt x="90" y="24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6" name="Freeform 382">
              <a:extLst>
                <a:ext uri="{FF2B5EF4-FFF2-40B4-BE49-F238E27FC236}">
                  <a16:creationId xmlns:a16="http://schemas.microsoft.com/office/drawing/2014/main" id="{CAFD0671-7347-6348-C5E0-4E0975ABA85A}"/>
                </a:ext>
              </a:extLst>
            </p:cNvPr>
            <p:cNvSpPr>
              <a:spLocks/>
            </p:cNvSpPr>
            <p:nvPr/>
          </p:nvSpPr>
          <p:spPr bwMode="auto">
            <a:xfrm>
              <a:off x="2354263" y="241300"/>
              <a:ext cx="701675" cy="427038"/>
            </a:xfrm>
            <a:custGeom>
              <a:avLst/>
              <a:gdLst>
                <a:gd name="T0" fmla="*/ 811 w 920"/>
                <a:gd name="T1" fmla="*/ 533 h 561"/>
                <a:gd name="T2" fmla="*/ 786 w 920"/>
                <a:gd name="T3" fmla="*/ 533 h 561"/>
                <a:gd name="T4" fmla="*/ 858 w 920"/>
                <a:gd name="T5" fmla="*/ 46 h 561"/>
                <a:gd name="T6" fmla="*/ 897 w 920"/>
                <a:gd name="T7" fmla="*/ 46 h 561"/>
                <a:gd name="T8" fmla="*/ 920 w 920"/>
                <a:gd name="T9" fmla="*/ 23 h 561"/>
                <a:gd name="T10" fmla="*/ 897 w 920"/>
                <a:gd name="T11" fmla="*/ 0 h 561"/>
                <a:gd name="T12" fmla="*/ 23 w 920"/>
                <a:gd name="T13" fmla="*/ 0 h 561"/>
                <a:gd name="T14" fmla="*/ 0 w 920"/>
                <a:gd name="T15" fmla="*/ 23 h 561"/>
                <a:gd name="T16" fmla="*/ 23 w 920"/>
                <a:gd name="T17" fmla="*/ 46 h 561"/>
                <a:gd name="T18" fmla="*/ 62 w 920"/>
                <a:gd name="T19" fmla="*/ 46 h 561"/>
                <a:gd name="T20" fmla="*/ 134 w 920"/>
                <a:gd name="T21" fmla="*/ 533 h 561"/>
                <a:gd name="T22" fmla="*/ 109 w 920"/>
                <a:gd name="T23" fmla="*/ 533 h 561"/>
                <a:gd name="T24" fmla="*/ 95 w 920"/>
                <a:gd name="T25" fmla="*/ 547 h 561"/>
                <a:gd name="T26" fmla="*/ 109 w 920"/>
                <a:gd name="T27" fmla="*/ 561 h 561"/>
                <a:gd name="T28" fmla="*/ 811 w 920"/>
                <a:gd name="T29" fmla="*/ 561 h 561"/>
                <a:gd name="T30" fmla="*/ 826 w 920"/>
                <a:gd name="T31" fmla="*/ 547 h 561"/>
                <a:gd name="T32" fmla="*/ 811 w 920"/>
                <a:gd name="T33" fmla="*/ 533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0" h="561">
                  <a:moveTo>
                    <a:pt x="811" y="533"/>
                  </a:moveTo>
                  <a:lnTo>
                    <a:pt x="786" y="533"/>
                  </a:lnTo>
                  <a:lnTo>
                    <a:pt x="858" y="46"/>
                  </a:lnTo>
                  <a:lnTo>
                    <a:pt x="897" y="46"/>
                  </a:lnTo>
                  <a:cubicBezTo>
                    <a:pt x="910" y="46"/>
                    <a:pt x="920" y="36"/>
                    <a:pt x="920" y="23"/>
                  </a:cubicBezTo>
                  <a:cubicBezTo>
                    <a:pt x="920" y="11"/>
                    <a:pt x="910" y="0"/>
                    <a:pt x="897" y="0"/>
                  </a:cubicBezTo>
                  <a:lnTo>
                    <a:pt x="23" y="0"/>
                  </a:lnTo>
                  <a:cubicBezTo>
                    <a:pt x="10" y="0"/>
                    <a:pt x="0" y="11"/>
                    <a:pt x="0" y="23"/>
                  </a:cubicBezTo>
                  <a:cubicBezTo>
                    <a:pt x="0" y="36"/>
                    <a:pt x="10" y="46"/>
                    <a:pt x="23" y="46"/>
                  </a:cubicBezTo>
                  <a:lnTo>
                    <a:pt x="62" y="46"/>
                  </a:lnTo>
                  <a:lnTo>
                    <a:pt x="134" y="533"/>
                  </a:lnTo>
                  <a:lnTo>
                    <a:pt x="109" y="533"/>
                  </a:lnTo>
                  <a:cubicBezTo>
                    <a:pt x="101" y="533"/>
                    <a:pt x="95" y="539"/>
                    <a:pt x="95" y="547"/>
                  </a:cubicBezTo>
                  <a:cubicBezTo>
                    <a:pt x="95" y="555"/>
                    <a:pt x="101" y="561"/>
                    <a:pt x="109" y="561"/>
                  </a:cubicBezTo>
                  <a:lnTo>
                    <a:pt x="811" y="561"/>
                  </a:lnTo>
                  <a:cubicBezTo>
                    <a:pt x="819" y="561"/>
                    <a:pt x="826" y="555"/>
                    <a:pt x="826" y="547"/>
                  </a:cubicBezTo>
                  <a:cubicBezTo>
                    <a:pt x="826" y="539"/>
                    <a:pt x="819" y="533"/>
                    <a:pt x="811" y="53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87" name="Freeform 383">
              <a:extLst>
                <a:ext uri="{FF2B5EF4-FFF2-40B4-BE49-F238E27FC236}">
                  <a16:creationId xmlns:a16="http://schemas.microsoft.com/office/drawing/2014/main" id="{168D0468-F340-233C-E04B-D1845035415B}"/>
                </a:ext>
              </a:extLst>
            </p:cNvPr>
            <p:cNvSpPr>
              <a:spLocks/>
            </p:cNvSpPr>
            <p:nvPr/>
          </p:nvSpPr>
          <p:spPr bwMode="auto">
            <a:xfrm>
              <a:off x="1920875" y="165100"/>
              <a:ext cx="334963" cy="508000"/>
            </a:xfrm>
            <a:custGeom>
              <a:avLst/>
              <a:gdLst>
                <a:gd name="T0" fmla="*/ 326 w 440"/>
                <a:gd name="T1" fmla="*/ 404 h 666"/>
                <a:gd name="T2" fmla="*/ 172 w 440"/>
                <a:gd name="T3" fmla="*/ 404 h 666"/>
                <a:gd name="T4" fmla="*/ 81 w 440"/>
                <a:gd name="T5" fmla="*/ 319 h 666"/>
                <a:gd name="T6" fmla="*/ 81 w 440"/>
                <a:gd name="T7" fmla="*/ 319 h 666"/>
                <a:gd name="T8" fmla="*/ 57 w 440"/>
                <a:gd name="T9" fmla="*/ 63 h 666"/>
                <a:gd name="T10" fmla="*/ 11 w 440"/>
                <a:gd name="T11" fmla="*/ 61 h 666"/>
                <a:gd name="T12" fmla="*/ 10 w 440"/>
                <a:gd name="T13" fmla="*/ 666 h 666"/>
                <a:gd name="T14" fmla="*/ 56 w 440"/>
                <a:gd name="T15" fmla="*/ 666 h 666"/>
                <a:gd name="T16" fmla="*/ 77 w 440"/>
                <a:gd name="T17" fmla="*/ 449 h 666"/>
                <a:gd name="T18" fmla="*/ 326 w 440"/>
                <a:gd name="T19" fmla="*/ 449 h 666"/>
                <a:gd name="T20" fmla="*/ 395 w 440"/>
                <a:gd name="T21" fmla="*/ 518 h 666"/>
                <a:gd name="T22" fmla="*/ 394 w 440"/>
                <a:gd name="T23" fmla="*/ 666 h 666"/>
                <a:gd name="T24" fmla="*/ 440 w 440"/>
                <a:gd name="T25" fmla="*/ 666 h 666"/>
                <a:gd name="T26" fmla="*/ 440 w 440"/>
                <a:gd name="T27" fmla="*/ 518 h 666"/>
                <a:gd name="T28" fmla="*/ 326 w 440"/>
                <a:gd name="T29" fmla="*/ 404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0" h="666">
                  <a:moveTo>
                    <a:pt x="326" y="404"/>
                  </a:moveTo>
                  <a:lnTo>
                    <a:pt x="172" y="404"/>
                  </a:lnTo>
                  <a:cubicBezTo>
                    <a:pt x="141" y="404"/>
                    <a:pt x="88" y="391"/>
                    <a:pt x="81" y="319"/>
                  </a:cubicBezTo>
                  <a:lnTo>
                    <a:pt x="81" y="319"/>
                  </a:lnTo>
                  <a:cubicBezTo>
                    <a:pt x="81" y="230"/>
                    <a:pt x="75" y="138"/>
                    <a:pt x="57" y="63"/>
                  </a:cubicBezTo>
                  <a:cubicBezTo>
                    <a:pt x="42" y="0"/>
                    <a:pt x="0" y="16"/>
                    <a:pt x="11" y="61"/>
                  </a:cubicBezTo>
                  <a:cubicBezTo>
                    <a:pt x="68" y="295"/>
                    <a:pt x="10" y="666"/>
                    <a:pt x="10" y="666"/>
                  </a:cubicBezTo>
                  <a:lnTo>
                    <a:pt x="56" y="666"/>
                  </a:lnTo>
                  <a:cubicBezTo>
                    <a:pt x="56" y="666"/>
                    <a:pt x="70" y="568"/>
                    <a:pt x="77" y="449"/>
                  </a:cubicBezTo>
                  <a:lnTo>
                    <a:pt x="326" y="449"/>
                  </a:lnTo>
                  <a:cubicBezTo>
                    <a:pt x="364" y="449"/>
                    <a:pt x="395" y="480"/>
                    <a:pt x="395" y="518"/>
                  </a:cubicBezTo>
                  <a:lnTo>
                    <a:pt x="394" y="666"/>
                  </a:lnTo>
                  <a:lnTo>
                    <a:pt x="440" y="666"/>
                  </a:lnTo>
                  <a:lnTo>
                    <a:pt x="440" y="518"/>
                  </a:lnTo>
                  <a:cubicBezTo>
                    <a:pt x="440" y="455"/>
                    <a:pt x="389" y="404"/>
                    <a:pt x="326" y="40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grpSp>
        <p:nvGrpSpPr>
          <p:cNvPr id="88" name="Analytics9" descr="{&quot;Key&quot;:&quot;POWER_USER_SHAPE_ICON&quot;,&quot;Value&quot;:&quot;POWER_USER_SHAPE_ICON_STYLE_1&quot;}">
            <a:extLst>
              <a:ext uri="{FF2B5EF4-FFF2-40B4-BE49-F238E27FC236}">
                <a16:creationId xmlns:a16="http://schemas.microsoft.com/office/drawing/2014/main" id="{F7AA6ADA-B887-9087-6791-A3266429CCFD}"/>
              </a:ext>
            </a:extLst>
          </p:cNvPr>
          <p:cNvGrpSpPr>
            <a:grpSpLocks noChangeAspect="1"/>
          </p:cNvGrpSpPr>
          <p:nvPr>
            <p:custDataLst>
              <p:tags r:id="rId4"/>
            </p:custDataLst>
          </p:nvPr>
        </p:nvGrpSpPr>
        <p:grpSpPr>
          <a:xfrm>
            <a:off x="7326574" y="2710679"/>
            <a:ext cx="394743" cy="302652"/>
            <a:chOff x="4157663" y="1574800"/>
            <a:chExt cx="935038" cy="793750"/>
          </a:xfrm>
          <a:solidFill>
            <a:schemeClr val="tx1"/>
          </a:solidFill>
        </p:grpSpPr>
        <p:sp>
          <p:nvSpPr>
            <p:cNvPr id="89" name="Freeform 127">
              <a:extLst>
                <a:ext uri="{FF2B5EF4-FFF2-40B4-BE49-F238E27FC236}">
                  <a16:creationId xmlns:a16="http://schemas.microsoft.com/office/drawing/2014/main" id="{5C00F52E-841B-E602-682C-A36652F0AD51}"/>
                </a:ext>
              </a:extLst>
            </p:cNvPr>
            <p:cNvSpPr>
              <a:spLocks/>
            </p:cNvSpPr>
            <p:nvPr/>
          </p:nvSpPr>
          <p:spPr bwMode="auto">
            <a:xfrm>
              <a:off x="4157663" y="1846262"/>
              <a:ext cx="306388" cy="177800"/>
            </a:xfrm>
            <a:custGeom>
              <a:avLst/>
              <a:gdLst>
                <a:gd name="T0" fmla="*/ 74 w 402"/>
                <a:gd name="T1" fmla="*/ 196 h 233"/>
                <a:gd name="T2" fmla="*/ 72 w 402"/>
                <a:gd name="T3" fmla="*/ 184 h 233"/>
                <a:gd name="T4" fmla="*/ 127 w 402"/>
                <a:gd name="T5" fmla="*/ 122 h 233"/>
                <a:gd name="T6" fmla="*/ 142 w 402"/>
                <a:gd name="T7" fmla="*/ 126 h 233"/>
                <a:gd name="T8" fmla="*/ 172 w 402"/>
                <a:gd name="T9" fmla="*/ 110 h 233"/>
                <a:gd name="T10" fmla="*/ 240 w 402"/>
                <a:gd name="T11" fmla="*/ 134 h 233"/>
                <a:gd name="T12" fmla="*/ 240 w 402"/>
                <a:gd name="T13" fmla="*/ 134 h 233"/>
                <a:gd name="T14" fmla="*/ 277 w 402"/>
                <a:gd name="T15" fmla="*/ 171 h 233"/>
                <a:gd name="T16" fmla="*/ 314 w 402"/>
                <a:gd name="T17" fmla="*/ 134 h 233"/>
                <a:gd name="T18" fmla="*/ 310 w 402"/>
                <a:gd name="T19" fmla="*/ 118 h 233"/>
                <a:gd name="T20" fmla="*/ 354 w 402"/>
                <a:gd name="T21" fmla="*/ 72 h 233"/>
                <a:gd name="T22" fmla="*/ 365 w 402"/>
                <a:gd name="T23" fmla="*/ 74 h 233"/>
                <a:gd name="T24" fmla="*/ 402 w 402"/>
                <a:gd name="T25" fmla="*/ 37 h 233"/>
                <a:gd name="T26" fmla="*/ 365 w 402"/>
                <a:gd name="T27" fmla="*/ 0 h 233"/>
                <a:gd name="T28" fmla="*/ 329 w 402"/>
                <a:gd name="T29" fmla="*/ 37 h 233"/>
                <a:gd name="T30" fmla="*/ 331 w 402"/>
                <a:gd name="T31" fmla="*/ 50 h 233"/>
                <a:gd name="T32" fmla="*/ 285 w 402"/>
                <a:gd name="T33" fmla="*/ 99 h 233"/>
                <a:gd name="T34" fmla="*/ 277 w 402"/>
                <a:gd name="T35" fmla="*/ 97 h 233"/>
                <a:gd name="T36" fmla="*/ 254 w 402"/>
                <a:gd name="T37" fmla="*/ 105 h 233"/>
                <a:gd name="T38" fmla="*/ 177 w 402"/>
                <a:gd name="T39" fmla="*/ 78 h 233"/>
                <a:gd name="T40" fmla="*/ 142 w 402"/>
                <a:gd name="T41" fmla="*/ 52 h 233"/>
                <a:gd name="T42" fmla="*/ 105 w 402"/>
                <a:gd name="T43" fmla="*/ 89 h 233"/>
                <a:gd name="T44" fmla="*/ 106 w 402"/>
                <a:gd name="T45" fmla="*/ 98 h 233"/>
                <a:gd name="T46" fmla="*/ 50 w 402"/>
                <a:gd name="T47" fmla="*/ 162 h 233"/>
                <a:gd name="T48" fmla="*/ 37 w 402"/>
                <a:gd name="T49" fmla="*/ 159 h 233"/>
                <a:gd name="T50" fmla="*/ 0 w 402"/>
                <a:gd name="T51" fmla="*/ 196 h 233"/>
                <a:gd name="T52" fmla="*/ 37 w 402"/>
                <a:gd name="T53" fmla="*/ 233 h 233"/>
                <a:gd name="T54" fmla="*/ 74 w 402"/>
                <a:gd name="T55" fmla="*/ 1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233">
                  <a:moveTo>
                    <a:pt x="74" y="196"/>
                  </a:moveTo>
                  <a:cubicBezTo>
                    <a:pt x="74" y="192"/>
                    <a:pt x="73" y="188"/>
                    <a:pt x="72" y="184"/>
                  </a:cubicBezTo>
                  <a:lnTo>
                    <a:pt x="127" y="122"/>
                  </a:lnTo>
                  <a:cubicBezTo>
                    <a:pt x="131" y="124"/>
                    <a:pt x="136" y="126"/>
                    <a:pt x="142" y="126"/>
                  </a:cubicBezTo>
                  <a:cubicBezTo>
                    <a:pt x="154" y="126"/>
                    <a:pt x="165" y="119"/>
                    <a:pt x="172" y="110"/>
                  </a:cubicBezTo>
                  <a:lnTo>
                    <a:pt x="240" y="134"/>
                  </a:lnTo>
                  <a:cubicBezTo>
                    <a:pt x="240" y="134"/>
                    <a:pt x="240" y="134"/>
                    <a:pt x="240" y="134"/>
                  </a:cubicBezTo>
                  <a:cubicBezTo>
                    <a:pt x="240" y="155"/>
                    <a:pt x="257" y="171"/>
                    <a:pt x="277" y="171"/>
                  </a:cubicBezTo>
                  <a:cubicBezTo>
                    <a:pt x="297" y="171"/>
                    <a:pt x="314" y="155"/>
                    <a:pt x="314" y="134"/>
                  </a:cubicBezTo>
                  <a:cubicBezTo>
                    <a:pt x="314" y="128"/>
                    <a:pt x="312" y="123"/>
                    <a:pt x="310" y="118"/>
                  </a:cubicBezTo>
                  <a:lnTo>
                    <a:pt x="354" y="72"/>
                  </a:lnTo>
                  <a:cubicBezTo>
                    <a:pt x="357" y="73"/>
                    <a:pt x="361" y="74"/>
                    <a:pt x="365" y="74"/>
                  </a:cubicBezTo>
                  <a:cubicBezTo>
                    <a:pt x="386" y="74"/>
                    <a:pt x="402" y="57"/>
                    <a:pt x="402" y="37"/>
                  </a:cubicBezTo>
                  <a:cubicBezTo>
                    <a:pt x="402" y="17"/>
                    <a:pt x="386" y="0"/>
                    <a:pt x="365" y="0"/>
                  </a:cubicBezTo>
                  <a:cubicBezTo>
                    <a:pt x="345" y="0"/>
                    <a:pt x="329" y="17"/>
                    <a:pt x="329" y="37"/>
                  </a:cubicBezTo>
                  <a:cubicBezTo>
                    <a:pt x="329" y="42"/>
                    <a:pt x="329" y="46"/>
                    <a:pt x="331" y="50"/>
                  </a:cubicBezTo>
                  <a:lnTo>
                    <a:pt x="285" y="99"/>
                  </a:lnTo>
                  <a:cubicBezTo>
                    <a:pt x="283" y="98"/>
                    <a:pt x="280" y="97"/>
                    <a:pt x="277" y="97"/>
                  </a:cubicBezTo>
                  <a:cubicBezTo>
                    <a:pt x="268" y="97"/>
                    <a:pt x="261" y="101"/>
                    <a:pt x="254" y="105"/>
                  </a:cubicBezTo>
                  <a:lnTo>
                    <a:pt x="177" y="78"/>
                  </a:lnTo>
                  <a:cubicBezTo>
                    <a:pt x="172" y="63"/>
                    <a:pt x="158" y="52"/>
                    <a:pt x="142" y="52"/>
                  </a:cubicBezTo>
                  <a:cubicBezTo>
                    <a:pt x="121" y="52"/>
                    <a:pt x="105" y="68"/>
                    <a:pt x="105" y="89"/>
                  </a:cubicBezTo>
                  <a:cubicBezTo>
                    <a:pt x="105" y="92"/>
                    <a:pt x="106" y="95"/>
                    <a:pt x="106" y="98"/>
                  </a:cubicBezTo>
                  <a:lnTo>
                    <a:pt x="50" y="162"/>
                  </a:lnTo>
                  <a:cubicBezTo>
                    <a:pt x="46" y="160"/>
                    <a:pt x="42" y="159"/>
                    <a:pt x="37" y="159"/>
                  </a:cubicBezTo>
                  <a:cubicBezTo>
                    <a:pt x="17" y="159"/>
                    <a:pt x="0" y="175"/>
                    <a:pt x="0" y="196"/>
                  </a:cubicBezTo>
                  <a:cubicBezTo>
                    <a:pt x="0" y="216"/>
                    <a:pt x="17" y="233"/>
                    <a:pt x="37" y="233"/>
                  </a:cubicBezTo>
                  <a:cubicBezTo>
                    <a:pt x="57" y="233"/>
                    <a:pt x="74" y="216"/>
                    <a:pt x="74" y="19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0" name="Rectangle 128">
              <a:extLst>
                <a:ext uri="{FF2B5EF4-FFF2-40B4-BE49-F238E27FC236}">
                  <a16:creationId xmlns:a16="http://schemas.microsoft.com/office/drawing/2014/main" id="{E0F2DBE7-3A6C-DB96-39EC-5E7EF58A3053}"/>
                </a:ext>
              </a:extLst>
            </p:cNvPr>
            <p:cNvSpPr>
              <a:spLocks noChangeArrowheads="1"/>
            </p:cNvSpPr>
            <p:nvPr/>
          </p:nvSpPr>
          <p:spPr bwMode="auto">
            <a:xfrm>
              <a:off x="4230688" y="1662112"/>
              <a:ext cx="46038" cy="1270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1" name="Rectangle 129">
              <a:extLst>
                <a:ext uri="{FF2B5EF4-FFF2-40B4-BE49-F238E27FC236}">
                  <a16:creationId xmlns:a16="http://schemas.microsoft.com/office/drawing/2014/main" id="{C8CAA7E7-340D-DB7B-BD35-B2D42E804637}"/>
                </a:ext>
              </a:extLst>
            </p:cNvPr>
            <p:cNvSpPr>
              <a:spLocks noChangeArrowheads="1"/>
            </p:cNvSpPr>
            <p:nvPr/>
          </p:nvSpPr>
          <p:spPr bwMode="auto">
            <a:xfrm>
              <a:off x="4394201" y="1630362"/>
              <a:ext cx="47625" cy="15875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2" name="Rectangle 130">
              <a:extLst>
                <a:ext uri="{FF2B5EF4-FFF2-40B4-BE49-F238E27FC236}">
                  <a16:creationId xmlns:a16="http://schemas.microsoft.com/office/drawing/2014/main" id="{8348DECB-7210-ADA3-245B-BAFA965E22DE}"/>
                </a:ext>
              </a:extLst>
            </p:cNvPr>
            <p:cNvSpPr>
              <a:spLocks noChangeArrowheads="1"/>
            </p:cNvSpPr>
            <p:nvPr/>
          </p:nvSpPr>
          <p:spPr bwMode="auto">
            <a:xfrm>
              <a:off x="4313238" y="1574800"/>
              <a:ext cx="46038" cy="2143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3" name="Freeform 131">
              <a:extLst>
                <a:ext uri="{FF2B5EF4-FFF2-40B4-BE49-F238E27FC236}">
                  <a16:creationId xmlns:a16="http://schemas.microsoft.com/office/drawing/2014/main" id="{3DCB5CAA-EB0E-0412-242D-9B3930B58C0F}"/>
                </a:ext>
              </a:extLst>
            </p:cNvPr>
            <p:cNvSpPr>
              <a:spLocks/>
            </p:cNvSpPr>
            <p:nvPr/>
          </p:nvSpPr>
          <p:spPr bwMode="auto">
            <a:xfrm>
              <a:off x="4814888" y="1701800"/>
              <a:ext cx="130175" cy="222250"/>
            </a:xfrm>
            <a:custGeom>
              <a:avLst/>
              <a:gdLst>
                <a:gd name="T0" fmla="*/ 57 w 170"/>
                <a:gd name="T1" fmla="*/ 61 h 292"/>
                <a:gd name="T2" fmla="*/ 64 w 170"/>
                <a:gd name="T3" fmla="*/ 292 h 292"/>
                <a:gd name="T4" fmla="*/ 170 w 170"/>
                <a:gd name="T5" fmla="*/ 165 h 292"/>
                <a:gd name="T6" fmla="*/ 170 w 170"/>
                <a:gd name="T7" fmla="*/ 0 h 292"/>
                <a:gd name="T8" fmla="*/ 57 w 170"/>
                <a:gd name="T9" fmla="*/ 61 h 292"/>
              </a:gdLst>
              <a:ahLst/>
              <a:cxnLst>
                <a:cxn ang="0">
                  <a:pos x="T0" y="T1"/>
                </a:cxn>
                <a:cxn ang="0">
                  <a:pos x="T2" y="T3"/>
                </a:cxn>
                <a:cxn ang="0">
                  <a:pos x="T4" y="T5"/>
                </a:cxn>
                <a:cxn ang="0">
                  <a:pos x="T6" y="T7"/>
                </a:cxn>
                <a:cxn ang="0">
                  <a:pos x="T8" y="T9"/>
                </a:cxn>
              </a:cxnLst>
              <a:rect l="0" t="0" r="r" b="b"/>
              <a:pathLst>
                <a:path w="170" h="292">
                  <a:moveTo>
                    <a:pt x="57" y="61"/>
                  </a:moveTo>
                  <a:cubicBezTo>
                    <a:pt x="0" y="129"/>
                    <a:pt x="4" y="229"/>
                    <a:pt x="64" y="292"/>
                  </a:cubicBezTo>
                  <a:lnTo>
                    <a:pt x="170" y="165"/>
                  </a:lnTo>
                  <a:lnTo>
                    <a:pt x="170" y="0"/>
                  </a:lnTo>
                  <a:cubicBezTo>
                    <a:pt x="125" y="5"/>
                    <a:pt x="87" y="25"/>
                    <a:pt x="57" y="6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4" name="Freeform 132">
              <a:extLst>
                <a:ext uri="{FF2B5EF4-FFF2-40B4-BE49-F238E27FC236}">
                  <a16:creationId xmlns:a16="http://schemas.microsoft.com/office/drawing/2014/main" id="{D442DB9A-2CE3-DAF3-CFBF-51C3DF61C33E}"/>
                </a:ext>
              </a:extLst>
            </p:cNvPr>
            <p:cNvSpPr>
              <a:spLocks/>
            </p:cNvSpPr>
            <p:nvPr/>
          </p:nvSpPr>
          <p:spPr bwMode="auto">
            <a:xfrm>
              <a:off x="4887913" y="1851025"/>
              <a:ext cx="200025" cy="115888"/>
            </a:xfrm>
            <a:custGeom>
              <a:avLst/>
              <a:gdLst>
                <a:gd name="T0" fmla="*/ 103 w 261"/>
                <a:gd name="T1" fmla="*/ 0 h 151"/>
                <a:gd name="T2" fmla="*/ 0 w 261"/>
                <a:gd name="T3" fmla="*/ 123 h 151"/>
                <a:gd name="T4" fmla="*/ 64 w 261"/>
                <a:gd name="T5" fmla="*/ 148 h 151"/>
                <a:gd name="T6" fmla="*/ 95 w 261"/>
                <a:gd name="T7" fmla="*/ 151 h 151"/>
                <a:gd name="T8" fmla="*/ 261 w 261"/>
                <a:gd name="T9" fmla="*/ 27 h 151"/>
                <a:gd name="T10" fmla="*/ 103 w 261"/>
                <a:gd name="T11" fmla="*/ 0 h 151"/>
              </a:gdLst>
              <a:ahLst/>
              <a:cxnLst>
                <a:cxn ang="0">
                  <a:pos x="T0" y="T1"/>
                </a:cxn>
                <a:cxn ang="0">
                  <a:pos x="T2" y="T3"/>
                </a:cxn>
                <a:cxn ang="0">
                  <a:pos x="T4" y="T5"/>
                </a:cxn>
                <a:cxn ang="0">
                  <a:pos x="T6" y="T7"/>
                </a:cxn>
                <a:cxn ang="0">
                  <a:pos x="T8" y="T9"/>
                </a:cxn>
                <a:cxn ang="0">
                  <a:pos x="T10" y="T11"/>
                </a:cxn>
              </a:cxnLst>
              <a:rect l="0" t="0" r="r" b="b"/>
              <a:pathLst>
                <a:path w="261" h="151">
                  <a:moveTo>
                    <a:pt x="103" y="0"/>
                  </a:moveTo>
                  <a:lnTo>
                    <a:pt x="0" y="123"/>
                  </a:lnTo>
                  <a:cubicBezTo>
                    <a:pt x="19" y="136"/>
                    <a:pt x="40" y="144"/>
                    <a:pt x="64" y="148"/>
                  </a:cubicBezTo>
                  <a:cubicBezTo>
                    <a:pt x="75" y="150"/>
                    <a:pt x="85" y="151"/>
                    <a:pt x="95" y="151"/>
                  </a:cubicBezTo>
                  <a:cubicBezTo>
                    <a:pt x="172" y="151"/>
                    <a:pt x="239" y="100"/>
                    <a:pt x="261" y="27"/>
                  </a:cubicBezTo>
                  <a:lnTo>
                    <a:pt x="103"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5" name="Freeform 133">
              <a:extLst>
                <a:ext uri="{FF2B5EF4-FFF2-40B4-BE49-F238E27FC236}">
                  <a16:creationId xmlns:a16="http://schemas.microsoft.com/office/drawing/2014/main" id="{0D454131-498C-5C41-E9DA-A946CE823DE6}"/>
                </a:ext>
              </a:extLst>
            </p:cNvPr>
            <p:cNvSpPr>
              <a:spLocks/>
            </p:cNvSpPr>
            <p:nvPr/>
          </p:nvSpPr>
          <p:spPr bwMode="auto">
            <a:xfrm>
              <a:off x="4976813" y="1701800"/>
              <a:ext cx="115888" cy="138113"/>
            </a:xfrm>
            <a:custGeom>
              <a:avLst/>
              <a:gdLst>
                <a:gd name="T0" fmla="*/ 0 w 153"/>
                <a:gd name="T1" fmla="*/ 0 h 182"/>
                <a:gd name="T2" fmla="*/ 0 w 153"/>
                <a:gd name="T3" fmla="*/ 155 h 182"/>
                <a:gd name="T4" fmla="*/ 152 w 153"/>
                <a:gd name="T5" fmla="*/ 182 h 182"/>
                <a:gd name="T6" fmla="*/ 153 w 153"/>
                <a:gd name="T7" fmla="*/ 173 h 182"/>
                <a:gd name="T8" fmla="*/ 0 w 153"/>
                <a:gd name="T9" fmla="*/ 0 h 182"/>
              </a:gdLst>
              <a:ahLst/>
              <a:cxnLst>
                <a:cxn ang="0">
                  <a:pos x="T0" y="T1"/>
                </a:cxn>
                <a:cxn ang="0">
                  <a:pos x="T2" y="T3"/>
                </a:cxn>
                <a:cxn ang="0">
                  <a:pos x="T4" y="T5"/>
                </a:cxn>
                <a:cxn ang="0">
                  <a:pos x="T6" y="T7"/>
                </a:cxn>
                <a:cxn ang="0">
                  <a:pos x="T8" y="T9"/>
                </a:cxn>
              </a:cxnLst>
              <a:rect l="0" t="0" r="r" b="b"/>
              <a:pathLst>
                <a:path w="153" h="182">
                  <a:moveTo>
                    <a:pt x="0" y="0"/>
                  </a:moveTo>
                  <a:lnTo>
                    <a:pt x="0" y="155"/>
                  </a:lnTo>
                  <a:lnTo>
                    <a:pt x="152" y="182"/>
                  </a:lnTo>
                  <a:cubicBezTo>
                    <a:pt x="153" y="179"/>
                    <a:pt x="153" y="176"/>
                    <a:pt x="153" y="173"/>
                  </a:cubicBezTo>
                  <a:cubicBezTo>
                    <a:pt x="153" y="84"/>
                    <a:pt x="86" y="11"/>
                    <a:pt x="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6" name="Oval 134">
              <a:extLst>
                <a:ext uri="{FF2B5EF4-FFF2-40B4-BE49-F238E27FC236}">
                  <a16:creationId xmlns:a16="http://schemas.microsoft.com/office/drawing/2014/main" id="{5DBDB3A2-1894-95DC-B53E-6036241BDAB8}"/>
                </a:ext>
              </a:extLst>
            </p:cNvPr>
            <p:cNvSpPr>
              <a:spLocks noChangeArrowheads="1"/>
            </p:cNvSpPr>
            <p:nvPr/>
          </p:nvSpPr>
          <p:spPr bwMode="auto">
            <a:xfrm>
              <a:off x="4495801" y="1604962"/>
              <a:ext cx="296863" cy="2968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7" name="Freeform 135">
              <a:extLst>
                <a:ext uri="{FF2B5EF4-FFF2-40B4-BE49-F238E27FC236}">
                  <a16:creationId xmlns:a16="http://schemas.microsoft.com/office/drawing/2014/main" id="{D2DE0B68-8234-6FFC-B0B6-F8BC1312DFC2}"/>
                </a:ext>
              </a:extLst>
            </p:cNvPr>
            <p:cNvSpPr>
              <a:spLocks noEditPoints="1"/>
            </p:cNvSpPr>
            <p:nvPr/>
          </p:nvSpPr>
          <p:spPr bwMode="auto">
            <a:xfrm>
              <a:off x="4310063" y="1925637"/>
              <a:ext cx="668338" cy="442913"/>
            </a:xfrm>
            <a:custGeom>
              <a:avLst/>
              <a:gdLst>
                <a:gd name="T0" fmla="*/ 697 w 879"/>
                <a:gd name="T1" fmla="*/ 542 h 580"/>
                <a:gd name="T2" fmla="*/ 181 w 879"/>
                <a:gd name="T3" fmla="*/ 542 h 580"/>
                <a:gd name="T4" fmla="*/ 181 w 879"/>
                <a:gd name="T5" fmla="*/ 223 h 580"/>
                <a:gd name="T6" fmla="*/ 201 w 879"/>
                <a:gd name="T7" fmla="*/ 203 h 580"/>
                <a:gd name="T8" fmla="*/ 677 w 879"/>
                <a:gd name="T9" fmla="*/ 203 h 580"/>
                <a:gd name="T10" fmla="*/ 697 w 879"/>
                <a:gd name="T11" fmla="*/ 223 h 580"/>
                <a:gd name="T12" fmla="*/ 697 w 879"/>
                <a:gd name="T13" fmla="*/ 542 h 580"/>
                <a:gd name="T14" fmla="*/ 562 w 879"/>
                <a:gd name="T15" fmla="*/ 4 h 580"/>
                <a:gd name="T16" fmla="*/ 439 w 879"/>
                <a:gd name="T17" fmla="*/ 101 h 580"/>
                <a:gd name="T18" fmla="*/ 312 w 879"/>
                <a:gd name="T19" fmla="*/ 0 h 580"/>
                <a:gd name="T20" fmla="*/ 96 w 879"/>
                <a:gd name="T21" fmla="*/ 241 h 580"/>
                <a:gd name="T22" fmla="*/ 96 w 879"/>
                <a:gd name="T23" fmla="*/ 322 h 580"/>
                <a:gd name="T24" fmla="*/ 0 w 879"/>
                <a:gd name="T25" fmla="*/ 322 h 580"/>
                <a:gd name="T26" fmla="*/ 0 w 879"/>
                <a:gd name="T27" fmla="*/ 371 h 580"/>
                <a:gd name="T28" fmla="*/ 144 w 879"/>
                <a:gd name="T29" fmla="*/ 371 h 580"/>
                <a:gd name="T30" fmla="*/ 144 w 879"/>
                <a:gd name="T31" fmla="*/ 431 h 580"/>
                <a:gd name="T32" fmla="*/ 120 w 879"/>
                <a:gd name="T33" fmla="*/ 431 h 580"/>
                <a:gd name="T34" fmla="*/ 100 w 879"/>
                <a:gd name="T35" fmla="*/ 442 h 580"/>
                <a:gd name="T36" fmla="*/ 97 w 879"/>
                <a:gd name="T37" fmla="*/ 464 h 580"/>
                <a:gd name="T38" fmla="*/ 133 w 879"/>
                <a:gd name="T39" fmla="*/ 563 h 580"/>
                <a:gd name="T40" fmla="*/ 156 w 879"/>
                <a:gd name="T41" fmla="*/ 580 h 580"/>
                <a:gd name="T42" fmla="*/ 722 w 879"/>
                <a:gd name="T43" fmla="*/ 580 h 580"/>
                <a:gd name="T44" fmla="*/ 745 w 879"/>
                <a:gd name="T45" fmla="*/ 563 h 580"/>
                <a:gd name="T46" fmla="*/ 781 w 879"/>
                <a:gd name="T47" fmla="*/ 464 h 580"/>
                <a:gd name="T48" fmla="*/ 779 w 879"/>
                <a:gd name="T49" fmla="*/ 442 h 580"/>
                <a:gd name="T50" fmla="*/ 758 w 879"/>
                <a:gd name="T51" fmla="*/ 431 h 580"/>
                <a:gd name="T52" fmla="*/ 734 w 879"/>
                <a:gd name="T53" fmla="*/ 431 h 580"/>
                <a:gd name="T54" fmla="*/ 734 w 879"/>
                <a:gd name="T55" fmla="*/ 371 h 580"/>
                <a:gd name="T56" fmla="*/ 879 w 879"/>
                <a:gd name="T57" fmla="*/ 371 h 580"/>
                <a:gd name="T58" fmla="*/ 879 w 879"/>
                <a:gd name="T59" fmla="*/ 322 h 580"/>
                <a:gd name="T60" fmla="*/ 782 w 879"/>
                <a:gd name="T61" fmla="*/ 322 h 580"/>
                <a:gd name="T62" fmla="*/ 782 w 879"/>
                <a:gd name="T63" fmla="*/ 241 h 580"/>
                <a:gd name="T64" fmla="*/ 562 w 879"/>
                <a:gd name="T65" fmla="*/ 4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9" h="580">
                  <a:moveTo>
                    <a:pt x="697" y="542"/>
                  </a:moveTo>
                  <a:lnTo>
                    <a:pt x="181" y="542"/>
                  </a:lnTo>
                  <a:lnTo>
                    <a:pt x="181" y="223"/>
                  </a:lnTo>
                  <a:cubicBezTo>
                    <a:pt x="181" y="212"/>
                    <a:pt x="190" y="203"/>
                    <a:pt x="201" y="203"/>
                  </a:cubicBezTo>
                  <a:lnTo>
                    <a:pt x="677" y="203"/>
                  </a:lnTo>
                  <a:cubicBezTo>
                    <a:pt x="688" y="203"/>
                    <a:pt x="697" y="212"/>
                    <a:pt x="697" y="223"/>
                  </a:cubicBezTo>
                  <a:lnTo>
                    <a:pt x="697" y="542"/>
                  </a:lnTo>
                  <a:close/>
                  <a:moveTo>
                    <a:pt x="562" y="4"/>
                  </a:moveTo>
                  <a:lnTo>
                    <a:pt x="439" y="101"/>
                  </a:lnTo>
                  <a:lnTo>
                    <a:pt x="312" y="0"/>
                  </a:lnTo>
                  <a:cubicBezTo>
                    <a:pt x="185" y="25"/>
                    <a:pt x="96" y="95"/>
                    <a:pt x="96" y="241"/>
                  </a:cubicBezTo>
                  <a:lnTo>
                    <a:pt x="96" y="322"/>
                  </a:lnTo>
                  <a:lnTo>
                    <a:pt x="0" y="322"/>
                  </a:lnTo>
                  <a:lnTo>
                    <a:pt x="0" y="371"/>
                  </a:lnTo>
                  <a:lnTo>
                    <a:pt x="144" y="371"/>
                  </a:lnTo>
                  <a:lnTo>
                    <a:pt x="144" y="431"/>
                  </a:lnTo>
                  <a:lnTo>
                    <a:pt x="120" y="431"/>
                  </a:lnTo>
                  <a:cubicBezTo>
                    <a:pt x="112" y="431"/>
                    <a:pt x="104" y="435"/>
                    <a:pt x="100" y="442"/>
                  </a:cubicBezTo>
                  <a:cubicBezTo>
                    <a:pt x="95" y="448"/>
                    <a:pt x="94" y="457"/>
                    <a:pt x="97" y="464"/>
                  </a:cubicBezTo>
                  <a:lnTo>
                    <a:pt x="133" y="563"/>
                  </a:lnTo>
                  <a:cubicBezTo>
                    <a:pt x="136" y="573"/>
                    <a:pt x="146" y="580"/>
                    <a:pt x="156" y="580"/>
                  </a:cubicBezTo>
                  <a:lnTo>
                    <a:pt x="722" y="580"/>
                  </a:lnTo>
                  <a:cubicBezTo>
                    <a:pt x="733" y="580"/>
                    <a:pt x="742" y="573"/>
                    <a:pt x="745" y="563"/>
                  </a:cubicBezTo>
                  <a:lnTo>
                    <a:pt x="781" y="464"/>
                  </a:lnTo>
                  <a:cubicBezTo>
                    <a:pt x="784" y="456"/>
                    <a:pt x="783" y="448"/>
                    <a:pt x="779" y="442"/>
                  </a:cubicBezTo>
                  <a:cubicBezTo>
                    <a:pt x="774" y="435"/>
                    <a:pt x="766" y="431"/>
                    <a:pt x="758" y="431"/>
                  </a:cubicBezTo>
                  <a:lnTo>
                    <a:pt x="734" y="431"/>
                  </a:lnTo>
                  <a:lnTo>
                    <a:pt x="734" y="371"/>
                  </a:lnTo>
                  <a:lnTo>
                    <a:pt x="879" y="371"/>
                  </a:lnTo>
                  <a:lnTo>
                    <a:pt x="879" y="322"/>
                  </a:lnTo>
                  <a:lnTo>
                    <a:pt x="782" y="322"/>
                  </a:lnTo>
                  <a:lnTo>
                    <a:pt x="782" y="241"/>
                  </a:lnTo>
                  <a:cubicBezTo>
                    <a:pt x="782" y="118"/>
                    <a:pt x="691" y="35"/>
                    <a:pt x="56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98" name="Oval 136">
              <a:extLst>
                <a:ext uri="{FF2B5EF4-FFF2-40B4-BE49-F238E27FC236}">
                  <a16:creationId xmlns:a16="http://schemas.microsoft.com/office/drawing/2014/main" id="{DE9F6845-4E0A-51E4-4DC4-EAB5C2A2AAC5}"/>
                </a:ext>
              </a:extLst>
            </p:cNvPr>
            <p:cNvSpPr>
              <a:spLocks noChangeArrowheads="1"/>
            </p:cNvSpPr>
            <p:nvPr/>
          </p:nvSpPr>
          <p:spPr bwMode="auto">
            <a:xfrm>
              <a:off x="4610101" y="2179637"/>
              <a:ext cx="68263" cy="6985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spTree>
    <p:extLst>
      <p:ext uri="{BB962C8B-B14F-4D97-AF65-F5344CB8AC3E}">
        <p14:creationId xmlns:p14="http://schemas.microsoft.com/office/powerpoint/2010/main" val="916258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DFD76B7-8558-43D4-23DA-B6C60D1447FB}"/>
              </a:ext>
            </a:extLst>
          </p:cNvPr>
          <p:cNvGraphicFramePr>
            <a:graphicFrameLocks noChangeAspect="1"/>
          </p:cNvGraphicFramePr>
          <p:nvPr>
            <p:custDataLst>
              <p:tags r:id="rId1"/>
            </p:custDataLst>
            <p:extLst>
              <p:ext uri="{D42A27DB-BD31-4B8C-83A1-F6EECF244321}">
                <p14:modId xmlns:p14="http://schemas.microsoft.com/office/powerpoint/2010/main" val="2370224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7" name="think-cell data - do not delete" hidden="1">
                        <a:extLst>
                          <a:ext uri="{FF2B5EF4-FFF2-40B4-BE49-F238E27FC236}">
                            <a16:creationId xmlns:a16="http://schemas.microsoft.com/office/drawing/2014/main" id="{7DFD76B7-8558-43D4-23DA-B6C60D1447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idx="4294967295"/>
          </p:nvPr>
        </p:nvSpPr>
        <p:spPr>
          <a:xfrm>
            <a:off x="499730" y="365125"/>
            <a:ext cx="10573083" cy="1090613"/>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2</a:t>
            </a:r>
            <a:r>
              <a:rPr lang="en-US" sz="2400" baseline="30000" dirty="0"/>
              <a:t>nd</a:t>
            </a:r>
            <a:r>
              <a:rPr lang="en-US" sz="2400" dirty="0"/>
              <a:t> section includes a 6-phase approach that we have built and refined over the past 10 years through constant trial and error</a:t>
            </a:r>
            <a:endParaRPr lang="en-US" b="0" kern="0" dirty="0"/>
          </a:p>
        </p:txBody>
      </p:sp>
      <p:sp>
        <p:nvSpPr>
          <p:cNvPr id="6" name="Rectangle: Rounded Corners 5">
            <a:extLst>
              <a:ext uri="{FF2B5EF4-FFF2-40B4-BE49-F238E27FC236}">
                <a16:creationId xmlns:a16="http://schemas.microsoft.com/office/drawing/2014/main" id="{507C19A2-CF38-383C-816F-D55D8B246EC6}"/>
              </a:ext>
            </a:extLst>
          </p:cNvPr>
          <p:cNvSpPr/>
          <p:nvPr/>
        </p:nvSpPr>
        <p:spPr>
          <a:xfrm>
            <a:off x="591671" y="1621556"/>
            <a:ext cx="10995492" cy="1008000"/>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AI Strategy</a:t>
            </a:r>
            <a:endParaRPr lang="en-US" sz="1300" b="1" dirty="0">
              <a:solidFill>
                <a:schemeClr val="bg1">
                  <a:lumMod val="95000"/>
                </a:schemeClr>
              </a:solidFill>
            </a:endParaRPr>
          </a:p>
        </p:txBody>
      </p:sp>
      <p:sp>
        <p:nvSpPr>
          <p:cNvPr id="7" name="Rectangle: Rounded Corners 6">
            <a:extLst>
              <a:ext uri="{FF2B5EF4-FFF2-40B4-BE49-F238E27FC236}">
                <a16:creationId xmlns:a16="http://schemas.microsoft.com/office/drawing/2014/main" id="{571AF562-88A7-7878-5E10-56B0652A9EE4}"/>
              </a:ext>
            </a:extLst>
          </p:cNvPr>
          <p:cNvSpPr/>
          <p:nvPr/>
        </p:nvSpPr>
        <p:spPr>
          <a:xfrm>
            <a:off x="628350"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Summary of the Corporate &amp; Business Strategy</a:t>
            </a:r>
          </a:p>
        </p:txBody>
      </p:sp>
      <p:sp>
        <p:nvSpPr>
          <p:cNvPr id="11" name="Rectangle: Rounded Corners 10">
            <a:extLst>
              <a:ext uri="{FF2B5EF4-FFF2-40B4-BE49-F238E27FC236}">
                <a16:creationId xmlns:a16="http://schemas.microsoft.com/office/drawing/2014/main" id="{8B421A85-09D6-91AF-4857-2A54F65E47AE}"/>
              </a:ext>
            </a:extLst>
          </p:cNvPr>
          <p:cNvSpPr/>
          <p:nvPr/>
        </p:nvSpPr>
        <p:spPr>
          <a:xfrm>
            <a:off x="3780074"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Current &amp; Target AI Maturity Levels</a:t>
            </a:r>
          </a:p>
        </p:txBody>
      </p:sp>
      <p:sp>
        <p:nvSpPr>
          <p:cNvPr id="14" name="Rectangle: Rounded Corners 13">
            <a:extLst>
              <a:ext uri="{FF2B5EF4-FFF2-40B4-BE49-F238E27FC236}">
                <a16:creationId xmlns:a16="http://schemas.microsoft.com/office/drawing/2014/main" id="{E561D940-F8DC-55CD-6BE3-5D2E85C2CB7E}"/>
              </a:ext>
            </a:extLst>
          </p:cNvPr>
          <p:cNvSpPr/>
          <p:nvPr/>
        </p:nvSpPr>
        <p:spPr>
          <a:xfrm>
            <a:off x="5355936"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AI Vision, Mission &amp; Values</a:t>
            </a:r>
          </a:p>
        </p:txBody>
      </p:sp>
      <p:sp>
        <p:nvSpPr>
          <p:cNvPr id="15" name="Rectangle: Rounded Corners 14">
            <a:extLst>
              <a:ext uri="{FF2B5EF4-FFF2-40B4-BE49-F238E27FC236}">
                <a16:creationId xmlns:a16="http://schemas.microsoft.com/office/drawing/2014/main" id="{1A107F06-809A-1665-E794-78E86A518FCF}"/>
              </a:ext>
            </a:extLst>
          </p:cNvPr>
          <p:cNvSpPr/>
          <p:nvPr/>
        </p:nvSpPr>
        <p:spPr>
          <a:xfrm>
            <a:off x="6931798"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Strategic Objectives and KPIs to reach our Vision</a:t>
            </a:r>
            <a:endParaRPr lang="en-US" sz="1000" b="1" dirty="0">
              <a:solidFill>
                <a:srgbClr val="FF0000"/>
              </a:solidFill>
            </a:endParaRPr>
          </a:p>
        </p:txBody>
      </p:sp>
      <p:sp>
        <p:nvSpPr>
          <p:cNvPr id="16" name="Rectangle: Rounded Corners 15">
            <a:extLst>
              <a:ext uri="{FF2B5EF4-FFF2-40B4-BE49-F238E27FC236}">
                <a16:creationId xmlns:a16="http://schemas.microsoft.com/office/drawing/2014/main" id="{741AFD18-725C-558C-B152-BDFB403E5D4F}"/>
              </a:ext>
            </a:extLst>
          </p:cNvPr>
          <p:cNvSpPr/>
          <p:nvPr/>
        </p:nvSpPr>
        <p:spPr>
          <a:xfrm>
            <a:off x="8507660"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AI Team &amp; Budget</a:t>
            </a:r>
            <a:endParaRPr lang="en-US" sz="1000" b="1" dirty="0">
              <a:solidFill>
                <a:srgbClr val="FF0000"/>
              </a:solidFill>
            </a:endParaRPr>
          </a:p>
        </p:txBody>
      </p:sp>
      <p:sp>
        <p:nvSpPr>
          <p:cNvPr id="18" name="Rectangle: Rounded Corners 17">
            <a:extLst>
              <a:ext uri="{FF2B5EF4-FFF2-40B4-BE49-F238E27FC236}">
                <a16:creationId xmlns:a16="http://schemas.microsoft.com/office/drawing/2014/main" id="{24E0675B-4F0D-DBF6-61E3-7DE26AA1203C}"/>
              </a:ext>
            </a:extLst>
          </p:cNvPr>
          <p:cNvSpPr/>
          <p:nvPr/>
        </p:nvSpPr>
        <p:spPr>
          <a:xfrm>
            <a:off x="10083523"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AI Guiding Principles </a:t>
            </a:r>
          </a:p>
        </p:txBody>
      </p:sp>
      <p:sp>
        <p:nvSpPr>
          <p:cNvPr id="19" name="Rectangle: Rounded Corners 18">
            <a:extLst>
              <a:ext uri="{FF2B5EF4-FFF2-40B4-BE49-F238E27FC236}">
                <a16:creationId xmlns:a16="http://schemas.microsoft.com/office/drawing/2014/main" id="{4836784E-AFF1-DBA0-7AF5-7CD7A9E85046}"/>
              </a:ext>
            </a:extLst>
          </p:cNvPr>
          <p:cNvSpPr/>
          <p:nvPr/>
        </p:nvSpPr>
        <p:spPr>
          <a:xfrm>
            <a:off x="2204212" y="1976204"/>
            <a:ext cx="1476000" cy="540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AI Essentials</a:t>
            </a:r>
            <a:endParaRPr lang="en-US" sz="1000" b="1" dirty="0">
              <a:solidFill>
                <a:srgbClr val="FF0000"/>
              </a:solidFill>
            </a:endParaRPr>
          </a:p>
        </p:txBody>
      </p:sp>
      <p:sp>
        <p:nvSpPr>
          <p:cNvPr id="20" name="Rectangle: Rounded Corners 19">
            <a:extLst>
              <a:ext uri="{FF2B5EF4-FFF2-40B4-BE49-F238E27FC236}">
                <a16:creationId xmlns:a16="http://schemas.microsoft.com/office/drawing/2014/main" id="{AD0ACEAE-569A-EE98-E0BB-7E0427D2D306}"/>
              </a:ext>
            </a:extLst>
          </p:cNvPr>
          <p:cNvSpPr/>
          <p:nvPr/>
        </p:nvSpPr>
        <p:spPr>
          <a:xfrm>
            <a:off x="591671" y="2674651"/>
            <a:ext cx="10995492" cy="1108569"/>
          </a:xfrm>
          <a:prstGeom prst="roundRect">
            <a:avLst>
              <a:gd name="adj" fmla="val 4184"/>
            </a:avLst>
          </a:prstGeom>
          <a:solidFill>
            <a:srgbClr val="E1EA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Key Technologies to enable our AI Strategy</a:t>
            </a:r>
            <a:endParaRPr lang="en-US" sz="1300" b="1" dirty="0">
              <a:solidFill>
                <a:schemeClr val="tx1"/>
              </a:solidFill>
            </a:endParaRPr>
          </a:p>
        </p:txBody>
      </p:sp>
      <p:sp>
        <p:nvSpPr>
          <p:cNvPr id="21" name="Rectangle: Rounded Corners 20">
            <a:extLst>
              <a:ext uri="{FF2B5EF4-FFF2-40B4-BE49-F238E27FC236}">
                <a16:creationId xmlns:a16="http://schemas.microsoft.com/office/drawing/2014/main" id="{AEC6CE03-37A4-3826-3508-244F4447B7AB}"/>
              </a:ext>
            </a:extLst>
          </p:cNvPr>
          <p:cNvSpPr/>
          <p:nvPr/>
        </p:nvSpPr>
        <p:spPr>
          <a:xfrm>
            <a:off x="712370"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AI data center</a:t>
            </a:r>
            <a:endParaRPr lang="en-US" sz="1100" b="1" dirty="0">
              <a:solidFill>
                <a:srgbClr val="FF0000"/>
              </a:solidFill>
            </a:endParaRPr>
          </a:p>
        </p:txBody>
      </p:sp>
      <p:sp>
        <p:nvSpPr>
          <p:cNvPr id="23" name="Rectangle: Rounded Corners 22">
            <a:extLst>
              <a:ext uri="{FF2B5EF4-FFF2-40B4-BE49-F238E27FC236}">
                <a16:creationId xmlns:a16="http://schemas.microsoft.com/office/drawing/2014/main" id="{0E508C51-50FB-044F-4FB7-9DD9BE160E35}"/>
              </a:ext>
            </a:extLst>
          </p:cNvPr>
          <p:cNvSpPr/>
          <p:nvPr/>
        </p:nvSpPr>
        <p:spPr>
          <a:xfrm>
            <a:off x="6137102"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Generative AI, Chatbots, NLP &amp; Prompt Engineering</a:t>
            </a:r>
          </a:p>
        </p:txBody>
      </p:sp>
      <p:sp>
        <p:nvSpPr>
          <p:cNvPr id="24" name="Rectangle: Rounded Corners 23">
            <a:extLst>
              <a:ext uri="{FF2B5EF4-FFF2-40B4-BE49-F238E27FC236}">
                <a16:creationId xmlns:a16="http://schemas.microsoft.com/office/drawing/2014/main" id="{295F998B-C9CE-F31C-1732-36B382D35097}"/>
              </a:ext>
            </a:extLst>
          </p:cNvPr>
          <p:cNvSpPr/>
          <p:nvPr/>
        </p:nvSpPr>
        <p:spPr>
          <a:xfrm>
            <a:off x="4328858"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Deep Learning</a:t>
            </a:r>
            <a:endParaRPr lang="en-US" sz="1100" b="1" dirty="0">
              <a:solidFill>
                <a:srgbClr val="FF0000"/>
              </a:solidFill>
            </a:endParaRPr>
          </a:p>
        </p:txBody>
      </p:sp>
      <p:sp>
        <p:nvSpPr>
          <p:cNvPr id="25" name="Rectangle: Rounded Corners 24">
            <a:extLst>
              <a:ext uri="{FF2B5EF4-FFF2-40B4-BE49-F238E27FC236}">
                <a16:creationId xmlns:a16="http://schemas.microsoft.com/office/drawing/2014/main" id="{4A851659-1FD7-3328-1682-4EF558815D05}"/>
              </a:ext>
            </a:extLst>
          </p:cNvPr>
          <p:cNvSpPr/>
          <p:nvPr/>
        </p:nvSpPr>
        <p:spPr>
          <a:xfrm>
            <a:off x="7945346"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Artificial General Intelligence (AGI)</a:t>
            </a:r>
          </a:p>
        </p:txBody>
      </p:sp>
      <p:sp>
        <p:nvSpPr>
          <p:cNvPr id="26" name="Rectangle: Rounded Corners 25">
            <a:extLst>
              <a:ext uri="{FF2B5EF4-FFF2-40B4-BE49-F238E27FC236}">
                <a16:creationId xmlns:a16="http://schemas.microsoft.com/office/drawing/2014/main" id="{DDD9EF4E-FFB8-8033-EA07-8236CFDC1A15}"/>
              </a:ext>
            </a:extLst>
          </p:cNvPr>
          <p:cNvSpPr/>
          <p:nvPr/>
        </p:nvSpPr>
        <p:spPr>
          <a:xfrm>
            <a:off x="2520614"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Machine Learning</a:t>
            </a:r>
          </a:p>
        </p:txBody>
      </p:sp>
      <p:sp>
        <p:nvSpPr>
          <p:cNvPr id="27" name="Rectangle: Rounded Corners 26">
            <a:extLst>
              <a:ext uri="{FF2B5EF4-FFF2-40B4-BE49-F238E27FC236}">
                <a16:creationId xmlns:a16="http://schemas.microsoft.com/office/drawing/2014/main" id="{98F346CE-AB29-D8E9-AFEB-03BA73474312}"/>
              </a:ext>
            </a:extLst>
          </p:cNvPr>
          <p:cNvSpPr/>
          <p:nvPr/>
        </p:nvSpPr>
        <p:spPr>
          <a:xfrm>
            <a:off x="591671" y="3828315"/>
            <a:ext cx="10995492" cy="1610192"/>
          </a:xfrm>
          <a:prstGeom prst="roundRect">
            <a:avLst>
              <a:gd name="adj" fmla="val 1493"/>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III. Potential Use Cases &amp; Initiatives to reach our Strategic Objectives</a:t>
            </a:r>
            <a:endParaRPr lang="en-US" sz="1300" b="1" dirty="0">
              <a:solidFill>
                <a:schemeClr val="tx1"/>
              </a:solidFill>
            </a:endParaRPr>
          </a:p>
        </p:txBody>
      </p:sp>
      <p:sp>
        <p:nvSpPr>
          <p:cNvPr id="28" name="Rectangle: Rounded Corners 27">
            <a:extLst>
              <a:ext uri="{FF2B5EF4-FFF2-40B4-BE49-F238E27FC236}">
                <a16:creationId xmlns:a16="http://schemas.microsoft.com/office/drawing/2014/main" id="{9FD3335B-63B6-09D5-4414-C1CB3B7C02B6}"/>
              </a:ext>
            </a:extLst>
          </p:cNvPr>
          <p:cNvSpPr/>
          <p:nvPr/>
        </p:nvSpPr>
        <p:spPr>
          <a:xfrm>
            <a:off x="591671" y="5483602"/>
            <a:ext cx="10995492" cy="27567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Use Cases &amp; Initiatives </a:t>
            </a:r>
          </a:p>
        </p:txBody>
      </p:sp>
      <p:sp>
        <p:nvSpPr>
          <p:cNvPr id="29" name="Rectangle: Rounded Corners 28">
            <a:extLst>
              <a:ext uri="{FF2B5EF4-FFF2-40B4-BE49-F238E27FC236}">
                <a16:creationId xmlns:a16="http://schemas.microsoft.com/office/drawing/2014/main" id="{09881B85-5EF6-1C13-B67F-94B930616D80}"/>
              </a:ext>
            </a:extLst>
          </p:cNvPr>
          <p:cNvSpPr/>
          <p:nvPr/>
        </p:nvSpPr>
        <p:spPr>
          <a:xfrm>
            <a:off x="591671" y="5804367"/>
            <a:ext cx="10995492" cy="27567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p>
        </p:txBody>
      </p:sp>
      <p:sp>
        <p:nvSpPr>
          <p:cNvPr id="30" name="Rectangle: Rounded Corners 29">
            <a:extLst>
              <a:ext uri="{FF2B5EF4-FFF2-40B4-BE49-F238E27FC236}">
                <a16:creationId xmlns:a16="http://schemas.microsoft.com/office/drawing/2014/main" id="{86CB1376-AEF9-8AC3-4346-CA936743D927}"/>
              </a:ext>
            </a:extLst>
          </p:cNvPr>
          <p:cNvSpPr/>
          <p:nvPr/>
        </p:nvSpPr>
        <p:spPr>
          <a:xfrm>
            <a:off x="591671" y="6125132"/>
            <a:ext cx="10995492" cy="27567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36" name="Rectangle: Rounded Corners 35">
            <a:extLst>
              <a:ext uri="{FF2B5EF4-FFF2-40B4-BE49-F238E27FC236}">
                <a16:creationId xmlns:a16="http://schemas.microsoft.com/office/drawing/2014/main" id="{3130B11E-3909-E47F-5F10-D03F3986AA6F}"/>
              </a:ext>
            </a:extLst>
          </p:cNvPr>
          <p:cNvSpPr/>
          <p:nvPr/>
        </p:nvSpPr>
        <p:spPr>
          <a:xfrm>
            <a:off x="712370" y="4175298"/>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Corporate and Business Strategy function</a:t>
            </a:r>
          </a:p>
        </p:txBody>
      </p:sp>
      <p:sp>
        <p:nvSpPr>
          <p:cNvPr id="37" name="Rectangle: Rounded Corners 36">
            <a:extLst>
              <a:ext uri="{FF2B5EF4-FFF2-40B4-BE49-F238E27FC236}">
                <a16:creationId xmlns:a16="http://schemas.microsoft.com/office/drawing/2014/main" id="{A7B803CC-43F9-0D08-75C8-20B17A54BF32}"/>
              </a:ext>
            </a:extLst>
          </p:cNvPr>
          <p:cNvSpPr/>
          <p:nvPr/>
        </p:nvSpPr>
        <p:spPr>
          <a:xfrm>
            <a:off x="7463459" y="4175298"/>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Supply Chain function</a:t>
            </a:r>
          </a:p>
        </p:txBody>
      </p:sp>
      <p:sp>
        <p:nvSpPr>
          <p:cNvPr id="38" name="Rectangle: Rounded Corners 37">
            <a:extLst>
              <a:ext uri="{FF2B5EF4-FFF2-40B4-BE49-F238E27FC236}">
                <a16:creationId xmlns:a16="http://schemas.microsoft.com/office/drawing/2014/main" id="{62D97F00-F7DA-F3D0-9D1B-565218610AF0}"/>
              </a:ext>
            </a:extLst>
          </p:cNvPr>
          <p:cNvSpPr/>
          <p:nvPr/>
        </p:nvSpPr>
        <p:spPr>
          <a:xfrm>
            <a:off x="5213096" y="4175298"/>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Marketing function</a:t>
            </a:r>
          </a:p>
        </p:txBody>
      </p:sp>
      <p:sp>
        <p:nvSpPr>
          <p:cNvPr id="39" name="Rectangle: Rounded Corners 38">
            <a:extLst>
              <a:ext uri="{FF2B5EF4-FFF2-40B4-BE49-F238E27FC236}">
                <a16:creationId xmlns:a16="http://schemas.microsoft.com/office/drawing/2014/main" id="{302495FA-A766-3EC0-9657-BBDDF5AEF6AC}"/>
              </a:ext>
            </a:extLst>
          </p:cNvPr>
          <p:cNvSpPr/>
          <p:nvPr/>
        </p:nvSpPr>
        <p:spPr>
          <a:xfrm>
            <a:off x="9713821" y="4175298"/>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Customer Service function</a:t>
            </a:r>
          </a:p>
        </p:txBody>
      </p:sp>
      <p:sp>
        <p:nvSpPr>
          <p:cNvPr id="43" name="Rectangle: Rounded Corners 42">
            <a:extLst>
              <a:ext uri="{FF2B5EF4-FFF2-40B4-BE49-F238E27FC236}">
                <a16:creationId xmlns:a16="http://schemas.microsoft.com/office/drawing/2014/main" id="{8EBE48F5-AD3F-8AAD-EBE4-79A1CE9B0C66}"/>
              </a:ext>
            </a:extLst>
          </p:cNvPr>
          <p:cNvSpPr/>
          <p:nvPr/>
        </p:nvSpPr>
        <p:spPr>
          <a:xfrm>
            <a:off x="2962733" y="4175298"/>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Sales function</a:t>
            </a:r>
          </a:p>
        </p:txBody>
      </p:sp>
      <p:sp>
        <p:nvSpPr>
          <p:cNvPr id="44" name="Rectangle: Rounded Corners 43">
            <a:extLst>
              <a:ext uri="{FF2B5EF4-FFF2-40B4-BE49-F238E27FC236}">
                <a16:creationId xmlns:a16="http://schemas.microsoft.com/office/drawing/2014/main" id="{5811BD04-718F-BD9F-D005-2FA712A356F2}"/>
              </a:ext>
            </a:extLst>
          </p:cNvPr>
          <p:cNvSpPr/>
          <p:nvPr/>
        </p:nvSpPr>
        <p:spPr>
          <a:xfrm>
            <a:off x="712370" y="4832291"/>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HR function</a:t>
            </a:r>
          </a:p>
        </p:txBody>
      </p:sp>
      <p:sp>
        <p:nvSpPr>
          <p:cNvPr id="45" name="Rectangle: Rounded Corners 44">
            <a:extLst>
              <a:ext uri="{FF2B5EF4-FFF2-40B4-BE49-F238E27FC236}">
                <a16:creationId xmlns:a16="http://schemas.microsoft.com/office/drawing/2014/main" id="{5F0E513A-CA46-4264-86FD-1A71433E8F59}"/>
              </a:ext>
            </a:extLst>
          </p:cNvPr>
          <p:cNvSpPr/>
          <p:nvPr/>
        </p:nvSpPr>
        <p:spPr>
          <a:xfrm>
            <a:off x="7463459" y="4832291"/>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 function</a:t>
            </a:r>
          </a:p>
        </p:txBody>
      </p:sp>
      <p:sp>
        <p:nvSpPr>
          <p:cNvPr id="51" name="Rectangle: Rounded Corners 50">
            <a:extLst>
              <a:ext uri="{FF2B5EF4-FFF2-40B4-BE49-F238E27FC236}">
                <a16:creationId xmlns:a16="http://schemas.microsoft.com/office/drawing/2014/main" id="{0070E6D5-30BD-5480-712B-AA5ED9A1D794}"/>
              </a:ext>
            </a:extLst>
          </p:cNvPr>
          <p:cNvSpPr/>
          <p:nvPr/>
        </p:nvSpPr>
        <p:spPr>
          <a:xfrm>
            <a:off x="5213096" y="4832291"/>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Finance function</a:t>
            </a:r>
          </a:p>
        </p:txBody>
      </p:sp>
      <p:sp>
        <p:nvSpPr>
          <p:cNvPr id="52" name="Rectangle: Rounded Corners 51">
            <a:extLst>
              <a:ext uri="{FF2B5EF4-FFF2-40B4-BE49-F238E27FC236}">
                <a16:creationId xmlns:a16="http://schemas.microsoft.com/office/drawing/2014/main" id="{D1CE5AC4-A99D-5747-C6E9-7049C763E450}"/>
              </a:ext>
            </a:extLst>
          </p:cNvPr>
          <p:cNvSpPr/>
          <p:nvPr/>
        </p:nvSpPr>
        <p:spPr>
          <a:xfrm>
            <a:off x="9713821" y="4832291"/>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Legal and Compliance function</a:t>
            </a:r>
          </a:p>
        </p:txBody>
      </p:sp>
      <p:sp>
        <p:nvSpPr>
          <p:cNvPr id="53" name="Rectangle: Rounded Corners 52">
            <a:extLst>
              <a:ext uri="{FF2B5EF4-FFF2-40B4-BE49-F238E27FC236}">
                <a16:creationId xmlns:a16="http://schemas.microsoft.com/office/drawing/2014/main" id="{49D960A9-6276-AB58-2C32-0F3DAF8BDFA7}"/>
              </a:ext>
            </a:extLst>
          </p:cNvPr>
          <p:cNvSpPr/>
          <p:nvPr/>
        </p:nvSpPr>
        <p:spPr>
          <a:xfrm>
            <a:off x="2962733" y="4832291"/>
            <a:ext cx="1787824" cy="515096"/>
          </a:xfrm>
          <a:prstGeom prst="round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Data Analytics function</a:t>
            </a:r>
          </a:p>
        </p:txBody>
      </p:sp>
      <p:sp>
        <p:nvSpPr>
          <p:cNvPr id="2" name="Rectangle: Rounded Corners 1">
            <a:extLst>
              <a:ext uri="{FF2B5EF4-FFF2-40B4-BE49-F238E27FC236}">
                <a16:creationId xmlns:a16="http://schemas.microsoft.com/office/drawing/2014/main" id="{05DC0D04-8AE8-11FE-180A-EB0B3862396C}"/>
              </a:ext>
            </a:extLst>
          </p:cNvPr>
          <p:cNvSpPr/>
          <p:nvPr/>
        </p:nvSpPr>
        <p:spPr>
          <a:xfrm>
            <a:off x="9753591" y="3066729"/>
            <a:ext cx="1728000" cy="612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Cloud Computing</a:t>
            </a:r>
          </a:p>
        </p:txBody>
      </p:sp>
    </p:spTree>
    <p:extLst>
      <p:ext uri="{BB962C8B-B14F-4D97-AF65-F5344CB8AC3E}">
        <p14:creationId xmlns:p14="http://schemas.microsoft.com/office/powerpoint/2010/main" val="1783689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396320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3" name="Picture 12">
            <a:extLst>
              <a:ext uri="{FF2B5EF4-FFF2-40B4-BE49-F238E27FC236}">
                <a16:creationId xmlns:a16="http://schemas.microsoft.com/office/drawing/2014/main" id="{7E70A4F8-6206-B843-F140-AC0937122B43}"/>
              </a:ext>
            </a:extLst>
          </p:cNvPr>
          <p:cNvPicPr>
            <a:picLocks noChangeAspect="1"/>
          </p:cNvPicPr>
          <p:nvPr/>
        </p:nvPicPr>
        <p:blipFill>
          <a:blip r:embed="rId5"/>
          <a:stretch>
            <a:fillRect/>
          </a:stretch>
        </p:blipFill>
        <p:spPr>
          <a:xfrm>
            <a:off x="1832327" y="1741062"/>
            <a:ext cx="3968000"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11059399" cy="1081710"/>
          </a:xfrm>
        </p:spPr>
        <p:txBody>
          <a:bodyPr vert="horz">
            <a:normAutofit/>
          </a:bodyPr>
          <a:lstStyle/>
          <a:p>
            <a:r>
              <a:rPr lang="en-US" dirty="0"/>
              <a:t>Small preview of the Data Analytics section (1/3)</a:t>
            </a:r>
            <a:endParaRPr lang="en-US" b="0" dirty="0"/>
          </a:p>
        </p:txBody>
      </p:sp>
      <p:pic>
        <p:nvPicPr>
          <p:cNvPr id="39" name="Picture 38">
            <a:extLst>
              <a:ext uri="{FF2B5EF4-FFF2-40B4-BE49-F238E27FC236}">
                <a16:creationId xmlns:a16="http://schemas.microsoft.com/office/drawing/2014/main" id="{A7AB6C97-C21B-3514-C94C-EB21C017EA08}"/>
              </a:ext>
            </a:extLst>
          </p:cNvPr>
          <p:cNvPicPr>
            <a:picLocks noChangeAspect="1"/>
          </p:cNvPicPr>
          <p:nvPr/>
        </p:nvPicPr>
        <p:blipFill>
          <a:blip r:embed="rId6"/>
          <a:stretch>
            <a:fillRect/>
          </a:stretch>
        </p:blipFill>
        <p:spPr>
          <a:xfrm>
            <a:off x="1832326" y="4152415"/>
            <a:ext cx="3968001" cy="2232000"/>
          </a:xfrm>
          <a:prstGeom prst="rect">
            <a:avLst/>
          </a:prstGeom>
          <a:effectLst>
            <a:outerShdw blurRad="50800" dist="38100" dir="5400000" algn="t" rotWithShape="0">
              <a:prstClr val="black">
                <a:alpha val="40000"/>
              </a:prstClr>
            </a:outerShdw>
          </a:effectLst>
        </p:spPr>
      </p:pic>
      <p:pic>
        <p:nvPicPr>
          <p:cNvPr id="40" name="Picture 39">
            <a:extLst>
              <a:ext uri="{FF2B5EF4-FFF2-40B4-BE49-F238E27FC236}">
                <a16:creationId xmlns:a16="http://schemas.microsoft.com/office/drawing/2014/main" id="{2F70BB36-F52E-6D4C-D47E-B4143DA63884}"/>
              </a:ext>
            </a:extLst>
          </p:cNvPr>
          <p:cNvPicPr>
            <a:picLocks noChangeAspect="1"/>
          </p:cNvPicPr>
          <p:nvPr/>
        </p:nvPicPr>
        <p:blipFill>
          <a:blip r:embed="rId7"/>
          <a:stretch>
            <a:fillRect/>
          </a:stretch>
        </p:blipFill>
        <p:spPr>
          <a:xfrm>
            <a:off x="6564001" y="4152415"/>
            <a:ext cx="3968000" cy="2232000"/>
          </a:xfrm>
          <a:prstGeom prst="rect">
            <a:avLst/>
          </a:prstGeom>
          <a:effectLst>
            <a:outerShdw blurRad="50800" dist="38100" dir="5400000" algn="t" rotWithShape="0">
              <a:prstClr val="black">
                <a:alpha val="40000"/>
              </a:prstClr>
            </a:outerShdw>
          </a:effectLst>
        </p:spPr>
      </p:pic>
      <p:pic>
        <p:nvPicPr>
          <p:cNvPr id="41" name="Picture 40">
            <a:extLst>
              <a:ext uri="{FF2B5EF4-FFF2-40B4-BE49-F238E27FC236}">
                <a16:creationId xmlns:a16="http://schemas.microsoft.com/office/drawing/2014/main" id="{91DC7B5F-16BC-40D1-432B-2A74868C680A}"/>
              </a:ext>
            </a:extLst>
          </p:cNvPr>
          <p:cNvPicPr>
            <a:picLocks noChangeAspect="1"/>
          </p:cNvPicPr>
          <p:nvPr/>
        </p:nvPicPr>
        <p:blipFill>
          <a:blip r:embed="rId8"/>
          <a:stretch>
            <a:fillRect/>
          </a:stretch>
        </p:blipFill>
        <p:spPr>
          <a:xfrm>
            <a:off x="6558971" y="1741062"/>
            <a:ext cx="3968000" cy="22320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ACBC4230-4CA0-BDA5-68B6-8DFE23DA079E}"/>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5F4B0E32-F376-8E77-3BBB-9FA3CBE33281}"/>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979168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1" name="Picture 10">
            <a:extLst>
              <a:ext uri="{FF2B5EF4-FFF2-40B4-BE49-F238E27FC236}">
                <a16:creationId xmlns:a16="http://schemas.microsoft.com/office/drawing/2014/main" id="{91D00298-1603-96AB-A54F-23D926C32EAB}"/>
              </a:ext>
            </a:extLst>
          </p:cNvPr>
          <p:cNvPicPr>
            <a:picLocks noChangeAspect="1"/>
          </p:cNvPicPr>
          <p:nvPr/>
        </p:nvPicPr>
        <p:blipFill rotWithShape="1">
          <a:blip r:embed="rId5"/>
          <a:srcRect r="10723"/>
          <a:stretch/>
        </p:blipFill>
        <p:spPr>
          <a:xfrm>
            <a:off x="7978868" y="1893553"/>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11059399" cy="1081710"/>
          </a:xfrm>
        </p:spPr>
        <p:txBody>
          <a:bodyPr vert="horz">
            <a:normAutofit/>
          </a:bodyPr>
          <a:lstStyle/>
          <a:p>
            <a:r>
              <a:rPr lang="en-US" dirty="0"/>
              <a:t>Small preview of the Data Analytics section (2/3)</a:t>
            </a:r>
            <a:endParaRPr lang="en-US" b="0" dirty="0"/>
          </a:p>
        </p:txBody>
      </p:sp>
      <p:pic>
        <p:nvPicPr>
          <p:cNvPr id="4" name="Picture 3">
            <a:extLst>
              <a:ext uri="{FF2B5EF4-FFF2-40B4-BE49-F238E27FC236}">
                <a16:creationId xmlns:a16="http://schemas.microsoft.com/office/drawing/2014/main" id="{BEEDE428-E060-BE10-C7E1-39A8455DEBB0}"/>
              </a:ext>
            </a:extLst>
          </p:cNvPr>
          <p:cNvPicPr>
            <a:picLocks noChangeAspect="1"/>
          </p:cNvPicPr>
          <p:nvPr/>
        </p:nvPicPr>
        <p:blipFill>
          <a:blip r:embed="rId6"/>
          <a:stretch>
            <a:fillRect/>
          </a:stretch>
        </p:blipFill>
        <p:spPr>
          <a:xfrm>
            <a:off x="702060" y="1879538"/>
            <a:ext cx="3520000" cy="19800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3925F577-C61D-2321-6E56-66FA92735538}"/>
              </a:ext>
            </a:extLst>
          </p:cNvPr>
          <p:cNvPicPr>
            <a:picLocks noChangeAspect="1"/>
          </p:cNvPicPr>
          <p:nvPr/>
        </p:nvPicPr>
        <p:blipFill>
          <a:blip r:embed="rId7"/>
          <a:stretch>
            <a:fillRect/>
          </a:stretch>
        </p:blipFill>
        <p:spPr>
          <a:xfrm>
            <a:off x="4336911" y="1879823"/>
            <a:ext cx="3520000" cy="1980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05ED97FA-A5CF-DA1C-E895-91205C33EC60}"/>
              </a:ext>
            </a:extLst>
          </p:cNvPr>
          <p:cNvPicPr>
            <a:picLocks noChangeAspect="1"/>
          </p:cNvPicPr>
          <p:nvPr/>
        </p:nvPicPr>
        <p:blipFill>
          <a:blip r:embed="rId8"/>
          <a:stretch>
            <a:fillRect/>
          </a:stretch>
        </p:blipFill>
        <p:spPr>
          <a:xfrm>
            <a:off x="702060" y="4175374"/>
            <a:ext cx="3520000" cy="19800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598F8F7F-286C-47EC-7A19-58F470C6D0C7}"/>
              </a:ext>
            </a:extLst>
          </p:cNvPr>
          <p:cNvPicPr>
            <a:picLocks noChangeAspect="1"/>
          </p:cNvPicPr>
          <p:nvPr/>
        </p:nvPicPr>
        <p:blipFill>
          <a:blip r:embed="rId9"/>
          <a:stretch>
            <a:fillRect/>
          </a:stretch>
        </p:blipFill>
        <p:spPr>
          <a:xfrm>
            <a:off x="7981527" y="4186376"/>
            <a:ext cx="3520001" cy="19800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DC7F9BC1-5182-FD65-9FF7-EF126FE0D7C9}"/>
              </a:ext>
            </a:extLst>
          </p:cNvPr>
          <p:cNvPicPr>
            <a:picLocks noChangeAspect="1"/>
          </p:cNvPicPr>
          <p:nvPr/>
        </p:nvPicPr>
        <p:blipFill>
          <a:blip r:embed="rId10"/>
          <a:stretch>
            <a:fillRect/>
          </a:stretch>
        </p:blipFill>
        <p:spPr>
          <a:xfrm>
            <a:off x="4341793" y="4175374"/>
            <a:ext cx="3520000" cy="19800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7F9D8E98-2095-AAD9-00A2-2DA6FDB7034A}"/>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A197DA14-6888-1DD3-8A65-54D2A26FD738}"/>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286925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291361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9" name="Picture 18">
            <a:hlinkClick r:id="rId5"/>
            <a:extLst>
              <a:ext uri="{FF2B5EF4-FFF2-40B4-BE49-F238E27FC236}">
                <a16:creationId xmlns:a16="http://schemas.microsoft.com/office/drawing/2014/main" id="{FB2D9F80-7CC9-347B-BDFE-39FA7203B18D}"/>
              </a:ext>
            </a:extLst>
          </p:cNvPr>
          <p:cNvPicPr>
            <a:picLocks noChangeAspect="1"/>
          </p:cNvPicPr>
          <p:nvPr/>
        </p:nvPicPr>
        <p:blipFill>
          <a:blip r:embed="rId6"/>
          <a:stretch>
            <a:fillRect/>
          </a:stretch>
        </p:blipFill>
        <p:spPr>
          <a:xfrm>
            <a:off x="7971761" y="4204138"/>
            <a:ext cx="3519999" cy="1964874"/>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11059399" cy="1081710"/>
          </a:xfrm>
        </p:spPr>
        <p:txBody>
          <a:bodyPr vert="horz">
            <a:normAutofit/>
          </a:bodyPr>
          <a:lstStyle/>
          <a:p>
            <a:r>
              <a:rPr lang="en-US" dirty="0"/>
              <a:t>Small preview of the Data Analytics section (3/3)</a:t>
            </a:r>
            <a:endParaRPr lang="en-US" b="0" dirty="0"/>
          </a:p>
        </p:txBody>
      </p:sp>
      <p:pic>
        <p:nvPicPr>
          <p:cNvPr id="13" name="Picture 12">
            <a:extLst>
              <a:ext uri="{FF2B5EF4-FFF2-40B4-BE49-F238E27FC236}">
                <a16:creationId xmlns:a16="http://schemas.microsoft.com/office/drawing/2014/main" id="{85D86C29-362C-70D1-9C32-65D5F4D0244E}"/>
              </a:ext>
            </a:extLst>
          </p:cNvPr>
          <p:cNvPicPr>
            <a:picLocks noChangeAspect="1"/>
          </p:cNvPicPr>
          <p:nvPr/>
        </p:nvPicPr>
        <p:blipFill>
          <a:blip r:embed="rId7"/>
          <a:stretch>
            <a:fillRect/>
          </a:stretch>
        </p:blipFill>
        <p:spPr>
          <a:xfrm>
            <a:off x="687966" y="1874711"/>
            <a:ext cx="3519999" cy="19800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23DBA2A5-3703-3E9B-7743-C201290FBBC1}"/>
              </a:ext>
            </a:extLst>
          </p:cNvPr>
          <p:cNvPicPr>
            <a:picLocks noChangeAspect="1"/>
          </p:cNvPicPr>
          <p:nvPr/>
        </p:nvPicPr>
        <p:blipFill>
          <a:blip r:embed="rId8"/>
          <a:stretch>
            <a:fillRect/>
          </a:stretch>
        </p:blipFill>
        <p:spPr>
          <a:xfrm>
            <a:off x="4333417" y="1874711"/>
            <a:ext cx="3520000" cy="19800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646B90D8-FB74-8FE5-1376-0789C540F431}"/>
              </a:ext>
            </a:extLst>
          </p:cNvPr>
          <p:cNvPicPr>
            <a:picLocks noChangeAspect="1"/>
          </p:cNvPicPr>
          <p:nvPr/>
        </p:nvPicPr>
        <p:blipFill>
          <a:blip r:embed="rId9"/>
          <a:stretch>
            <a:fillRect/>
          </a:stretch>
        </p:blipFill>
        <p:spPr>
          <a:xfrm>
            <a:off x="687965" y="4173886"/>
            <a:ext cx="3520000"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414AD73D-5429-46A4-8CA4-CC5A76BFD4A1}"/>
              </a:ext>
            </a:extLst>
          </p:cNvPr>
          <p:cNvPicPr>
            <a:picLocks noChangeAspect="1"/>
          </p:cNvPicPr>
          <p:nvPr/>
        </p:nvPicPr>
        <p:blipFill>
          <a:blip r:embed="rId10"/>
          <a:stretch>
            <a:fillRect/>
          </a:stretch>
        </p:blipFill>
        <p:spPr>
          <a:xfrm>
            <a:off x="4333417" y="4173886"/>
            <a:ext cx="3519999" cy="19800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1E99F49F-4B3A-E2FB-8E9A-81BA7E7CEC61}"/>
              </a:ext>
            </a:extLst>
          </p:cNvPr>
          <p:cNvPicPr>
            <a:picLocks noChangeAspect="1"/>
          </p:cNvPicPr>
          <p:nvPr/>
        </p:nvPicPr>
        <p:blipFill>
          <a:blip r:embed="rId11"/>
          <a:stretch>
            <a:fillRect/>
          </a:stretch>
        </p:blipFill>
        <p:spPr>
          <a:xfrm>
            <a:off x="7971762" y="1879538"/>
            <a:ext cx="3520000" cy="19800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B4F67DB3-D1C4-7D0B-020A-DC0BD791EBA6}"/>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B4EB8551-B2C8-C6DE-F0C6-263CBE895658}"/>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000843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871182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a:extLst>
              <a:ext uri="{FF2B5EF4-FFF2-40B4-BE49-F238E27FC236}">
                <a16:creationId xmlns:a16="http://schemas.microsoft.com/office/drawing/2014/main" id="{AD44F846-A1B7-2B2E-590C-4FA9382CD35B}"/>
              </a:ext>
            </a:extLst>
          </p:cNvPr>
          <p:cNvPicPr>
            <a:picLocks noChangeAspect="1"/>
          </p:cNvPicPr>
          <p:nvPr/>
        </p:nvPicPr>
        <p:blipFill>
          <a:blip r:embed="rId5"/>
          <a:stretch>
            <a:fillRect/>
          </a:stretch>
        </p:blipFill>
        <p:spPr>
          <a:xfrm>
            <a:off x="687965" y="1874711"/>
            <a:ext cx="3520000" cy="19800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DF03BB2C-6F7A-461E-81F5-929C4C6F255A}"/>
              </a:ext>
            </a:extLst>
          </p:cNvPr>
          <p:cNvPicPr>
            <a:picLocks noChangeAspect="1"/>
          </p:cNvPicPr>
          <p:nvPr/>
        </p:nvPicPr>
        <p:blipFill>
          <a:blip r:embed="rId6"/>
          <a:stretch>
            <a:fillRect/>
          </a:stretch>
        </p:blipFill>
        <p:spPr>
          <a:xfrm>
            <a:off x="4333416" y="1874711"/>
            <a:ext cx="3520000" cy="19800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AF5FCFF3-52E4-1621-0B64-5E34940C5F2D}"/>
              </a:ext>
            </a:extLst>
          </p:cNvPr>
          <p:cNvPicPr>
            <a:picLocks noChangeAspect="1"/>
          </p:cNvPicPr>
          <p:nvPr/>
        </p:nvPicPr>
        <p:blipFill>
          <a:blip r:embed="rId7"/>
          <a:stretch>
            <a:fillRect/>
          </a:stretch>
        </p:blipFill>
        <p:spPr>
          <a:xfrm>
            <a:off x="693133" y="4177521"/>
            <a:ext cx="3520000" cy="19800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3D89D642-AF66-C631-35F5-59D356A3F68D}"/>
              </a:ext>
            </a:extLst>
          </p:cNvPr>
          <p:cNvPicPr>
            <a:picLocks noChangeAspect="1"/>
          </p:cNvPicPr>
          <p:nvPr/>
        </p:nvPicPr>
        <p:blipFill>
          <a:blip r:embed="rId8"/>
          <a:stretch>
            <a:fillRect/>
          </a:stretch>
        </p:blipFill>
        <p:spPr>
          <a:xfrm>
            <a:off x="4333416" y="4177521"/>
            <a:ext cx="3520000"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72723296-8D1A-A3C8-9460-78FFF3D9E7B2}"/>
              </a:ext>
            </a:extLst>
          </p:cNvPr>
          <p:cNvPicPr>
            <a:picLocks noChangeAspect="1"/>
          </p:cNvPicPr>
          <p:nvPr/>
        </p:nvPicPr>
        <p:blipFill>
          <a:blip r:embed="rId9"/>
          <a:stretch>
            <a:fillRect/>
          </a:stretch>
        </p:blipFill>
        <p:spPr>
          <a:xfrm>
            <a:off x="7976257" y="1874711"/>
            <a:ext cx="3520000"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B77C6E41-D89E-AAE6-04C7-320AC058E294}"/>
              </a:ext>
            </a:extLst>
          </p:cNvPr>
          <p:cNvPicPr>
            <a:picLocks noChangeAspect="1"/>
          </p:cNvPicPr>
          <p:nvPr/>
        </p:nvPicPr>
        <p:blipFill rotWithShape="1">
          <a:blip r:embed="rId10"/>
          <a:srcRect r="8159"/>
          <a:stretch/>
        </p:blipFill>
        <p:spPr>
          <a:xfrm>
            <a:off x="7981527" y="4177521"/>
            <a:ext cx="351473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11059399" cy="1081710"/>
          </a:xfrm>
        </p:spPr>
        <p:txBody>
          <a:bodyPr vert="horz">
            <a:normAutofit/>
          </a:bodyPr>
          <a:lstStyle/>
          <a:p>
            <a:r>
              <a:rPr lang="en-US" dirty="0"/>
              <a:t>Small preview of the AI section (1/2)</a:t>
            </a:r>
            <a:endParaRPr lang="en-US" b="0" dirty="0"/>
          </a:p>
        </p:txBody>
      </p:sp>
      <p:sp>
        <p:nvSpPr>
          <p:cNvPr id="3" name="Footer Placeholder 2">
            <a:extLst>
              <a:ext uri="{FF2B5EF4-FFF2-40B4-BE49-F238E27FC236}">
                <a16:creationId xmlns:a16="http://schemas.microsoft.com/office/drawing/2014/main" id="{DC54C762-B99F-8119-8319-A2461D7846B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95EA0095-A828-6EFE-53CB-33B7296F0BF7}"/>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91603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158853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6" name="Picture 15">
            <a:extLst>
              <a:ext uri="{FF2B5EF4-FFF2-40B4-BE49-F238E27FC236}">
                <a16:creationId xmlns:a16="http://schemas.microsoft.com/office/drawing/2014/main" id="{31CD96F0-E886-FF2A-7BEF-29F6D7DF2B61}"/>
              </a:ext>
            </a:extLst>
          </p:cNvPr>
          <p:cNvPicPr>
            <a:picLocks noChangeAspect="1"/>
          </p:cNvPicPr>
          <p:nvPr/>
        </p:nvPicPr>
        <p:blipFill>
          <a:blip r:embed="rId5"/>
          <a:stretch>
            <a:fillRect/>
          </a:stretch>
        </p:blipFill>
        <p:spPr>
          <a:xfrm>
            <a:off x="687963" y="4186376"/>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4" y="365126"/>
            <a:ext cx="11059399" cy="1081710"/>
          </a:xfrm>
        </p:spPr>
        <p:txBody>
          <a:bodyPr vert="horz">
            <a:normAutofit/>
          </a:bodyPr>
          <a:lstStyle/>
          <a:p>
            <a:r>
              <a:rPr lang="en-US" dirty="0"/>
              <a:t>Small preview of the AI section (2/2)</a:t>
            </a:r>
            <a:endParaRPr lang="en-US" b="0" dirty="0"/>
          </a:p>
        </p:txBody>
      </p:sp>
      <p:pic>
        <p:nvPicPr>
          <p:cNvPr id="9" name="Picture 8">
            <a:extLst>
              <a:ext uri="{FF2B5EF4-FFF2-40B4-BE49-F238E27FC236}">
                <a16:creationId xmlns:a16="http://schemas.microsoft.com/office/drawing/2014/main" id="{2F13510A-D44C-866D-0B75-BD9DE9C8A033}"/>
              </a:ext>
            </a:extLst>
          </p:cNvPr>
          <p:cNvPicPr>
            <a:picLocks noChangeAspect="1"/>
          </p:cNvPicPr>
          <p:nvPr/>
        </p:nvPicPr>
        <p:blipFill>
          <a:blip r:embed="rId6"/>
          <a:stretch>
            <a:fillRect/>
          </a:stretch>
        </p:blipFill>
        <p:spPr>
          <a:xfrm>
            <a:off x="4333417" y="1874711"/>
            <a:ext cx="3520000" cy="19800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0E673152-C608-ECD2-D447-BC1D1FBEDD5E}"/>
              </a:ext>
            </a:extLst>
          </p:cNvPr>
          <p:cNvPicPr>
            <a:picLocks noChangeAspect="1"/>
          </p:cNvPicPr>
          <p:nvPr/>
        </p:nvPicPr>
        <p:blipFill>
          <a:blip r:embed="rId7"/>
          <a:stretch>
            <a:fillRect/>
          </a:stretch>
        </p:blipFill>
        <p:spPr>
          <a:xfrm>
            <a:off x="7981528" y="4186376"/>
            <a:ext cx="3544126"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2543F741-714C-BF10-886A-02B88B3E651A}"/>
              </a:ext>
            </a:extLst>
          </p:cNvPr>
          <p:cNvPicPr>
            <a:picLocks noChangeAspect="1"/>
          </p:cNvPicPr>
          <p:nvPr/>
        </p:nvPicPr>
        <p:blipFill>
          <a:blip r:embed="rId8"/>
          <a:stretch>
            <a:fillRect/>
          </a:stretch>
        </p:blipFill>
        <p:spPr>
          <a:xfrm>
            <a:off x="4333417" y="4186376"/>
            <a:ext cx="3520000" cy="19800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7B11A075-AD6C-3F15-AB7D-8E30FC984221}"/>
              </a:ext>
            </a:extLst>
          </p:cNvPr>
          <p:cNvPicPr>
            <a:picLocks noChangeAspect="1"/>
          </p:cNvPicPr>
          <p:nvPr/>
        </p:nvPicPr>
        <p:blipFill>
          <a:blip r:embed="rId9"/>
          <a:stretch>
            <a:fillRect/>
          </a:stretch>
        </p:blipFill>
        <p:spPr>
          <a:xfrm>
            <a:off x="687963" y="1874711"/>
            <a:ext cx="3520000" cy="19800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DA6136F2-5EDB-5A2B-518E-96E0C555880F}"/>
              </a:ext>
            </a:extLst>
          </p:cNvPr>
          <p:cNvPicPr>
            <a:picLocks noChangeAspect="1"/>
          </p:cNvPicPr>
          <p:nvPr/>
        </p:nvPicPr>
        <p:blipFill>
          <a:blip r:embed="rId10"/>
          <a:stretch>
            <a:fillRect/>
          </a:stretch>
        </p:blipFill>
        <p:spPr>
          <a:xfrm>
            <a:off x="4333417" y="1874711"/>
            <a:ext cx="3520000" cy="1980000"/>
          </a:xfrm>
          <a:prstGeom prst="rect">
            <a:avLst/>
          </a:prstGeom>
        </p:spPr>
      </p:pic>
      <p:pic>
        <p:nvPicPr>
          <p:cNvPr id="22" name="Picture 21">
            <a:extLst>
              <a:ext uri="{FF2B5EF4-FFF2-40B4-BE49-F238E27FC236}">
                <a16:creationId xmlns:a16="http://schemas.microsoft.com/office/drawing/2014/main" id="{A36F20A4-366C-4736-256F-B73418CBBB05}"/>
              </a:ext>
            </a:extLst>
          </p:cNvPr>
          <p:cNvPicPr>
            <a:picLocks noChangeAspect="1"/>
          </p:cNvPicPr>
          <p:nvPr/>
        </p:nvPicPr>
        <p:blipFill>
          <a:blip r:embed="rId11"/>
          <a:stretch>
            <a:fillRect/>
          </a:stretch>
        </p:blipFill>
        <p:spPr>
          <a:xfrm>
            <a:off x="7978871" y="1874711"/>
            <a:ext cx="3520000" cy="19800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8CF9AAFE-CE91-A29D-4A9A-EEF0A73241C1}"/>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1E916BA-129A-52FF-A192-62C416F94AEA}"/>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2357254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700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40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dirty="0"/>
              <a:t>65 minutes of 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sp>
        <p:nvSpPr>
          <p:cNvPr id="2" name="Rectangle: Rounded Corners 1">
            <a:extLst>
              <a:ext uri="{FF2B5EF4-FFF2-40B4-BE49-F238E27FC236}">
                <a16:creationId xmlns:a16="http://schemas.microsoft.com/office/drawing/2014/main" id="{248741D3-8C15-C598-AF63-440862879362}"/>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Open folder outline">
            <a:extLst>
              <a:ext uri="{FF2B5EF4-FFF2-40B4-BE49-F238E27FC236}">
                <a16:creationId xmlns:a16="http://schemas.microsoft.com/office/drawing/2014/main" id="{55B2C275-1AD9-A0F2-7937-36D44206F3C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794401" y="5010472"/>
            <a:ext cx="829320" cy="829320"/>
          </a:xfrm>
          <a:prstGeom prst="rect">
            <a:avLst/>
          </a:prstGeom>
        </p:spPr>
      </p:pic>
      <p:sp>
        <p:nvSpPr>
          <p:cNvPr id="4" name="TextBox 3">
            <a:extLst>
              <a:ext uri="{FF2B5EF4-FFF2-40B4-BE49-F238E27FC236}">
                <a16:creationId xmlns:a16="http://schemas.microsoft.com/office/drawing/2014/main" id="{EFC432C7-C34E-371F-44A8-B97574AFAF6D}"/>
              </a:ext>
            </a:extLst>
          </p:cNvPr>
          <p:cNvSpPr txBox="1"/>
          <p:nvPr/>
        </p:nvSpPr>
        <p:spPr>
          <a:xfrm>
            <a:off x="1863087" y="4985133"/>
            <a:ext cx="9707759" cy="829320"/>
          </a:xfrm>
          <a:prstGeom prst="rect">
            <a:avLst/>
          </a:prstGeom>
          <a:noFill/>
        </p:spPr>
        <p:txBody>
          <a:bodyPr wrap="square" numCol="2" rtlCol="0" anchor="ctr">
            <a:noAutofit/>
          </a:bodyPr>
          <a:lstStyle/>
          <a:p>
            <a:pPr marL="228600" indent="-228600">
              <a:buFont typeface="+mj-lt"/>
              <a:buAutoNum type="arabicPeriod"/>
            </a:pPr>
            <a:r>
              <a:rPr lang="en-US" sz="1400" b="1" dirty="0"/>
              <a:t>Overview and Approach</a:t>
            </a:r>
          </a:p>
          <a:p>
            <a:pPr marL="228600" indent="-228600">
              <a:buFont typeface="+mj-lt"/>
              <a:buAutoNum type="arabicPeriod"/>
            </a:pPr>
            <a:r>
              <a:rPr lang="en-US" sz="1400" b="1" dirty="0"/>
              <a:t>Data Analytics</a:t>
            </a:r>
          </a:p>
          <a:p>
            <a:pPr marL="228600" indent="-228600">
              <a:buFont typeface="+mj-lt"/>
              <a:buAutoNum type="arabicPeriod"/>
            </a:pPr>
            <a:r>
              <a:rPr lang="en-US" sz="1400" b="1" dirty="0"/>
              <a:t>AI</a:t>
            </a:r>
          </a:p>
        </p:txBody>
      </p:sp>
      <p:sp>
        <p:nvSpPr>
          <p:cNvPr id="8" name="Rectangle 7">
            <a:extLst>
              <a:ext uri="{FF2B5EF4-FFF2-40B4-BE49-F238E27FC236}">
                <a16:creationId xmlns:a16="http://schemas.microsoft.com/office/drawing/2014/main" id="{77BC4E12-A9FD-905C-59D8-6CBE480B03FE}"/>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a:extLst>
              <a:ext uri="{FF2B5EF4-FFF2-40B4-BE49-F238E27FC236}">
                <a16:creationId xmlns:a16="http://schemas.microsoft.com/office/drawing/2014/main" id="{7E1DB5ED-663D-FE45-EB39-0010DA0D0AF8}"/>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87427460-6D59-CD85-EA4C-88DC1CB88774}"/>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41FE323B-2798-CE05-1C56-6BEA6F8DE9C1}"/>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E79EBF5B-67BD-17A5-AD05-B7FFA65240DA}"/>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1455E376-F558-4E17-D7D5-E713D1DB3019}"/>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EAEDB2F4-3DDD-F369-96AA-7ABF80049F3A}"/>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2"/>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5"/>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4"/>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7"/>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4"/>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4"/>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72"/>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0"/>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90"/>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47"/>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75ED5C34-4035-810E-7247-18600D2D9A95}"/>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5DF8CD4C-288F-6558-FD6C-9D2E58359F5C}"/>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B98D80F9-E3B3-95A3-CC23-9226079B4446}"/>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F24A4214-FA0A-9377-98BA-F09151EFBD78}"/>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244ECA2C-EA99-949F-29BE-1FEC09B0BCCB}"/>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9461DD2F-29AE-616E-8316-6085F16DE5C6}"/>
              </a:ext>
            </a:extLst>
          </p:cNvPr>
          <p:cNvSpPr>
            <a:spLocks noGrp="1"/>
          </p:cNvSpPr>
          <p:nvPr>
            <p:ph type="sldNum" sz="quarter" idx="4"/>
          </p:nvPr>
        </p:nvSpPr>
        <p:spPr/>
        <p:txBody>
          <a:bodyPr/>
          <a:lstStyle/>
          <a:p>
            <a:fld id="{37F5C94B-8C55-478B-B509-BAE6A06B2E2A}" type="slidenum">
              <a:rPr lang="en-US" smtClean="0"/>
              <a:pPr/>
              <a:t>24</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pCSAxu0dAs8uMERZm1rf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8256</TotalTime>
  <Words>2928</Words>
  <Application>Microsoft Office PowerPoint</Application>
  <PresentationFormat>Widescreen</PresentationFormat>
  <Paragraphs>260</Paragraphs>
  <Slides>25</Slides>
  <Notes>16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4" baseType="lpstr">
      <vt:lpstr>ＭＳ Ｐゴシック</vt:lpstr>
      <vt:lpstr>Arial</vt:lpstr>
      <vt:lpstr>Arial (Body)</vt:lpstr>
      <vt:lpstr>Calibri</vt:lpstr>
      <vt:lpstr>Helvetica</vt:lpstr>
      <vt:lpstr>Lato Light</vt:lpstr>
      <vt:lpstr>Roboto</vt:lpstr>
      <vt:lpstr>Domont Consulting 2024</vt:lpstr>
      <vt:lpstr>think-cell Slide</vt:lpstr>
      <vt:lpstr>PowerPoint Presentation</vt:lpstr>
      <vt:lpstr>PowerPoint Presentation</vt:lpstr>
      <vt:lpstr>Introduction</vt:lpstr>
      <vt:lpstr>Success stories of companies using Data Analytics By leveraging data-driven insights, Netflix has positioned itself as a leader in the streaming industry, continuously adapting and innovating to meet the evolving demands of its subscribers</vt:lpstr>
      <vt:lpstr>Success stories of companies using Data Analytics Amazon's ability to leverage data analytics effectively has played a crucial role in maintaining its competitive edge in the ever-evolving e-commerce and technology landscape</vt:lpstr>
      <vt:lpstr>Success stories of companies using AI Alphabet, Google’s parent company, has successfully leveraged AI in projects like RankBrain for improved search results and AlphaFold for accurate protein structure prediction</vt:lpstr>
      <vt:lpstr>Success stories of companies using AI OpenAI, with its AI model ChatGPT, has achieved significant success, leading to a multibillion-dollar deal with Microsoft and an alliance with Bain</vt:lpstr>
      <vt:lpstr>Our firm created a Data Analytics and AI Strategy Toolkit to help you create your own success stories</vt:lpstr>
      <vt:lpstr>Our Toolkit will help you fulfill multiple objectives</vt:lpstr>
      <vt:lpstr>Video demonstration of the Toolkit</vt:lpstr>
      <vt:lpstr>The Toolkit includes 2 sections</vt:lpstr>
      <vt:lpstr>The 1st section includes a 6-phase approach that we have built and refined over the past 20 years through constant trial and error</vt:lpstr>
      <vt:lpstr>The 2nd section includes a 6-phase approach that we have built and refined over the past 10 years through constant trial and error</vt:lpstr>
      <vt:lpstr>Small preview of the Data Analytics section (1/3)</vt:lpstr>
      <vt:lpstr>Small preview of the Data Analytics section (2/3)</vt:lpstr>
      <vt:lpstr>Small preview of the Data Analytics section (3/3)</vt:lpstr>
      <vt:lpstr>Small preview of the AI section (1/2)</vt:lpstr>
      <vt:lpstr>Small preview of the AI section (2/2)</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2025-07-02T05:52:54Z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