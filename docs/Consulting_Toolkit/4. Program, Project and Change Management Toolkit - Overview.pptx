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tags/tag27.xml" ContentType="application/vnd.openxmlformats-officedocument.presentationml.tags+xml"/>
  <Override PartName="/ppt/tags/tag28.xml" ContentType="application/vnd.openxmlformats-officedocument.presentationml.tags+xml"/>
  <Override PartName="/ppt/notesSlides/notesSlide4.xml" ContentType="application/vnd.openxmlformats-officedocument.presentationml.notesSlide+xml"/>
  <Override PartName="/ppt/tags/tag29.xml" ContentType="application/vnd.openxmlformats-officedocument.presentationml.tags+xml"/>
  <Override PartName="/ppt/notesSlides/notesSlide5.xml" ContentType="application/vnd.openxmlformats-officedocument.presentationml.notesSlide+xml"/>
  <Override PartName="/ppt/tags/tag30.xml" ContentType="application/vnd.openxmlformats-officedocument.presentationml.tags+xml"/>
  <Override PartName="/ppt/notesSlides/notesSlide6.xml" ContentType="application/vnd.openxmlformats-officedocument.presentationml.notesSlide+xml"/>
  <Override PartName="/ppt/tags/tag31.xml" ContentType="application/vnd.openxmlformats-officedocument.presentationml.tags+xml"/>
  <Override PartName="/ppt/notesSlides/notesSlide7.xml" ContentType="application/vnd.openxmlformats-officedocument.presentationml.notesSlide+xml"/>
  <Override PartName="/ppt/tags/tag32.xml" ContentType="application/vnd.openxmlformats-officedocument.presentationml.tags+xml"/>
  <Override PartName="/ppt/notesSlides/notesSlide8.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9.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10.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11.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notesSlides/notesSlide12.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notesSlides/notesSlide13.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28"/>
  </p:notesMasterIdLst>
  <p:handoutMasterIdLst>
    <p:handoutMasterId r:id="rId29"/>
  </p:handoutMasterIdLst>
  <p:sldIdLst>
    <p:sldId id="526" r:id="rId5"/>
    <p:sldId id="532" r:id="rId6"/>
    <p:sldId id="3289" r:id="rId7"/>
    <p:sldId id="3328" r:id="rId8"/>
    <p:sldId id="2560" r:id="rId9"/>
    <p:sldId id="3329" r:id="rId10"/>
    <p:sldId id="3324" r:id="rId11"/>
    <p:sldId id="2241" r:id="rId12"/>
    <p:sldId id="3330" r:id="rId13"/>
    <p:sldId id="3377" r:id="rId14"/>
    <p:sldId id="3331" r:id="rId15"/>
    <p:sldId id="3332" r:id="rId16"/>
    <p:sldId id="3336" r:id="rId17"/>
    <p:sldId id="3333" r:id="rId18"/>
    <p:sldId id="3334" r:id="rId19"/>
    <p:sldId id="3335" r:id="rId20"/>
    <p:sldId id="2338" r:id="rId21"/>
    <p:sldId id="2034" r:id="rId22"/>
    <p:sldId id="3282" r:id="rId23"/>
    <p:sldId id="1711" r:id="rId24"/>
    <p:sldId id="1598" r:id="rId25"/>
    <p:sldId id="2240" r:id="rId26"/>
    <p:sldId id="1600" r:id="rId27"/>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846B9C8-ABDC-40D0-A68B-62B67A1969AD}">
          <p14:sldIdLst>
            <p14:sldId id="526"/>
            <p14:sldId id="532"/>
            <p14:sldId id="3289"/>
            <p14:sldId id="3328"/>
            <p14:sldId id="2560"/>
          </p14:sldIdLst>
        </p14:section>
        <p14:section name="Toolkit overview" id="{07DAD674-5F59-4984-A584-DD0A5C846918}">
          <p14:sldIdLst>
            <p14:sldId id="3329"/>
            <p14:sldId id="3324"/>
            <p14:sldId id="2241"/>
            <p14:sldId id="3330"/>
            <p14:sldId id="3377"/>
            <p14:sldId id="3331"/>
            <p14:sldId id="3332"/>
            <p14:sldId id="3336"/>
            <p14:sldId id="3333"/>
            <p14:sldId id="3334"/>
            <p14:sldId id="3335"/>
            <p14:sldId id="2338"/>
          </p14:sldIdLst>
        </p14:section>
        <p14:section name="Domont Consulting Overview" id="{CE9EB686-79F1-4B4F-838F-7FABF03650F2}">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D91D10-71B6-448B-9F97-4801C0933F0F}" v="4" dt="2025-07-02T03:01:50.010"/>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447" autoAdjust="0"/>
  </p:normalViewPr>
  <p:slideViewPr>
    <p:cSldViewPr snapToGrid="0">
      <p:cViewPr varScale="1">
        <p:scale>
          <a:sx n="74" d="100"/>
          <a:sy n="74" d="100"/>
        </p:scale>
        <p:origin x="374"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addSp delSp modSp mod">
        <pc:chgData name="Aurelien Domont" userId="6da7715ce44349b3" providerId="LiveId" clId="{9149B00E-810E-48AB-9153-54C78195225C}" dt="2023-11-22T02:03:24.035" v="6234"/>
        <pc:sldMkLst>
          <pc:docMk/>
          <pc:sldMk cId="3956982643" sldId="526"/>
        </pc:sldMkLst>
      </pc:sldChg>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addSp modSp mod ord">
        <pc:chgData name="Aurelien Domont" userId="6da7715ce44349b3" providerId="LiveId" clId="{9149B00E-810E-48AB-9153-54C78195225C}" dt="2023-11-22T00:23:50.916" v="6023" actId="1076"/>
        <pc:sldMkLst>
          <pc:docMk/>
          <pc:sldMk cId="3272444503" sldId="2162"/>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mod ord">
        <pc:chgData name="Aurelien Domont" userId="6da7715ce44349b3" providerId="LiveId" clId="{9149B00E-810E-48AB-9153-54C78195225C}" dt="2023-11-22T00:22:54.262" v="6014" actId="20577"/>
        <pc:sldMkLst>
          <pc:docMk/>
          <pc:sldMk cId="862292938" sldId="2560"/>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modSp mod ord">
        <pc:chgData name="Aurelien Domont" userId="6da7715ce44349b3" providerId="LiveId" clId="{9149B00E-810E-48AB-9153-54C78195225C}" dt="2023-11-21T23:56:24.281" v="184" actId="20577"/>
        <pc:sldMkLst>
          <pc:docMk/>
          <pc:sldMk cId="2246164536" sldId="3289"/>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sldMasterChg chg="delSldLayout">
        <pc:chgData name="Aurelien Domont" userId="6da7715ce44349b3" providerId="LiveId" clId="{9149B00E-810E-48AB-9153-54C78195225C}" dt="2023-11-21T23:57:54.169" v="192" actId="2696"/>
        <pc:sldMasterMkLst>
          <pc:docMk/>
          <pc:sldMasterMk cId="3482721130" sldId="2147483828"/>
        </pc:sldMasterMkLst>
        <pc:sldLayoutChg chg="del">
          <pc:chgData name="Aurelien Domont" userId="6da7715ce44349b3" providerId="LiveId" clId="{9149B00E-810E-48AB-9153-54C78195225C}" dt="2023-11-21T23:57:54.169" v="192" actId="2696"/>
          <pc:sldLayoutMkLst>
            <pc:docMk/>
            <pc:sldMasterMk cId="3482721130" sldId="2147483828"/>
            <pc:sldLayoutMk cId="2253346866" sldId="2147483836"/>
          </pc:sldLayoutMkLst>
        </pc:sldLayoutChg>
      </pc:sldMasterChg>
    </pc:docChg>
  </pc:docChgLst>
  <pc:docChgLst>
    <pc:chgData name="Aurelien Domont" userId="6da7715ce44349b3" providerId="LiveId" clId="{76F664A9-58B3-48E0-8B89-8FC29C85A25E}"/>
    <pc:docChg chg="undo redo custSel addSld delSld modSld sldOrd addSection delSection modSection replTag">
      <pc:chgData name="Aurelien Domont" userId="6da7715ce44349b3" providerId="LiveId" clId="{76F664A9-58B3-48E0-8B89-8FC29C85A25E}" dt="2024-08-19T04:40:42.382" v="12764" actId="6549"/>
      <pc:docMkLst>
        <pc:docMk/>
      </pc:docMkLst>
      <pc:sldChg chg="addSp delSp modSp add mod">
        <pc:chgData name="Aurelien Domont" userId="6da7715ce44349b3" providerId="LiveId" clId="{76F664A9-58B3-48E0-8B89-8FC29C85A25E}" dt="2024-03-05T00:03:21.234" v="9271" actId="20577"/>
        <pc:sldMkLst>
          <pc:docMk/>
          <pc:sldMk cId="3956982643" sldId="526"/>
        </pc:sldMkLst>
      </pc:sldChg>
      <pc:sldChg chg="del">
        <pc:chgData name="Aurelien Domont" userId="6da7715ce44349b3" providerId="LiveId" clId="{76F664A9-58B3-48E0-8B89-8FC29C85A25E}" dt="2024-03-05T02:17:00.113" v="11638" actId="47"/>
        <pc:sldMkLst>
          <pc:docMk/>
          <pc:sldMk cId="3272444503" sldId="2162"/>
        </pc:sldMkLst>
      </pc:sldChg>
      <pc:sldChg chg="addSp delSp modSp add mod ord modClrScheme chgLayout">
        <pc:chgData name="Aurelien Domont" userId="6da7715ce44349b3" providerId="LiveId" clId="{76F664A9-58B3-48E0-8B89-8FC29C85A25E}" dt="2024-08-06T04:11:05.653" v="12748" actId="20577"/>
        <pc:sldMkLst>
          <pc:docMk/>
          <pc:sldMk cId="843871502" sldId="2241"/>
        </pc:sldMkLst>
      </pc:sldChg>
      <pc:sldChg chg="addSp delSp modSp add del mod modClrScheme chgLayout">
        <pc:chgData name="Aurelien Domont" userId="6da7715ce44349b3" providerId="LiveId" clId="{76F664A9-58B3-48E0-8B89-8FC29C85A25E}" dt="2024-03-04T04:58:34.826" v="1944" actId="47"/>
        <pc:sldMkLst>
          <pc:docMk/>
          <pc:sldMk cId="3430291042" sldId="2243"/>
        </pc:sldMkLst>
      </pc:sldChg>
      <pc:sldChg chg="modSp mod">
        <pc:chgData name="Aurelien Domont" userId="6da7715ce44349b3" providerId="LiveId" clId="{76F664A9-58B3-48E0-8B89-8FC29C85A25E}" dt="2024-08-19T04:40:42.382" v="12764" actId="6549"/>
        <pc:sldMkLst>
          <pc:docMk/>
          <pc:sldMk cId="1209091634" sldId="2338"/>
        </pc:sldMkLst>
      </pc:sldChg>
      <pc:sldChg chg="del">
        <pc:chgData name="Aurelien Domont" userId="6da7715ce44349b3" providerId="LiveId" clId="{76F664A9-58B3-48E0-8B89-8FC29C85A25E}" dt="2024-03-04T23:56:24.163" v="8427" actId="2696"/>
        <pc:sldMkLst>
          <pc:docMk/>
          <pc:sldMk cId="862292938" sldId="2560"/>
        </pc:sldMkLst>
      </pc:sldChg>
      <pc:sldChg chg="addSp delSp modSp add mod">
        <pc:chgData name="Aurelien Domont" userId="6da7715ce44349b3" providerId="LiveId" clId="{76F664A9-58B3-48E0-8B89-8FC29C85A25E}" dt="2024-03-04T23:57:01.775" v="8694"/>
        <pc:sldMkLst>
          <pc:docMk/>
          <pc:sldMk cId="1539722104" sldId="2560"/>
        </pc:sldMkLst>
      </pc:sldChg>
      <pc:sldChg chg="modSp mod">
        <pc:chgData name="Aurelien Domont" userId="6da7715ce44349b3" providerId="LiveId" clId="{76F664A9-58B3-48E0-8B89-8FC29C85A25E}" dt="2024-03-05T04:33:50.098" v="12592" actId="20577"/>
        <pc:sldMkLst>
          <pc:docMk/>
          <pc:sldMk cId="2246164536" sldId="3289"/>
        </pc:sldMkLst>
      </pc:sldChg>
      <pc:sldChg chg="del">
        <pc:chgData name="Aurelien Domont" userId="6da7715ce44349b3" providerId="LiveId" clId="{76F664A9-58B3-48E0-8B89-8FC29C85A25E}" dt="2024-03-05T02:17:00.113" v="11638" actId="47"/>
        <pc:sldMkLst>
          <pc:docMk/>
          <pc:sldMk cId="2392440094" sldId="3301"/>
        </pc:sldMkLst>
      </pc:sldChg>
      <pc:sldChg chg="del">
        <pc:chgData name="Aurelien Domont" userId="6da7715ce44349b3" providerId="LiveId" clId="{76F664A9-58B3-48E0-8B89-8FC29C85A25E}" dt="2024-03-05T02:17:00.113" v="11638" actId="47"/>
        <pc:sldMkLst>
          <pc:docMk/>
          <pc:sldMk cId="1393908417" sldId="3302"/>
        </pc:sldMkLst>
      </pc:sldChg>
      <pc:sldChg chg="del">
        <pc:chgData name="Aurelien Domont" userId="6da7715ce44349b3" providerId="LiveId" clId="{76F664A9-58B3-48E0-8B89-8FC29C85A25E}" dt="2024-03-05T02:17:00.113" v="11638" actId="47"/>
        <pc:sldMkLst>
          <pc:docMk/>
          <pc:sldMk cId="348420775" sldId="3303"/>
        </pc:sldMkLst>
      </pc:sldChg>
      <pc:sldChg chg="modSp del mod">
        <pc:chgData name="Aurelien Domont" userId="6da7715ce44349b3" providerId="LiveId" clId="{76F664A9-58B3-48E0-8B89-8FC29C85A25E}" dt="2024-03-04T03:55:41.664" v="36" actId="47"/>
        <pc:sldMkLst>
          <pc:docMk/>
          <pc:sldMk cId="3071151777" sldId="3309"/>
        </pc:sldMkLst>
      </pc:sldChg>
      <pc:sldChg chg="del">
        <pc:chgData name="Aurelien Domont" userId="6da7715ce44349b3" providerId="LiveId" clId="{76F664A9-58B3-48E0-8B89-8FC29C85A25E}" dt="2024-03-05T02:17:00.113" v="11638" actId="47"/>
        <pc:sldMkLst>
          <pc:docMk/>
          <pc:sldMk cId="2098415580" sldId="3312"/>
        </pc:sldMkLst>
      </pc:sldChg>
      <pc:sldChg chg="del">
        <pc:chgData name="Aurelien Domont" userId="6da7715ce44349b3" providerId="LiveId" clId="{76F664A9-58B3-48E0-8B89-8FC29C85A25E}" dt="2024-03-05T02:17:00.113" v="11638" actId="47"/>
        <pc:sldMkLst>
          <pc:docMk/>
          <pc:sldMk cId="696290259" sldId="3313"/>
        </pc:sldMkLst>
      </pc:sldChg>
      <pc:sldChg chg="del">
        <pc:chgData name="Aurelien Domont" userId="6da7715ce44349b3" providerId="LiveId" clId="{76F664A9-58B3-48E0-8B89-8FC29C85A25E}" dt="2024-03-05T02:17:00.113" v="11638" actId="47"/>
        <pc:sldMkLst>
          <pc:docMk/>
          <pc:sldMk cId="804346767" sldId="3314"/>
        </pc:sldMkLst>
      </pc:sldChg>
      <pc:sldChg chg="del">
        <pc:chgData name="Aurelien Domont" userId="6da7715ce44349b3" providerId="LiveId" clId="{76F664A9-58B3-48E0-8B89-8FC29C85A25E}" dt="2024-03-05T02:17:00.113" v="11638" actId="47"/>
        <pc:sldMkLst>
          <pc:docMk/>
          <pc:sldMk cId="1371543036" sldId="3315"/>
        </pc:sldMkLst>
      </pc:sldChg>
      <pc:sldChg chg="del">
        <pc:chgData name="Aurelien Domont" userId="6da7715ce44349b3" providerId="LiveId" clId="{76F664A9-58B3-48E0-8B89-8FC29C85A25E}" dt="2024-03-05T02:17:00.113" v="11638" actId="47"/>
        <pc:sldMkLst>
          <pc:docMk/>
          <pc:sldMk cId="441079416" sldId="3316"/>
        </pc:sldMkLst>
      </pc:sldChg>
      <pc:sldChg chg="del">
        <pc:chgData name="Aurelien Domont" userId="6da7715ce44349b3" providerId="LiveId" clId="{76F664A9-58B3-48E0-8B89-8FC29C85A25E}" dt="2024-03-05T02:17:00.113" v="11638" actId="47"/>
        <pc:sldMkLst>
          <pc:docMk/>
          <pc:sldMk cId="2570003898" sldId="3317"/>
        </pc:sldMkLst>
      </pc:sldChg>
      <pc:sldChg chg="del">
        <pc:chgData name="Aurelien Domont" userId="6da7715ce44349b3" providerId="LiveId" clId="{76F664A9-58B3-48E0-8B89-8FC29C85A25E}" dt="2024-03-05T02:17:00.113" v="11638" actId="47"/>
        <pc:sldMkLst>
          <pc:docMk/>
          <pc:sldMk cId="1743261416" sldId="3318"/>
        </pc:sldMkLst>
      </pc:sldChg>
      <pc:sldChg chg="del">
        <pc:chgData name="Aurelien Domont" userId="6da7715ce44349b3" providerId="LiveId" clId="{76F664A9-58B3-48E0-8B89-8FC29C85A25E}" dt="2024-03-05T02:17:00.113" v="11638" actId="47"/>
        <pc:sldMkLst>
          <pc:docMk/>
          <pc:sldMk cId="1410449565" sldId="3319"/>
        </pc:sldMkLst>
      </pc:sldChg>
      <pc:sldChg chg="new add del">
        <pc:chgData name="Aurelien Domont" userId="6da7715ce44349b3" providerId="LiveId" clId="{76F664A9-58B3-48E0-8B89-8FC29C85A25E}" dt="2024-03-05T02:17:01.948" v="11639" actId="47"/>
        <pc:sldMkLst>
          <pc:docMk/>
          <pc:sldMk cId="1947354837" sldId="3320"/>
        </pc:sldMkLst>
      </pc:sldChg>
      <pc:sldChg chg="add del">
        <pc:chgData name="Aurelien Domont" userId="6da7715ce44349b3" providerId="LiveId" clId="{76F664A9-58B3-48E0-8B89-8FC29C85A25E}" dt="2024-03-04T04:58:48.873" v="1946" actId="47"/>
        <pc:sldMkLst>
          <pc:docMk/>
          <pc:sldMk cId="1737230721" sldId="3321"/>
        </pc:sldMkLst>
      </pc:sldChg>
      <pc:sldChg chg="add del">
        <pc:chgData name="Aurelien Domont" userId="6da7715ce44349b3" providerId="LiveId" clId="{76F664A9-58B3-48E0-8B89-8FC29C85A25E}" dt="2024-03-04T04:58:47.210" v="1945" actId="47"/>
        <pc:sldMkLst>
          <pc:docMk/>
          <pc:sldMk cId="244796254" sldId="3322"/>
        </pc:sldMkLst>
      </pc:sldChg>
      <pc:sldChg chg="addSp modSp add del mod">
        <pc:chgData name="Aurelien Domont" userId="6da7715ce44349b3" providerId="LiveId" clId="{76F664A9-58B3-48E0-8B89-8FC29C85A25E}" dt="2024-03-04T05:02:17.430" v="1972" actId="47"/>
        <pc:sldMkLst>
          <pc:docMk/>
          <pc:sldMk cId="3987293963" sldId="3323"/>
        </pc:sldMkLst>
      </pc:sldChg>
      <pc:sldChg chg="modSp add mod ord">
        <pc:chgData name="Aurelien Domont" userId="6da7715ce44349b3" providerId="LiveId" clId="{76F664A9-58B3-48E0-8B89-8FC29C85A25E}" dt="2024-03-15T04:12:08.832" v="12634" actId="20577"/>
        <pc:sldMkLst>
          <pc:docMk/>
          <pc:sldMk cId="3282983651" sldId="3324"/>
        </pc:sldMkLst>
      </pc:sldChg>
      <pc:sldChg chg="addSp delSp modSp add del mod ord">
        <pc:chgData name="Aurelien Domont" userId="6da7715ce44349b3" providerId="LiveId" clId="{76F664A9-58B3-48E0-8B89-8FC29C85A25E}" dt="2024-03-04T06:16:23.038" v="2314" actId="47"/>
        <pc:sldMkLst>
          <pc:docMk/>
          <pc:sldMk cId="1791419906" sldId="3325"/>
        </pc:sldMkLst>
      </pc:sldChg>
      <pc:sldChg chg="add del">
        <pc:chgData name="Aurelien Domont" userId="6da7715ce44349b3" providerId="LiveId" clId="{76F664A9-58B3-48E0-8B89-8FC29C85A25E}" dt="2024-03-05T00:27:38.054" v="10658" actId="47"/>
        <pc:sldMkLst>
          <pc:docMk/>
          <pc:sldMk cId="2480822360" sldId="3326"/>
        </pc:sldMkLst>
      </pc:sldChg>
      <pc:sldChg chg="addSp delSp modSp add del mod">
        <pc:chgData name="Aurelien Domont" userId="6da7715ce44349b3" providerId="LiveId" clId="{76F664A9-58B3-48E0-8B89-8FC29C85A25E}" dt="2024-03-04T23:54:40.964" v="8426" actId="47"/>
        <pc:sldMkLst>
          <pc:docMk/>
          <pc:sldMk cId="2075962147" sldId="3327"/>
        </pc:sldMkLst>
      </pc:sldChg>
      <pc:sldChg chg="addSp delSp modSp add mod">
        <pc:chgData name="Aurelien Domont" userId="6da7715ce44349b3" providerId="LiveId" clId="{76F664A9-58B3-48E0-8B89-8FC29C85A25E}" dt="2024-03-05T02:52:45.617" v="12475" actId="207"/>
        <pc:sldMkLst>
          <pc:docMk/>
          <pc:sldMk cId="1599276248" sldId="3328"/>
        </pc:sldMkLst>
      </pc:sldChg>
      <pc:sldChg chg="addSp delSp modSp add mod">
        <pc:chgData name="Aurelien Domont" userId="6da7715ce44349b3" providerId="LiveId" clId="{76F664A9-58B3-48E0-8B89-8FC29C85A25E}" dt="2024-03-05T01:16:13.792" v="10661" actId="207"/>
        <pc:sldMkLst>
          <pc:docMk/>
          <pc:sldMk cId="1312295402" sldId="3329"/>
        </pc:sldMkLst>
      </pc:sldChg>
      <pc:sldChg chg="add del">
        <pc:chgData name="Aurelien Domont" userId="6da7715ce44349b3" providerId="LiveId" clId="{76F664A9-58B3-48E0-8B89-8FC29C85A25E}" dt="2024-03-05T00:27:36.594" v="10657" actId="47"/>
        <pc:sldMkLst>
          <pc:docMk/>
          <pc:sldMk cId="76757477" sldId="3330"/>
        </pc:sldMkLst>
      </pc:sldChg>
      <pc:sldChg chg="add del">
        <pc:chgData name="Aurelien Domont" userId="6da7715ce44349b3" providerId="LiveId" clId="{76F664A9-58B3-48E0-8B89-8FC29C85A25E}" dt="2024-03-05T00:12:15.269" v="9604" actId="47"/>
        <pc:sldMkLst>
          <pc:docMk/>
          <pc:sldMk cId="134327798" sldId="3330"/>
        </pc:sldMkLst>
      </pc:sldChg>
      <pc:sldChg chg="add del">
        <pc:chgData name="Aurelien Domont" userId="6da7715ce44349b3" providerId="LiveId" clId="{76F664A9-58B3-48E0-8B89-8FC29C85A25E}" dt="2024-03-05T00:16:23.129" v="9665" actId="47"/>
        <pc:sldMkLst>
          <pc:docMk/>
          <pc:sldMk cId="865208068" sldId="3330"/>
        </pc:sldMkLst>
      </pc:sldChg>
      <pc:sldChg chg="addSp delSp modSp add mod ord">
        <pc:chgData name="Aurelien Domont" userId="6da7715ce44349b3" providerId="LiveId" clId="{76F664A9-58B3-48E0-8B89-8FC29C85A25E}" dt="2024-04-22T02:09:58.184" v="12683" actId="14100"/>
        <pc:sldMkLst>
          <pc:docMk/>
          <pc:sldMk cId="4186461730" sldId="3330"/>
        </pc:sldMkLst>
      </pc:sldChg>
      <pc:sldChg chg="add del">
        <pc:chgData name="Aurelien Domont" userId="6da7715ce44349b3" providerId="LiveId" clId="{76F664A9-58B3-48E0-8B89-8FC29C85A25E}" dt="2024-03-05T00:16:21.857" v="9664" actId="47"/>
        <pc:sldMkLst>
          <pc:docMk/>
          <pc:sldMk cId="1055404481" sldId="3331"/>
        </pc:sldMkLst>
      </pc:sldChg>
      <pc:sldChg chg="addSp delSp modSp add mod">
        <pc:chgData name="Aurelien Domont" userId="6da7715ce44349b3" providerId="LiveId" clId="{76F664A9-58B3-48E0-8B89-8FC29C85A25E}" dt="2024-03-05T02:05:59.917" v="11186" actId="1036"/>
        <pc:sldMkLst>
          <pc:docMk/>
          <pc:sldMk cId="2229361936" sldId="3331"/>
        </pc:sldMkLst>
      </pc:sldChg>
      <pc:sldChg chg="addSp delSp modSp add mod">
        <pc:chgData name="Aurelien Domont" userId="6da7715ce44349b3" providerId="LiveId" clId="{76F664A9-58B3-48E0-8B89-8FC29C85A25E}" dt="2024-03-05T02:27:52.255" v="11943"/>
        <pc:sldMkLst>
          <pc:docMk/>
          <pc:sldMk cId="1241408414" sldId="3332"/>
        </pc:sldMkLst>
      </pc:sldChg>
      <pc:sldChg chg="addSp delSp modSp add mod">
        <pc:chgData name="Aurelien Domont" userId="6da7715ce44349b3" providerId="LiveId" clId="{76F664A9-58B3-48E0-8B89-8FC29C85A25E}" dt="2024-03-05T02:05:47.324" v="11172" actId="1036"/>
        <pc:sldMkLst>
          <pc:docMk/>
          <pc:sldMk cId="694638332" sldId="3333"/>
        </pc:sldMkLst>
      </pc:sldChg>
      <pc:sldChg chg="addSp delSp modSp add mod">
        <pc:chgData name="Aurelien Domont" userId="6da7715ce44349b3" providerId="LiveId" clId="{76F664A9-58B3-48E0-8B89-8FC29C85A25E}" dt="2024-03-05T02:11:31.692" v="11415" actId="1036"/>
        <pc:sldMkLst>
          <pc:docMk/>
          <pc:sldMk cId="343941457" sldId="3334"/>
        </pc:sldMkLst>
      </pc:sldChg>
      <pc:sldChg chg="addSp delSp modSp add mod">
        <pc:chgData name="Aurelien Domont" userId="6da7715ce44349b3" providerId="LiveId" clId="{76F664A9-58B3-48E0-8B89-8FC29C85A25E}" dt="2024-03-05T02:19:49.052" v="11685" actId="571"/>
        <pc:sldMkLst>
          <pc:docMk/>
          <pc:sldMk cId="3950019301" sldId="3335"/>
        </pc:sldMkLst>
      </pc:sldChg>
      <pc:sldChg chg="addSp delSp modSp add mod">
        <pc:chgData name="Aurelien Domont" userId="6da7715ce44349b3" providerId="LiveId" clId="{76F664A9-58B3-48E0-8B89-8FC29C85A25E}" dt="2024-03-05T02:25:47.473" v="11888"/>
        <pc:sldMkLst>
          <pc:docMk/>
          <pc:sldMk cId="2565077382" sldId="3336"/>
        </pc:sldMkLst>
      </pc:sldChg>
      <pc:sldChg chg="addSp delSp modSp add del mod">
        <pc:chgData name="Aurelien Domont" userId="6da7715ce44349b3" providerId="LiveId" clId="{76F664A9-58B3-48E0-8B89-8FC29C85A25E}" dt="2024-03-05T02:56:04.637" v="12574" actId="47"/>
        <pc:sldMkLst>
          <pc:docMk/>
          <pc:sldMk cId="628363431" sldId="3337"/>
        </pc:sldMkLst>
      </pc:sldChg>
      <pc:sldChg chg="modSp add del mod">
        <pc:chgData name="Aurelien Domont" userId="6da7715ce44349b3" providerId="LiveId" clId="{76F664A9-58B3-48E0-8B89-8FC29C85A25E}" dt="2024-03-05T02:50:03.905" v="12426" actId="47"/>
        <pc:sldMkLst>
          <pc:docMk/>
          <pc:sldMk cId="954169330" sldId="3337"/>
        </pc:sldMkLst>
      </pc:sldChg>
      <pc:sldChg chg="modSp add del mod">
        <pc:chgData name="Aurelien Domont" userId="6da7715ce44349b3" providerId="LiveId" clId="{76F664A9-58B3-48E0-8B89-8FC29C85A25E}" dt="2024-03-05T02:46:29.313" v="12375" actId="47"/>
        <pc:sldMkLst>
          <pc:docMk/>
          <pc:sldMk cId="3068950677" sldId="3337"/>
        </pc:sldMkLst>
      </pc:sldChg>
      <pc:sldChg chg="addSp modSp add del mod">
        <pc:chgData name="Aurelien Domont" userId="6da7715ce44349b3" providerId="LiveId" clId="{76F664A9-58B3-48E0-8B89-8FC29C85A25E}" dt="2024-03-05T04:36:05.807" v="12604" actId="47"/>
        <pc:sldMkLst>
          <pc:docMk/>
          <pc:sldMk cId="3465785373" sldId="3337"/>
        </pc:sldMkLst>
      </pc:sldChg>
      <pc:sldMasterChg chg="delSldLayout">
        <pc:chgData name="Aurelien Domont" userId="6da7715ce44349b3" providerId="LiveId" clId="{76F664A9-58B3-48E0-8B89-8FC29C85A25E}" dt="2024-03-05T03:01:12.329" v="12590" actId="2696"/>
        <pc:sldMasterMkLst>
          <pc:docMk/>
          <pc:sldMasterMk cId="3482721130" sldId="2147483828"/>
        </pc:sldMasterMkLst>
        <pc:sldLayoutChg chg="del">
          <pc:chgData name="Aurelien Domont" userId="6da7715ce44349b3" providerId="LiveId" clId="{76F664A9-58B3-48E0-8B89-8FC29C85A25E}" dt="2024-03-05T03:01:12.329" v="12590" actId="2696"/>
          <pc:sldLayoutMkLst>
            <pc:docMk/>
            <pc:sldMasterMk cId="3482721130" sldId="2147483828"/>
            <pc:sldLayoutMk cId="530578405" sldId="2147483836"/>
          </pc:sldLayoutMkLst>
        </pc:sldLayoutChg>
      </pc:sldMasterChg>
    </pc:docChg>
  </pc:docChgLst>
  <pc:docChgLst>
    <pc:chgData name="Aurelien Domont" userId="6da7715ce44349b3" providerId="LiveId" clId="{22309527-0B3F-4103-B55C-3A02DE10C806}"/>
    <pc:docChg chg="addSld delSld modSld modSection">
      <pc:chgData name="Aurelien Domont" userId="6da7715ce44349b3" providerId="LiveId" clId="{22309527-0B3F-4103-B55C-3A02DE10C806}" dt="2024-02-12T05:46:41.812" v="39"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12T05:46:41.812" v="39" actId="20577"/>
        <pc:sldMkLst>
          <pc:docMk/>
          <pc:sldMk cId="3272444503" sldId="2162"/>
        </pc:sldMkLst>
      </pc:sldChg>
      <pc:sldChg chg="modSp mod">
        <pc:chgData name="Aurelien Domont" userId="6da7715ce44349b3" providerId="LiveId" clId="{22309527-0B3F-4103-B55C-3A02DE10C806}" dt="2024-02-02T05:42:32.189" v="27" actId="20577"/>
        <pc:sldMkLst>
          <pc:docMk/>
          <pc:sldMk cId="1209091634" sldId="2338"/>
        </pc:sldMkLst>
      </pc:sldChg>
      <pc:sldChg chg="modSp mod">
        <pc:chgData name="Aurelien Domont" userId="6da7715ce44349b3" providerId="LiveId" clId="{22309527-0B3F-4103-B55C-3A02DE10C806}" dt="2023-12-14T03:50:44.331" v="18" actId="20577"/>
        <pc:sldMkLst>
          <pc:docMk/>
          <pc:sldMk cId="2246164536" sldId="3289"/>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D6B2C6B8-087B-43B3-8633-024465984332}"/>
    <pc:docChg chg="undo redo custSel addSld delSld modSld sldOrd addSection delSection modSection replTag">
      <pc:chgData name="Aurelien Domont" userId="6da7715ce44349b3" providerId="LiveId" clId="{D6B2C6B8-087B-43B3-8633-024465984332}" dt="2024-03-04T01:51:03.678" v="5311" actId="1076"/>
      <pc:docMkLst>
        <pc:docMk/>
      </pc:docMkLst>
      <pc:sldChg chg="del">
        <pc:chgData name="Aurelien Domont" userId="6da7715ce44349b3" providerId="LiveId" clId="{D6B2C6B8-087B-43B3-8633-024465984332}" dt="2024-02-21T05:55:37.311" v="43" actId="47"/>
        <pc:sldMkLst>
          <pc:docMk/>
          <pc:sldMk cId="3956982643" sldId="526"/>
        </pc:sldMkLst>
      </pc:sldChg>
      <pc:sldChg chg="add del">
        <pc:chgData name="Aurelien Domont" userId="6da7715ce44349b3" providerId="LiveId" clId="{D6B2C6B8-087B-43B3-8633-024465984332}" dt="2024-02-22T00:05:55.467" v="5099"/>
        <pc:sldMkLst>
          <pc:docMk/>
          <pc:sldMk cId="1324642353" sldId="2152"/>
        </pc:sldMkLst>
      </pc:sldChg>
      <pc:sldChg chg="modSp mod ord">
        <pc:chgData name="Aurelien Domont" userId="6da7715ce44349b3" providerId="LiveId" clId="{D6B2C6B8-087B-43B3-8633-024465984332}" dt="2024-02-27T00:12:13.105" v="5308" actId="20577"/>
        <pc:sldMkLst>
          <pc:docMk/>
          <pc:sldMk cId="3272444503" sldId="2162"/>
        </pc:sldMkLst>
      </pc:sldChg>
      <pc:sldChg chg="addSp delSp modSp mod ord">
        <pc:chgData name="Aurelien Domont" userId="6da7715ce44349b3" providerId="LiveId" clId="{D6B2C6B8-087B-43B3-8633-024465984332}" dt="2024-02-22T00:08:49.071" v="5229" actId="20577"/>
        <pc:sldMkLst>
          <pc:docMk/>
          <pc:sldMk cId="1209091634" sldId="2338"/>
        </pc:sldMkLst>
      </pc:sldChg>
      <pc:sldChg chg="addSp delSp modSp mod ord">
        <pc:chgData name="Aurelien Domont" userId="6da7715ce44349b3" providerId="LiveId" clId="{D6B2C6B8-087B-43B3-8633-024465984332}" dt="2024-02-21T06:37:22.847" v="1832" actId="478"/>
        <pc:sldMkLst>
          <pc:docMk/>
          <pc:sldMk cId="862292938" sldId="2560"/>
        </pc:sldMkLst>
      </pc:sldChg>
      <pc:sldChg chg="modSp mod ord">
        <pc:chgData name="Aurelien Domont" userId="6da7715ce44349b3" providerId="LiveId" clId="{D6B2C6B8-087B-43B3-8633-024465984332}" dt="2024-02-22T00:26:15.990" v="5240" actId="20577"/>
        <pc:sldMkLst>
          <pc:docMk/>
          <pc:sldMk cId="2246164536" sldId="3289"/>
        </pc:sldMkLst>
      </pc:sldChg>
      <pc:sldChg chg="addSp delSp modSp mod ord chgLayout">
        <pc:chgData name="Aurelien Domont" userId="6da7715ce44349b3" providerId="LiveId" clId="{D6B2C6B8-087B-43B3-8633-024465984332}" dt="2024-03-04T01:51:03.678" v="5311" actId="1076"/>
        <pc:sldMkLst>
          <pc:docMk/>
          <pc:sldMk cId="2392440094" sldId="3301"/>
        </pc:sldMkLst>
      </pc:sldChg>
      <pc:sldChg chg="addSp delSp modSp mod ord">
        <pc:chgData name="Aurelien Domont" userId="6da7715ce44349b3" providerId="LiveId" clId="{D6B2C6B8-087B-43B3-8633-024465984332}" dt="2024-02-21T06:10:31.614" v="442"/>
        <pc:sldMkLst>
          <pc:docMk/>
          <pc:sldMk cId="1393908417" sldId="3302"/>
        </pc:sldMkLst>
      </pc:sldChg>
      <pc:sldChg chg="addSp delSp modSp mod ord">
        <pc:chgData name="Aurelien Domont" userId="6da7715ce44349b3" providerId="LiveId" clId="{D6B2C6B8-087B-43B3-8633-024465984332}" dt="2024-02-22T00:01:43.153" v="4965" actId="1035"/>
        <pc:sldMkLst>
          <pc:docMk/>
          <pc:sldMk cId="348420775" sldId="3303"/>
        </pc:sldMkLst>
      </pc:sldChg>
      <pc:sldChg chg="del">
        <pc:chgData name="Aurelien Domont" userId="6da7715ce44349b3" providerId="LiveId" clId="{D6B2C6B8-087B-43B3-8633-024465984332}" dt="2024-02-22T00:06:41.821" v="5216" actId="47"/>
        <pc:sldMkLst>
          <pc:docMk/>
          <pc:sldMk cId="2666055795" sldId="3304"/>
        </pc:sldMkLst>
      </pc:sldChg>
      <pc:sldChg chg="del">
        <pc:chgData name="Aurelien Domont" userId="6da7715ce44349b3" providerId="LiveId" clId="{D6B2C6B8-087B-43B3-8633-024465984332}" dt="2024-02-22T00:06:41.821" v="5216" actId="47"/>
        <pc:sldMkLst>
          <pc:docMk/>
          <pc:sldMk cId="957674206" sldId="3305"/>
        </pc:sldMkLst>
      </pc:sldChg>
      <pc:sldChg chg="del">
        <pc:chgData name="Aurelien Domont" userId="6da7715ce44349b3" providerId="LiveId" clId="{D6B2C6B8-087B-43B3-8633-024465984332}" dt="2024-02-22T00:06:41.821" v="5216" actId="47"/>
        <pc:sldMkLst>
          <pc:docMk/>
          <pc:sldMk cId="3006714839" sldId="3306"/>
        </pc:sldMkLst>
      </pc:sldChg>
      <pc:sldChg chg="del">
        <pc:chgData name="Aurelien Domont" userId="6da7715ce44349b3" providerId="LiveId" clId="{D6B2C6B8-087B-43B3-8633-024465984332}" dt="2024-02-22T00:06:41.821" v="5216" actId="47"/>
        <pc:sldMkLst>
          <pc:docMk/>
          <pc:sldMk cId="130198696" sldId="3307"/>
        </pc:sldMkLst>
      </pc:sldChg>
      <pc:sldChg chg="new del">
        <pc:chgData name="Aurelien Domont" userId="6da7715ce44349b3" providerId="LiveId" clId="{D6B2C6B8-087B-43B3-8633-024465984332}" dt="2024-02-22T00:07:17.417" v="5219" actId="47"/>
        <pc:sldMkLst>
          <pc:docMk/>
          <pc:sldMk cId="3327732191" sldId="3308"/>
        </pc:sldMkLst>
      </pc:sldChg>
      <pc:sldChg chg="addSp delSp modSp add mod">
        <pc:chgData name="Aurelien Domont" userId="6da7715ce44349b3" providerId="LiveId" clId="{D6B2C6B8-087B-43B3-8633-024465984332}" dt="2024-02-21T05:55:29.115" v="42" actId="404"/>
        <pc:sldMkLst>
          <pc:docMk/>
          <pc:sldMk cId="3071151777" sldId="3309"/>
        </pc:sldMkLst>
      </pc:sldChg>
      <pc:sldChg chg="add del">
        <pc:chgData name="Aurelien Domont" userId="6da7715ce44349b3" providerId="LiveId" clId="{D6B2C6B8-087B-43B3-8633-024465984332}" dt="2024-02-21T06:11:02.439" v="506" actId="47"/>
        <pc:sldMkLst>
          <pc:docMk/>
          <pc:sldMk cId="2937603694" sldId="3310"/>
        </pc:sldMkLst>
      </pc:sldChg>
      <pc:sldChg chg="addSp delSp modSp add del mod">
        <pc:chgData name="Aurelien Domont" userId="6da7715ce44349b3" providerId="LiveId" clId="{D6B2C6B8-087B-43B3-8633-024465984332}" dt="2024-02-21T06:13:50.927" v="536" actId="47"/>
        <pc:sldMkLst>
          <pc:docMk/>
          <pc:sldMk cId="88484951" sldId="3311"/>
        </pc:sldMkLst>
      </pc:sldChg>
      <pc:sldChg chg="addSp delSp modSp add mod">
        <pc:chgData name="Aurelien Domont" userId="6da7715ce44349b3" providerId="LiveId" clId="{D6B2C6B8-087B-43B3-8633-024465984332}" dt="2024-02-21T06:28:41.263" v="1566" actId="20577"/>
        <pc:sldMkLst>
          <pc:docMk/>
          <pc:sldMk cId="2098415580" sldId="3312"/>
        </pc:sldMkLst>
      </pc:sldChg>
      <pc:sldChg chg="add del">
        <pc:chgData name="Aurelien Domont" userId="6da7715ce44349b3" providerId="LiveId" clId="{D6B2C6B8-087B-43B3-8633-024465984332}" dt="2024-02-21T06:24:31.376" v="1045" actId="47"/>
        <pc:sldMkLst>
          <pc:docMk/>
          <pc:sldMk cId="464964794" sldId="3313"/>
        </pc:sldMkLst>
      </pc:sldChg>
      <pc:sldChg chg="addSp delSp modSp add del mod">
        <pc:chgData name="Aurelien Domont" userId="6da7715ce44349b3" providerId="LiveId" clId="{D6B2C6B8-087B-43B3-8633-024465984332}" dt="2024-02-21T23:21:25.064" v="3329" actId="47"/>
        <pc:sldMkLst>
          <pc:docMk/>
          <pc:sldMk cId="575192933" sldId="3313"/>
        </pc:sldMkLst>
      </pc:sldChg>
      <pc:sldChg chg="addSp delSp modSp add mod">
        <pc:chgData name="Aurelien Domont" userId="6da7715ce44349b3" providerId="LiveId" clId="{D6B2C6B8-087B-43B3-8633-024465984332}" dt="2024-02-21T23:22:31.897" v="3337"/>
        <pc:sldMkLst>
          <pc:docMk/>
          <pc:sldMk cId="696290259" sldId="3313"/>
        </pc:sldMkLst>
      </pc:sldChg>
      <pc:sldChg chg="addSp delSp modSp add mod">
        <pc:chgData name="Aurelien Domont" userId="6da7715ce44349b3" providerId="LiveId" clId="{D6B2C6B8-087B-43B3-8633-024465984332}" dt="2024-02-22T00:01:38.849" v="4961" actId="1035"/>
        <pc:sldMkLst>
          <pc:docMk/>
          <pc:sldMk cId="804346767" sldId="3314"/>
        </pc:sldMkLst>
      </pc:sldChg>
      <pc:sldChg chg="addSp delSp modSp add mod">
        <pc:chgData name="Aurelien Domont" userId="6da7715ce44349b3" providerId="LiveId" clId="{D6B2C6B8-087B-43B3-8633-024465984332}" dt="2024-02-22T00:01:34.008" v="4957" actId="1035"/>
        <pc:sldMkLst>
          <pc:docMk/>
          <pc:sldMk cId="1371543036" sldId="3315"/>
        </pc:sldMkLst>
      </pc:sldChg>
      <pc:sldChg chg="addSp delSp modSp add mod">
        <pc:chgData name="Aurelien Domont" userId="6da7715ce44349b3" providerId="LiveId" clId="{D6B2C6B8-087B-43B3-8633-024465984332}" dt="2024-02-22T00:01:28.922" v="4953" actId="1035"/>
        <pc:sldMkLst>
          <pc:docMk/>
          <pc:sldMk cId="441079416" sldId="3316"/>
        </pc:sldMkLst>
      </pc:sldChg>
      <pc:sldChg chg="addSp delSp modSp add mod">
        <pc:chgData name="Aurelien Domont" userId="6da7715ce44349b3" providerId="LiveId" clId="{D6B2C6B8-087B-43B3-8633-024465984332}" dt="2024-02-22T00:03:03.791" v="4973" actId="108"/>
        <pc:sldMkLst>
          <pc:docMk/>
          <pc:sldMk cId="2570003898" sldId="3317"/>
        </pc:sldMkLst>
      </pc:sldChg>
      <pc:sldChg chg="addSp delSp modSp add mod">
        <pc:chgData name="Aurelien Domont" userId="6da7715ce44349b3" providerId="LiveId" clId="{D6B2C6B8-087B-43B3-8633-024465984332}" dt="2024-02-22T00:04:50.614" v="5095" actId="108"/>
        <pc:sldMkLst>
          <pc:docMk/>
          <pc:sldMk cId="1743261416" sldId="3318"/>
        </pc:sldMkLst>
      </pc:sldChg>
      <pc:sldChg chg="addSp delSp modSp add mod">
        <pc:chgData name="Aurelien Domont" userId="6da7715ce44349b3" providerId="LiveId" clId="{D6B2C6B8-087B-43B3-8633-024465984332}" dt="2024-02-22T00:06:34.585" v="5215" actId="108"/>
        <pc:sldMkLst>
          <pc:docMk/>
          <pc:sldMk cId="1410449565" sldId="3319"/>
        </pc:sldMkLst>
      </pc:sld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modSp mod">
        <pc:chgData name="Aurelien Domont" userId="6da7715ce44349b3" providerId="LiveId" clId="{131BB8E8-1659-49D0-9117-5008174AAE79}" dt="2023-12-06T02:43:09.617" v="6029" actId="20577"/>
        <pc:sldMkLst>
          <pc:docMk/>
          <pc:sldMk cId="2246164536" sldId="3289"/>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docChgLst>
    <pc:chgData name="Aurelien Domont" userId="6da7715ce44349b3" providerId="LiveId" clId="{6FD91D10-71B6-448B-9F97-4801C0933F0F}"/>
    <pc:docChg chg="custSel addSld modSld">
      <pc:chgData name="Aurelien Domont" userId="6da7715ce44349b3" providerId="LiveId" clId="{6FD91D10-71B6-448B-9F97-4801C0933F0F}" dt="2025-07-02T03:01:49.999" v="8"/>
      <pc:docMkLst>
        <pc:docMk/>
      </pc:docMkLst>
      <pc:sldChg chg="add">
        <pc:chgData name="Aurelien Domont" userId="6da7715ce44349b3" providerId="LiveId" clId="{6FD91D10-71B6-448B-9F97-4801C0933F0F}" dt="2025-07-02T03:01:49.999" v="8"/>
        <pc:sldMkLst>
          <pc:docMk/>
          <pc:sldMk cId="3902384193" sldId="532"/>
        </pc:sldMkLst>
      </pc:sldChg>
      <pc:sldChg chg="addSp delSp modSp add mod">
        <pc:chgData name="Aurelien Domont" userId="6da7715ce44349b3" providerId="LiveId" clId="{6FD91D10-71B6-448B-9F97-4801C0933F0F}" dt="2025-07-02T02:58:26.706" v="7"/>
        <pc:sldMkLst>
          <pc:docMk/>
          <pc:sldMk cId="3892113266" sldId="3377"/>
        </pc:sldMkLst>
        <pc:spChg chg="mod">
          <ac:chgData name="Aurelien Domont" userId="6da7715ce44349b3" providerId="LiveId" clId="{6FD91D10-71B6-448B-9F97-4801C0933F0F}" dt="2025-07-02T02:57:56.837" v="4" actId="27636"/>
          <ac:spMkLst>
            <pc:docMk/>
            <pc:sldMk cId="3892113266" sldId="3377"/>
            <ac:spMk id="2" creationId="{80848328-A156-B728-0E7B-DBD9A3015AFF}"/>
          </ac:spMkLst>
        </pc:spChg>
        <pc:spChg chg="mod">
          <ac:chgData name="Aurelien Domont" userId="6da7715ce44349b3" providerId="LiveId" clId="{6FD91D10-71B6-448B-9F97-4801C0933F0F}" dt="2025-07-02T02:58:21.034" v="5"/>
          <ac:spMkLst>
            <pc:docMk/>
            <pc:sldMk cId="3892113266" sldId="3377"/>
            <ac:spMk id="14" creationId="{ABF9D4B2-53D2-60E9-FECC-79B008226F65}"/>
          </ac:spMkLst>
        </pc:spChg>
        <pc:picChg chg="add mod">
          <ac:chgData name="Aurelien Domont" userId="6da7715ce44349b3" providerId="LiveId" clId="{6FD91D10-71B6-448B-9F97-4801C0933F0F}" dt="2025-07-02T02:58:26.706" v="7"/>
          <ac:picMkLst>
            <pc:docMk/>
            <pc:sldMk cId="3892113266" sldId="3377"/>
            <ac:picMk id="10" creationId="{E96BED90-D4F4-4E89-D037-9E127D827E4D}"/>
          </ac:picMkLst>
        </pc:picChg>
        <pc:picChg chg="del">
          <ac:chgData name="Aurelien Domont" userId="6da7715ce44349b3" providerId="LiveId" clId="{6FD91D10-71B6-448B-9F97-4801C0933F0F}" dt="2025-07-02T02:58:26.333" v="6" actId="478"/>
          <ac:picMkLst>
            <pc:docMk/>
            <pc:sldMk cId="3892113266" sldId="3377"/>
            <ac:picMk id="17" creationId="{1EE5AC12-F00C-61C3-8EF9-F68A052AD79D}"/>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2137079608343976E-2"/>
          <c:y val="0.12164296998420221"/>
          <c:w val="0.95572584078331202"/>
          <c:h val="0.79186413902053709"/>
        </c:manualLayout>
      </c:layout>
      <c:barChart>
        <c:barDir val="col"/>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C23C-4C1C-BC6F-D7CEB56693AC}"/>
              </c:ext>
            </c:extLst>
          </c:dPt>
          <c:dLbls>
            <c:dLbl>
              <c:idx val="0"/>
              <c:layout>
                <c:manualLayout>
                  <c:x val="0"/>
                  <c:y val="-0.19707740916271721"/>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23C-4C1C-BC6F-D7CEB56693AC}"/>
                </c:ext>
              </c:extLst>
            </c:dLbl>
            <c:dLbl>
              <c:idx val="1"/>
              <c:layout>
                <c:manualLayout>
                  <c:x val="0"/>
                  <c:y val="-0.43127962085308058"/>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23C-4C1C-BC6F-D7CEB56693A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28.999999999999996</c:v>
                </c:pt>
                <c:pt idx="1">
                  <c:v>71</c:v>
                </c:pt>
              </c:numCache>
            </c:numRef>
          </c:val>
          <c:extLst>
            <c:ext xmlns:c16="http://schemas.microsoft.com/office/drawing/2014/chart" uri="{C3380CC4-5D6E-409C-BE32-E72D297353CC}">
              <c16:uniqueId val="{00000002-C23C-4C1C-BC6F-D7CEB56693AC}"/>
            </c:ext>
          </c:extLst>
        </c:ser>
        <c:dLbls>
          <c:showLegendKey val="0"/>
          <c:showVal val="0"/>
          <c:showCatName val="0"/>
          <c:showSerName val="0"/>
          <c:showPercent val="0"/>
          <c:showBubbleSize val="0"/>
        </c:dLbls>
        <c:gapWidth val="80"/>
        <c:overlap val="100"/>
        <c:axId val="1531154080"/>
        <c:axId val="1"/>
      </c:barChart>
      <c:catAx>
        <c:axId val="153115408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1"/>
          <c:min val="0"/>
        </c:scaling>
        <c:delete val="1"/>
        <c:axPos val="l"/>
        <c:numFmt formatCode="General" sourceLinked="1"/>
        <c:majorTickMark val="out"/>
        <c:minorTickMark val="none"/>
        <c:tickLblPos val="nextTo"/>
        <c:crossAx val="1531154080"/>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9541547277936961E-2"/>
          <c:y val="7.5231879079354178E-2"/>
          <c:w val="0.76790830945558741"/>
          <c:h val="0.84953624184129162"/>
        </c:manualLayout>
      </c:layout>
      <c:barChart>
        <c:barDir val="bar"/>
        <c:grouping val="stacked"/>
        <c:varyColors val="0"/>
        <c:ser>
          <c:idx val="0"/>
          <c:order val="0"/>
          <c:spPr>
            <a:solidFill>
              <a:schemeClr val="accent1"/>
            </a:solidFill>
            <a:ln>
              <a:noFill/>
            </a:ln>
          </c:spPr>
          <c:invertIfNegative val="0"/>
          <c:dPt>
            <c:idx val="3"/>
            <c:invertIfNegative val="0"/>
            <c:bubble3D val="0"/>
            <c:spPr>
              <a:solidFill>
                <a:schemeClr val="bg2"/>
              </a:solidFill>
              <a:ln>
                <a:noFill/>
              </a:ln>
            </c:spPr>
            <c:extLst>
              <c:ext xmlns:c16="http://schemas.microsoft.com/office/drawing/2014/chart" uri="{C3380CC4-5D6E-409C-BE32-E72D297353CC}">
                <c16:uniqueId val="{00000000-FEE6-48B5-8BCF-65A6FD0F0098}"/>
              </c:ext>
            </c:extLst>
          </c:dPt>
          <c:dPt>
            <c:idx val="4"/>
            <c:invertIfNegative val="0"/>
            <c:bubble3D val="0"/>
            <c:spPr>
              <a:solidFill>
                <a:schemeClr val="bg2"/>
              </a:solidFill>
              <a:ln>
                <a:noFill/>
              </a:ln>
            </c:spPr>
            <c:extLst>
              <c:ext xmlns:c16="http://schemas.microsoft.com/office/drawing/2014/chart" uri="{C3380CC4-5D6E-409C-BE32-E72D297353CC}">
                <c16:uniqueId val="{00000001-FEE6-48B5-8BCF-65A6FD0F0098}"/>
              </c:ext>
            </c:extLst>
          </c:dPt>
          <c:dPt>
            <c:idx val="5"/>
            <c:invertIfNegative val="0"/>
            <c:bubble3D val="0"/>
            <c:spPr>
              <a:solidFill>
                <a:schemeClr val="bg2"/>
              </a:solidFill>
              <a:ln>
                <a:noFill/>
              </a:ln>
            </c:spPr>
            <c:extLst>
              <c:ext xmlns:c16="http://schemas.microsoft.com/office/drawing/2014/chart" uri="{C3380CC4-5D6E-409C-BE32-E72D297353CC}">
                <c16:uniqueId val="{00000002-FEE6-48B5-8BCF-65A6FD0F0098}"/>
              </c:ext>
            </c:extLst>
          </c:dPt>
          <c:dLbls>
            <c:dLbl>
              <c:idx val="0"/>
              <c:layout>
                <c:manualLayout>
                  <c:x val="0.47679083094555874"/>
                  <c:y val="1.3740982480247338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EE6-48B5-8BCF-65A6FD0F0098}"/>
                </c:ext>
              </c:extLst>
            </c:dLbl>
            <c:dLbl>
              <c:idx val="1"/>
              <c:layout>
                <c:manualLayout>
                  <c:x val="0.31575931232091692"/>
                  <c:y val="1.3740982480247338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FEE6-48B5-8BCF-65A6FD0F0098}"/>
                </c:ext>
              </c:extLst>
            </c:dLbl>
            <c:dLbl>
              <c:idx val="2"/>
              <c:layout>
                <c:manualLayout>
                  <c:x val="0.31575931232091692"/>
                  <c:y val="1.3740982480247338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FEE6-48B5-8BCF-65A6FD0F0098}"/>
                </c:ext>
              </c:extLst>
            </c:dLbl>
            <c:dLbl>
              <c:idx val="3"/>
              <c:layout>
                <c:manualLayout>
                  <c:x val="0.2166189111747851"/>
                  <c:y val="1.3740982480247338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EE6-48B5-8BCF-65A6FD0F0098}"/>
                </c:ext>
              </c:extLst>
            </c:dLbl>
            <c:dLbl>
              <c:idx val="4"/>
              <c:layout>
                <c:manualLayout>
                  <c:x val="0.17134670487106018"/>
                  <c:y val="1.3740982480247338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EE6-48B5-8BCF-65A6FD0F0098}"/>
                </c:ext>
              </c:extLst>
            </c:dLbl>
            <c:dLbl>
              <c:idx val="5"/>
              <c:layout>
                <c:manualLayout>
                  <c:x val="0.12206303724928366"/>
                  <c:y val="1.3740982480247338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FEE6-48B5-8BCF-65A6FD0F009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Sheet1!$A$1:$F$1</c:f>
              <c:numCache>
                <c:formatCode>General</c:formatCode>
                <c:ptCount val="6"/>
                <c:pt idx="0">
                  <c:v>31</c:v>
                </c:pt>
                <c:pt idx="1">
                  <c:v>18</c:v>
                </c:pt>
                <c:pt idx="2">
                  <c:v>18</c:v>
                </c:pt>
                <c:pt idx="3">
                  <c:v>10</c:v>
                </c:pt>
                <c:pt idx="4">
                  <c:v>8</c:v>
                </c:pt>
                <c:pt idx="5">
                  <c:v>4</c:v>
                </c:pt>
              </c:numCache>
            </c:numRef>
          </c:val>
          <c:extLst>
            <c:ext xmlns:c16="http://schemas.microsoft.com/office/drawing/2014/chart" uri="{C3380CC4-5D6E-409C-BE32-E72D297353CC}">
              <c16:uniqueId val="{00000006-FEE6-48B5-8BCF-65A6FD0F0098}"/>
            </c:ext>
          </c:extLst>
        </c:ser>
        <c:dLbls>
          <c:showLegendKey val="0"/>
          <c:showVal val="0"/>
          <c:showCatName val="0"/>
          <c:showSerName val="0"/>
          <c:showPercent val="0"/>
          <c:showBubbleSize val="0"/>
        </c:dLbls>
        <c:gapWidth val="80"/>
        <c:overlap val="100"/>
        <c:axId val="1535540656"/>
        <c:axId val="1"/>
      </c:barChart>
      <c:catAx>
        <c:axId val="1535540656"/>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1"/>
          <c:min val="0"/>
        </c:scaling>
        <c:delete val="1"/>
        <c:axPos val="t"/>
        <c:numFmt formatCode="General" sourceLinked="1"/>
        <c:majorTickMark val="out"/>
        <c:minorTickMark val="none"/>
        <c:tickLblPos val="nextTo"/>
        <c:crossAx val="1535540656"/>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7/2/2025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7/2/2025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14669514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5DD15-0BB9-7D66-1D8A-0E07C969C0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760055-B16A-9CDA-B406-69B7837326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A28CE6-88C3-99E5-BCD5-6FA6CF0018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10D339-2EB5-EB21-F996-2F76877DED8A}"/>
              </a:ext>
            </a:extLst>
          </p:cNvPr>
          <p:cNvSpPr>
            <a:spLocks noGrp="1"/>
          </p:cNvSpPr>
          <p:nvPr>
            <p:ph type="sldNum" sz="quarter" idx="5"/>
          </p:nvPr>
        </p:nvSpPr>
        <p:spPr/>
        <p:txBody>
          <a:bodyPr/>
          <a:lstStyle/>
          <a:p>
            <a:fld id="{DF61EA0F-A667-4B49-8422-0062BC55E249}" type="slidenum">
              <a:rPr lang="en-US" smtClean="0"/>
              <a:pPr/>
              <a:t>5</a:t>
            </a:fld>
            <a:endParaRPr lang="en-US" dirty="0"/>
          </a:p>
        </p:txBody>
      </p:sp>
    </p:spTree>
    <p:extLst>
      <p:ext uri="{BB962C8B-B14F-4D97-AF65-F5344CB8AC3E}">
        <p14:creationId xmlns:p14="http://schemas.microsoft.com/office/powerpoint/2010/main" val="386270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D668A-0229-8830-DC3F-0081352559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C5A87E-8CB3-BA12-7C0D-FDE0311945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AEA90-FF13-B983-79D6-8D73B2F581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17D5BD-A986-E2CE-3EE9-ED9E0DA8DFDF}"/>
              </a:ext>
            </a:extLst>
          </p:cNvPr>
          <p:cNvSpPr>
            <a:spLocks noGrp="1"/>
          </p:cNvSpPr>
          <p:nvPr>
            <p:ph type="sldNum" sz="quarter" idx="5"/>
          </p:nvPr>
        </p:nvSpPr>
        <p:spPr/>
        <p:txBody>
          <a:bodyPr/>
          <a:lstStyle/>
          <a:p>
            <a:fld id="{DF61EA0F-A667-4B49-8422-0062BC55E249}" type="slidenum">
              <a:rPr lang="en-US" smtClean="0"/>
              <a:pPr/>
              <a:t>6</a:t>
            </a:fld>
            <a:endParaRPr lang="en-US" dirty="0"/>
          </a:p>
        </p:txBody>
      </p:sp>
    </p:spTree>
    <p:extLst>
      <p:ext uri="{BB962C8B-B14F-4D97-AF65-F5344CB8AC3E}">
        <p14:creationId xmlns:p14="http://schemas.microsoft.com/office/powerpoint/2010/main" val="1306312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DBA86-0919-1E58-6DB0-0E0B8E252E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D0457-3423-CDB5-658E-71B4B24AA1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F4AACB-9067-77AD-4096-C4F23813F9A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DA6C07C-9834-7FFA-A4F5-BFDE62A08197}"/>
              </a:ext>
            </a:extLst>
          </p:cNvPr>
          <p:cNvSpPr>
            <a:spLocks noGrp="1"/>
          </p:cNvSpPr>
          <p:nvPr>
            <p:ph type="sldNum" sz="quarter" idx="5"/>
          </p:nvPr>
        </p:nvSpPr>
        <p:spPr/>
        <p:txBody>
          <a:bodyPr/>
          <a:lstStyle/>
          <a:p>
            <a:fld id="{DF61EA0F-A667-4B49-8422-0062BC55E249}" type="slidenum">
              <a:rPr lang="en-US" smtClean="0"/>
              <a:t>7</a:t>
            </a:fld>
            <a:endParaRPr lang="en-US" dirty="0"/>
          </a:p>
        </p:txBody>
      </p:sp>
    </p:spTree>
    <p:extLst>
      <p:ext uri="{BB962C8B-B14F-4D97-AF65-F5344CB8AC3E}">
        <p14:creationId xmlns:p14="http://schemas.microsoft.com/office/powerpoint/2010/main" val="2971223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F61EA0F-A667-4B49-8422-0062BC55E249}" type="slidenum">
              <a:rPr lang="en-US" smtClean="0"/>
              <a:t>8</a:t>
            </a:fld>
            <a:endParaRPr lang="en-US" dirty="0"/>
          </a:p>
        </p:txBody>
      </p:sp>
    </p:spTree>
    <p:extLst>
      <p:ext uri="{BB962C8B-B14F-4D97-AF65-F5344CB8AC3E}">
        <p14:creationId xmlns:p14="http://schemas.microsoft.com/office/powerpoint/2010/main" val="1548267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A24EB-3438-FD93-0423-F9E10688F9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04C04-627F-FCC3-866B-A52356DCEA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EDCF62-9D4B-C4E8-8BC8-E4D9B284F0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9257B7-DC64-FE3B-2585-4175F0DC5221}"/>
              </a:ext>
            </a:extLst>
          </p:cNvPr>
          <p:cNvSpPr>
            <a:spLocks noGrp="1"/>
          </p:cNvSpPr>
          <p:nvPr>
            <p:ph type="sldNum" sz="quarter" idx="5"/>
          </p:nvPr>
        </p:nvSpPr>
        <p:spPr/>
        <p:txBody>
          <a:bodyPr/>
          <a:lstStyle/>
          <a:p>
            <a:fld id="{DF61EA0F-A667-4B49-8422-0062BC55E249}" type="slidenum">
              <a:rPr lang="en-US" smtClean="0"/>
              <a:pPr/>
              <a:t>9</a:t>
            </a:fld>
            <a:endParaRPr lang="en-US" dirty="0"/>
          </a:p>
        </p:txBody>
      </p:sp>
    </p:spTree>
    <p:extLst>
      <p:ext uri="{BB962C8B-B14F-4D97-AF65-F5344CB8AC3E}">
        <p14:creationId xmlns:p14="http://schemas.microsoft.com/office/powerpoint/2010/main" val="3779251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17</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18</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20</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21</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22</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23</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domontconsulting.com/" TargetMode="External"/><Relationship Id="rId3" Type="http://schemas.openxmlformats.org/officeDocument/2006/relationships/slideLayout" Target="../slideLayouts/slideLayout3.xml"/><Relationship Id="rId7" Type="http://schemas.openxmlformats.org/officeDocument/2006/relationships/image" Target="../media/image4.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notesSlide" Target="../notesSlides/notesSlide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notesSlide" Target="../notesSlides/notesSlide2.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3.emf"/><Relationship Id="rId10" Type="http://schemas.openxmlformats.org/officeDocument/2006/relationships/image" Target="../media/image10.png"/><Relationship Id="rId4" Type="http://schemas.openxmlformats.org/officeDocument/2006/relationships/oleObject" Target="../embeddings/oleObject4.bin"/><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5.jpg"/><Relationship Id="rId5" Type="http://schemas.openxmlformats.org/officeDocument/2006/relationships/image" Target="../media/image1.emf"/><Relationship Id="rId10" Type="http://schemas.openxmlformats.org/officeDocument/2006/relationships/image" Target="../media/image5.png"/><Relationship Id="rId4" Type="http://schemas.openxmlformats.org/officeDocument/2006/relationships/oleObject" Target="../embeddings/oleObject5.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oleObject" Target="../embeddings/oleObject6.bin"/><Relationship Id="rId18" Type="http://schemas.openxmlformats.org/officeDocument/2006/relationships/image" Target="../media/image19.svg"/><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slideLayout" Target="../slideLayouts/slideLayout1.xml"/><Relationship Id="rId17" Type="http://schemas.openxmlformats.org/officeDocument/2006/relationships/image" Target="../media/image18.png"/><Relationship Id="rId2" Type="http://schemas.openxmlformats.org/officeDocument/2006/relationships/tags" Target="../tags/tag17.xml"/><Relationship Id="rId16" Type="http://schemas.openxmlformats.org/officeDocument/2006/relationships/chart" Target="../charts/chart2.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5" Type="http://schemas.openxmlformats.org/officeDocument/2006/relationships/tags" Target="../tags/tag20.xml"/><Relationship Id="rId15" Type="http://schemas.openxmlformats.org/officeDocument/2006/relationships/chart" Target="../charts/chart1.xml"/><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image" Target="../media/image17.emf"/></Relationships>
</file>

<file path=ppt/slides/_rels/slide5.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slideLayout" Target="../slideLayouts/slideLayout1.xml"/><Relationship Id="rId21" Type="http://schemas.openxmlformats.org/officeDocument/2006/relationships/image" Target="../media/image34.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png"/><Relationship Id="rId25" Type="http://schemas.openxmlformats.org/officeDocument/2006/relationships/image" Target="../media/image38.png"/><Relationship Id="rId2" Type="http://schemas.openxmlformats.org/officeDocument/2006/relationships/tags" Target="../tags/tag28.xml"/><Relationship Id="rId16" Type="http://schemas.openxmlformats.org/officeDocument/2006/relationships/image" Target="../media/image29.svg"/><Relationship Id="rId20" Type="http://schemas.openxmlformats.org/officeDocument/2006/relationships/image" Target="../media/image33.svg"/><Relationship Id="rId1" Type="http://schemas.openxmlformats.org/officeDocument/2006/relationships/tags" Target="../tags/tag27.xml"/><Relationship Id="rId6" Type="http://schemas.openxmlformats.org/officeDocument/2006/relationships/image" Target="../media/image3.emf"/><Relationship Id="rId11" Type="http://schemas.openxmlformats.org/officeDocument/2006/relationships/image" Target="../media/image24.png"/><Relationship Id="rId24" Type="http://schemas.openxmlformats.org/officeDocument/2006/relationships/image" Target="../media/image37.png"/><Relationship Id="rId5" Type="http://schemas.openxmlformats.org/officeDocument/2006/relationships/oleObject" Target="../embeddings/oleObject7.bin"/><Relationship Id="rId15" Type="http://schemas.openxmlformats.org/officeDocument/2006/relationships/image" Target="../media/image28.png"/><Relationship Id="rId23" Type="http://schemas.openxmlformats.org/officeDocument/2006/relationships/image" Target="../media/image36.png"/><Relationship Id="rId10" Type="http://schemas.openxmlformats.org/officeDocument/2006/relationships/image" Target="../media/image23.svg"/><Relationship Id="rId19" Type="http://schemas.openxmlformats.org/officeDocument/2006/relationships/image" Target="../media/image32.png"/><Relationship Id="rId4" Type="http://schemas.openxmlformats.org/officeDocument/2006/relationships/notesSlide" Target="../notesSlides/notesSlide4.xml"/><Relationship Id="rId9" Type="http://schemas.openxmlformats.org/officeDocument/2006/relationships/image" Target="../media/image22.png"/><Relationship Id="rId14" Type="http://schemas.openxmlformats.org/officeDocument/2006/relationships/image" Target="../media/image27.svg"/><Relationship Id="rId22" Type="http://schemas.openxmlformats.org/officeDocument/2006/relationships/image" Target="../media/image3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29.xml"/><Relationship Id="rId5" Type="http://schemas.openxmlformats.org/officeDocument/2006/relationships/image" Target="../media/image3.emf"/><Relationship Id="rId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svg"/><Relationship Id="rId3" Type="http://schemas.openxmlformats.org/officeDocument/2006/relationships/notesSlide" Target="../notesSlides/notesSlide6.xml"/><Relationship Id="rId7" Type="http://schemas.openxmlformats.org/officeDocument/2006/relationships/image" Target="../media/image40.svg"/><Relationship Id="rId12" Type="http://schemas.openxmlformats.org/officeDocument/2006/relationships/image" Target="../media/image45.png"/><Relationship Id="rId17" Type="http://schemas.openxmlformats.org/officeDocument/2006/relationships/image" Target="../media/image50.svg"/><Relationship Id="rId2" Type="http://schemas.openxmlformats.org/officeDocument/2006/relationships/slideLayout" Target="../slideLayouts/slideLayout1.xml"/><Relationship Id="rId16" Type="http://schemas.openxmlformats.org/officeDocument/2006/relationships/image" Target="../media/image49.png"/><Relationship Id="rId1" Type="http://schemas.openxmlformats.org/officeDocument/2006/relationships/tags" Target="../tags/tag30.xml"/><Relationship Id="rId6" Type="http://schemas.openxmlformats.org/officeDocument/2006/relationships/image" Target="../media/image39.png"/><Relationship Id="rId11" Type="http://schemas.openxmlformats.org/officeDocument/2006/relationships/image" Target="../media/image44.svg"/><Relationship Id="rId5" Type="http://schemas.openxmlformats.org/officeDocument/2006/relationships/image" Target="../media/image1.emf"/><Relationship Id="rId15" Type="http://schemas.openxmlformats.org/officeDocument/2006/relationships/image" Target="../media/image48.svg"/><Relationship Id="rId10" Type="http://schemas.openxmlformats.org/officeDocument/2006/relationships/image" Target="../media/image43.png"/><Relationship Id="rId4" Type="http://schemas.openxmlformats.org/officeDocument/2006/relationships/oleObject" Target="../embeddings/oleObject7.bin"/><Relationship Id="rId9" Type="http://schemas.openxmlformats.org/officeDocument/2006/relationships/image" Target="../media/image42.svg"/><Relationship Id="rId14" Type="http://schemas.openxmlformats.org/officeDocument/2006/relationships/image" Target="../media/image47.png"/></Relationships>
</file>

<file path=ppt/slides/_rels/slide8.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notesSlide" Target="../notesSlides/notesSlide7.xml"/><Relationship Id="rId7" Type="http://schemas.openxmlformats.org/officeDocument/2006/relationships/image" Target="../media/image52.svg"/><Relationship Id="rId2" Type="http://schemas.openxmlformats.org/officeDocument/2006/relationships/slideLayout" Target="../slideLayouts/slideLayout1.xml"/><Relationship Id="rId1" Type="http://schemas.openxmlformats.org/officeDocument/2006/relationships/tags" Target="../tags/tag31.xml"/><Relationship Id="rId6" Type="http://schemas.openxmlformats.org/officeDocument/2006/relationships/image" Target="../media/image51.png"/><Relationship Id="rId11" Type="http://schemas.openxmlformats.org/officeDocument/2006/relationships/image" Target="../media/image56.svg"/><Relationship Id="rId5" Type="http://schemas.openxmlformats.org/officeDocument/2006/relationships/image" Target="../media/image1.emf"/><Relationship Id="rId10" Type="http://schemas.openxmlformats.org/officeDocument/2006/relationships/image" Target="../media/image55.png"/><Relationship Id="rId4" Type="http://schemas.openxmlformats.org/officeDocument/2006/relationships/oleObject" Target="../embeddings/oleObject8.bin"/><Relationship Id="rId9" Type="http://schemas.openxmlformats.org/officeDocument/2006/relationships/image" Target="../media/image54.sv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32.xml"/><Relationship Id="rId5" Type="http://schemas.openxmlformats.org/officeDocument/2006/relationships/image" Target="../media/image1.emf"/><Relationship Id="rId4"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image" Target="../media/image58.png"/><Relationship Id="rId2" Type="http://schemas.openxmlformats.org/officeDocument/2006/relationships/slideLayout" Target="../slideLayouts/slideLayout1.xml"/><Relationship Id="rId1" Type="http://schemas.openxmlformats.org/officeDocument/2006/relationships/tags" Target="../tags/tag33.xml"/><Relationship Id="rId6" Type="http://schemas.openxmlformats.org/officeDocument/2006/relationships/image" Target="../media/image57.png"/><Relationship Id="rId5" Type="http://schemas.openxmlformats.org/officeDocument/2006/relationships/hyperlink" Target="https://youtu.be/r3YiLW1Ioqg" TargetMode="External"/><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oleObject" Target="../embeddings/oleObject11.bin"/><Relationship Id="rId7" Type="http://schemas.openxmlformats.org/officeDocument/2006/relationships/image" Target="../media/image61.png"/><Relationship Id="rId2" Type="http://schemas.openxmlformats.org/officeDocument/2006/relationships/slideLayout" Target="../slideLayouts/slideLayout1.xml"/><Relationship Id="rId1" Type="http://schemas.openxmlformats.org/officeDocument/2006/relationships/tags" Target="../tags/tag3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3.emf"/><Relationship Id="rId9" Type="http://schemas.openxmlformats.org/officeDocument/2006/relationships/image" Target="../media/image62.pn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8.bin"/><Relationship Id="rId7" Type="http://schemas.openxmlformats.org/officeDocument/2006/relationships/image" Target="../media/image64.png"/><Relationship Id="rId2" Type="http://schemas.openxmlformats.org/officeDocument/2006/relationships/slideLayout" Target="../slideLayouts/slideLayout1.xml"/><Relationship Id="rId1" Type="http://schemas.openxmlformats.org/officeDocument/2006/relationships/tags" Target="../tags/tag35.xml"/><Relationship Id="rId6" Type="http://schemas.openxmlformats.org/officeDocument/2006/relationships/image" Target="../media/image63.png"/><Relationship Id="rId5" Type="http://schemas.openxmlformats.org/officeDocument/2006/relationships/image" Target="../media/image11.png"/><Relationship Id="rId4" Type="http://schemas.openxmlformats.org/officeDocument/2006/relationships/image" Target="../media/image3.emf"/><Relationship Id="rId9" Type="http://schemas.openxmlformats.org/officeDocument/2006/relationships/image" Target="../media/image65.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68.png"/><Relationship Id="rId2" Type="http://schemas.openxmlformats.org/officeDocument/2006/relationships/slideLayout" Target="../slideLayouts/slideLayout1.xml"/><Relationship Id="rId1" Type="http://schemas.openxmlformats.org/officeDocument/2006/relationships/tags" Target="../tags/tag36.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3.emf"/></Relationships>
</file>

<file path=ppt/slides/_rels/slide14.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oleObject" Target="../embeddings/oleObject7.bin"/><Relationship Id="rId7" Type="http://schemas.openxmlformats.org/officeDocument/2006/relationships/image" Target="../media/image71.png"/><Relationship Id="rId2" Type="http://schemas.openxmlformats.org/officeDocument/2006/relationships/slideLayout" Target="../slideLayouts/slideLayout1.xml"/><Relationship Id="rId1" Type="http://schemas.openxmlformats.org/officeDocument/2006/relationships/tags" Target="../tags/tag37.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3.emf"/><Relationship Id="rId9" Type="http://schemas.openxmlformats.org/officeDocument/2006/relationships/image" Target="../media/image73.png"/></Relationships>
</file>

<file path=ppt/slides/_rels/slide15.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oleObject" Target="../embeddings/oleObject7.bin"/><Relationship Id="rId7" Type="http://schemas.openxmlformats.org/officeDocument/2006/relationships/image" Target="../media/image76.png"/><Relationship Id="rId2" Type="http://schemas.openxmlformats.org/officeDocument/2006/relationships/slideLayout" Target="../slideLayouts/slideLayout1.xml"/><Relationship Id="rId1" Type="http://schemas.openxmlformats.org/officeDocument/2006/relationships/tags" Target="../tags/tag38.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oleObject" Target="../embeddings/oleObject7.bin"/><Relationship Id="rId7" Type="http://schemas.openxmlformats.org/officeDocument/2006/relationships/image" Target="../media/image80.png"/><Relationship Id="rId2" Type="http://schemas.openxmlformats.org/officeDocument/2006/relationships/slideLayout" Target="../slideLayouts/slideLayout1.xml"/><Relationship Id="rId1" Type="http://schemas.openxmlformats.org/officeDocument/2006/relationships/tags" Target="../tags/tag39.xml"/><Relationship Id="rId6" Type="http://schemas.openxmlformats.org/officeDocument/2006/relationships/image" Target="../media/image79.png"/><Relationship Id="rId5" Type="http://schemas.openxmlformats.org/officeDocument/2006/relationships/image" Target="../media/image78.png"/><Relationship Id="rId10" Type="http://schemas.openxmlformats.org/officeDocument/2006/relationships/image" Target="../media/image83.png"/><Relationship Id="rId4" Type="http://schemas.openxmlformats.org/officeDocument/2006/relationships/image" Target="../media/image3.emf"/><Relationship Id="rId9" Type="http://schemas.openxmlformats.org/officeDocument/2006/relationships/image" Target="../media/image82.png"/></Relationships>
</file>

<file path=ppt/slides/_rels/slide17.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notesSlide" Target="../notesSlides/notesSlide9.xml"/><Relationship Id="rId7" Type="http://schemas.openxmlformats.org/officeDocument/2006/relationships/image" Target="../media/image85.png"/><Relationship Id="rId2" Type="http://schemas.openxmlformats.org/officeDocument/2006/relationships/slideLayout" Target="../slideLayouts/slideLayout1.xml"/><Relationship Id="rId1" Type="http://schemas.openxmlformats.org/officeDocument/2006/relationships/tags" Target="../tags/tag40.xml"/><Relationship Id="rId6" Type="http://schemas.openxmlformats.org/officeDocument/2006/relationships/image" Target="../media/image84.png"/><Relationship Id="rId5" Type="http://schemas.openxmlformats.org/officeDocument/2006/relationships/image" Target="../media/image1.emf"/><Relationship Id="rId10" Type="http://schemas.openxmlformats.org/officeDocument/2006/relationships/image" Target="../media/image57.png"/><Relationship Id="rId4" Type="http://schemas.openxmlformats.org/officeDocument/2006/relationships/oleObject" Target="../embeddings/oleObject12.bin"/><Relationship Id="rId9" Type="http://schemas.openxmlformats.org/officeDocument/2006/relationships/image" Target="../media/image87.svg"/></Relationships>
</file>

<file path=ppt/slides/_rels/slide18.xml.rels><?xml version="1.0" encoding="UTF-8" standalone="yes"?>
<Relationships xmlns="http://schemas.openxmlformats.org/package/2006/relationships"><Relationship Id="rId8" Type="http://schemas.openxmlformats.org/officeDocument/2006/relationships/image" Target="../media/image89.svg"/><Relationship Id="rId13" Type="http://schemas.openxmlformats.org/officeDocument/2006/relationships/image" Target="../media/image94.png"/><Relationship Id="rId18" Type="http://schemas.openxmlformats.org/officeDocument/2006/relationships/image" Target="../media/image99.svg"/><Relationship Id="rId3" Type="http://schemas.openxmlformats.org/officeDocument/2006/relationships/slideLayout" Target="../slideLayouts/slideLayout1.xml"/><Relationship Id="rId21" Type="http://schemas.openxmlformats.org/officeDocument/2006/relationships/image" Target="../media/image102.png"/><Relationship Id="rId7" Type="http://schemas.openxmlformats.org/officeDocument/2006/relationships/image" Target="../media/image88.png"/><Relationship Id="rId12" Type="http://schemas.openxmlformats.org/officeDocument/2006/relationships/image" Target="../media/image93.svg"/><Relationship Id="rId17" Type="http://schemas.openxmlformats.org/officeDocument/2006/relationships/image" Target="../media/image98.png"/><Relationship Id="rId2" Type="http://schemas.openxmlformats.org/officeDocument/2006/relationships/tags" Target="../tags/tag42.xml"/><Relationship Id="rId16" Type="http://schemas.openxmlformats.org/officeDocument/2006/relationships/image" Target="../media/image97.svg"/><Relationship Id="rId20" Type="http://schemas.openxmlformats.org/officeDocument/2006/relationships/image" Target="../media/image101.svg"/><Relationship Id="rId1" Type="http://schemas.openxmlformats.org/officeDocument/2006/relationships/tags" Target="../tags/tag41.xml"/><Relationship Id="rId6" Type="http://schemas.openxmlformats.org/officeDocument/2006/relationships/image" Target="../media/image1.emf"/><Relationship Id="rId11" Type="http://schemas.openxmlformats.org/officeDocument/2006/relationships/image" Target="../media/image92.png"/><Relationship Id="rId24" Type="http://schemas.openxmlformats.org/officeDocument/2006/relationships/image" Target="../media/image105.svg"/><Relationship Id="rId5" Type="http://schemas.openxmlformats.org/officeDocument/2006/relationships/oleObject" Target="../embeddings/oleObject12.bin"/><Relationship Id="rId15" Type="http://schemas.openxmlformats.org/officeDocument/2006/relationships/image" Target="../media/image96.png"/><Relationship Id="rId23" Type="http://schemas.openxmlformats.org/officeDocument/2006/relationships/image" Target="../media/image104.png"/><Relationship Id="rId10" Type="http://schemas.openxmlformats.org/officeDocument/2006/relationships/image" Target="../media/image91.svg"/><Relationship Id="rId19" Type="http://schemas.openxmlformats.org/officeDocument/2006/relationships/image" Target="../media/image100.png"/><Relationship Id="rId4" Type="http://schemas.openxmlformats.org/officeDocument/2006/relationships/notesSlide" Target="../notesSlides/notesSlide10.xml"/><Relationship Id="rId9" Type="http://schemas.openxmlformats.org/officeDocument/2006/relationships/image" Target="../media/image90.png"/><Relationship Id="rId14" Type="http://schemas.openxmlformats.org/officeDocument/2006/relationships/image" Target="../media/image95.svg"/><Relationship Id="rId22" Type="http://schemas.openxmlformats.org/officeDocument/2006/relationships/image" Target="../media/image103.sv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43.xml"/><Relationship Id="rId6" Type="http://schemas.openxmlformats.org/officeDocument/2006/relationships/hyperlink" Target="https://www.domontconsulting.com/pages/reviews" TargetMode="External"/><Relationship Id="rId5" Type="http://schemas.openxmlformats.org/officeDocument/2006/relationships/image" Target="../media/image106.png"/><Relationship Id="rId4" Type="http://schemas.openxmlformats.org/officeDocument/2006/relationships/image" Target="../media/image3.emf"/></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11.xml"/><Relationship Id="rId7" Type="http://schemas.openxmlformats.org/officeDocument/2006/relationships/image" Target="../media/image34.png"/><Relationship Id="rId2" Type="http://schemas.openxmlformats.org/officeDocument/2006/relationships/slideLayout" Target="../slideLayouts/slideLayout1.xml"/><Relationship Id="rId1" Type="http://schemas.openxmlformats.org/officeDocument/2006/relationships/tags" Target="../tags/tag44.xml"/><Relationship Id="rId6" Type="http://schemas.openxmlformats.org/officeDocument/2006/relationships/image" Target="../media/image107.png"/><Relationship Id="rId11" Type="http://schemas.openxmlformats.org/officeDocument/2006/relationships/image" Target="../media/image38.png"/><Relationship Id="rId5" Type="http://schemas.openxmlformats.org/officeDocument/2006/relationships/image" Target="../media/image1.emf"/><Relationship Id="rId10" Type="http://schemas.openxmlformats.org/officeDocument/2006/relationships/image" Target="../media/image37.png"/><Relationship Id="rId4" Type="http://schemas.openxmlformats.org/officeDocument/2006/relationships/oleObject" Target="../embeddings/oleObject13.bin"/><Relationship Id="rId9" Type="http://schemas.openxmlformats.org/officeDocument/2006/relationships/image" Target="../media/image36.png"/></Relationships>
</file>

<file path=ppt/slides/_rels/slide21.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2.emf"/><Relationship Id="rId5" Type="http://schemas.openxmlformats.org/officeDocument/2006/relationships/oleObject" Target="../embeddings/oleObject12.bin"/><Relationship Id="rId4" Type="http://schemas.openxmlformats.org/officeDocument/2006/relationships/notesSlide" Target="../notesSlides/notesSlide12.xml"/><Relationship Id="rId9" Type="http://schemas.openxmlformats.org/officeDocument/2006/relationships/hyperlink" Target="https://www.domontconsulting.com/pages/full-access"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4.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113.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1.emf"/><Relationship Id="rId11" Type="http://schemas.openxmlformats.org/officeDocument/2006/relationships/image" Target="../media/image112.png"/><Relationship Id="rId5" Type="http://schemas.openxmlformats.org/officeDocument/2006/relationships/oleObject" Target="../embeddings/oleObject12.bin"/><Relationship Id="rId10" Type="http://schemas.openxmlformats.org/officeDocument/2006/relationships/image" Target="../media/image111.png"/><Relationship Id="rId4" Type="http://schemas.openxmlformats.org/officeDocument/2006/relationships/notesSlide" Target="../notesSlides/notesSlide13.xml"/><Relationship Id="rId9" Type="http://schemas.openxmlformats.org/officeDocument/2006/relationships/image" Target="../media/image110.png"/></Relationships>
</file>

<file path=ppt/slides/_rels/slide23.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oleObject" Target="../embeddings/oleObject14.bin"/><Relationship Id="rId5" Type="http://schemas.openxmlformats.org/officeDocument/2006/relationships/image" Target="../media/image115.png"/><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extLst>
              <p:ext uri="{D42A27DB-BD31-4B8C-83A1-F6EECF244321}">
                <p14:modId xmlns:p14="http://schemas.microsoft.com/office/powerpoint/2010/main" val="3950435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4" name="Pic">
            <a:extLst>
              <a:ext uri="{FF2B5EF4-FFF2-40B4-BE49-F238E27FC236}">
                <a16:creationId xmlns:a16="http://schemas.microsoft.com/office/drawing/2014/main" id="{B2F90735-B688-AAD9-2260-FDFD0350A05B}"/>
              </a:ext>
            </a:extLst>
          </p:cNvPr>
          <p:cNvPicPr>
            <a:picLocks/>
          </p:cNvPicPr>
          <p:nvPr>
            <p:custDataLst>
              <p:tags r:id="rId2"/>
            </p:custDataLst>
          </p:nvPr>
        </p:nvPicPr>
        <p:blipFill>
          <a:blip r:embed="rId7">
            <a:extLst>
              <a:ext uri="{BEBA8EAE-BF5A-486C-A8C5-ECC9F3942E4B}">
                <a14:imgProps xmlns:a14="http://schemas.microsoft.com/office/drawing/2010/main">
                  <a14:imgLayer/>
                </a14:imgProps>
              </a:ext>
              <a:ext uri="{6F801314-5768-4EAC-8CED-0F2297F94238}"/>
            </a:extLst>
          </a:blip>
          <a:srcRect t="17793" b="17793"/>
          <a:stretch>
            <a:fillRect/>
          </a:stretch>
        </p:blipFill>
        <p:spPr bwMode="auto">
          <a:xfrm>
            <a:off x="0" y="1"/>
            <a:ext cx="12192000" cy="5108575"/>
          </a:xfrm>
          <a:prstGeom prst="rect">
            <a:avLst/>
          </a:prstGeom>
          <a:noFill/>
          <a:ln>
            <a:noFill/>
          </a:ln>
          <a:effectLst/>
          <a:extLst>
            <a:ext uri="{909E8E84-426E-40DD-AFC4-6F175D3DCCD1}">
              <a14:hiddenFill xmlns:a14="http://schemas.microsoft.com/office/drawing/2010/main">
                <a:solidFill>
                  <a:scrgbClr r="0" g="0" b="0"/>
                </a:solidFill>
              </a14:hiddenFill>
            </a:ext>
          </a:extLst>
        </p:spPr>
      </p:pic>
      <p:sp>
        <p:nvSpPr>
          <p:cNvPr id="9" name="Rectangle 8">
            <a:extLst>
              <a:ext uri="{FF2B5EF4-FFF2-40B4-BE49-F238E27FC236}">
                <a16:creationId xmlns:a16="http://schemas.microsoft.com/office/drawing/2014/main" id="{A1ADDC43-E206-24D0-5D8D-6D8244D3F224}"/>
              </a:ext>
            </a:extLst>
          </p:cNvPr>
          <p:cNvSpPr/>
          <p:nvPr/>
        </p:nvSpPr>
        <p:spPr>
          <a:xfrm>
            <a:off x="-1" y="4944140"/>
            <a:ext cx="12192000" cy="19138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431BC18-A461-9459-FF13-870ACCC7D4F5}"/>
              </a:ext>
            </a:extLst>
          </p:cNvPr>
          <p:cNvSpPr txBox="1"/>
          <p:nvPr/>
        </p:nvSpPr>
        <p:spPr>
          <a:xfrm>
            <a:off x="332934" y="5108289"/>
            <a:ext cx="7418202" cy="1446550"/>
          </a:xfrm>
          <a:prstGeom prst="rect">
            <a:avLst/>
          </a:prstGeom>
          <a:noFill/>
        </p:spPr>
        <p:txBody>
          <a:bodyPr wrap="square" rtlCol="0">
            <a:spAutoFit/>
          </a:bodyPr>
          <a:lstStyle/>
          <a:p>
            <a:r>
              <a:rPr lang="en-GB" sz="3200" b="1" dirty="0"/>
              <a:t>Program, Project and Change Management Toolkit</a:t>
            </a:r>
            <a:endParaRPr lang="en-US" sz="2800" dirty="0"/>
          </a:p>
          <a:p>
            <a:r>
              <a:rPr lang="en-US" sz="2400" dirty="0"/>
              <a:t>Overview and Approach</a:t>
            </a:r>
          </a:p>
        </p:txBody>
      </p:sp>
      <p:pic>
        <p:nvPicPr>
          <p:cNvPr id="3" name="Picture 2">
            <a:hlinkClick r:id="rId8"/>
            <a:extLst>
              <a:ext uri="{FF2B5EF4-FFF2-40B4-BE49-F238E27FC236}">
                <a16:creationId xmlns:a16="http://schemas.microsoft.com/office/drawing/2014/main" id="{51A1FB45-7BD1-E33E-6937-D18594FD9EC4}"/>
              </a:ext>
            </a:extLst>
          </p:cNvPr>
          <p:cNvPicPr>
            <a:picLocks noChangeAspect="1"/>
          </p:cNvPicPr>
          <p:nvPr/>
        </p:nvPicPr>
        <p:blipFill>
          <a:blip r:embed="rId9"/>
          <a:stretch>
            <a:fillRect/>
          </a:stretch>
        </p:blipFill>
        <p:spPr>
          <a:xfrm>
            <a:off x="7888692" y="5376284"/>
            <a:ext cx="4101954" cy="964769"/>
          </a:xfrm>
          <a:prstGeom prst="rect">
            <a:avLst/>
          </a:prstGeom>
        </p:spPr>
      </p:pic>
      <p:grpSp>
        <p:nvGrpSpPr>
          <p:cNvPr id="5" name="Group 4">
            <a:extLst>
              <a:ext uri="{FF2B5EF4-FFF2-40B4-BE49-F238E27FC236}">
                <a16:creationId xmlns:a16="http://schemas.microsoft.com/office/drawing/2014/main" id="{4E400C92-59B5-CE64-3CE7-D54A192624E3}"/>
              </a:ext>
            </a:extLst>
          </p:cNvPr>
          <p:cNvGrpSpPr/>
          <p:nvPr/>
        </p:nvGrpSpPr>
        <p:grpSpPr>
          <a:xfrm>
            <a:off x="-1122" y="6570"/>
            <a:ext cx="1493372" cy="1459010"/>
            <a:chOff x="-9097" y="-23336"/>
            <a:chExt cx="974935" cy="952500"/>
          </a:xfrm>
        </p:grpSpPr>
        <p:sp>
          <p:nvSpPr>
            <p:cNvPr id="7" name="Diagonal Stripe 6">
              <a:extLst>
                <a:ext uri="{FF2B5EF4-FFF2-40B4-BE49-F238E27FC236}">
                  <a16:creationId xmlns:a16="http://schemas.microsoft.com/office/drawing/2014/main" id="{17B1BC9E-CFEB-DE2D-ABAD-83FA6111BBE2}"/>
                </a:ext>
              </a:extLst>
            </p:cNvPr>
            <p:cNvSpPr/>
            <p:nvPr/>
          </p:nvSpPr>
          <p:spPr>
            <a:xfrm>
              <a:off x="-7091" y="-23336"/>
              <a:ext cx="972929" cy="952500"/>
            </a:xfrm>
            <a:prstGeom prst="diagStripe">
              <a:avLst>
                <a:gd name="adj" fmla="val 61073"/>
              </a:avLst>
            </a:prstGeom>
            <a:gradFill flip="none" rotWithShape="1">
              <a:gsLst>
                <a:gs pos="100000">
                  <a:srgbClr val="FFFFFF">
                    <a:lumMod val="85000"/>
                  </a:srgbClr>
                </a:gs>
                <a:gs pos="34000">
                  <a:srgbClr val="FFFFFF"/>
                </a:gs>
              </a:gsLst>
              <a:path path="circle">
                <a:fillToRect l="50000" t="50000" r="50000" b="50000"/>
              </a:path>
              <a:tileRect/>
            </a:gradFill>
            <a:ln w="9525" cap="flat" cmpd="sng" algn="ctr">
              <a:noFill/>
              <a:prstDash val="solid"/>
            </a:ln>
            <a:effectLst>
              <a:outerShdw blurRad="50800" dist="12700" dir="5400000" rotWithShape="0">
                <a:srgbClr val="000000">
                  <a:alpha val="3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mn-cs"/>
              </a:endParaRPr>
            </a:p>
          </p:txBody>
        </p:sp>
        <p:sp>
          <p:nvSpPr>
            <p:cNvPr id="8" name="TextBox 7">
              <a:extLst>
                <a:ext uri="{FF2B5EF4-FFF2-40B4-BE49-F238E27FC236}">
                  <a16:creationId xmlns:a16="http://schemas.microsoft.com/office/drawing/2014/main" id="{FD10E96D-CF1D-4972-9AF4-25322FFA4528}"/>
                </a:ext>
              </a:extLst>
            </p:cNvPr>
            <p:cNvSpPr txBox="1"/>
            <p:nvPr/>
          </p:nvSpPr>
          <p:spPr>
            <a:xfrm rot="18948199">
              <a:off x="20409" y="266480"/>
              <a:ext cx="702416" cy="18083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D4B6D"/>
                  </a:solidFill>
                  <a:effectLst/>
                  <a:uLnTx/>
                  <a:uFillTx/>
                  <a:latin typeface="Arial"/>
                  <a:ea typeface="+mn-ea"/>
                  <a:cs typeface="+mn-cs"/>
                </a:rPr>
                <a:t>Confidential</a:t>
              </a:r>
            </a:p>
          </p:txBody>
        </p:sp>
        <p:cxnSp>
          <p:nvCxnSpPr>
            <p:cNvPr id="10" name="Straight Connector 9">
              <a:extLst>
                <a:ext uri="{FF2B5EF4-FFF2-40B4-BE49-F238E27FC236}">
                  <a16:creationId xmlns:a16="http://schemas.microsoft.com/office/drawing/2014/main" id="{054A8EE6-82AF-8ABF-CB4C-CF62A2BE0C5A}"/>
                </a:ext>
              </a:extLst>
            </p:cNvPr>
            <p:cNvCxnSpPr/>
            <p:nvPr/>
          </p:nvCxnSpPr>
          <p:spPr>
            <a:xfrm flipH="1">
              <a:off x="-9097" y="-22860"/>
              <a:ext cx="623270" cy="623272"/>
            </a:xfrm>
            <a:prstGeom prst="line">
              <a:avLst/>
            </a:prstGeom>
            <a:noFill/>
            <a:ln w="6350" cap="flat" cmpd="sng" algn="ctr">
              <a:solidFill>
                <a:srgbClr val="3692D4"/>
              </a:solidFill>
              <a:prstDash val="dash"/>
            </a:ln>
            <a:effectLst/>
          </p:spPr>
        </p:cxnSp>
        <p:cxnSp>
          <p:nvCxnSpPr>
            <p:cNvPr id="11" name="Straight Connector 10">
              <a:extLst>
                <a:ext uri="{FF2B5EF4-FFF2-40B4-BE49-F238E27FC236}">
                  <a16:creationId xmlns:a16="http://schemas.microsoft.com/office/drawing/2014/main" id="{56403ED9-109A-2B63-3F14-42A7CF665AE5}"/>
                </a:ext>
              </a:extLst>
            </p:cNvPr>
            <p:cNvCxnSpPr/>
            <p:nvPr/>
          </p:nvCxnSpPr>
          <p:spPr>
            <a:xfrm flipH="1">
              <a:off x="-7091" y="-22860"/>
              <a:ext cx="921493" cy="893213"/>
            </a:xfrm>
            <a:prstGeom prst="line">
              <a:avLst/>
            </a:prstGeom>
            <a:noFill/>
            <a:ln w="6350" cap="flat" cmpd="sng" algn="ctr">
              <a:solidFill>
                <a:srgbClr val="3692D4"/>
              </a:solidFill>
              <a:prstDash val="dash"/>
            </a:ln>
            <a:effectLst/>
          </p:spPr>
        </p:cxnSp>
      </p:grpSp>
    </p:spTree>
    <p:extLst>
      <p:ext uri="{BB962C8B-B14F-4D97-AF65-F5344CB8AC3E}">
        <p14:creationId xmlns:p14="http://schemas.microsoft.com/office/powerpoint/2010/main" val="3956982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2" name="Picture 1">
            <a:extLst>
              <a:ext uri="{FF2B5EF4-FFF2-40B4-BE49-F238E27FC236}">
                <a16:creationId xmlns:a16="http://schemas.microsoft.com/office/drawing/2014/main" id="{A8EB8FB4-F15D-8A06-E3DE-D5B6548384C8}"/>
              </a:ext>
            </a:extLst>
          </p:cNvPr>
          <p:cNvPicPr>
            <a:picLocks noChangeAspect="1"/>
          </p:cNvPicPr>
          <p:nvPr/>
        </p:nvPicPr>
        <p:blipFill>
          <a:blip r:embed="rId6"/>
          <a:stretch>
            <a:fillRect/>
          </a:stretch>
        </p:blipFill>
        <p:spPr>
          <a:xfrm>
            <a:off x="8226670" y="262252"/>
            <a:ext cx="3339676" cy="1875600"/>
          </a:xfrm>
          <a:prstGeom prst="rect">
            <a:avLst/>
          </a:prstGeom>
          <a:effectLst>
            <a:outerShdw blurRad="50800" dist="38100" dir="5400000" algn="t" rotWithShape="0">
              <a:prstClr val="black">
                <a:alpha val="40000"/>
              </a:prstClr>
            </a:outerShdw>
          </a:effectLst>
        </p:spPr>
      </p:pic>
      <p:pic>
        <p:nvPicPr>
          <p:cNvPr id="3" name="Picture 2">
            <a:extLst>
              <a:ext uri="{FF2B5EF4-FFF2-40B4-BE49-F238E27FC236}">
                <a16:creationId xmlns:a16="http://schemas.microsoft.com/office/drawing/2014/main" id="{9CA9D4B1-474E-84C6-8C1B-3688B20C8409}"/>
              </a:ext>
            </a:extLst>
          </p:cNvPr>
          <p:cNvPicPr>
            <a:picLocks noChangeAspect="1"/>
          </p:cNvPicPr>
          <p:nvPr/>
        </p:nvPicPr>
        <p:blipFill rotWithShape="1">
          <a:blip r:embed="rId7"/>
          <a:srcRect t="27220" b="3888"/>
          <a:stretch/>
        </p:blipFill>
        <p:spPr>
          <a:xfrm>
            <a:off x="655719" y="4615635"/>
            <a:ext cx="3315905" cy="1875600"/>
          </a:xfrm>
          <a:prstGeom prst="rect">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00650FCB-464B-D006-BF13-088CB9ECAF41}"/>
              </a:ext>
            </a:extLst>
          </p:cNvPr>
          <p:cNvPicPr>
            <a:picLocks noChangeAspect="1"/>
          </p:cNvPicPr>
          <p:nvPr/>
        </p:nvPicPr>
        <p:blipFill>
          <a:blip r:embed="rId8"/>
          <a:stretch>
            <a:fillRect/>
          </a:stretch>
        </p:blipFill>
        <p:spPr>
          <a:xfrm>
            <a:off x="641228" y="262252"/>
            <a:ext cx="3334401" cy="187560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F0418DF6-E953-3B65-F0E5-8D6167BF929A}"/>
              </a:ext>
            </a:extLst>
          </p:cNvPr>
          <p:cNvPicPr>
            <a:picLocks noChangeAspect="1"/>
          </p:cNvPicPr>
          <p:nvPr/>
        </p:nvPicPr>
        <p:blipFill>
          <a:blip r:embed="rId9"/>
          <a:stretch>
            <a:fillRect/>
          </a:stretch>
        </p:blipFill>
        <p:spPr>
          <a:xfrm>
            <a:off x="4452986" y="4612980"/>
            <a:ext cx="3334399" cy="187560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CFEEBC48-8705-B72C-9561-03BBA5CFA4B5}"/>
              </a:ext>
            </a:extLst>
          </p:cNvPr>
          <p:cNvPicPr>
            <a:picLocks noChangeAspect="1"/>
          </p:cNvPicPr>
          <p:nvPr/>
        </p:nvPicPr>
        <p:blipFill>
          <a:blip r:embed="rId10"/>
          <a:stretch>
            <a:fillRect/>
          </a:stretch>
        </p:blipFill>
        <p:spPr>
          <a:xfrm>
            <a:off x="656248" y="2499525"/>
            <a:ext cx="3334400" cy="18756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5100E508-A692-3135-BDD2-EA0D921233B2}"/>
              </a:ext>
            </a:extLst>
          </p:cNvPr>
          <p:cNvPicPr>
            <a:picLocks noChangeAspect="1"/>
          </p:cNvPicPr>
          <p:nvPr/>
        </p:nvPicPr>
        <p:blipFill>
          <a:blip r:embed="rId11"/>
          <a:stretch>
            <a:fillRect/>
          </a:stretch>
        </p:blipFill>
        <p:spPr>
          <a:xfrm>
            <a:off x="8246339" y="2491200"/>
            <a:ext cx="3334400" cy="1875600"/>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AC3289BC-906F-A48F-4EDC-269ECF79753B}"/>
              </a:ext>
            </a:extLst>
          </p:cNvPr>
          <p:cNvPicPr>
            <a:picLocks noChangeAspect="1"/>
          </p:cNvPicPr>
          <p:nvPr/>
        </p:nvPicPr>
        <p:blipFill>
          <a:blip r:embed="rId12"/>
          <a:stretch>
            <a:fillRect/>
          </a:stretch>
        </p:blipFill>
        <p:spPr>
          <a:xfrm>
            <a:off x="4428800" y="2491200"/>
            <a:ext cx="3334400" cy="1875600"/>
          </a:xfrm>
          <a:prstGeom prst="rect">
            <a:avLst/>
          </a:prstGeom>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C621BFD1-B091-248F-EE38-2A13A17D7DAE}"/>
              </a:ext>
            </a:extLst>
          </p:cNvPr>
          <p:cNvPicPr>
            <a:picLocks noChangeAspect="1"/>
          </p:cNvPicPr>
          <p:nvPr/>
        </p:nvPicPr>
        <p:blipFill>
          <a:blip r:embed="rId13"/>
          <a:stretch>
            <a:fillRect/>
          </a:stretch>
        </p:blipFill>
        <p:spPr>
          <a:xfrm>
            <a:off x="8244497" y="4612980"/>
            <a:ext cx="3334399" cy="18756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7A0A7D9E-DC06-1797-C1C8-E3B02E558F9B}"/>
              </a:ext>
            </a:extLst>
          </p:cNvPr>
          <p:cNvPicPr>
            <a:picLocks noChangeAspect="1"/>
          </p:cNvPicPr>
          <p:nvPr/>
        </p:nvPicPr>
        <p:blipFill>
          <a:blip r:embed="rId14"/>
          <a:stretch>
            <a:fillRect/>
          </a:stretch>
        </p:blipFill>
        <p:spPr>
          <a:xfrm>
            <a:off x="4426959" y="280680"/>
            <a:ext cx="3334401" cy="1875601"/>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902384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GB" sz="1600" b="1" dirty="0">
                <a:solidFill>
                  <a:schemeClr val="tx1"/>
                </a:solidFill>
                <a:cs typeface="Arial" panose="020B0604020202020204" pitchFamily="34" charset="0"/>
              </a:rPr>
              <a:t>This Toolkit was created after 4,000+ hours of work by ex-McKinsey, Deloitte &amp; BCG Consultants</a:t>
            </a:r>
            <a:r>
              <a:rPr lang="en-GB" sz="1600" dirty="0">
                <a:solidFill>
                  <a:schemeClr val="tx1"/>
                </a:solidFill>
                <a:cs typeface="Arial" panose="020B0604020202020204" pitchFamily="34" charset="0"/>
              </a:rPr>
              <a:t>. It is considered the world's best &amp; most comprehensive Program, Project and Change Management Toolkit. It includes all the Frameworks, Tools &amp; Templates required to improve the Capability of your organization &amp; excel as a Program Director, Project Manager or Change Manager.</a:t>
            </a:r>
          </a:p>
          <a:p>
            <a:pPr marL="182563" indent="-182563">
              <a:spcBef>
                <a:spcPts val="600"/>
              </a:spcBef>
              <a:spcAft>
                <a:spcPts val="600"/>
              </a:spcAft>
              <a:buFont typeface="Arial" panose="020B0604020202020204" pitchFamily="34" charset="0"/>
              <a:buChar char="•"/>
            </a:pPr>
            <a:r>
              <a:rPr lang="en-GB" sz="1600" b="1" dirty="0">
                <a:solidFill>
                  <a:srgbClr val="002060"/>
                </a:solidFill>
                <a:cs typeface="Arial" panose="020B0604020202020204" pitchFamily="34" charset="0"/>
              </a:rPr>
              <a:t>Join the 200,000+ Executives, Consultants &amp; Entrepreneurs </a:t>
            </a:r>
            <a:r>
              <a:rPr lang="en-GB"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GB" sz="1600" b="1" dirty="0">
                <a:solidFill>
                  <a:srgbClr val="002060"/>
                </a:solidFill>
                <a:cs typeface="Arial" panose="020B0604020202020204" pitchFamily="34" charset="0"/>
              </a:rPr>
              <a:t>If you have any questions, send us an email at support@domontconsulting.com </a:t>
            </a:r>
            <a:r>
              <a:rPr lang="en-GB"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GB" sz="1100" dirty="0"/>
              <a:t>Aurelien Domont</a:t>
            </a:r>
          </a:p>
          <a:p>
            <a:pPr algn="ctr"/>
            <a:r>
              <a:rPr lang="en-GB" sz="1100" dirty="0"/>
              <a:t>Management Consultant</a:t>
            </a:r>
          </a:p>
          <a:p>
            <a:pPr algn="ctr"/>
            <a:r>
              <a:rPr lang="en-GB"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3" name="Footer Placeholder 2">
            <a:extLst>
              <a:ext uri="{FF2B5EF4-FFF2-40B4-BE49-F238E27FC236}">
                <a16:creationId xmlns:a16="http://schemas.microsoft.com/office/drawing/2014/main" id="{5390C324-23C1-CA4F-8E9D-96391BB53877}"/>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C1789586-2AA9-74AB-67DB-8E449EBAD26F}"/>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33313-C4E2-0205-5647-A0CD5037052B}"/>
            </a:ext>
          </a:extLst>
        </p:cNvPr>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F4E18A95-7B77-5470-CD7F-AC8D4C373905}"/>
              </a:ext>
            </a:extLst>
          </p:cNvPr>
          <p:cNvGraphicFramePr>
            <a:graphicFrameLocks noChangeAspect="1"/>
          </p:cNvGraphicFramePr>
          <p:nvPr>
            <p:custDataLst>
              <p:tags r:id="rId1"/>
            </p:custDataLst>
            <p:extLst>
              <p:ext uri="{D42A27DB-BD31-4B8C-83A1-F6EECF244321}">
                <p14:modId xmlns:p14="http://schemas.microsoft.com/office/powerpoint/2010/main" val="1701481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06" imgH="306" progId="TCLayout.ActiveDocument.1">
                  <p:embed/>
                </p:oleObj>
              </mc:Choice>
              <mc:Fallback>
                <p:oleObj name="think-cell Slide" r:id="rId13" imgW="306" imgH="306" progId="TCLayout.ActiveDocument.1">
                  <p:embed/>
                  <p:pic>
                    <p:nvPicPr>
                      <p:cNvPr id="16" name="think-cell data - do not delete" hidden="1">
                        <a:extLst>
                          <a:ext uri="{FF2B5EF4-FFF2-40B4-BE49-F238E27FC236}">
                            <a16:creationId xmlns:a16="http://schemas.microsoft.com/office/drawing/2014/main" id="{F4E18A95-7B77-5470-CD7F-AC8D4C373905}"/>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4BB4070-1789-1403-0A11-FB4823AECCCF}"/>
              </a:ext>
            </a:extLst>
          </p:cNvPr>
          <p:cNvSpPr>
            <a:spLocks noGrp="1"/>
          </p:cNvSpPr>
          <p:nvPr>
            <p:ph type="title"/>
          </p:nvPr>
        </p:nvSpPr>
        <p:spPr/>
        <p:txBody>
          <a:bodyPr vert="horz">
            <a:normAutofit/>
          </a:bodyPr>
          <a:lstStyle/>
          <a:p>
            <a:r>
              <a:rPr lang="en-GB" dirty="0">
                <a:solidFill>
                  <a:schemeClr val="accent2"/>
                </a:solidFill>
              </a:rPr>
              <a:t>Problem: </a:t>
            </a:r>
            <a:r>
              <a:rPr lang="en-GB" dirty="0">
                <a:solidFill>
                  <a:schemeClr val="tx1"/>
                </a:solidFill>
              </a:rPr>
              <a:t>Projects are the lifeblood of organizations, but many projects fall short of expectations</a:t>
            </a:r>
            <a:endParaRPr lang="en-US" dirty="0">
              <a:solidFill>
                <a:schemeClr val="tx1"/>
              </a:solidFill>
            </a:endParaRPr>
          </a:p>
        </p:txBody>
      </p:sp>
      <p:grpSp>
        <p:nvGrpSpPr>
          <p:cNvPr id="3" name="Group 2">
            <a:extLst>
              <a:ext uri="{FF2B5EF4-FFF2-40B4-BE49-F238E27FC236}">
                <a16:creationId xmlns:a16="http://schemas.microsoft.com/office/drawing/2014/main" id="{7118CDBA-7516-A950-AB6A-3D1C9CD7EBE0}"/>
              </a:ext>
            </a:extLst>
          </p:cNvPr>
          <p:cNvGrpSpPr/>
          <p:nvPr/>
        </p:nvGrpSpPr>
        <p:grpSpPr>
          <a:xfrm>
            <a:off x="599178" y="1686792"/>
            <a:ext cx="3564000" cy="338554"/>
            <a:chOff x="599178" y="1686792"/>
            <a:chExt cx="5127265" cy="338554"/>
          </a:xfrm>
        </p:grpSpPr>
        <p:cxnSp>
          <p:nvCxnSpPr>
            <p:cNvPr id="4" name="Straight Connector 3">
              <a:extLst>
                <a:ext uri="{FF2B5EF4-FFF2-40B4-BE49-F238E27FC236}">
                  <a16:creationId xmlns:a16="http://schemas.microsoft.com/office/drawing/2014/main" id="{5520C607-C7C5-D116-4E1D-B80E76A00BB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8A59345-B16D-36BC-28E8-9BDA99ED14B0}"/>
                </a:ext>
              </a:extLst>
            </p:cNvPr>
            <p:cNvSpPr txBox="1"/>
            <p:nvPr/>
          </p:nvSpPr>
          <p:spPr>
            <a:xfrm>
              <a:off x="599178" y="1686792"/>
              <a:ext cx="5112000" cy="338554"/>
            </a:xfrm>
            <a:prstGeom prst="rect">
              <a:avLst/>
            </a:prstGeom>
            <a:noFill/>
          </p:spPr>
          <p:txBody>
            <a:bodyPr wrap="square" rtlCol="0">
              <a:spAutoFit/>
            </a:bodyPr>
            <a:lstStyle/>
            <a:p>
              <a:r>
                <a:rPr lang="en-GB" sz="1600" b="1" dirty="0"/>
                <a:t>Projects success and failure rate</a:t>
              </a:r>
              <a:r>
                <a:rPr lang="en-GB" sz="1600" b="1" baseline="30000" dirty="0"/>
                <a:t>1</a:t>
              </a:r>
            </a:p>
          </p:txBody>
        </p:sp>
      </p:grpSp>
      <p:graphicFrame>
        <p:nvGraphicFramePr>
          <p:cNvPr id="127" name="Chart 126">
            <a:extLst>
              <a:ext uri="{FF2B5EF4-FFF2-40B4-BE49-F238E27FC236}">
                <a16:creationId xmlns:a16="http://schemas.microsoft.com/office/drawing/2014/main" id="{172ADC22-7296-56D3-D175-D3C821BC399D}"/>
              </a:ext>
            </a:extLst>
          </p:cNvPr>
          <p:cNvGraphicFramePr/>
          <p:nvPr>
            <p:custDataLst>
              <p:tags r:id="rId2"/>
            </p:custDataLst>
            <p:extLst>
              <p:ext uri="{D42A27DB-BD31-4B8C-83A1-F6EECF244321}">
                <p14:modId xmlns:p14="http://schemas.microsoft.com/office/powerpoint/2010/main" val="3579902743"/>
              </p:ext>
            </p:extLst>
          </p:nvPr>
        </p:nvGraphicFramePr>
        <p:xfrm>
          <a:off x="515938" y="2062163"/>
          <a:ext cx="3729037" cy="4019550"/>
        </p:xfrm>
        <a:graphic>
          <a:graphicData uri="http://schemas.openxmlformats.org/drawingml/2006/chart">
            <c:chart xmlns:c="http://schemas.openxmlformats.org/drawingml/2006/chart" xmlns:r="http://schemas.openxmlformats.org/officeDocument/2006/relationships" r:id="rId15"/>
          </a:graphicData>
        </a:graphic>
      </p:graphicFrame>
      <p:sp>
        <p:nvSpPr>
          <p:cNvPr id="10" name="Rectangle 9">
            <a:extLst>
              <a:ext uri="{FF2B5EF4-FFF2-40B4-BE49-F238E27FC236}">
                <a16:creationId xmlns:a16="http://schemas.microsoft.com/office/drawing/2014/main" id="{1C7C0A4C-1E93-9983-913C-0D62859EA5A7}"/>
              </a:ext>
            </a:extLst>
          </p:cNvPr>
          <p:cNvSpPr/>
          <p:nvPr>
            <p:custDataLst>
              <p:tags r:id="rId3"/>
            </p:custDataLst>
          </p:nvPr>
        </p:nvSpPr>
        <p:spPr bwMode="auto">
          <a:xfrm>
            <a:off x="936625" y="5792788"/>
            <a:ext cx="11064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1E74346C-6DF9-4393-B6AD-9E6048594527}" type="datetime'S''''''''''''''''''''u''''c''''c''''es''s'' ''ra''te'''''''''">
              <a:rPr lang="en-US" altLang="en-US" sz="1400" b="1" smtClean="0">
                <a:solidFill>
                  <a:schemeClr val="tx1"/>
                </a:solidFill>
              </a:rPr>
              <a:pPr/>
              <a:t>Success rate</a:t>
            </a:fld>
            <a:endParaRPr lang="en-US" sz="1400" b="1" dirty="0">
              <a:solidFill>
                <a:schemeClr val="tx1"/>
              </a:solidFill>
            </a:endParaRPr>
          </a:p>
        </p:txBody>
      </p:sp>
      <p:sp>
        <p:nvSpPr>
          <p:cNvPr id="11" name="Rectangle 10">
            <a:extLst>
              <a:ext uri="{FF2B5EF4-FFF2-40B4-BE49-F238E27FC236}">
                <a16:creationId xmlns:a16="http://schemas.microsoft.com/office/drawing/2014/main" id="{BC334473-33D8-7F56-3EA4-11CF2BA45770}"/>
              </a:ext>
            </a:extLst>
          </p:cNvPr>
          <p:cNvSpPr/>
          <p:nvPr>
            <p:custDataLst>
              <p:tags r:id="rId4"/>
            </p:custDataLst>
          </p:nvPr>
        </p:nvSpPr>
        <p:spPr bwMode="auto">
          <a:xfrm>
            <a:off x="2787650" y="5792788"/>
            <a:ext cx="9683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340F3851-4CF6-4C7C-B1C9-727B0D20DFFA}" type="datetime'''F''a''il''''ur''e'''''''''''''''' ''''r''a''t''''''''e'''">
              <a:rPr lang="en-US" altLang="en-US" sz="1400" b="1" smtClean="0">
                <a:solidFill>
                  <a:schemeClr val="tx1"/>
                </a:solidFill>
              </a:rPr>
              <a:pPr/>
              <a:t>Failure rate</a:t>
            </a:fld>
            <a:endParaRPr lang="en-US" sz="1400" b="1" dirty="0">
              <a:solidFill>
                <a:schemeClr val="tx1"/>
              </a:solidFill>
            </a:endParaRPr>
          </a:p>
        </p:txBody>
      </p:sp>
      <p:grpSp>
        <p:nvGrpSpPr>
          <p:cNvPr id="21" name="Group 20">
            <a:extLst>
              <a:ext uri="{FF2B5EF4-FFF2-40B4-BE49-F238E27FC236}">
                <a16:creationId xmlns:a16="http://schemas.microsoft.com/office/drawing/2014/main" id="{CB3512DF-EDCE-415D-200E-CF1132435E40}"/>
              </a:ext>
            </a:extLst>
          </p:cNvPr>
          <p:cNvGrpSpPr/>
          <p:nvPr/>
        </p:nvGrpSpPr>
        <p:grpSpPr>
          <a:xfrm>
            <a:off x="4983613" y="1686792"/>
            <a:ext cx="6588000" cy="338554"/>
            <a:chOff x="599178" y="1686792"/>
            <a:chExt cx="5127265" cy="338554"/>
          </a:xfrm>
        </p:grpSpPr>
        <p:cxnSp>
          <p:nvCxnSpPr>
            <p:cNvPr id="22" name="Straight Connector 21">
              <a:extLst>
                <a:ext uri="{FF2B5EF4-FFF2-40B4-BE49-F238E27FC236}">
                  <a16:creationId xmlns:a16="http://schemas.microsoft.com/office/drawing/2014/main" id="{7609D8A5-47D6-E35F-ECB5-F0DE0302A104}"/>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61A7799-904A-E510-79DE-ED6614432292}"/>
                </a:ext>
              </a:extLst>
            </p:cNvPr>
            <p:cNvSpPr txBox="1"/>
            <p:nvPr/>
          </p:nvSpPr>
          <p:spPr>
            <a:xfrm>
              <a:off x="599178" y="1686792"/>
              <a:ext cx="5112000" cy="338554"/>
            </a:xfrm>
            <a:prstGeom prst="rect">
              <a:avLst/>
            </a:prstGeom>
            <a:noFill/>
          </p:spPr>
          <p:txBody>
            <a:bodyPr wrap="square" rtlCol="0">
              <a:spAutoFit/>
            </a:bodyPr>
            <a:lstStyle/>
            <a:p>
              <a:r>
                <a:rPr lang="en-GB" sz="1600" b="1" dirty="0"/>
                <a:t>Primary causes of failures</a:t>
              </a:r>
              <a:r>
                <a:rPr lang="en-GB" sz="1600" b="1" baseline="30000" dirty="0"/>
                <a:t>2</a:t>
              </a:r>
            </a:p>
          </p:txBody>
        </p:sp>
      </p:grpSp>
      <p:sp>
        <p:nvSpPr>
          <p:cNvPr id="12" name="TextBox 11">
            <a:extLst>
              <a:ext uri="{FF2B5EF4-FFF2-40B4-BE49-F238E27FC236}">
                <a16:creationId xmlns:a16="http://schemas.microsoft.com/office/drawing/2014/main" id="{6977A3B1-8535-D7F7-6FA1-CF6A6244D984}"/>
              </a:ext>
            </a:extLst>
          </p:cNvPr>
          <p:cNvSpPr txBox="1"/>
          <p:nvPr/>
        </p:nvSpPr>
        <p:spPr>
          <a:xfrm>
            <a:off x="575954" y="6581423"/>
            <a:ext cx="6444000" cy="252000"/>
          </a:xfrm>
          <a:prstGeom prst="rect">
            <a:avLst/>
          </a:prstGeom>
          <a:noFill/>
        </p:spPr>
        <p:txBody>
          <a:bodyPr wrap="square" rtlCol="0">
            <a:spAutoFit/>
          </a:bodyPr>
          <a:lstStyle/>
          <a:p>
            <a:r>
              <a:rPr lang="en-US" sz="1000" dirty="0">
                <a:solidFill>
                  <a:schemeClr val="bg1">
                    <a:lumMod val="65000"/>
                  </a:schemeClr>
                </a:solidFill>
              </a:rPr>
              <a:t>Sources: (1) Project Management Software Pie; (2) Project Management Society</a:t>
            </a:r>
          </a:p>
        </p:txBody>
      </p:sp>
      <p:graphicFrame>
        <p:nvGraphicFramePr>
          <p:cNvPr id="125" name="Chart 124">
            <a:extLst>
              <a:ext uri="{FF2B5EF4-FFF2-40B4-BE49-F238E27FC236}">
                <a16:creationId xmlns:a16="http://schemas.microsoft.com/office/drawing/2014/main" id="{A6BAF4E0-905F-64FB-4F15-5FEF034BE20C}"/>
              </a:ext>
            </a:extLst>
          </p:cNvPr>
          <p:cNvGraphicFramePr/>
          <p:nvPr>
            <p:custDataLst>
              <p:tags r:id="rId5"/>
            </p:custDataLst>
            <p:extLst>
              <p:ext uri="{D42A27DB-BD31-4B8C-83A1-F6EECF244321}">
                <p14:modId xmlns:p14="http://schemas.microsoft.com/office/powerpoint/2010/main" val="285350748"/>
              </p:ext>
            </p:extLst>
          </p:nvPr>
        </p:nvGraphicFramePr>
        <p:xfrm>
          <a:off x="8888413" y="1862138"/>
          <a:ext cx="2770187" cy="4621212"/>
        </p:xfrm>
        <a:graphic>
          <a:graphicData uri="http://schemas.openxmlformats.org/drawingml/2006/chart">
            <c:chart xmlns:c="http://schemas.openxmlformats.org/drawingml/2006/chart" xmlns:r="http://schemas.openxmlformats.org/officeDocument/2006/relationships" r:id="rId16"/>
          </a:graphicData>
        </a:graphic>
      </p:graphicFrame>
      <p:sp>
        <p:nvSpPr>
          <p:cNvPr id="50" name="Rectangle 49">
            <a:extLst>
              <a:ext uri="{FF2B5EF4-FFF2-40B4-BE49-F238E27FC236}">
                <a16:creationId xmlns:a16="http://schemas.microsoft.com/office/drawing/2014/main" id="{C8DFADCE-08A7-131C-D6E7-D16BB4975A9A}"/>
              </a:ext>
            </a:extLst>
          </p:cNvPr>
          <p:cNvSpPr/>
          <p:nvPr>
            <p:custDataLst>
              <p:tags r:id="rId6"/>
            </p:custDataLst>
          </p:nvPr>
        </p:nvSpPr>
        <p:spPr bwMode="auto">
          <a:xfrm>
            <a:off x="5127625" y="2428875"/>
            <a:ext cx="37528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72663EDA-9D1A-47B5-8213-A57E034B9B94}" type="datetime'Poor'' ''''co''mmu''nic''ation'' &amp; ch''ange man''a''gement'''">
              <a:rPr lang="en-US" altLang="en-US" sz="1400" b="1" smtClean="0">
                <a:solidFill>
                  <a:schemeClr val="tx1"/>
                </a:solidFill>
              </a:rPr>
              <a:pPr/>
              <a:t>Poor communication &amp; change management</a:t>
            </a:fld>
            <a:endParaRPr lang="en-US" sz="1400" b="1" dirty="0">
              <a:solidFill>
                <a:schemeClr val="tx1"/>
              </a:solidFill>
            </a:endParaRPr>
          </a:p>
        </p:txBody>
      </p:sp>
      <p:sp>
        <p:nvSpPr>
          <p:cNvPr id="51" name="Rectangle 50">
            <a:extLst>
              <a:ext uri="{FF2B5EF4-FFF2-40B4-BE49-F238E27FC236}">
                <a16:creationId xmlns:a16="http://schemas.microsoft.com/office/drawing/2014/main" id="{C4887174-4F97-E70B-3D9B-EC2FCBA49C2C}"/>
              </a:ext>
            </a:extLst>
          </p:cNvPr>
          <p:cNvSpPr/>
          <p:nvPr>
            <p:custDataLst>
              <p:tags r:id="rId7"/>
            </p:custDataLst>
          </p:nvPr>
        </p:nvSpPr>
        <p:spPr bwMode="auto">
          <a:xfrm>
            <a:off x="6342063" y="3082925"/>
            <a:ext cx="2538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C8FEE6CC-163C-4DB7-BBA5-9093BF240633}" type="datetime'''''''Unrealis''t''''i''''c ''''s''''ch''e''dule &amp; bu''dget'''">
              <a:rPr lang="en-US" altLang="en-US" sz="1400" b="1" smtClean="0">
                <a:solidFill>
                  <a:schemeClr val="tx1"/>
                </a:solidFill>
              </a:rPr>
              <a:pPr/>
              <a:t>Unrealistic schedule &amp; budget</a:t>
            </a:fld>
            <a:endParaRPr lang="en-US" sz="1400" b="1" dirty="0">
              <a:solidFill>
                <a:schemeClr val="tx1"/>
              </a:solidFill>
            </a:endParaRPr>
          </a:p>
        </p:txBody>
      </p:sp>
      <p:sp>
        <p:nvSpPr>
          <p:cNvPr id="52" name="Rectangle 51">
            <a:extLst>
              <a:ext uri="{FF2B5EF4-FFF2-40B4-BE49-F238E27FC236}">
                <a16:creationId xmlns:a16="http://schemas.microsoft.com/office/drawing/2014/main" id="{E2BDC92D-656D-59C6-D539-64CE23D54956}"/>
              </a:ext>
            </a:extLst>
          </p:cNvPr>
          <p:cNvSpPr/>
          <p:nvPr>
            <p:custDataLst>
              <p:tags r:id="rId8"/>
            </p:custDataLst>
          </p:nvPr>
        </p:nvSpPr>
        <p:spPr bwMode="auto">
          <a:xfrm>
            <a:off x="6353175" y="3738563"/>
            <a:ext cx="25273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20C41963-8E58-4A66-9D40-BE563B23B33F}" type="datetime'Insuf''''fi''''''c''''ient r''esou''''rce ''p''l''''anni''ng'">
              <a:rPr lang="en-US" altLang="en-US" sz="1400" b="1" smtClean="0">
                <a:solidFill>
                  <a:schemeClr val="tx1"/>
                </a:solidFill>
              </a:rPr>
              <a:pPr/>
              <a:t>Insufficient resource planning</a:t>
            </a:fld>
            <a:endParaRPr lang="en-US" sz="1400" b="1" dirty="0">
              <a:solidFill>
                <a:schemeClr val="tx1"/>
              </a:solidFill>
            </a:endParaRPr>
          </a:p>
        </p:txBody>
      </p:sp>
      <p:sp>
        <p:nvSpPr>
          <p:cNvPr id="53" name="Rectangle 52">
            <a:extLst>
              <a:ext uri="{FF2B5EF4-FFF2-40B4-BE49-F238E27FC236}">
                <a16:creationId xmlns:a16="http://schemas.microsoft.com/office/drawing/2014/main" id="{AD2003A3-313B-750C-24D5-B7F8B34472F7}"/>
              </a:ext>
            </a:extLst>
          </p:cNvPr>
          <p:cNvSpPr/>
          <p:nvPr>
            <p:custDataLst>
              <p:tags r:id="rId9"/>
            </p:custDataLst>
          </p:nvPr>
        </p:nvSpPr>
        <p:spPr bwMode="auto">
          <a:xfrm>
            <a:off x="6662738" y="4392613"/>
            <a:ext cx="221773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3A2EBAF1-D7CE-4157-AB3D-B32B9D235C61}" type="datetime'Poor'' p''''''r''''''''oj''ect'' r''eq''uirem''''ent''s'''''">
              <a:rPr lang="en-US" altLang="en-US" sz="1400" b="1" smtClean="0">
                <a:solidFill>
                  <a:schemeClr val="tx1"/>
                </a:solidFill>
              </a:rPr>
              <a:pPr/>
              <a:t>Poor project requirements</a:t>
            </a:fld>
            <a:endParaRPr lang="en-US" sz="1400" b="1" dirty="0">
              <a:solidFill>
                <a:schemeClr val="tx1"/>
              </a:solidFill>
            </a:endParaRPr>
          </a:p>
        </p:txBody>
      </p:sp>
      <p:sp>
        <p:nvSpPr>
          <p:cNvPr id="93" name="Rectangle 92">
            <a:extLst>
              <a:ext uri="{FF2B5EF4-FFF2-40B4-BE49-F238E27FC236}">
                <a16:creationId xmlns:a16="http://schemas.microsoft.com/office/drawing/2014/main" id="{2B72023F-54BE-8694-DD47-B6B40C5B208A}"/>
              </a:ext>
            </a:extLst>
          </p:cNvPr>
          <p:cNvSpPr/>
          <p:nvPr>
            <p:custDataLst>
              <p:tags r:id="rId10"/>
            </p:custDataLst>
          </p:nvPr>
        </p:nvSpPr>
        <p:spPr bwMode="auto">
          <a:xfrm>
            <a:off x="6638925" y="5046663"/>
            <a:ext cx="22415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7255E1AD-D13E-41BB-B0D3-CE81EDA0E04F}" type="datetime'Lac''''k'''' o''f stak''''''eh''old''''''er'''' ''bu''y-i''n'">
              <a:rPr lang="en-US" altLang="en-US" sz="1400" b="1" smtClean="0">
                <a:solidFill>
                  <a:schemeClr val="tx1"/>
                </a:solidFill>
              </a:rPr>
              <a:pPr/>
              <a:t>Lack of stakeholder buy-in</a:t>
            </a:fld>
            <a:endParaRPr lang="en-US" sz="1400" b="1" dirty="0">
              <a:solidFill>
                <a:schemeClr val="tx1"/>
              </a:solidFill>
            </a:endParaRPr>
          </a:p>
        </p:txBody>
      </p:sp>
      <p:sp>
        <p:nvSpPr>
          <p:cNvPr id="102" name="Rectangle 101">
            <a:extLst>
              <a:ext uri="{FF2B5EF4-FFF2-40B4-BE49-F238E27FC236}">
                <a16:creationId xmlns:a16="http://schemas.microsoft.com/office/drawing/2014/main" id="{0FB409D3-ED4A-9D87-61DB-8A40B8D0B7F2}"/>
              </a:ext>
            </a:extLst>
          </p:cNvPr>
          <p:cNvSpPr/>
          <p:nvPr>
            <p:custDataLst>
              <p:tags r:id="rId11"/>
            </p:custDataLst>
          </p:nvPr>
        </p:nvSpPr>
        <p:spPr bwMode="auto">
          <a:xfrm>
            <a:off x="6967538" y="5700713"/>
            <a:ext cx="191293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4642E7BF-6EA8-4CBD-98A7-77C2EA36BCD5}" type="datetime'''''P''''oo''''r ''ri''s''''''k ma''n''''''age''m''en''''t'">
              <a:rPr lang="en-US" altLang="en-US" sz="1400" b="1" smtClean="0">
                <a:solidFill>
                  <a:schemeClr val="tx1"/>
                </a:solidFill>
              </a:rPr>
              <a:pPr/>
              <a:t>Poor risk management</a:t>
            </a:fld>
            <a:endParaRPr lang="en-US" sz="1400" b="1" dirty="0">
              <a:solidFill>
                <a:schemeClr val="tx1"/>
              </a:solidFill>
            </a:endParaRPr>
          </a:p>
        </p:txBody>
      </p:sp>
      <p:cxnSp>
        <p:nvCxnSpPr>
          <p:cNvPr id="6" name="Straight Connector 5">
            <a:extLst>
              <a:ext uri="{FF2B5EF4-FFF2-40B4-BE49-F238E27FC236}">
                <a16:creationId xmlns:a16="http://schemas.microsoft.com/office/drawing/2014/main" id="{FFA85AAE-37B8-C4F9-370F-5C821BC66189}"/>
              </a:ext>
            </a:extLst>
          </p:cNvPr>
          <p:cNvCxnSpPr>
            <a:cxnSpLocks/>
          </p:cNvCxnSpPr>
          <p:nvPr/>
        </p:nvCxnSpPr>
        <p:spPr>
          <a:xfrm>
            <a:off x="4586174" y="2328530"/>
            <a:ext cx="0" cy="4093535"/>
          </a:xfrm>
          <a:prstGeom prst="line">
            <a:avLst/>
          </a:prstGeom>
          <a:ln>
            <a:prstDash val="dash"/>
          </a:ln>
        </p:spPr>
        <p:style>
          <a:lnRef idx="1">
            <a:schemeClr val="accent1"/>
          </a:lnRef>
          <a:fillRef idx="0">
            <a:schemeClr val="accent1"/>
          </a:fillRef>
          <a:effectRef idx="0">
            <a:schemeClr val="accent1"/>
          </a:effectRef>
          <a:fontRef idx="minor">
            <a:schemeClr val="tx1"/>
          </a:fontRef>
        </p:style>
      </p:cxnSp>
      <p:pic>
        <p:nvPicPr>
          <p:cNvPr id="7" name="arrow botton next right">
            <a:extLst>
              <a:ext uri="{FF2B5EF4-FFF2-40B4-BE49-F238E27FC236}">
                <a16:creationId xmlns:a16="http://schemas.microsoft.com/office/drawing/2014/main" id="{29281423-102C-A2DE-59CB-3270C3AC659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381788" y="1765363"/>
            <a:ext cx="435578" cy="435578"/>
          </a:xfrm>
          <a:prstGeom prst="rect">
            <a:avLst/>
          </a:prstGeom>
        </p:spPr>
      </p:pic>
      <p:sp>
        <p:nvSpPr>
          <p:cNvPr id="8" name="Footer Placeholder 7">
            <a:extLst>
              <a:ext uri="{FF2B5EF4-FFF2-40B4-BE49-F238E27FC236}">
                <a16:creationId xmlns:a16="http://schemas.microsoft.com/office/drawing/2014/main" id="{EE21E9FC-C7D8-79FF-F269-12B4CF0DA37C}"/>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A0B847B9-9549-8F8A-66B9-CEF522B4BF9D}"/>
              </a:ext>
            </a:extLst>
          </p:cNvPr>
          <p:cNvSpPr>
            <a:spLocks noGrp="1"/>
          </p:cNvSpPr>
          <p:nvPr>
            <p:ph type="sldNum" sz="quarter" idx="4"/>
          </p:nvPr>
        </p:nvSpPr>
        <p:spPr/>
        <p:txBody>
          <a:bodyPr/>
          <a:lstStyle/>
          <a:p>
            <a:fld id="{37F5C94B-8C55-478B-B509-BAE6A06B2E2A}" type="slidenum">
              <a:rPr lang="en-US" smtClean="0"/>
              <a:pPr/>
              <a:t>4</a:t>
            </a:fld>
            <a:endParaRPr lang="en-US" dirty="0"/>
          </a:p>
        </p:txBody>
      </p:sp>
    </p:spTree>
    <p:extLst>
      <p:ext uri="{BB962C8B-B14F-4D97-AF65-F5344CB8AC3E}">
        <p14:creationId xmlns:p14="http://schemas.microsoft.com/office/powerpoint/2010/main" val="1599276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3A244-B84D-F05E-4DFF-C4DC56C82CEC}"/>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0BB6D42-836A-FAE8-2774-CD5D6834CEB4}"/>
              </a:ext>
            </a:extLst>
          </p:cNvPr>
          <p:cNvGraphicFramePr>
            <a:graphicFrameLocks noChangeAspect="1"/>
          </p:cNvGraphicFramePr>
          <p:nvPr>
            <p:custDataLst>
              <p:tags r:id="rId1"/>
            </p:custDataLst>
            <p:extLst>
              <p:ext uri="{D42A27DB-BD31-4B8C-83A1-F6EECF244321}">
                <p14:modId xmlns:p14="http://schemas.microsoft.com/office/powerpoint/2010/main" val="28919573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70BB6D42-836A-FAE8-2774-CD5D6834CEB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7998C70-1162-AAD1-30B5-9186BE4CB523}"/>
              </a:ext>
            </a:extLst>
          </p:cNvPr>
          <p:cNvSpPr>
            <a:spLocks noGrp="1"/>
          </p:cNvSpPr>
          <p:nvPr>
            <p:ph type="title"/>
          </p:nvPr>
        </p:nvSpPr>
        <p:spPr/>
        <p:txBody>
          <a:bodyPr vert="horz">
            <a:normAutofit/>
          </a:bodyPr>
          <a:lstStyle/>
          <a:p>
            <a:r>
              <a:rPr lang="en-US" dirty="0">
                <a:solidFill>
                  <a:schemeClr val="accent2"/>
                </a:solidFill>
              </a:rPr>
              <a:t>Solution: </a:t>
            </a:r>
            <a:r>
              <a:rPr lang="en-US" dirty="0"/>
              <a:t>Our </a:t>
            </a:r>
            <a:r>
              <a:rPr lang="en-GB" dirty="0"/>
              <a:t>ex-McKinsey, Deloitte &amp; BCG consultants</a:t>
            </a:r>
            <a:r>
              <a:rPr lang="en-US" dirty="0"/>
              <a:t> created </a:t>
            </a:r>
            <a:r>
              <a:rPr lang="en-GB" dirty="0"/>
              <a:t>a </a:t>
            </a:r>
            <a:r>
              <a:rPr lang="en-US" dirty="0"/>
              <a:t>Toolkit to help you significantly increase your projects success rate</a:t>
            </a:r>
          </a:p>
        </p:txBody>
      </p:sp>
      <p:grpSp>
        <p:nvGrpSpPr>
          <p:cNvPr id="31" name="Group 30">
            <a:extLst>
              <a:ext uri="{FF2B5EF4-FFF2-40B4-BE49-F238E27FC236}">
                <a16:creationId xmlns:a16="http://schemas.microsoft.com/office/drawing/2014/main" id="{32410B72-7A37-3345-7422-BCC9BF82FB69}"/>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4EBFA0C5-2A2E-878D-4F0B-76A23525A077}"/>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B92D2552-35C8-8EB9-A5D9-3ED6E7CE8AD1}"/>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1A6F5BDE-79CB-1190-086E-D885E1B18497}"/>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B95FD6A9-ADDF-1665-56E2-92DFD62FF789}"/>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D483AE92-E0A1-38F2-6456-8B3ED8782771}"/>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A2B7226D-9366-B8C4-5456-C678B9BCE243}"/>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16564E0D-C1B2-A091-FF7F-C1F919AA6E3F}"/>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53D7942-8F59-2695-62B4-55F542B6A90A}"/>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A13A51A6-9B9F-2CE1-3BD4-1AE9ABBD3BBC}"/>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F3A34C27-FE57-F406-DA8C-AF5A216B3458}"/>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32613868-4ADE-A745-14AC-468636B3EF05}"/>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B33A37CA-2725-C0B7-3CCC-148A1254A847}"/>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E9D8BA9D-1F61-BC8B-9C7B-3537741A388C}"/>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8ACF8C13-46BC-F2BE-6AC7-B0A6BCE7CE23}"/>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E29180F7-A08A-B9A3-ED6E-8664CF36E232}"/>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D19FF940-CDAF-37F6-4DDD-707BF3006AC7}"/>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3F734CBB-AEA7-5298-D79C-AF7302B14EAA}"/>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3276A991-DF21-1C43-7C62-104C446E081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FADA2D4C-FEF1-2F01-52FA-A581AFBC7A2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E60BDD81-FE71-CC8F-B242-F9E425CC864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A0B9EA6E-AB60-F43C-CAE4-B0573705517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C7BF12F0-F781-3808-1997-E39A16D46E3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9DBB9D85-827A-B6DE-63C8-2D05ADA921F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BEE3A88C-13E1-ABE5-E82E-C8007FC03D4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E62DEAEB-9FB0-424C-04CC-82968855F78C}"/>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BED7BD93-FFC5-6B84-0632-328CA85F18E4}"/>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4AE93077-03A1-6E23-5222-0C246E2003D7}"/>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F87E4BD-8321-E45E-E4E9-613215336CC9}"/>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36887AF6-ABEA-7CF6-E3EB-F48400F40B56}"/>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108CA776-22E3-D8DD-B7A1-0F56DF348FED}"/>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DB507BF8-7070-2247-FF14-A0C409608718}"/>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C25A38B1-6837-90C5-F48E-103E994F433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7106026D-C6ED-953B-61B6-8C58D6893A5C}"/>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62B75AFF-A750-8AB5-B2DF-A2C8C3544EDF}"/>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DE3ACBDA-DD78-DA4C-418D-4FD2083BFFB4}"/>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3659F5B6-01BC-FEB5-E37A-A1BDC1C4A1D7}"/>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2C25F54A-158E-C0C9-5FEF-3B7522C457E8}"/>
              </a:ext>
            </a:extLst>
          </p:cNvPr>
          <p:cNvSpPr txBox="1"/>
          <p:nvPr/>
        </p:nvSpPr>
        <p:spPr>
          <a:xfrm>
            <a:off x="6434036" y="2025346"/>
            <a:ext cx="4964065" cy="523220"/>
          </a:xfrm>
          <a:prstGeom prst="rect">
            <a:avLst/>
          </a:prstGeom>
          <a:noFill/>
        </p:spPr>
        <p:txBody>
          <a:bodyPr wrap="square" rtlCol="0">
            <a:spAutoFit/>
          </a:bodyPr>
          <a:lstStyle/>
          <a:p>
            <a:r>
              <a:rPr lang="en-US" sz="1400" dirty="0"/>
              <a:t>The Toolkit was created </a:t>
            </a:r>
            <a:r>
              <a:rPr lang="en-GB" sz="1400" dirty="0"/>
              <a:t>by former McKinsey, Deloitte &amp; BCG management consultants.</a:t>
            </a:r>
            <a:endParaRPr lang="en-US" sz="1400" dirty="0"/>
          </a:p>
        </p:txBody>
      </p:sp>
      <p:grpSp>
        <p:nvGrpSpPr>
          <p:cNvPr id="69" name="Group 68">
            <a:extLst>
              <a:ext uri="{FF2B5EF4-FFF2-40B4-BE49-F238E27FC236}">
                <a16:creationId xmlns:a16="http://schemas.microsoft.com/office/drawing/2014/main" id="{4D63A6B3-BEF4-5A2C-4C95-ABEE2421974B}"/>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25E42BED-AEFA-2F6C-E2F5-881BD0AE4D3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8D4E97CA-0E74-7FE6-06FD-C9D04CFF6265}"/>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9011CC28-756B-B92A-74B5-6C78E708042C}"/>
              </a:ext>
            </a:extLst>
          </p:cNvPr>
          <p:cNvSpPr txBox="1"/>
          <p:nvPr/>
        </p:nvSpPr>
        <p:spPr>
          <a:xfrm>
            <a:off x="6434036" y="3689974"/>
            <a:ext cx="4964065" cy="738664"/>
          </a:xfrm>
          <a:prstGeom prst="rect">
            <a:avLst/>
          </a:prstGeom>
          <a:noFill/>
        </p:spPr>
        <p:txBody>
          <a:bodyPr wrap="square" rtlCol="0">
            <a:spAutoFit/>
          </a:bodyPr>
          <a:lstStyle/>
          <a:p>
            <a:r>
              <a:rPr lang="en-GB" sz="1400" dirty="0"/>
              <a:t>There are 200,000+ Executives, Consultants &amp; Entrepreneurs leveraging our Toolkits to improve the performance of their organization.</a:t>
            </a:r>
            <a:endParaRPr lang="en-US" sz="1400" dirty="0"/>
          </a:p>
        </p:txBody>
      </p:sp>
      <p:grpSp>
        <p:nvGrpSpPr>
          <p:cNvPr id="15" name="Group 14">
            <a:extLst>
              <a:ext uri="{FF2B5EF4-FFF2-40B4-BE49-F238E27FC236}">
                <a16:creationId xmlns:a16="http://schemas.microsoft.com/office/drawing/2014/main" id="{7C3F2A9A-40FA-10A4-0624-8826F0D55A57}"/>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5906ECD3-9767-2860-FEC7-68A2E96B5584}"/>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464FDD5-EF5F-AF27-ED89-B4CAD11C1FE9}"/>
                </a:ext>
              </a:extLst>
            </p:cNvPr>
            <p:cNvSpPr txBox="1"/>
            <p:nvPr/>
          </p:nvSpPr>
          <p:spPr>
            <a:xfrm>
              <a:off x="599178" y="1686792"/>
              <a:ext cx="5112000" cy="338554"/>
            </a:xfrm>
            <a:prstGeom prst="rect">
              <a:avLst/>
            </a:prstGeom>
            <a:noFill/>
          </p:spPr>
          <p:txBody>
            <a:bodyPr wrap="square" rtlCol="0">
              <a:spAutoFit/>
            </a:bodyPr>
            <a:lstStyle/>
            <a:p>
              <a:r>
                <a:rPr lang="en-GB" sz="1600" b="1" dirty="0"/>
                <a:t>Trusted by small and large organizations</a:t>
              </a:r>
            </a:p>
          </p:txBody>
        </p:sp>
      </p:grpSp>
      <p:pic>
        <p:nvPicPr>
          <p:cNvPr id="19" name="Picture 2" descr="Brand logo">
            <a:extLst>
              <a:ext uri="{FF2B5EF4-FFF2-40B4-BE49-F238E27FC236}">
                <a16:creationId xmlns:a16="http://schemas.microsoft.com/office/drawing/2014/main" id="{846E7AF7-D67F-9A07-39B5-04F573398C7A}"/>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AC15F425-FA42-729F-10E1-99BF327A89DE}"/>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F2E6E675-5DA4-1D77-11C1-C2632301690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7EB16EDB-C68A-7A02-D326-E441F8A026F4}"/>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EAB98B84-82D8-42CB-E0E0-247A4528B89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3" name="Footer Placeholder 2">
            <a:extLst>
              <a:ext uri="{FF2B5EF4-FFF2-40B4-BE49-F238E27FC236}">
                <a16:creationId xmlns:a16="http://schemas.microsoft.com/office/drawing/2014/main" id="{E3E33D86-439B-3943-7453-E8558442026D}"/>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8E49BFF5-358C-C708-A6A6-746F56FD6F0D}"/>
              </a:ext>
            </a:extLst>
          </p:cNvPr>
          <p:cNvSpPr>
            <a:spLocks noGrp="1"/>
          </p:cNvSpPr>
          <p:nvPr>
            <p:ph type="sldNum" sz="quarter" idx="4"/>
          </p:nvPr>
        </p:nvSpPr>
        <p:spPr/>
        <p:txBody>
          <a:bodyPr/>
          <a:lstStyle/>
          <a:p>
            <a:fld id="{37F5C94B-8C55-478B-B509-BAE6A06B2E2A}" type="slidenum">
              <a:rPr lang="en-US" smtClean="0"/>
              <a:pPr/>
              <a:t>5</a:t>
            </a:fld>
            <a:endParaRPr lang="en-US" dirty="0"/>
          </a:p>
        </p:txBody>
      </p:sp>
    </p:spTree>
    <p:extLst>
      <p:ext uri="{BB962C8B-B14F-4D97-AF65-F5344CB8AC3E}">
        <p14:creationId xmlns:p14="http://schemas.microsoft.com/office/powerpoint/2010/main" val="1539722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9EE07-E1A1-32FE-2AE0-12E553E3517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829095-E2F6-7B9C-0706-9123F3D38092}"/>
              </a:ext>
            </a:extLst>
          </p:cNvPr>
          <p:cNvGraphicFramePr>
            <a:graphicFrameLocks noChangeAspect="1"/>
          </p:cNvGraphicFramePr>
          <p:nvPr>
            <p:custDataLst>
              <p:tags r:id="rId1"/>
            </p:custDataLst>
            <p:extLst>
              <p:ext uri="{D42A27DB-BD31-4B8C-83A1-F6EECF244321}">
                <p14:modId xmlns:p14="http://schemas.microsoft.com/office/powerpoint/2010/main" val="41598910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7C829095-E2F6-7B9C-0706-9123F3D3809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F3AACA5-0EC8-6DD5-70DE-1700E9F67B91}"/>
              </a:ext>
            </a:extLst>
          </p:cNvPr>
          <p:cNvSpPr>
            <a:spLocks noGrp="1"/>
          </p:cNvSpPr>
          <p:nvPr>
            <p:ph type="title"/>
          </p:nvPr>
        </p:nvSpPr>
        <p:spPr/>
        <p:txBody>
          <a:bodyPr vert="horz">
            <a:normAutofit/>
          </a:bodyPr>
          <a:lstStyle/>
          <a:p>
            <a:r>
              <a:rPr lang="en-GB" dirty="0">
                <a:solidFill>
                  <a:schemeClr val="tx1"/>
                </a:solidFill>
              </a:rPr>
              <a:t>The Toolkit includes a Program/Project Management section and a Change Management section </a:t>
            </a:r>
            <a:endParaRPr lang="en-US" dirty="0">
              <a:solidFill>
                <a:schemeClr val="tx1"/>
              </a:solidFill>
            </a:endParaRPr>
          </a:p>
        </p:txBody>
      </p:sp>
      <p:grpSp>
        <p:nvGrpSpPr>
          <p:cNvPr id="89" name="Group 88">
            <a:extLst>
              <a:ext uri="{FF2B5EF4-FFF2-40B4-BE49-F238E27FC236}">
                <a16:creationId xmlns:a16="http://schemas.microsoft.com/office/drawing/2014/main" id="{EA639568-3424-E080-3614-70BD94016BD2}"/>
              </a:ext>
            </a:extLst>
          </p:cNvPr>
          <p:cNvGrpSpPr/>
          <p:nvPr/>
        </p:nvGrpSpPr>
        <p:grpSpPr>
          <a:xfrm>
            <a:off x="893137" y="1679942"/>
            <a:ext cx="10380478" cy="4635142"/>
            <a:chOff x="1818668" y="1679942"/>
            <a:chExt cx="8464345" cy="4635142"/>
          </a:xfrm>
        </p:grpSpPr>
        <p:cxnSp>
          <p:nvCxnSpPr>
            <p:cNvPr id="77" name="Elbow Connector 8">
              <a:extLst>
                <a:ext uri="{FF2B5EF4-FFF2-40B4-BE49-F238E27FC236}">
                  <a16:creationId xmlns:a16="http://schemas.microsoft.com/office/drawing/2014/main" id="{D2250A74-1CC5-7CBD-0E8A-96D414D7224B}"/>
                </a:ext>
              </a:extLst>
            </p:cNvPr>
            <p:cNvCxnSpPr>
              <a:cxnSpLocks/>
              <a:stCxn id="30" idx="0"/>
              <a:endCxn id="74" idx="0"/>
            </p:cNvCxnSpPr>
            <p:nvPr/>
          </p:nvCxnSpPr>
          <p:spPr>
            <a:xfrm rot="5400000" flipH="1" flipV="1">
              <a:off x="6051837" y="-395823"/>
              <a:ext cx="14405" cy="6669061"/>
            </a:xfrm>
            <a:prstGeom prst="bentConnector3">
              <a:avLst>
                <a:gd name="adj1" fmla="val 2587083"/>
              </a:avLst>
            </a:prstGeom>
            <a:ln w="57150">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79" name="Elbow Connector 19">
              <a:extLst>
                <a:ext uri="{FF2B5EF4-FFF2-40B4-BE49-F238E27FC236}">
                  <a16:creationId xmlns:a16="http://schemas.microsoft.com/office/drawing/2014/main" id="{89769928-64DD-428D-39AE-C62AE16FE779}"/>
                </a:ext>
              </a:extLst>
            </p:cNvPr>
            <p:cNvCxnSpPr>
              <a:cxnSpLocks/>
              <a:stCxn id="30" idx="2"/>
              <a:endCxn id="74" idx="2"/>
            </p:cNvCxnSpPr>
            <p:nvPr/>
          </p:nvCxnSpPr>
          <p:spPr>
            <a:xfrm rot="16200000" flipH="1">
              <a:off x="6051837" y="1637834"/>
              <a:ext cx="14405" cy="6669061"/>
            </a:xfrm>
            <a:prstGeom prst="bentConnector3">
              <a:avLst>
                <a:gd name="adj1" fmla="val 2920441"/>
              </a:avLst>
            </a:prstGeom>
            <a:ln w="57150">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sp>
          <p:nvSpPr>
            <p:cNvPr id="30" name="Rounded Rectangle 9">
              <a:extLst>
                <a:ext uri="{FF2B5EF4-FFF2-40B4-BE49-F238E27FC236}">
                  <a16:creationId xmlns:a16="http://schemas.microsoft.com/office/drawing/2014/main" id="{6297748A-8D15-FC4D-4DA4-885594AE2595}"/>
                </a:ext>
              </a:extLst>
            </p:cNvPr>
            <p:cNvSpPr/>
            <p:nvPr/>
          </p:nvSpPr>
          <p:spPr bwMode="auto">
            <a:xfrm>
              <a:off x="1818668" y="2938707"/>
              <a:ext cx="1795282" cy="2033659"/>
            </a:xfrm>
            <a:prstGeom prst="roundRect">
              <a:avLst>
                <a:gd name="adj" fmla="val 8225"/>
              </a:avLst>
            </a:prstGeom>
            <a:solidFill>
              <a:schemeClr val="tx1"/>
            </a:solidFill>
            <a:ln>
              <a:noFill/>
            </a:ln>
            <a:effectLst/>
          </p:spPr>
          <p:txBody>
            <a:bodyPr wrap="square" lIns="0" tIns="45715" rIns="0" bIns="45715" rtlCol="0" anchor="ctr">
              <a:noAutofit/>
            </a:bodyPr>
            <a:lstStyle/>
            <a:p>
              <a:pPr algn="ctr" defTabSz="623853" fontAlgn="base">
                <a:spcBef>
                  <a:spcPts val="200"/>
                </a:spcBef>
                <a:spcAft>
                  <a:spcPts val="200"/>
                </a:spcAft>
                <a:buClr>
                  <a:srgbClr val="000000"/>
                </a:buClr>
              </a:pPr>
              <a:r>
                <a:rPr lang="en-US" sz="1600" b="1" dirty="0">
                  <a:solidFill>
                    <a:schemeClr val="bg1"/>
                  </a:solidFill>
                  <a:latin typeface="Arial" charset="0"/>
                  <a:cs typeface="Times New Roman" pitchFamily="18" charset="0"/>
                </a:rPr>
                <a:t>Current state</a:t>
              </a:r>
            </a:p>
          </p:txBody>
        </p:sp>
        <p:sp>
          <p:nvSpPr>
            <p:cNvPr id="73" name="Rounded Rectangle 10">
              <a:extLst>
                <a:ext uri="{FF2B5EF4-FFF2-40B4-BE49-F238E27FC236}">
                  <a16:creationId xmlns:a16="http://schemas.microsoft.com/office/drawing/2014/main" id="{EDCECE5F-6663-A201-0B55-85B7A291DDD9}"/>
                </a:ext>
              </a:extLst>
            </p:cNvPr>
            <p:cNvSpPr/>
            <p:nvPr/>
          </p:nvSpPr>
          <p:spPr bwMode="auto">
            <a:xfrm>
              <a:off x="5118185" y="2938707"/>
              <a:ext cx="1795282" cy="2033659"/>
            </a:xfrm>
            <a:prstGeom prst="roundRect">
              <a:avLst>
                <a:gd name="adj" fmla="val 8225"/>
              </a:avLst>
            </a:prstGeom>
            <a:solidFill>
              <a:schemeClr val="tx1"/>
            </a:solidFill>
            <a:ln>
              <a:noFill/>
            </a:ln>
            <a:effectLst/>
          </p:spPr>
          <p:txBody>
            <a:bodyPr wrap="square" lIns="0" tIns="45715" rIns="0" bIns="45715" rtlCol="0" anchor="ctr">
              <a:noAutofit/>
            </a:bodyPr>
            <a:lstStyle/>
            <a:p>
              <a:pPr algn="ctr" defTabSz="623853" fontAlgn="base">
                <a:spcBef>
                  <a:spcPts val="200"/>
                </a:spcBef>
                <a:spcAft>
                  <a:spcPts val="200"/>
                </a:spcAft>
                <a:buClr>
                  <a:srgbClr val="000000"/>
                </a:buClr>
              </a:pPr>
              <a:r>
                <a:rPr lang="en-US" sz="1600" b="1" dirty="0">
                  <a:solidFill>
                    <a:schemeClr val="bg1"/>
                  </a:solidFill>
                  <a:latin typeface="Arial" charset="0"/>
                  <a:cs typeface="Times New Roman" pitchFamily="18" charset="0"/>
                </a:rPr>
                <a:t>Transition</a:t>
              </a:r>
            </a:p>
          </p:txBody>
        </p:sp>
        <p:sp>
          <p:nvSpPr>
            <p:cNvPr id="74" name="Rounded Rectangle 13">
              <a:extLst>
                <a:ext uri="{FF2B5EF4-FFF2-40B4-BE49-F238E27FC236}">
                  <a16:creationId xmlns:a16="http://schemas.microsoft.com/office/drawing/2014/main" id="{2A1F6FDB-8D3B-6645-16E5-3E37C2158688}"/>
                </a:ext>
              </a:extLst>
            </p:cNvPr>
            <p:cNvSpPr/>
            <p:nvPr/>
          </p:nvSpPr>
          <p:spPr bwMode="auto">
            <a:xfrm>
              <a:off x="8487731" y="2938707"/>
              <a:ext cx="1795282" cy="2033659"/>
            </a:xfrm>
            <a:prstGeom prst="roundRect">
              <a:avLst>
                <a:gd name="adj" fmla="val 8225"/>
              </a:avLst>
            </a:prstGeom>
            <a:solidFill>
              <a:schemeClr val="tx1"/>
            </a:solidFill>
            <a:ln>
              <a:noFill/>
            </a:ln>
            <a:effectLst/>
          </p:spPr>
          <p:txBody>
            <a:bodyPr wrap="square" lIns="0" tIns="45715" rIns="0" bIns="45715" rtlCol="0" anchor="ctr">
              <a:noAutofit/>
            </a:bodyPr>
            <a:lstStyle/>
            <a:p>
              <a:pPr algn="ctr" defTabSz="623853" fontAlgn="base">
                <a:spcBef>
                  <a:spcPts val="200"/>
                </a:spcBef>
                <a:spcAft>
                  <a:spcPts val="200"/>
                </a:spcAft>
                <a:buClr>
                  <a:srgbClr val="000000"/>
                </a:buClr>
              </a:pPr>
              <a:r>
                <a:rPr lang="en-US" sz="1600" b="1" dirty="0">
                  <a:solidFill>
                    <a:schemeClr val="bg1"/>
                  </a:solidFill>
                  <a:latin typeface="Arial" charset="0"/>
                  <a:cs typeface="Times New Roman" pitchFamily="18" charset="0"/>
                </a:rPr>
                <a:t>Target state</a:t>
              </a:r>
            </a:p>
          </p:txBody>
        </p:sp>
        <p:sp>
          <p:nvSpPr>
            <p:cNvPr id="75" name="Striped Right Arrow 14">
              <a:extLst>
                <a:ext uri="{FF2B5EF4-FFF2-40B4-BE49-F238E27FC236}">
                  <a16:creationId xmlns:a16="http://schemas.microsoft.com/office/drawing/2014/main" id="{AE86711C-1E38-5C92-1570-DB0077A3040E}"/>
                </a:ext>
              </a:extLst>
            </p:cNvPr>
            <p:cNvSpPr/>
            <p:nvPr/>
          </p:nvSpPr>
          <p:spPr bwMode="auto">
            <a:xfrm>
              <a:off x="3954560" y="3502687"/>
              <a:ext cx="893044" cy="905699"/>
            </a:xfrm>
            <a:prstGeom prst="stripedRightArrow">
              <a:avLst/>
            </a:prstGeom>
            <a:solidFill>
              <a:schemeClr val="bg1">
                <a:lumMod val="85000"/>
              </a:schemeClr>
            </a:solidFill>
            <a:ln>
              <a:noFill/>
            </a:ln>
            <a:effectLst/>
          </p:spPr>
          <p:txBody>
            <a:bodyPr wrap="square" lIns="0" tIns="45715" rIns="0" bIns="45715" rtlCol="0" anchor="ctr">
              <a:noAutofit/>
            </a:bodyPr>
            <a:lstStyle/>
            <a:p>
              <a:pPr algn="ctr" defTabSz="623853" fontAlgn="base">
                <a:spcBef>
                  <a:spcPts val="200"/>
                </a:spcBef>
                <a:spcAft>
                  <a:spcPts val="200"/>
                </a:spcAft>
                <a:buClr>
                  <a:srgbClr val="000000"/>
                </a:buClr>
              </a:pPr>
              <a:endParaRPr lang="en-US" sz="1400" b="1" dirty="0">
                <a:solidFill>
                  <a:schemeClr val="bg1"/>
                </a:solidFill>
                <a:latin typeface="Arial" charset="0"/>
                <a:cs typeface="Times New Roman" pitchFamily="18" charset="0"/>
              </a:endParaRPr>
            </a:p>
          </p:txBody>
        </p:sp>
        <p:sp>
          <p:nvSpPr>
            <p:cNvPr id="76" name="Striped Right Arrow 15">
              <a:extLst>
                <a:ext uri="{FF2B5EF4-FFF2-40B4-BE49-F238E27FC236}">
                  <a16:creationId xmlns:a16="http://schemas.microsoft.com/office/drawing/2014/main" id="{8351AFD5-6315-AF90-9783-86477C402CE6}"/>
                </a:ext>
              </a:extLst>
            </p:cNvPr>
            <p:cNvSpPr/>
            <p:nvPr/>
          </p:nvSpPr>
          <p:spPr bwMode="auto">
            <a:xfrm>
              <a:off x="7265009" y="3502687"/>
              <a:ext cx="893044" cy="905699"/>
            </a:xfrm>
            <a:prstGeom prst="stripedRightArrow">
              <a:avLst/>
            </a:prstGeom>
            <a:solidFill>
              <a:schemeClr val="bg1">
                <a:lumMod val="85000"/>
              </a:schemeClr>
            </a:solidFill>
            <a:ln>
              <a:noFill/>
            </a:ln>
            <a:effectLst/>
          </p:spPr>
          <p:txBody>
            <a:bodyPr wrap="square" lIns="0" tIns="45715" rIns="0" bIns="45715" rtlCol="0" anchor="ctr">
              <a:noAutofit/>
            </a:bodyPr>
            <a:lstStyle/>
            <a:p>
              <a:pPr algn="ctr" defTabSz="623853" fontAlgn="base">
                <a:spcBef>
                  <a:spcPts val="200"/>
                </a:spcBef>
                <a:spcAft>
                  <a:spcPts val="200"/>
                </a:spcAft>
                <a:buClr>
                  <a:srgbClr val="000000"/>
                </a:buClr>
              </a:pPr>
              <a:endParaRPr lang="en-US" sz="1400" b="1" dirty="0">
                <a:solidFill>
                  <a:schemeClr val="bg1"/>
                </a:solidFill>
                <a:latin typeface="Arial" charset="0"/>
                <a:cs typeface="Times New Roman" pitchFamily="18" charset="0"/>
              </a:endParaRPr>
            </a:p>
          </p:txBody>
        </p:sp>
        <p:sp>
          <p:nvSpPr>
            <p:cNvPr id="78" name="TextBox 77">
              <a:extLst>
                <a:ext uri="{FF2B5EF4-FFF2-40B4-BE49-F238E27FC236}">
                  <a16:creationId xmlns:a16="http://schemas.microsoft.com/office/drawing/2014/main" id="{33E53E24-A34E-DDD5-FA68-A6D1890D0311}"/>
                </a:ext>
              </a:extLst>
            </p:cNvPr>
            <p:cNvSpPr txBox="1"/>
            <p:nvPr/>
          </p:nvSpPr>
          <p:spPr>
            <a:xfrm>
              <a:off x="2724509" y="1679942"/>
              <a:ext cx="6669061" cy="841256"/>
            </a:xfrm>
            <a:prstGeom prst="rect">
              <a:avLst/>
            </a:prstGeom>
            <a:noFill/>
          </p:spPr>
          <p:txBody>
            <a:bodyPr wrap="square" rtlCol="0">
              <a:spAutoFit/>
            </a:bodyPr>
            <a:lstStyle/>
            <a:p>
              <a:pPr algn="ctr">
                <a:spcBef>
                  <a:spcPts val="400"/>
                </a:spcBef>
                <a:spcAft>
                  <a:spcPts val="400"/>
                </a:spcAft>
              </a:pPr>
              <a:r>
                <a:rPr lang="en-US" sz="1400" b="1" u="sng" dirty="0">
                  <a:solidFill>
                    <a:schemeClr val="accent2"/>
                  </a:solidFill>
                </a:rPr>
                <a:t>Program/Project Management</a:t>
              </a:r>
            </a:p>
            <a:p>
              <a:pPr algn="ctr">
                <a:spcBef>
                  <a:spcPts val="400"/>
                </a:spcBef>
                <a:spcAft>
                  <a:spcPts val="400"/>
                </a:spcAft>
              </a:pPr>
              <a:r>
                <a:rPr lang="en-US" sz="1400" dirty="0">
                  <a:solidFill>
                    <a:schemeClr val="tx2"/>
                  </a:solidFill>
                </a:rPr>
                <a:t>Focuses on business &amp; technical changes such as the organization structure, job roles, processes, and systems</a:t>
              </a:r>
            </a:p>
          </p:txBody>
        </p:sp>
        <p:sp>
          <p:nvSpPr>
            <p:cNvPr id="80" name="TextBox 79">
              <a:extLst>
                <a:ext uri="{FF2B5EF4-FFF2-40B4-BE49-F238E27FC236}">
                  <a16:creationId xmlns:a16="http://schemas.microsoft.com/office/drawing/2014/main" id="{21E1591B-1F53-0383-CB5D-2093F1072EC2}"/>
                </a:ext>
              </a:extLst>
            </p:cNvPr>
            <p:cNvSpPr txBox="1"/>
            <p:nvPr/>
          </p:nvSpPr>
          <p:spPr>
            <a:xfrm>
              <a:off x="2724509" y="5473828"/>
              <a:ext cx="6669061" cy="841256"/>
            </a:xfrm>
            <a:prstGeom prst="rect">
              <a:avLst/>
            </a:prstGeom>
            <a:noFill/>
          </p:spPr>
          <p:txBody>
            <a:bodyPr wrap="square" rtlCol="0">
              <a:spAutoFit/>
            </a:bodyPr>
            <a:lstStyle/>
            <a:p>
              <a:pPr algn="ctr">
                <a:spcBef>
                  <a:spcPts val="400"/>
                </a:spcBef>
                <a:spcAft>
                  <a:spcPts val="400"/>
                </a:spcAft>
              </a:pPr>
              <a:r>
                <a:rPr lang="en-US" sz="1400" b="1" u="sng" dirty="0">
                  <a:solidFill>
                    <a:schemeClr val="accent2"/>
                  </a:solidFill>
                </a:rPr>
                <a:t>Change Management </a:t>
              </a:r>
            </a:p>
            <a:p>
              <a:pPr algn="ctr">
                <a:spcBef>
                  <a:spcPts val="400"/>
                </a:spcBef>
                <a:spcAft>
                  <a:spcPts val="400"/>
                </a:spcAft>
              </a:pPr>
              <a:r>
                <a:rPr lang="en-US" sz="1400" dirty="0">
                  <a:solidFill>
                    <a:schemeClr val="tx2"/>
                  </a:solidFill>
                </a:rPr>
                <a:t>Focuses on </a:t>
              </a:r>
              <a:r>
                <a:rPr lang="en-GB" sz="1400" dirty="0">
                  <a:solidFill>
                    <a:schemeClr val="tx2"/>
                  </a:solidFill>
                </a:rPr>
                <a:t>helping individuals impacted by the business and technical changes in their company to adapt and be successful</a:t>
              </a:r>
              <a:endParaRPr lang="en-US" sz="1400" dirty="0">
                <a:solidFill>
                  <a:schemeClr val="tx2"/>
                </a:solidFill>
              </a:endParaRPr>
            </a:p>
          </p:txBody>
        </p:sp>
      </p:grpSp>
      <p:sp>
        <p:nvSpPr>
          <p:cNvPr id="3" name="Footer Placeholder 2">
            <a:extLst>
              <a:ext uri="{FF2B5EF4-FFF2-40B4-BE49-F238E27FC236}">
                <a16:creationId xmlns:a16="http://schemas.microsoft.com/office/drawing/2014/main" id="{E1B19367-B961-B4FF-5449-58A85187E394}"/>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60F19A80-6B90-F589-362C-96B05D226799}"/>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1312295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74C42-439B-E233-FBC5-F456DFDA70C9}"/>
            </a:ext>
          </a:extLst>
        </p:cNvPr>
        <p:cNvGrpSpPr/>
        <p:nvPr/>
      </p:nvGrpSpPr>
      <p:grpSpPr>
        <a:xfrm>
          <a:off x="0" y="0"/>
          <a:ext cx="0" cy="0"/>
          <a:chOff x="0" y="0"/>
          <a:chExt cx="0" cy="0"/>
        </a:xfrm>
      </p:grpSpPr>
      <p:sp>
        <p:nvSpPr>
          <p:cNvPr id="32" name="Rectangle: Rounded Corners 31">
            <a:extLst>
              <a:ext uri="{FF2B5EF4-FFF2-40B4-BE49-F238E27FC236}">
                <a16:creationId xmlns:a16="http://schemas.microsoft.com/office/drawing/2014/main" id="{6CA479F5-3EDB-367B-8DE3-E21A3A5824EC}"/>
              </a:ext>
            </a:extLst>
          </p:cNvPr>
          <p:cNvSpPr/>
          <p:nvPr/>
        </p:nvSpPr>
        <p:spPr>
          <a:xfrm>
            <a:off x="597147" y="2713758"/>
            <a:ext cx="10976367" cy="2808000"/>
          </a:xfrm>
          <a:prstGeom prst="roundRect">
            <a:avLst>
              <a:gd name="adj" fmla="val 1343"/>
            </a:avLst>
          </a:prstGeom>
          <a:noFill/>
          <a:ln>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3" name="Object 12" hidden="1">
            <a:extLst>
              <a:ext uri="{FF2B5EF4-FFF2-40B4-BE49-F238E27FC236}">
                <a16:creationId xmlns:a16="http://schemas.microsoft.com/office/drawing/2014/main" id="{1CCA6D5E-B613-096F-1CE1-44FF984EA86A}"/>
              </a:ext>
            </a:extLst>
          </p:cNvPr>
          <p:cNvGraphicFramePr>
            <a:graphicFrameLocks noChangeAspect="1"/>
          </p:cNvGraphicFramePr>
          <p:nvPr>
            <p:custDataLst>
              <p:tags r:id="rId1"/>
            </p:custDataLst>
            <p:extLst>
              <p:ext uri="{D42A27DB-BD31-4B8C-83A1-F6EECF244321}">
                <p14:modId xmlns:p14="http://schemas.microsoft.com/office/powerpoint/2010/main" val="32376032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1CCA6D5E-B613-096F-1CE1-44FF984EA86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846D68DE-BDDB-E463-BB98-19E77D429C97}"/>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GB" sz="2400" dirty="0"/>
              <a:t>The program/project management section includes multiple approaches that we have built and refined over the past 20 years</a:t>
            </a:r>
            <a:endParaRPr lang="en-US" sz="2400" dirty="0"/>
          </a:p>
        </p:txBody>
      </p:sp>
      <p:sp>
        <p:nvSpPr>
          <p:cNvPr id="2" name="TextBox 1">
            <a:extLst>
              <a:ext uri="{FF2B5EF4-FFF2-40B4-BE49-F238E27FC236}">
                <a16:creationId xmlns:a16="http://schemas.microsoft.com/office/drawing/2014/main" id="{E0E00C53-CB39-83A7-0A22-812C1695EB48}"/>
              </a:ext>
            </a:extLst>
          </p:cNvPr>
          <p:cNvSpPr txBox="1"/>
          <p:nvPr/>
        </p:nvSpPr>
        <p:spPr>
          <a:xfrm>
            <a:off x="4195330" y="2575818"/>
            <a:ext cx="3780000" cy="307777"/>
          </a:xfrm>
          <a:prstGeom prst="rect">
            <a:avLst/>
          </a:prstGeom>
          <a:solidFill>
            <a:schemeClr val="bg1"/>
          </a:solidFill>
        </p:spPr>
        <p:txBody>
          <a:bodyPr wrap="square" rtlCol="0">
            <a:spAutoFit/>
          </a:bodyPr>
          <a:lstStyle/>
          <a:p>
            <a:pPr algn="ctr"/>
            <a:r>
              <a:rPr lang="en-US" sz="1400" b="1" dirty="0">
                <a:solidFill>
                  <a:schemeClr val="accent2"/>
                </a:solidFill>
              </a:rPr>
              <a:t>Project Management Traditional Approach</a:t>
            </a:r>
          </a:p>
        </p:txBody>
      </p:sp>
      <p:sp>
        <p:nvSpPr>
          <p:cNvPr id="6" name="Rectangle: Rounded Corners 5">
            <a:extLst>
              <a:ext uri="{FF2B5EF4-FFF2-40B4-BE49-F238E27FC236}">
                <a16:creationId xmlns:a16="http://schemas.microsoft.com/office/drawing/2014/main" id="{82FEB1CA-EDD1-3047-3520-F635004B20D3}"/>
              </a:ext>
            </a:extLst>
          </p:cNvPr>
          <p:cNvSpPr/>
          <p:nvPr/>
        </p:nvSpPr>
        <p:spPr>
          <a:xfrm>
            <a:off x="597147" y="5752216"/>
            <a:ext cx="10976367" cy="828909"/>
          </a:xfrm>
          <a:prstGeom prst="roundRect">
            <a:avLst>
              <a:gd name="adj" fmla="val 3961"/>
            </a:avLst>
          </a:prstGeom>
          <a:noFill/>
          <a:ln>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C828B794-EC80-104B-294E-BFD6B3BDB80B}"/>
              </a:ext>
            </a:extLst>
          </p:cNvPr>
          <p:cNvSpPr txBox="1"/>
          <p:nvPr/>
        </p:nvSpPr>
        <p:spPr>
          <a:xfrm>
            <a:off x="4439410" y="5596063"/>
            <a:ext cx="3291840" cy="307777"/>
          </a:xfrm>
          <a:prstGeom prst="rect">
            <a:avLst/>
          </a:prstGeom>
          <a:solidFill>
            <a:schemeClr val="bg1"/>
          </a:solidFill>
        </p:spPr>
        <p:txBody>
          <a:bodyPr wrap="square" rtlCol="0">
            <a:spAutoFit/>
          </a:bodyPr>
          <a:lstStyle/>
          <a:p>
            <a:pPr algn="ctr"/>
            <a:r>
              <a:rPr lang="en-US" sz="1400" b="1" dirty="0">
                <a:solidFill>
                  <a:schemeClr val="accent2"/>
                </a:solidFill>
              </a:rPr>
              <a:t>Project Management Agile Approach</a:t>
            </a:r>
          </a:p>
        </p:txBody>
      </p:sp>
      <p:sp>
        <p:nvSpPr>
          <p:cNvPr id="14" name="TextBox 13">
            <a:extLst>
              <a:ext uri="{FF2B5EF4-FFF2-40B4-BE49-F238E27FC236}">
                <a16:creationId xmlns:a16="http://schemas.microsoft.com/office/drawing/2014/main" id="{2DF3C7AF-6898-1ADD-912C-186C0F5D8F2B}"/>
              </a:ext>
            </a:extLst>
          </p:cNvPr>
          <p:cNvSpPr txBox="1"/>
          <p:nvPr/>
        </p:nvSpPr>
        <p:spPr>
          <a:xfrm>
            <a:off x="596034" y="6354429"/>
            <a:ext cx="1200970" cy="246221"/>
          </a:xfrm>
          <a:prstGeom prst="rect">
            <a:avLst/>
          </a:prstGeom>
          <a:noFill/>
        </p:spPr>
        <p:txBody>
          <a:bodyPr wrap="none" rtlCol="0" anchor="b" anchorCtr="0">
            <a:spAutoFit/>
          </a:bodyPr>
          <a:lstStyle/>
          <a:p>
            <a:pPr algn="ctr"/>
            <a:r>
              <a:rPr lang="en-US" sz="1000" b="1" dirty="0">
                <a:solidFill>
                  <a:schemeClr val="tx2"/>
                </a:solidFill>
                <a:ea typeface="League Spartan" charset="0"/>
                <a:cs typeface="Poppins" pitchFamily="2" charset="77"/>
              </a:rPr>
              <a:t>Product Backlog</a:t>
            </a:r>
          </a:p>
        </p:txBody>
      </p:sp>
      <p:sp>
        <p:nvSpPr>
          <p:cNvPr id="20" name="TextBox 19">
            <a:extLst>
              <a:ext uri="{FF2B5EF4-FFF2-40B4-BE49-F238E27FC236}">
                <a16:creationId xmlns:a16="http://schemas.microsoft.com/office/drawing/2014/main" id="{01B7140F-AFCC-F57A-F0AD-926B01C4CEA4}"/>
              </a:ext>
            </a:extLst>
          </p:cNvPr>
          <p:cNvSpPr txBox="1"/>
          <p:nvPr/>
        </p:nvSpPr>
        <p:spPr>
          <a:xfrm>
            <a:off x="3173585" y="6354429"/>
            <a:ext cx="1087157" cy="246221"/>
          </a:xfrm>
          <a:prstGeom prst="rect">
            <a:avLst/>
          </a:prstGeom>
          <a:noFill/>
        </p:spPr>
        <p:txBody>
          <a:bodyPr wrap="none" rtlCol="0" anchor="b" anchorCtr="0">
            <a:spAutoFit/>
          </a:bodyPr>
          <a:lstStyle/>
          <a:p>
            <a:pPr algn="ctr"/>
            <a:r>
              <a:rPr lang="en-US" sz="1000" b="1" dirty="0">
                <a:solidFill>
                  <a:schemeClr val="tx2"/>
                </a:solidFill>
                <a:ea typeface="League Spartan" charset="0"/>
                <a:cs typeface="Poppins" pitchFamily="2" charset="77"/>
              </a:rPr>
              <a:t>Sprint Backlog</a:t>
            </a:r>
          </a:p>
        </p:txBody>
      </p:sp>
      <p:sp>
        <p:nvSpPr>
          <p:cNvPr id="21" name="TextBox 20">
            <a:extLst>
              <a:ext uri="{FF2B5EF4-FFF2-40B4-BE49-F238E27FC236}">
                <a16:creationId xmlns:a16="http://schemas.microsoft.com/office/drawing/2014/main" id="{D24C50A8-3FC0-4DCF-FCF7-8A0C86C6E2FD}"/>
              </a:ext>
            </a:extLst>
          </p:cNvPr>
          <p:cNvSpPr txBox="1"/>
          <p:nvPr/>
        </p:nvSpPr>
        <p:spPr>
          <a:xfrm>
            <a:off x="5307360" y="6354429"/>
            <a:ext cx="1200970" cy="246221"/>
          </a:xfrm>
          <a:prstGeom prst="rect">
            <a:avLst/>
          </a:prstGeom>
          <a:noFill/>
        </p:spPr>
        <p:txBody>
          <a:bodyPr wrap="none" rtlCol="0" anchor="b" anchorCtr="0">
            <a:spAutoFit/>
          </a:bodyPr>
          <a:lstStyle/>
          <a:p>
            <a:pPr algn="ctr"/>
            <a:r>
              <a:rPr lang="en-US" sz="1000" b="1" dirty="0">
                <a:solidFill>
                  <a:schemeClr val="tx2"/>
                </a:solidFill>
                <a:ea typeface="League Spartan" charset="0"/>
                <a:cs typeface="Poppins" pitchFamily="2" charset="77"/>
              </a:rPr>
              <a:t>Sprint Execution</a:t>
            </a:r>
          </a:p>
        </p:txBody>
      </p:sp>
      <p:sp>
        <p:nvSpPr>
          <p:cNvPr id="22" name="TextBox 21">
            <a:extLst>
              <a:ext uri="{FF2B5EF4-FFF2-40B4-BE49-F238E27FC236}">
                <a16:creationId xmlns:a16="http://schemas.microsoft.com/office/drawing/2014/main" id="{3CA38510-91CC-AFA2-FCFC-17FC9DB1559E}"/>
              </a:ext>
            </a:extLst>
          </p:cNvPr>
          <p:cNvSpPr txBox="1"/>
          <p:nvPr/>
        </p:nvSpPr>
        <p:spPr>
          <a:xfrm>
            <a:off x="8103536" y="6354429"/>
            <a:ext cx="2817304" cy="246221"/>
          </a:xfrm>
          <a:prstGeom prst="rect">
            <a:avLst/>
          </a:prstGeom>
          <a:noFill/>
        </p:spPr>
        <p:txBody>
          <a:bodyPr wrap="square" rtlCol="0" anchor="t" anchorCtr="0">
            <a:spAutoFit/>
          </a:bodyPr>
          <a:lstStyle/>
          <a:p>
            <a:pPr algn="ctr"/>
            <a:r>
              <a:rPr lang="en-US" sz="1000" b="1" dirty="0">
                <a:solidFill>
                  <a:schemeClr val="tx2"/>
                </a:solidFill>
                <a:ea typeface="League Spartan" charset="0"/>
                <a:cs typeface="Poppins" pitchFamily="2" charset="77"/>
              </a:rPr>
              <a:t>Shippable Product Increment</a:t>
            </a:r>
          </a:p>
        </p:txBody>
      </p:sp>
      <p:sp>
        <p:nvSpPr>
          <p:cNvPr id="24" name="TextBox 23">
            <a:extLst>
              <a:ext uri="{FF2B5EF4-FFF2-40B4-BE49-F238E27FC236}">
                <a16:creationId xmlns:a16="http://schemas.microsoft.com/office/drawing/2014/main" id="{4025E151-1446-802B-03FD-F3F92617EFF9}"/>
              </a:ext>
            </a:extLst>
          </p:cNvPr>
          <p:cNvSpPr txBox="1"/>
          <p:nvPr/>
        </p:nvSpPr>
        <p:spPr>
          <a:xfrm>
            <a:off x="1903543" y="6354429"/>
            <a:ext cx="1130438" cy="246221"/>
          </a:xfrm>
          <a:prstGeom prst="rect">
            <a:avLst/>
          </a:prstGeom>
          <a:noFill/>
        </p:spPr>
        <p:txBody>
          <a:bodyPr wrap="none" rtlCol="0" anchor="b" anchorCtr="0">
            <a:spAutoFit/>
          </a:bodyPr>
          <a:lstStyle/>
          <a:p>
            <a:pPr algn="ctr"/>
            <a:r>
              <a:rPr lang="en-US" sz="1000" b="1" dirty="0">
                <a:solidFill>
                  <a:schemeClr val="tx2"/>
                </a:solidFill>
                <a:ea typeface="League Spartan" charset="0"/>
                <a:cs typeface="Poppins" pitchFamily="2" charset="77"/>
              </a:rPr>
              <a:t>Sprint Planning</a:t>
            </a:r>
          </a:p>
        </p:txBody>
      </p:sp>
      <p:sp>
        <p:nvSpPr>
          <p:cNvPr id="25" name="TextBox 24">
            <a:extLst>
              <a:ext uri="{FF2B5EF4-FFF2-40B4-BE49-F238E27FC236}">
                <a16:creationId xmlns:a16="http://schemas.microsoft.com/office/drawing/2014/main" id="{D58DF83D-A9BF-DABB-0A2B-38F7F01F17F3}"/>
              </a:ext>
            </a:extLst>
          </p:cNvPr>
          <p:cNvSpPr txBox="1"/>
          <p:nvPr/>
        </p:nvSpPr>
        <p:spPr>
          <a:xfrm>
            <a:off x="7197961" y="6354429"/>
            <a:ext cx="1480177" cy="246221"/>
          </a:xfrm>
          <a:prstGeom prst="rect">
            <a:avLst/>
          </a:prstGeom>
          <a:noFill/>
        </p:spPr>
        <p:txBody>
          <a:bodyPr wrap="square" rtlCol="0" anchor="t" anchorCtr="0">
            <a:spAutoFit/>
          </a:bodyPr>
          <a:lstStyle/>
          <a:p>
            <a:pPr algn="ctr"/>
            <a:r>
              <a:rPr lang="en-US" sz="1000" b="1" dirty="0">
                <a:solidFill>
                  <a:schemeClr val="tx2"/>
                </a:solidFill>
                <a:ea typeface="League Spartan" charset="0"/>
                <a:cs typeface="Poppins" pitchFamily="2" charset="77"/>
              </a:rPr>
              <a:t>Sprint Review</a:t>
            </a:r>
          </a:p>
        </p:txBody>
      </p:sp>
      <p:sp>
        <p:nvSpPr>
          <p:cNvPr id="47" name="TextBox 46">
            <a:extLst>
              <a:ext uri="{FF2B5EF4-FFF2-40B4-BE49-F238E27FC236}">
                <a16:creationId xmlns:a16="http://schemas.microsoft.com/office/drawing/2014/main" id="{87E5FF96-46EF-62E8-93FD-AA9BDCEDCDDF}"/>
              </a:ext>
            </a:extLst>
          </p:cNvPr>
          <p:cNvSpPr txBox="1"/>
          <p:nvPr/>
        </p:nvSpPr>
        <p:spPr>
          <a:xfrm>
            <a:off x="10410609" y="6354429"/>
            <a:ext cx="1116000" cy="246221"/>
          </a:xfrm>
          <a:prstGeom prst="rect">
            <a:avLst/>
          </a:prstGeom>
          <a:noFill/>
        </p:spPr>
        <p:txBody>
          <a:bodyPr wrap="square" rtlCol="0" anchor="t" anchorCtr="0">
            <a:spAutoFit/>
          </a:bodyPr>
          <a:lstStyle/>
          <a:p>
            <a:pPr algn="ctr"/>
            <a:r>
              <a:rPr lang="en-US" sz="1000" b="1" dirty="0">
                <a:solidFill>
                  <a:schemeClr val="tx2"/>
                </a:solidFill>
                <a:ea typeface="League Spartan" charset="0"/>
                <a:cs typeface="Poppins" pitchFamily="2" charset="77"/>
              </a:rPr>
              <a:t>Retrospective</a:t>
            </a:r>
          </a:p>
        </p:txBody>
      </p:sp>
      <p:sp>
        <p:nvSpPr>
          <p:cNvPr id="10" name="Right Arrow 20">
            <a:extLst>
              <a:ext uri="{FF2B5EF4-FFF2-40B4-BE49-F238E27FC236}">
                <a16:creationId xmlns:a16="http://schemas.microsoft.com/office/drawing/2014/main" id="{F65EE588-15B5-D287-1D82-51F6FE2BBA1A}"/>
              </a:ext>
            </a:extLst>
          </p:cNvPr>
          <p:cNvSpPr/>
          <p:nvPr/>
        </p:nvSpPr>
        <p:spPr>
          <a:xfrm>
            <a:off x="2047569" y="5946572"/>
            <a:ext cx="936000" cy="40011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grpSp>
        <p:nvGrpSpPr>
          <p:cNvPr id="72" name="Group 71">
            <a:extLst>
              <a:ext uri="{FF2B5EF4-FFF2-40B4-BE49-F238E27FC236}">
                <a16:creationId xmlns:a16="http://schemas.microsoft.com/office/drawing/2014/main" id="{1F66674D-2637-91A4-8312-5A173F7B7FEE}"/>
              </a:ext>
            </a:extLst>
          </p:cNvPr>
          <p:cNvGrpSpPr/>
          <p:nvPr/>
        </p:nvGrpSpPr>
        <p:grpSpPr>
          <a:xfrm>
            <a:off x="764050" y="5934011"/>
            <a:ext cx="822408" cy="425233"/>
            <a:chOff x="966071" y="5767497"/>
            <a:chExt cx="822408" cy="425233"/>
          </a:xfrm>
          <a:solidFill>
            <a:schemeClr val="tx1"/>
          </a:solidFill>
        </p:grpSpPr>
        <p:sp>
          <p:nvSpPr>
            <p:cNvPr id="30" name="Rectangle 29">
              <a:extLst>
                <a:ext uri="{FF2B5EF4-FFF2-40B4-BE49-F238E27FC236}">
                  <a16:creationId xmlns:a16="http://schemas.microsoft.com/office/drawing/2014/main" id="{A6716D65-B7DE-2D04-B4EA-38D6D83DAC98}"/>
                </a:ext>
              </a:extLst>
            </p:cNvPr>
            <p:cNvSpPr/>
            <p:nvPr/>
          </p:nvSpPr>
          <p:spPr>
            <a:xfrm>
              <a:off x="966071" y="5767497"/>
              <a:ext cx="238163" cy="1832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36" name="Rectangle 35">
              <a:extLst>
                <a:ext uri="{FF2B5EF4-FFF2-40B4-BE49-F238E27FC236}">
                  <a16:creationId xmlns:a16="http://schemas.microsoft.com/office/drawing/2014/main" id="{A5C9D96B-4429-CEE1-5766-0327C9DF3449}"/>
                </a:ext>
              </a:extLst>
            </p:cNvPr>
            <p:cNvSpPr/>
            <p:nvPr/>
          </p:nvSpPr>
          <p:spPr>
            <a:xfrm>
              <a:off x="1258194" y="5767497"/>
              <a:ext cx="238163" cy="1832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40" name="Rectangle 39">
              <a:extLst>
                <a:ext uri="{FF2B5EF4-FFF2-40B4-BE49-F238E27FC236}">
                  <a16:creationId xmlns:a16="http://schemas.microsoft.com/office/drawing/2014/main" id="{FAE09F4F-29CD-4F87-E3D3-BA149E920B11}"/>
                </a:ext>
              </a:extLst>
            </p:cNvPr>
            <p:cNvSpPr/>
            <p:nvPr/>
          </p:nvSpPr>
          <p:spPr>
            <a:xfrm>
              <a:off x="1550316" y="5767497"/>
              <a:ext cx="238163" cy="1832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49" name="Rectangle 48">
              <a:extLst>
                <a:ext uri="{FF2B5EF4-FFF2-40B4-BE49-F238E27FC236}">
                  <a16:creationId xmlns:a16="http://schemas.microsoft.com/office/drawing/2014/main" id="{C37BD4BE-7757-7C6F-F5BC-10E04A8675F5}"/>
                </a:ext>
              </a:extLst>
            </p:cNvPr>
            <p:cNvSpPr/>
            <p:nvPr/>
          </p:nvSpPr>
          <p:spPr>
            <a:xfrm>
              <a:off x="966071" y="6009527"/>
              <a:ext cx="238163" cy="1832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50" name="Rectangle 49">
              <a:extLst>
                <a:ext uri="{FF2B5EF4-FFF2-40B4-BE49-F238E27FC236}">
                  <a16:creationId xmlns:a16="http://schemas.microsoft.com/office/drawing/2014/main" id="{057B3417-A097-E871-00C6-428F68C39EF3}"/>
                </a:ext>
              </a:extLst>
            </p:cNvPr>
            <p:cNvSpPr/>
            <p:nvPr/>
          </p:nvSpPr>
          <p:spPr>
            <a:xfrm>
              <a:off x="1258194" y="6009527"/>
              <a:ext cx="238163" cy="1832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51" name="Rectangle 50">
              <a:extLst>
                <a:ext uri="{FF2B5EF4-FFF2-40B4-BE49-F238E27FC236}">
                  <a16:creationId xmlns:a16="http://schemas.microsoft.com/office/drawing/2014/main" id="{A07B7B07-377C-84B4-AAC8-C97C23FB4285}"/>
                </a:ext>
              </a:extLst>
            </p:cNvPr>
            <p:cNvSpPr/>
            <p:nvPr/>
          </p:nvSpPr>
          <p:spPr>
            <a:xfrm>
              <a:off x="1550316" y="6009527"/>
              <a:ext cx="238163" cy="1832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grpSp>
      <p:sp>
        <p:nvSpPr>
          <p:cNvPr id="42" name="Chevron 17">
            <a:extLst>
              <a:ext uri="{FF2B5EF4-FFF2-40B4-BE49-F238E27FC236}">
                <a16:creationId xmlns:a16="http://schemas.microsoft.com/office/drawing/2014/main" id="{9A532F32-EEE0-87F9-68C5-E3C558D278E9}"/>
              </a:ext>
            </a:extLst>
          </p:cNvPr>
          <p:cNvSpPr/>
          <p:nvPr/>
        </p:nvSpPr>
        <p:spPr bwMode="auto">
          <a:xfrm>
            <a:off x="4306447" y="3147037"/>
            <a:ext cx="3672000" cy="432000"/>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Initiate the Project</a:t>
            </a:r>
          </a:p>
        </p:txBody>
      </p:sp>
      <p:sp>
        <p:nvSpPr>
          <p:cNvPr id="43" name="Chevron 17">
            <a:extLst>
              <a:ext uri="{FF2B5EF4-FFF2-40B4-BE49-F238E27FC236}">
                <a16:creationId xmlns:a16="http://schemas.microsoft.com/office/drawing/2014/main" id="{FDF1FFF4-5DBE-BA2A-7A59-50ACC19BB4E5}"/>
              </a:ext>
            </a:extLst>
          </p:cNvPr>
          <p:cNvSpPr/>
          <p:nvPr/>
        </p:nvSpPr>
        <p:spPr bwMode="auto">
          <a:xfrm>
            <a:off x="7875869" y="3147037"/>
            <a:ext cx="3672000" cy="432000"/>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Define and Implement your Project Plan</a:t>
            </a:r>
          </a:p>
        </p:txBody>
      </p:sp>
      <p:sp>
        <p:nvSpPr>
          <p:cNvPr id="44" name="Rectangle 43">
            <a:extLst>
              <a:ext uri="{FF2B5EF4-FFF2-40B4-BE49-F238E27FC236}">
                <a16:creationId xmlns:a16="http://schemas.microsoft.com/office/drawing/2014/main" id="{F7FD06C3-0BBB-76AE-096B-8574E9DDDBAF}"/>
              </a:ext>
            </a:extLst>
          </p:cNvPr>
          <p:cNvSpPr/>
          <p:nvPr/>
        </p:nvSpPr>
        <p:spPr>
          <a:xfrm>
            <a:off x="726741" y="3591696"/>
            <a:ext cx="3598561" cy="1944000"/>
          </a:xfrm>
          <a:prstGeom prst="rect">
            <a:avLst/>
          </a:prstGeom>
          <a:effectLst/>
        </p:spPr>
        <p:txBody>
          <a:bodyPr wrap="square" lIns="0">
            <a:spAutoFit/>
          </a:bodyPr>
          <a:lstStyle/>
          <a:p>
            <a:pPr marL="169863" indent="-169863">
              <a:spcBef>
                <a:spcPts val="200"/>
              </a:spcBef>
              <a:spcAft>
                <a:spcPts val="200"/>
              </a:spcAft>
              <a:buFont typeface="+mj-lt"/>
              <a:buAutoNum type="arabicPeriod"/>
              <a:defRPr/>
            </a:pPr>
            <a:r>
              <a:rPr lang="en-GB" sz="1050" dirty="0">
                <a:solidFill>
                  <a:srgbClr val="002776"/>
                </a:solidFill>
              </a:rPr>
              <a:t>Project Description</a:t>
            </a:r>
          </a:p>
          <a:p>
            <a:pPr marL="263525" lvl="1" indent="-73025">
              <a:spcBef>
                <a:spcPts val="200"/>
              </a:spcBef>
              <a:spcAft>
                <a:spcPts val="200"/>
              </a:spcAft>
              <a:buFont typeface="Arial" panose="020B0604020202020204" pitchFamily="34" charset="0"/>
              <a:buChar char="•"/>
              <a:defRPr/>
            </a:pPr>
            <a:r>
              <a:rPr lang="en-GB" sz="1050" dirty="0">
                <a:solidFill>
                  <a:srgbClr val="002776"/>
                </a:solidFill>
              </a:rPr>
              <a:t>Situation, key challenge and proposed solution</a:t>
            </a:r>
          </a:p>
          <a:p>
            <a:pPr marL="263525" lvl="1" indent="-73025">
              <a:spcBef>
                <a:spcPts val="200"/>
              </a:spcBef>
              <a:spcAft>
                <a:spcPts val="200"/>
              </a:spcAft>
              <a:buFont typeface="Arial" panose="020B0604020202020204" pitchFamily="34" charset="0"/>
              <a:buChar char="•"/>
              <a:defRPr/>
            </a:pPr>
            <a:r>
              <a:rPr lang="en-GB" sz="1050" dirty="0">
                <a:solidFill>
                  <a:srgbClr val="002776"/>
                </a:solidFill>
              </a:rPr>
              <a:t>Project objectives and key performance indicators</a:t>
            </a:r>
          </a:p>
          <a:p>
            <a:pPr marL="263525" lvl="1" indent="-73025">
              <a:spcBef>
                <a:spcPts val="200"/>
              </a:spcBef>
              <a:spcAft>
                <a:spcPts val="200"/>
              </a:spcAft>
              <a:buFont typeface="Arial" panose="020B0604020202020204" pitchFamily="34" charset="0"/>
              <a:buChar char="•"/>
              <a:defRPr/>
            </a:pPr>
            <a:r>
              <a:rPr lang="en-GB" sz="1050" dirty="0">
                <a:solidFill>
                  <a:srgbClr val="002776"/>
                </a:solidFill>
              </a:rPr>
              <a:t>Project scope, approach and team</a:t>
            </a:r>
          </a:p>
          <a:p>
            <a:pPr marL="263525" lvl="1" indent="-73025">
              <a:spcBef>
                <a:spcPts val="200"/>
              </a:spcBef>
              <a:spcAft>
                <a:spcPts val="200"/>
              </a:spcAft>
              <a:buFont typeface="Arial" panose="020B0604020202020204" pitchFamily="34" charset="0"/>
              <a:buChar char="•"/>
              <a:defRPr/>
            </a:pPr>
            <a:r>
              <a:rPr lang="en-GB" sz="1050" dirty="0">
                <a:solidFill>
                  <a:srgbClr val="002776"/>
                </a:solidFill>
              </a:rPr>
              <a:t>Key activities and deliverables</a:t>
            </a:r>
          </a:p>
          <a:p>
            <a:pPr marL="169863" indent="-169863">
              <a:spcBef>
                <a:spcPts val="200"/>
              </a:spcBef>
              <a:spcAft>
                <a:spcPts val="200"/>
              </a:spcAft>
              <a:buFont typeface="+mj-lt"/>
              <a:buAutoNum type="arabicPeriod"/>
              <a:defRPr/>
            </a:pPr>
            <a:r>
              <a:rPr lang="en-GB" sz="1050" dirty="0">
                <a:solidFill>
                  <a:srgbClr val="002776"/>
                </a:solidFill>
              </a:rPr>
              <a:t>Project Assessment</a:t>
            </a:r>
          </a:p>
          <a:p>
            <a:pPr marL="263525" lvl="1" indent="-73025">
              <a:spcBef>
                <a:spcPts val="200"/>
              </a:spcBef>
              <a:spcAft>
                <a:spcPts val="200"/>
              </a:spcAft>
              <a:buFont typeface="Arial" panose="020B0604020202020204" pitchFamily="34" charset="0"/>
              <a:buChar char="•"/>
              <a:defRPr/>
            </a:pPr>
            <a:r>
              <a:rPr lang="en-GB" sz="1050" dirty="0">
                <a:solidFill>
                  <a:srgbClr val="002776"/>
                </a:solidFill>
              </a:rPr>
              <a:t>Strategic alignment</a:t>
            </a:r>
          </a:p>
          <a:p>
            <a:pPr marL="263525" lvl="1" indent="-73025">
              <a:spcBef>
                <a:spcPts val="200"/>
              </a:spcBef>
              <a:spcAft>
                <a:spcPts val="200"/>
              </a:spcAft>
              <a:buFont typeface="Arial" panose="020B0604020202020204" pitchFamily="34" charset="0"/>
              <a:buChar char="•"/>
              <a:defRPr/>
            </a:pPr>
            <a:r>
              <a:rPr lang="en-GB" sz="1050" dirty="0">
                <a:solidFill>
                  <a:srgbClr val="002776"/>
                </a:solidFill>
              </a:rPr>
              <a:t>Value (Revenue, Costs, NPV, ROI, etc.)</a:t>
            </a:r>
          </a:p>
          <a:p>
            <a:pPr marL="263525" lvl="1" indent="-73025">
              <a:spcBef>
                <a:spcPts val="200"/>
              </a:spcBef>
              <a:spcAft>
                <a:spcPts val="200"/>
              </a:spcAft>
              <a:buFont typeface="Arial" panose="020B0604020202020204" pitchFamily="34" charset="0"/>
              <a:buChar char="•"/>
              <a:defRPr/>
            </a:pPr>
            <a:r>
              <a:rPr lang="en-GB" sz="1050" dirty="0">
                <a:solidFill>
                  <a:srgbClr val="002776"/>
                </a:solidFill>
              </a:rPr>
              <a:t>Ease of implementation</a:t>
            </a:r>
          </a:p>
        </p:txBody>
      </p:sp>
      <p:sp>
        <p:nvSpPr>
          <p:cNvPr id="55" name="Rectangle 54">
            <a:extLst>
              <a:ext uri="{FF2B5EF4-FFF2-40B4-BE49-F238E27FC236}">
                <a16:creationId xmlns:a16="http://schemas.microsoft.com/office/drawing/2014/main" id="{EB04DE5E-8449-BDDB-F4B6-AC2F0468905D}"/>
              </a:ext>
            </a:extLst>
          </p:cNvPr>
          <p:cNvSpPr/>
          <p:nvPr/>
        </p:nvSpPr>
        <p:spPr>
          <a:xfrm>
            <a:off x="8052374" y="3591696"/>
            <a:ext cx="3447437" cy="1956946"/>
          </a:xfrm>
          <a:prstGeom prst="rect">
            <a:avLst/>
          </a:prstGeom>
          <a:effectLst/>
        </p:spPr>
        <p:txBody>
          <a:bodyPr wrap="square">
            <a:spAutoFit/>
          </a:bodyPr>
          <a:lstStyle/>
          <a:p>
            <a:pPr marL="169863" indent="-169863">
              <a:spcBef>
                <a:spcPts val="200"/>
              </a:spcBef>
              <a:spcAft>
                <a:spcPts val="200"/>
              </a:spcAft>
              <a:buFont typeface="+mj-lt"/>
              <a:buAutoNum type="arabicPeriod"/>
              <a:defRPr/>
            </a:pPr>
            <a:r>
              <a:rPr lang="en-GB" sz="1050" dirty="0">
                <a:solidFill>
                  <a:srgbClr val="002776"/>
                </a:solidFill>
              </a:rPr>
              <a:t>High-level project plan</a:t>
            </a:r>
          </a:p>
          <a:p>
            <a:pPr marL="169863" indent="-169863">
              <a:spcBef>
                <a:spcPts val="200"/>
              </a:spcBef>
              <a:spcAft>
                <a:spcPts val="200"/>
              </a:spcAft>
              <a:buFont typeface="+mj-lt"/>
              <a:buAutoNum type="arabicPeriod"/>
              <a:defRPr/>
            </a:pPr>
            <a:r>
              <a:rPr lang="en-GB" sz="1050" dirty="0">
                <a:solidFill>
                  <a:srgbClr val="002776"/>
                </a:solidFill>
              </a:rPr>
              <a:t>Detailed project plan</a:t>
            </a:r>
          </a:p>
          <a:p>
            <a:pPr marL="169863" indent="-169863">
              <a:spcBef>
                <a:spcPts val="200"/>
              </a:spcBef>
              <a:spcAft>
                <a:spcPts val="200"/>
              </a:spcAft>
              <a:buFont typeface="+mj-lt"/>
              <a:buAutoNum type="arabicPeriod"/>
              <a:defRPr/>
            </a:pPr>
            <a:r>
              <a:rPr lang="en-GB" sz="1050" dirty="0">
                <a:solidFill>
                  <a:srgbClr val="002776"/>
                </a:solidFill>
              </a:rPr>
              <a:t>Project dashboard</a:t>
            </a:r>
          </a:p>
          <a:p>
            <a:pPr marL="169863" indent="-169863">
              <a:spcBef>
                <a:spcPts val="200"/>
              </a:spcBef>
              <a:spcAft>
                <a:spcPts val="200"/>
              </a:spcAft>
              <a:buFont typeface="+mj-lt"/>
              <a:buAutoNum type="arabicPeriod"/>
              <a:defRPr/>
            </a:pPr>
            <a:r>
              <a:rPr lang="en-GB" sz="1050" dirty="0">
                <a:solidFill>
                  <a:srgbClr val="002776"/>
                </a:solidFill>
              </a:rPr>
              <a:t>Parking lot</a:t>
            </a:r>
          </a:p>
          <a:p>
            <a:pPr marL="169863" indent="-169863">
              <a:spcBef>
                <a:spcPts val="200"/>
              </a:spcBef>
              <a:spcAft>
                <a:spcPts val="200"/>
              </a:spcAft>
              <a:buFont typeface="+mj-lt"/>
              <a:buAutoNum type="arabicPeriod"/>
              <a:defRPr/>
            </a:pPr>
            <a:r>
              <a:rPr lang="en-GB" sz="1050" dirty="0">
                <a:solidFill>
                  <a:srgbClr val="002776"/>
                </a:solidFill>
              </a:rPr>
              <a:t>Punch list</a:t>
            </a:r>
          </a:p>
          <a:p>
            <a:pPr marL="169863" indent="-169863">
              <a:spcBef>
                <a:spcPts val="200"/>
              </a:spcBef>
              <a:spcAft>
                <a:spcPts val="200"/>
              </a:spcAft>
              <a:buFont typeface="+mj-lt"/>
              <a:buAutoNum type="arabicPeriod"/>
              <a:defRPr/>
            </a:pPr>
            <a:r>
              <a:rPr lang="en-GB" sz="1050" dirty="0">
                <a:solidFill>
                  <a:srgbClr val="002776"/>
                </a:solidFill>
              </a:rPr>
              <a:t>Project closure checklist</a:t>
            </a:r>
          </a:p>
          <a:p>
            <a:pPr marL="169863" indent="-169863">
              <a:spcBef>
                <a:spcPts val="200"/>
              </a:spcBef>
              <a:spcAft>
                <a:spcPts val="200"/>
              </a:spcAft>
              <a:buFont typeface="+mj-lt"/>
              <a:buAutoNum type="arabicPeriod"/>
              <a:defRPr/>
            </a:pPr>
            <a:r>
              <a:rPr lang="en-GB" sz="1050" dirty="0">
                <a:solidFill>
                  <a:srgbClr val="002776"/>
                </a:solidFill>
              </a:rPr>
              <a:t>Post project evaluation report</a:t>
            </a:r>
          </a:p>
          <a:p>
            <a:pPr marL="169863" indent="-169863">
              <a:spcBef>
                <a:spcPts val="200"/>
              </a:spcBef>
              <a:spcAft>
                <a:spcPts val="200"/>
              </a:spcAft>
              <a:buFont typeface="+mj-lt"/>
              <a:buAutoNum type="arabicPeriod"/>
              <a:defRPr/>
            </a:pPr>
            <a:endParaRPr lang="en-GB" sz="1050" dirty="0">
              <a:solidFill>
                <a:srgbClr val="002776"/>
              </a:solidFill>
            </a:endParaRPr>
          </a:p>
          <a:p>
            <a:pPr marL="169863" indent="-169863">
              <a:spcBef>
                <a:spcPts val="200"/>
              </a:spcBef>
              <a:spcAft>
                <a:spcPts val="200"/>
              </a:spcAft>
              <a:buFont typeface="+mj-lt"/>
              <a:buAutoNum type="arabicPeriod"/>
              <a:defRPr/>
            </a:pPr>
            <a:endParaRPr lang="en-GB" sz="1050" dirty="0">
              <a:solidFill>
                <a:srgbClr val="002776"/>
              </a:solidFill>
            </a:endParaRPr>
          </a:p>
        </p:txBody>
      </p:sp>
      <p:sp>
        <p:nvSpPr>
          <p:cNvPr id="56" name="Rectangle 55">
            <a:extLst>
              <a:ext uri="{FF2B5EF4-FFF2-40B4-BE49-F238E27FC236}">
                <a16:creationId xmlns:a16="http://schemas.microsoft.com/office/drawing/2014/main" id="{715B49E1-6F0A-F7B9-9456-46BA2DF68F14}"/>
              </a:ext>
            </a:extLst>
          </p:cNvPr>
          <p:cNvSpPr/>
          <p:nvPr/>
        </p:nvSpPr>
        <p:spPr>
          <a:xfrm>
            <a:off x="4417695" y="3591696"/>
            <a:ext cx="3396807" cy="1744067"/>
          </a:xfrm>
          <a:prstGeom prst="rect">
            <a:avLst/>
          </a:prstGeom>
          <a:effectLst/>
        </p:spPr>
        <p:txBody>
          <a:bodyPr wrap="square">
            <a:spAutoFit/>
          </a:bodyPr>
          <a:lstStyle/>
          <a:p>
            <a:pPr marL="169863" indent="-169863">
              <a:spcBef>
                <a:spcPts val="200"/>
              </a:spcBef>
              <a:spcAft>
                <a:spcPts val="200"/>
              </a:spcAft>
              <a:buFont typeface="+mj-lt"/>
              <a:buAutoNum type="arabicPeriod"/>
              <a:defRPr/>
            </a:pPr>
            <a:r>
              <a:rPr lang="en-GB" sz="1050" dirty="0"/>
              <a:t>Project charter</a:t>
            </a:r>
          </a:p>
          <a:p>
            <a:pPr marL="169863" indent="-169863">
              <a:spcBef>
                <a:spcPts val="200"/>
              </a:spcBef>
              <a:spcAft>
                <a:spcPts val="200"/>
              </a:spcAft>
              <a:buFont typeface="+mj-lt"/>
              <a:buAutoNum type="arabicPeriod"/>
              <a:defRPr/>
            </a:pPr>
            <a:r>
              <a:rPr lang="en-GB" sz="1050" dirty="0">
                <a:solidFill>
                  <a:srgbClr val="002776"/>
                </a:solidFill>
              </a:rPr>
              <a:t>Project challenges and key success factors</a:t>
            </a:r>
          </a:p>
          <a:p>
            <a:pPr marL="169863" indent="-169863">
              <a:spcBef>
                <a:spcPts val="200"/>
              </a:spcBef>
              <a:spcAft>
                <a:spcPts val="200"/>
              </a:spcAft>
              <a:buFont typeface="+mj-lt"/>
              <a:buAutoNum type="arabicPeriod"/>
              <a:defRPr/>
            </a:pPr>
            <a:r>
              <a:rPr lang="nb-NO" sz="1050" dirty="0">
                <a:solidFill>
                  <a:srgbClr val="002776"/>
                </a:solidFill>
              </a:rPr>
              <a:t>RACI matrix</a:t>
            </a:r>
          </a:p>
          <a:p>
            <a:pPr marL="169863" indent="-169863">
              <a:spcBef>
                <a:spcPts val="200"/>
              </a:spcBef>
              <a:spcAft>
                <a:spcPts val="200"/>
              </a:spcAft>
              <a:buFont typeface="+mj-lt"/>
              <a:buAutoNum type="arabicPeriod"/>
              <a:defRPr/>
            </a:pPr>
            <a:r>
              <a:rPr lang="nb-NO" sz="1050" dirty="0">
                <a:solidFill>
                  <a:srgbClr val="002776"/>
                </a:solidFill>
              </a:rPr>
              <a:t>Stakeholder engagement strategy</a:t>
            </a:r>
          </a:p>
          <a:p>
            <a:pPr marL="169863" indent="-169863">
              <a:spcBef>
                <a:spcPts val="200"/>
              </a:spcBef>
              <a:spcAft>
                <a:spcPts val="200"/>
              </a:spcAft>
              <a:buFont typeface="+mj-lt"/>
              <a:buAutoNum type="arabicPeriod"/>
              <a:defRPr/>
            </a:pPr>
            <a:r>
              <a:rPr lang="nb-NO" sz="1050" dirty="0">
                <a:solidFill>
                  <a:srgbClr val="002776"/>
                </a:solidFill>
              </a:rPr>
              <a:t>Capacity planning</a:t>
            </a:r>
          </a:p>
          <a:p>
            <a:pPr marL="169863" indent="-169863">
              <a:spcBef>
                <a:spcPts val="200"/>
              </a:spcBef>
              <a:spcAft>
                <a:spcPts val="200"/>
              </a:spcAft>
              <a:buFont typeface="+mj-lt"/>
              <a:buAutoNum type="arabicPeriod"/>
              <a:defRPr/>
            </a:pPr>
            <a:r>
              <a:rPr lang="nb-NO" sz="1050" dirty="0">
                <a:solidFill>
                  <a:srgbClr val="002776"/>
                </a:solidFill>
              </a:rPr>
              <a:t>Risk management framework</a:t>
            </a:r>
          </a:p>
          <a:p>
            <a:pPr marL="169863" indent="-169863">
              <a:spcBef>
                <a:spcPts val="200"/>
              </a:spcBef>
              <a:spcAft>
                <a:spcPts val="200"/>
              </a:spcAft>
              <a:buFont typeface="+mj-lt"/>
              <a:buAutoNum type="arabicPeriod"/>
              <a:defRPr/>
            </a:pPr>
            <a:r>
              <a:rPr lang="nb-NO" sz="1050" dirty="0">
                <a:solidFill>
                  <a:srgbClr val="002776"/>
                </a:solidFill>
              </a:rPr>
              <a:t>Risk log and dashboard</a:t>
            </a:r>
          </a:p>
          <a:p>
            <a:pPr marL="169863" indent="-169863">
              <a:spcBef>
                <a:spcPts val="200"/>
              </a:spcBef>
              <a:spcAft>
                <a:spcPts val="200"/>
              </a:spcAft>
              <a:buFont typeface="+mj-lt"/>
              <a:buAutoNum type="arabicPeriod"/>
              <a:defRPr/>
            </a:pPr>
            <a:r>
              <a:rPr lang="nb-NO" sz="1050" dirty="0">
                <a:solidFill>
                  <a:srgbClr val="002776"/>
                </a:solidFill>
              </a:rPr>
              <a:t>Issue log and dashboard</a:t>
            </a:r>
          </a:p>
        </p:txBody>
      </p:sp>
      <p:pic>
        <p:nvPicPr>
          <p:cNvPr id="57" name="Graphic 56" descr="Bar chart outline">
            <a:extLst>
              <a:ext uri="{FF2B5EF4-FFF2-40B4-BE49-F238E27FC236}">
                <a16:creationId xmlns:a16="http://schemas.microsoft.com/office/drawing/2014/main" id="{30C5027F-9FC2-528C-D25F-8AB3A284F25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99855" y="2766923"/>
            <a:ext cx="388466" cy="388466"/>
          </a:xfrm>
          <a:prstGeom prst="rect">
            <a:avLst/>
          </a:prstGeom>
        </p:spPr>
      </p:pic>
      <p:pic>
        <p:nvPicPr>
          <p:cNvPr id="58" name="Graphic 57" descr="Play outline">
            <a:extLst>
              <a:ext uri="{FF2B5EF4-FFF2-40B4-BE49-F238E27FC236}">
                <a16:creationId xmlns:a16="http://schemas.microsoft.com/office/drawing/2014/main" id="{5BFBB19F-366D-BC60-ED35-55A6AC4160B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21137" y="2863935"/>
            <a:ext cx="296125" cy="296125"/>
          </a:xfrm>
          <a:prstGeom prst="rect">
            <a:avLst/>
          </a:prstGeom>
        </p:spPr>
      </p:pic>
      <p:pic>
        <p:nvPicPr>
          <p:cNvPr id="59" name="Graphic 58" descr="Checklist outline">
            <a:extLst>
              <a:ext uri="{FF2B5EF4-FFF2-40B4-BE49-F238E27FC236}">
                <a16:creationId xmlns:a16="http://schemas.microsoft.com/office/drawing/2014/main" id="{AC1A3F73-9077-41C9-1DE7-E3ED01470E6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33648" y="2757237"/>
            <a:ext cx="388466" cy="388466"/>
          </a:xfrm>
          <a:prstGeom prst="rect">
            <a:avLst/>
          </a:prstGeom>
        </p:spPr>
      </p:pic>
      <p:sp>
        <p:nvSpPr>
          <p:cNvPr id="60" name="Arrow: Pentagon 59">
            <a:extLst>
              <a:ext uri="{FF2B5EF4-FFF2-40B4-BE49-F238E27FC236}">
                <a16:creationId xmlns:a16="http://schemas.microsoft.com/office/drawing/2014/main" id="{162D25C1-2282-0FB6-E07F-F8063E9988E5}"/>
              </a:ext>
            </a:extLst>
          </p:cNvPr>
          <p:cNvSpPr/>
          <p:nvPr/>
        </p:nvSpPr>
        <p:spPr>
          <a:xfrm>
            <a:off x="737026" y="3147037"/>
            <a:ext cx="3672000" cy="432000"/>
          </a:xfrm>
          <a:prstGeom prst="homePlate">
            <a:avLst>
              <a:gd name="adj" fmla="val 31705"/>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Build a Business Case &amp; Financial Model</a:t>
            </a:r>
            <a:endParaRPr lang="en-US" sz="1300" b="1" dirty="0">
              <a:solidFill>
                <a:schemeClr val="bg1"/>
              </a:solidFill>
              <a:cs typeface="Times New Roman" pitchFamily="18" charset="0"/>
            </a:endParaRPr>
          </a:p>
        </p:txBody>
      </p:sp>
      <p:sp>
        <p:nvSpPr>
          <p:cNvPr id="61" name="Oval 60">
            <a:extLst>
              <a:ext uri="{FF2B5EF4-FFF2-40B4-BE49-F238E27FC236}">
                <a16:creationId xmlns:a16="http://schemas.microsoft.com/office/drawing/2014/main" id="{7310E224-76D3-9797-A4CE-3D56756FF3F7}"/>
              </a:ext>
            </a:extLst>
          </p:cNvPr>
          <p:cNvSpPr/>
          <p:nvPr/>
        </p:nvSpPr>
        <p:spPr>
          <a:xfrm>
            <a:off x="661954" y="2972452"/>
            <a:ext cx="288000" cy="288000"/>
          </a:xfrm>
          <a:prstGeom prst="ellipse">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62" name="Oval 61">
            <a:extLst>
              <a:ext uri="{FF2B5EF4-FFF2-40B4-BE49-F238E27FC236}">
                <a16:creationId xmlns:a16="http://schemas.microsoft.com/office/drawing/2014/main" id="{0A1FC4A3-9CD0-8FF9-5E9B-D21280A1082E}"/>
              </a:ext>
            </a:extLst>
          </p:cNvPr>
          <p:cNvSpPr/>
          <p:nvPr/>
        </p:nvSpPr>
        <p:spPr>
          <a:xfrm>
            <a:off x="4304036" y="2972452"/>
            <a:ext cx="288000" cy="288000"/>
          </a:xfrm>
          <a:prstGeom prst="ellipse">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63" name="Oval 62">
            <a:extLst>
              <a:ext uri="{FF2B5EF4-FFF2-40B4-BE49-F238E27FC236}">
                <a16:creationId xmlns:a16="http://schemas.microsoft.com/office/drawing/2014/main" id="{13FEBAF7-2D42-1923-65CA-589FBF06018D}"/>
              </a:ext>
            </a:extLst>
          </p:cNvPr>
          <p:cNvSpPr/>
          <p:nvPr/>
        </p:nvSpPr>
        <p:spPr>
          <a:xfrm>
            <a:off x="7882525" y="2972452"/>
            <a:ext cx="288000" cy="288000"/>
          </a:xfrm>
          <a:prstGeom prst="ellipse">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66" name="Rectangle 65">
            <a:extLst>
              <a:ext uri="{FF2B5EF4-FFF2-40B4-BE49-F238E27FC236}">
                <a16:creationId xmlns:a16="http://schemas.microsoft.com/office/drawing/2014/main" id="{2B69840A-ADD2-1E79-B5A5-0F4EF9C31984}"/>
              </a:ext>
            </a:extLst>
          </p:cNvPr>
          <p:cNvSpPr/>
          <p:nvPr/>
        </p:nvSpPr>
        <p:spPr>
          <a:xfrm>
            <a:off x="3333040" y="6055026"/>
            <a:ext cx="238163" cy="1832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67" name="Rectangle 66">
            <a:extLst>
              <a:ext uri="{FF2B5EF4-FFF2-40B4-BE49-F238E27FC236}">
                <a16:creationId xmlns:a16="http://schemas.microsoft.com/office/drawing/2014/main" id="{62058AF8-3374-5824-A716-7097C1B6ED5B}"/>
              </a:ext>
            </a:extLst>
          </p:cNvPr>
          <p:cNvSpPr/>
          <p:nvPr/>
        </p:nvSpPr>
        <p:spPr>
          <a:xfrm>
            <a:off x="3625163" y="6055026"/>
            <a:ext cx="238163" cy="1832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68" name="Rectangle 67">
            <a:extLst>
              <a:ext uri="{FF2B5EF4-FFF2-40B4-BE49-F238E27FC236}">
                <a16:creationId xmlns:a16="http://schemas.microsoft.com/office/drawing/2014/main" id="{768CB6D5-C12C-86BC-9CA8-27104AB4E076}"/>
              </a:ext>
            </a:extLst>
          </p:cNvPr>
          <p:cNvSpPr/>
          <p:nvPr/>
        </p:nvSpPr>
        <p:spPr>
          <a:xfrm>
            <a:off x="3917285" y="6055026"/>
            <a:ext cx="238163" cy="1832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73" name="Right Arrow 20">
            <a:extLst>
              <a:ext uri="{FF2B5EF4-FFF2-40B4-BE49-F238E27FC236}">
                <a16:creationId xmlns:a16="http://schemas.microsoft.com/office/drawing/2014/main" id="{50B49537-AA60-F44A-B278-F09F6C7A8077}"/>
              </a:ext>
            </a:extLst>
          </p:cNvPr>
          <p:cNvSpPr/>
          <p:nvPr/>
        </p:nvSpPr>
        <p:spPr>
          <a:xfrm>
            <a:off x="4546700" y="5946572"/>
            <a:ext cx="2700000" cy="40011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pic>
        <p:nvPicPr>
          <p:cNvPr id="75" name="Graphic 74" descr="Customer review outline">
            <a:extLst>
              <a:ext uri="{FF2B5EF4-FFF2-40B4-BE49-F238E27FC236}">
                <a16:creationId xmlns:a16="http://schemas.microsoft.com/office/drawing/2014/main" id="{E58522AC-D464-4F2A-4E51-15750F51C08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683149" y="5923785"/>
            <a:ext cx="445684" cy="445684"/>
          </a:xfrm>
          <a:prstGeom prst="rect">
            <a:avLst/>
          </a:prstGeom>
        </p:spPr>
      </p:pic>
      <p:pic>
        <p:nvPicPr>
          <p:cNvPr id="78" name="Graphic 77" descr="Magnifying glass outline">
            <a:extLst>
              <a:ext uri="{FF2B5EF4-FFF2-40B4-BE49-F238E27FC236}">
                <a16:creationId xmlns:a16="http://schemas.microsoft.com/office/drawing/2014/main" id="{0C5BF509-A96C-E48D-883F-BC58D28FB95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731792" y="5918027"/>
            <a:ext cx="457200" cy="457200"/>
          </a:xfrm>
          <a:prstGeom prst="rect">
            <a:avLst/>
          </a:prstGeom>
        </p:spPr>
      </p:pic>
      <p:pic>
        <p:nvPicPr>
          <p:cNvPr id="80" name="Graphic 79" descr="Freight outline">
            <a:extLst>
              <a:ext uri="{FF2B5EF4-FFF2-40B4-BE49-F238E27FC236}">
                <a16:creationId xmlns:a16="http://schemas.microsoft.com/office/drawing/2014/main" id="{CAFE80FB-2243-43A5-42B5-2DC57CBEA61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217503" y="5851942"/>
            <a:ext cx="589370" cy="589370"/>
          </a:xfrm>
          <a:prstGeom prst="rect">
            <a:avLst/>
          </a:prstGeom>
        </p:spPr>
      </p:pic>
      <p:sp>
        <p:nvSpPr>
          <p:cNvPr id="81" name="Rectangle: Rounded Corners 80">
            <a:extLst>
              <a:ext uri="{FF2B5EF4-FFF2-40B4-BE49-F238E27FC236}">
                <a16:creationId xmlns:a16="http://schemas.microsoft.com/office/drawing/2014/main" id="{C88429CF-3050-7F5A-D5F9-509B36962001}"/>
              </a:ext>
            </a:extLst>
          </p:cNvPr>
          <p:cNvSpPr/>
          <p:nvPr/>
        </p:nvSpPr>
        <p:spPr>
          <a:xfrm>
            <a:off x="597147" y="1646468"/>
            <a:ext cx="10976367" cy="828909"/>
          </a:xfrm>
          <a:prstGeom prst="roundRect">
            <a:avLst>
              <a:gd name="adj" fmla="val 3961"/>
            </a:avLst>
          </a:prstGeom>
          <a:noFill/>
          <a:ln>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TextBox 81">
            <a:extLst>
              <a:ext uri="{FF2B5EF4-FFF2-40B4-BE49-F238E27FC236}">
                <a16:creationId xmlns:a16="http://schemas.microsoft.com/office/drawing/2014/main" id="{BDB1F837-F364-DDD9-925F-FD00BF643502}"/>
              </a:ext>
            </a:extLst>
          </p:cNvPr>
          <p:cNvSpPr txBox="1"/>
          <p:nvPr/>
        </p:nvSpPr>
        <p:spPr>
          <a:xfrm>
            <a:off x="4439410" y="1500948"/>
            <a:ext cx="3291840" cy="307777"/>
          </a:xfrm>
          <a:prstGeom prst="rect">
            <a:avLst/>
          </a:prstGeom>
          <a:solidFill>
            <a:schemeClr val="bg1"/>
          </a:solidFill>
        </p:spPr>
        <p:txBody>
          <a:bodyPr wrap="square" rtlCol="0">
            <a:spAutoFit/>
          </a:bodyPr>
          <a:lstStyle/>
          <a:p>
            <a:pPr algn="ctr"/>
            <a:r>
              <a:rPr lang="en-US" sz="1400" b="1" dirty="0">
                <a:solidFill>
                  <a:schemeClr val="accent2"/>
                </a:solidFill>
              </a:rPr>
              <a:t>Program Management Approach</a:t>
            </a:r>
          </a:p>
        </p:txBody>
      </p:sp>
      <p:sp>
        <p:nvSpPr>
          <p:cNvPr id="83" name="Arrow: Pentagon 82">
            <a:extLst>
              <a:ext uri="{FF2B5EF4-FFF2-40B4-BE49-F238E27FC236}">
                <a16:creationId xmlns:a16="http://schemas.microsoft.com/office/drawing/2014/main" id="{83F5B106-5F57-1E9E-7186-B2DA0A60EC45}"/>
              </a:ext>
            </a:extLst>
          </p:cNvPr>
          <p:cNvSpPr/>
          <p:nvPr/>
        </p:nvSpPr>
        <p:spPr>
          <a:xfrm>
            <a:off x="630697" y="1903765"/>
            <a:ext cx="1440000" cy="432000"/>
          </a:xfrm>
          <a:prstGeom prst="homePlate">
            <a:avLst>
              <a:gd name="adj" fmla="val 31705"/>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Potential initiatives</a:t>
            </a:r>
            <a:endParaRPr lang="en-US" sz="1300" b="1" dirty="0">
              <a:solidFill>
                <a:schemeClr val="bg1"/>
              </a:solidFill>
              <a:cs typeface="Times New Roman" pitchFamily="18" charset="0"/>
            </a:endParaRPr>
          </a:p>
        </p:txBody>
      </p:sp>
      <p:sp>
        <p:nvSpPr>
          <p:cNvPr id="84" name="Chevron 17">
            <a:extLst>
              <a:ext uri="{FF2B5EF4-FFF2-40B4-BE49-F238E27FC236}">
                <a16:creationId xmlns:a16="http://schemas.microsoft.com/office/drawing/2014/main" id="{0C734FC4-09EF-539B-0DDD-6EB14089BA22}"/>
              </a:ext>
            </a:extLst>
          </p:cNvPr>
          <p:cNvSpPr/>
          <p:nvPr/>
        </p:nvSpPr>
        <p:spPr bwMode="auto">
          <a:xfrm>
            <a:off x="1983993" y="1903765"/>
            <a:ext cx="1440000" cy="432000"/>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Business cases</a:t>
            </a:r>
          </a:p>
        </p:txBody>
      </p:sp>
      <p:sp>
        <p:nvSpPr>
          <p:cNvPr id="86" name="Chevron 17">
            <a:extLst>
              <a:ext uri="{FF2B5EF4-FFF2-40B4-BE49-F238E27FC236}">
                <a16:creationId xmlns:a16="http://schemas.microsoft.com/office/drawing/2014/main" id="{3E5A228D-1C06-F332-7134-D6F2535C8EF1}"/>
              </a:ext>
            </a:extLst>
          </p:cNvPr>
          <p:cNvSpPr/>
          <p:nvPr/>
        </p:nvSpPr>
        <p:spPr bwMode="auto">
          <a:xfrm>
            <a:off x="4690585" y="1903765"/>
            <a:ext cx="1440000" cy="432000"/>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Business roadmap</a:t>
            </a:r>
          </a:p>
        </p:txBody>
      </p:sp>
      <p:sp>
        <p:nvSpPr>
          <p:cNvPr id="87" name="Chevron 17">
            <a:extLst>
              <a:ext uri="{FF2B5EF4-FFF2-40B4-BE49-F238E27FC236}">
                <a16:creationId xmlns:a16="http://schemas.microsoft.com/office/drawing/2014/main" id="{9B604B3D-83CB-F82F-9024-CAF75ED6751E}"/>
              </a:ext>
            </a:extLst>
          </p:cNvPr>
          <p:cNvSpPr/>
          <p:nvPr/>
        </p:nvSpPr>
        <p:spPr bwMode="auto">
          <a:xfrm>
            <a:off x="3337289" y="1903765"/>
            <a:ext cx="1440000" cy="432000"/>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Project prioritization</a:t>
            </a:r>
          </a:p>
        </p:txBody>
      </p:sp>
      <p:sp>
        <p:nvSpPr>
          <p:cNvPr id="88" name="Chevron 17">
            <a:extLst>
              <a:ext uri="{FF2B5EF4-FFF2-40B4-BE49-F238E27FC236}">
                <a16:creationId xmlns:a16="http://schemas.microsoft.com/office/drawing/2014/main" id="{DA7A1E20-C50A-595C-4C03-908CA1A8FFC5}"/>
              </a:ext>
            </a:extLst>
          </p:cNvPr>
          <p:cNvSpPr/>
          <p:nvPr/>
        </p:nvSpPr>
        <p:spPr bwMode="auto">
          <a:xfrm>
            <a:off x="6043881" y="1903765"/>
            <a:ext cx="1440000" cy="432000"/>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Governance</a:t>
            </a:r>
          </a:p>
        </p:txBody>
      </p:sp>
      <p:sp>
        <p:nvSpPr>
          <p:cNvPr id="89" name="Chevron 17">
            <a:extLst>
              <a:ext uri="{FF2B5EF4-FFF2-40B4-BE49-F238E27FC236}">
                <a16:creationId xmlns:a16="http://schemas.microsoft.com/office/drawing/2014/main" id="{CB7883A1-058B-12E9-7384-B24DF24E7BCA}"/>
              </a:ext>
            </a:extLst>
          </p:cNvPr>
          <p:cNvSpPr/>
          <p:nvPr/>
        </p:nvSpPr>
        <p:spPr bwMode="auto">
          <a:xfrm>
            <a:off x="7397177" y="1903765"/>
            <a:ext cx="1440000" cy="432000"/>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Dashboards</a:t>
            </a:r>
          </a:p>
        </p:txBody>
      </p:sp>
      <p:sp>
        <p:nvSpPr>
          <p:cNvPr id="92" name="Chevron 17">
            <a:extLst>
              <a:ext uri="{FF2B5EF4-FFF2-40B4-BE49-F238E27FC236}">
                <a16:creationId xmlns:a16="http://schemas.microsoft.com/office/drawing/2014/main" id="{231D7F52-F03E-5499-0B57-F7B56D58EFB5}"/>
              </a:ext>
            </a:extLst>
          </p:cNvPr>
          <p:cNvSpPr/>
          <p:nvPr/>
        </p:nvSpPr>
        <p:spPr bwMode="auto">
          <a:xfrm>
            <a:off x="8750473" y="1903765"/>
            <a:ext cx="1440000" cy="432000"/>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Continuous improvement</a:t>
            </a:r>
          </a:p>
        </p:txBody>
      </p:sp>
      <p:sp>
        <p:nvSpPr>
          <p:cNvPr id="93" name="Chevron 17">
            <a:extLst>
              <a:ext uri="{FF2B5EF4-FFF2-40B4-BE49-F238E27FC236}">
                <a16:creationId xmlns:a16="http://schemas.microsoft.com/office/drawing/2014/main" id="{91C5598E-DD91-D486-BC43-75CC61A81DA1}"/>
              </a:ext>
            </a:extLst>
          </p:cNvPr>
          <p:cNvSpPr/>
          <p:nvPr/>
        </p:nvSpPr>
        <p:spPr bwMode="auto">
          <a:xfrm>
            <a:off x="10103768" y="1903765"/>
            <a:ext cx="1440000" cy="432000"/>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Program evaluation</a:t>
            </a:r>
          </a:p>
        </p:txBody>
      </p:sp>
      <p:sp>
        <p:nvSpPr>
          <p:cNvPr id="3" name="Footer Placeholder 2">
            <a:extLst>
              <a:ext uri="{FF2B5EF4-FFF2-40B4-BE49-F238E27FC236}">
                <a16:creationId xmlns:a16="http://schemas.microsoft.com/office/drawing/2014/main" id="{50300A05-B38C-861C-53E3-3F7506F43472}"/>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DEA40BFC-7BB7-396D-65C7-63C27325995B}"/>
              </a:ext>
            </a:extLst>
          </p:cNvPr>
          <p:cNvSpPr>
            <a:spLocks noGrp="1"/>
          </p:cNvSpPr>
          <p:nvPr>
            <p:ph type="sldNum" sz="quarter" idx="4"/>
          </p:nvPr>
        </p:nvSpPr>
        <p:spPr/>
        <p:txBody>
          <a:bodyPr/>
          <a:lstStyle/>
          <a:p>
            <a:fld id="{37F5C94B-8C55-478B-B509-BAE6A06B2E2A}" type="slidenum">
              <a:rPr lang="en-US" smtClean="0"/>
              <a:pPr/>
              <a:t>7</a:t>
            </a:fld>
            <a:endParaRPr lang="en-US" dirty="0"/>
          </a:p>
        </p:txBody>
      </p:sp>
    </p:spTree>
    <p:extLst>
      <p:ext uri="{BB962C8B-B14F-4D97-AF65-F5344CB8AC3E}">
        <p14:creationId xmlns:p14="http://schemas.microsoft.com/office/powerpoint/2010/main" val="3282983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556590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change management section includes </a:t>
            </a:r>
            <a:r>
              <a:rPr lang="en-GB" sz="2400" dirty="0"/>
              <a:t>a practical 3-phase approach and tier-1 frameworks and tools used by Fortune 100 companies </a:t>
            </a:r>
            <a:endParaRPr lang="en-US" sz="2400" dirty="0"/>
          </a:p>
        </p:txBody>
      </p:sp>
      <p:sp>
        <p:nvSpPr>
          <p:cNvPr id="8" name="Chevron 17">
            <a:extLst>
              <a:ext uri="{FF2B5EF4-FFF2-40B4-BE49-F238E27FC236}">
                <a16:creationId xmlns:a16="http://schemas.microsoft.com/office/drawing/2014/main" id="{44D82846-5412-4854-9CE9-6BD4A4D3F201}"/>
              </a:ext>
            </a:extLst>
          </p:cNvPr>
          <p:cNvSpPr/>
          <p:nvPr/>
        </p:nvSpPr>
        <p:spPr bwMode="auto">
          <a:xfrm>
            <a:off x="7877047" y="1940752"/>
            <a:ext cx="3745258" cy="508561"/>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Implement, Track and Manage Progress</a:t>
            </a:r>
          </a:p>
        </p:txBody>
      </p:sp>
      <p:sp>
        <p:nvSpPr>
          <p:cNvPr id="10" name="Rectangle 9">
            <a:extLst>
              <a:ext uri="{FF2B5EF4-FFF2-40B4-BE49-F238E27FC236}">
                <a16:creationId xmlns:a16="http://schemas.microsoft.com/office/drawing/2014/main" id="{F6F130AE-016B-49E7-B056-02422308B35C}"/>
              </a:ext>
            </a:extLst>
          </p:cNvPr>
          <p:cNvSpPr/>
          <p:nvPr/>
        </p:nvSpPr>
        <p:spPr>
          <a:xfrm>
            <a:off x="652310" y="2481108"/>
            <a:ext cx="3479263" cy="2764859"/>
          </a:xfrm>
          <a:prstGeom prst="rect">
            <a:avLst/>
          </a:prstGeom>
          <a:effectLst/>
        </p:spPr>
        <p:txBody>
          <a:bodyPr wrap="square" lIns="0">
            <a:spAutoFit/>
          </a:bodyPr>
          <a:lstStyle/>
          <a:p>
            <a:pPr marL="169863" indent="-169863">
              <a:spcBef>
                <a:spcPts val="200"/>
              </a:spcBef>
              <a:spcAft>
                <a:spcPts val="200"/>
              </a:spcAft>
              <a:buFont typeface="+mj-lt"/>
              <a:buAutoNum type="arabicPeriod"/>
              <a:defRPr/>
            </a:pPr>
            <a:r>
              <a:rPr lang="en-GB" sz="1100" dirty="0">
                <a:solidFill>
                  <a:srgbClr val="002776"/>
                </a:solidFill>
              </a:rPr>
              <a:t>Company strategy</a:t>
            </a:r>
          </a:p>
          <a:p>
            <a:pPr marL="169863" indent="-169863">
              <a:spcBef>
                <a:spcPts val="200"/>
              </a:spcBef>
              <a:spcAft>
                <a:spcPts val="200"/>
              </a:spcAft>
              <a:buFont typeface="+mj-lt"/>
              <a:buAutoNum type="arabicPeriod"/>
              <a:defRPr/>
            </a:pPr>
            <a:r>
              <a:rPr lang="en-GB" sz="1100" dirty="0">
                <a:solidFill>
                  <a:srgbClr val="002776"/>
                </a:solidFill>
              </a:rPr>
              <a:t>Enterprise </a:t>
            </a:r>
            <a:r>
              <a:rPr lang="en-GB" sz="1100">
                <a:solidFill>
                  <a:srgbClr val="002776"/>
                </a:solidFill>
              </a:rPr>
              <a:t>change management maturity </a:t>
            </a:r>
            <a:r>
              <a:rPr lang="en-GB" sz="1100" dirty="0">
                <a:solidFill>
                  <a:srgbClr val="002776"/>
                </a:solidFill>
              </a:rPr>
              <a:t>levels</a:t>
            </a:r>
          </a:p>
          <a:p>
            <a:pPr marL="169863" indent="-169863">
              <a:spcBef>
                <a:spcPts val="200"/>
              </a:spcBef>
              <a:spcAft>
                <a:spcPts val="200"/>
              </a:spcAft>
              <a:buFont typeface="+mj-lt"/>
              <a:buAutoNum type="arabicPeriod"/>
              <a:defRPr/>
            </a:pPr>
            <a:r>
              <a:rPr lang="en-GB" sz="1100" dirty="0">
                <a:solidFill>
                  <a:srgbClr val="002776"/>
                </a:solidFill>
              </a:rPr>
              <a:t>Required change to implement the strategy</a:t>
            </a:r>
          </a:p>
          <a:p>
            <a:pPr marL="169863" indent="-169863">
              <a:spcBef>
                <a:spcPts val="200"/>
              </a:spcBef>
              <a:spcAft>
                <a:spcPts val="200"/>
              </a:spcAft>
              <a:buFont typeface="+mj-lt"/>
              <a:buAutoNum type="arabicPeriod"/>
              <a:defRPr/>
            </a:pPr>
            <a:r>
              <a:rPr lang="en-GB" sz="1100" dirty="0">
                <a:solidFill>
                  <a:srgbClr val="002776"/>
                </a:solidFill>
              </a:rPr>
              <a:t>Business roadmap</a:t>
            </a:r>
          </a:p>
          <a:p>
            <a:pPr marL="169863" indent="-169863">
              <a:spcBef>
                <a:spcPts val="200"/>
              </a:spcBef>
              <a:spcAft>
                <a:spcPts val="200"/>
              </a:spcAft>
              <a:buFont typeface="+mj-lt"/>
              <a:buAutoNum type="arabicPeriod"/>
              <a:defRPr/>
            </a:pPr>
            <a:r>
              <a:rPr lang="en-GB" sz="1100" dirty="0">
                <a:solidFill>
                  <a:srgbClr val="002776"/>
                </a:solidFill>
              </a:rPr>
              <a:t>Company readiness for change</a:t>
            </a:r>
          </a:p>
          <a:p>
            <a:pPr marL="169863" indent="-169863">
              <a:spcBef>
                <a:spcPts val="200"/>
              </a:spcBef>
              <a:spcAft>
                <a:spcPts val="200"/>
              </a:spcAft>
              <a:buFont typeface="+mj-lt"/>
              <a:buAutoNum type="arabicPeriod"/>
              <a:defRPr/>
            </a:pPr>
            <a:r>
              <a:rPr lang="en-GB" sz="1100" dirty="0">
                <a:solidFill>
                  <a:srgbClr val="002776"/>
                </a:solidFill>
              </a:rPr>
              <a:t>Structure and size of the change management team</a:t>
            </a:r>
          </a:p>
          <a:p>
            <a:pPr marL="169863" indent="-169863">
              <a:spcBef>
                <a:spcPts val="200"/>
              </a:spcBef>
              <a:spcAft>
                <a:spcPts val="200"/>
              </a:spcAft>
              <a:buFont typeface="+mj-lt"/>
              <a:buAutoNum type="arabicPeriod"/>
              <a:defRPr/>
            </a:pPr>
            <a:r>
              <a:rPr lang="en-GB" sz="1100" dirty="0">
                <a:solidFill>
                  <a:srgbClr val="002776"/>
                </a:solidFill>
              </a:rPr>
              <a:t>Roles &amp; responsibilities </a:t>
            </a:r>
          </a:p>
          <a:p>
            <a:pPr marL="169863" indent="-169863">
              <a:spcBef>
                <a:spcPts val="200"/>
              </a:spcBef>
              <a:spcAft>
                <a:spcPts val="200"/>
              </a:spcAft>
              <a:buFont typeface="+mj-lt"/>
              <a:buAutoNum type="arabicPeriod"/>
              <a:defRPr/>
            </a:pPr>
            <a:r>
              <a:rPr lang="en-GB" sz="1100" dirty="0">
                <a:solidFill>
                  <a:srgbClr val="002776"/>
                </a:solidFill>
              </a:rPr>
              <a:t>Guiding principles</a:t>
            </a:r>
          </a:p>
          <a:p>
            <a:pPr marL="169863" indent="-169863">
              <a:spcBef>
                <a:spcPts val="400"/>
              </a:spcBef>
              <a:spcAft>
                <a:spcPts val="400"/>
              </a:spcAft>
              <a:buFont typeface="+mj-lt"/>
              <a:buAutoNum type="arabicPeriod"/>
              <a:defRPr/>
            </a:pPr>
            <a:r>
              <a:rPr lang="en-US" sz="1100" dirty="0"/>
              <a:t>Change Lean Canvas</a:t>
            </a:r>
          </a:p>
          <a:p>
            <a:pPr marL="169863" indent="-169863">
              <a:spcBef>
                <a:spcPts val="400"/>
              </a:spcBef>
              <a:spcAft>
                <a:spcPts val="400"/>
              </a:spcAft>
              <a:buFont typeface="+mj-lt"/>
              <a:buAutoNum type="arabicPeriod"/>
              <a:defRPr/>
            </a:pPr>
            <a:r>
              <a:rPr lang="en-GB" sz="1100" dirty="0">
                <a:solidFill>
                  <a:srgbClr val="002776"/>
                </a:solidFill>
              </a:rPr>
              <a:t>Change impact assessment</a:t>
            </a:r>
          </a:p>
          <a:p>
            <a:pPr marL="169863" indent="-169863">
              <a:spcBef>
                <a:spcPts val="400"/>
              </a:spcBef>
              <a:spcAft>
                <a:spcPts val="400"/>
              </a:spcAft>
              <a:buFont typeface="+mj-lt"/>
              <a:buAutoNum type="arabicPeriod"/>
              <a:defRPr/>
            </a:pPr>
            <a:r>
              <a:rPr lang="en-GB" sz="1100" dirty="0">
                <a:solidFill>
                  <a:srgbClr val="002776"/>
                </a:solidFill>
              </a:rPr>
              <a:t>Change management objectives and levers (ADKAR Model)</a:t>
            </a:r>
          </a:p>
        </p:txBody>
      </p:sp>
      <p:sp>
        <p:nvSpPr>
          <p:cNvPr id="11" name="Rectangle 10">
            <a:extLst>
              <a:ext uri="{FF2B5EF4-FFF2-40B4-BE49-F238E27FC236}">
                <a16:creationId xmlns:a16="http://schemas.microsoft.com/office/drawing/2014/main" id="{381FC75F-03AC-4E06-95A5-77AA464D139B}"/>
              </a:ext>
            </a:extLst>
          </p:cNvPr>
          <p:cNvSpPr/>
          <p:nvPr/>
        </p:nvSpPr>
        <p:spPr>
          <a:xfrm>
            <a:off x="7980282" y="2481108"/>
            <a:ext cx="3642023" cy="2246769"/>
          </a:xfrm>
          <a:prstGeom prst="rect">
            <a:avLst/>
          </a:prstGeom>
          <a:effectLst/>
        </p:spPr>
        <p:txBody>
          <a:bodyPr wrap="square">
            <a:spAutoFit/>
          </a:bodyPr>
          <a:lstStyle/>
          <a:p>
            <a:pPr marL="174625" indent="-174625">
              <a:spcBef>
                <a:spcPts val="200"/>
              </a:spcBef>
              <a:spcAft>
                <a:spcPts val="200"/>
              </a:spcAft>
              <a:buFont typeface="+mj-lt"/>
              <a:buAutoNum type="arabicPeriod"/>
              <a:defRPr/>
            </a:pPr>
            <a:r>
              <a:rPr lang="en-GB" sz="1100" dirty="0">
                <a:solidFill>
                  <a:srgbClr val="002776"/>
                </a:solidFill>
              </a:rPr>
              <a:t>Governance</a:t>
            </a:r>
          </a:p>
          <a:p>
            <a:pPr marL="169863" indent="-169863">
              <a:spcBef>
                <a:spcPts val="200"/>
              </a:spcBef>
              <a:spcAft>
                <a:spcPts val="200"/>
              </a:spcAft>
              <a:buFont typeface="+mj-lt"/>
              <a:buAutoNum type="arabicPeriod"/>
              <a:defRPr/>
            </a:pPr>
            <a:r>
              <a:rPr lang="en-GB" sz="1100" dirty="0">
                <a:solidFill>
                  <a:srgbClr val="002776"/>
                </a:solidFill>
              </a:rPr>
              <a:t>Overarching change management plan status report</a:t>
            </a:r>
          </a:p>
          <a:p>
            <a:pPr marL="169863" indent="-169863">
              <a:spcBef>
                <a:spcPts val="200"/>
              </a:spcBef>
              <a:spcAft>
                <a:spcPts val="200"/>
              </a:spcAft>
              <a:buFont typeface="+mj-lt"/>
              <a:buAutoNum type="arabicPeriod"/>
              <a:defRPr/>
            </a:pPr>
            <a:r>
              <a:rPr lang="en-GB" sz="1100" dirty="0">
                <a:solidFill>
                  <a:srgbClr val="002776"/>
                </a:solidFill>
              </a:rPr>
              <a:t>Communication plan status report</a:t>
            </a:r>
          </a:p>
          <a:p>
            <a:pPr marL="169863" indent="-169863">
              <a:spcBef>
                <a:spcPts val="200"/>
              </a:spcBef>
              <a:spcAft>
                <a:spcPts val="200"/>
              </a:spcAft>
              <a:buFont typeface="+mj-lt"/>
              <a:buAutoNum type="arabicPeriod"/>
              <a:defRPr/>
            </a:pPr>
            <a:r>
              <a:rPr lang="en-GB" sz="1100" dirty="0">
                <a:solidFill>
                  <a:srgbClr val="002776"/>
                </a:solidFill>
              </a:rPr>
              <a:t>Sponsorship plan status report</a:t>
            </a:r>
          </a:p>
          <a:p>
            <a:pPr marL="169863" indent="-169863">
              <a:spcBef>
                <a:spcPts val="200"/>
              </a:spcBef>
              <a:spcAft>
                <a:spcPts val="200"/>
              </a:spcAft>
              <a:buFont typeface="+mj-lt"/>
              <a:buAutoNum type="arabicPeriod"/>
              <a:defRPr/>
            </a:pPr>
            <a:r>
              <a:rPr lang="en-GB" sz="1100" dirty="0">
                <a:solidFill>
                  <a:srgbClr val="002776"/>
                </a:solidFill>
              </a:rPr>
              <a:t>Coaching plan status report</a:t>
            </a:r>
          </a:p>
          <a:p>
            <a:pPr marL="169863" indent="-169863">
              <a:spcBef>
                <a:spcPts val="200"/>
              </a:spcBef>
              <a:spcAft>
                <a:spcPts val="200"/>
              </a:spcAft>
              <a:buFont typeface="+mj-lt"/>
              <a:buAutoNum type="arabicPeriod"/>
              <a:defRPr/>
            </a:pPr>
            <a:r>
              <a:rPr lang="en-GB" sz="1100" dirty="0">
                <a:solidFill>
                  <a:srgbClr val="002776"/>
                </a:solidFill>
              </a:rPr>
              <a:t>Training plan status report</a:t>
            </a:r>
          </a:p>
          <a:p>
            <a:pPr marL="169863" indent="-169863">
              <a:spcBef>
                <a:spcPts val="200"/>
              </a:spcBef>
              <a:spcAft>
                <a:spcPts val="200"/>
              </a:spcAft>
              <a:buFont typeface="+mj-lt"/>
              <a:buAutoNum type="arabicPeriod"/>
              <a:defRPr/>
            </a:pPr>
            <a:r>
              <a:rPr lang="en-GB" sz="1100" dirty="0">
                <a:solidFill>
                  <a:srgbClr val="002776"/>
                </a:solidFill>
              </a:rPr>
              <a:t>Resistance management plan status report</a:t>
            </a:r>
          </a:p>
          <a:p>
            <a:pPr marL="169863" indent="-169863">
              <a:spcBef>
                <a:spcPts val="200"/>
              </a:spcBef>
              <a:spcAft>
                <a:spcPts val="200"/>
              </a:spcAft>
              <a:buFont typeface="+mj-lt"/>
              <a:buAutoNum type="arabicPeriod"/>
              <a:defRPr/>
            </a:pPr>
            <a:r>
              <a:rPr lang="en-GB" sz="1100" dirty="0">
                <a:solidFill>
                  <a:srgbClr val="002776"/>
                </a:solidFill>
              </a:rPr>
              <a:t>Stakeholder management</a:t>
            </a:r>
          </a:p>
          <a:p>
            <a:pPr marL="174625" indent="-174625">
              <a:spcBef>
                <a:spcPts val="200"/>
              </a:spcBef>
              <a:spcAft>
                <a:spcPts val="200"/>
              </a:spcAft>
              <a:buFont typeface="+mj-lt"/>
              <a:buAutoNum type="arabicPeriod"/>
              <a:defRPr/>
            </a:pPr>
            <a:r>
              <a:rPr lang="en-GB" sz="1100" dirty="0">
                <a:solidFill>
                  <a:srgbClr val="002776"/>
                </a:solidFill>
              </a:rPr>
              <a:t>Change sustainment</a:t>
            </a:r>
          </a:p>
          <a:p>
            <a:pPr marL="174625" indent="-174625">
              <a:spcBef>
                <a:spcPts val="200"/>
              </a:spcBef>
              <a:spcAft>
                <a:spcPts val="200"/>
              </a:spcAft>
              <a:buFont typeface="+mj-lt"/>
              <a:buAutoNum type="arabicPeriod"/>
              <a:defRPr/>
            </a:pPr>
            <a:r>
              <a:rPr lang="en-GB" sz="1100" dirty="0">
                <a:solidFill>
                  <a:srgbClr val="002776"/>
                </a:solidFill>
              </a:rPr>
              <a:t>Project closure checklist</a:t>
            </a:r>
          </a:p>
        </p:txBody>
      </p:sp>
      <p:sp>
        <p:nvSpPr>
          <p:cNvPr id="12" name="Rectangle 11">
            <a:extLst>
              <a:ext uri="{FF2B5EF4-FFF2-40B4-BE49-F238E27FC236}">
                <a16:creationId xmlns:a16="http://schemas.microsoft.com/office/drawing/2014/main" id="{F22BF9F2-93B5-4D57-85D0-BA4BB3074ECE}"/>
              </a:ext>
            </a:extLst>
          </p:cNvPr>
          <p:cNvSpPr/>
          <p:nvPr/>
        </p:nvSpPr>
        <p:spPr>
          <a:xfrm>
            <a:off x="4271507" y="2481108"/>
            <a:ext cx="3455165" cy="1364476"/>
          </a:xfrm>
          <a:prstGeom prst="rect">
            <a:avLst/>
          </a:prstGeom>
          <a:effectLst/>
        </p:spPr>
        <p:txBody>
          <a:bodyPr wrap="square">
            <a:spAutoFit/>
          </a:bodyPr>
          <a:lstStyle/>
          <a:p>
            <a:pPr marL="169863" indent="-169863">
              <a:spcBef>
                <a:spcPts val="200"/>
              </a:spcBef>
              <a:spcAft>
                <a:spcPts val="200"/>
              </a:spcAft>
              <a:buFont typeface="+mj-lt"/>
              <a:buAutoNum type="arabicPeriod"/>
              <a:defRPr/>
            </a:pPr>
            <a:r>
              <a:rPr lang="en-GB" sz="1100" dirty="0">
                <a:solidFill>
                  <a:srgbClr val="002776"/>
                </a:solidFill>
              </a:rPr>
              <a:t>Overarching change management plan</a:t>
            </a:r>
          </a:p>
          <a:p>
            <a:pPr marL="169863" indent="-169863">
              <a:spcBef>
                <a:spcPts val="200"/>
              </a:spcBef>
              <a:spcAft>
                <a:spcPts val="200"/>
              </a:spcAft>
              <a:buFont typeface="+mj-lt"/>
              <a:buAutoNum type="arabicPeriod"/>
              <a:defRPr/>
            </a:pPr>
            <a:r>
              <a:rPr lang="en-GB" sz="1100" dirty="0">
                <a:solidFill>
                  <a:srgbClr val="002776"/>
                </a:solidFill>
              </a:rPr>
              <a:t>Communication plan</a:t>
            </a:r>
          </a:p>
          <a:p>
            <a:pPr marL="169863" indent="-169863">
              <a:spcBef>
                <a:spcPts val="200"/>
              </a:spcBef>
              <a:spcAft>
                <a:spcPts val="200"/>
              </a:spcAft>
              <a:buFont typeface="+mj-lt"/>
              <a:buAutoNum type="arabicPeriod"/>
              <a:defRPr/>
            </a:pPr>
            <a:r>
              <a:rPr lang="en-GB" sz="1100" dirty="0">
                <a:solidFill>
                  <a:srgbClr val="002776"/>
                </a:solidFill>
              </a:rPr>
              <a:t>Sponsorship plan</a:t>
            </a:r>
          </a:p>
          <a:p>
            <a:pPr marL="169863" indent="-169863">
              <a:spcBef>
                <a:spcPts val="200"/>
              </a:spcBef>
              <a:spcAft>
                <a:spcPts val="200"/>
              </a:spcAft>
              <a:buFont typeface="+mj-lt"/>
              <a:buAutoNum type="arabicPeriod"/>
              <a:defRPr/>
            </a:pPr>
            <a:r>
              <a:rPr lang="en-GB" sz="1100" dirty="0">
                <a:solidFill>
                  <a:srgbClr val="002776"/>
                </a:solidFill>
              </a:rPr>
              <a:t>Coaching plan</a:t>
            </a:r>
          </a:p>
          <a:p>
            <a:pPr marL="169863" indent="-169863">
              <a:spcBef>
                <a:spcPts val="200"/>
              </a:spcBef>
              <a:spcAft>
                <a:spcPts val="200"/>
              </a:spcAft>
              <a:buFont typeface="+mj-lt"/>
              <a:buAutoNum type="arabicPeriod"/>
              <a:defRPr/>
            </a:pPr>
            <a:r>
              <a:rPr lang="en-GB" sz="1100" dirty="0">
                <a:solidFill>
                  <a:srgbClr val="002776"/>
                </a:solidFill>
              </a:rPr>
              <a:t>Training plan</a:t>
            </a:r>
          </a:p>
          <a:p>
            <a:pPr marL="169863" indent="-169863">
              <a:spcBef>
                <a:spcPts val="200"/>
              </a:spcBef>
              <a:spcAft>
                <a:spcPts val="200"/>
              </a:spcAft>
              <a:buFont typeface="+mj-lt"/>
              <a:buAutoNum type="arabicPeriod"/>
              <a:defRPr/>
            </a:pPr>
            <a:r>
              <a:rPr lang="en-GB" sz="1100" dirty="0">
                <a:solidFill>
                  <a:srgbClr val="002776"/>
                </a:solidFill>
              </a:rPr>
              <a:t>Resistance management plan</a:t>
            </a:r>
          </a:p>
        </p:txBody>
      </p:sp>
      <p:sp>
        <p:nvSpPr>
          <p:cNvPr id="44" name="Chevron 17">
            <a:extLst>
              <a:ext uri="{FF2B5EF4-FFF2-40B4-BE49-F238E27FC236}">
                <a16:creationId xmlns:a16="http://schemas.microsoft.com/office/drawing/2014/main" id="{B37241D5-D790-45E8-BF55-A1BE78BE73CE}"/>
              </a:ext>
            </a:extLst>
          </p:cNvPr>
          <p:cNvSpPr/>
          <p:nvPr/>
        </p:nvSpPr>
        <p:spPr bwMode="auto">
          <a:xfrm>
            <a:off x="4223370" y="1940752"/>
            <a:ext cx="3745258" cy="508561"/>
          </a:xfrm>
          <a:prstGeom prst="chevron">
            <a:avLst>
              <a:gd name="adj" fmla="val 31818"/>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Develop the Change Management Plans</a:t>
            </a:r>
          </a:p>
        </p:txBody>
      </p:sp>
      <p:sp>
        <p:nvSpPr>
          <p:cNvPr id="2" name="Rectangle: Rounded Corners 1">
            <a:extLst>
              <a:ext uri="{FF2B5EF4-FFF2-40B4-BE49-F238E27FC236}">
                <a16:creationId xmlns:a16="http://schemas.microsoft.com/office/drawing/2014/main" id="{348A7EA7-3990-4563-9792-0C87DE3BBA5A}"/>
              </a:ext>
            </a:extLst>
          </p:cNvPr>
          <p:cNvSpPr/>
          <p:nvPr/>
        </p:nvSpPr>
        <p:spPr>
          <a:xfrm>
            <a:off x="596861" y="5195505"/>
            <a:ext cx="10993157" cy="1364476"/>
          </a:xfrm>
          <a:prstGeom prst="roundRect">
            <a:avLst>
              <a:gd name="adj" fmla="val 362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623853" fontAlgn="base">
              <a:spcBef>
                <a:spcPts val="600"/>
              </a:spcBef>
              <a:spcAft>
                <a:spcPts val="600"/>
              </a:spcAft>
              <a:buClr>
                <a:srgbClr val="000000"/>
              </a:buClr>
            </a:pPr>
            <a:r>
              <a:rPr lang="en-GB" sz="1300" b="1" dirty="0">
                <a:solidFill>
                  <a:schemeClr val="bg1"/>
                </a:solidFill>
              </a:rPr>
              <a:t>Top 12 change management frameworks and tools commonly used in most Fortune 100 companies</a:t>
            </a:r>
            <a:endParaRPr lang="en-US" sz="1300" b="1" dirty="0">
              <a:solidFill>
                <a:schemeClr val="bg1"/>
              </a:solidFill>
              <a:cs typeface="Times New Roman" pitchFamily="18" charset="0"/>
            </a:endParaRPr>
          </a:p>
        </p:txBody>
      </p:sp>
      <p:pic>
        <p:nvPicPr>
          <p:cNvPr id="36" name="Graphic 35" descr="Clipboard Partially Checked outline">
            <a:extLst>
              <a:ext uri="{FF2B5EF4-FFF2-40B4-BE49-F238E27FC236}">
                <a16:creationId xmlns:a16="http://schemas.microsoft.com/office/drawing/2014/main" id="{711CDEEF-7D23-103E-1E29-74E7377B766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513035" y="1472180"/>
            <a:ext cx="473281" cy="473281"/>
          </a:xfrm>
          <a:prstGeom prst="rect">
            <a:avLst/>
          </a:prstGeom>
        </p:spPr>
      </p:pic>
      <p:sp>
        <p:nvSpPr>
          <p:cNvPr id="54" name="Rectangle: Rounded Corners 53">
            <a:extLst>
              <a:ext uri="{FF2B5EF4-FFF2-40B4-BE49-F238E27FC236}">
                <a16:creationId xmlns:a16="http://schemas.microsoft.com/office/drawing/2014/main" id="{495ED347-7FDF-1C2A-EC03-CEDF01B3EDC4}"/>
              </a:ext>
            </a:extLst>
          </p:cNvPr>
          <p:cNvSpPr/>
          <p:nvPr/>
        </p:nvSpPr>
        <p:spPr>
          <a:xfrm>
            <a:off x="774201" y="5550884"/>
            <a:ext cx="1553596" cy="432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latin typeface="+mj-lt"/>
                <a:cs typeface="Helvetica"/>
              </a:rPr>
              <a:t>Kotter’s 8 step Model of Change</a:t>
            </a:r>
            <a:endParaRPr lang="en-US" sz="1000" b="1" dirty="0">
              <a:solidFill>
                <a:schemeClr val="tx1"/>
              </a:solidFill>
              <a:latin typeface="+mj-lt"/>
              <a:cs typeface="Helvetica"/>
            </a:endParaRPr>
          </a:p>
        </p:txBody>
      </p:sp>
      <p:sp>
        <p:nvSpPr>
          <p:cNvPr id="55" name="Rectangle: Rounded Corners 54">
            <a:extLst>
              <a:ext uri="{FF2B5EF4-FFF2-40B4-BE49-F238E27FC236}">
                <a16:creationId xmlns:a16="http://schemas.microsoft.com/office/drawing/2014/main" id="{7A54ACF6-3479-C619-88A1-B047A502C94A}"/>
              </a:ext>
            </a:extLst>
          </p:cNvPr>
          <p:cNvSpPr/>
          <p:nvPr/>
        </p:nvSpPr>
        <p:spPr>
          <a:xfrm>
            <a:off x="2592201" y="5550884"/>
            <a:ext cx="1553596" cy="432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latin typeface="+mj-lt"/>
                <a:cs typeface="Helvetica"/>
              </a:rPr>
              <a:t>McKinsey 7S framework</a:t>
            </a:r>
            <a:endParaRPr lang="en-US" sz="1000" b="1" dirty="0">
              <a:solidFill>
                <a:schemeClr val="tx1"/>
              </a:solidFill>
              <a:latin typeface="+mj-lt"/>
              <a:cs typeface="Helvetica"/>
            </a:endParaRPr>
          </a:p>
        </p:txBody>
      </p:sp>
      <p:sp>
        <p:nvSpPr>
          <p:cNvPr id="56" name="Rectangle: Rounded Corners 55">
            <a:extLst>
              <a:ext uri="{FF2B5EF4-FFF2-40B4-BE49-F238E27FC236}">
                <a16:creationId xmlns:a16="http://schemas.microsoft.com/office/drawing/2014/main" id="{5A66721C-EB86-49CF-0CC9-44F2ABE76409}"/>
              </a:ext>
            </a:extLst>
          </p:cNvPr>
          <p:cNvSpPr/>
          <p:nvPr/>
        </p:nvSpPr>
        <p:spPr>
          <a:xfrm>
            <a:off x="4410201" y="5550884"/>
            <a:ext cx="1553596" cy="432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latin typeface="+mj-lt"/>
                <a:cs typeface="Helvetica"/>
              </a:rPr>
              <a:t> Burke-Litwin Change Model</a:t>
            </a:r>
            <a:endParaRPr lang="en-US" sz="1000" b="1" dirty="0">
              <a:solidFill>
                <a:schemeClr val="tx1"/>
              </a:solidFill>
              <a:latin typeface="+mj-lt"/>
              <a:cs typeface="Helvetica"/>
            </a:endParaRPr>
          </a:p>
        </p:txBody>
      </p:sp>
      <p:sp>
        <p:nvSpPr>
          <p:cNvPr id="57" name="Rectangle: Rounded Corners 56">
            <a:extLst>
              <a:ext uri="{FF2B5EF4-FFF2-40B4-BE49-F238E27FC236}">
                <a16:creationId xmlns:a16="http://schemas.microsoft.com/office/drawing/2014/main" id="{434E4DD4-DA40-F24D-A220-C6E3E9A473B0}"/>
              </a:ext>
            </a:extLst>
          </p:cNvPr>
          <p:cNvSpPr/>
          <p:nvPr/>
        </p:nvSpPr>
        <p:spPr>
          <a:xfrm>
            <a:off x="6228201" y="5550884"/>
            <a:ext cx="1553596" cy="432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latin typeface="+mj-lt"/>
                <a:cs typeface="Helvetica"/>
              </a:rPr>
              <a:t>Prosci 3-phase process</a:t>
            </a:r>
            <a:endParaRPr lang="en-US" sz="1000" b="1" dirty="0">
              <a:solidFill>
                <a:schemeClr val="tx1"/>
              </a:solidFill>
              <a:latin typeface="+mj-lt"/>
              <a:cs typeface="Helvetica"/>
            </a:endParaRPr>
          </a:p>
        </p:txBody>
      </p:sp>
      <p:sp>
        <p:nvSpPr>
          <p:cNvPr id="58" name="Rectangle: Rounded Corners 57">
            <a:extLst>
              <a:ext uri="{FF2B5EF4-FFF2-40B4-BE49-F238E27FC236}">
                <a16:creationId xmlns:a16="http://schemas.microsoft.com/office/drawing/2014/main" id="{C3DB1682-19A5-929F-4BBE-A3245A0A630F}"/>
              </a:ext>
            </a:extLst>
          </p:cNvPr>
          <p:cNvSpPr/>
          <p:nvPr/>
        </p:nvSpPr>
        <p:spPr>
          <a:xfrm>
            <a:off x="8046201" y="5550884"/>
            <a:ext cx="1553596" cy="432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latin typeface="+mj-lt"/>
                <a:cs typeface="Helvetica"/>
              </a:rPr>
              <a:t>The Adkar Change Management Model</a:t>
            </a:r>
            <a:endParaRPr lang="en-US" sz="1000" b="1" dirty="0">
              <a:solidFill>
                <a:schemeClr val="tx1"/>
              </a:solidFill>
              <a:latin typeface="+mj-lt"/>
              <a:cs typeface="Helvetica"/>
            </a:endParaRPr>
          </a:p>
        </p:txBody>
      </p:sp>
      <p:sp>
        <p:nvSpPr>
          <p:cNvPr id="59" name="Rectangle: Rounded Corners 58">
            <a:extLst>
              <a:ext uri="{FF2B5EF4-FFF2-40B4-BE49-F238E27FC236}">
                <a16:creationId xmlns:a16="http://schemas.microsoft.com/office/drawing/2014/main" id="{5CBE555C-77A8-529F-317A-362FFFF7B8B8}"/>
              </a:ext>
            </a:extLst>
          </p:cNvPr>
          <p:cNvSpPr/>
          <p:nvPr/>
        </p:nvSpPr>
        <p:spPr>
          <a:xfrm>
            <a:off x="9864203" y="5550884"/>
            <a:ext cx="1553596" cy="432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latin typeface="+mj-lt"/>
                <a:cs typeface="Helvetica"/>
              </a:rPr>
              <a:t>Lewin's Change Management Model</a:t>
            </a:r>
            <a:endParaRPr lang="en-US" sz="1000" b="1" dirty="0">
              <a:solidFill>
                <a:schemeClr val="tx1"/>
              </a:solidFill>
              <a:latin typeface="+mj-lt"/>
              <a:cs typeface="Helvetica"/>
            </a:endParaRPr>
          </a:p>
        </p:txBody>
      </p:sp>
      <p:sp>
        <p:nvSpPr>
          <p:cNvPr id="60" name="Rectangle: Rounded Corners 59">
            <a:extLst>
              <a:ext uri="{FF2B5EF4-FFF2-40B4-BE49-F238E27FC236}">
                <a16:creationId xmlns:a16="http://schemas.microsoft.com/office/drawing/2014/main" id="{6231A93B-867A-7B7F-6DE5-6B31BC24832D}"/>
              </a:ext>
            </a:extLst>
          </p:cNvPr>
          <p:cNvSpPr/>
          <p:nvPr/>
        </p:nvSpPr>
        <p:spPr>
          <a:xfrm>
            <a:off x="774201" y="6063330"/>
            <a:ext cx="1553596" cy="432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latin typeface="+mj-lt"/>
                <a:cs typeface="Helvetica"/>
              </a:rPr>
              <a:t>Change commitment curve</a:t>
            </a:r>
          </a:p>
        </p:txBody>
      </p:sp>
      <p:sp>
        <p:nvSpPr>
          <p:cNvPr id="61" name="Rectangle: Rounded Corners 60">
            <a:extLst>
              <a:ext uri="{FF2B5EF4-FFF2-40B4-BE49-F238E27FC236}">
                <a16:creationId xmlns:a16="http://schemas.microsoft.com/office/drawing/2014/main" id="{F7EB08D9-F554-B21F-3FFB-E8612D143E86}"/>
              </a:ext>
            </a:extLst>
          </p:cNvPr>
          <p:cNvSpPr/>
          <p:nvPr/>
        </p:nvSpPr>
        <p:spPr>
          <a:xfrm>
            <a:off x="2592201" y="6063330"/>
            <a:ext cx="1553596" cy="432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latin typeface="+mj-lt"/>
                <a:cs typeface="Helvetica"/>
              </a:rPr>
              <a:t>Change personal transition curve</a:t>
            </a:r>
          </a:p>
        </p:txBody>
      </p:sp>
      <p:sp>
        <p:nvSpPr>
          <p:cNvPr id="62" name="Rectangle: Rounded Corners 61">
            <a:extLst>
              <a:ext uri="{FF2B5EF4-FFF2-40B4-BE49-F238E27FC236}">
                <a16:creationId xmlns:a16="http://schemas.microsoft.com/office/drawing/2014/main" id="{DF6DDC82-9732-9F50-B9B8-3E96707E0E04}"/>
              </a:ext>
            </a:extLst>
          </p:cNvPr>
          <p:cNvSpPr/>
          <p:nvPr/>
        </p:nvSpPr>
        <p:spPr>
          <a:xfrm>
            <a:off x="4410201" y="6063330"/>
            <a:ext cx="1553596" cy="432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latin typeface="+mj-lt"/>
                <a:cs typeface="Helvetica"/>
              </a:rPr>
              <a:t>Heart and mind human drivers</a:t>
            </a:r>
            <a:endParaRPr lang="en-US" sz="1000" b="1" dirty="0">
              <a:solidFill>
                <a:schemeClr val="tx1"/>
              </a:solidFill>
              <a:latin typeface="+mj-lt"/>
              <a:cs typeface="Helvetica"/>
            </a:endParaRPr>
          </a:p>
        </p:txBody>
      </p:sp>
      <p:sp>
        <p:nvSpPr>
          <p:cNvPr id="63" name="Rectangle: Rounded Corners 62">
            <a:extLst>
              <a:ext uri="{FF2B5EF4-FFF2-40B4-BE49-F238E27FC236}">
                <a16:creationId xmlns:a16="http://schemas.microsoft.com/office/drawing/2014/main" id="{FA44308B-6117-A74C-3885-04B05EC75A25}"/>
              </a:ext>
            </a:extLst>
          </p:cNvPr>
          <p:cNvSpPr/>
          <p:nvPr/>
        </p:nvSpPr>
        <p:spPr>
          <a:xfrm>
            <a:off x="6228201" y="6063330"/>
            <a:ext cx="1553596" cy="432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latin typeface="+mj-lt"/>
                <a:cs typeface="Helvetica"/>
              </a:rPr>
              <a:t>Innovation adoption curve</a:t>
            </a:r>
          </a:p>
        </p:txBody>
      </p:sp>
      <p:sp>
        <p:nvSpPr>
          <p:cNvPr id="64" name="Rectangle: Rounded Corners 63">
            <a:extLst>
              <a:ext uri="{FF2B5EF4-FFF2-40B4-BE49-F238E27FC236}">
                <a16:creationId xmlns:a16="http://schemas.microsoft.com/office/drawing/2014/main" id="{D386557E-0D0F-8B4D-AEFC-BEE853D5EBE2}"/>
              </a:ext>
            </a:extLst>
          </p:cNvPr>
          <p:cNvSpPr/>
          <p:nvPr/>
        </p:nvSpPr>
        <p:spPr>
          <a:xfrm>
            <a:off x="8046201" y="6063330"/>
            <a:ext cx="1553596" cy="432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latin typeface="+mj-lt"/>
                <a:cs typeface="Helvetica"/>
              </a:rPr>
              <a:t>Maslow’s hierarchy of human needs</a:t>
            </a:r>
          </a:p>
        </p:txBody>
      </p:sp>
      <p:sp>
        <p:nvSpPr>
          <p:cNvPr id="65" name="Rectangle: Rounded Corners 64">
            <a:extLst>
              <a:ext uri="{FF2B5EF4-FFF2-40B4-BE49-F238E27FC236}">
                <a16:creationId xmlns:a16="http://schemas.microsoft.com/office/drawing/2014/main" id="{0B1DF7C9-FB37-E7C0-8B84-1C68528E741F}"/>
              </a:ext>
            </a:extLst>
          </p:cNvPr>
          <p:cNvSpPr/>
          <p:nvPr/>
        </p:nvSpPr>
        <p:spPr>
          <a:xfrm>
            <a:off x="9864203" y="6063330"/>
            <a:ext cx="1553596" cy="432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b="1" dirty="0">
                <a:solidFill>
                  <a:schemeClr val="tx1"/>
                </a:solidFill>
                <a:latin typeface="+mj-lt"/>
                <a:cs typeface="Helvetica"/>
              </a:rPr>
              <a:t>Four stages of team development</a:t>
            </a:r>
          </a:p>
        </p:txBody>
      </p:sp>
      <p:pic>
        <p:nvPicPr>
          <p:cNvPr id="78" name="Graphic 77" descr="Blueprint outline">
            <a:extLst>
              <a:ext uri="{FF2B5EF4-FFF2-40B4-BE49-F238E27FC236}">
                <a16:creationId xmlns:a16="http://schemas.microsoft.com/office/drawing/2014/main" id="{CEDA95BF-9572-1510-7BB4-DBDE2D974FC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77406" y="1514055"/>
            <a:ext cx="432065" cy="432065"/>
          </a:xfrm>
          <a:prstGeom prst="rect">
            <a:avLst/>
          </a:prstGeom>
        </p:spPr>
      </p:pic>
      <p:pic>
        <p:nvPicPr>
          <p:cNvPr id="80" name="Graphic 79" descr="Target outline">
            <a:extLst>
              <a:ext uri="{FF2B5EF4-FFF2-40B4-BE49-F238E27FC236}">
                <a16:creationId xmlns:a16="http://schemas.microsoft.com/office/drawing/2014/main" id="{3EAB7A9D-4789-792C-AFEE-99D26A3748D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247980" y="1497158"/>
            <a:ext cx="443594" cy="443594"/>
          </a:xfrm>
          <a:prstGeom prst="rect">
            <a:avLst/>
          </a:prstGeom>
        </p:spPr>
      </p:pic>
      <p:sp>
        <p:nvSpPr>
          <p:cNvPr id="4" name="Oval 3">
            <a:extLst>
              <a:ext uri="{FF2B5EF4-FFF2-40B4-BE49-F238E27FC236}">
                <a16:creationId xmlns:a16="http://schemas.microsoft.com/office/drawing/2014/main" id="{4816DC76-FA2A-5E8F-FBAB-011D4437A84A}"/>
              </a:ext>
            </a:extLst>
          </p:cNvPr>
          <p:cNvSpPr/>
          <p:nvPr/>
        </p:nvSpPr>
        <p:spPr>
          <a:xfrm>
            <a:off x="4229605" y="1802848"/>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7" name="Oval 6">
            <a:extLst>
              <a:ext uri="{FF2B5EF4-FFF2-40B4-BE49-F238E27FC236}">
                <a16:creationId xmlns:a16="http://schemas.microsoft.com/office/drawing/2014/main" id="{FAD8C21D-4CF6-910C-E924-30F89CD23E2D}"/>
              </a:ext>
            </a:extLst>
          </p:cNvPr>
          <p:cNvSpPr/>
          <p:nvPr/>
        </p:nvSpPr>
        <p:spPr>
          <a:xfrm>
            <a:off x="7882525" y="1802848"/>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17" name="Arrow: Pentagon 16">
            <a:extLst>
              <a:ext uri="{FF2B5EF4-FFF2-40B4-BE49-F238E27FC236}">
                <a16:creationId xmlns:a16="http://schemas.microsoft.com/office/drawing/2014/main" id="{C3B3C8A4-6A8C-26DF-C33F-F339310492D7}"/>
              </a:ext>
            </a:extLst>
          </p:cNvPr>
          <p:cNvSpPr/>
          <p:nvPr/>
        </p:nvSpPr>
        <p:spPr>
          <a:xfrm>
            <a:off x="641676" y="1940752"/>
            <a:ext cx="3673275" cy="507600"/>
          </a:xfrm>
          <a:prstGeom prst="homePlate">
            <a:avLst>
              <a:gd name="adj" fmla="val 31069"/>
            </a:avLst>
          </a:prstGeom>
          <a:solidFill>
            <a:schemeClr val="tx1"/>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Define the Change Management Strategy</a:t>
            </a:r>
            <a:endParaRPr lang="en-US" sz="1300" b="1" dirty="0">
              <a:solidFill>
                <a:schemeClr val="bg1"/>
              </a:solidFill>
              <a:cs typeface="Times New Roman" pitchFamily="18" charset="0"/>
            </a:endParaRPr>
          </a:p>
        </p:txBody>
      </p:sp>
      <p:sp>
        <p:nvSpPr>
          <p:cNvPr id="3" name="Oval 2">
            <a:extLst>
              <a:ext uri="{FF2B5EF4-FFF2-40B4-BE49-F238E27FC236}">
                <a16:creationId xmlns:a16="http://schemas.microsoft.com/office/drawing/2014/main" id="{D480CB06-1845-33F9-5068-B363B0E21502}"/>
              </a:ext>
            </a:extLst>
          </p:cNvPr>
          <p:cNvSpPr/>
          <p:nvPr/>
        </p:nvSpPr>
        <p:spPr>
          <a:xfrm>
            <a:off x="587523" y="1802848"/>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6" name="Footer Placeholder 5">
            <a:extLst>
              <a:ext uri="{FF2B5EF4-FFF2-40B4-BE49-F238E27FC236}">
                <a16:creationId xmlns:a16="http://schemas.microsoft.com/office/drawing/2014/main" id="{666A0C98-5206-646E-B946-E76314DA8A1E}"/>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E53305F2-EB2A-1AF1-74FE-08FC56EBD944}"/>
              </a:ext>
            </a:extLst>
          </p:cNvPr>
          <p:cNvSpPr>
            <a:spLocks noGrp="1"/>
          </p:cNvSpPr>
          <p:nvPr>
            <p:ph type="sldNum" sz="quarter" idx="4"/>
          </p:nvPr>
        </p:nvSpPr>
        <p:spPr/>
        <p:txBody>
          <a:bodyPr/>
          <a:lstStyle/>
          <a:p>
            <a:fld id="{37F5C94B-8C55-478B-B509-BAE6A06B2E2A}" type="slidenum">
              <a:rPr lang="en-US" smtClean="0"/>
              <a:pPr/>
              <a:t>8</a:t>
            </a:fld>
            <a:endParaRPr lang="en-US" dirty="0"/>
          </a:p>
        </p:txBody>
      </p:sp>
    </p:spTree>
    <p:extLst>
      <p:ext uri="{BB962C8B-B14F-4D97-AF65-F5344CB8AC3E}">
        <p14:creationId xmlns:p14="http://schemas.microsoft.com/office/powerpoint/2010/main" val="843871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5953E-67D3-D7D7-437B-AB2A11C68391}"/>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550A5F5D-F9F8-8A87-510B-DC470EF3BA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550A5F5D-F9F8-8A87-510B-DC470EF3BA2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040EE5E4-8CF4-23F2-FF82-791BFBA20449}"/>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EF09DB35-6330-754E-9100-2AF87301D887}"/>
              </a:ext>
            </a:extLst>
          </p:cNvPr>
          <p:cNvSpPr/>
          <p:nvPr/>
        </p:nvSpPr>
        <p:spPr>
          <a:xfrm>
            <a:off x="493155" y="1505347"/>
            <a:ext cx="11094412" cy="461665"/>
          </a:xfrm>
          <a:prstGeom prst="rect">
            <a:avLst/>
          </a:prstGeom>
        </p:spPr>
        <p:txBody>
          <a:bodyPr wrap="square">
            <a:spAutoFit/>
          </a:bodyPr>
          <a:lstStyle/>
          <a:p>
            <a:pPr marL="0" marR="0" lvl="1" algn="l" defTabSz="914400" eaLnBrk="1" fontAlgn="auto" latinLnBrk="0" hangingPunct="1">
              <a:spcBef>
                <a:spcPts val="400"/>
              </a:spcBef>
              <a:spcAft>
                <a:spcPts val="400"/>
              </a:spcAft>
              <a:buClrTx/>
              <a:buSzTx/>
              <a:tabLst/>
              <a:defRPr/>
            </a:pPr>
            <a:r>
              <a:rPr lang="en-US" sz="1200" b="1" dirty="0">
                <a:solidFill>
                  <a:srgbClr val="002060"/>
                </a:solidFill>
                <a:latin typeface="Arial (Body)"/>
              </a:rPr>
              <a:t>The </a:t>
            </a:r>
            <a:r>
              <a:rPr lang="en-GB" sz="1200" b="1" dirty="0">
                <a:solidFill>
                  <a:srgbClr val="002060"/>
                </a:solidFill>
                <a:latin typeface="Arial (Body)"/>
              </a:rPr>
              <a:t>Program, Project and Change Management Toolkit </a:t>
            </a:r>
            <a:r>
              <a:rPr lang="en-US" sz="1200" b="1" dirty="0">
                <a:solidFill>
                  <a:srgbClr val="002060"/>
                </a:solidFill>
                <a:latin typeface="Arial (Body)"/>
              </a:rPr>
              <a:t>includes frameworks, tools, templates, tutorials, real-life examples, video training, and best practices to help you:</a:t>
            </a:r>
          </a:p>
        </p:txBody>
      </p:sp>
      <p:sp>
        <p:nvSpPr>
          <p:cNvPr id="9" name="Rectangle 8">
            <a:extLst>
              <a:ext uri="{FF2B5EF4-FFF2-40B4-BE49-F238E27FC236}">
                <a16:creationId xmlns:a16="http://schemas.microsoft.com/office/drawing/2014/main" id="{C3D2B029-40D5-D0BE-AB64-1B07855E3B7C}"/>
              </a:ext>
            </a:extLst>
          </p:cNvPr>
          <p:cNvSpPr/>
          <p:nvPr/>
        </p:nvSpPr>
        <p:spPr bwMode="auto">
          <a:xfrm>
            <a:off x="593817" y="1975015"/>
            <a:ext cx="10993750" cy="2304000"/>
          </a:xfrm>
          <a:prstGeom prst="rect">
            <a:avLst/>
          </a:prstGeom>
          <a:noFill/>
          <a:ln w="12700">
            <a:solidFill>
              <a:schemeClr val="accent1"/>
            </a:solidFill>
            <a:prstDash val="lgDash"/>
            <a:extLst>
              <a:ext uri="{C807C97D-BFC1-408E-A445-0C87EB9F89A2}">
                <ask:lineSketchStyleProps xmlns:ask="http://schemas.microsoft.com/office/drawing/2018/sketchyshapes">
                  <ask:type>
                    <ask:lineSketchNone/>
                  </ask:type>
                </ask:lineSketchStyleProps>
              </a:ext>
            </a:extLst>
          </a:ln>
        </p:spPr>
        <p:txBody>
          <a:bodyPr wrap="square" lIns="36000" tIns="72000" rIns="36000" bIns="36000" rtlCol="0" anchor="ctr">
            <a:noAutofit/>
          </a:bodyPr>
          <a:lstStyle/>
          <a:p>
            <a:pPr marL="174625" lvl="1" indent="-88900">
              <a:spcBef>
                <a:spcPts val="100"/>
              </a:spcBef>
              <a:spcAft>
                <a:spcPts val="100"/>
              </a:spcAft>
              <a:buFont typeface="Arial" panose="020B0604020202020204" pitchFamily="34" charset="0"/>
              <a:buChar char="•"/>
              <a:defRPr/>
            </a:pPr>
            <a:r>
              <a:rPr lang="en-GB" sz="1030" b="1" dirty="0"/>
              <a:t>Adopt a robust program management approach: </a:t>
            </a:r>
            <a:r>
              <a:rPr lang="en-GB" sz="1030" dirty="0"/>
              <a:t>(1) Potential initiatives, (2) Business cases, (3) Project prioritization, (4) Business roadmap, (5) Governance, (6) Dashboards, (7) Continuous improvement, (8) Program evaluation</a:t>
            </a:r>
          </a:p>
          <a:p>
            <a:pPr marL="174625" lvl="1" indent="-88900">
              <a:spcBef>
                <a:spcPts val="100"/>
              </a:spcBef>
              <a:spcAft>
                <a:spcPts val="100"/>
              </a:spcAft>
              <a:buFont typeface="Arial" panose="020B0604020202020204" pitchFamily="34" charset="0"/>
              <a:buChar char="•"/>
              <a:defRPr/>
            </a:pPr>
            <a:r>
              <a:rPr lang="en-GB" sz="1030" b="1" dirty="0"/>
              <a:t>Improve the project management capabilities of your organization with a simple and comprehensive 3-phase approach: </a:t>
            </a:r>
            <a:r>
              <a:rPr lang="en-GB" sz="1030" dirty="0"/>
              <a:t>(I) Build a business case and financial model, (II) Initiate the project, (III) Define and implement your project plan</a:t>
            </a:r>
          </a:p>
          <a:p>
            <a:pPr marL="174625" lvl="1" indent="-88900">
              <a:spcBef>
                <a:spcPts val="100"/>
              </a:spcBef>
              <a:spcAft>
                <a:spcPts val="100"/>
              </a:spcAft>
              <a:buFont typeface="Arial" panose="020B0604020202020204" pitchFamily="34" charset="0"/>
              <a:buChar char="•"/>
              <a:defRPr/>
            </a:pPr>
            <a:r>
              <a:rPr lang="en-GB" sz="1030" b="1" dirty="0"/>
              <a:t>(I) Build a business case and financial model to get your project approved by the executive committee: </a:t>
            </a:r>
            <a:r>
              <a:rPr lang="en-GB" sz="1030" dirty="0"/>
              <a:t>(1) Situation, key challenge and proposed solution, (2) Project objectives and key performance indicators (KPIs), (3) Project scope, approach and team, (4) Key activities and deliverables, (5) Strategic alignment, (6) Value: project initial investment, project costs, additional revenue generated, cost savings, cash flows and net present value, (7) Ease of implementation </a:t>
            </a:r>
          </a:p>
          <a:p>
            <a:pPr marL="174625" lvl="1" indent="-88900">
              <a:spcBef>
                <a:spcPts val="100"/>
              </a:spcBef>
              <a:spcAft>
                <a:spcPts val="100"/>
              </a:spcAft>
              <a:buFont typeface="Arial" panose="020B0604020202020204" pitchFamily="34" charset="0"/>
              <a:buChar char="•"/>
              <a:defRPr/>
            </a:pPr>
            <a:r>
              <a:rPr lang="en-GB" sz="1030" b="1" dirty="0"/>
              <a:t>(II) Initiate your project: </a:t>
            </a:r>
            <a:r>
              <a:rPr lang="en-GB" sz="1030" dirty="0"/>
              <a:t>(1) Project charter, (2) Project challenges and key success factors, (3) RACI matrix, (4) Stakeholder analysis, (5) Capacity planning, (6) Risk management framework, (7) Risk log and dashboard, (8) Issue log and dashboard</a:t>
            </a:r>
          </a:p>
          <a:p>
            <a:pPr marL="174625" lvl="1" indent="-88900">
              <a:spcBef>
                <a:spcPts val="100"/>
              </a:spcBef>
              <a:spcAft>
                <a:spcPts val="100"/>
              </a:spcAft>
              <a:buFont typeface="Arial" panose="020B0604020202020204" pitchFamily="34" charset="0"/>
              <a:buChar char="•"/>
              <a:defRPr/>
            </a:pPr>
            <a:r>
              <a:rPr lang="en-GB" sz="1030" b="1" dirty="0"/>
              <a:t>(III) Define and implement your project plan: </a:t>
            </a:r>
            <a:r>
              <a:rPr lang="en-GB" sz="1030" dirty="0"/>
              <a:t>(1) High-level project plan, (2) Detailed project plan, (3) Project dashboard, (4) Parking lot, (5) Punch list, (6) Project closure checklist, (7) Post-project evaluation report</a:t>
            </a:r>
          </a:p>
          <a:p>
            <a:pPr marL="174625" lvl="1" indent="-88900">
              <a:spcBef>
                <a:spcPts val="100"/>
              </a:spcBef>
              <a:spcAft>
                <a:spcPts val="100"/>
              </a:spcAft>
              <a:buFont typeface="Arial" panose="020B0604020202020204" pitchFamily="34" charset="0"/>
              <a:buChar char="•"/>
              <a:defRPr/>
            </a:pPr>
            <a:r>
              <a:rPr lang="en-GB" sz="1030" b="1" dirty="0"/>
              <a:t>Become a more agile organization with a 7-phase approach commonly used by Fortune 500 and global consulting firms: </a:t>
            </a:r>
            <a:r>
              <a:rPr lang="en-GB" sz="1030" dirty="0"/>
              <a:t>(1) Product Backlog, (2) Sprint Planning, (3) Sprint Backlog, (4) Sprint Execution, (5) Sprint Review, (6) Potentially Shippable Product Increment, (7) Retrospective</a:t>
            </a:r>
          </a:p>
        </p:txBody>
      </p:sp>
      <p:sp>
        <p:nvSpPr>
          <p:cNvPr id="14" name="TextBox 13">
            <a:extLst>
              <a:ext uri="{FF2B5EF4-FFF2-40B4-BE49-F238E27FC236}">
                <a16:creationId xmlns:a16="http://schemas.microsoft.com/office/drawing/2014/main" id="{87C9E02B-E190-CC3B-DA19-271A98E4C168}"/>
              </a:ext>
            </a:extLst>
          </p:cNvPr>
          <p:cNvSpPr txBox="1"/>
          <p:nvPr/>
        </p:nvSpPr>
        <p:spPr>
          <a:xfrm>
            <a:off x="4737533" y="1811745"/>
            <a:ext cx="2577551" cy="252000"/>
          </a:xfrm>
          <a:prstGeom prst="rect">
            <a:avLst/>
          </a:prstGeom>
          <a:solidFill>
            <a:schemeClr val="bg1"/>
          </a:solidFill>
        </p:spPr>
        <p:txBody>
          <a:bodyPr wrap="square" rtlCol="0">
            <a:spAutoFit/>
          </a:bodyPr>
          <a:lstStyle/>
          <a:p>
            <a:pPr algn="ctr"/>
            <a:r>
              <a:rPr lang="en-US" sz="1200" b="1" dirty="0">
                <a:solidFill>
                  <a:schemeClr val="accent2"/>
                </a:solidFill>
              </a:rPr>
              <a:t>Program/Project Management</a:t>
            </a:r>
          </a:p>
        </p:txBody>
      </p:sp>
      <p:sp>
        <p:nvSpPr>
          <p:cNvPr id="30" name="Rectangle 29">
            <a:extLst>
              <a:ext uri="{FF2B5EF4-FFF2-40B4-BE49-F238E27FC236}">
                <a16:creationId xmlns:a16="http://schemas.microsoft.com/office/drawing/2014/main" id="{D2909A98-CDF2-B8E3-13F4-22CD93D3803D}"/>
              </a:ext>
            </a:extLst>
          </p:cNvPr>
          <p:cNvSpPr/>
          <p:nvPr/>
        </p:nvSpPr>
        <p:spPr bwMode="auto">
          <a:xfrm>
            <a:off x="593817" y="4413597"/>
            <a:ext cx="10993750" cy="2143076"/>
          </a:xfrm>
          <a:prstGeom prst="rect">
            <a:avLst/>
          </a:prstGeom>
          <a:noFill/>
          <a:ln w="12700">
            <a:solidFill>
              <a:schemeClr val="accent1"/>
            </a:solidFill>
            <a:prstDash val="lgDash"/>
            <a:extLst>
              <a:ext uri="{C807C97D-BFC1-408E-A445-0C87EB9F89A2}">
                <ask:lineSketchStyleProps xmlns:ask="http://schemas.microsoft.com/office/drawing/2018/sketchyshapes">
                  <ask:type>
                    <ask:lineSketchNone/>
                  </ask:type>
                </ask:lineSketchStyleProps>
              </a:ext>
            </a:extLst>
          </a:ln>
        </p:spPr>
        <p:txBody>
          <a:bodyPr wrap="square" lIns="36000" tIns="72000" rIns="36000" bIns="36000" rtlCol="0" anchor="ctr">
            <a:noAutofit/>
          </a:bodyPr>
          <a:lstStyle/>
          <a:p>
            <a:pPr marL="174625" lvl="1" indent="-88900">
              <a:spcBef>
                <a:spcPts val="100"/>
              </a:spcBef>
              <a:spcAft>
                <a:spcPts val="100"/>
              </a:spcAft>
              <a:buFont typeface="Arial" panose="020B0604020202020204" pitchFamily="34" charset="0"/>
              <a:buChar char="•"/>
              <a:defRPr/>
            </a:pPr>
            <a:r>
              <a:rPr lang="en-GB" sz="1030" b="1" dirty="0"/>
              <a:t>Improve the change management capabilities of your organization with a simple and comprehensive 3-phase approach: </a:t>
            </a:r>
            <a:r>
              <a:rPr lang="en-GB" sz="1030" dirty="0"/>
              <a:t>(I) Define the change management strategy, (II) Develop the Change Management Plans, (III) Implement, Track and Manage Progress</a:t>
            </a:r>
          </a:p>
          <a:p>
            <a:pPr marL="174625" lvl="1" indent="-88900">
              <a:spcBef>
                <a:spcPts val="100"/>
              </a:spcBef>
              <a:spcAft>
                <a:spcPts val="100"/>
              </a:spcAft>
              <a:buFont typeface="Arial" panose="020B0604020202020204" pitchFamily="34" charset="0"/>
              <a:buChar char="•"/>
              <a:defRPr/>
            </a:pPr>
            <a:r>
              <a:rPr lang="en-GB" sz="1030" b="1" dirty="0"/>
              <a:t>(I) Define your change management strategy: </a:t>
            </a:r>
            <a:r>
              <a:rPr lang="en-GB" sz="1030" dirty="0"/>
              <a:t>(1) Company strategy, (2) Required change to implement the strategy, (3) Business roadmap, (4) Company readiness for change, (5) Structure and size of the change management team, (6) Roles and responsibilities, (7) Guiding principles, (8) Lean change canvas, (9) Change impact assessment, (10) Change management objectives and levers (ADKAR Model)</a:t>
            </a:r>
          </a:p>
          <a:p>
            <a:pPr marL="174625" lvl="1" indent="-88900">
              <a:spcBef>
                <a:spcPts val="100"/>
              </a:spcBef>
              <a:spcAft>
                <a:spcPts val="100"/>
              </a:spcAft>
              <a:buFont typeface="Arial" panose="020B0604020202020204" pitchFamily="34" charset="0"/>
              <a:buChar char="•"/>
              <a:defRPr/>
            </a:pPr>
            <a:r>
              <a:rPr lang="en-GB" sz="1030" b="1" dirty="0"/>
              <a:t>(II) Develop your change management plans: </a:t>
            </a:r>
            <a:r>
              <a:rPr lang="en-GB" sz="1030" dirty="0"/>
              <a:t>(1) Overarching change management plan, (2) Communication plan, (3) Sponsorship plan, (4) Coaching plan, (5) Training plan, (6) Resistance management plan</a:t>
            </a:r>
          </a:p>
          <a:p>
            <a:pPr marL="174625" lvl="1" indent="-88900">
              <a:spcBef>
                <a:spcPts val="100"/>
              </a:spcBef>
              <a:spcAft>
                <a:spcPts val="100"/>
              </a:spcAft>
              <a:buFont typeface="Arial" panose="020B0604020202020204" pitchFamily="34" charset="0"/>
              <a:buChar char="•"/>
              <a:defRPr/>
            </a:pPr>
            <a:r>
              <a:rPr lang="en-GB" sz="1030" b="1" dirty="0"/>
              <a:t>(III) Implement, track and manage progress: </a:t>
            </a:r>
            <a:r>
              <a:rPr lang="en-GB" sz="1030" dirty="0"/>
              <a:t>(1) Governance, (2) Overarching change management plan status report, (3) Communication plan status report, (4) Sponsorship plan status report, (5) Coaching plan status report, (6) Training plan status report, (7) Resistance management plan status report, (8) Change sustainment, (9) Project closure checklist</a:t>
            </a:r>
          </a:p>
          <a:p>
            <a:pPr marL="174625" lvl="1" indent="-88900">
              <a:spcBef>
                <a:spcPts val="100"/>
              </a:spcBef>
              <a:spcAft>
                <a:spcPts val="100"/>
              </a:spcAft>
              <a:buFont typeface="Arial" panose="020B0604020202020204" pitchFamily="34" charset="0"/>
              <a:buChar char="•"/>
              <a:defRPr/>
            </a:pPr>
            <a:r>
              <a:rPr lang="en-GB" sz="1030" b="1" dirty="0"/>
              <a:t>Leverage the top 12 change management frameworks and tools: </a:t>
            </a:r>
            <a:r>
              <a:rPr lang="en-GB" sz="1030" dirty="0"/>
              <a:t>(1) Kotter’s 8 step Model of Change, (2) McKinsey 7S framework, (3) Burke-Litwin Change Model, (4) Prosci 3-phase process, (5) The Adkar Change Management Model, (6) Lewin's Change Management Model, (7) Change commitment curve, (8) Change personal transition curve, (9) Heart and mind human drivers, (10) Innovation adoption curve, (11) Maslow’s hierarchy of human needs, (12) Four stages of team development</a:t>
            </a:r>
          </a:p>
        </p:txBody>
      </p:sp>
      <p:sp>
        <p:nvSpPr>
          <p:cNvPr id="31" name="TextBox 30">
            <a:extLst>
              <a:ext uri="{FF2B5EF4-FFF2-40B4-BE49-F238E27FC236}">
                <a16:creationId xmlns:a16="http://schemas.microsoft.com/office/drawing/2014/main" id="{2A8A07AD-35E8-1A51-8493-943B9327E6B2}"/>
              </a:ext>
            </a:extLst>
          </p:cNvPr>
          <p:cNvSpPr txBox="1"/>
          <p:nvPr/>
        </p:nvSpPr>
        <p:spPr>
          <a:xfrm>
            <a:off x="5014640" y="4271591"/>
            <a:ext cx="2124000" cy="276999"/>
          </a:xfrm>
          <a:prstGeom prst="rect">
            <a:avLst/>
          </a:prstGeom>
          <a:solidFill>
            <a:schemeClr val="bg1"/>
          </a:solidFill>
        </p:spPr>
        <p:txBody>
          <a:bodyPr wrap="square" rtlCol="0">
            <a:spAutoFit/>
          </a:bodyPr>
          <a:lstStyle/>
          <a:p>
            <a:pPr algn="ctr"/>
            <a:r>
              <a:rPr lang="en-US" sz="1200" b="1" dirty="0">
                <a:solidFill>
                  <a:schemeClr val="accent2"/>
                </a:solidFill>
              </a:rPr>
              <a:t>Change Management</a:t>
            </a:r>
          </a:p>
        </p:txBody>
      </p:sp>
      <p:sp>
        <p:nvSpPr>
          <p:cNvPr id="32" name="Footer Placeholder 31">
            <a:extLst>
              <a:ext uri="{FF2B5EF4-FFF2-40B4-BE49-F238E27FC236}">
                <a16:creationId xmlns:a16="http://schemas.microsoft.com/office/drawing/2014/main" id="{137CF999-48A2-03C5-A0C5-6C8994A77FD7}"/>
              </a:ext>
            </a:extLst>
          </p:cNvPr>
          <p:cNvSpPr>
            <a:spLocks noGrp="1"/>
          </p:cNvSpPr>
          <p:nvPr>
            <p:ph type="ftr" sz="quarter" idx="3"/>
          </p:nvPr>
        </p:nvSpPr>
        <p:spPr/>
        <p:txBody>
          <a:bodyPr/>
          <a:lstStyle/>
          <a:p>
            <a:r>
              <a:rPr lang="en-US"/>
              <a:t>Domont Consulting</a:t>
            </a:r>
            <a:endParaRPr lang="en-US" dirty="0"/>
          </a:p>
        </p:txBody>
      </p:sp>
      <p:sp>
        <p:nvSpPr>
          <p:cNvPr id="33" name="Slide Number Placeholder 32">
            <a:extLst>
              <a:ext uri="{FF2B5EF4-FFF2-40B4-BE49-F238E27FC236}">
                <a16:creationId xmlns:a16="http://schemas.microsoft.com/office/drawing/2014/main" id="{708BA401-5849-C683-F520-64E5ED4A2E17}"/>
              </a:ext>
            </a:extLst>
          </p:cNvPr>
          <p:cNvSpPr>
            <a:spLocks noGrp="1"/>
          </p:cNvSpPr>
          <p:nvPr>
            <p:ph type="sldNum" sz="quarter" idx="4"/>
          </p:nvPr>
        </p:nvSpPr>
        <p:spPr/>
        <p:txBody>
          <a:bodyPr/>
          <a:lstStyle/>
          <a:p>
            <a:fld id="{37F5C94B-8C55-478B-B509-BAE6A06B2E2A}" type="slidenum">
              <a:rPr lang="en-US" smtClean="0"/>
              <a:pPr/>
              <a:t>9</a:t>
            </a:fld>
            <a:endParaRPr lang="en-US" dirty="0"/>
          </a:p>
        </p:txBody>
      </p:sp>
    </p:spTree>
    <p:extLst>
      <p:ext uri="{BB962C8B-B14F-4D97-AF65-F5344CB8AC3E}">
        <p14:creationId xmlns:p14="http://schemas.microsoft.com/office/powerpoint/2010/main" val="4186461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Program, Project and Change Management Toolkit</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10</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15882"/>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hlinkClick r:id="rId5"/>
              </a:rPr>
              <a:t>https://youtu.be/r3YiLW1Ioqg</a:t>
            </a:r>
            <a:r>
              <a:rPr lang="en-US" sz="1600" dirty="0"/>
              <a:t> </a:t>
            </a:r>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0" name="Picture 9">
            <a:hlinkClick r:id="rId5"/>
            <a:extLst>
              <a:ext uri="{FF2B5EF4-FFF2-40B4-BE49-F238E27FC236}">
                <a16:creationId xmlns:a16="http://schemas.microsoft.com/office/drawing/2014/main" id="{E96BED90-D4F4-4E89-D037-9E127D827E4D}"/>
              </a:ext>
            </a:extLst>
          </p:cNvPr>
          <p:cNvPicPr>
            <a:picLocks noChangeAspect="1"/>
          </p:cNvPicPr>
          <p:nvPr/>
        </p:nvPicPr>
        <p:blipFill>
          <a:blip r:embed="rId7"/>
          <a:stretch>
            <a:fillRect/>
          </a:stretch>
        </p:blipFill>
        <p:spPr>
          <a:xfrm>
            <a:off x="6476569" y="2114725"/>
            <a:ext cx="5127266" cy="2857383"/>
          </a:xfrm>
          <a:prstGeom prst="rect">
            <a:avLst/>
          </a:prstGeom>
        </p:spPr>
      </p:pic>
    </p:spTree>
    <p:extLst>
      <p:ext uri="{BB962C8B-B14F-4D97-AF65-F5344CB8AC3E}">
        <p14:creationId xmlns:p14="http://schemas.microsoft.com/office/powerpoint/2010/main" val="3892113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F2BA9-65A1-61DA-A9B6-0A014C01043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1D79637-7BAB-F8F6-4A82-C0ABA8B8E7FA}"/>
              </a:ext>
            </a:extLst>
          </p:cNvPr>
          <p:cNvGraphicFramePr>
            <a:graphicFrameLocks noChangeAspect="1"/>
          </p:cNvGraphicFramePr>
          <p:nvPr>
            <p:custDataLst>
              <p:tags r:id="rId1"/>
            </p:custDataLst>
            <p:extLst>
              <p:ext uri="{D42A27DB-BD31-4B8C-83A1-F6EECF244321}">
                <p14:modId xmlns:p14="http://schemas.microsoft.com/office/powerpoint/2010/main" val="28724815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1D79637-7BAB-F8F6-4A82-C0ABA8B8E7F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A939FC4E-63FE-89C8-6C5E-B8F3C2CCE683}"/>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372E24AE-56E7-4E87-7EB8-2D19A2E273B5}"/>
              </a:ext>
            </a:extLst>
          </p:cNvPr>
          <p:cNvSpPr>
            <a:spLocks noGrp="1"/>
          </p:cNvSpPr>
          <p:nvPr>
            <p:ph type="title"/>
          </p:nvPr>
        </p:nvSpPr>
        <p:spPr>
          <a:xfrm>
            <a:off x="514114" y="365126"/>
            <a:ext cx="11059399" cy="1081710"/>
          </a:xfrm>
        </p:spPr>
        <p:txBody>
          <a:bodyPr vert="horz">
            <a:normAutofit/>
          </a:bodyPr>
          <a:lstStyle/>
          <a:p>
            <a:r>
              <a:rPr lang="en-US" dirty="0"/>
              <a:t>Small preview of the program management approach</a:t>
            </a:r>
            <a:endParaRPr lang="en-US" b="0" dirty="0"/>
          </a:p>
        </p:txBody>
      </p:sp>
      <p:pic>
        <p:nvPicPr>
          <p:cNvPr id="9" name="Picture 8">
            <a:extLst>
              <a:ext uri="{FF2B5EF4-FFF2-40B4-BE49-F238E27FC236}">
                <a16:creationId xmlns:a16="http://schemas.microsoft.com/office/drawing/2014/main" id="{6BF93460-0D75-8793-2031-BC6873341CC5}"/>
              </a:ext>
            </a:extLst>
          </p:cNvPr>
          <p:cNvPicPr>
            <a:picLocks noChangeAspect="1"/>
          </p:cNvPicPr>
          <p:nvPr/>
        </p:nvPicPr>
        <p:blipFill rotWithShape="1">
          <a:blip r:embed="rId5"/>
          <a:srcRect t="4227" b="20958"/>
          <a:stretch/>
        </p:blipFill>
        <p:spPr>
          <a:xfrm>
            <a:off x="710389" y="4269986"/>
            <a:ext cx="7139499" cy="1972800"/>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6E108AF3-D738-EEAE-1A14-76B9A0305367}"/>
              </a:ext>
            </a:extLst>
          </p:cNvPr>
          <p:cNvPicPr>
            <a:picLocks noChangeAspect="1"/>
          </p:cNvPicPr>
          <p:nvPr/>
        </p:nvPicPr>
        <p:blipFill>
          <a:blip r:embed="rId6"/>
          <a:stretch>
            <a:fillRect/>
          </a:stretch>
        </p:blipFill>
        <p:spPr>
          <a:xfrm>
            <a:off x="710390" y="1856718"/>
            <a:ext cx="3507199" cy="1972800"/>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ECE60553-5484-E20B-D09B-675ACEC4F12A}"/>
              </a:ext>
            </a:extLst>
          </p:cNvPr>
          <p:cNvPicPr>
            <a:picLocks noChangeAspect="1"/>
          </p:cNvPicPr>
          <p:nvPr/>
        </p:nvPicPr>
        <p:blipFill>
          <a:blip r:embed="rId7"/>
          <a:stretch>
            <a:fillRect/>
          </a:stretch>
        </p:blipFill>
        <p:spPr>
          <a:xfrm>
            <a:off x="4342690" y="1856718"/>
            <a:ext cx="3507199" cy="19728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F9CB1915-069E-AD35-E8A3-C30EFD47D44E}"/>
              </a:ext>
            </a:extLst>
          </p:cNvPr>
          <p:cNvPicPr>
            <a:picLocks noChangeAspect="1"/>
          </p:cNvPicPr>
          <p:nvPr/>
        </p:nvPicPr>
        <p:blipFill>
          <a:blip r:embed="rId8"/>
          <a:stretch>
            <a:fillRect/>
          </a:stretch>
        </p:blipFill>
        <p:spPr>
          <a:xfrm>
            <a:off x="7974990" y="1856718"/>
            <a:ext cx="3507200" cy="1972800"/>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1D7F56F0-B336-11F5-28F6-5572B950A935}"/>
              </a:ext>
            </a:extLst>
          </p:cNvPr>
          <p:cNvPicPr>
            <a:picLocks noChangeAspect="1"/>
          </p:cNvPicPr>
          <p:nvPr/>
        </p:nvPicPr>
        <p:blipFill>
          <a:blip r:embed="rId9"/>
          <a:stretch>
            <a:fillRect/>
          </a:stretch>
        </p:blipFill>
        <p:spPr>
          <a:xfrm>
            <a:off x="7974411" y="4269986"/>
            <a:ext cx="3507200" cy="1972800"/>
          </a:xfrm>
          <a:prstGeom prst="rect">
            <a:avLst/>
          </a:prstGeom>
          <a:effectLst>
            <a:outerShdw blurRad="50800" dist="38100" dir="5400000" algn="t" rotWithShape="0">
              <a:prstClr val="black">
                <a:alpha val="40000"/>
              </a:prstClr>
            </a:outerShdw>
          </a:effectLst>
        </p:spPr>
      </p:pic>
      <p:sp>
        <p:nvSpPr>
          <p:cNvPr id="20" name="Footer Placeholder 19">
            <a:extLst>
              <a:ext uri="{FF2B5EF4-FFF2-40B4-BE49-F238E27FC236}">
                <a16:creationId xmlns:a16="http://schemas.microsoft.com/office/drawing/2014/main" id="{540F68FC-DE43-FD80-76B8-61747EB9B356}"/>
              </a:ext>
            </a:extLst>
          </p:cNvPr>
          <p:cNvSpPr>
            <a:spLocks noGrp="1"/>
          </p:cNvSpPr>
          <p:nvPr>
            <p:ph type="ftr" sz="quarter" idx="3"/>
          </p:nvPr>
        </p:nvSpPr>
        <p:spPr/>
        <p:txBody>
          <a:bodyPr/>
          <a:lstStyle/>
          <a:p>
            <a:r>
              <a:rPr lang="en-US"/>
              <a:t>Domont Consulting</a:t>
            </a:r>
            <a:endParaRPr lang="en-US" dirty="0"/>
          </a:p>
        </p:txBody>
      </p:sp>
      <p:sp>
        <p:nvSpPr>
          <p:cNvPr id="21" name="Slide Number Placeholder 20">
            <a:extLst>
              <a:ext uri="{FF2B5EF4-FFF2-40B4-BE49-F238E27FC236}">
                <a16:creationId xmlns:a16="http://schemas.microsoft.com/office/drawing/2014/main" id="{DC68F89D-F5FE-C06E-F116-86E34D971940}"/>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Tree>
    <p:extLst>
      <p:ext uri="{BB962C8B-B14F-4D97-AF65-F5344CB8AC3E}">
        <p14:creationId xmlns:p14="http://schemas.microsoft.com/office/powerpoint/2010/main" val="2229361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783B2-E3CB-F2D5-0654-3836F794DD91}"/>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F0544F3-84EA-C34F-EA39-7D514E6A6033}"/>
              </a:ext>
            </a:extLst>
          </p:cNvPr>
          <p:cNvGraphicFramePr>
            <a:graphicFrameLocks noChangeAspect="1"/>
          </p:cNvGraphicFramePr>
          <p:nvPr>
            <p:custDataLst>
              <p:tags r:id="rId1"/>
            </p:custDataLst>
            <p:extLst>
              <p:ext uri="{D42A27DB-BD31-4B8C-83A1-F6EECF244321}">
                <p14:modId xmlns:p14="http://schemas.microsoft.com/office/powerpoint/2010/main" val="13529225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DF0544F3-84EA-C34F-EA39-7D514E6A60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12AE0254-C506-D287-2EBE-9327EB864F1B}"/>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8" name="Picture 7">
            <a:extLst>
              <a:ext uri="{FF2B5EF4-FFF2-40B4-BE49-F238E27FC236}">
                <a16:creationId xmlns:a16="http://schemas.microsoft.com/office/drawing/2014/main" id="{5ECD2455-7C3D-FABC-3D24-4486E4261D16}"/>
              </a:ext>
            </a:extLst>
          </p:cNvPr>
          <p:cNvPicPr>
            <a:picLocks noChangeAspect="1"/>
          </p:cNvPicPr>
          <p:nvPr/>
        </p:nvPicPr>
        <p:blipFill>
          <a:blip r:embed="rId5"/>
          <a:stretch>
            <a:fillRect/>
          </a:stretch>
        </p:blipFill>
        <p:spPr>
          <a:xfrm>
            <a:off x="687304" y="1883340"/>
            <a:ext cx="3507200" cy="197280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1ADFBD9B-C6D6-EE51-5C8A-B12B02258999}"/>
              </a:ext>
            </a:extLst>
          </p:cNvPr>
          <p:cNvPicPr>
            <a:picLocks noChangeAspect="1"/>
          </p:cNvPicPr>
          <p:nvPr/>
        </p:nvPicPr>
        <p:blipFill rotWithShape="1">
          <a:blip r:embed="rId6"/>
          <a:srcRect b="13540"/>
          <a:stretch/>
        </p:blipFill>
        <p:spPr>
          <a:xfrm>
            <a:off x="687304" y="4212055"/>
            <a:ext cx="7173447" cy="1972800"/>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2A0067BA-975A-8367-D409-FA1A8E626051}"/>
              </a:ext>
            </a:extLst>
          </p:cNvPr>
          <p:cNvPicPr>
            <a:picLocks noChangeAspect="1"/>
          </p:cNvPicPr>
          <p:nvPr/>
        </p:nvPicPr>
        <p:blipFill>
          <a:blip r:embed="rId7"/>
          <a:stretch>
            <a:fillRect/>
          </a:stretch>
        </p:blipFill>
        <p:spPr>
          <a:xfrm>
            <a:off x="4353551" y="1883340"/>
            <a:ext cx="3507200" cy="19728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45E67EAD-F04F-0909-7941-C841E63FB6D9}"/>
              </a:ext>
            </a:extLst>
          </p:cNvPr>
          <p:cNvPicPr>
            <a:picLocks noChangeAspect="1"/>
          </p:cNvPicPr>
          <p:nvPr/>
        </p:nvPicPr>
        <p:blipFill>
          <a:blip r:embed="rId8"/>
          <a:stretch>
            <a:fillRect/>
          </a:stretch>
        </p:blipFill>
        <p:spPr>
          <a:xfrm>
            <a:off x="8019798" y="4212055"/>
            <a:ext cx="3507200" cy="1972800"/>
          </a:xfrm>
          <a:prstGeom prst="rect">
            <a:avLst/>
          </a:prstGeom>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02C6EDF9-2DEE-E7B3-2320-950A4C5B99C8}"/>
              </a:ext>
            </a:extLst>
          </p:cNvPr>
          <p:cNvPicPr>
            <a:picLocks noChangeAspect="1"/>
          </p:cNvPicPr>
          <p:nvPr/>
        </p:nvPicPr>
        <p:blipFill>
          <a:blip r:embed="rId9"/>
          <a:stretch>
            <a:fillRect/>
          </a:stretch>
        </p:blipFill>
        <p:spPr>
          <a:xfrm>
            <a:off x="7997496" y="1883340"/>
            <a:ext cx="3507200" cy="19728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AEBA3AA9-1341-564E-5C95-694342261483}"/>
              </a:ext>
            </a:extLst>
          </p:cNvPr>
          <p:cNvSpPr>
            <a:spLocks noGrp="1"/>
          </p:cNvSpPr>
          <p:nvPr>
            <p:ph type="title"/>
          </p:nvPr>
        </p:nvSpPr>
        <p:spPr>
          <a:xfrm>
            <a:off x="514114" y="365126"/>
            <a:ext cx="11059399" cy="1081710"/>
          </a:xfrm>
        </p:spPr>
        <p:txBody>
          <a:bodyPr vert="horz">
            <a:normAutofit/>
          </a:bodyPr>
          <a:lstStyle/>
          <a:p>
            <a:r>
              <a:rPr lang="en-US" dirty="0"/>
              <a:t>Small preview of the project management traditional approach (1/2)</a:t>
            </a:r>
            <a:endParaRPr lang="en-US" b="0" dirty="0"/>
          </a:p>
        </p:txBody>
      </p:sp>
      <p:sp>
        <p:nvSpPr>
          <p:cNvPr id="16" name="Footer Placeholder 15">
            <a:extLst>
              <a:ext uri="{FF2B5EF4-FFF2-40B4-BE49-F238E27FC236}">
                <a16:creationId xmlns:a16="http://schemas.microsoft.com/office/drawing/2014/main" id="{7CD853C6-023A-9CA1-E92C-2FE43A948579}"/>
              </a:ext>
            </a:extLst>
          </p:cNvPr>
          <p:cNvSpPr>
            <a:spLocks noGrp="1"/>
          </p:cNvSpPr>
          <p:nvPr>
            <p:ph type="ftr" sz="quarter" idx="3"/>
          </p:nvPr>
        </p:nvSpPr>
        <p:spPr/>
        <p:txBody>
          <a:bodyPr/>
          <a:lstStyle/>
          <a:p>
            <a:r>
              <a:rPr lang="en-US"/>
              <a:t>Domont Consulting</a:t>
            </a:r>
            <a:endParaRPr lang="en-US" dirty="0"/>
          </a:p>
        </p:txBody>
      </p:sp>
      <p:sp>
        <p:nvSpPr>
          <p:cNvPr id="17" name="Slide Number Placeholder 16">
            <a:extLst>
              <a:ext uri="{FF2B5EF4-FFF2-40B4-BE49-F238E27FC236}">
                <a16:creationId xmlns:a16="http://schemas.microsoft.com/office/drawing/2014/main" id="{A56A52E8-8B56-6326-4340-5E091DBD23EA}"/>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Tree>
    <p:extLst>
      <p:ext uri="{BB962C8B-B14F-4D97-AF65-F5344CB8AC3E}">
        <p14:creationId xmlns:p14="http://schemas.microsoft.com/office/powerpoint/2010/main" val="1241408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55712-CF1A-0B0D-10F1-66E20176551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A59F93F-B4E6-9143-3799-24B3F1B08ABE}"/>
              </a:ext>
            </a:extLst>
          </p:cNvPr>
          <p:cNvGraphicFramePr>
            <a:graphicFrameLocks noChangeAspect="1"/>
          </p:cNvGraphicFramePr>
          <p:nvPr>
            <p:custDataLst>
              <p:tags r:id="rId1"/>
            </p:custDataLst>
            <p:extLst>
              <p:ext uri="{D42A27DB-BD31-4B8C-83A1-F6EECF244321}">
                <p14:modId xmlns:p14="http://schemas.microsoft.com/office/powerpoint/2010/main" val="7008729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9A59F93F-B4E6-9143-3799-24B3F1B08AB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24D99569-15EB-05A7-AEDF-B792A7083742}"/>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38C67F74-2FD7-EE02-568D-3F28ECA089F5}"/>
              </a:ext>
            </a:extLst>
          </p:cNvPr>
          <p:cNvSpPr>
            <a:spLocks noGrp="1"/>
          </p:cNvSpPr>
          <p:nvPr>
            <p:ph type="title"/>
          </p:nvPr>
        </p:nvSpPr>
        <p:spPr>
          <a:xfrm>
            <a:off x="514114" y="365126"/>
            <a:ext cx="11059399" cy="1081710"/>
          </a:xfrm>
        </p:spPr>
        <p:txBody>
          <a:bodyPr vert="horz">
            <a:normAutofit/>
          </a:bodyPr>
          <a:lstStyle/>
          <a:p>
            <a:r>
              <a:rPr lang="en-US" dirty="0"/>
              <a:t>Small preview of the project management traditional approach (2/2)</a:t>
            </a:r>
            <a:endParaRPr lang="en-US" b="0" dirty="0"/>
          </a:p>
        </p:txBody>
      </p:sp>
      <p:pic>
        <p:nvPicPr>
          <p:cNvPr id="11" name="Picture 10">
            <a:extLst>
              <a:ext uri="{FF2B5EF4-FFF2-40B4-BE49-F238E27FC236}">
                <a16:creationId xmlns:a16="http://schemas.microsoft.com/office/drawing/2014/main" id="{93A4AB68-FD9F-3429-BFDA-B3D35E8C94CF}"/>
              </a:ext>
            </a:extLst>
          </p:cNvPr>
          <p:cNvPicPr>
            <a:picLocks noChangeAspect="1"/>
          </p:cNvPicPr>
          <p:nvPr/>
        </p:nvPicPr>
        <p:blipFill>
          <a:blip r:embed="rId5"/>
          <a:stretch>
            <a:fillRect/>
          </a:stretch>
        </p:blipFill>
        <p:spPr>
          <a:xfrm>
            <a:off x="977148" y="4139485"/>
            <a:ext cx="4087913" cy="2292590"/>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7A2C1512-0432-F8CC-2AC0-7D8157BB1760}"/>
              </a:ext>
            </a:extLst>
          </p:cNvPr>
          <p:cNvPicPr>
            <a:picLocks noChangeAspect="1"/>
          </p:cNvPicPr>
          <p:nvPr/>
        </p:nvPicPr>
        <p:blipFill>
          <a:blip r:embed="rId6"/>
          <a:stretch>
            <a:fillRect/>
          </a:stretch>
        </p:blipFill>
        <p:spPr>
          <a:xfrm>
            <a:off x="5755341" y="1700957"/>
            <a:ext cx="5533610" cy="4731117"/>
          </a:xfrm>
          <a:prstGeom prst="rect">
            <a:avLst/>
          </a:prstGeom>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F7345B3D-0E7A-2D08-6D47-4E31D659DAFE}"/>
              </a:ext>
            </a:extLst>
          </p:cNvPr>
          <p:cNvPicPr>
            <a:picLocks noChangeAspect="1"/>
          </p:cNvPicPr>
          <p:nvPr/>
        </p:nvPicPr>
        <p:blipFill>
          <a:blip r:embed="rId7"/>
          <a:stretch>
            <a:fillRect/>
          </a:stretch>
        </p:blipFill>
        <p:spPr>
          <a:xfrm>
            <a:off x="977148" y="1705386"/>
            <a:ext cx="4076800" cy="2293200"/>
          </a:xfrm>
          <a:prstGeom prst="rect">
            <a:avLst/>
          </a:prstGeom>
          <a:effectLst>
            <a:outerShdw blurRad="50800" dist="38100" dir="5400000" algn="t" rotWithShape="0">
              <a:prstClr val="black">
                <a:alpha val="40000"/>
              </a:prstClr>
            </a:outerShdw>
          </a:effectLst>
        </p:spPr>
      </p:pic>
      <p:sp>
        <p:nvSpPr>
          <p:cNvPr id="16" name="Footer Placeholder 15">
            <a:extLst>
              <a:ext uri="{FF2B5EF4-FFF2-40B4-BE49-F238E27FC236}">
                <a16:creationId xmlns:a16="http://schemas.microsoft.com/office/drawing/2014/main" id="{79867773-4291-385C-0E1E-D85459E6FFF9}"/>
              </a:ext>
            </a:extLst>
          </p:cNvPr>
          <p:cNvSpPr>
            <a:spLocks noGrp="1"/>
          </p:cNvSpPr>
          <p:nvPr>
            <p:ph type="ftr" sz="quarter" idx="3"/>
          </p:nvPr>
        </p:nvSpPr>
        <p:spPr/>
        <p:txBody>
          <a:bodyPr/>
          <a:lstStyle/>
          <a:p>
            <a:r>
              <a:rPr lang="en-US"/>
              <a:t>Domont Consulting</a:t>
            </a:r>
            <a:endParaRPr lang="en-US" dirty="0"/>
          </a:p>
        </p:txBody>
      </p:sp>
      <p:sp>
        <p:nvSpPr>
          <p:cNvPr id="17" name="Slide Number Placeholder 16">
            <a:extLst>
              <a:ext uri="{FF2B5EF4-FFF2-40B4-BE49-F238E27FC236}">
                <a16:creationId xmlns:a16="http://schemas.microsoft.com/office/drawing/2014/main" id="{96DA27F1-5E20-A307-27DA-35CF4A97B44D}"/>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Tree>
    <p:extLst>
      <p:ext uri="{BB962C8B-B14F-4D97-AF65-F5344CB8AC3E}">
        <p14:creationId xmlns:p14="http://schemas.microsoft.com/office/powerpoint/2010/main" val="2565077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77974-29FC-9BC7-6C23-B42D4F36BC79}"/>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2C809CC-BC7E-7E08-C9E4-CAF2A636D3E2}"/>
              </a:ext>
            </a:extLst>
          </p:cNvPr>
          <p:cNvGraphicFramePr>
            <a:graphicFrameLocks noChangeAspect="1"/>
          </p:cNvGraphicFramePr>
          <p:nvPr>
            <p:custDataLst>
              <p:tags r:id="rId1"/>
            </p:custDataLst>
            <p:extLst>
              <p:ext uri="{D42A27DB-BD31-4B8C-83A1-F6EECF244321}">
                <p14:modId xmlns:p14="http://schemas.microsoft.com/office/powerpoint/2010/main" val="3397335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02C809CC-BC7E-7E08-C9E4-CAF2A636D3E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32E6BFD5-100C-CC4C-F7D2-5746010AAF8A}"/>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E34ACFD7-2786-DE72-A6AE-6A0B003538E9}"/>
              </a:ext>
            </a:extLst>
          </p:cNvPr>
          <p:cNvSpPr>
            <a:spLocks noGrp="1"/>
          </p:cNvSpPr>
          <p:nvPr>
            <p:ph type="title"/>
          </p:nvPr>
        </p:nvSpPr>
        <p:spPr>
          <a:xfrm>
            <a:off x="514114" y="365126"/>
            <a:ext cx="11059399" cy="1081710"/>
          </a:xfrm>
        </p:spPr>
        <p:txBody>
          <a:bodyPr vert="horz">
            <a:normAutofit/>
          </a:bodyPr>
          <a:lstStyle/>
          <a:p>
            <a:r>
              <a:rPr lang="en-US" dirty="0"/>
              <a:t>Small preview of the project management Agile approach</a:t>
            </a:r>
            <a:endParaRPr lang="en-US" b="0" dirty="0"/>
          </a:p>
        </p:txBody>
      </p:sp>
      <p:pic>
        <p:nvPicPr>
          <p:cNvPr id="7" name="Picture 6">
            <a:extLst>
              <a:ext uri="{FF2B5EF4-FFF2-40B4-BE49-F238E27FC236}">
                <a16:creationId xmlns:a16="http://schemas.microsoft.com/office/drawing/2014/main" id="{769272E8-8863-61D7-384C-E437BFAF46D1}"/>
              </a:ext>
            </a:extLst>
          </p:cNvPr>
          <p:cNvPicPr>
            <a:picLocks noChangeAspect="1"/>
          </p:cNvPicPr>
          <p:nvPr/>
        </p:nvPicPr>
        <p:blipFill rotWithShape="1">
          <a:blip r:embed="rId5"/>
          <a:srcRect l="-1" r="1205" b="15060"/>
          <a:stretch/>
        </p:blipFill>
        <p:spPr>
          <a:xfrm>
            <a:off x="755097" y="4223706"/>
            <a:ext cx="7092067" cy="1972799"/>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0A17EF74-5DDA-FE1D-DFEC-42DF41F21C91}"/>
              </a:ext>
            </a:extLst>
          </p:cNvPr>
          <p:cNvPicPr>
            <a:picLocks noChangeAspect="1"/>
          </p:cNvPicPr>
          <p:nvPr/>
        </p:nvPicPr>
        <p:blipFill>
          <a:blip r:embed="rId6"/>
          <a:stretch>
            <a:fillRect/>
          </a:stretch>
        </p:blipFill>
        <p:spPr>
          <a:xfrm>
            <a:off x="733831" y="1863213"/>
            <a:ext cx="3507200" cy="1972800"/>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373BDA8A-8EF7-A2B1-29CD-60636F91FA54}"/>
              </a:ext>
            </a:extLst>
          </p:cNvPr>
          <p:cNvPicPr>
            <a:picLocks noChangeAspect="1"/>
          </p:cNvPicPr>
          <p:nvPr/>
        </p:nvPicPr>
        <p:blipFill>
          <a:blip r:embed="rId7"/>
          <a:stretch>
            <a:fillRect/>
          </a:stretch>
        </p:blipFill>
        <p:spPr>
          <a:xfrm>
            <a:off x="4339964" y="1863213"/>
            <a:ext cx="3507200" cy="1972800"/>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7F71E827-BB72-C473-A8A3-47F603CA238D}"/>
              </a:ext>
            </a:extLst>
          </p:cNvPr>
          <p:cNvPicPr>
            <a:picLocks noChangeAspect="1"/>
          </p:cNvPicPr>
          <p:nvPr/>
        </p:nvPicPr>
        <p:blipFill>
          <a:blip r:embed="rId8"/>
          <a:stretch>
            <a:fillRect/>
          </a:stretch>
        </p:blipFill>
        <p:spPr>
          <a:xfrm>
            <a:off x="7946097" y="1863213"/>
            <a:ext cx="3507200" cy="19728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AF8641A6-1E27-684B-8B0E-B5B7163818DB}"/>
              </a:ext>
            </a:extLst>
          </p:cNvPr>
          <p:cNvPicPr>
            <a:picLocks noChangeAspect="1"/>
          </p:cNvPicPr>
          <p:nvPr/>
        </p:nvPicPr>
        <p:blipFill>
          <a:blip r:embed="rId9"/>
          <a:stretch>
            <a:fillRect/>
          </a:stretch>
        </p:blipFill>
        <p:spPr>
          <a:xfrm>
            <a:off x="7989986" y="4223705"/>
            <a:ext cx="3507200" cy="1972800"/>
          </a:xfrm>
          <a:prstGeom prst="rect">
            <a:avLst/>
          </a:prstGeom>
          <a:effectLst>
            <a:outerShdw blurRad="50800" dist="38100" dir="5400000" algn="t" rotWithShape="0">
              <a:prstClr val="black">
                <a:alpha val="40000"/>
              </a:prstClr>
            </a:outerShdw>
          </a:effectLst>
        </p:spPr>
      </p:pic>
      <p:sp>
        <p:nvSpPr>
          <p:cNvPr id="14" name="Footer Placeholder 13">
            <a:extLst>
              <a:ext uri="{FF2B5EF4-FFF2-40B4-BE49-F238E27FC236}">
                <a16:creationId xmlns:a16="http://schemas.microsoft.com/office/drawing/2014/main" id="{39A5B56C-BB53-4D0B-399B-A32D862F4C22}"/>
              </a:ext>
            </a:extLst>
          </p:cNvPr>
          <p:cNvSpPr>
            <a:spLocks noGrp="1"/>
          </p:cNvSpPr>
          <p:nvPr>
            <p:ph type="ftr" sz="quarter" idx="3"/>
          </p:nvPr>
        </p:nvSpPr>
        <p:spPr/>
        <p:txBody>
          <a:bodyPr/>
          <a:lstStyle/>
          <a:p>
            <a:r>
              <a:rPr lang="en-US"/>
              <a:t>Domont Consulting</a:t>
            </a:r>
            <a:endParaRPr lang="en-US" dirty="0"/>
          </a:p>
        </p:txBody>
      </p:sp>
      <p:sp>
        <p:nvSpPr>
          <p:cNvPr id="15" name="Slide Number Placeholder 14">
            <a:extLst>
              <a:ext uri="{FF2B5EF4-FFF2-40B4-BE49-F238E27FC236}">
                <a16:creationId xmlns:a16="http://schemas.microsoft.com/office/drawing/2014/main" id="{AD0B6FC3-C641-956A-9048-A8B44E8A8C16}"/>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694638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E7E93-FCD1-AE6B-6B30-519085B50815}"/>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E6B9056-E257-6C30-6DC1-C4D29737ABEF}"/>
              </a:ext>
            </a:extLst>
          </p:cNvPr>
          <p:cNvGraphicFramePr>
            <a:graphicFrameLocks noChangeAspect="1"/>
          </p:cNvGraphicFramePr>
          <p:nvPr>
            <p:custDataLst>
              <p:tags r:id="rId1"/>
            </p:custDataLst>
            <p:extLst>
              <p:ext uri="{D42A27DB-BD31-4B8C-83A1-F6EECF244321}">
                <p14:modId xmlns:p14="http://schemas.microsoft.com/office/powerpoint/2010/main" val="1364471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6E6B9056-E257-6C30-6DC1-C4D29737AB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7A9656A2-7728-0F4B-8564-193EBF7783E9}"/>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3" name="Picture 12">
            <a:extLst>
              <a:ext uri="{FF2B5EF4-FFF2-40B4-BE49-F238E27FC236}">
                <a16:creationId xmlns:a16="http://schemas.microsoft.com/office/drawing/2014/main" id="{D2BA78E0-B59F-2AB9-3B7A-59BB72400614}"/>
              </a:ext>
            </a:extLst>
          </p:cNvPr>
          <p:cNvPicPr>
            <a:picLocks noChangeAspect="1"/>
          </p:cNvPicPr>
          <p:nvPr/>
        </p:nvPicPr>
        <p:blipFill>
          <a:blip r:embed="rId5"/>
          <a:stretch>
            <a:fillRect/>
          </a:stretch>
        </p:blipFill>
        <p:spPr>
          <a:xfrm>
            <a:off x="4337084" y="1834528"/>
            <a:ext cx="3507200" cy="1972800"/>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3C0D8226-8DE4-5C6C-9CA2-B3A9E0F05FB3}"/>
              </a:ext>
            </a:extLst>
          </p:cNvPr>
          <p:cNvPicPr>
            <a:picLocks noChangeAspect="1"/>
          </p:cNvPicPr>
          <p:nvPr/>
        </p:nvPicPr>
        <p:blipFill>
          <a:blip r:embed="rId6"/>
          <a:stretch>
            <a:fillRect/>
          </a:stretch>
        </p:blipFill>
        <p:spPr>
          <a:xfrm>
            <a:off x="7946097" y="1834528"/>
            <a:ext cx="3507200" cy="1972800"/>
          </a:xfrm>
          <a:prstGeom prst="rect">
            <a:avLst/>
          </a:prstGeom>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BC0ADEF1-9DF8-CC0E-34A7-336FE7FA5667}"/>
              </a:ext>
            </a:extLst>
          </p:cNvPr>
          <p:cNvPicPr>
            <a:picLocks noChangeAspect="1"/>
          </p:cNvPicPr>
          <p:nvPr/>
        </p:nvPicPr>
        <p:blipFill>
          <a:blip r:embed="rId7"/>
          <a:stretch>
            <a:fillRect/>
          </a:stretch>
        </p:blipFill>
        <p:spPr>
          <a:xfrm>
            <a:off x="728071" y="1834528"/>
            <a:ext cx="3507200" cy="19728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5A93485A-90C3-29FD-700B-2DF3BB720A8C}"/>
              </a:ext>
            </a:extLst>
          </p:cNvPr>
          <p:cNvSpPr>
            <a:spLocks noGrp="1"/>
          </p:cNvSpPr>
          <p:nvPr>
            <p:ph type="title"/>
          </p:nvPr>
        </p:nvSpPr>
        <p:spPr>
          <a:xfrm>
            <a:off x="514114" y="365126"/>
            <a:ext cx="11059399" cy="1081710"/>
          </a:xfrm>
        </p:spPr>
        <p:txBody>
          <a:bodyPr vert="horz">
            <a:normAutofit/>
          </a:bodyPr>
          <a:lstStyle/>
          <a:p>
            <a:r>
              <a:rPr lang="en-US" dirty="0"/>
              <a:t>Small preview of the change management approach</a:t>
            </a:r>
            <a:endParaRPr lang="en-US" b="0" dirty="0"/>
          </a:p>
        </p:txBody>
      </p:sp>
      <p:pic>
        <p:nvPicPr>
          <p:cNvPr id="16" name="Picture 15" descr="A screenshot of a computer&#10;&#10;Description automatically generated with medium confidence">
            <a:extLst>
              <a:ext uri="{FF2B5EF4-FFF2-40B4-BE49-F238E27FC236}">
                <a16:creationId xmlns:a16="http://schemas.microsoft.com/office/drawing/2014/main" id="{BF814DA7-B9D5-9641-08ED-557EB4651B43}"/>
              </a:ext>
            </a:extLst>
          </p:cNvPr>
          <p:cNvPicPr>
            <a:picLocks noChangeAspect="1"/>
          </p:cNvPicPr>
          <p:nvPr/>
        </p:nvPicPr>
        <p:blipFill>
          <a:blip r:embed="rId8"/>
          <a:stretch>
            <a:fillRect/>
          </a:stretch>
        </p:blipFill>
        <p:spPr>
          <a:xfrm>
            <a:off x="755098" y="4479772"/>
            <a:ext cx="10700398" cy="1538259"/>
          </a:xfrm>
          <a:prstGeom prst="rect">
            <a:avLst/>
          </a:prstGeom>
          <a:ln>
            <a:noFill/>
          </a:ln>
          <a:effectLst>
            <a:outerShdw blurRad="292100" dist="139700" dir="2700000" algn="tl" rotWithShape="0">
              <a:srgbClr val="333333">
                <a:alpha val="65000"/>
              </a:srgbClr>
            </a:outerShdw>
          </a:effectLst>
        </p:spPr>
      </p:pic>
      <p:sp>
        <p:nvSpPr>
          <p:cNvPr id="17" name="Footer Placeholder 16">
            <a:extLst>
              <a:ext uri="{FF2B5EF4-FFF2-40B4-BE49-F238E27FC236}">
                <a16:creationId xmlns:a16="http://schemas.microsoft.com/office/drawing/2014/main" id="{AEAACECC-816D-0C2B-7B9E-F0B6F7FF63FF}"/>
              </a:ext>
            </a:extLst>
          </p:cNvPr>
          <p:cNvSpPr>
            <a:spLocks noGrp="1"/>
          </p:cNvSpPr>
          <p:nvPr>
            <p:ph type="ftr" sz="quarter" idx="3"/>
          </p:nvPr>
        </p:nvSpPr>
        <p:spPr/>
        <p:txBody>
          <a:bodyPr/>
          <a:lstStyle/>
          <a:p>
            <a:r>
              <a:rPr lang="en-US"/>
              <a:t>Domont Consulting</a:t>
            </a:r>
            <a:endParaRPr lang="en-US" dirty="0"/>
          </a:p>
        </p:txBody>
      </p:sp>
      <p:sp>
        <p:nvSpPr>
          <p:cNvPr id="18" name="Slide Number Placeholder 17">
            <a:extLst>
              <a:ext uri="{FF2B5EF4-FFF2-40B4-BE49-F238E27FC236}">
                <a16:creationId xmlns:a16="http://schemas.microsoft.com/office/drawing/2014/main" id="{D415845F-02A0-9010-7AD7-A9BA3737DB78}"/>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343941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C69EE-FE44-93FC-FA33-6B8CB72D10E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D247FEA-9B95-48FA-F47C-81FD0260DCB4}"/>
              </a:ext>
            </a:extLst>
          </p:cNvPr>
          <p:cNvGraphicFramePr>
            <a:graphicFrameLocks noChangeAspect="1"/>
          </p:cNvGraphicFramePr>
          <p:nvPr>
            <p:custDataLst>
              <p:tags r:id="rId1"/>
            </p:custDataLst>
            <p:extLst>
              <p:ext uri="{D42A27DB-BD31-4B8C-83A1-F6EECF244321}">
                <p14:modId xmlns:p14="http://schemas.microsoft.com/office/powerpoint/2010/main" val="7755373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0D247FEA-9B95-48FA-F47C-81FD0260DCB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533D9A9B-2CBD-72F5-2B54-97EF3B37EC79}"/>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8" name="Picture 7">
            <a:extLst>
              <a:ext uri="{FF2B5EF4-FFF2-40B4-BE49-F238E27FC236}">
                <a16:creationId xmlns:a16="http://schemas.microsoft.com/office/drawing/2014/main" id="{29A59CBC-E4D0-1AAE-1BD2-3CA81B717A68}"/>
              </a:ext>
            </a:extLst>
          </p:cNvPr>
          <p:cNvPicPr>
            <a:picLocks noChangeAspect="1"/>
          </p:cNvPicPr>
          <p:nvPr/>
        </p:nvPicPr>
        <p:blipFill>
          <a:blip r:embed="rId5"/>
          <a:stretch>
            <a:fillRect/>
          </a:stretch>
        </p:blipFill>
        <p:spPr>
          <a:xfrm>
            <a:off x="709667" y="4169707"/>
            <a:ext cx="3507200" cy="197280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4D9D0658-25DA-72BE-ABB3-A719B782323E}"/>
              </a:ext>
            </a:extLst>
          </p:cNvPr>
          <p:cNvPicPr>
            <a:picLocks noChangeAspect="1"/>
          </p:cNvPicPr>
          <p:nvPr/>
        </p:nvPicPr>
        <p:blipFill>
          <a:blip r:embed="rId6"/>
          <a:stretch>
            <a:fillRect/>
          </a:stretch>
        </p:blipFill>
        <p:spPr>
          <a:xfrm>
            <a:off x="4337084" y="4169707"/>
            <a:ext cx="3507200" cy="1972800"/>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5179C8DA-0E88-6EA5-6954-A1CBD75485F6}"/>
              </a:ext>
            </a:extLst>
          </p:cNvPr>
          <p:cNvPicPr>
            <a:picLocks noChangeAspect="1"/>
          </p:cNvPicPr>
          <p:nvPr/>
        </p:nvPicPr>
        <p:blipFill>
          <a:blip r:embed="rId7"/>
          <a:stretch>
            <a:fillRect/>
          </a:stretch>
        </p:blipFill>
        <p:spPr>
          <a:xfrm>
            <a:off x="7946097" y="4169707"/>
            <a:ext cx="3507200" cy="1972800"/>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9CC88226-D2AF-BA05-6202-66B79F5EB499}"/>
              </a:ext>
            </a:extLst>
          </p:cNvPr>
          <p:cNvPicPr>
            <a:picLocks noChangeAspect="1"/>
          </p:cNvPicPr>
          <p:nvPr/>
        </p:nvPicPr>
        <p:blipFill>
          <a:blip r:embed="rId8"/>
          <a:stretch>
            <a:fillRect/>
          </a:stretch>
        </p:blipFill>
        <p:spPr>
          <a:xfrm>
            <a:off x="711464" y="1835400"/>
            <a:ext cx="3507200" cy="19728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EC85C7C7-4373-0FC3-610C-B338E97E287F}"/>
              </a:ext>
            </a:extLst>
          </p:cNvPr>
          <p:cNvPicPr>
            <a:picLocks noChangeAspect="1"/>
          </p:cNvPicPr>
          <p:nvPr/>
        </p:nvPicPr>
        <p:blipFill>
          <a:blip r:embed="rId9"/>
          <a:stretch>
            <a:fillRect/>
          </a:stretch>
        </p:blipFill>
        <p:spPr>
          <a:xfrm>
            <a:off x="4348606" y="1834528"/>
            <a:ext cx="3507200" cy="19728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2F838148-77FE-D8A1-E24E-2B25E017D8F4}"/>
              </a:ext>
            </a:extLst>
          </p:cNvPr>
          <p:cNvSpPr>
            <a:spLocks noGrp="1"/>
          </p:cNvSpPr>
          <p:nvPr>
            <p:ph type="title"/>
          </p:nvPr>
        </p:nvSpPr>
        <p:spPr>
          <a:xfrm>
            <a:off x="514114" y="365126"/>
            <a:ext cx="11059399" cy="1081710"/>
          </a:xfrm>
        </p:spPr>
        <p:txBody>
          <a:bodyPr vert="horz">
            <a:normAutofit/>
          </a:bodyPr>
          <a:lstStyle/>
          <a:p>
            <a:r>
              <a:rPr lang="en-US" dirty="0"/>
              <a:t>Small preview of the top change management </a:t>
            </a:r>
            <a:r>
              <a:rPr lang="en-GB" dirty="0"/>
              <a:t>frameworks and tools used by Fortune 100 companies </a:t>
            </a:r>
            <a:endParaRPr lang="en-US" b="0" dirty="0"/>
          </a:p>
        </p:txBody>
      </p:sp>
      <p:pic>
        <p:nvPicPr>
          <p:cNvPr id="18" name="Picture 17">
            <a:extLst>
              <a:ext uri="{FF2B5EF4-FFF2-40B4-BE49-F238E27FC236}">
                <a16:creationId xmlns:a16="http://schemas.microsoft.com/office/drawing/2014/main" id="{CE9D3C3C-AA04-E486-3DDB-D45CA96FA19C}"/>
              </a:ext>
            </a:extLst>
          </p:cNvPr>
          <p:cNvPicPr>
            <a:picLocks noChangeAspect="1"/>
          </p:cNvPicPr>
          <p:nvPr/>
        </p:nvPicPr>
        <p:blipFill>
          <a:blip r:embed="rId10"/>
          <a:stretch>
            <a:fillRect/>
          </a:stretch>
        </p:blipFill>
        <p:spPr>
          <a:xfrm>
            <a:off x="7946097" y="1834528"/>
            <a:ext cx="3501122" cy="1972800"/>
          </a:xfrm>
          <a:prstGeom prst="rect">
            <a:avLst/>
          </a:prstGeom>
          <a:effectLst>
            <a:outerShdw blurRad="50800" dist="38100" dir="5400000" algn="t" rotWithShape="0">
              <a:prstClr val="black">
                <a:alpha val="40000"/>
              </a:prstClr>
            </a:outerShdw>
          </a:effectLst>
        </p:spPr>
      </p:pic>
      <p:sp>
        <p:nvSpPr>
          <p:cNvPr id="20" name="Footer Placeholder 19">
            <a:extLst>
              <a:ext uri="{FF2B5EF4-FFF2-40B4-BE49-F238E27FC236}">
                <a16:creationId xmlns:a16="http://schemas.microsoft.com/office/drawing/2014/main" id="{B6757F60-8DE5-8177-B30E-C6C5183279BD}"/>
              </a:ext>
            </a:extLst>
          </p:cNvPr>
          <p:cNvSpPr>
            <a:spLocks noGrp="1"/>
          </p:cNvSpPr>
          <p:nvPr>
            <p:ph type="ftr" sz="quarter" idx="3"/>
          </p:nvPr>
        </p:nvSpPr>
        <p:spPr/>
        <p:txBody>
          <a:bodyPr/>
          <a:lstStyle/>
          <a:p>
            <a:r>
              <a:rPr lang="en-US"/>
              <a:t>Domont Consulting</a:t>
            </a:r>
            <a:endParaRPr lang="en-US" dirty="0"/>
          </a:p>
        </p:txBody>
      </p:sp>
      <p:sp>
        <p:nvSpPr>
          <p:cNvPr id="21" name="Slide Number Placeholder 20">
            <a:extLst>
              <a:ext uri="{FF2B5EF4-FFF2-40B4-BE49-F238E27FC236}">
                <a16:creationId xmlns:a16="http://schemas.microsoft.com/office/drawing/2014/main" id="{903CA4B2-6410-847B-03F2-DC423A810E07}"/>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3950019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6" name="Rectangle: Rounded Corners 5">
            <a:extLst>
              <a:ext uri="{FF2B5EF4-FFF2-40B4-BE49-F238E27FC236}">
                <a16:creationId xmlns:a16="http://schemas.microsoft.com/office/drawing/2014/main" id="{E1C86821-54CE-8A1B-CBED-54B7AF9E8611}"/>
              </a:ext>
            </a:extLst>
          </p:cNvPr>
          <p:cNvSpPr/>
          <p:nvPr/>
        </p:nvSpPr>
        <p:spPr>
          <a:xfrm>
            <a:off x="621153" y="495426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1B22B2CC-25AA-263D-1020-C20A807B7EB8}"/>
              </a:ext>
            </a:extLst>
          </p:cNvPr>
          <p:cNvSpPr/>
          <p:nvPr/>
        </p:nvSpPr>
        <p:spPr>
          <a:xfrm>
            <a:off x="621153" y="388201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D0572104-6430-3E61-5813-3590A3CFE972}"/>
              </a:ext>
            </a:extLst>
          </p:cNvPr>
          <p:cNvSpPr/>
          <p:nvPr/>
        </p:nvSpPr>
        <p:spPr>
          <a:xfrm>
            <a:off x="621153" y="2816044"/>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D6B23995-4475-E84D-EF57-7992732496E4}"/>
              </a:ext>
            </a:extLst>
          </p:cNvPr>
          <p:cNvSpPr/>
          <p:nvPr/>
        </p:nvSpPr>
        <p:spPr>
          <a:xfrm>
            <a:off x="621153" y="1720039"/>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2">
            <a:extLst>
              <a:ext uri="{FF2B5EF4-FFF2-40B4-BE49-F238E27FC236}">
                <a16:creationId xmlns:a16="http://schemas.microsoft.com/office/drawing/2014/main" id="{F8D9CE97-3B89-11F5-DD37-F399ADABEF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Download Microsoft Excel Logo in SVG Vector or PNG File Format - Logo.wine">
            <a:extLst>
              <a:ext uri="{FF2B5EF4-FFF2-40B4-BE49-F238E27FC236}">
                <a16:creationId xmlns:a16="http://schemas.microsoft.com/office/drawing/2014/main" id="{B71C95D7-A854-1E0E-C591-CD4E72F4E2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pic>
        <p:nvPicPr>
          <p:cNvPr id="12" name="Graphic 11" descr="Open folder outline">
            <a:extLst>
              <a:ext uri="{FF2B5EF4-FFF2-40B4-BE49-F238E27FC236}">
                <a16:creationId xmlns:a16="http://schemas.microsoft.com/office/drawing/2014/main" id="{9EE88CF5-F9D5-B7D1-ABD0-E1C6B217D73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794401" y="5010472"/>
            <a:ext cx="829320" cy="829320"/>
          </a:xfrm>
          <a:prstGeom prst="rect">
            <a:avLst/>
          </a:prstGeom>
        </p:spPr>
      </p:pic>
      <p:sp>
        <p:nvSpPr>
          <p:cNvPr id="14" name="TextBox 13">
            <a:extLst>
              <a:ext uri="{FF2B5EF4-FFF2-40B4-BE49-F238E27FC236}">
                <a16:creationId xmlns:a16="http://schemas.microsoft.com/office/drawing/2014/main" id="{4A437ECF-467E-1AD6-2C2E-4087FF953203}"/>
              </a:ext>
            </a:extLst>
          </p:cNvPr>
          <p:cNvSpPr txBox="1"/>
          <p:nvPr/>
        </p:nvSpPr>
        <p:spPr>
          <a:xfrm>
            <a:off x="1863088" y="1994804"/>
            <a:ext cx="4400551" cy="338554"/>
          </a:xfrm>
          <a:prstGeom prst="rect">
            <a:avLst/>
          </a:prstGeom>
          <a:noFill/>
        </p:spPr>
        <p:txBody>
          <a:bodyPr wrap="square" rtlCol="0">
            <a:spAutoFit/>
          </a:bodyPr>
          <a:lstStyle/>
          <a:p>
            <a:r>
              <a:rPr lang="en-US" sz="1600" b="1" dirty="0"/>
              <a:t>500 editable PowerPoint slides*</a:t>
            </a:r>
          </a:p>
        </p:txBody>
      </p:sp>
      <p:sp>
        <p:nvSpPr>
          <p:cNvPr id="15" name="TextBox 14">
            <a:extLst>
              <a:ext uri="{FF2B5EF4-FFF2-40B4-BE49-F238E27FC236}">
                <a16:creationId xmlns:a16="http://schemas.microsoft.com/office/drawing/2014/main" id="{777600B6-F58C-3E6A-BB6D-D47C974412BF}"/>
              </a:ext>
            </a:extLst>
          </p:cNvPr>
          <p:cNvSpPr txBox="1"/>
          <p:nvPr/>
        </p:nvSpPr>
        <p:spPr>
          <a:xfrm>
            <a:off x="1863088" y="3125122"/>
            <a:ext cx="3005768" cy="338554"/>
          </a:xfrm>
          <a:prstGeom prst="rect">
            <a:avLst/>
          </a:prstGeom>
          <a:noFill/>
        </p:spPr>
        <p:txBody>
          <a:bodyPr wrap="square" rtlCol="0">
            <a:spAutoFit/>
          </a:bodyPr>
          <a:lstStyle/>
          <a:p>
            <a:r>
              <a:rPr lang="en-US" sz="1600" b="1" dirty="0"/>
              <a:t>21 Excel sheets*</a:t>
            </a:r>
          </a:p>
        </p:txBody>
      </p:sp>
      <p:sp>
        <p:nvSpPr>
          <p:cNvPr id="17" name="TextBox 16">
            <a:extLst>
              <a:ext uri="{FF2B5EF4-FFF2-40B4-BE49-F238E27FC236}">
                <a16:creationId xmlns:a16="http://schemas.microsoft.com/office/drawing/2014/main" id="{FE597C27-D46E-623C-682B-08389CD25348}"/>
              </a:ext>
            </a:extLst>
          </p:cNvPr>
          <p:cNvSpPr txBox="1"/>
          <p:nvPr/>
        </p:nvSpPr>
        <p:spPr>
          <a:xfrm>
            <a:off x="1863088" y="4153332"/>
            <a:ext cx="3450672" cy="338554"/>
          </a:xfrm>
          <a:prstGeom prst="rect">
            <a:avLst/>
          </a:prstGeom>
          <a:noFill/>
        </p:spPr>
        <p:txBody>
          <a:bodyPr wrap="square" rtlCol="0">
            <a:spAutoFit/>
          </a:bodyPr>
          <a:lstStyle/>
          <a:p>
            <a:r>
              <a:rPr lang="en-US" sz="1600" b="1"/>
              <a:t>64 minutes </a:t>
            </a:r>
            <a:r>
              <a:rPr lang="en-US" sz="1600" b="1" dirty="0"/>
              <a:t>of Video training</a:t>
            </a:r>
          </a:p>
        </p:txBody>
      </p:sp>
      <p:sp>
        <p:nvSpPr>
          <p:cNvPr id="19" name="Rectangle 18">
            <a:extLst>
              <a:ext uri="{FF2B5EF4-FFF2-40B4-BE49-F238E27FC236}">
                <a16:creationId xmlns:a16="http://schemas.microsoft.com/office/drawing/2014/main" id="{58B932BA-CA7A-E3C4-9CC0-B95F841B1AA1}"/>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0FE0B1D-EED1-17BD-8FCD-7A8076B46A80}"/>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A0FC0FE-A163-ED1A-A296-D87A1C3FBA7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299470BB-701E-9F9B-5EED-CC4D40F693E5}"/>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CBE2770C-6D4F-9F15-A358-CC0DFDE1D3D0}"/>
              </a:ext>
            </a:extLst>
          </p:cNvPr>
          <p:cNvPicPr>
            <a:picLocks noChangeAspect="1"/>
          </p:cNvPicPr>
          <p:nvPr/>
        </p:nvPicPr>
        <p:blipFill rotWithShape="1">
          <a:blip r:embed="rId10"/>
          <a:srcRect l="11344" t="22611" r="63111" b="28117"/>
          <a:stretch/>
        </p:blipFill>
        <p:spPr>
          <a:xfrm>
            <a:off x="794400" y="3945615"/>
            <a:ext cx="823861" cy="689810"/>
          </a:xfrm>
          <a:prstGeom prst="rect">
            <a:avLst/>
          </a:prstGeom>
        </p:spPr>
      </p:pic>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3" name="TextBox 2">
            <a:extLst>
              <a:ext uri="{FF2B5EF4-FFF2-40B4-BE49-F238E27FC236}">
                <a16:creationId xmlns:a16="http://schemas.microsoft.com/office/drawing/2014/main" id="{B927FF4E-317C-4CEC-FBC7-B39A59DED97E}"/>
              </a:ext>
            </a:extLst>
          </p:cNvPr>
          <p:cNvSpPr txBox="1"/>
          <p:nvPr/>
        </p:nvSpPr>
        <p:spPr>
          <a:xfrm>
            <a:off x="1863087" y="5093855"/>
            <a:ext cx="9534511" cy="605197"/>
          </a:xfrm>
          <a:prstGeom prst="rect">
            <a:avLst/>
          </a:prstGeom>
          <a:noFill/>
        </p:spPr>
        <p:txBody>
          <a:bodyPr wrap="square" numCol="2" rtlCol="0">
            <a:noAutofit/>
          </a:bodyPr>
          <a:lstStyle/>
          <a:p>
            <a:pPr marL="228600" indent="-228600">
              <a:buFont typeface="+mj-lt"/>
              <a:buAutoNum type="arabicPeriod"/>
            </a:pPr>
            <a:r>
              <a:rPr lang="en-US" sz="1100" dirty="0"/>
              <a:t>Overview and Approach</a:t>
            </a:r>
          </a:p>
          <a:p>
            <a:pPr marL="228600" indent="-228600">
              <a:buFont typeface="+mj-lt"/>
              <a:buAutoNum type="arabicPeriod"/>
            </a:pPr>
            <a:r>
              <a:rPr lang="en-GB" sz="1100" dirty="0"/>
              <a:t>Program Management</a:t>
            </a:r>
            <a:endParaRPr lang="en-US" sz="1100" dirty="0"/>
          </a:p>
          <a:p>
            <a:pPr marL="228600" indent="-228600">
              <a:buFont typeface="+mj-lt"/>
              <a:buAutoNum type="arabicPeriod"/>
            </a:pPr>
            <a:r>
              <a:rPr lang="en-GB" sz="1100" dirty="0"/>
              <a:t>Project Management Traditional Approach</a:t>
            </a:r>
          </a:p>
          <a:p>
            <a:pPr marL="228600" indent="-228600">
              <a:buFont typeface="+mj-lt"/>
              <a:buAutoNum type="arabicPeriod"/>
            </a:pPr>
            <a:r>
              <a:rPr lang="en-GB" sz="1100" dirty="0"/>
              <a:t>Project Management Agile Approach</a:t>
            </a:r>
          </a:p>
          <a:p>
            <a:pPr marL="228600" indent="-228600">
              <a:buFont typeface="+mj-lt"/>
              <a:buAutoNum type="arabicPeriod"/>
            </a:pPr>
            <a:r>
              <a:rPr lang="en-GB" sz="1100" dirty="0"/>
              <a:t>Change Management</a:t>
            </a:r>
            <a:endParaRPr lang="en-US" sz="1100" dirty="0"/>
          </a:p>
        </p:txBody>
      </p:sp>
      <p:sp>
        <p:nvSpPr>
          <p:cNvPr id="4" name="Footer Placeholder 3">
            <a:extLst>
              <a:ext uri="{FF2B5EF4-FFF2-40B4-BE49-F238E27FC236}">
                <a16:creationId xmlns:a16="http://schemas.microsoft.com/office/drawing/2014/main" id="{0C90BA30-79B7-0370-1380-77206F332A15}"/>
              </a:ext>
            </a:extLst>
          </p:cNvPr>
          <p:cNvSpPr>
            <a:spLocks noGrp="1"/>
          </p:cNvSpPr>
          <p:nvPr>
            <p:ph type="ftr" sz="quarter" idx="3"/>
          </p:nvPr>
        </p:nvSpPr>
        <p:spPr/>
        <p:txBody>
          <a:bodyPr/>
          <a:lstStyle/>
          <a:p>
            <a:r>
              <a:rPr lang="en-US"/>
              <a:t>Domont Consulting</a:t>
            </a:r>
            <a:endParaRPr lang="en-US" dirty="0"/>
          </a:p>
        </p:txBody>
      </p:sp>
      <p:sp>
        <p:nvSpPr>
          <p:cNvPr id="18" name="Slide Number Placeholder 17">
            <a:extLst>
              <a:ext uri="{FF2B5EF4-FFF2-40B4-BE49-F238E27FC236}">
                <a16:creationId xmlns:a16="http://schemas.microsoft.com/office/drawing/2014/main" id="{FBD5E49E-6566-3D49-3778-CBCDADAC2D67}"/>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6" name="Footer Placeholder 5">
            <a:extLst>
              <a:ext uri="{FF2B5EF4-FFF2-40B4-BE49-F238E27FC236}">
                <a16:creationId xmlns:a16="http://schemas.microsoft.com/office/drawing/2014/main" id="{4ECB6681-9097-EDC9-DC7B-6A3D9D33734D}"/>
              </a:ext>
            </a:extLst>
          </p:cNvPr>
          <p:cNvSpPr>
            <a:spLocks noGrp="1"/>
          </p:cNvSpPr>
          <p:nvPr>
            <p:ph type="ftr" sz="quarter" idx="3"/>
          </p:nvPr>
        </p:nvSpPr>
        <p:spPr/>
        <p:txBody>
          <a:bodyPr/>
          <a:lstStyle/>
          <a:p>
            <a:r>
              <a:rPr lang="en-US"/>
              <a:t>Domont Consulting</a:t>
            </a:r>
            <a:endParaRPr lang="en-US" dirty="0"/>
          </a:p>
        </p:txBody>
      </p:sp>
      <p:sp>
        <p:nvSpPr>
          <p:cNvPr id="14" name="Slide Number Placeholder 13">
            <a:extLst>
              <a:ext uri="{FF2B5EF4-FFF2-40B4-BE49-F238E27FC236}">
                <a16:creationId xmlns:a16="http://schemas.microsoft.com/office/drawing/2014/main" id="{1C96F184-56AD-FDD2-60A9-D3F1F8896A36}"/>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ooter Placeholder 8">
            <a:extLst>
              <a:ext uri="{FF2B5EF4-FFF2-40B4-BE49-F238E27FC236}">
                <a16:creationId xmlns:a16="http://schemas.microsoft.com/office/drawing/2014/main" id="{F271AC07-3E53-02E6-B9B3-C4B19C6CFB44}"/>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311CF5D6-593C-DAEB-FA45-76CB98862B47}"/>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11"/>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66"/>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71"/>
            <a:ext cx="635106" cy="539471"/>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64"/>
            <a:ext cx="957768" cy="619242"/>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63"/>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35"/>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45"/>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58"/>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1"/>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56"/>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11" name="Footer Placeholder 10">
            <a:extLst>
              <a:ext uri="{FF2B5EF4-FFF2-40B4-BE49-F238E27FC236}">
                <a16:creationId xmlns:a16="http://schemas.microsoft.com/office/drawing/2014/main" id="{585629BD-E928-C470-0110-B60998B8318D}"/>
              </a:ext>
            </a:extLst>
          </p:cNvPr>
          <p:cNvSpPr>
            <a:spLocks noGrp="1"/>
          </p:cNvSpPr>
          <p:nvPr>
            <p:ph type="ftr" sz="quarter" idx="3"/>
          </p:nvPr>
        </p:nvSpPr>
        <p:spPr/>
        <p:txBody>
          <a:bodyPr/>
          <a:lstStyle/>
          <a:p>
            <a:r>
              <a:rPr lang="en-US"/>
              <a:t>Domont Consulting</a:t>
            </a:r>
            <a:endParaRPr lang="en-US" dirty="0"/>
          </a:p>
        </p:txBody>
      </p:sp>
      <p:sp>
        <p:nvSpPr>
          <p:cNvPr id="25" name="Slide Number Placeholder 24">
            <a:extLst>
              <a:ext uri="{FF2B5EF4-FFF2-40B4-BE49-F238E27FC236}">
                <a16:creationId xmlns:a16="http://schemas.microsoft.com/office/drawing/2014/main" id="{EAF6AFD3-2AEF-1A1E-65CE-5FA9D5B401AD}"/>
              </a:ext>
            </a:extLst>
          </p:cNvPr>
          <p:cNvSpPr>
            <a:spLocks noGrp="1"/>
          </p:cNvSpPr>
          <p:nvPr>
            <p:ph type="sldNum" sz="quarter" idx="4"/>
          </p:nvPr>
        </p:nvSpPr>
        <p:spPr/>
        <p:txBody>
          <a:bodyPr/>
          <a:lstStyle/>
          <a:p>
            <a:fld id="{37F5C94B-8C55-478B-B509-BAE6A06B2E2A}" type="slidenum">
              <a:rPr lang="en-US" smtClean="0"/>
              <a:pPr/>
              <a:t>20</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8" name="Footer Placeholder 7">
            <a:extLst>
              <a:ext uri="{FF2B5EF4-FFF2-40B4-BE49-F238E27FC236}">
                <a16:creationId xmlns:a16="http://schemas.microsoft.com/office/drawing/2014/main" id="{6B0D3FFB-EACB-9801-61A0-DBDB6B61380E}"/>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4F89D243-CCCF-366A-4DD7-3897CB4AAD8D}"/>
              </a:ext>
            </a:extLst>
          </p:cNvPr>
          <p:cNvSpPr>
            <a:spLocks noGrp="1"/>
          </p:cNvSpPr>
          <p:nvPr>
            <p:ph type="sldNum" sz="quarter" idx="4"/>
          </p:nvPr>
        </p:nvSpPr>
        <p:spPr/>
        <p:txBody>
          <a:bodyPr/>
          <a:lstStyle/>
          <a:p>
            <a:fld id="{37F5C94B-8C55-478B-B509-BAE6A06B2E2A}" type="slidenum">
              <a:rPr lang="en-US" smtClean="0"/>
              <a:pPr/>
              <a:t>21</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8" name="Footer Placeholder 7">
            <a:extLst>
              <a:ext uri="{FF2B5EF4-FFF2-40B4-BE49-F238E27FC236}">
                <a16:creationId xmlns:a16="http://schemas.microsoft.com/office/drawing/2014/main" id="{C90E2B2A-8C5B-46D1-6887-BC361B6029EA}"/>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86E2E3BC-7F4E-6898-2A05-5C5663035737}"/>
              </a:ext>
            </a:extLst>
          </p:cNvPr>
          <p:cNvSpPr>
            <a:spLocks noGrp="1"/>
          </p:cNvSpPr>
          <p:nvPr>
            <p:ph type="sldNum" sz="quarter" idx="4"/>
          </p:nvPr>
        </p:nvSpPr>
        <p:spPr/>
        <p:txBody>
          <a:bodyPr/>
          <a:lstStyle/>
          <a:p>
            <a:fld id="{37F5C94B-8C55-478B-B509-BAE6A06B2E2A}" type="slidenum">
              <a:rPr lang="en-US" smtClean="0"/>
              <a:pPr/>
              <a:t>22</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sssJ_uIZwbfpGgnTea6Kp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MkauIxzRi4ujewjqqyNdq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2C9oM7GfBJ2vaPqujnj3T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9MQzx4jwhjUzFxu.Of83N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F40vIkPLJKivyl9q2LUr2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Rggj6TH8t83Jyw.03EZ1k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LSr4VmT3Ie7GVpED41W3a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5I5Fv8hnLH4AXZRU0X82v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4UGCPzZ.uvWdCY1wd_p6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iHMUxJOFxGSqKGLVaD5Up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2zgxpGdprqfdunbvpgAHP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1_Theme3">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3.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7113</TotalTime>
  <Words>2174</Words>
  <Application>Microsoft Office PowerPoint</Application>
  <PresentationFormat>Widescreen</PresentationFormat>
  <Paragraphs>274</Paragraphs>
  <Slides>23</Slides>
  <Notes>14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3" baseType="lpstr">
      <vt:lpstr>ＭＳ Ｐゴシック</vt:lpstr>
      <vt:lpstr>Arial</vt:lpstr>
      <vt:lpstr>Arial (Body)</vt:lpstr>
      <vt:lpstr>Calibri</vt:lpstr>
      <vt:lpstr>Helvetica</vt:lpstr>
      <vt:lpstr>Lato Light</vt:lpstr>
      <vt:lpstr>League Spartan</vt:lpstr>
      <vt:lpstr>Times New Roman</vt:lpstr>
      <vt:lpstr>1_Theme3</vt:lpstr>
      <vt:lpstr>think-cell Slide</vt:lpstr>
      <vt:lpstr>PowerPoint Presentation</vt:lpstr>
      <vt:lpstr>PowerPoint Presentation</vt:lpstr>
      <vt:lpstr>Introduction</vt:lpstr>
      <vt:lpstr>Problem: Projects are the lifeblood of organizations, but many projects fall short of expectations</vt:lpstr>
      <vt:lpstr>Solution: Our ex-McKinsey, Deloitte &amp; BCG consultants created a Toolkit to help you significantly increase your projects success rate</vt:lpstr>
      <vt:lpstr>The Toolkit includes a Program/Project Management section and a Change Management section </vt:lpstr>
      <vt:lpstr>The program/project management section includes multiple approaches that we have built and refined over the past 20 years</vt:lpstr>
      <vt:lpstr>The change management section includes a practical 3-phase approach and tier-1 frameworks and tools used by Fortune 100 companies </vt:lpstr>
      <vt:lpstr>Our Toolkit will help you fulfill multiple objectives</vt:lpstr>
      <vt:lpstr>Video demonstration of the Program, Project and Change Management Toolkit</vt:lpstr>
      <vt:lpstr>Small preview of the program management approach</vt:lpstr>
      <vt:lpstr>Small preview of the project management traditional approach (1/2)</vt:lpstr>
      <vt:lpstr>Small preview of the project management traditional approach (2/2)</vt:lpstr>
      <vt:lpstr>Small preview of the project management Agile approach</vt:lpstr>
      <vt:lpstr>Small preview of the change management approach</vt:lpstr>
      <vt:lpstr>Small preview of the top change management frameworks and tools used by Fortune 100 companies </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2025-07-02T03:02:00Z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