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2.xml" ContentType="application/vnd.openxmlformats-officedocument.presentationml.tags+xml"/>
  <Override PartName="/ppt/notesSlides/notesSlide1.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4.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tags/tag77.xml" ContentType="application/vnd.openxmlformats-officedocument.presentationml.tags+xml"/>
  <Override PartName="/ppt/tags/tag78.xml" ContentType="application/vnd.openxmlformats-officedocument.presentationml.tags+xml"/>
  <Override PartName="/ppt/notesSlides/notesSlide6.xml" ContentType="application/vnd.openxmlformats-officedocument.presentationml.notesSlide+xml"/>
  <Override PartName="/ppt/tags/tag79.xml" ContentType="application/vnd.openxmlformats-officedocument.presentationml.tags+xml"/>
  <Override PartName="/ppt/notesSlides/notesSlide7.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notesSlides/notesSlide8.xml" ContentType="application/vnd.openxmlformats-officedocument.presentationml.notesSlide+xml"/>
  <Override PartName="/ppt/tags/tag82.xml" ContentType="application/vnd.openxmlformats-officedocument.presentationml.tags+xml"/>
  <Override PartName="/ppt/notesSlides/notesSlide9.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10.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notesSlides/notesSlide11.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notesSlides/notesSlide12.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notesSlides/notesSlide13.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notesSlides/notesSlide14.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8" r:id="rId4"/>
  </p:sldMasterIdLst>
  <p:notesMasterIdLst>
    <p:notesMasterId r:id="rId25"/>
  </p:notesMasterIdLst>
  <p:handoutMasterIdLst>
    <p:handoutMasterId r:id="rId26"/>
  </p:handoutMasterIdLst>
  <p:sldIdLst>
    <p:sldId id="539" r:id="rId5"/>
    <p:sldId id="3381" r:id="rId6"/>
    <p:sldId id="3289" r:id="rId7"/>
    <p:sldId id="3294" r:id="rId8"/>
    <p:sldId id="3405" r:id="rId9"/>
    <p:sldId id="3401" r:id="rId10"/>
    <p:sldId id="2162" r:id="rId11"/>
    <p:sldId id="3377" r:id="rId12"/>
    <p:sldId id="2217" r:id="rId13"/>
    <p:sldId id="3402" r:id="rId14"/>
    <p:sldId id="3396" r:id="rId15"/>
    <p:sldId id="3403" r:id="rId16"/>
    <p:sldId id="3404" r:id="rId17"/>
    <p:sldId id="2338" r:id="rId18"/>
    <p:sldId id="2034" r:id="rId19"/>
    <p:sldId id="3282" r:id="rId20"/>
    <p:sldId id="1711" r:id="rId21"/>
    <p:sldId id="1598" r:id="rId22"/>
    <p:sldId id="2240" r:id="rId23"/>
    <p:sldId id="1600" r:id="rId24"/>
  </p:sldIdLst>
  <p:sldSz cx="12192000" cy="6858000"/>
  <p:notesSz cx="6858000" cy="9144000"/>
  <p:custDataLst>
    <p:tags r:id="rId2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207A647-356E-4D94-9FE3-66ADA0BB504F}">
          <p14:sldIdLst>
            <p14:sldId id="539"/>
            <p14:sldId id="3381"/>
            <p14:sldId id="3289"/>
            <p14:sldId id="3294"/>
            <p14:sldId id="3405"/>
            <p14:sldId id="3401"/>
          </p14:sldIdLst>
        </p14:section>
        <p14:section name="Toolkit overview" id="{F236E09D-F1BA-49AA-851C-9B6FC4C418CC}">
          <p14:sldIdLst>
            <p14:sldId id="2162"/>
            <p14:sldId id="3377"/>
            <p14:sldId id="2217"/>
            <p14:sldId id="3402"/>
            <p14:sldId id="3396"/>
            <p14:sldId id="3403"/>
            <p14:sldId id="3404"/>
            <p14:sldId id="2338"/>
          </p14:sldIdLst>
        </p14:section>
        <p14:section name="Domont Consulting overview" id="{CFC560AE-1A41-4E74-900F-7DB740784DCF}">
          <p14:sldIdLst>
            <p14:sldId id="2034"/>
            <p14:sldId id="3282"/>
            <p14:sldId id="1711"/>
            <p14:sldId id="1598"/>
            <p14:sldId id="2240"/>
            <p14:sldId id="1600"/>
          </p14:sldIdLst>
        </p14:section>
      </p14:sectionLst>
    </p:ext>
    <p:ext uri="{EFAFB233-063F-42B5-8137-9DF3F51BA10A}">
      <p15:sldGuideLst xmlns:p15="http://schemas.microsoft.com/office/powerpoint/2012/main">
        <p15:guide id="1" orient="horz" pos="2409"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F985DA-E5B7-E2D5-F2BA-A9B5C32074DF}" name="Aurelien Domont" initials="AD" userId="6da7715ce44349b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 id="3" name="Megan Platt" initials=""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7A3"/>
    <a:srgbClr val="D3EFCE"/>
    <a:srgbClr val="F3D26A"/>
    <a:srgbClr val="FFEAA5"/>
    <a:srgbClr val="FFE9A0"/>
    <a:srgbClr val="FFABAB"/>
    <a:srgbClr val="FF8B8B"/>
    <a:srgbClr val="FF0000"/>
    <a:srgbClr val="EBF6DE"/>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CCD24B-A99A-4E6A-8B4E-E56DB3D2F3BE}" v="8" dt="2025-06-25T03:06:11.743"/>
  </p1510:revLst>
</p1510:revInfo>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3457" autoAdjust="0"/>
  </p:normalViewPr>
  <p:slideViewPr>
    <p:cSldViewPr snapToGrid="0">
      <p:cViewPr varScale="1">
        <p:scale>
          <a:sx n="74" d="100"/>
          <a:sy n="74" d="100"/>
        </p:scale>
        <p:origin x="374" y="271"/>
      </p:cViewPr>
      <p:guideLst>
        <p:guide orient="horz" pos="2409"/>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7612"/>
    </p:cViewPr>
  </p:sorterViewPr>
  <p:notesViewPr>
    <p:cSldViewPr snapToGrid="0">
      <p:cViewPr varScale="1">
        <p:scale>
          <a:sx n="45" d="100"/>
          <a:sy n="45" d="100"/>
        </p:scale>
        <p:origin x="2760"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gs" Target="tags/tag1.xml"/><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relien Domont" userId="6da7715ce44349b3" providerId="LiveId" clId="{8E2F06EB-BABF-4502-A8C6-B9F342B7D723}"/>
    <pc:docChg chg="undo custSel addSld delSld modSld replTag">
      <pc:chgData name="Aurelien Domont" userId="6da7715ce44349b3" providerId="LiveId" clId="{8E2F06EB-BABF-4502-A8C6-B9F342B7D723}" dt="2023-11-02T05:15:39.991" v="1890" actId="207"/>
      <pc:docMkLst>
        <pc:docMk/>
      </pc:docMkLst>
      <pc:sldChg chg="del">
        <pc:chgData name="Aurelien Domont" userId="6da7715ce44349b3" providerId="LiveId" clId="{8E2F06EB-BABF-4502-A8C6-B9F342B7D723}" dt="2023-11-02T04:16:37.486" v="1" actId="47"/>
        <pc:sldMkLst>
          <pc:docMk/>
          <pc:sldMk cId="2694049521" sldId="531"/>
        </pc:sldMkLst>
      </pc:sldChg>
      <pc:sldChg chg="del">
        <pc:chgData name="Aurelien Domont" userId="6da7715ce44349b3" providerId="LiveId" clId="{8E2F06EB-BABF-4502-A8C6-B9F342B7D723}" dt="2023-11-02T04:40:22.496" v="1265" actId="47"/>
        <pc:sldMkLst>
          <pc:docMk/>
          <pc:sldMk cId="2168617119" sldId="1624"/>
        </pc:sldMkLst>
      </pc:sldChg>
      <pc:sldChg chg="del">
        <pc:chgData name="Aurelien Domont" userId="6da7715ce44349b3" providerId="LiveId" clId="{8E2F06EB-BABF-4502-A8C6-B9F342B7D723}" dt="2023-11-02T04:40:22.496" v="1265" actId="47"/>
        <pc:sldMkLst>
          <pc:docMk/>
          <pc:sldMk cId="1413178546" sldId="1625"/>
        </pc:sldMkLst>
      </pc:sldChg>
      <pc:sldChg chg="del">
        <pc:chgData name="Aurelien Domont" userId="6da7715ce44349b3" providerId="LiveId" clId="{8E2F06EB-BABF-4502-A8C6-B9F342B7D723}" dt="2023-11-02T04:40:22.496" v="1265" actId="47"/>
        <pc:sldMkLst>
          <pc:docMk/>
          <pc:sldMk cId="1570167118" sldId="1626"/>
        </pc:sldMkLst>
      </pc:sldChg>
      <pc:sldChg chg="del">
        <pc:chgData name="Aurelien Domont" userId="6da7715ce44349b3" providerId="LiveId" clId="{8E2F06EB-BABF-4502-A8C6-B9F342B7D723}" dt="2023-11-02T04:40:22.496" v="1265" actId="47"/>
        <pc:sldMkLst>
          <pc:docMk/>
          <pc:sldMk cId="1432716724" sldId="1627"/>
        </pc:sldMkLst>
      </pc:sldChg>
      <pc:sldChg chg="del">
        <pc:chgData name="Aurelien Domont" userId="6da7715ce44349b3" providerId="LiveId" clId="{8E2F06EB-BABF-4502-A8C6-B9F342B7D723}" dt="2023-11-02T04:40:22.496" v="1265" actId="47"/>
        <pc:sldMkLst>
          <pc:docMk/>
          <pc:sldMk cId="2270130250" sldId="2386"/>
        </pc:sldMkLst>
      </pc:sldChg>
      <pc:sldChg chg="del">
        <pc:chgData name="Aurelien Domont" userId="6da7715ce44349b3" providerId="LiveId" clId="{8E2F06EB-BABF-4502-A8C6-B9F342B7D723}" dt="2023-11-02T05:10:29.434" v="1452" actId="47"/>
        <pc:sldMkLst>
          <pc:docMk/>
          <pc:sldMk cId="1631859961" sldId="2461"/>
        </pc:sldMkLst>
      </pc:sldChg>
      <pc:sldChg chg="del">
        <pc:chgData name="Aurelien Domont" userId="6da7715ce44349b3" providerId="LiveId" clId="{8E2F06EB-BABF-4502-A8C6-B9F342B7D723}" dt="2023-11-02T05:10:29.434" v="1452" actId="47"/>
        <pc:sldMkLst>
          <pc:docMk/>
          <pc:sldMk cId="3789897240" sldId="2462"/>
        </pc:sldMkLst>
      </pc:sldChg>
      <pc:sldChg chg="del">
        <pc:chgData name="Aurelien Domont" userId="6da7715ce44349b3" providerId="LiveId" clId="{8E2F06EB-BABF-4502-A8C6-B9F342B7D723}" dt="2023-11-02T05:10:29.434" v="1452" actId="47"/>
        <pc:sldMkLst>
          <pc:docMk/>
          <pc:sldMk cId="2283904448" sldId="2463"/>
        </pc:sldMkLst>
      </pc:sldChg>
      <pc:sldChg chg="del">
        <pc:chgData name="Aurelien Domont" userId="6da7715ce44349b3" providerId="LiveId" clId="{8E2F06EB-BABF-4502-A8C6-B9F342B7D723}" dt="2023-11-02T05:10:29.434" v="1452" actId="47"/>
        <pc:sldMkLst>
          <pc:docMk/>
          <pc:sldMk cId="2478486165" sldId="2464"/>
        </pc:sldMkLst>
      </pc:sldChg>
      <pc:sldChg chg="del">
        <pc:chgData name="Aurelien Domont" userId="6da7715ce44349b3" providerId="LiveId" clId="{8E2F06EB-BABF-4502-A8C6-B9F342B7D723}" dt="2023-11-02T05:10:29.434" v="1452" actId="47"/>
        <pc:sldMkLst>
          <pc:docMk/>
          <pc:sldMk cId="3510060666" sldId="2465"/>
        </pc:sldMkLst>
      </pc:sldChg>
      <pc:sldChg chg="del">
        <pc:chgData name="Aurelien Domont" userId="6da7715ce44349b3" providerId="LiveId" clId="{8E2F06EB-BABF-4502-A8C6-B9F342B7D723}" dt="2023-11-02T04:40:31.855" v="1267" actId="47"/>
        <pc:sldMkLst>
          <pc:docMk/>
          <pc:sldMk cId="1736439800" sldId="2494"/>
        </pc:sldMkLst>
      </pc:sldChg>
      <pc:sldChg chg="modSp mod">
        <pc:chgData name="Aurelien Domont" userId="6da7715ce44349b3" providerId="LiveId" clId="{8E2F06EB-BABF-4502-A8C6-B9F342B7D723}" dt="2023-11-02T04:27:53.743" v="651" actId="20577"/>
        <pc:sldMkLst>
          <pc:docMk/>
          <pc:sldMk cId="1254545715" sldId="2558"/>
        </pc:sldMkLst>
      </pc:sldChg>
      <pc:sldChg chg="modSp mod">
        <pc:chgData name="Aurelien Domont" userId="6da7715ce44349b3" providerId="LiveId" clId="{8E2F06EB-BABF-4502-A8C6-B9F342B7D723}" dt="2023-11-02T04:26:53.201" v="391" actId="1038"/>
        <pc:sldMkLst>
          <pc:docMk/>
          <pc:sldMk cId="2485613412" sldId="2570"/>
        </pc:sldMkLst>
      </pc:sldChg>
      <pc:sldChg chg="addSp modSp mod">
        <pc:chgData name="Aurelien Domont" userId="6da7715ce44349b3" providerId="LiveId" clId="{8E2F06EB-BABF-4502-A8C6-B9F342B7D723}" dt="2023-11-02T04:17:33.093" v="129" actId="115"/>
        <pc:sldMkLst>
          <pc:docMk/>
          <pc:sldMk cId="4243464569" sldId="2571"/>
        </pc:sldMkLst>
      </pc:sldChg>
      <pc:sldChg chg="addSp delSp modSp add mod">
        <pc:chgData name="Aurelien Domont" userId="6da7715ce44349b3" providerId="LiveId" clId="{8E2F06EB-BABF-4502-A8C6-B9F342B7D723}" dt="2023-11-02T04:18:01.026" v="159"/>
        <pc:sldMkLst>
          <pc:docMk/>
          <pc:sldMk cId="3094821979" sldId="2572"/>
        </pc:sldMkLst>
      </pc:sldChg>
      <pc:sldChg chg="addSp delSp modSp add mod">
        <pc:chgData name="Aurelien Domont" userId="6da7715ce44349b3" providerId="LiveId" clId="{8E2F06EB-BABF-4502-A8C6-B9F342B7D723}" dt="2023-11-02T04:24:40.094" v="375" actId="1037"/>
        <pc:sldMkLst>
          <pc:docMk/>
          <pc:sldMk cId="147547206" sldId="2573"/>
        </pc:sldMkLst>
      </pc:sldChg>
      <pc:sldChg chg="modSp add mod">
        <pc:chgData name="Aurelien Domont" userId="6da7715ce44349b3" providerId="LiveId" clId="{8E2F06EB-BABF-4502-A8C6-B9F342B7D723}" dt="2023-11-02T04:45:51.758" v="1323" actId="20577"/>
        <pc:sldMkLst>
          <pc:docMk/>
          <pc:sldMk cId="585608467" sldId="2574"/>
        </pc:sldMkLst>
      </pc:sldChg>
      <pc:sldChg chg="addSp delSp modSp add mod">
        <pc:chgData name="Aurelien Domont" userId="6da7715ce44349b3" providerId="LiveId" clId="{8E2F06EB-BABF-4502-A8C6-B9F342B7D723}" dt="2023-11-02T04:32:39.737" v="757"/>
        <pc:sldMkLst>
          <pc:docMk/>
          <pc:sldMk cId="1245856470" sldId="2575"/>
        </pc:sldMkLst>
      </pc:sldChg>
      <pc:sldChg chg="addSp delSp modSp add mod">
        <pc:chgData name="Aurelien Domont" userId="6da7715ce44349b3" providerId="LiveId" clId="{8E2F06EB-BABF-4502-A8C6-B9F342B7D723}" dt="2023-11-02T04:33:20.756" v="765"/>
        <pc:sldMkLst>
          <pc:docMk/>
          <pc:sldMk cId="311538208" sldId="2576"/>
        </pc:sldMkLst>
      </pc:sldChg>
      <pc:sldChg chg="addSp delSp modSp new add mod">
        <pc:chgData name="Aurelien Domont" userId="6da7715ce44349b3" providerId="LiveId" clId="{8E2F06EB-BABF-4502-A8C6-B9F342B7D723}" dt="2023-11-02T04:39:55.387" v="1264" actId="1076"/>
        <pc:sldMkLst>
          <pc:docMk/>
          <pc:sldMk cId="3661748107" sldId="2577"/>
        </pc:sldMkLst>
      </pc:sldChg>
      <pc:sldChg chg="modSp add mod">
        <pc:chgData name="Aurelien Domont" userId="6da7715ce44349b3" providerId="LiveId" clId="{8E2F06EB-BABF-4502-A8C6-B9F342B7D723}" dt="2023-11-02T05:09:45.753" v="1451" actId="207"/>
        <pc:sldMkLst>
          <pc:docMk/>
          <pc:sldMk cId="2289592772" sldId="2578"/>
        </pc:sldMkLst>
      </pc:sldChg>
      <pc:sldChg chg="delSp modSp add del mod">
        <pc:chgData name="Aurelien Domont" userId="6da7715ce44349b3" providerId="LiveId" clId="{8E2F06EB-BABF-4502-A8C6-B9F342B7D723}" dt="2023-11-02T04:41:46.631" v="1288" actId="47"/>
        <pc:sldMkLst>
          <pc:docMk/>
          <pc:sldMk cId="1140392928" sldId="2579"/>
        </pc:sldMkLst>
      </pc:sldChg>
      <pc:sldChg chg="addSp delSp modSp add mod">
        <pc:chgData name="Aurelien Domont" userId="6da7715ce44349b3" providerId="LiveId" clId="{8E2F06EB-BABF-4502-A8C6-B9F342B7D723}" dt="2023-11-02T05:08:59.227" v="1450" actId="20577"/>
        <pc:sldMkLst>
          <pc:docMk/>
          <pc:sldMk cId="2798016024" sldId="2579"/>
        </pc:sldMkLst>
      </pc:sldChg>
      <pc:sldChg chg="add del">
        <pc:chgData name="Aurelien Domont" userId="6da7715ce44349b3" providerId="LiveId" clId="{8E2F06EB-BABF-4502-A8C6-B9F342B7D723}" dt="2023-11-02T04:42:13.012" v="1310"/>
        <pc:sldMkLst>
          <pc:docMk/>
          <pc:sldMk cId="2160505467" sldId="2580"/>
        </pc:sldMkLst>
      </pc:sldChg>
      <pc:sldChg chg="modSp add mod">
        <pc:chgData name="Aurelien Domont" userId="6da7715ce44349b3" providerId="LiveId" clId="{8E2F06EB-BABF-4502-A8C6-B9F342B7D723}" dt="2023-11-02T04:50:42.979" v="1380" actId="20577"/>
        <pc:sldMkLst>
          <pc:docMk/>
          <pc:sldMk cId="3888118859" sldId="2580"/>
        </pc:sldMkLst>
      </pc:sldChg>
      <pc:sldChg chg="addSp delSp modSp add mod">
        <pc:chgData name="Aurelien Domont" userId="6da7715ce44349b3" providerId="LiveId" clId="{8E2F06EB-BABF-4502-A8C6-B9F342B7D723}" dt="2023-11-02T05:12:06.206" v="1786" actId="1036"/>
        <pc:sldMkLst>
          <pc:docMk/>
          <pc:sldMk cId="3709114663" sldId="2581"/>
        </pc:sldMkLst>
      </pc:sldChg>
      <pc:sldChg chg="add del">
        <pc:chgData name="Aurelien Domont" userId="6da7715ce44349b3" providerId="LiveId" clId="{8E2F06EB-BABF-4502-A8C6-B9F342B7D723}" dt="2023-11-02T05:14:01.695" v="1816" actId="47"/>
        <pc:sldMkLst>
          <pc:docMk/>
          <pc:sldMk cId="1671886255" sldId="2582"/>
        </pc:sldMkLst>
      </pc:sldChg>
      <pc:sldChg chg="add">
        <pc:chgData name="Aurelien Domont" userId="6da7715ce44349b3" providerId="LiveId" clId="{8E2F06EB-BABF-4502-A8C6-B9F342B7D723}" dt="2023-11-02T05:11:00.688" v="1453"/>
        <pc:sldMkLst>
          <pc:docMk/>
          <pc:sldMk cId="2243542728" sldId="2583"/>
        </pc:sldMkLst>
      </pc:sldChg>
      <pc:sldChg chg="addSp delSp modSp add mod">
        <pc:chgData name="Aurelien Domont" userId="6da7715ce44349b3" providerId="LiveId" clId="{8E2F06EB-BABF-4502-A8C6-B9F342B7D723}" dt="2023-11-02T05:12:36.448" v="1794" actId="207"/>
        <pc:sldMkLst>
          <pc:docMk/>
          <pc:sldMk cId="1659185181" sldId="2584"/>
        </pc:sldMkLst>
      </pc:sldChg>
      <pc:sldChg chg="addSp delSp modSp add mod">
        <pc:chgData name="Aurelien Domont" userId="6da7715ce44349b3" providerId="LiveId" clId="{8E2F06EB-BABF-4502-A8C6-B9F342B7D723}" dt="2023-11-02T05:15:39.991" v="1890" actId="207"/>
        <pc:sldMkLst>
          <pc:docMk/>
          <pc:sldMk cId="779593192" sldId="2585"/>
        </pc:sldMkLst>
      </pc:sldChg>
    </pc:docChg>
  </pc:docChgLst>
  <pc:docChgLst>
    <pc:chgData name="Aurelien Domont" userId="6da7715ce44349b3" providerId="LiveId" clId="{D9D6FDA5-0901-4439-A5C5-DD1C4D798DD2}"/>
    <pc:docChg chg="undo custSel addSld delSld modSld sldOrd modMainMaster modSection replTag">
      <pc:chgData name="Aurelien Domont" userId="6da7715ce44349b3" providerId="LiveId" clId="{D9D6FDA5-0901-4439-A5C5-DD1C4D798DD2}" dt="2024-03-26T04:27:11.534" v="5121" actId="108"/>
      <pc:docMkLst>
        <pc:docMk/>
      </pc:docMkLst>
      <pc:sldChg chg="del">
        <pc:chgData name="Aurelien Domont" userId="6da7715ce44349b3" providerId="LiveId" clId="{D9D6FDA5-0901-4439-A5C5-DD1C4D798DD2}" dt="2024-03-26T02:58:28.986" v="400" actId="47"/>
        <pc:sldMkLst>
          <pc:docMk/>
          <pc:sldMk cId="2321423243" sldId="1578"/>
        </pc:sldMkLst>
      </pc:sldChg>
      <pc:sldChg chg="modSp mod modNotes">
        <pc:chgData name="Aurelien Domont" userId="6da7715ce44349b3" providerId="LiveId" clId="{D9D6FDA5-0901-4439-A5C5-DD1C4D798DD2}" dt="2024-03-26T04:03:53.112" v="4970" actId="790"/>
        <pc:sldMkLst>
          <pc:docMk/>
          <pc:sldMk cId="1754585881" sldId="1598"/>
        </pc:sldMkLst>
      </pc:sldChg>
      <pc:sldChg chg="modSp mod modNotes">
        <pc:chgData name="Aurelien Domont" userId="6da7715ce44349b3" providerId="LiveId" clId="{D9D6FDA5-0901-4439-A5C5-DD1C4D798DD2}" dt="2024-03-26T04:03:53.116" v="4974" actId="790"/>
        <pc:sldMkLst>
          <pc:docMk/>
          <pc:sldMk cId="2853806433" sldId="1600"/>
        </pc:sldMkLst>
      </pc:sldChg>
      <pc:sldChg chg="modSp mod modNotes">
        <pc:chgData name="Aurelien Domont" userId="6da7715ce44349b3" providerId="LiveId" clId="{D9D6FDA5-0901-4439-A5C5-DD1C4D798DD2}" dt="2024-03-26T04:03:53.110" v="4968" actId="790"/>
        <pc:sldMkLst>
          <pc:docMk/>
          <pc:sldMk cId="1252826214" sldId="1711"/>
        </pc:sldMkLst>
      </pc:sldChg>
      <pc:sldChg chg="modSp mod modNotes">
        <pc:chgData name="Aurelien Domont" userId="6da7715ce44349b3" providerId="LiveId" clId="{D9D6FDA5-0901-4439-A5C5-DD1C4D798DD2}" dt="2024-03-26T04:03:53.107" v="4966" actId="790"/>
        <pc:sldMkLst>
          <pc:docMk/>
          <pc:sldMk cId="3938337455" sldId="2034"/>
        </pc:sldMkLst>
      </pc:sldChg>
      <pc:sldChg chg="modSp mod modNotes">
        <pc:chgData name="Aurelien Domont" userId="6da7715ce44349b3" providerId="LiveId" clId="{D9D6FDA5-0901-4439-A5C5-DD1C4D798DD2}" dt="2024-03-26T04:03:53.098" v="4960" actId="790"/>
        <pc:sldMkLst>
          <pc:docMk/>
          <pc:sldMk cId="3272444503" sldId="2162"/>
        </pc:sldMkLst>
      </pc:sldChg>
      <pc:sldChg chg="modSp mod modNotes">
        <pc:chgData name="Aurelien Domont" userId="6da7715ce44349b3" providerId="LiveId" clId="{D9D6FDA5-0901-4439-A5C5-DD1C4D798DD2}" dt="2024-03-26T04:03:53.114" v="4972" actId="790"/>
        <pc:sldMkLst>
          <pc:docMk/>
          <pc:sldMk cId="1534399825" sldId="2240"/>
        </pc:sldMkLst>
      </pc:sldChg>
      <pc:sldChg chg="addSp delSp modSp mod modNotes">
        <pc:chgData name="Aurelien Domont" userId="6da7715ce44349b3" providerId="LiveId" clId="{D9D6FDA5-0901-4439-A5C5-DD1C4D798DD2}" dt="2024-03-26T04:03:53.104" v="4964" actId="790"/>
        <pc:sldMkLst>
          <pc:docMk/>
          <pc:sldMk cId="1209091634" sldId="2338"/>
        </pc:sldMkLst>
      </pc:sldChg>
      <pc:sldChg chg="modSp add mod modClrScheme chgLayout modNotes">
        <pc:chgData name="Aurelien Domont" userId="6da7715ce44349b3" providerId="LiveId" clId="{D9D6FDA5-0901-4439-A5C5-DD1C4D798DD2}" dt="2024-03-26T04:03:58.185" v="5012" actId="2"/>
        <pc:sldMkLst>
          <pc:docMk/>
          <pc:sldMk cId="3988936821" sldId="2403"/>
        </pc:sldMkLst>
      </pc:sldChg>
      <pc:sldChg chg="modSp add mod modClrScheme chgLayout modNotes">
        <pc:chgData name="Aurelien Domont" userId="6da7715ce44349b3" providerId="LiveId" clId="{D9D6FDA5-0901-4439-A5C5-DD1C4D798DD2}" dt="2024-03-26T04:03:54.062" v="5005"/>
        <pc:sldMkLst>
          <pc:docMk/>
          <pc:sldMk cId="67415954" sldId="2489"/>
        </pc:sldMkLst>
      </pc:sldChg>
      <pc:sldChg chg="addSp delSp modSp mod ord modNotes">
        <pc:chgData name="Aurelien Domont" userId="6da7715ce44349b3" providerId="LiveId" clId="{D9D6FDA5-0901-4439-A5C5-DD1C4D798DD2}" dt="2024-03-26T04:03:54.040" v="5001"/>
        <pc:sldMkLst>
          <pc:docMk/>
          <pc:sldMk cId="862292938" sldId="2560"/>
        </pc:sldMkLst>
      </pc:sldChg>
      <pc:sldChg chg="modSp add mod modClrScheme chgLayout modNotes">
        <pc:chgData name="Aurelien Domont" userId="6da7715ce44349b3" providerId="LiveId" clId="{D9D6FDA5-0901-4439-A5C5-DD1C4D798DD2}" dt="2024-03-26T04:03:54.087" v="5009"/>
        <pc:sldMkLst>
          <pc:docMk/>
          <pc:sldMk cId="3558950444" sldId="2893"/>
        </pc:sldMkLst>
      </pc:sldChg>
      <pc:sldChg chg="modSp add mod modClrScheme chgLayout modNotes">
        <pc:chgData name="Aurelien Domont" userId="6da7715ce44349b3" providerId="LiveId" clId="{D9D6FDA5-0901-4439-A5C5-DD1C4D798DD2}" dt="2024-03-26T04:03:54.040" v="5003"/>
        <pc:sldMkLst>
          <pc:docMk/>
          <pc:sldMk cId="2970377299" sldId="2894"/>
        </pc:sldMkLst>
      </pc:sldChg>
      <pc:sldChg chg="add del">
        <pc:chgData name="Aurelien Domont" userId="6da7715ce44349b3" providerId="LiveId" clId="{D9D6FDA5-0901-4439-A5C5-DD1C4D798DD2}" dt="2024-03-26T03:10:03.459" v="591"/>
        <pc:sldMkLst>
          <pc:docMk/>
          <pc:sldMk cId="412648214" sldId="2977"/>
        </pc:sldMkLst>
      </pc:sldChg>
      <pc:sldChg chg="delSp modSp add mod modNotes">
        <pc:chgData name="Aurelien Domont" userId="6da7715ce44349b3" providerId="LiveId" clId="{D9D6FDA5-0901-4439-A5C5-DD1C4D798DD2}" dt="2024-03-26T04:03:54.103" v="5011"/>
        <pc:sldMkLst>
          <pc:docMk/>
          <pc:sldMk cId="105918927" sldId="3254"/>
        </pc:sldMkLst>
      </pc:sldChg>
      <pc:sldChg chg="modSp mod">
        <pc:chgData name="Aurelien Domont" userId="6da7715ce44349b3" providerId="LiveId" clId="{D9D6FDA5-0901-4439-A5C5-DD1C4D798DD2}" dt="2024-03-26T04:03:51.384" v="3128" actId="790"/>
        <pc:sldMkLst>
          <pc:docMk/>
          <pc:sldMk cId="1926619926" sldId="3282"/>
        </pc:sldMkLst>
      </pc:sldChg>
      <pc:sldChg chg="modSp mod ord modNotes">
        <pc:chgData name="Aurelien Domont" userId="6da7715ce44349b3" providerId="LiveId" clId="{D9D6FDA5-0901-4439-A5C5-DD1C4D798DD2}" dt="2024-03-26T04:03:53.084" v="4948" actId="790"/>
        <pc:sldMkLst>
          <pc:docMk/>
          <pc:sldMk cId="2246164536" sldId="3289"/>
        </pc:sldMkLst>
      </pc:sldChg>
      <pc:sldChg chg="addSp delSp modSp mod modNotes">
        <pc:chgData name="Aurelien Domont" userId="6da7715ce44349b3" providerId="LiveId" clId="{D9D6FDA5-0901-4439-A5C5-DD1C4D798DD2}" dt="2024-03-26T04:03:53.082" v="4946" actId="790"/>
        <pc:sldMkLst>
          <pc:docMk/>
          <pc:sldMk cId="3694985765" sldId="3381"/>
        </pc:sldMkLst>
      </pc:sldChg>
      <pc:sldChg chg="del">
        <pc:chgData name="Aurelien Domont" userId="6da7715ce44349b3" providerId="LiveId" clId="{D9D6FDA5-0901-4439-A5C5-DD1C4D798DD2}" dt="2024-03-26T04:02:17.958" v="2817" actId="47"/>
        <pc:sldMkLst>
          <pc:docMk/>
          <pc:sldMk cId="452916749" sldId="3386"/>
        </pc:sldMkLst>
      </pc:sldChg>
      <pc:sldChg chg="del">
        <pc:chgData name="Aurelien Domont" userId="6da7715ce44349b3" providerId="LiveId" clId="{D9D6FDA5-0901-4439-A5C5-DD1C4D798DD2}" dt="2024-03-26T04:02:17.958" v="2817" actId="47"/>
        <pc:sldMkLst>
          <pc:docMk/>
          <pc:sldMk cId="1716267975" sldId="3390"/>
        </pc:sldMkLst>
      </pc:sldChg>
      <pc:sldChg chg="del">
        <pc:chgData name="Aurelien Domont" userId="6da7715ce44349b3" providerId="LiveId" clId="{D9D6FDA5-0901-4439-A5C5-DD1C4D798DD2}" dt="2024-03-26T04:02:17.958" v="2817" actId="47"/>
        <pc:sldMkLst>
          <pc:docMk/>
          <pc:sldMk cId="2312222718" sldId="3391"/>
        </pc:sldMkLst>
      </pc:sldChg>
      <pc:sldChg chg="del">
        <pc:chgData name="Aurelien Domont" userId="6da7715ce44349b3" providerId="LiveId" clId="{D9D6FDA5-0901-4439-A5C5-DD1C4D798DD2}" dt="2024-03-26T04:02:17.958" v="2817" actId="47"/>
        <pc:sldMkLst>
          <pc:docMk/>
          <pc:sldMk cId="1620443066" sldId="3392"/>
        </pc:sldMkLst>
      </pc:sldChg>
      <pc:sldChg chg="del">
        <pc:chgData name="Aurelien Domont" userId="6da7715ce44349b3" providerId="LiveId" clId="{D9D6FDA5-0901-4439-A5C5-DD1C4D798DD2}" dt="2024-03-26T04:02:17.958" v="2817" actId="47"/>
        <pc:sldMkLst>
          <pc:docMk/>
          <pc:sldMk cId="2193127411" sldId="3393"/>
        </pc:sldMkLst>
      </pc:sldChg>
      <pc:sldChg chg="del">
        <pc:chgData name="Aurelien Domont" userId="6da7715ce44349b3" providerId="LiveId" clId="{D9D6FDA5-0901-4439-A5C5-DD1C4D798DD2}" dt="2024-03-26T04:02:17.958" v="2817" actId="47"/>
        <pc:sldMkLst>
          <pc:docMk/>
          <pc:sldMk cId="4294143004" sldId="3394"/>
        </pc:sldMkLst>
      </pc:sldChg>
      <pc:sldChg chg="addSp delSp new del mod ord">
        <pc:chgData name="Aurelien Domont" userId="6da7715ce44349b3" providerId="LiveId" clId="{D9D6FDA5-0901-4439-A5C5-DD1C4D798DD2}" dt="2024-03-26T04:02:17.958" v="2817" actId="47"/>
        <pc:sldMkLst>
          <pc:docMk/>
          <pc:sldMk cId="526114170" sldId="3395"/>
        </pc:sldMkLst>
      </pc:sldChg>
      <pc:sldChg chg="addSp delSp modSp add mod">
        <pc:chgData name="Aurelien Domont" userId="6da7715ce44349b3" providerId="LiveId" clId="{D9D6FDA5-0901-4439-A5C5-DD1C4D798DD2}" dt="2024-03-26T04:03:51.211" v="3014" actId="790"/>
        <pc:sldMkLst>
          <pc:docMk/>
          <pc:sldMk cId="1454091485" sldId="3396"/>
        </pc:sldMkLst>
      </pc:sldChg>
      <pc:sldChg chg="addSp delSp modSp add mod">
        <pc:chgData name="Aurelien Domont" userId="6da7715ce44349b3" providerId="LiveId" clId="{D9D6FDA5-0901-4439-A5C5-DD1C4D798DD2}" dt="2024-03-26T04:03:51.227" v="3027" actId="790"/>
        <pc:sldMkLst>
          <pc:docMk/>
          <pc:sldMk cId="4141428492" sldId="3397"/>
        </pc:sldMkLst>
      </pc:sldChg>
      <pc:sldChg chg="addSp delSp modSp add mod">
        <pc:chgData name="Aurelien Domont" userId="6da7715ce44349b3" providerId="LiveId" clId="{D9D6FDA5-0901-4439-A5C5-DD1C4D798DD2}" dt="2024-03-26T04:27:11.534" v="5121" actId="108"/>
        <pc:sldMkLst>
          <pc:docMk/>
          <pc:sldMk cId="3139062394" sldId="3398"/>
        </pc:sldMkLst>
      </pc:sldChg>
      <pc:sldChg chg="addSp delSp modSp add mod">
        <pc:chgData name="Aurelien Domont" userId="6da7715ce44349b3" providerId="LiveId" clId="{D9D6FDA5-0901-4439-A5C5-DD1C4D798DD2}" dt="2024-03-26T04:03:51.258" v="3053" actId="790"/>
        <pc:sldMkLst>
          <pc:docMk/>
          <pc:sldMk cId="857221292" sldId="3399"/>
        </pc:sldMkLst>
      </pc:sldChg>
      <pc:sldMasterChg chg="modSp mod delSldLayout modSldLayout">
        <pc:chgData name="Aurelien Domont" userId="6da7715ce44349b3" providerId="LiveId" clId="{D9D6FDA5-0901-4439-A5C5-DD1C4D798DD2}" dt="2024-03-26T04:04:33.217" v="5013" actId="2696"/>
        <pc:sldMasterMkLst>
          <pc:docMk/>
          <pc:sldMasterMk cId="3482721130" sldId="2147483828"/>
        </pc:sldMasterMkLst>
        <pc:sldLayoutChg chg="modSp mod">
          <pc:chgData name="Aurelien Domont" userId="6da7715ce44349b3" providerId="LiveId" clId="{D9D6FDA5-0901-4439-A5C5-DD1C4D798DD2}" dt="2024-03-26T04:03:53.067" v="4939" actId="139"/>
          <pc:sldLayoutMkLst>
            <pc:docMk/>
            <pc:sldMasterMk cId="3482721130" sldId="2147483828"/>
            <pc:sldLayoutMk cId="250590409" sldId="2147483831"/>
          </pc:sldLayoutMkLst>
        </pc:sldLayoutChg>
        <pc:sldLayoutChg chg="modSp mod">
          <pc:chgData name="Aurelien Domont" userId="6da7715ce44349b3" providerId="LiveId" clId="{D9D6FDA5-0901-4439-A5C5-DD1C4D798DD2}" dt="2024-03-26T04:03:53.068" v="4940" actId="790"/>
          <pc:sldLayoutMkLst>
            <pc:docMk/>
            <pc:sldMasterMk cId="3482721130" sldId="2147483828"/>
            <pc:sldLayoutMk cId="1759204997" sldId="2147483835"/>
          </pc:sldLayoutMkLst>
        </pc:sldLayoutChg>
        <pc:sldLayoutChg chg="modSp del mod">
          <pc:chgData name="Aurelien Domont" userId="6da7715ce44349b3" providerId="LiveId" clId="{D9D6FDA5-0901-4439-A5C5-DD1C4D798DD2}" dt="2024-03-26T04:04:33.217" v="5013" actId="2696"/>
          <pc:sldLayoutMkLst>
            <pc:docMk/>
            <pc:sldMasterMk cId="3482721130" sldId="2147483828"/>
            <pc:sldLayoutMk cId="3998892618" sldId="2147483836"/>
          </pc:sldLayoutMkLst>
        </pc:sldLayoutChg>
      </pc:sldMasterChg>
    </pc:docChg>
  </pc:docChgLst>
  <pc:docChgLst>
    <pc:chgData name="Aurelien Domont" userId="6da7715ce44349b3" providerId="LiveId" clId="{B52C3AF2-5076-4BF5-AF33-C7553B05AF76}"/>
    <pc:docChg chg="undo custSel addSld delSld modSld sldOrd modMainMaster modSection replTag">
      <pc:chgData name="Aurelien Domont" userId="6da7715ce44349b3" providerId="LiveId" clId="{B52C3AF2-5076-4BF5-AF33-C7553B05AF76}" dt="2024-03-11T23:15:40.673" v="14932" actId="47"/>
      <pc:docMkLst>
        <pc:docMk/>
      </pc:docMkLst>
      <pc:sldChg chg="modSp mod modNotes">
        <pc:chgData name="Aurelien Domont" userId="6da7715ce44349b3" providerId="LiveId" clId="{B52C3AF2-5076-4BF5-AF33-C7553B05AF76}" dt="2024-03-11T23:09:49.979" v="14923" actId="790"/>
        <pc:sldMkLst>
          <pc:docMk/>
          <pc:sldMk cId="1754585881" sldId="1598"/>
        </pc:sldMkLst>
      </pc:sldChg>
      <pc:sldChg chg="modSp mod modNotes">
        <pc:chgData name="Aurelien Domont" userId="6da7715ce44349b3" providerId="LiveId" clId="{B52C3AF2-5076-4BF5-AF33-C7553B05AF76}" dt="2024-03-11T23:09:49.983" v="14927" actId="790"/>
        <pc:sldMkLst>
          <pc:docMk/>
          <pc:sldMk cId="2853806433" sldId="1600"/>
        </pc:sldMkLst>
      </pc:sldChg>
      <pc:sldChg chg="modSp mod modNotes">
        <pc:chgData name="Aurelien Domont" userId="6da7715ce44349b3" providerId="LiveId" clId="{B52C3AF2-5076-4BF5-AF33-C7553B05AF76}" dt="2024-03-11T23:09:49.977" v="14921" actId="790"/>
        <pc:sldMkLst>
          <pc:docMk/>
          <pc:sldMk cId="1252826214" sldId="1711"/>
        </pc:sldMkLst>
      </pc:sldChg>
      <pc:sldChg chg="modSp mod modNotes">
        <pc:chgData name="Aurelien Domont" userId="6da7715ce44349b3" providerId="LiveId" clId="{B52C3AF2-5076-4BF5-AF33-C7553B05AF76}" dt="2024-03-11T23:09:49.974" v="14919" actId="790"/>
        <pc:sldMkLst>
          <pc:docMk/>
          <pc:sldMk cId="3938337455" sldId="2034"/>
        </pc:sldMkLst>
      </pc:sldChg>
      <pc:sldChg chg="addSp delSp modSp mod ord modNotes">
        <pc:chgData name="Aurelien Domont" userId="6da7715ce44349b3" providerId="LiveId" clId="{B52C3AF2-5076-4BF5-AF33-C7553B05AF76}" dt="2024-03-11T23:09:49.919" v="14915" actId="790"/>
        <pc:sldMkLst>
          <pc:docMk/>
          <pc:sldMk cId="3272444503" sldId="2162"/>
        </pc:sldMkLst>
      </pc:sldChg>
      <pc:sldChg chg="modSp mod modNotes">
        <pc:chgData name="Aurelien Domont" userId="6da7715ce44349b3" providerId="LiveId" clId="{B52C3AF2-5076-4BF5-AF33-C7553B05AF76}" dt="2024-03-11T23:09:49.981" v="14925" actId="790"/>
        <pc:sldMkLst>
          <pc:docMk/>
          <pc:sldMk cId="1534399825" sldId="2240"/>
        </pc:sldMkLst>
      </pc:sldChg>
      <pc:sldChg chg="addSp delSp modSp mod modNotes">
        <pc:chgData name="Aurelien Domont" userId="6da7715ce44349b3" providerId="LiveId" clId="{B52C3AF2-5076-4BF5-AF33-C7553B05AF76}" dt="2024-03-11T23:09:49.972" v="14917" actId="790"/>
        <pc:sldMkLst>
          <pc:docMk/>
          <pc:sldMk cId="1209091634" sldId="2338"/>
        </pc:sldMkLst>
      </pc:sldChg>
      <pc:sldChg chg="add del">
        <pc:chgData name="Aurelien Domont" userId="6da7715ce44349b3" providerId="LiveId" clId="{B52C3AF2-5076-4BF5-AF33-C7553B05AF76}" dt="2024-03-11T23:00:05.139" v="12383"/>
        <pc:sldMkLst>
          <pc:docMk/>
          <pc:sldMk cId="1365513723" sldId="2490"/>
        </pc:sldMkLst>
      </pc:sldChg>
      <pc:sldChg chg="modSp mod ord modNotes">
        <pc:chgData name="Aurelien Domont" userId="6da7715ce44349b3" providerId="LiveId" clId="{B52C3AF2-5076-4BF5-AF33-C7553B05AF76}" dt="2024-03-11T23:09:49.916" v="14913" actId="790"/>
        <pc:sldMkLst>
          <pc:docMk/>
          <pc:sldMk cId="862292938" sldId="2560"/>
        </pc:sldMkLst>
      </pc:sldChg>
      <pc:sldChg chg="modSp mod">
        <pc:chgData name="Aurelien Domont" userId="6da7715ce44349b3" providerId="LiveId" clId="{B52C3AF2-5076-4BF5-AF33-C7553B05AF76}" dt="2024-03-11T23:09:48.470" v="13095" actId="790"/>
        <pc:sldMkLst>
          <pc:docMk/>
          <pc:sldMk cId="1926619926" sldId="3282"/>
        </pc:sldMkLst>
      </pc:sldChg>
      <pc:sldChg chg="modSp mod modNotes">
        <pc:chgData name="Aurelien Domont" userId="6da7715ce44349b3" providerId="LiveId" clId="{B52C3AF2-5076-4BF5-AF33-C7553B05AF76}" dt="2024-03-11T23:09:49.913" v="14911" actId="790"/>
        <pc:sldMkLst>
          <pc:docMk/>
          <pc:sldMk cId="2246164536" sldId="3289"/>
        </pc:sldMkLst>
      </pc:sldChg>
      <pc:sldChg chg="addSp delSp modSp del mod">
        <pc:chgData name="Aurelien Domont" userId="6da7715ce44349b3" providerId="LiveId" clId="{B52C3AF2-5076-4BF5-AF33-C7553B05AF76}" dt="2024-03-11T06:09:34.337" v="10312" actId="47"/>
        <pc:sldMkLst>
          <pc:docMk/>
          <pc:sldMk cId="2392440094" sldId="3301"/>
        </pc:sldMkLst>
      </pc:sldChg>
      <pc:sldChg chg="del">
        <pc:chgData name="Aurelien Domont" userId="6da7715ce44349b3" providerId="LiveId" clId="{B52C3AF2-5076-4BF5-AF33-C7553B05AF76}" dt="2024-03-11T06:00:20.219" v="10192" actId="47"/>
        <pc:sldMkLst>
          <pc:docMk/>
          <pc:sldMk cId="1393908417" sldId="3302"/>
        </pc:sldMkLst>
      </pc:sldChg>
      <pc:sldChg chg="addSp delSp modSp mod ord">
        <pc:chgData name="Aurelien Domont" userId="6da7715ce44349b3" providerId="LiveId" clId="{B52C3AF2-5076-4BF5-AF33-C7553B05AF76}" dt="2024-03-11T23:09:48.204" v="12882" actId="790"/>
        <pc:sldMkLst>
          <pc:docMk/>
          <pc:sldMk cId="348420775" sldId="3303"/>
        </pc:sldMkLst>
      </pc:sldChg>
      <pc:sldChg chg="addSp delSp modSp mod modNotes">
        <pc:chgData name="Aurelien Domont" userId="6da7715ce44349b3" providerId="LiveId" clId="{B52C3AF2-5076-4BF5-AF33-C7553B05AF76}" dt="2024-03-11T23:09:49.910" v="14909" actId="790"/>
        <pc:sldMkLst>
          <pc:docMk/>
          <pc:sldMk cId="3071151777" sldId="3309"/>
        </pc:sldMkLst>
      </pc:sldChg>
      <pc:sldChg chg="del">
        <pc:chgData name="Aurelien Domont" userId="6da7715ce44349b3" providerId="LiveId" clId="{B52C3AF2-5076-4BF5-AF33-C7553B05AF76}" dt="2024-03-11T06:00:20.219" v="10192" actId="47"/>
        <pc:sldMkLst>
          <pc:docMk/>
          <pc:sldMk cId="2098415580" sldId="3312"/>
        </pc:sldMkLst>
      </pc:sldChg>
      <pc:sldChg chg="del">
        <pc:chgData name="Aurelien Domont" userId="6da7715ce44349b3" providerId="LiveId" clId="{B52C3AF2-5076-4BF5-AF33-C7553B05AF76}" dt="2024-03-11T06:09:30.614" v="10311" actId="47"/>
        <pc:sldMkLst>
          <pc:docMk/>
          <pc:sldMk cId="696290259" sldId="3313"/>
        </pc:sldMkLst>
      </pc:sldChg>
      <pc:sldChg chg="del">
        <pc:chgData name="Aurelien Domont" userId="6da7715ce44349b3" providerId="LiveId" clId="{B52C3AF2-5076-4BF5-AF33-C7553B05AF76}" dt="2024-03-11T23:01:47.972" v="12550" actId="47"/>
        <pc:sldMkLst>
          <pc:docMk/>
          <pc:sldMk cId="804346767" sldId="3314"/>
        </pc:sldMkLst>
      </pc:sldChg>
      <pc:sldChg chg="del">
        <pc:chgData name="Aurelien Domont" userId="6da7715ce44349b3" providerId="LiveId" clId="{B52C3AF2-5076-4BF5-AF33-C7553B05AF76}" dt="2024-03-11T23:01:51.742" v="12551" actId="47"/>
        <pc:sldMkLst>
          <pc:docMk/>
          <pc:sldMk cId="1371543036" sldId="3315"/>
        </pc:sldMkLst>
      </pc:sldChg>
      <pc:sldChg chg="del">
        <pc:chgData name="Aurelien Domont" userId="6da7715ce44349b3" providerId="LiveId" clId="{B52C3AF2-5076-4BF5-AF33-C7553B05AF76}" dt="2024-03-11T23:01:54.144" v="12552" actId="47"/>
        <pc:sldMkLst>
          <pc:docMk/>
          <pc:sldMk cId="441079416" sldId="3316"/>
        </pc:sldMkLst>
      </pc:sldChg>
      <pc:sldChg chg="del">
        <pc:chgData name="Aurelien Domont" userId="6da7715ce44349b3" providerId="LiveId" clId="{B52C3AF2-5076-4BF5-AF33-C7553B05AF76}" dt="2024-03-11T23:01:57.654" v="12553" actId="47"/>
        <pc:sldMkLst>
          <pc:docMk/>
          <pc:sldMk cId="2570003898" sldId="3317"/>
        </pc:sldMkLst>
      </pc:sldChg>
      <pc:sldChg chg="del">
        <pc:chgData name="Aurelien Domont" userId="6da7715ce44349b3" providerId="LiveId" clId="{B52C3AF2-5076-4BF5-AF33-C7553B05AF76}" dt="2024-03-11T23:01:59.905" v="12554" actId="47"/>
        <pc:sldMkLst>
          <pc:docMk/>
          <pc:sldMk cId="1743261416" sldId="3318"/>
        </pc:sldMkLst>
      </pc:sldChg>
      <pc:sldChg chg="del">
        <pc:chgData name="Aurelien Domont" userId="6da7715ce44349b3" providerId="LiveId" clId="{B52C3AF2-5076-4BF5-AF33-C7553B05AF76}" dt="2024-03-11T23:02:03.194" v="12555" actId="47"/>
        <pc:sldMkLst>
          <pc:docMk/>
          <pc:sldMk cId="1410449565" sldId="3319"/>
        </pc:sldMkLst>
      </pc:sldChg>
      <pc:sldChg chg="new del ord">
        <pc:chgData name="Aurelien Domont" userId="6da7715ce44349b3" providerId="LiveId" clId="{B52C3AF2-5076-4BF5-AF33-C7553B05AF76}" dt="2024-03-11T23:02:13.328" v="12556" actId="47"/>
        <pc:sldMkLst>
          <pc:docMk/>
          <pc:sldMk cId="3438512007" sldId="3320"/>
        </pc:sldMkLst>
      </pc:sldChg>
      <pc:sldChg chg="addSp delSp modSp add mod">
        <pc:chgData name="Aurelien Domont" userId="6da7715ce44349b3" providerId="LiveId" clId="{B52C3AF2-5076-4BF5-AF33-C7553B05AF76}" dt="2024-03-11T23:09:47.912" v="12700" actId="139"/>
        <pc:sldMkLst>
          <pc:docMk/>
          <pc:sldMk cId="601276562" sldId="3321"/>
        </pc:sldMkLst>
      </pc:sldChg>
      <pc:sldChg chg="addSp delSp modSp add mod">
        <pc:chgData name="Aurelien Domont" userId="6da7715ce44349b3" providerId="LiveId" clId="{B52C3AF2-5076-4BF5-AF33-C7553B05AF76}" dt="2024-03-11T23:09:47.954" v="12731" actId="139"/>
        <pc:sldMkLst>
          <pc:docMk/>
          <pc:sldMk cId="361454376" sldId="3322"/>
        </pc:sldMkLst>
      </pc:sldChg>
      <pc:sldChg chg="add del">
        <pc:chgData name="Aurelien Domont" userId="6da7715ce44349b3" providerId="LiveId" clId="{B52C3AF2-5076-4BF5-AF33-C7553B05AF76}" dt="2024-03-11T05:33:40.842" v="1911" actId="47"/>
        <pc:sldMkLst>
          <pc:docMk/>
          <pc:sldMk cId="2617163469" sldId="3322"/>
        </pc:sldMkLst>
      </pc:sldChg>
      <pc:sldChg chg="add del">
        <pc:chgData name="Aurelien Domont" userId="6da7715ce44349b3" providerId="LiveId" clId="{B52C3AF2-5076-4BF5-AF33-C7553B05AF76}" dt="2024-03-11T05:57:29.878" v="9914" actId="47"/>
        <pc:sldMkLst>
          <pc:docMk/>
          <pc:sldMk cId="2287180567" sldId="3323"/>
        </pc:sldMkLst>
      </pc:sldChg>
      <pc:sldChg chg="add del">
        <pc:chgData name="Aurelien Domont" userId="6da7715ce44349b3" providerId="LiveId" clId="{B52C3AF2-5076-4BF5-AF33-C7553B05AF76}" dt="2024-03-11T05:41:01.497" v="3218"/>
        <pc:sldMkLst>
          <pc:docMk/>
          <pc:sldMk cId="2367118339" sldId="3323"/>
        </pc:sldMkLst>
      </pc:sldChg>
      <pc:sldChg chg="add del">
        <pc:chgData name="Aurelien Domont" userId="6da7715ce44349b3" providerId="LiveId" clId="{B52C3AF2-5076-4BF5-AF33-C7553B05AF76}" dt="2024-03-11T05:58:06.263" v="9921" actId="47"/>
        <pc:sldMkLst>
          <pc:docMk/>
          <pc:sldMk cId="3486130709" sldId="3323"/>
        </pc:sldMkLst>
      </pc:sldChg>
      <pc:sldChg chg="delSp modSp add mod">
        <pc:chgData name="Aurelien Domont" userId="6da7715ce44349b3" providerId="LiveId" clId="{B52C3AF2-5076-4BF5-AF33-C7553B05AF76}" dt="2024-03-11T23:09:48.174" v="12859" actId="790"/>
        <pc:sldMkLst>
          <pc:docMk/>
          <pc:sldMk cId="2387808226" sldId="3366"/>
        </pc:sldMkLst>
      </pc:sldChg>
      <pc:sldChg chg="add del">
        <pc:chgData name="Aurelien Domont" userId="6da7715ce44349b3" providerId="LiveId" clId="{B52C3AF2-5076-4BF5-AF33-C7553B05AF76}" dt="2024-03-11T23:01:43.682" v="12549" actId="47"/>
        <pc:sldMkLst>
          <pc:docMk/>
          <pc:sldMk cId="3382774822" sldId="3367"/>
        </pc:sldMkLst>
      </pc:sldChg>
      <pc:sldChg chg="addSp delSp modSp add mod">
        <pc:chgData name="Aurelien Domont" userId="6da7715ce44349b3" providerId="LiveId" clId="{B52C3AF2-5076-4BF5-AF33-C7553B05AF76}" dt="2024-03-11T23:09:48.229" v="12905" actId="790"/>
        <pc:sldMkLst>
          <pc:docMk/>
          <pc:sldMk cId="1598780141" sldId="3368"/>
        </pc:sldMkLst>
      </pc:sldChg>
      <pc:sldChg chg="addSp delSp modSp add del mod">
        <pc:chgData name="Aurelien Domont" userId="6da7715ce44349b3" providerId="LiveId" clId="{B52C3AF2-5076-4BF5-AF33-C7553B05AF76}" dt="2024-03-11T23:05:38.601" v="12557" actId="47"/>
        <pc:sldMkLst>
          <pc:docMk/>
          <pc:sldMk cId="1970736011" sldId="3369"/>
        </pc:sldMkLst>
      </pc:sldChg>
      <pc:sldChg chg="addSp delSp modSp add mod">
        <pc:chgData name="Aurelien Domont" userId="6da7715ce44349b3" providerId="LiveId" clId="{B52C3AF2-5076-4BF5-AF33-C7553B05AF76}" dt="2024-03-11T23:09:48.274" v="12951" actId="790"/>
        <pc:sldMkLst>
          <pc:docMk/>
          <pc:sldMk cId="3823632917" sldId="3370"/>
        </pc:sldMkLst>
      </pc:sldChg>
      <pc:sldChg chg="addSp delSp modSp add mod">
        <pc:chgData name="Aurelien Domont" userId="6da7715ce44349b3" providerId="LiveId" clId="{B52C3AF2-5076-4BF5-AF33-C7553B05AF76}" dt="2024-03-11T23:09:48.296" v="12974" actId="790"/>
        <pc:sldMkLst>
          <pc:docMk/>
          <pc:sldMk cId="3016347705" sldId="3371"/>
        </pc:sldMkLst>
      </pc:sldChg>
      <pc:sldChg chg="addSp delSp modSp add mod">
        <pc:chgData name="Aurelien Domont" userId="6da7715ce44349b3" providerId="LiveId" clId="{B52C3AF2-5076-4BF5-AF33-C7553B05AF76}" dt="2024-03-11T23:09:48.319" v="12997" actId="790"/>
        <pc:sldMkLst>
          <pc:docMk/>
          <pc:sldMk cId="4075100597" sldId="3372"/>
        </pc:sldMkLst>
      </pc:sldChg>
      <pc:sldChg chg="addSp delSp modSp add mod">
        <pc:chgData name="Aurelien Domont" userId="6da7715ce44349b3" providerId="LiveId" clId="{B52C3AF2-5076-4BF5-AF33-C7553B05AF76}" dt="2024-03-11T23:09:48.351" v="13020" actId="790"/>
        <pc:sldMkLst>
          <pc:docMk/>
          <pc:sldMk cId="773617390" sldId="3373"/>
        </pc:sldMkLst>
      </pc:sldChg>
      <pc:sldChg chg="addSp delSp modSp add mod">
        <pc:chgData name="Aurelien Domont" userId="6da7715ce44349b3" providerId="LiveId" clId="{B52C3AF2-5076-4BF5-AF33-C7553B05AF76}" dt="2024-03-11T23:09:48.251" v="12928" actId="790"/>
        <pc:sldMkLst>
          <pc:docMk/>
          <pc:sldMk cId="2985957761" sldId="3374"/>
        </pc:sldMkLst>
      </pc:sldChg>
      <pc:sldChg chg="addSp modSp add del mod">
        <pc:chgData name="Aurelien Domont" userId="6da7715ce44349b3" providerId="LiveId" clId="{B52C3AF2-5076-4BF5-AF33-C7553B05AF76}" dt="2024-03-11T23:15:40.673" v="14932" actId="47"/>
        <pc:sldMkLst>
          <pc:docMk/>
          <pc:sldMk cId="1744129791" sldId="3375"/>
        </pc:sldMkLst>
      </pc:sldChg>
      <pc:sldChg chg="add del">
        <pc:chgData name="Aurelien Domont" userId="6da7715ce44349b3" providerId="LiveId" clId="{B52C3AF2-5076-4BF5-AF33-C7553B05AF76}" dt="2024-03-11T06:26:57.261" v="10834"/>
        <pc:sldMkLst>
          <pc:docMk/>
          <pc:sldMk cId="668364606" sldId="3665"/>
        </pc:sldMkLst>
      </pc:sldChg>
      <pc:sldChg chg="add del">
        <pc:chgData name="Aurelien Domont" userId="6da7715ce44349b3" providerId="LiveId" clId="{B52C3AF2-5076-4BF5-AF33-C7553B05AF76}" dt="2024-03-11T22:55:16.704" v="12260"/>
        <pc:sldMkLst>
          <pc:docMk/>
          <pc:sldMk cId="2710600272" sldId="3926"/>
        </pc:sldMkLst>
      </pc:sldChg>
      <pc:sldMasterChg chg="modSp mod modSldLayout">
        <pc:chgData name="Aurelien Domont" userId="6da7715ce44349b3" providerId="LiveId" clId="{B52C3AF2-5076-4BF5-AF33-C7553B05AF76}" dt="2024-03-11T23:09:49.907" v="14907" actId="790"/>
        <pc:sldMasterMkLst>
          <pc:docMk/>
          <pc:sldMasterMk cId="3482721130" sldId="2147483828"/>
        </pc:sldMasterMkLst>
        <pc:sldLayoutChg chg="modSp mod">
          <pc:chgData name="Aurelien Domont" userId="6da7715ce44349b3" providerId="LiveId" clId="{B52C3AF2-5076-4BF5-AF33-C7553B05AF76}" dt="2024-03-11T23:09:49.906" v="14906" actId="139"/>
          <pc:sldLayoutMkLst>
            <pc:docMk/>
            <pc:sldMasterMk cId="3482721130" sldId="2147483828"/>
            <pc:sldLayoutMk cId="250590409" sldId="2147483831"/>
          </pc:sldLayoutMkLst>
        </pc:sldLayoutChg>
        <pc:sldLayoutChg chg="modSp mod">
          <pc:chgData name="Aurelien Domont" userId="6da7715ce44349b3" providerId="LiveId" clId="{B52C3AF2-5076-4BF5-AF33-C7553B05AF76}" dt="2024-03-11T23:09:49.907" v="14907" actId="790"/>
          <pc:sldLayoutMkLst>
            <pc:docMk/>
            <pc:sldMasterMk cId="3482721130" sldId="2147483828"/>
            <pc:sldLayoutMk cId="1759204997" sldId="2147483835"/>
          </pc:sldLayoutMkLst>
        </pc:sldLayoutChg>
      </pc:sldMasterChg>
    </pc:docChg>
  </pc:docChgLst>
  <pc:docChgLst>
    <pc:chgData name="Aurelien Domont" userId="6da7715ce44349b3" providerId="LiveId" clId="{C3B994DB-AF37-400D-AF7F-B1D12BA6F4D5}"/>
    <pc:docChg chg="addSld delSld modSld">
      <pc:chgData name="Aurelien Domont" userId="6da7715ce44349b3" providerId="LiveId" clId="{C3B994DB-AF37-400D-AF7F-B1D12BA6F4D5}" dt="2023-11-22T03:45:32.729" v="30" actId="47"/>
      <pc:docMkLst>
        <pc:docMk/>
      </pc:docMkLst>
      <pc:sldChg chg="add del">
        <pc:chgData name="Aurelien Domont" userId="6da7715ce44349b3" providerId="LiveId" clId="{C3B994DB-AF37-400D-AF7F-B1D12BA6F4D5}" dt="2023-11-22T03:45:32.729" v="30" actId="47"/>
        <pc:sldMkLst>
          <pc:docMk/>
          <pc:sldMk cId="3761177222" sldId="2582"/>
        </pc:sldMkLst>
      </pc:sldChg>
      <pc:sldChg chg="modSp mod">
        <pc:chgData name="Aurelien Domont" userId="6da7715ce44349b3" providerId="LiveId" clId="{C3B994DB-AF37-400D-AF7F-B1D12BA6F4D5}" dt="2023-11-22T03:35:09.656" v="28" actId="20577"/>
        <pc:sldMkLst>
          <pc:docMk/>
          <pc:sldMk cId="3022687460" sldId="3295"/>
        </pc:sldMkLst>
      </pc:sldChg>
    </pc:docChg>
  </pc:docChgLst>
  <pc:docChgLst>
    <pc:chgData name="Aurelien Domont" userId="6da7715ce44349b3" providerId="LiveId" clId="{8C97B853-E239-49C0-A36B-A3F2C855C3BA}"/>
    <pc:docChg chg="undo custSel addSld delSld modSld sldOrd replTag">
      <pc:chgData name="Aurelien Domont" userId="6da7715ce44349b3" providerId="LiveId" clId="{8C97B853-E239-49C0-A36B-A3F2C855C3BA}" dt="2023-11-03T00:11:07.277" v="34155" actId="2696"/>
      <pc:docMkLst>
        <pc:docMk/>
      </pc:docMkLst>
      <pc:sldChg chg="modSp mod">
        <pc:chgData name="Aurelien Domont" userId="6da7715ce44349b3" providerId="LiveId" clId="{8C97B853-E239-49C0-A36B-A3F2C855C3BA}" dt="2023-11-02T07:07:45.738" v="24285" actId="20577"/>
        <pc:sldMkLst>
          <pc:docMk/>
          <pc:sldMk cId="3956982643" sldId="526"/>
        </pc:sldMkLst>
      </pc:sldChg>
      <pc:sldChg chg="del">
        <pc:chgData name="Aurelien Domont" userId="6da7715ce44349b3" providerId="LiveId" clId="{8C97B853-E239-49C0-A36B-A3F2C855C3BA}" dt="2023-11-02T05:26:32.510" v="1" actId="47"/>
        <pc:sldMkLst>
          <pc:docMk/>
          <pc:sldMk cId="1466047855" sldId="1525"/>
        </pc:sldMkLst>
      </pc:sldChg>
      <pc:sldChg chg="addSp delSp modSp add mod modClrScheme chgLayout">
        <pc:chgData name="Aurelien Domont" userId="6da7715ce44349b3" providerId="LiveId" clId="{8C97B853-E239-49C0-A36B-A3F2C855C3BA}" dt="2023-11-03T00:00:43.727" v="34072" actId="20577"/>
        <pc:sldMkLst>
          <pc:docMk/>
          <pc:sldMk cId="3604617461" sldId="1591"/>
        </pc:sldMkLst>
      </pc:sldChg>
      <pc:sldChg chg="modSp add mod modClrScheme chgLayout">
        <pc:chgData name="Aurelien Domont" userId="6da7715ce44349b3" providerId="LiveId" clId="{8C97B853-E239-49C0-A36B-A3F2C855C3BA}" dt="2023-11-02T06:36:08.791" v="23514"/>
        <pc:sldMkLst>
          <pc:docMk/>
          <pc:sldMk cId="617529628" sldId="1596"/>
        </pc:sldMkLst>
      </pc:sldChg>
      <pc:sldChg chg="del">
        <pc:chgData name="Aurelien Domont" userId="6da7715ce44349b3" providerId="LiveId" clId="{8C97B853-E239-49C0-A36B-A3F2C855C3BA}" dt="2023-11-02T05:26:32.510" v="1" actId="47"/>
        <pc:sldMkLst>
          <pc:docMk/>
          <pc:sldMk cId="238585634" sldId="1597"/>
        </pc:sldMkLst>
      </pc:sldChg>
      <pc:sldChg chg="del">
        <pc:chgData name="Aurelien Domont" userId="6da7715ce44349b3" providerId="LiveId" clId="{8C97B853-E239-49C0-A36B-A3F2C855C3BA}" dt="2023-11-02T05:26:32.510" v="1" actId="47"/>
        <pc:sldMkLst>
          <pc:docMk/>
          <pc:sldMk cId="2815671749" sldId="1601"/>
        </pc:sldMkLst>
      </pc:sldChg>
      <pc:sldChg chg="del">
        <pc:chgData name="Aurelien Domont" userId="6da7715ce44349b3" providerId="LiveId" clId="{8C97B853-E239-49C0-A36B-A3F2C855C3BA}" dt="2023-11-02T05:26:32.510" v="1" actId="47"/>
        <pc:sldMkLst>
          <pc:docMk/>
          <pc:sldMk cId="3921452590" sldId="1602"/>
        </pc:sldMkLst>
      </pc:sldChg>
      <pc:sldChg chg="add del">
        <pc:chgData name="Aurelien Domont" userId="6da7715ce44349b3" providerId="LiveId" clId="{8C97B853-E239-49C0-A36B-A3F2C855C3BA}" dt="2023-11-02T05:52:51.054" v="475"/>
        <pc:sldMkLst>
          <pc:docMk/>
          <pc:sldMk cId="203125793" sldId="1608"/>
        </pc:sldMkLst>
      </pc:sldChg>
      <pc:sldChg chg="addSp modSp add mod modClrScheme chgLayout">
        <pc:chgData name="Aurelien Domont" userId="6da7715ce44349b3" providerId="LiveId" clId="{8C97B853-E239-49C0-A36B-A3F2C855C3BA}" dt="2023-11-02T23:59:43.626" v="34030" actId="20577"/>
        <pc:sldMkLst>
          <pc:docMk/>
          <pc:sldMk cId="2644303535" sldId="1668"/>
        </pc:sldMkLst>
      </pc:sldChg>
      <pc:sldChg chg="del">
        <pc:chgData name="Aurelien Domont" userId="6da7715ce44349b3" providerId="LiveId" clId="{8C97B853-E239-49C0-A36B-A3F2C855C3BA}" dt="2023-11-02T05:26:32.510" v="1" actId="47"/>
        <pc:sldMkLst>
          <pc:docMk/>
          <pc:sldMk cId="3975128435" sldId="1765"/>
        </pc:sldMkLst>
      </pc:sldChg>
      <pc:sldChg chg="del">
        <pc:chgData name="Aurelien Domont" userId="6da7715ce44349b3" providerId="LiveId" clId="{8C97B853-E239-49C0-A36B-A3F2C855C3BA}" dt="2023-11-02T05:26:32.510" v="1" actId="47"/>
        <pc:sldMkLst>
          <pc:docMk/>
          <pc:sldMk cId="3598292899" sldId="1770"/>
        </pc:sldMkLst>
      </pc:sldChg>
      <pc:sldChg chg="del">
        <pc:chgData name="Aurelien Domont" userId="6da7715ce44349b3" providerId="LiveId" clId="{8C97B853-E239-49C0-A36B-A3F2C855C3BA}" dt="2023-11-02T05:26:32.510" v="1" actId="47"/>
        <pc:sldMkLst>
          <pc:docMk/>
          <pc:sldMk cId="1016381984" sldId="1771"/>
        </pc:sldMkLst>
      </pc:sldChg>
      <pc:sldChg chg="modSp add mod modClrScheme chgLayout">
        <pc:chgData name="Aurelien Domont" userId="6da7715ce44349b3" providerId="LiveId" clId="{8C97B853-E239-49C0-A36B-A3F2C855C3BA}" dt="2023-11-02T23:54:22.071" v="33957" actId="207"/>
        <pc:sldMkLst>
          <pc:docMk/>
          <pc:sldMk cId="3264366395" sldId="1955"/>
        </pc:sldMkLst>
      </pc:sldChg>
      <pc:sldChg chg="modSp add mod modClrScheme chgLayout">
        <pc:chgData name="Aurelien Domont" userId="6da7715ce44349b3" providerId="LiveId" clId="{8C97B853-E239-49C0-A36B-A3F2C855C3BA}" dt="2023-11-02T23:54:32.859" v="33962"/>
        <pc:sldMkLst>
          <pc:docMk/>
          <pc:sldMk cId="3045459513" sldId="1956"/>
        </pc:sldMkLst>
      </pc:sldChg>
      <pc:sldChg chg="modSp add mod modClrScheme chgLayout">
        <pc:chgData name="Aurelien Domont" userId="6da7715ce44349b3" providerId="LiveId" clId="{8C97B853-E239-49C0-A36B-A3F2C855C3BA}" dt="2023-11-02T06:39:17.770" v="23655" actId="208"/>
        <pc:sldMkLst>
          <pc:docMk/>
          <pc:sldMk cId="1026744296" sldId="1986"/>
        </pc:sldMkLst>
      </pc:sldChg>
      <pc:sldChg chg="modSp add mod modClrScheme chgLayout">
        <pc:chgData name="Aurelien Domont" userId="6da7715ce44349b3" providerId="LiveId" clId="{8C97B853-E239-49C0-A36B-A3F2C855C3BA}" dt="2023-11-02T23:59:15.802" v="34023"/>
        <pc:sldMkLst>
          <pc:docMk/>
          <pc:sldMk cId="2346025138" sldId="2155"/>
        </pc:sldMkLst>
      </pc:sldChg>
      <pc:sldChg chg="modSp add mod modClrScheme chgLayout">
        <pc:chgData name="Aurelien Domont" userId="6da7715ce44349b3" providerId="LiveId" clId="{8C97B853-E239-49C0-A36B-A3F2C855C3BA}" dt="2023-11-03T00:02:43.287" v="34112" actId="207"/>
        <pc:sldMkLst>
          <pc:docMk/>
          <pc:sldMk cId="1479295029" sldId="2156"/>
        </pc:sldMkLst>
      </pc:sldChg>
      <pc:sldChg chg="addSp delSp modSp add mod modClrScheme chgLayout">
        <pc:chgData name="Aurelien Domont" userId="6da7715ce44349b3" providerId="LiveId" clId="{8C97B853-E239-49C0-A36B-A3F2C855C3BA}" dt="2023-11-03T00:03:09.862" v="34133" actId="20577"/>
        <pc:sldMkLst>
          <pc:docMk/>
          <pc:sldMk cId="2678382071" sldId="2160"/>
        </pc:sldMkLst>
      </pc:sldChg>
      <pc:sldChg chg="addSp delSp modSp add mod modClrScheme chgLayout">
        <pc:chgData name="Aurelien Domont" userId="6da7715ce44349b3" providerId="LiveId" clId="{8C97B853-E239-49C0-A36B-A3F2C855C3BA}" dt="2023-11-03T00:00:21.652" v="34069" actId="20577"/>
        <pc:sldMkLst>
          <pc:docMk/>
          <pc:sldMk cId="1929697781" sldId="2171"/>
        </pc:sldMkLst>
      </pc:sldChg>
      <pc:sldChg chg="addSp delSp modSp add mod modClrScheme chgLayout">
        <pc:chgData name="Aurelien Domont" userId="6da7715ce44349b3" providerId="LiveId" clId="{8C97B853-E239-49C0-A36B-A3F2C855C3BA}" dt="2023-11-03T00:03:19.693" v="34152" actId="20577"/>
        <pc:sldMkLst>
          <pc:docMk/>
          <pc:sldMk cId="4258618140" sldId="2187"/>
        </pc:sldMkLst>
      </pc:sldChg>
      <pc:sldChg chg="del">
        <pc:chgData name="Aurelien Domont" userId="6da7715ce44349b3" providerId="LiveId" clId="{8C97B853-E239-49C0-A36B-A3F2C855C3BA}" dt="2023-11-02T05:26:32.510" v="1" actId="47"/>
        <pc:sldMkLst>
          <pc:docMk/>
          <pc:sldMk cId="506849499" sldId="2230"/>
        </pc:sldMkLst>
      </pc:sldChg>
      <pc:sldChg chg="del">
        <pc:chgData name="Aurelien Domont" userId="6da7715ce44349b3" providerId="LiveId" clId="{8C97B853-E239-49C0-A36B-A3F2C855C3BA}" dt="2023-11-02T05:26:32.510" v="1" actId="47"/>
        <pc:sldMkLst>
          <pc:docMk/>
          <pc:sldMk cId="679090537" sldId="2232"/>
        </pc:sldMkLst>
      </pc:sldChg>
      <pc:sldChg chg="del">
        <pc:chgData name="Aurelien Domont" userId="6da7715ce44349b3" providerId="LiveId" clId="{8C97B853-E239-49C0-A36B-A3F2C855C3BA}" dt="2023-11-02T05:26:32.510" v="1" actId="47"/>
        <pc:sldMkLst>
          <pc:docMk/>
          <pc:sldMk cId="2582080201" sldId="2233"/>
        </pc:sldMkLst>
      </pc:sldChg>
      <pc:sldChg chg="del">
        <pc:chgData name="Aurelien Domont" userId="6da7715ce44349b3" providerId="LiveId" clId="{8C97B853-E239-49C0-A36B-A3F2C855C3BA}" dt="2023-11-02T05:26:32.510" v="1" actId="47"/>
        <pc:sldMkLst>
          <pc:docMk/>
          <pc:sldMk cId="49722598" sldId="2239"/>
        </pc:sldMkLst>
      </pc:sldChg>
      <pc:sldChg chg="addSp delSp modSp add mod modClrScheme chgLayout">
        <pc:chgData name="Aurelien Domont" userId="6da7715ce44349b3" providerId="LiveId" clId="{8C97B853-E239-49C0-A36B-A3F2C855C3BA}" dt="2023-11-02T23:57:32.145" v="34011" actId="20577"/>
        <pc:sldMkLst>
          <pc:docMk/>
          <pc:sldMk cId="3763423627" sldId="2298"/>
        </pc:sldMkLst>
      </pc:sldChg>
      <pc:sldChg chg="del">
        <pc:chgData name="Aurelien Domont" userId="6da7715ce44349b3" providerId="LiveId" clId="{8C97B853-E239-49C0-A36B-A3F2C855C3BA}" dt="2023-11-02T05:26:32.510" v="1" actId="47"/>
        <pc:sldMkLst>
          <pc:docMk/>
          <pc:sldMk cId="4217328411" sldId="2309"/>
        </pc:sldMkLst>
      </pc:sldChg>
      <pc:sldChg chg="addSp delSp modSp add mod modClrScheme chgLayout">
        <pc:chgData name="Aurelien Domont" userId="6da7715ce44349b3" providerId="LiveId" clId="{8C97B853-E239-49C0-A36B-A3F2C855C3BA}" dt="2023-11-02T23:59:55.947" v="34048" actId="20577"/>
        <pc:sldMkLst>
          <pc:docMk/>
          <pc:sldMk cId="2929886259" sldId="2366"/>
        </pc:sldMkLst>
      </pc:sldChg>
      <pc:sldChg chg="del">
        <pc:chgData name="Aurelien Domont" userId="6da7715ce44349b3" providerId="LiveId" clId="{8C97B853-E239-49C0-A36B-A3F2C855C3BA}" dt="2023-11-02T05:26:32.510" v="1" actId="47"/>
        <pc:sldMkLst>
          <pc:docMk/>
          <pc:sldMk cId="2296584976" sldId="2369"/>
        </pc:sldMkLst>
      </pc:sldChg>
      <pc:sldChg chg="del">
        <pc:chgData name="Aurelien Domont" userId="6da7715ce44349b3" providerId="LiveId" clId="{8C97B853-E239-49C0-A36B-A3F2C855C3BA}" dt="2023-11-02T05:26:32.510" v="1" actId="47"/>
        <pc:sldMkLst>
          <pc:docMk/>
          <pc:sldMk cId="1928548891" sldId="2373"/>
        </pc:sldMkLst>
      </pc:sldChg>
      <pc:sldChg chg="del">
        <pc:chgData name="Aurelien Domont" userId="6da7715ce44349b3" providerId="LiveId" clId="{8C97B853-E239-49C0-A36B-A3F2C855C3BA}" dt="2023-11-02T05:26:32.510" v="1" actId="47"/>
        <pc:sldMkLst>
          <pc:docMk/>
          <pc:sldMk cId="2492306090" sldId="2374"/>
        </pc:sldMkLst>
      </pc:sldChg>
      <pc:sldChg chg="del">
        <pc:chgData name="Aurelien Domont" userId="6da7715ce44349b3" providerId="LiveId" clId="{8C97B853-E239-49C0-A36B-A3F2C855C3BA}" dt="2023-11-02T05:26:32.510" v="1" actId="47"/>
        <pc:sldMkLst>
          <pc:docMk/>
          <pc:sldMk cId="493744012" sldId="2375"/>
        </pc:sldMkLst>
      </pc:sldChg>
      <pc:sldChg chg="del">
        <pc:chgData name="Aurelien Domont" userId="6da7715ce44349b3" providerId="LiveId" clId="{8C97B853-E239-49C0-A36B-A3F2C855C3BA}" dt="2023-11-02T05:26:32.510" v="1" actId="47"/>
        <pc:sldMkLst>
          <pc:docMk/>
          <pc:sldMk cId="203396230" sldId="2376"/>
        </pc:sldMkLst>
      </pc:sldChg>
      <pc:sldChg chg="del">
        <pc:chgData name="Aurelien Domont" userId="6da7715ce44349b3" providerId="LiveId" clId="{8C97B853-E239-49C0-A36B-A3F2C855C3BA}" dt="2023-11-02T05:26:32.510" v="1" actId="47"/>
        <pc:sldMkLst>
          <pc:docMk/>
          <pc:sldMk cId="1312197685" sldId="2377"/>
        </pc:sldMkLst>
      </pc:sldChg>
      <pc:sldChg chg="del">
        <pc:chgData name="Aurelien Domont" userId="6da7715ce44349b3" providerId="LiveId" clId="{8C97B853-E239-49C0-A36B-A3F2C855C3BA}" dt="2023-11-02T05:26:32.510" v="1" actId="47"/>
        <pc:sldMkLst>
          <pc:docMk/>
          <pc:sldMk cId="1498667602" sldId="2378"/>
        </pc:sldMkLst>
      </pc:sldChg>
      <pc:sldChg chg="del">
        <pc:chgData name="Aurelien Domont" userId="6da7715ce44349b3" providerId="LiveId" clId="{8C97B853-E239-49C0-A36B-A3F2C855C3BA}" dt="2023-11-02T05:26:32.510" v="1" actId="47"/>
        <pc:sldMkLst>
          <pc:docMk/>
          <pc:sldMk cId="1242579437" sldId="2379"/>
        </pc:sldMkLst>
      </pc:sldChg>
      <pc:sldChg chg="del">
        <pc:chgData name="Aurelien Domont" userId="6da7715ce44349b3" providerId="LiveId" clId="{8C97B853-E239-49C0-A36B-A3F2C855C3BA}" dt="2023-11-02T05:26:32.510" v="1" actId="47"/>
        <pc:sldMkLst>
          <pc:docMk/>
          <pc:sldMk cId="584621125" sldId="2380"/>
        </pc:sldMkLst>
      </pc:sldChg>
      <pc:sldChg chg="del">
        <pc:chgData name="Aurelien Domont" userId="6da7715ce44349b3" providerId="LiveId" clId="{8C97B853-E239-49C0-A36B-A3F2C855C3BA}" dt="2023-11-02T05:26:32.510" v="1" actId="47"/>
        <pc:sldMkLst>
          <pc:docMk/>
          <pc:sldMk cId="3511330628" sldId="2381"/>
        </pc:sldMkLst>
      </pc:sldChg>
      <pc:sldChg chg="del">
        <pc:chgData name="Aurelien Domont" userId="6da7715ce44349b3" providerId="LiveId" clId="{8C97B853-E239-49C0-A36B-A3F2C855C3BA}" dt="2023-11-02T05:26:32.510" v="1" actId="47"/>
        <pc:sldMkLst>
          <pc:docMk/>
          <pc:sldMk cId="898378046" sldId="2382"/>
        </pc:sldMkLst>
      </pc:sldChg>
      <pc:sldChg chg="del">
        <pc:chgData name="Aurelien Domont" userId="6da7715ce44349b3" providerId="LiveId" clId="{8C97B853-E239-49C0-A36B-A3F2C855C3BA}" dt="2023-11-02T05:26:32.510" v="1" actId="47"/>
        <pc:sldMkLst>
          <pc:docMk/>
          <pc:sldMk cId="2133529293" sldId="2383"/>
        </pc:sldMkLst>
      </pc:sldChg>
      <pc:sldChg chg="del">
        <pc:chgData name="Aurelien Domont" userId="6da7715ce44349b3" providerId="LiveId" clId="{8C97B853-E239-49C0-A36B-A3F2C855C3BA}" dt="2023-11-02T05:26:32.510" v="1" actId="47"/>
        <pc:sldMkLst>
          <pc:docMk/>
          <pc:sldMk cId="3549256554" sldId="2388"/>
        </pc:sldMkLst>
      </pc:sldChg>
      <pc:sldChg chg="modSp add mod modClrScheme chgLayout">
        <pc:chgData name="Aurelien Domont" userId="6da7715ce44349b3" providerId="LiveId" clId="{8C97B853-E239-49C0-A36B-A3F2C855C3BA}" dt="2023-11-02T06:44:42.753" v="23664"/>
        <pc:sldMkLst>
          <pc:docMk/>
          <pc:sldMk cId="1873290227" sldId="2434"/>
        </pc:sldMkLst>
      </pc:sldChg>
      <pc:sldChg chg="modSp add mod modClrScheme chgLayout">
        <pc:chgData name="Aurelien Domont" userId="6da7715ce44349b3" providerId="LiveId" clId="{8C97B853-E239-49C0-A36B-A3F2C855C3BA}" dt="2023-11-02T06:44:42.753" v="23664"/>
        <pc:sldMkLst>
          <pc:docMk/>
          <pc:sldMk cId="433141511" sldId="2435"/>
        </pc:sldMkLst>
      </pc:sldChg>
      <pc:sldChg chg="modSp add mod modClrScheme chgLayout">
        <pc:chgData name="Aurelien Domont" userId="6da7715ce44349b3" providerId="LiveId" clId="{8C97B853-E239-49C0-A36B-A3F2C855C3BA}" dt="2023-11-02T06:46:10.887" v="23718" actId="207"/>
        <pc:sldMkLst>
          <pc:docMk/>
          <pc:sldMk cId="729151380" sldId="2436"/>
        </pc:sldMkLst>
      </pc:sldChg>
      <pc:sldChg chg="modSp add mod modClrScheme chgLayout">
        <pc:chgData name="Aurelien Domont" userId="6da7715ce44349b3" providerId="LiveId" clId="{8C97B853-E239-49C0-A36B-A3F2C855C3BA}" dt="2023-11-02T06:44:42.753" v="23664"/>
        <pc:sldMkLst>
          <pc:docMk/>
          <pc:sldMk cId="495242922" sldId="2437"/>
        </pc:sldMkLst>
      </pc:sldChg>
      <pc:sldChg chg="modSp add mod modClrScheme chgLayout">
        <pc:chgData name="Aurelien Domont" userId="6da7715ce44349b3" providerId="LiveId" clId="{8C97B853-E239-49C0-A36B-A3F2C855C3BA}" dt="2023-11-02T06:46:18.518" v="23719" actId="207"/>
        <pc:sldMkLst>
          <pc:docMk/>
          <pc:sldMk cId="118271412" sldId="2439"/>
        </pc:sldMkLst>
      </pc:sldChg>
      <pc:sldChg chg="modSp add mod modClrScheme chgLayout">
        <pc:chgData name="Aurelien Domont" userId="6da7715ce44349b3" providerId="LiveId" clId="{8C97B853-E239-49C0-A36B-A3F2C855C3BA}" dt="2023-11-02T06:39:26.431" v="23656" actId="207"/>
        <pc:sldMkLst>
          <pc:docMk/>
          <pc:sldMk cId="1405034369" sldId="2440"/>
        </pc:sldMkLst>
      </pc:sldChg>
      <pc:sldChg chg="modSp add mod modClrScheme chgLayout">
        <pc:chgData name="Aurelien Domont" userId="6da7715ce44349b3" providerId="LiveId" clId="{8C97B853-E239-49C0-A36B-A3F2C855C3BA}" dt="2023-11-02T06:44:42.753" v="23664"/>
        <pc:sldMkLst>
          <pc:docMk/>
          <pc:sldMk cId="2594125012" sldId="2441"/>
        </pc:sldMkLst>
      </pc:sldChg>
      <pc:sldChg chg="addSp delSp modSp add mod modClrScheme chgLayout">
        <pc:chgData name="Aurelien Domont" userId="6da7715ce44349b3" providerId="LiveId" clId="{8C97B853-E239-49C0-A36B-A3F2C855C3BA}" dt="2023-11-02T06:47:21.795" v="23740" actId="20577"/>
        <pc:sldMkLst>
          <pc:docMk/>
          <pc:sldMk cId="1457987928" sldId="2442"/>
        </pc:sldMkLst>
      </pc:sldChg>
      <pc:sldChg chg="addSp delSp modSp add mod modClrScheme chgLayout">
        <pc:chgData name="Aurelien Domont" userId="6da7715ce44349b3" providerId="LiveId" clId="{8C97B853-E239-49C0-A36B-A3F2C855C3BA}" dt="2023-11-03T00:00:54.362" v="34078" actId="20577"/>
        <pc:sldMkLst>
          <pc:docMk/>
          <pc:sldMk cId="1154909907" sldId="2443"/>
        </pc:sldMkLst>
      </pc:sldChg>
      <pc:sldChg chg="addSp delSp modSp add mod modClrScheme chgLayout">
        <pc:chgData name="Aurelien Domont" userId="6da7715ce44349b3" providerId="LiveId" clId="{8C97B853-E239-49C0-A36B-A3F2C855C3BA}" dt="2023-11-02T06:47:47.997" v="23760" actId="20577"/>
        <pc:sldMkLst>
          <pc:docMk/>
          <pc:sldMk cId="3801254905" sldId="2445"/>
        </pc:sldMkLst>
      </pc:sldChg>
      <pc:sldChg chg="addSp delSp modSp add mod modClrScheme chgLayout">
        <pc:chgData name="Aurelien Domont" userId="6da7715ce44349b3" providerId="LiveId" clId="{8C97B853-E239-49C0-A36B-A3F2C855C3BA}" dt="2023-11-02T06:47:53.872" v="23763" actId="20577"/>
        <pc:sldMkLst>
          <pc:docMk/>
          <pc:sldMk cId="967848613" sldId="2446"/>
        </pc:sldMkLst>
      </pc:sldChg>
      <pc:sldChg chg="addSp delSp modSp add mod modClrScheme chgLayout">
        <pc:chgData name="Aurelien Domont" userId="6da7715ce44349b3" providerId="LiveId" clId="{8C97B853-E239-49C0-A36B-A3F2C855C3BA}" dt="2023-11-02T06:47:58.977" v="23767" actId="20577"/>
        <pc:sldMkLst>
          <pc:docMk/>
          <pc:sldMk cId="526972999" sldId="2447"/>
        </pc:sldMkLst>
      </pc:sldChg>
      <pc:sldChg chg="addSp delSp modSp add mod modClrScheme chgLayout">
        <pc:chgData name="Aurelien Domont" userId="6da7715ce44349b3" providerId="LiveId" clId="{8C97B853-E239-49C0-A36B-A3F2C855C3BA}" dt="2023-11-02T06:48:26.232" v="23790" actId="1076"/>
        <pc:sldMkLst>
          <pc:docMk/>
          <pc:sldMk cId="351239133" sldId="2448"/>
        </pc:sldMkLst>
      </pc:sldChg>
      <pc:sldChg chg="addSp delSp modSp add mod modClrScheme chgLayout">
        <pc:chgData name="Aurelien Domont" userId="6da7715ce44349b3" providerId="LiveId" clId="{8C97B853-E239-49C0-A36B-A3F2C855C3BA}" dt="2023-11-02T06:48:05.292" v="23771" actId="20577"/>
        <pc:sldMkLst>
          <pc:docMk/>
          <pc:sldMk cId="3917879965" sldId="2449"/>
        </pc:sldMkLst>
      </pc:sldChg>
      <pc:sldChg chg="addSp delSp modSp add mod modClrScheme chgLayout">
        <pc:chgData name="Aurelien Domont" userId="6da7715ce44349b3" providerId="LiveId" clId="{8C97B853-E239-49C0-A36B-A3F2C855C3BA}" dt="2023-11-02T06:48:10.332" v="23775" actId="20577"/>
        <pc:sldMkLst>
          <pc:docMk/>
          <pc:sldMk cId="3554794133" sldId="2450"/>
        </pc:sldMkLst>
      </pc:sldChg>
      <pc:sldChg chg="modSp add mod modClrScheme chgLayout">
        <pc:chgData name="Aurelien Domont" userId="6da7715ce44349b3" providerId="LiveId" clId="{8C97B853-E239-49C0-A36B-A3F2C855C3BA}" dt="2023-11-02T06:44:42.753" v="23664"/>
        <pc:sldMkLst>
          <pc:docMk/>
          <pc:sldMk cId="2457909485" sldId="2451"/>
        </pc:sldMkLst>
      </pc:sldChg>
      <pc:sldChg chg="addSp delSp modSp add mod modClrScheme chgLayout">
        <pc:chgData name="Aurelien Domont" userId="6da7715ce44349b3" providerId="LiveId" clId="{8C97B853-E239-49C0-A36B-A3F2C855C3BA}" dt="2023-11-02T06:49:21.899" v="23812" actId="20577"/>
        <pc:sldMkLst>
          <pc:docMk/>
          <pc:sldMk cId="3397914777" sldId="2452"/>
        </pc:sldMkLst>
      </pc:sldChg>
      <pc:sldChg chg="addSp delSp modSp add mod modClrScheme chgLayout">
        <pc:chgData name="Aurelien Domont" userId="6da7715ce44349b3" providerId="LiveId" clId="{8C97B853-E239-49C0-A36B-A3F2C855C3BA}" dt="2023-11-02T06:49:29.364" v="23815" actId="20577"/>
        <pc:sldMkLst>
          <pc:docMk/>
          <pc:sldMk cId="3130875905" sldId="2453"/>
        </pc:sldMkLst>
      </pc:sldChg>
      <pc:sldChg chg="del">
        <pc:chgData name="Aurelien Domont" userId="6da7715ce44349b3" providerId="LiveId" clId="{8C97B853-E239-49C0-A36B-A3F2C855C3BA}" dt="2023-11-02T05:26:32.510" v="1" actId="47"/>
        <pc:sldMkLst>
          <pc:docMk/>
          <pc:sldMk cId="166377701" sldId="2454"/>
        </pc:sldMkLst>
      </pc:sldChg>
      <pc:sldChg chg="addSp delSp modSp add mod modClrScheme chgLayout">
        <pc:chgData name="Aurelien Domont" userId="6da7715ce44349b3" providerId="LiveId" clId="{8C97B853-E239-49C0-A36B-A3F2C855C3BA}" dt="2023-11-02T06:49:56.268" v="23837" actId="20577"/>
        <pc:sldMkLst>
          <pc:docMk/>
          <pc:sldMk cId="1143051604" sldId="2454"/>
        </pc:sldMkLst>
      </pc:sldChg>
      <pc:sldChg chg="modSp add mod modClrScheme chgLayout">
        <pc:chgData name="Aurelien Domont" userId="6da7715ce44349b3" providerId="LiveId" clId="{8C97B853-E239-49C0-A36B-A3F2C855C3BA}" dt="2023-11-02T06:45:59.830" v="23717"/>
        <pc:sldMkLst>
          <pc:docMk/>
          <pc:sldMk cId="1545824460" sldId="2455"/>
        </pc:sldMkLst>
      </pc:sldChg>
      <pc:sldChg chg="del">
        <pc:chgData name="Aurelien Domont" userId="6da7715ce44349b3" providerId="LiveId" clId="{8C97B853-E239-49C0-A36B-A3F2C855C3BA}" dt="2023-11-02T05:26:32.510" v="1" actId="47"/>
        <pc:sldMkLst>
          <pc:docMk/>
          <pc:sldMk cId="3176549573" sldId="2455"/>
        </pc:sldMkLst>
      </pc:sldChg>
      <pc:sldChg chg="del">
        <pc:chgData name="Aurelien Domont" userId="6da7715ce44349b3" providerId="LiveId" clId="{8C97B853-E239-49C0-A36B-A3F2C855C3BA}" dt="2023-11-02T05:26:32.510" v="1" actId="47"/>
        <pc:sldMkLst>
          <pc:docMk/>
          <pc:sldMk cId="970498837" sldId="2457"/>
        </pc:sldMkLst>
      </pc:sldChg>
      <pc:sldChg chg="del">
        <pc:chgData name="Aurelien Domont" userId="6da7715ce44349b3" providerId="LiveId" clId="{8C97B853-E239-49C0-A36B-A3F2C855C3BA}" dt="2023-11-02T05:26:32.510" v="1" actId="47"/>
        <pc:sldMkLst>
          <pc:docMk/>
          <pc:sldMk cId="803861103" sldId="2458"/>
        </pc:sldMkLst>
      </pc:sldChg>
      <pc:sldChg chg="del">
        <pc:chgData name="Aurelien Domont" userId="6da7715ce44349b3" providerId="LiveId" clId="{8C97B853-E239-49C0-A36B-A3F2C855C3BA}" dt="2023-11-02T05:26:32.510" v="1" actId="47"/>
        <pc:sldMkLst>
          <pc:docMk/>
          <pc:sldMk cId="992589810" sldId="2459"/>
        </pc:sldMkLst>
      </pc:sldChg>
      <pc:sldChg chg="del">
        <pc:chgData name="Aurelien Domont" userId="6da7715ce44349b3" providerId="LiveId" clId="{8C97B853-E239-49C0-A36B-A3F2C855C3BA}" dt="2023-11-02T05:26:32.510" v="1" actId="47"/>
        <pc:sldMkLst>
          <pc:docMk/>
          <pc:sldMk cId="4176761263" sldId="2475"/>
        </pc:sldMkLst>
      </pc:sldChg>
      <pc:sldChg chg="del">
        <pc:chgData name="Aurelien Domont" userId="6da7715ce44349b3" providerId="LiveId" clId="{8C97B853-E239-49C0-A36B-A3F2C855C3BA}" dt="2023-11-02T05:26:32.510" v="1" actId="47"/>
        <pc:sldMkLst>
          <pc:docMk/>
          <pc:sldMk cId="1119971175" sldId="2476"/>
        </pc:sldMkLst>
      </pc:sldChg>
      <pc:sldChg chg="modSp add mod modClrScheme chgLayout">
        <pc:chgData name="Aurelien Domont" userId="6da7715ce44349b3" providerId="LiveId" clId="{8C97B853-E239-49C0-A36B-A3F2C855C3BA}" dt="2023-11-02T23:40:39.100" v="24543"/>
        <pc:sldMkLst>
          <pc:docMk/>
          <pc:sldMk cId="3190274426" sldId="2483"/>
        </pc:sldMkLst>
      </pc:sldChg>
      <pc:sldChg chg="del">
        <pc:chgData name="Aurelien Domont" userId="6da7715ce44349b3" providerId="LiveId" clId="{8C97B853-E239-49C0-A36B-A3F2C855C3BA}" dt="2023-11-02T05:26:32.510" v="1" actId="47"/>
        <pc:sldMkLst>
          <pc:docMk/>
          <pc:sldMk cId="3242661849" sldId="2483"/>
        </pc:sldMkLst>
      </pc:sldChg>
      <pc:sldChg chg="modSp add mod modClrScheme chgLayout">
        <pc:chgData name="Aurelien Domont" userId="6da7715ce44349b3" providerId="LiveId" clId="{8C97B853-E239-49C0-A36B-A3F2C855C3BA}" dt="2023-11-02T23:39:22.689" v="24423"/>
        <pc:sldMkLst>
          <pc:docMk/>
          <pc:sldMk cId="493024874" sldId="2484"/>
        </pc:sldMkLst>
      </pc:sldChg>
      <pc:sldChg chg="del">
        <pc:chgData name="Aurelien Domont" userId="6da7715ce44349b3" providerId="LiveId" clId="{8C97B853-E239-49C0-A36B-A3F2C855C3BA}" dt="2023-11-02T05:26:32.510" v="1" actId="47"/>
        <pc:sldMkLst>
          <pc:docMk/>
          <pc:sldMk cId="2217564965" sldId="2484"/>
        </pc:sldMkLst>
      </pc:sldChg>
      <pc:sldChg chg="del">
        <pc:chgData name="Aurelien Domont" userId="6da7715ce44349b3" providerId="LiveId" clId="{8C97B853-E239-49C0-A36B-A3F2C855C3BA}" dt="2023-11-02T05:26:32.510" v="1" actId="47"/>
        <pc:sldMkLst>
          <pc:docMk/>
          <pc:sldMk cId="3632457605" sldId="2485"/>
        </pc:sldMkLst>
      </pc:sldChg>
      <pc:sldChg chg="del">
        <pc:chgData name="Aurelien Domont" userId="6da7715ce44349b3" providerId="LiveId" clId="{8C97B853-E239-49C0-A36B-A3F2C855C3BA}" dt="2023-11-02T05:26:32.510" v="1" actId="47"/>
        <pc:sldMkLst>
          <pc:docMk/>
          <pc:sldMk cId="1593716134" sldId="2486"/>
        </pc:sldMkLst>
      </pc:sldChg>
      <pc:sldChg chg="modSp add mod modClrScheme chgLayout">
        <pc:chgData name="Aurelien Domont" userId="6da7715ce44349b3" providerId="LiveId" clId="{8C97B853-E239-49C0-A36B-A3F2C855C3BA}" dt="2023-11-02T23:40:56.827" v="24545" actId="207"/>
        <pc:sldMkLst>
          <pc:docMk/>
          <pc:sldMk cId="2959284277" sldId="2486"/>
        </pc:sldMkLst>
      </pc:sldChg>
      <pc:sldChg chg="del">
        <pc:chgData name="Aurelien Domont" userId="6da7715ce44349b3" providerId="LiveId" clId="{8C97B853-E239-49C0-A36B-A3F2C855C3BA}" dt="2023-11-02T05:26:32.510" v="1" actId="47"/>
        <pc:sldMkLst>
          <pc:docMk/>
          <pc:sldMk cId="1423870740" sldId="2487"/>
        </pc:sldMkLst>
      </pc:sldChg>
      <pc:sldChg chg="addSp modSp add mod modClrScheme chgLayout">
        <pc:chgData name="Aurelien Domont" userId="6da7715ce44349b3" providerId="LiveId" clId="{8C97B853-E239-49C0-A36B-A3F2C855C3BA}" dt="2023-11-02T23:41:20.602" v="24546"/>
        <pc:sldMkLst>
          <pc:docMk/>
          <pc:sldMk cId="1599046706" sldId="2487"/>
        </pc:sldMkLst>
      </pc:sldChg>
      <pc:sldChg chg="addSp delSp modSp add mod modClrScheme chgLayout">
        <pc:chgData name="Aurelien Domont" userId="6da7715ce44349b3" providerId="LiveId" clId="{8C97B853-E239-49C0-A36B-A3F2C855C3BA}" dt="2023-11-02T23:41:26.744" v="24550" actId="20577"/>
        <pc:sldMkLst>
          <pc:docMk/>
          <pc:sldMk cId="3266331645" sldId="2488"/>
        </pc:sldMkLst>
      </pc:sldChg>
      <pc:sldChg chg="del">
        <pc:chgData name="Aurelien Domont" userId="6da7715ce44349b3" providerId="LiveId" clId="{8C97B853-E239-49C0-A36B-A3F2C855C3BA}" dt="2023-11-02T05:26:32.510" v="1" actId="47"/>
        <pc:sldMkLst>
          <pc:docMk/>
          <pc:sldMk cId="4286225032" sldId="2488"/>
        </pc:sldMkLst>
      </pc:sldChg>
      <pc:sldChg chg="del">
        <pc:chgData name="Aurelien Domont" userId="6da7715ce44349b3" providerId="LiveId" clId="{8C97B853-E239-49C0-A36B-A3F2C855C3BA}" dt="2023-11-02T05:26:32.510" v="1" actId="47"/>
        <pc:sldMkLst>
          <pc:docMk/>
          <pc:sldMk cId="3340023768" sldId="2489"/>
        </pc:sldMkLst>
      </pc:sldChg>
      <pc:sldChg chg="addSp delSp modSp add mod modClrScheme chgLayout">
        <pc:chgData name="Aurelien Domont" userId="6da7715ce44349b3" providerId="LiveId" clId="{8C97B853-E239-49C0-A36B-A3F2C855C3BA}" dt="2023-11-02T23:41:35.830" v="24554" actId="20577"/>
        <pc:sldMkLst>
          <pc:docMk/>
          <pc:sldMk cId="3386949350" sldId="2489"/>
        </pc:sldMkLst>
      </pc:sldChg>
      <pc:sldChg chg="del">
        <pc:chgData name="Aurelien Domont" userId="6da7715ce44349b3" providerId="LiveId" clId="{8C97B853-E239-49C0-A36B-A3F2C855C3BA}" dt="2023-11-02T05:26:32.510" v="1" actId="47"/>
        <pc:sldMkLst>
          <pc:docMk/>
          <pc:sldMk cId="4008791961" sldId="2490"/>
        </pc:sldMkLst>
      </pc:sldChg>
      <pc:sldChg chg="del">
        <pc:chgData name="Aurelien Domont" userId="6da7715ce44349b3" providerId="LiveId" clId="{8C97B853-E239-49C0-A36B-A3F2C855C3BA}" dt="2023-11-02T05:26:32.510" v="1" actId="47"/>
        <pc:sldMkLst>
          <pc:docMk/>
          <pc:sldMk cId="2600916511" sldId="2495"/>
        </pc:sldMkLst>
      </pc:sldChg>
      <pc:sldChg chg="modSp add mod modClrScheme chgLayout">
        <pc:chgData name="Aurelien Domont" userId="6da7715ce44349b3" providerId="LiveId" clId="{8C97B853-E239-49C0-A36B-A3F2C855C3BA}" dt="2023-11-02T05:43:06.380" v="241"/>
        <pc:sldMkLst>
          <pc:docMk/>
          <pc:sldMk cId="3457892389" sldId="2496"/>
        </pc:sldMkLst>
      </pc:sldChg>
      <pc:sldChg chg="addSp delSp modSp add mod modClrScheme chgLayout">
        <pc:chgData name="Aurelien Domont" userId="6da7715ce44349b3" providerId="LiveId" clId="{8C97B853-E239-49C0-A36B-A3F2C855C3BA}" dt="2023-11-02T06:38:40.835" v="23650" actId="113"/>
        <pc:sldMkLst>
          <pc:docMk/>
          <pc:sldMk cId="3548391786" sldId="2500"/>
        </pc:sldMkLst>
      </pc:sldChg>
      <pc:sldChg chg="modSp add del mod modClrScheme chgLayout">
        <pc:chgData name="Aurelien Domont" userId="6da7715ce44349b3" providerId="LiveId" clId="{8C97B853-E239-49C0-A36B-A3F2C855C3BA}" dt="2023-11-02T06:38:47.636" v="23652" actId="47"/>
        <pc:sldMkLst>
          <pc:docMk/>
          <pc:sldMk cId="3810487551" sldId="2501"/>
        </pc:sldMkLst>
      </pc:sldChg>
      <pc:sldChg chg="addSp modSp add mod modClrScheme chgLayout">
        <pc:chgData name="Aurelien Domont" userId="6da7715ce44349b3" providerId="LiveId" clId="{8C97B853-E239-49C0-A36B-A3F2C855C3BA}" dt="2023-11-02T05:38:46.844" v="59" actId="20577"/>
        <pc:sldMkLst>
          <pc:docMk/>
          <pc:sldMk cId="1378182528" sldId="2512"/>
        </pc:sldMkLst>
      </pc:sldChg>
      <pc:sldChg chg="addSp modSp add mod modClrScheme chgLayout">
        <pc:chgData name="Aurelien Domont" userId="6da7715ce44349b3" providerId="LiveId" clId="{8C97B853-E239-49C0-A36B-A3F2C855C3BA}" dt="2023-11-02T05:38:34.162" v="41"/>
        <pc:sldMkLst>
          <pc:docMk/>
          <pc:sldMk cId="1148856858" sldId="2517"/>
        </pc:sldMkLst>
      </pc:sldChg>
      <pc:sldChg chg="addSp delSp modSp add mod modClrScheme chgLayout">
        <pc:chgData name="Aurelien Domont" userId="6da7715ce44349b3" providerId="LiveId" clId="{8C97B853-E239-49C0-A36B-A3F2C855C3BA}" dt="2023-11-02T05:43:58.346" v="285"/>
        <pc:sldMkLst>
          <pc:docMk/>
          <pc:sldMk cId="3896093903" sldId="2518"/>
        </pc:sldMkLst>
      </pc:sldChg>
      <pc:sldChg chg="addSp delSp modSp add mod modClrScheme chgLayout">
        <pc:chgData name="Aurelien Domont" userId="6da7715ce44349b3" providerId="LiveId" clId="{8C97B853-E239-49C0-A36B-A3F2C855C3BA}" dt="2023-11-02T05:51:55.965" v="463" actId="20577"/>
        <pc:sldMkLst>
          <pc:docMk/>
          <pc:sldMk cId="191942563" sldId="2519"/>
        </pc:sldMkLst>
      </pc:sldChg>
      <pc:sldChg chg="addSp modSp add mod modClrScheme chgLayout">
        <pc:chgData name="Aurelien Domont" userId="6da7715ce44349b3" providerId="LiveId" clId="{8C97B853-E239-49C0-A36B-A3F2C855C3BA}" dt="2023-11-02T05:52:14.742" v="464" actId="313"/>
        <pc:sldMkLst>
          <pc:docMk/>
          <pc:sldMk cId="3376456613" sldId="2520"/>
        </pc:sldMkLst>
      </pc:sldChg>
      <pc:sldChg chg="addSp modSp add mod modClrScheme chgLayout">
        <pc:chgData name="Aurelien Domont" userId="6da7715ce44349b3" providerId="LiveId" clId="{8C97B853-E239-49C0-A36B-A3F2C855C3BA}" dt="2023-11-02T05:52:15.683" v="465" actId="313"/>
        <pc:sldMkLst>
          <pc:docMk/>
          <pc:sldMk cId="1139254451" sldId="2521"/>
        </pc:sldMkLst>
      </pc:sldChg>
      <pc:sldChg chg="addSp modSp add mod modClrScheme chgLayout">
        <pc:chgData name="Aurelien Domont" userId="6da7715ce44349b3" providerId="LiveId" clId="{8C97B853-E239-49C0-A36B-A3F2C855C3BA}" dt="2023-11-02T05:52:16.233" v="466" actId="313"/>
        <pc:sldMkLst>
          <pc:docMk/>
          <pc:sldMk cId="2291360483" sldId="2523"/>
        </pc:sldMkLst>
      </pc:sldChg>
      <pc:sldChg chg="addSp modSp add mod modClrScheme chgLayout">
        <pc:chgData name="Aurelien Domont" userId="6da7715ce44349b3" providerId="LiveId" clId="{8C97B853-E239-49C0-A36B-A3F2C855C3BA}" dt="2023-11-02T05:39:00.254" v="64"/>
        <pc:sldMkLst>
          <pc:docMk/>
          <pc:sldMk cId="1276071411" sldId="2524"/>
        </pc:sldMkLst>
      </pc:sldChg>
      <pc:sldChg chg="modSp add mod modClrScheme chgLayout">
        <pc:chgData name="Aurelien Domont" userId="6da7715ce44349b3" providerId="LiveId" clId="{8C97B853-E239-49C0-A36B-A3F2C855C3BA}" dt="2023-11-02T05:43:12.913" v="271"/>
        <pc:sldMkLst>
          <pc:docMk/>
          <pc:sldMk cId="756767282" sldId="2525"/>
        </pc:sldMkLst>
      </pc:sldChg>
      <pc:sldChg chg="del">
        <pc:chgData name="Aurelien Domont" userId="6da7715ce44349b3" providerId="LiveId" clId="{8C97B853-E239-49C0-A36B-A3F2C855C3BA}" dt="2023-11-02T05:26:32.510" v="1" actId="47"/>
        <pc:sldMkLst>
          <pc:docMk/>
          <pc:sldMk cId="1786857634" sldId="2554"/>
        </pc:sldMkLst>
      </pc:sldChg>
      <pc:sldChg chg="addSp delSp modSp mod">
        <pc:chgData name="Aurelien Domont" userId="6da7715ce44349b3" providerId="LiveId" clId="{8C97B853-E239-49C0-A36B-A3F2C855C3BA}" dt="2023-11-03T00:02:06.974" v="34100" actId="207"/>
        <pc:sldMkLst>
          <pc:docMk/>
          <pc:sldMk cId="1254545715" sldId="2558"/>
        </pc:sldMkLst>
      </pc:sldChg>
      <pc:sldChg chg="addSp delSp modSp new add mod">
        <pc:chgData name="Aurelien Domont" userId="6da7715ce44349b3" providerId="LiveId" clId="{8C97B853-E239-49C0-A36B-A3F2C855C3BA}" dt="2023-11-02T05:51:38.680" v="456" actId="20577"/>
        <pc:sldMkLst>
          <pc:docMk/>
          <pc:sldMk cId="3556512680" sldId="2559"/>
        </pc:sldMkLst>
      </pc:sldChg>
      <pc:sldChg chg="del">
        <pc:chgData name="Aurelien Domont" userId="6da7715ce44349b3" providerId="LiveId" clId="{8C97B853-E239-49C0-A36B-A3F2C855C3BA}" dt="2023-11-02T05:26:32.510" v="1" actId="47"/>
        <pc:sldMkLst>
          <pc:docMk/>
          <pc:sldMk cId="3863720882" sldId="2559"/>
        </pc:sldMkLst>
      </pc:sldChg>
      <pc:sldChg chg="del">
        <pc:chgData name="Aurelien Domont" userId="6da7715ce44349b3" providerId="LiveId" clId="{8C97B853-E239-49C0-A36B-A3F2C855C3BA}" dt="2023-11-02T05:26:32.510" v="1" actId="47"/>
        <pc:sldMkLst>
          <pc:docMk/>
          <pc:sldMk cId="2683938910" sldId="2560"/>
        </pc:sldMkLst>
      </pc:sldChg>
      <pc:sldChg chg="modSp add mod">
        <pc:chgData name="Aurelien Domont" userId="6da7715ce44349b3" providerId="LiveId" clId="{8C97B853-E239-49C0-A36B-A3F2C855C3BA}" dt="2023-11-02T05:40:04.011" v="77" actId="207"/>
        <pc:sldMkLst>
          <pc:docMk/>
          <pc:sldMk cId="3543024021" sldId="2560"/>
        </pc:sldMkLst>
      </pc:sldChg>
      <pc:sldChg chg="add">
        <pc:chgData name="Aurelien Domont" userId="6da7715ce44349b3" providerId="LiveId" clId="{8C97B853-E239-49C0-A36B-A3F2C855C3BA}" dt="2023-11-02T05:43:15.083" v="272"/>
        <pc:sldMkLst>
          <pc:docMk/>
          <pc:sldMk cId="1405253810" sldId="2561"/>
        </pc:sldMkLst>
      </pc:sldChg>
      <pc:sldChg chg="modSp add del mod">
        <pc:chgData name="Aurelien Domont" userId="6da7715ce44349b3" providerId="LiveId" clId="{8C97B853-E239-49C0-A36B-A3F2C855C3BA}" dt="2023-11-02T05:42:38.515" v="227" actId="2696"/>
        <pc:sldMkLst>
          <pc:docMk/>
          <pc:sldMk cId="1589096457" sldId="2561"/>
        </pc:sldMkLst>
      </pc:sldChg>
      <pc:sldChg chg="del">
        <pc:chgData name="Aurelien Domont" userId="6da7715ce44349b3" providerId="LiveId" clId="{8C97B853-E239-49C0-A36B-A3F2C855C3BA}" dt="2023-11-02T05:26:32.510" v="1" actId="47"/>
        <pc:sldMkLst>
          <pc:docMk/>
          <pc:sldMk cId="3518363986" sldId="2561"/>
        </pc:sldMkLst>
      </pc:sldChg>
      <pc:sldChg chg="addSp delSp modSp add mod">
        <pc:chgData name="Aurelien Domont" userId="6da7715ce44349b3" providerId="LiveId" clId="{8C97B853-E239-49C0-A36B-A3F2C855C3BA}" dt="2023-11-02T05:52:16.705" v="467" actId="313"/>
        <pc:sldMkLst>
          <pc:docMk/>
          <pc:sldMk cId="308615889" sldId="2562"/>
        </pc:sldMkLst>
      </pc:sldChg>
      <pc:sldChg chg="del">
        <pc:chgData name="Aurelien Domont" userId="6da7715ce44349b3" providerId="LiveId" clId="{8C97B853-E239-49C0-A36B-A3F2C855C3BA}" dt="2023-11-02T05:26:32.510" v="1" actId="47"/>
        <pc:sldMkLst>
          <pc:docMk/>
          <pc:sldMk cId="1328775880" sldId="2562"/>
        </pc:sldMkLst>
      </pc:sldChg>
      <pc:sldChg chg="del">
        <pc:chgData name="Aurelien Domont" userId="6da7715ce44349b3" providerId="LiveId" clId="{8C97B853-E239-49C0-A36B-A3F2C855C3BA}" dt="2023-11-02T05:26:32.510" v="1" actId="47"/>
        <pc:sldMkLst>
          <pc:docMk/>
          <pc:sldMk cId="2958219566" sldId="2563"/>
        </pc:sldMkLst>
      </pc:sldChg>
      <pc:sldChg chg="addSp modSp add mod">
        <pc:chgData name="Aurelien Domont" userId="6da7715ce44349b3" providerId="LiveId" clId="{8C97B853-E239-49C0-A36B-A3F2C855C3BA}" dt="2023-11-02T05:52:17.209" v="468" actId="313"/>
        <pc:sldMkLst>
          <pc:docMk/>
          <pc:sldMk cId="3576432030" sldId="2563"/>
        </pc:sldMkLst>
      </pc:sldChg>
      <pc:sldChg chg="addSp modSp add mod">
        <pc:chgData name="Aurelien Domont" userId="6da7715ce44349b3" providerId="LiveId" clId="{8C97B853-E239-49C0-A36B-A3F2C855C3BA}" dt="2023-11-02T05:52:17.710" v="469" actId="313"/>
        <pc:sldMkLst>
          <pc:docMk/>
          <pc:sldMk cId="2374931211" sldId="2564"/>
        </pc:sldMkLst>
      </pc:sldChg>
      <pc:sldChg chg="del">
        <pc:chgData name="Aurelien Domont" userId="6da7715ce44349b3" providerId="LiveId" clId="{8C97B853-E239-49C0-A36B-A3F2C855C3BA}" dt="2023-11-02T05:26:32.510" v="1" actId="47"/>
        <pc:sldMkLst>
          <pc:docMk/>
          <pc:sldMk cId="3031063989" sldId="2564"/>
        </pc:sldMkLst>
      </pc:sldChg>
      <pc:sldChg chg="addSp modSp add mod">
        <pc:chgData name="Aurelien Domont" userId="6da7715ce44349b3" providerId="LiveId" clId="{8C97B853-E239-49C0-A36B-A3F2C855C3BA}" dt="2023-11-02T05:52:18.274" v="470" actId="313"/>
        <pc:sldMkLst>
          <pc:docMk/>
          <pc:sldMk cId="551571960" sldId="2565"/>
        </pc:sldMkLst>
      </pc:sldChg>
      <pc:sldChg chg="del">
        <pc:chgData name="Aurelien Domont" userId="6da7715ce44349b3" providerId="LiveId" clId="{8C97B853-E239-49C0-A36B-A3F2C855C3BA}" dt="2023-11-02T05:26:32.510" v="1" actId="47"/>
        <pc:sldMkLst>
          <pc:docMk/>
          <pc:sldMk cId="709896700" sldId="2565"/>
        </pc:sldMkLst>
      </pc:sldChg>
      <pc:sldChg chg="del">
        <pc:chgData name="Aurelien Domont" userId="6da7715ce44349b3" providerId="LiveId" clId="{8C97B853-E239-49C0-A36B-A3F2C855C3BA}" dt="2023-11-02T05:26:32.510" v="1" actId="47"/>
        <pc:sldMkLst>
          <pc:docMk/>
          <pc:sldMk cId="2827524245" sldId="2566"/>
        </pc:sldMkLst>
      </pc:sldChg>
      <pc:sldChg chg="addSp delSp modSp add mod">
        <pc:chgData name="Aurelien Domont" userId="6da7715ce44349b3" providerId="LiveId" clId="{8C97B853-E239-49C0-A36B-A3F2C855C3BA}" dt="2023-11-02T05:52:19.263" v="471" actId="313"/>
        <pc:sldMkLst>
          <pc:docMk/>
          <pc:sldMk cId="3582809319" sldId="2566"/>
        </pc:sldMkLst>
      </pc:sldChg>
      <pc:sldChg chg="addSp delSp modSp add mod">
        <pc:chgData name="Aurelien Domont" userId="6da7715ce44349b3" providerId="LiveId" clId="{8C97B853-E239-49C0-A36B-A3F2C855C3BA}" dt="2023-11-02T23:44:20.223" v="24585" actId="20577"/>
        <pc:sldMkLst>
          <pc:docMk/>
          <pc:sldMk cId="2891423568" sldId="2567"/>
        </pc:sldMkLst>
      </pc:sldChg>
      <pc:sldChg chg="del">
        <pc:chgData name="Aurelien Domont" userId="6da7715ce44349b3" providerId="LiveId" clId="{8C97B853-E239-49C0-A36B-A3F2C855C3BA}" dt="2023-11-02T05:26:32.510" v="1" actId="47"/>
        <pc:sldMkLst>
          <pc:docMk/>
          <pc:sldMk cId="3157727741" sldId="2567"/>
        </pc:sldMkLst>
      </pc:sldChg>
      <pc:sldChg chg="del">
        <pc:chgData name="Aurelien Domont" userId="6da7715ce44349b3" providerId="LiveId" clId="{8C97B853-E239-49C0-A36B-A3F2C855C3BA}" dt="2023-11-02T05:26:32.510" v="1" actId="47"/>
        <pc:sldMkLst>
          <pc:docMk/>
          <pc:sldMk cId="3316376722" sldId="2568"/>
        </pc:sldMkLst>
      </pc:sldChg>
      <pc:sldChg chg="addSp delSp modSp add mod">
        <pc:chgData name="Aurelien Domont" userId="6da7715ce44349b3" providerId="LiveId" clId="{8C97B853-E239-49C0-A36B-A3F2C855C3BA}" dt="2023-11-02T23:44:16.528" v="24583" actId="20577"/>
        <pc:sldMkLst>
          <pc:docMk/>
          <pc:sldMk cId="3903418997" sldId="2568"/>
        </pc:sldMkLst>
      </pc:sldChg>
      <pc:sldChg chg="addSp modSp add mod">
        <pc:chgData name="Aurelien Domont" userId="6da7715ce44349b3" providerId="LiveId" clId="{8C97B853-E239-49C0-A36B-A3F2C855C3BA}" dt="2023-11-02T23:44:34.527" v="24598" actId="20577"/>
        <pc:sldMkLst>
          <pc:docMk/>
          <pc:sldMk cId="2009755545" sldId="2569"/>
        </pc:sldMkLst>
      </pc:sldChg>
      <pc:sldChg chg="del">
        <pc:chgData name="Aurelien Domont" userId="6da7715ce44349b3" providerId="LiveId" clId="{8C97B853-E239-49C0-A36B-A3F2C855C3BA}" dt="2023-11-02T05:26:32.510" v="1" actId="47"/>
        <pc:sldMkLst>
          <pc:docMk/>
          <pc:sldMk cId="3064932023" sldId="2569"/>
        </pc:sldMkLst>
      </pc:sldChg>
      <pc:sldChg chg="addSp modSp add mod">
        <pc:chgData name="Aurelien Domont" userId="6da7715ce44349b3" providerId="LiveId" clId="{8C97B853-E239-49C0-A36B-A3F2C855C3BA}" dt="2023-11-02T05:54:09.980" v="500" actId="207"/>
        <pc:sldMkLst>
          <pc:docMk/>
          <pc:sldMk cId="2197559153" sldId="2570"/>
        </pc:sldMkLst>
      </pc:sldChg>
      <pc:sldChg chg="del">
        <pc:chgData name="Aurelien Domont" userId="6da7715ce44349b3" providerId="LiveId" clId="{8C97B853-E239-49C0-A36B-A3F2C855C3BA}" dt="2023-11-02T05:26:32.510" v="1" actId="47"/>
        <pc:sldMkLst>
          <pc:docMk/>
          <pc:sldMk cId="2485613412" sldId="2570"/>
        </pc:sldMkLst>
      </pc:sldChg>
      <pc:sldChg chg="addSp delSp modSp add mod">
        <pc:chgData name="Aurelien Domont" userId="6da7715ce44349b3" providerId="LiveId" clId="{8C97B853-E239-49C0-A36B-A3F2C855C3BA}" dt="2023-11-02T23:44:23.992" v="24587" actId="20577"/>
        <pc:sldMkLst>
          <pc:docMk/>
          <pc:sldMk cId="246935978" sldId="2571"/>
        </pc:sldMkLst>
      </pc:sldChg>
      <pc:sldChg chg="del">
        <pc:chgData name="Aurelien Domont" userId="6da7715ce44349b3" providerId="LiveId" clId="{8C97B853-E239-49C0-A36B-A3F2C855C3BA}" dt="2023-11-02T05:26:32.510" v="1" actId="47"/>
        <pc:sldMkLst>
          <pc:docMk/>
          <pc:sldMk cId="4243464569" sldId="2571"/>
        </pc:sldMkLst>
      </pc:sldChg>
      <pc:sldChg chg="modSp add mod">
        <pc:chgData name="Aurelien Domont" userId="6da7715ce44349b3" providerId="LiveId" clId="{8C97B853-E239-49C0-A36B-A3F2C855C3BA}" dt="2023-11-02T06:30:53.443" v="23511" actId="207"/>
        <pc:sldMkLst>
          <pc:docMk/>
          <pc:sldMk cId="2657703967" sldId="2572"/>
        </pc:sldMkLst>
      </pc:sldChg>
      <pc:sldChg chg="del">
        <pc:chgData name="Aurelien Domont" userId="6da7715ce44349b3" providerId="LiveId" clId="{8C97B853-E239-49C0-A36B-A3F2C855C3BA}" dt="2023-11-02T05:26:32.510" v="1" actId="47"/>
        <pc:sldMkLst>
          <pc:docMk/>
          <pc:sldMk cId="3094821979" sldId="2572"/>
        </pc:sldMkLst>
      </pc:sldChg>
      <pc:sldChg chg="del">
        <pc:chgData name="Aurelien Domont" userId="6da7715ce44349b3" providerId="LiveId" clId="{8C97B853-E239-49C0-A36B-A3F2C855C3BA}" dt="2023-11-02T05:26:32.510" v="1" actId="47"/>
        <pc:sldMkLst>
          <pc:docMk/>
          <pc:sldMk cId="147547206" sldId="2573"/>
        </pc:sldMkLst>
      </pc:sldChg>
      <pc:sldChg chg="add del">
        <pc:chgData name="Aurelien Domont" userId="6da7715ce44349b3" providerId="LiveId" clId="{8C97B853-E239-49C0-A36B-A3F2C855C3BA}" dt="2023-11-02T06:38:45.876" v="23651" actId="47"/>
        <pc:sldMkLst>
          <pc:docMk/>
          <pc:sldMk cId="3171144837" sldId="2573"/>
        </pc:sldMkLst>
      </pc:sldChg>
      <pc:sldChg chg="modSp add del mod">
        <pc:chgData name="Aurelien Domont" userId="6da7715ce44349b3" providerId="LiveId" clId="{8C97B853-E239-49C0-A36B-A3F2C855C3BA}" dt="2023-11-02T23:31:24.588" v="24295" actId="47"/>
        <pc:sldMkLst>
          <pc:docMk/>
          <pc:sldMk cId="3562272994" sldId="2573"/>
        </pc:sldMkLst>
      </pc:sldChg>
      <pc:sldChg chg="del">
        <pc:chgData name="Aurelien Domont" userId="6da7715ce44349b3" providerId="LiveId" clId="{8C97B853-E239-49C0-A36B-A3F2C855C3BA}" dt="2023-11-02T05:26:32.510" v="1" actId="47"/>
        <pc:sldMkLst>
          <pc:docMk/>
          <pc:sldMk cId="585608467" sldId="2574"/>
        </pc:sldMkLst>
      </pc:sldChg>
      <pc:sldChg chg="modSp add mod modClrScheme chgLayout">
        <pc:chgData name="Aurelien Domont" userId="6da7715ce44349b3" providerId="LiveId" clId="{8C97B853-E239-49C0-A36B-A3F2C855C3BA}" dt="2023-11-02T06:44:42.753" v="23664"/>
        <pc:sldMkLst>
          <pc:docMk/>
          <pc:sldMk cId="3290492658" sldId="2574"/>
        </pc:sldMkLst>
      </pc:sldChg>
      <pc:sldChg chg="addSp delSp modSp add mod">
        <pc:chgData name="Aurelien Domont" userId="6da7715ce44349b3" providerId="LiveId" clId="{8C97B853-E239-49C0-A36B-A3F2C855C3BA}" dt="2023-11-02T23:55:19.780" v="33999"/>
        <pc:sldMkLst>
          <pc:docMk/>
          <pc:sldMk cId="492701164" sldId="2575"/>
        </pc:sldMkLst>
      </pc:sldChg>
      <pc:sldChg chg="del">
        <pc:chgData name="Aurelien Domont" userId="6da7715ce44349b3" providerId="LiveId" clId="{8C97B853-E239-49C0-A36B-A3F2C855C3BA}" dt="2023-11-02T05:26:32.510" v="1" actId="47"/>
        <pc:sldMkLst>
          <pc:docMk/>
          <pc:sldMk cId="1245856470" sldId="2575"/>
        </pc:sldMkLst>
      </pc:sldChg>
      <pc:sldChg chg="del">
        <pc:chgData name="Aurelien Domont" userId="6da7715ce44349b3" providerId="LiveId" clId="{8C97B853-E239-49C0-A36B-A3F2C855C3BA}" dt="2023-11-02T05:26:32.510" v="1" actId="47"/>
        <pc:sldMkLst>
          <pc:docMk/>
          <pc:sldMk cId="311538208" sldId="2576"/>
        </pc:sldMkLst>
      </pc:sldChg>
      <pc:sldChg chg="addSp delSp modSp new add del mod">
        <pc:chgData name="Aurelien Domont" userId="6da7715ce44349b3" providerId="LiveId" clId="{8C97B853-E239-49C0-A36B-A3F2C855C3BA}" dt="2023-11-02T23:31:41.306" v="24298" actId="2696"/>
        <pc:sldMkLst>
          <pc:docMk/>
          <pc:sldMk cId="1958855722" sldId="2576"/>
        </pc:sldMkLst>
      </pc:sldChg>
      <pc:sldChg chg="add">
        <pc:chgData name="Aurelien Domont" userId="6da7715ce44349b3" providerId="LiveId" clId="{8C97B853-E239-49C0-A36B-A3F2C855C3BA}" dt="2023-11-02T23:31:48.570" v="24299"/>
        <pc:sldMkLst>
          <pc:docMk/>
          <pc:sldMk cId="4238369639" sldId="2576"/>
        </pc:sldMkLst>
      </pc:sldChg>
      <pc:sldChg chg="add">
        <pc:chgData name="Aurelien Domont" userId="6da7715ce44349b3" providerId="LiveId" clId="{8C97B853-E239-49C0-A36B-A3F2C855C3BA}" dt="2023-11-02T23:31:48.570" v="24299"/>
        <pc:sldMkLst>
          <pc:docMk/>
          <pc:sldMk cId="2327507526" sldId="2577"/>
        </pc:sldMkLst>
      </pc:sldChg>
      <pc:sldChg chg="del">
        <pc:chgData name="Aurelien Domont" userId="6da7715ce44349b3" providerId="LiveId" clId="{8C97B853-E239-49C0-A36B-A3F2C855C3BA}" dt="2023-11-02T05:26:32.510" v="1" actId="47"/>
        <pc:sldMkLst>
          <pc:docMk/>
          <pc:sldMk cId="3661748107" sldId="2577"/>
        </pc:sldMkLst>
      </pc:sldChg>
      <pc:sldChg chg="addSp delSp modSp add del mod">
        <pc:chgData name="Aurelien Domont" userId="6da7715ce44349b3" providerId="LiveId" clId="{8C97B853-E239-49C0-A36B-A3F2C855C3BA}" dt="2023-11-02T23:31:41.306" v="24298" actId="2696"/>
        <pc:sldMkLst>
          <pc:docMk/>
          <pc:sldMk cId="4276112069" sldId="2577"/>
        </pc:sldMkLst>
      </pc:sldChg>
      <pc:sldChg chg="addSp delSp modSp add del mod">
        <pc:chgData name="Aurelien Domont" userId="6da7715ce44349b3" providerId="LiveId" clId="{8C97B853-E239-49C0-A36B-A3F2C855C3BA}" dt="2023-11-02T23:31:41.306" v="24298" actId="2696"/>
        <pc:sldMkLst>
          <pc:docMk/>
          <pc:sldMk cId="440462274" sldId="2578"/>
        </pc:sldMkLst>
      </pc:sldChg>
      <pc:sldChg chg="add">
        <pc:chgData name="Aurelien Domont" userId="6da7715ce44349b3" providerId="LiveId" clId="{8C97B853-E239-49C0-A36B-A3F2C855C3BA}" dt="2023-11-02T23:31:48.570" v="24299"/>
        <pc:sldMkLst>
          <pc:docMk/>
          <pc:sldMk cId="515313173" sldId="2578"/>
        </pc:sldMkLst>
      </pc:sldChg>
      <pc:sldChg chg="del">
        <pc:chgData name="Aurelien Domont" userId="6da7715ce44349b3" providerId="LiveId" clId="{8C97B853-E239-49C0-A36B-A3F2C855C3BA}" dt="2023-11-02T05:26:32.510" v="1" actId="47"/>
        <pc:sldMkLst>
          <pc:docMk/>
          <pc:sldMk cId="2289592772" sldId="2578"/>
        </pc:sldMkLst>
      </pc:sldChg>
      <pc:sldChg chg="add">
        <pc:chgData name="Aurelien Domont" userId="6da7715ce44349b3" providerId="LiveId" clId="{8C97B853-E239-49C0-A36B-A3F2C855C3BA}" dt="2023-11-02T23:31:48.570" v="24299"/>
        <pc:sldMkLst>
          <pc:docMk/>
          <pc:sldMk cId="883372972" sldId="2579"/>
        </pc:sldMkLst>
      </pc:sldChg>
      <pc:sldChg chg="addSp delSp modSp add del mod">
        <pc:chgData name="Aurelien Domont" userId="6da7715ce44349b3" providerId="LiveId" clId="{8C97B853-E239-49C0-A36B-A3F2C855C3BA}" dt="2023-11-02T23:31:41.306" v="24298" actId="2696"/>
        <pc:sldMkLst>
          <pc:docMk/>
          <pc:sldMk cId="900956587" sldId="2579"/>
        </pc:sldMkLst>
      </pc:sldChg>
      <pc:sldChg chg="del">
        <pc:chgData name="Aurelien Domont" userId="6da7715ce44349b3" providerId="LiveId" clId="{8C97B853-E239-49C0-A36B-A3F2C855C3BA}" dt="2023-11-02T05:26:32.510" v="1" actId="47"/>
        <pc:sldMkLst>
          <pc:docMk/>
          <pc:sldMk cId="2798016024" sldId="2579"/>
        </pc:sldMkLst>
      </pc:sldChg>
      <pc:sldChg chg="addSp delSp modSp add del mod">
        <pc:chgData name="Aurelien Domont" userId="6da7715ce44349b3" providerId="LiveId" clId="{8C97B853-E239-49C0-A36B-A3F2C855C3BA}" dt="2023-11-02T23:31:41.306" v="24298" actId="2696"/>
        <pc:sldMkLst>
          <pc:docMk/>
          <pc:sldMk cId="1898782871" sldId="2580"/>
        </pc:sldMkLst>
      </pc:sldChg>
      <pc:sldChg chg="addSp delSp modSp add mod">
        <pc:chgData name="Aurelien Domont" userId="6da7715ce44349b3" providerId="LiveId" clId="{8C97B853-E239-49C0-A36B-A3F2C855C3BA}" dt="2023-11-02T23:37:14.179" v="24420" actId="20577"/>
        <pc:sldMkLst>
          <pc:docMk/>
          <pc:sldMk cId="3658858448" sldId="2580"/>
        </pc:sldMkLst>
      </pc:sldChg>
      <pc:sldChg chg="del">
        <pc:chgData name="Aurelien Domont" userId="6da7715ce44349b3" providerId="LiveId" clId="{8C97B853-E239-49C0-A36B-A3F2C855C3BA}" dt="2023-11-02T05:26:32.510" v="1" actId="47"/>
        <pc:sldMkLst>
          <pc:docMk/>
          <pc:sldMk cId="3888118859" sldId="2580"/>
        </pc:sldMkLst>
      </pc:sldChg>
      <pc:sldChg chg="addSp delSp modSp add del mod">
        <pc:chgData name="Aurelien Domont" userId="6da7715ce44349b3" providerId="LiveId" clId="{8C97B853-E239-49C0-A36B-A3F2C855C3BA}" dt="2023-11-02T06:56:30.010" v="24055" actId="47"/>
        <pc:sldMkLst>
          <pc:docMk/>
          <pc:sldMk cId="3113746555" sldId="2581"/>
        </pc:sldMkLst>
      </pc:sldChg>
      <pc:sldChg chg="delSp modSp add mod">
        <pc:chgData name="Aurelien Domont" userId="6da7715ce44349b3" providerId="LiveId" clId="{8C97B853-E239-49C0-A36B-A3F2C855C3BA}" dt="2023-11-02T23:31:03.919" v="24288" actId="478"/>
        <pc:sldMkLst>
          <pc:docMk/>
          <pc:sldMk cId="3371668482" sldId="2581"/>
        </pc:sldMkLst>
      </pc:sldChg>
      <pc:sldChg chg="del">
        <pc:chgData name="Aurelien Domont" userId="6da7715ce44349b3" providerId="LiveId" clId="{8C97B853-E239-49C0-A36B-A3F2C855C3BA}" dt="2023-11-02T05:26:32.510" v="1" actId="47"/>
        <pc:sldMkLst>
          <pc:docMk/>
          <pc:sldMk cId="3709114663" sldId="2581"/>
        </pc:sldMkLst>
      </pc:sldChg>
      <pc:sldChg chg="modSp add mod">
        <pc:chgData name="Aurelien Domont" userId="6da7715ce44349b3" providerId="LiveId" clId="{8C97B853-E239-49C0-A36B-A3F2C855C3BA}" dt="2023-11-02T23:40:01.559" v="24429" actId="207"/>
        <pc:sldMkLst>
          <pc:docMk/>
          <pc:sldMk cId="1980039990" sldId="2582"/>
        </pc:sldMkLst>
      </pc:sldChg>
      <pc:sldChg chg="add del">
        <pc:chgData name="Aurelien Domont" userId="6da7715ce44349b3" providerId="LiveId" clId="{8C97B853-E239-49C0-A36B-A3F2C855C3BA}" dt="2023-11-02T06:56:29.210" v="24054" actId="47"/>
        <pc:sldMkLst>
          <pc:docMk/>
          <pc:sldMk cId="3726466002" sldId="2582"/>
        </pc:sldMkLst>
      </pc:sldChg>
      <pc:sldChg chg="modSp add mod">
        <pc:chgData name="Aurelien Domont" userId="6da7715ce44349b3" providerId="LiveId" clId="{8C97B853-E239-49C0-A36B-A3F2C855C3BA}" dt="2023-11-02T23:31:14.808" v="24292" actId="207"/>
        <pc:sldMkLst>
          <pc:docMk/>
          <pc:sldMk cId="1154581266" sldId="2583"/>
        </pc:sldMkLst>
      </pc:sldChg>
      <pc:sldChg chg="del">
        <pc:chgData name="Aurelien Domont" userId="6da7715ce44349b3" providerId="LiveId" clId="{8C97B853-E239-49C0-A36B-A3F2C855C3BA}" dt="2023-11-02T05:26:32.510" v="1" actId="47"/>
        <pc:sldMkLst>
          <pc:docMk/>
          <pc:sldMk cId="2243542728" sldId="2583"/>
        </pc:sldMkLst>
      </pc:sldChg>
      <pc:sldChg chg="del">
        <pc:chgData name="Aurelien Domont" userId="6da7715ce44349b3" providerId="LiveId" clId="{8C97B853-E239-49C0-A36B-A3F2C855C3BA}" dt="2023-11-02T05:26:32.510" v="1" actId="47"/>
        <pc:sldMkLst>
          <pc:docMk/>
          <pc:sldMk cId="1659185181" sldId="2584"/>
        </pc:sldMkLst>
      </pc:sldChg>
      <pc:sldChg chg="modSp add mod">
        <pc:chgData name="Aurelien Domont" userId="6da7715ce44349b3" providerId="LiveId" clId="{8C97B853-E239-49C0-A36B-A3F2C855C3BA}" dt="2023-11-02T23:31:21.441" v="24294" actId="207"/>
        <pc:sldMkLst>
          <pc:docMk/>
          <pc:sldMk cId="2592324127" sldId="2584"/>
        </pc:sldMkLst>
      </pc:sldChg>
      <pc:sldChg chg="del">
        <pc:chgData name="Aurelien Domont" userId="6da7715ce44349b3" providerId="LiveId" clId="{8C97B853-E239-49C0-A36B-A3F2C855C3BA}" dt="2023-11-02T05:26:32.510" v="1" actId="47"/>
        <pc:sldMkLst>
          <pc:docMk/>
          <pc:sldMk cId="779593192" sldId="2585"/>
        </pc:sldMkLst>
      </pc:sldChg>
      <pc:sldChg chg="modSp add mod">
        <pc:chgData name="Aurelien Domont" userId="6da7715ce44349b3" providerId="LiveId" clId="{8C97B853-E239-49C0-A36B-A3F2C855C3BA}" dt="2023-11-02T23:31:35.329" v="24297" actId="207"/>
        <pc:sldMkLst>
          <pc:docMk/>
          <pc:sldMk cId="1550236728" sldId="2585"/>
        </pc:sldMkLst>
      </pc:sldChg>
      <pc:sldChg chg="addSp delSp modSp add del mod">
        <pc:chgData name="Aurelien Domont" userId="6da7715ce44349b3" providerId="LiveId" clId="{8C97B853-E239-49C0-A36B-A3F2C855C3BA}" dt="2023-11-02T23:36:55.413" v="24348" actId="2696"/>
        <pc:sldMkLst>
          <pc:docMk/>
          <pc:sldMk cId="3371267838" sldId="2586"/>
        </pc:sldMkLst>
      </pc:sldChg>
      <pc:sldChg chg="addSp delSp modSp add mod">
        <pc:chgData name="Aurelien Domont" userId="6da7715ce44349b3" providerId="LiveId" clId="{8C97B853-E239-49C0-A36B-A3F2C855C3BA}" dt="2023-11-02T23:40:21.192" v="24526"/>
        <pc:sldMkLst>
          <pc:docMk/>
          <pc:sldMk cId="3493403752" sldId="2586"/>
        </pc:sldMkLst>
      </pc:sldChg>
      <pc:sldChg chg="addSp delSp modSp add mod">
        <pc:chgData name="Aurelien Domont" userId="6da7715ce44349b3" providerId="LiveId" clId="{8C97B853-E239-49C0-A36B-A3F2C855C3BA}" dt="2023-11-02T23:52:15.070" v="33917"/>
        <pc:sldMkLst>
          <pc:docMk/>
          <pc:sldMk cId="2158731188" sldId="2587"/>
        </pc:sldMkLst>
      </pc:sldChg>
      <pc:sldChg chg="addSp delSp modSp add mod">
        <pc:chgData name="Aurelien Domont" userId="6da7715ce44349b3" providerId="LiveId" clId="{8C97B853-E239-49C0-A36B-A3F2C855C3BA}" dt="2023-11-02T23:49:45.553" v="33881"/>
        <pc:sldMkLst>
          <pc:docMk/>
          <pc:sldMk cId="3959411121" sldId="2588"/>
        </pc:sldMkLst>
      </pc:sldChg>
      <pc:sldChg chg="modSp add mod">
        <pc:chgData name="Aurelien Domont" userId="6da7715ce44349b3" providerId="LiveId" clId="{8C97B853-E239-49C0-A36B-A3F2C855C3BA}" dt="2023-11-02T23:42:53.390" v="24567" actId="20577"/>
        <pc:sldMkLst>
          <pc:docMk/>
          <pc:sldMk cId="3701357970" sldId="2589"/>
        </pc:sldMkLst>
      </pc:sldChg>
      <pc:sldChg chg="modSp add mod">
        <pc:chgData name="Aurelien Domont" userId="6da7715ce44349b3" providerId="LiveId" clId="{8C97B853-E239-49C0-A36B-A3F2C855C3BA}" dt="2023-11-02T23:42:56.584" v="24569" actId="20577"/>
        <pc:sldMkLst>
          <pc:docMk/>
          <pc:sldMk cId="3748245338" sldId="2590"/>
        </pc:sldMkLst>
      </pc:sldChg>
      <pc:sldChg chg="modSp add mod">
        <pc:chgData name="Aurelien Domont" userId="6da7715ce44349b3" providerId="LiveId" clId="{8C97B853-E239-49C0-A36B-A3F2C855C3BA}" dt="2023-11-02T23:44:12.130" v="24581"/>
        <pc:sldMkLst>
          <pc:docMk/>
          <pc:sldMk cId="3223397737" sldId="2591"/>
        </pc:sldMkLst>
      </pc:sldChg>
      <pc:sldChg chg="addSp delSp modSp add mod">
        <pc:chgData name="Aurelien Domont" userId="6da7715ce44349b3" providerId="LiveId" clId="{8C97B853-E239-49C0-A36B-A3F2C855C3BA}" dt="2023-11-02T23:52:22.904" v="33918"/>
        <pc:sldMkLst>
          <pc:docMk/>
          <pc:sldMk cId="1501742771" sldId="2592"/>
        </pc:sldMkLst>
      </pc:sldChg>
      <pc:sldChg chg="addSp delSp modSp add mod">
        <pc:chgData name="Aurelien Domont" userId="6da7715ce44349b3" providerId="LiveId" clId="{8C97B853-E239-49C0-A36B-A3F2C855C3BA}" dt="2023-11-02T23:52:27.508" v="33919"/>
        <pc:sldMkLst>
          <pc:docMk/>
          <pc:sldMk cId="1699548227" sldId="2593"/>
        </pc:sldMkLst>
      </pc:sldChg>
      <pc:sldChg chg="addSp delSp modSp add mod">
        <pc:chgData name="Aurelien Domont" userId="6da7715ce44349b3" providerId="LiveId" clId="{8C97B853-E239-49C0-A36B-A3F2C855C3BA}" dt="2023-11-02T23:52:31.693" v="33920"/>
        <pc:sldMkLst>
          <pc:docMk/>
          <pc:sldMk cId="3665142639" sldId="2594"/>
        </pc:sldMkLst>
      </pc:sldChg>
      <pc:sldChg chg="addSp delSp modSp add mod modClrScheme chgLayout">
        <pc:chgData name="Aurelien Domont" userId="6da7715ce44349b3" providerId="LiveId" clId="{8C97B853-E239-49C0-A36B-A3F2C855C3BA}" dt="2023-11-03T00:00:48.579" v="34075" actId="20577"/>
        <pc:sldMkLst>
          <pc:docMk/>
          <pc:sldMk cId="1755678747" sldId="2595"/>
        </pc:sldMkLst>
      </pc:sldChg>
      <pc:sldChg chg="delSp modSp add del mod">
        <pc:chgData name="Aurelien Domont" userId="6da7715ce44349b3" providerId="LiveId" clId="{8C97B853-E239-49C0-A36B-A3F2C855C3BA}" dt="2023-11-02T23:59:10.130" v="34020" actId="47"/>
        <pc:sldMkLst>
          <pc:docMk/>
          <pc:sldMk cId="1767286639" sldId="2595"/>
        </pc:sldMkLst>
      </pc:sldChg>
      <pc:sldChg chg="delSp modSp add mod ord">
        <pc:chgData name="Aurelien Domont" userId="6da7715ce44349b3" providerId="LiveId" clId="{8C97B853-E239-49C0-A36B-A3F2C855C3BA}" dt="2023-11-03T00:03:27.427" v="34154"/>
        <pc:sldMkLst>
          <pc:docMk/>
          <pc:sldMk cId="2866196194" sldId="2596"/>
        </pc:sldMkLst>
      </pc:sldChg>
      <pc:sldChg chg="modSp add del mod">
        <pc:chgData name="Aurelien Domont" userId="6da7715ce44349b3" providerId="LiveId" clId="{8C97B853-E239-49C0-A36B-A3F2C855C3BA}" dt="2023-11-02T23:59:10.130" v="34020" actId="47"/>
        <pc:sldMkLst>
          <pc:docMk/>
          <pc:sldMk cId="3933415597" sldId="2596"/>
        </pc:sldMkLst>
      </pc:sldChg>
      <pc:sldChg chg="delSp modSp add mod">
        <pc:chgData name="Aurelien Domont" userId="6da7715ce44349b3" providerId="LiveId" clId="{8C97B853-E239-49C0-A36B-A3F2C855C3BA}" dt="2023-11-03T00:02:21.176" v="34104" actId="478"/>
        <pc:sldMkLst>
          <pc:docMk/>
          <pc:sldMk cId="4238437504" sldId="2597"/>
        </pc:sldMkLst>
      </pc:sldChg>
      <pc:sldMasterChg chg="delSldLayout">
        <pc:chgData name="Aurelien Domont" userId="6da7715ce44349b3" providerId="LiveId" clId="{8C97B853-E239-49C0-A36B-A3F2C855C3BA}" dt="2023-11-03T00:11:07.277" v="34155" actId="2696"/>
        <pc:sldMasterMkLst>
          <pc:docMk/>
          <pc:sldMasterMk cId="3482721130" sldId="2147483828"/>
        </pc:sldMasterMkLst>
        <pc:sldLayoutChg chg="del">
          <pc:chgData name="Aurelien Domont" userId="6da7715ce44349b3" providerId="LiveId" clId="{8C97B853-E239-49C0-A36B-A3F2C855C3BA}" dt="2023-11-02T06:44:47.481" v="23669" actId="2696"/>
          <pc:sldLayoutMkLst>
            <pc:docMk/>
            <pc:sldMasterMk cId="3482721130" sldId="2147483828"/>
            <pc:sldLayoutMk cId="204112563" sldId="2147483835"/>
          </pc:sldLayoutMkLst>
        </pc:sldLayoutChg>
        <pc:sldLayoutChg chg="del">
          <pc:chgData name="Aurelien Domont" userId="6da7715ce44349b3" providerId="LiveId" clId="{8C97B853-E239-49C0-A36B-A3F2C855C3BA}" dt="2023-11-03T00:11:07.277" v="34155" actId="2696"/>
          <pc:sldLayoutMkLst>
            <pc:docMk/>
            <pc:sldMasterMk cId="3482721130" sldId="2147483828"/>
            <pc:sldLayoutMk cId="817944221" sldId="2147483835"/>
          </pc:sldLayoutMkLst>
        </pc:sldLayoutChg>
        <pc:sldLayoutChg chg="del">
          <pc:chgData name="Aurelien Domont" userId="6da7715ce44349b3" providerId="LiveId" clId="{8C97B853-E239-49C0-A36B-A3F2C855C3BA}" dt="2023-11-02T23:39:26.777" v="24428" actId="2696"/>
          <pc:sldLayoutMkLst>
            <pc:docMk/>
            <pc:sldMasterMk cId="3482721130" sldId="2147483828"/>
            <pc:sldLayoutMk cId="1106554788" sldId="2147483835"/>
          </pc:sldLayoutMkLst>
        </pc:sldLayoutChg>
        <pc:sldLayoutChg chg="del">
          <pc:chgData name="Aurelien Domont" userId="6da7715ce44349b3" providerId="LiveId" clId="{8C97B853-E239-49C0-A36B-A3F2C855C3BA}" dt="2023-11-02T23:53:35.078" v="33929" actId="2696"/>
          <pc:sldLayoutMkLst>
            <pc:docMk/>
            <pc:sldMasterMk cId="3482721130" sldId="2147483828"/>
            <pc:sldLayoutMk cId="2735308615" sldId="2147483835"/>
          </pc:sldLayoutMkLst>
        </pc:sldLayoutChg>
        <pc:sldLayoutChg chg="del">
          <pc:chgData name="Aurelien Domont" userId="6da7715ce44349b3" providerId="LiveId" clId="{8C97B853-E239-49C0-A36B-A3F2C855C3BA}" dt="2023-11-02T06:36:13.522" v="23519" actId="2696"/>
          <pc:sldLayoutMkLst>
            <pc:docMk/>
            <pc:sldMasterMk cId="3482721130" sldId="2147483828"/>
            <pc:sldLayoutMk cId="3976031138" sldId="2147483835"/>
          </pc:sldLayoutMkLst>
        </pc:sldLayoutChg>
        <pc:sldLayoutChg chg="del">
          <pc:chgData name="Aurelien Domont" userId="6da7715ce44349b3" providerId="LiveId" clId="{8C97B853-E239-49C0-A36B-A3F2C855C3BA}" dt="2023-11-02T05:34:46.319" v="11" actId="2696"/>
          <pc:sldLayoutMkLst>
            <pc:docMk/>
            <pc:sldMasterMk cId="3482721130" sldId="2147483828"/>
            <pc:sldLayoutMk cId="4189696893" sldId="2147483835"/>
          </pc:sldLayoutMkLst>
        </pc:sldLayoutChg>
      </pc:sldMasterChg>
    </pc:docChg>
  </pc:docChgLst>
  <pc:docChgLst>
    <pc:chgData name="Aurelien Domont" userId="6da7715ce44349b3" providerId="LiveId" clId="{22309527-0B3F-4103-B55C-3A02DE10C806}"/>
    <pc:docChg chg="addSld delSld modSld modSection">
      <pc:chgData name="Aurelien Domont" userId="6da7715ce44349b3" providerId="LiveId" clId="{22309527-0B3F-4103-B55C-3A02DE10C806}" dt="2024-02-12T05:46:41.812" v="39" actId="20577"/>
      <pc:docMkLst>
        <pc:docMk/>
      </pc:docMkLst>
      <pc:sldChg chg="modSp mod">
        <pc:chgData name="Aurelien Domont" userId="6da7715ce44349b3" providerId="LiveId" clId="{22309527-0B3F-4103-B55C-3A02DE10C806}" dt="2024-02-06T01:55:22.793" v="37" actId="1035"/>
        <pc:sldMkLst>
          <pc:docMk/>
          <pc:sldMk cId="3956982643" sldId="526"/>
        </pc:sldMkLst>
      </pc:sldChg>
      <pc:sldChg chg="modSp mod">
        <pc:chgData name="Aurelien Domont" userId="6da7715ce44349b3" providerId="LiveId" clId="{22309527-0B3F-4103-B55C-3A02DE10C806}" dt="2024-02-12T05:46:41.812" v="39" actId="20577"/>
        <pc:sldMkLst>
          <pc:docMk/>
          <pc:sldMk cId="3272444503" sldId="2162"/>
        </pc:sldMkLst>
      </pc:sldChg>
      <pc:sldChg chg="modSp mod">
        <pc:chgData name="Aurelien Domont" userId="6da7715ce44349b3" providerId="LiveId" clId="{22309527-0B3F-4103-B55C-3A02DE10C806}" dt="2024-02-02T05:42:32.189" v="27" actId="20577"/>
        <pc:sldMkLst>
          <pc:docMk/>
          <pc:sldMk cId="1209091634" sldId="2338"/>
        </pc:sldMkLst>
      </pc:sldChg>
      <pc:sldChg chg="modSp mod">
        <pc:chgData name="Aurelien Domont" userId="6da7715ce44349b3" providerId="LiveId" clId="{22309527-0B3F-4103-B55C-3A02DE10C806}" dt="2023-12-14T03:50:44.331" v="18" actId="20577"/>
        <pc:sldMkLst>
          <pc:docMk/>
          <pc:sldMk cId="2246164536" sldId="3289"/>
        </pc:sldMkLst>
      </pc:sldChg>
      <pc:sldChg chg="modSp mod">
        <pc:chgData name="Aurelien Domont" userId="6da7715ce44349b3" providerId="LiveId" clId="{22309527-0B3F-4103-B55C-3A02DE10C806}" dt="2024-02-02T04:58:56.319" v="23" actId="20577"/>
        <pc:sldMkLst>
          <pc:docMk/>
          <pc:sldMk cId="2392440094" sldId="3301"/>
        </pc:sldMkLst>
      </pc:sldChg>
      <pc:sldChg chg="addSp modSp">
        <pc:chgData name="Aurelien Domont" userId="6da7715ce44349b3" providerId="LiveId" clId="{22309527-0B3F-4103-B55C-3A02DE10C806}" dt="2023-12-15T02:49:24.092" v="19"/>
        <pc:sldMkLst>
          <pc:docMk/>
          <pc:sldMk cId="1393908417" sldId="3302"/>
        </pc:sldMkLst>
      </pc:sldChg>
      <pc:sldChg chg="addSp modSp add del mod">
        <pc:chgData name="Aurelien Domont" userId="6da7715ce44349b3" providerId="LiveId" clId="{22309527-0B3F-4103-B55C-3A02DE10C806}" dt="2023-12-06T04:09:45.175" v="4" actId="47"/>
        <pc:sldMkLst>
          <pc:docMk/>
          <pc:sldMk cId="2283142339" sldId="3308"/>
        </pc:sldMkLst>
      </pc:sldChg>
    </pc:docChg>
  </pc:docChgLst>
  <pc:docChgLst>
    <pc:chgData name="Aurelien Domont" userId="6da7715ce44349b3" providerId="LiveId" clId="{131BB8E8-1659-49D0-9117-5008174AAE79}"/>
    <pc:docChg chg="undo custSel addSld delSld modSld sldOrd addSection modSection replTag">
      <pc:chgData name="Aurelien Domont" userId="6da7715ce44349b3" providerId="LiveId" clId="{131BB8E8-1659-49D0-9117-5008174AAE79}" dt="2023-12-06T03:50:02.184" v="7531" actId="2"/>
      <pc:docMkLst>
        <pc:docMk/>
      </pc:docMkLst>
      <pc:sldChg chg="modSp mod">
        <pc:chgData name="Aurelien Domont" userId="6da7715ce44349b3" providerId="LiveId" clId="{131BB8E8-1659-49D0-9117-5008174AAE79}" dt="2023-12-04T23:59:52.792" v="1456" actId="20577"/>
        <pc:sldMkLst>
          <pc:docMk/>
          <pc:sldMk cId="3956982643" sldId="526"/>
        </pc:sldMkLst>
      </pc:sldChg>
      <pc:sldChg chg="addSp delSp modSp mod">
        <pc:chgData name="Aurelien Domont" userId="6da7715ce44349b3" providerId="LiveId" clId="{131BB8E8-1659-49D0-9117-5008174AAE79}" dt="2023-12-06T03:34:20.563" v="7481" actId="478"/>
        <pc:sldMkLst>
          <pc:docMk/>
          <pc:sldMk cId="3272444503" sldId="2162"/>
        </pc:sldMkLst>
      </pc:sldChg>
      <pc:sldChg chg="modSp mod">
        <pc:chgData name="Aurelien Domont" userId="6da7715ce44349b3" providerId="LiveId" clId="{131BB8E8-1659-49D0-9117-5008174AAE79}" dt="2023-12-06T03:50:02.184" v="7531" actId="2"/>
        <pc:sldMkLst>
          <pc:docMk/>
          <pc:sldMk cId="1209091634" sldId="2338"/>
        </pc:sldMkLst>
      </pc:sldChg>
      <pc:sldChg chg="add del">
        <pc:chgData name="Aurelien Domont" userId="6da7715ce44349b3" providerId="LiveId" clId="{131BB8E8-1659-49D0-9117-5008174AAE79}" dt="2023-12-06T03:11:19.292" v="6741"/>
        <pc:sldMkLst>
          <pc:docMk/>
          <pc:sldMk cId="2695188363" sldId="2416"/>
        </pc:sldMkLst>
      </pc:sldChg>
      <pc:sldChg chg="del">
        <pc:chgData name="Aurelien Domont" userId="6da7715ce44349b3" providerId="LiveId" clId="{131BB8E8-1659-49D0-9117-5008174AAE79}" dt="2023-12-06T03:14:46.543" v="6886" actId="47"/>
        <pc:sldMkLst>
          <pc:docMk/>
          <pc:sldMk cId="4078591124" sldId="2557"/>
        </pc:sldMkLst>
      </pc:sldChg>
      <pc:sldChg chg="del">
        <pc:chgData name="Aurelien Domont" userId="6da7715ce44349b3" providerId="LiveId" clId="{131BB8E8-1659-49D0-9117-5008174AAE79}" dt="2023-12-06T03:14:46.543" v="6886" actId="47"/>
        <pc:sldMkLst>
          <pc:docMk/>
          <pc:sldMk cId="2304312946" sldId="2558"/>
        </pc:sldMkLst>
      </pc:sldChg>
      <pc:sldChg chg="addSp delSp modSp mod">
        <pc:chgData name="Aurelien Domont" userId="6da7715ce44349b3" providerId="LiveId" clId="{131BB8E8-1659-49D0-9117-5008174AAE79}" dt="2023-12-06T02:40:47.968" v="5962" actId="20577"/>
        <pc:sldMkLst>
          <pc:docMk/>
          <pc:sldMk cId="862292938" sldId="2560"/>
        </pc:sldMkLst>
      </pc:sldChg>
      <pc:sldChg chg="del">
        <pc:chgData name="Aurelien Domont" userId="6da7715ce44349b3" providerId="LiveId" clId="{131BB8E8-1659-49D0-9117-5008174AAE79}" dt="2023-12-06T03:15:09.089" v="6887" actId="47"/>
        <pc:sldMkLst>
          <pc:docMk/>
          <pc:sldMk cId="416818066" sldId="3284"/>
        </pc:sldMkLst>
      </pc:sldChg>
      <pc:sldChg chg="del">
        <pc:chgData name="Aurelien Domont" userId="6da7715ce44349b3" providerId="LiveId" clId="{131BB8E8-1659-49D0-9117-5008174AAE79}" dt="2023-12-06T03:15:09.089" v="6887" actId="47"/>
        <pc:sldMkLst>
          <pc:docMk/>
          <pc:sldMk cId="498457531" sldId="3285"/>
        </pc:sldMkLst>
      </pc:sldChg>
      <pc:sldChg chg="del">
        <pc:chgData name="Aurelien Domont" userId="6da7715ce44349b3" providerId="LiveId" clId="{131BB8E8-1659-49D0-9117-5008174AAE79}" dt="2023-12-06T03:15:09.089" v="6887" actId="47"/>
        <pc:sldMkLst>
          <pc:docMk/>
          <pc:sldMk cId="2716070288" sldId="3286"/>
        </pc:sldMkLst>
      </pc:sldChg>
      <pc:sldChg chg="del">
        <pc:chgData name="Aurelien Domont" userId="6da7715ce44349b3" providerId="LiveId" clId="{131BB8E8-1659-49D0-9117-5008174AAE79}" dt="2023-12-06T03:15:09.089" v="6887" actId="47"/>
        <pc:sldMkLst>
          <pc:docMk/>
          <pc:sldMk cId="4113459810" sldId="3287"/>
        </pc:sldMkLst>
      </pc:sldChg>
      <pc:sldChg chg="modSp mod">
        <pc:chgData name="Aurelien Domont" userId="6da7715ce44349b3" providerId="LiveId" clId="{131BB8E8-1659-49D0-9117-5008174AAE79}" dt="2023-12-06T02:43:09.617" v="6029" actId="20577"/>
        <pc:sldMkLst>
          <pc:docMk/>
          <pc:sldMk cId="2246164536" sldId="3289"/>
        </pc:sldMkLst>
      </pc:sldChg>
      <pc:sldChg chg="del">
        <pc:chgData name="Aurelien Domont" userId="6da7715ce44349b3" providerId="LiveId" clId="{131BB8E8-1659-49D0-9117-5008174AAE79}" dt="2023-12-06T03:14:46.543" v="6886" actId="47"/>
        <pc:sldMkLst>
          <pc:docMk/>
          <pc:sldMk cId="3022929388" sldId="3290"/>
        </pc:sldMkLst>
      </pc:sldChg>
      <pc:sldChg chg="del">
        <pc:chgData name="Aurelien Domont" userId="6da7715ce44349b3" providerId="LiveId" clId="{131BB8E8-1659-49D0-9117-5008174AAE79}" dt="2023-12-06T03:14:46.543" v="6886" actId="47"/>
        <pc:sldMkLst>
          <pc:docMk/>
          <pc:sldMk cId="3033454792" sldId="3291"/>
        </pc:sldMkLst>
      </pc:sldChg>
      <pc:sldChg chg="del">
        <pc:chgData name="Aurelien Domont" userId="6da7715ce44349b3" providerId="LiveId" clId="{131BB8E8-1659-49D0-9117-5008174AAE79}" dt="2023-12-06T03:15:12.103" v="6888" actId="47"/>
        <pc:sldMkLst>
          <pc:docMk/>
          <pc:sldMk cId="3005508325" sldId="3292"/>
        </pc:sldMkLst>
      </pc:sldChg>
      <pc:sldChg chg="del">
        <pc:chgData name="Aurelien Domont" userId="6da7715ce44349b3" providerId="LiveId" clId="{131BB8E8-1659-49D0-9117-5008174AAE79}" dt="2023-12-06T02:24:51.479" v="3839" actId="47"/>
        <pc:sldMkLst>
          <pc:docMk/>
          <pc:sldMk cId="2839640228" sldId="3294"/>
        </pc:sldMkLst>
      </pc:sldChg>
      <pc:sldChg chg="addSp delSp modSp del mod">
        <pc:chgData name="Aurelien Domont" userId="6da7715ce44349b3" providerId="LiveId" clId="{131BB8E8-1659-49D0-9117-5008174AAE79}" dt="2023-12-05T04:37:14.092" v="2411" actId="47"/>
        <pc:sldMkLst>
          <pc:docMk/>
          <pc:sldMk cId="4290400277" sldId="3296"/>
        </pc:sldMkLst>
      </pc:sldChg>
      <pc:sldChg chg="addSp delSp modSp del mod">
        <pc:chgData name="Aurelien Domont" userId="6da7715ce44349b3" providerId="LiveId" clId="{131BB8E8-1659-49D0-9117-5008174AAE79}" dt="2023-11-30T02:16:07.089" v="1201" actId="47"/>
        <pc:sldMkLst>
          <pc:docMk/>
          <pc:sldMk cId="937810425" sldId="3297"/>
        </pc:sldMkLst>
      </pc:sldChg>
      <pc:sldChg chg="new add del">
        <pc:chgData name="Aurelien Domont" userId="6da7715ce44349b3" providerId="LiveId" clId="{131BB8E8-1659-49D0-9117-5008174AAE79}" dt="2023-11-29T04:26:43.689" v="3" actId="47"/>
        <pc:sldMkLst>
          <pc:docMk/>
          <pc:sldMk cId="1875403106" sldId="3298"/>
        </pc:sldMkLst>
      </pc:sldChg>
      <pc:sldChg chg="add del">
        <pc:chgData name="Aurelien Domont" userId="6da7715ce44349b3" providerId="LiveId" clId="{131BB8E8-1659-49D0-9117-5008174AAE79}" dt="2023-12-04T23:49:46.880" v="1312" actId="47"/>
        <pc:sldMkLst>
          <pc:docMk/>
          <pc:sldMk cId="2879702699" sldId="3298"/>
        </pc:sldMkLst>
      </pc:sldChg>
      <pc:sldChg chg="addSp delSp modSp add del mod">
        <pc:chgData name="Aurelien Domont" userId="6da7715ce44349b3" providerId="LiveId" clId="{131BB8E8-1659-49D0-9117-5008174AAE79}" dt="2023-12-04T23:49:44.130" v="1311" actId="47"/>
        <pc:sldMkLst>
          <pc:docMk/>
          <pc:sldMk cId="2969891217" sldId="3299"/>
        </pc:sldMkLst>
      </pc:sldChg>
      <pc:sldChg chg="add del">
        <pc:chgData name="Aurelien Domont" userId="6da7715ce44349b3" providerId="LiveId" clId="{131BB8E8-1659-49D0-9117-5008174AAE79}" dt="2023-12-04T23:49:21.852" v="1305" actId="47"/>
        <pc:sldMkLst>
          <pc:docMk/>
          <pc:sldMk cId="2689967887" sldId="3300"/>
        </pc:sldMkLst>
      </pc:sldChg>
      <pc:sldChg chg="addSp delSp modSp add mod ord">
        <pc:chgData name="Aurelien Domont" userId="6da7715ce44349b3" providerId="LiveId" clId="{131BB8E8-1659-49D0-9117-5008174AAE79}" dt="2023-12-06T02:41:56.237" v="6023"/>
        <pc:sldMkLst>
          <pc:docMk/>
          <pc:sldMk cId="2392440094" sldId="3301"/>
        </pc:sldMkLst>
      </pc:sldChg>
      <pc:sldChg chg="add del">
        <pc:chgData name="Aurelien Domont" userId="6da7715ce44349b3" providerId="LiveId" clId="{131BB8E8-1659-49D0-9117-5008174AAE79}" dt="2023-12-04T23:58:07.152" v="1452" actId="47"/>
        <pc:sldMkLst>
          <pc:docMk/>
          <pc:sldMk cId="649289581" sldId="3302"/>
        </pc:sldMkLst>
      </pc:sldChg>
      <pc:sldChg chg="addSp delSp modSp new add mod">
        <pc:chgData name="Aurelien Domont" userId="6da7715ce44349b3" providerId="LiveId" clId="{131BB8E8-1659-49D0-9117-5008174AAE79}" dt="2023-12-06T02:40:03.347" v="5947"/>
        <pc:sldMkLst>
          <pc:docMk/>
          <pc:sldMk cId="1393908417" sldId="3302"/>
        </pc:sldMkLst>
      </pc:sldChg>
      <pc:sldChg chg="addSp delSp modSp add del mod">
        <pc:chgData name="Aurelien Domont" userId="6da7715ce44349b3" providerId="LiveId" clId="{131BB8E8-1659-49D0-9117-5008174AAE79}" dt="2023-12-05T00:04:04.215" v="2368" actId="47"/>
        <pc:sldMkLst>
          <pc:docMk/>
          <pc:sldMk cId="2745418366" sldId="3302"/>
        </pc:sldMkLst>
      </pc:sldChg>
      <pc:sldChg chg="addSp delSp modSp add mod">
        <pc:chgData name="Aurelien Domont" userId="6da7715ce44349b3" providerId="LiveId" clId="{131BB8E8-1659-49D0-9117-5008174AAE79}" dt="2023-12-06T02:50:33.257" v="6240" actId="108"/>
        <pc:sldMkLst>
          <pc:docMk/>
          <pc:sldMk cId="348420775" sldId="3303"/>
        </pc:sldMkLst>
      </pc:sldChg>
      <pc:sldChg chg="add del">
        <pc:chgData name="Aurelien Domont" userId="6da7715ce44349b3" providerId="LiveId" clId="{131BB8E8-1659-49D0-9117-5008174AAE79}" dt="2023-12-06T02:24:53.603" v="3840" actId="47"/>
        <pc:sldMkLst>
          <pc:docMk/>
          <pc:sldMk cId="4107792550" sldId="3303"/>
        </pc:sldMkLst>
      </pc:sldChg>
      <pc:sldChg chg="addSp delSp modSp add mod">
        <pc:chgData name="Aurelien Domont" userId="6da7715ce44349b3" providerId="LiveId" clId="{131BB8E8-1659-49D0-9117-5008174AAE79}" dt="2023-12-06T02:57:13.430" v="6380" actId="108"/>
        <pc:sldMkLst>
          <pc:docMk/>
          <pc:sldMk cId="2666055795" sldId="3304"/>
        </pc:sldMkLst>
      </pc:sldChg>
      <pc:sldChg chg="addSp delSp modSp add mod">
        <pc:chgData name="Aurelien Domont" userId="6da7715ce44349b3" providerId="LiveId" clId="{131BB8E8-1659-49D0-9117-5008174AAE79}" dt="2023-12-06T03:05:01.560" v="6545" actId="207"/>
        <pc:sldMkLst>
          <pc:docMk/>
          <pc:sldMk cId="957674206" sldId="3305"/>
        </pc:sldMkLst>
      </pc:sldChg>
      <pc:sldChg chg="addSp delSp modSp add mod">
        <pc:chgData name="Aurelien Domont" userId="6da7715ce44349b3" providerId="LiveId" clId="{131BB8E8-1659-49D0-9117-5008174AAE79}" dt="2023-12-06T03:10:06.478" v="6731" actId="207"/>
        <pc:sldMkLst>
          <pc:docMk/>
          <pc:sldMk cId="3006714839" sldId="3306"/>
        </pc:sldMkLst>
      </pc:sldChg>
      <pc:sldChg chg="addSp delSp modSp add mod">
        <pc:chgData name="Aurelien Domont" userId="6da7715ce44349b3" providerId="LiveId" clId="{131BB8E8-1659-49D0-9117-5008174AAE79}" dt="2023-12-06T03:14:29.748" v="6885" actId="108"/>
        <pc:sldMkLst>
          <pc:docMk/>
          <pc:sldMk cId="130198696" sldId="3307"/>
        </pc:sldMkLst>
      </pc:sldChg>
      <pc:sldChg chg="add del">
        <pc:chgData name="Aurelien Domont" userId="6da7715ce44349b3" providerId="LiveId" clId="{131BB8E8-1659-49D0-9117-5008174AAE79}" dt="2023-12-06T02:46:31.372" v="6191" actId="47"/>
        <pc:sldMkLst>
          <pc:docMk/>
          <pc:sldMk cId="3150484292" sldId="3308"/>
        </pc:sldMkLst>
      </pc:sldChg>
    </pc:docChg>
  </pc:docChgLst>
  <pc:docChgLst>
    <pc:chgData name="Aurelien Domont" userId="6da7715ce44349b3" providerId="LiveId" clId="{9149B00E-810E-48AB-9153-54C78195225C}"/>
    <pc:docChg chg="undo custSel addSld delSld modSld sldOrd replTag">
      <pc:chgData name="Aurelien Domont" userId="6da7715ce44349b3" providerId="LiveId" clId="{9149B00E-810E-48AB-9153-54C78195225C}" dt="2023-11-24T06:13:39.326" v="7283" actId="20577"/>
      <pc:docMkLst>
        <pc:docMk/>
      </pc:docMkLst>
      <pc:sldChg chg="addSp delSp modSp mod">
        <pc:chgData name="Aurelien Domont" userId="6da7715ce44349b3" providerId="LiveId" clId="{9149B00E-810E-48AB-9153-54C78195225C}" dt="2023-11-22T02:03:24.035" v="6234"/>
        <pc:sldMkLst>
          <pc:docMk/>
          <pc:sldMk cId="3956982643" sldId="526"/>
        </pc:sldMkLst>
      </pc:sldChg>
      <pc:sldChg chg="modSp add del mod modClrScheme chgLayout">
        <pc:chgData name="Aurelien Domont" userId="6da7715ce44349b3" providerId="LiveId" clId="{9149B00E-810E-48AB-9153-54C78195225C}" dt="2023-11-22T22:16:33.778" v="6364" actId="2696"/>
        <pc:sldMkLst>
          <pc:docMk/>
          <pc:sldMk cId="2244843449" sldId="1784"/>
        </pc:sldMkLst>
      </pc:sldChg>
      <pc:sldChg chg="modSp add del mod modClrScheme chgLayout">
        <pc:chgData name="Aurelien Domont" userId="6da7715ce44349b3" providerId="LiveId" clId="{9149B00E-810E-48AB-9153-54C78195225C}" dt="2023-11-22T22:16:33.778" v="6364" actId="2696"/>
        <pc:sldMkLst>
          <pc:docMk/>
          <pc:sldMk cId="2407825212" sldId="1785"/>
        </pc:sldMkLst>
      </pc:sldChg>
      <pc:sldChg chg="modSp add del mod modClrScheme chgLayout">
        <pc:chgData name="Aurelien Domont" userId="6da7715ce44349b3" providerId="LiveId" clId="{9149B00E-810E-48AB-9153-54C78195225C}" dt="2023-11-22T22:16:33.778" v="6364" actId="2696"/>
        <pc:sldMkLst>
          <pc:docMk/>
          <pc:sldMk cId="3394244967" sldId="1786"/>
        </pc:sldMkLst>
      </pc:sldChg>
      <pc:sldChg chg="modSp add del mod ord modClrScheme chgLayout">
        <pc:chgData name="Aurelien Domont" userId="6da7715ce44349b3" providerId="LiveId" clId="{9149B00E-810E-48AB-9153-54C78195225C}" dt="2023-11-22T00:10:49.077" v="4822" actId="47"/>
        <pc:sldMkLst>
          <pc:docMk/>
          <pc:sldMk cId="3015462381" sldId="2195"/>
        </pc:sldMkLst>
      </pc:sldChg>
      <pc:sldChg chg="delSp modSp add del mod modClrScheme chgLayout">
        <pc:chgData name="Aurelien Domont" userId="6da7715ce44349b3" providerId="LiveId" clId="{9149B00E-810E-48AB-9153-54C78195225C}" dt="2023-11-22T22:16:33.778" v="6364" actId="2696"/>
        <pc:sldMkLst>
          <pc:docMk/>
          <pc:sldMk cId="1636293053" sldId="2206"/>
        </pc:sldMkLst>
      </pc:sldChg>
      <pc:sldChg chg="delSp modSp add del mod modClrScheme chgLayout">
        <pc:chgData name="Aurelien Domont" userId="6da7715ce44349b3" providerId="LiveId" clId="{9149B00E-810E-48AB-9153-54C78195225C}" dt="2023-11-22T22:16:33.778" v="6364" actId="2696"/>
        <pc:sldMkLst>
          <pc:docMk/>
          <pc:sldMk cId="1868381863" sldId="2207"/>
        </pc:sldMkLst>
      </pc:sldChg>
      <pc:sldChg chg="del">
        <pc:chgData name="Aurelien Domont" userId="6da7715ce44349b3" providerId="LiveId" clId="{9149B00E-810E-48AB-9153-54C78195225C}" dt="2023-11-22T00:20:46.796" v="5445" actId="47"/>
        <pc:sldMkLst>
          <pc:docMk/>
          <pc:sldMk cId="3871908814" sldId="2559"/>
        </pc:sldMkLst>
      </pc:sldChg>
      <pc:sldChg chg="addSp delSp modSp del mod ord">
        <pc:chgData name="Aurelien Domont" userId="6da7715ce44349b3" providerId="LiveId" clId="{9149B00E-810E-48AB-9153-54C78195225C}" dt="2023-11-22T00:36:45.694" v="6222" actId="47"/>
        <pc:sldMkLst>
          <pc:docMk/>
          <pc:sldMk cId="3906540847" sldId="2561"/>
        </pc:sldMkLst>
      </pc:sldChg>
      <pc:sldChg chg="add del ord">
        <pc:chgData name="Aurelien Domont" userId="6da7715ce44349b3" providerId="LiveId" clId="{9149B00E-810E-48AB-9153-54C78195225C}" dt="2023-11-22T00:36:48" v="6223" actId="47"/>
        <pc:sldMkLst>
          <pc:docMk/>
          <pc:sldMk cId="3357917663" sldId="2590"/>
        </pc:sldMkLst>
      </pc:sldChg>
      <pc:sldChg chg="new add">
        <pc:chgData name="Aurelien Domont" userId="6da7715ce44349b3" providerId="LiveId" clId="{9149B00E-810E-48AB-9153-54C78195225C}" dt="2023-11-21T23:49:39.101" v="9"/>
        <pc:sldMkLst>
          <pc:docMk/>
          <pc:sldMk cId="3005508325" sldId="3292"/>
        </pc:sldMkLst>
      </pc:sldChg>
      <pc:sldChg chg="addSp delSp modSp add del mod">
        <pc:chgData name="Aurelien Domont" userId="6da7715ce44349b3" providerId="LiveId" clId="{9149B00E-810E-48AB-9153-54C78195225C}" dt="2023-11-22T00:10:40.664" v="4821" actId="47"/>
        <pc:sldMkLst>
          <pc:docMk/>
          <pc:sldMk cId="2515676013" sldId="3293"/>
        </pc:sldMkLst>
      </pc:sldChg>
      <pc:sldChg chg="addSp delSp modSp add mod">
        <pc:chgData name="Aurelien Domont" userId="6da7715ce44349b3" providerId="LiveId" clId="{9149B00E-810E-48AB-9153-54C78195225C}" dt="2023-11-22T00:20:39.591" v="5444" actId="20577"/>
        <pc:sldMkLst>
          <pc:docMk/>
          <pc:sldMk cId="2839640228" sldId="3294"/>
        </pc:sldMkLst>
      </pc:sldChg>
      <pc:sldChg chg="addSp delSp modSp add del mod addCm delCm modCm modNotesTx">
        <pc:chgData name="Aurelien Domont" userId="6da7715ce44349b3" providerId="LiveId" clId="{9149B00E-810E-48AB-9153-54C78195225C}" dt="2023-11-24T06:13:17.339" v="7267" actId="47"/>
        <pc:sldMkLst>
          <pc:docMk/>
          <pc:sldMk cId="3022687460" sldId="3295"/>
        </pc:sldMkLst>
        <pc:extLst>
          <p:ext xmlns:p="http://schemas.openxmlformats.org/presentationml/2006/main" uri="{D6D511B9-2390-475A-947B-AFAB55BFBCF1}">
            <pc226:cmChg xmlns:pc226="http://schemas.microsoft.com/office/powerpoint/2022/06/main/command" chg="add del mod">
              <pc226:chgData name="Aurelien Domont" userId="6da7715ce44349b3" providerId="LiveId" clId="{9149B00E-810E-48AB-9153-54C78195225C}" dt="2023-11-23T05:24:17.613" v="6438"/>
              <pc2:cmMkLst xmlns:pc2="http://schemas.microsoft.com/office/powerpoint/2019/9/main/command">
                <pc:docMk/>
                <pc:sldMk cId="3022687460" sldId="3295"/>
                <pc2:cmMk id="{781ABA62-B7B8-46A1-98B5-7C672E33ADD1}"/>
              </pc2:cmMkLst>
            </pc226:cmChg>
          </p:ext>
        </pc:extLst>
      </pc:sldChg>
      <pc:sldChg chg="add del">
        <pc:chgData name="Aurelien Domont" userId="6da7715ce44349b3" providerId="LiveId" clId="{9149B00E-810E-48AB-9153-54C78195225C}" dt="2023-11-22T00:28:10.398" v="6092"/>
        <pc:sldMkLst>
          <pc:docMk/>
          <pc:sldMk cId="1732872127" sldId="3296"/>
        </pc:sldMkLst>
      </pc:sldChg>
      <pc:sldChg chg="addSp delSp modSp add del mod">
        <pc:chgData name="Aurelien Domont" userId="6da7715ce44349b3" providerId="LiveId" clId="{9149B00E-810E-48AB-9153-54C78195225C}" dt="2023-11-22T00:36:42.977" v="6221" actId="47"/>
        <pc:sldMkLst>
          <pc:docMk/>
          <pc:sldMk cId="2874432511" sldId="3296"/>
        </pc:sldMkLst>
      </pc:sldChg>
      <pc:sldChg chg="delSp modSp add mod">
        <pc:chgData name="Aurelien Domont" userId="6da7715ce44349b3" providerId="LiveId" clId="{9149B00E-810E-48AB-9153-54C78195225C}" dt="2023-11-23T06:59:09.081" v="6702" actId="5793"/>
        <pc:sldMkLst>
          <pc:docMk/>
          <pc:sldMk cId="4290400277" sldId="3296"/>
        </pc:sldMkLst>
      </pc:sldChg>
      <pc:sldChg chg="addSp delSp modSp add mod ord">
        <pc:chgData name="Aurelien Domont" userId="6da7715ce44349b3" providerId="LiveId" clId="{9149B00E-810E-48AB-9153-54C78195225C}" dt="2023-11-24T06:13:39.326" v="7283" actId="20577"/>
        <pc:sldMkLst>
          <pc:docMk/>
          <pc:sldMk cId="937810425" sldId="3297"/>
        </pc:sldMkLst>
      </pc:sldChg>
      <pc:sldMasterChg chg="delSldLayout">
        <pc:chgData name="Aurelien Domont" userId="6da7715ce44349b3" providerId="LiveId" clId="{9149B00E-810E-48AB-9153-54C78195225C}" dt="2023-11-21T23:57:54.169" v="192" actId="2696"/>
        <pc:sldMasterMkLst>
          <pc:docMk/>
          <pc:sldMasterMk cId="3482721130" sldId="2147483828"/>
        </pc:sldMasterMkLst>
        <pc:sldLayoutChg chg="del">
          <pc:chgData name="Aurelien Domont" userId="6da7715ce44349b3" providerId="LiveId" clId="{9149B00E-810E-48AB-9153-54C78195225C}" dt="2023-11-21T23:57:54.169" v="192" actId="2696"/>
          <pc:sldLayoutMkLst>
            <pc:docMk/>
            <pc:sldMasterMk cId="3482721130" sldId="2147483828"/>
            <pc:sldLayoutMk cId="2253346866" sldId="2147483836"/>
          </pc:sldLayoutMkLst>
        </pc:sldLayoutChg>
      </pc:sldMasterChg>
    </pc:docChg>
  </pc:docChgLst>
  <pc:docChgLst>
    <pc:chgData name="Aurelien Domont" userId="6da7715ce44349b3" providerId="LiveId" clId="{3D1E135D-016C-48AD-8260-E96127232C98}"/>
    <pc:docChg chg="undo redo custSel addSld delSld modSld sldOrd modMainMaster modSection replTag">
      <pc:chgData name="Aurelien Domont" userId="6da7715ce44349b3" providerId="LiveId" clId="{3D1E135D-016C-48AD-8260-E96127232C98}" dt="2025-02-18T03:17:13.686" v="10785" actId="47"/>
      <pc:docMkLst>
        <pc:docMk/>
      </pc:docMkLst>
      <pc:sldChg chg="modSp mod modNotes">
        <pc:chgData name="Aurelien Domont" userId="6da7715ce44349b3" providerId="LiveId" clId="{3D1E135D-016C-48AD-8260-E96127232C98}" dt="2024-03-28T05:18:03.047" v="6337" actId="790"/>
        <pc:sldMkLst>
          <pc:docMk/>
          <pc:sldMk cId="1754585881" sldId="1598"/>
        </pc:sldMkLst>
      </pc:sldChg>
      <pc:sldChg chg="modSp mod modNotes">
        <pc:chgData name="Aurelien Domont" userId="6da7715ce44349b3" providerId="LiveId" clId="{3D1E135D-016C-48AD-8260-E96127232C98}" dt="2024-03-28T05:18:03.052" v="6341" actId="790"/>
        <pc:sldMkLst>
          <pc:docMk/>
          <pc:sldMk cId="2853806433" sldId="1600"/>
        </pc:sldMkLst>
      </pc:sldChg>
      <pc:sldChg chg="modSp mod modNotes">
        <pc:chgData name="Aurelien Domont" userId="6da7715ce44349b3" providerId="LiveId" clId="{3D1E135D-016C-48AD-8260-E96127232C98}" dt="2024-03-28T05:18:03.044" v="6335" actId="790"/>
        <pc:sldMkLst>
          <pc:docMk/>
          <pc:sldMk cId="1252826214" sldId="1711"/>
        </pc:sldMkLst>
      </pc:sldChg>
      <pc:sldChg chg="add del">
        <pc:chgData name="Aurelien Domont" userId="6da7715ce44349b3" providerId="LiveId" clId="{3D1E135D-016C-48AD-8260-E96127232C98}" dt="2024-03-28T05:06:51.347" v="4025"/>
        <pc:sldMkLst>
          <pc:docMk/>
          <pc:sldMk cId="3232525629" sldId="1760"/>
        </pc:sldMkLst>
      </pc:sldChg>
      <pc:sldChg chg="modSp mod modNotes">
        <pc:chgData name="Aurelien Domont" userId="6da7715ce44349b3" providerId="LiveId" clId="{3D1E135D-016C-48AD-8260-E96127232C98}" dt="2024-03-28T05:18:03.041" v="6333" actId="790"/>
        <pc:sldMkLst>
          <pc:docMk/>
          <pc:sldMk cId="3938337455" sldId="2034"/>
        </pc:sldMkLst>
      </pc:sldChg>
      <pc:sldChg chg="modSp add mod modNotes">
        <pc:chgData name="Aurelien Domont" userId="6da7715ce44349b3" providerId="LiveId" clId="{3D1E135D-016C-48AD-8260-E96127232C98}" dt="2024-10-02T01:55:38.912" v="6509" actId="20577"/>
        <pc:sldMkLst>
          <pc:docMk/>
          <pc:sldMk cId="1590067890" sldId="2217"/>
        </pc:sldMkLst>
      </pc:sldChg>
      <pc:sldChg chg="modSp mod modNotes">
        <pc:chgData name="Aurelien Domont" userId="6da7715ce44349b3" providerId="LiveId" clId="{3D1E135D-016C-48AD-8260-E96127232C98}" dt="2024-03-28T05:18:03.049" v="6339" actId="790"/>
        <pc:sldMkLst>
          <pc:docMk/>
          <pc:sldMk cId="1534399825" sldId="2240"/>
        </pc:sldMkLst>
      </pc:sldChg>
      <pc:sldChg chg="del">
        <pc:chgData name="Aurelien Domont" userId="6da7715ce44349b3" providerId="LiveId" clId="{3D1E135D-016C-48AD-8260-E96127232C98}" dt="2024-03-28T03:50:18.544" v="2440" actId="47"/>
        <pc:sldMkLst>
          <pc:docMk/>
          <pc:sldMk cId="3988936821" sldId="2403"/>
        </pc:sldMkLst>
      </pc:sldChg>
      <pc:sldChg chg="del">
        <pc:chgData name="Aurelien Domont" userId="6da7715ce44349b3" providerId="LiveId" clId="{3D1E135D-016C-48AD-8260-E96127232C98}" dt="2024-03-28T03:50:18.544" v="2440" actId="47"/>
        <pc:sldMkLst>
          <pc:docMk/>
          <pc:sldMk cId="67415954" sldId="2489"/>
        </pc:sldMkLst>
      </pc:sldChg>
      <pc:sldChg chg="del">
        <pc:chgData name="Aurelien Domont" userId="6da7715ce44349b3" providerId="LiveId" clId="{3D1E135D-016C-48AD-8260-E96127232C98}" dt="2024-03-28T03:50:18.544" v="2440" actId="47"/>
        <pc:sldMkLst>
          <pc:docMk/>
          <pc:sldMk cId="862292938" sldId="2560"/>
        </pc:sldMkLst>
      </pc:sldChg>
      <pc:sldChg chg="del">
        <pc:chgData name="Aurelien Domont" userId="6da7715ce44349b3" providerId="LiveId" clId="{3D1E135D-016C-48AD-8260-E96127232C98}" dt="2024-03-28T03:50:18.544" v="2440" actId="47"/>
        <pc:sldMkLst>
          <pc:docMk/>
          <pc:sldMk cId="3558950444" sldId="2893"/>
        </pc:sldMkLst>
      </pc:sldChg>
      <pc:sldChg chg="del">
        <pc:chgData name="Aurelien Domont" userId="6da7715ce44349b3" providerId="LiveId" clId="{3D1E135D-016C-48AD-8260-E96127232C98}" dt="2024-03-28T03:50:18.544" v="2440" actId="47"/>
        <pc:sldMkLst>
          <pc:docMk/>
          <pc:sldMk cId="2970377299" sldId="2894"/>
        </pc:sldMkLst>
      </pc:sldChg>
      <pc:sldChg chg="del">
        <pc:chgData name="Aurelien Domont" userId="6da7715ce44349b3" providerId="LiveId" clId="{3D1E135D-016C-48AD-8260-E96127232C98}" dt="2024-03-28T04:00:10.847" v="2652" actId="47"/>
        <pc:sldMkLst>
          <pc:docMk/>
          <pc:sldMk cId="105918927" sldId="3254"/>
        </pc:sldMkLst>
      </pc:sldChg>
      <pc:sldChg chg="modSp mod">
        <pc:chgData name="Aurelien Domont" userId="6da7715ce44349b3" providerId="LiveId" clId="{3D1E135D-016C-48AD-8260-E96127232C98}" dt="2024-03-28T05:18:01.664" v="4503" actId="790"/>
        <pc:sldMkLst>
          <pc:docMk/>
          <pc:sldMk cId="1926619926" sldId="3282"/>
        </pc:sldMkLst>
      </pc:sldChg>
      <pc:sldChg chg="addSp delSp modSp add mod modNotes">
        <pc:chgData name="Aurelien Domont" userId="6da7715ce44349b3" providerId="LiveId" clId="{3D1E135D-016C-48AD-8260-E96127232C98}" dt="2024-03-28T05:18:03.674" v="6391"/>
        <pc:sldMkLst>
          <pc:docMk/>
          <pc:sldMk cId="2839640228" sldId="3294"/>
        </pc:sldMkLst>
      </pc:sldChg>
      <pc:sldChg chg="add del">
        <pc:chgData name="Aurelien Domont" userId="6da7715ce44349b3" providerId="LiveId" clId="{3D1E135D-016C-48AD-8260-E96127232C98}" dt="2024-03-28T05:00:25.746" v="3716"/>
        <pc:sldMkLst>
          <pc:docMk/>
          <pc:sldMk cId="3793489448" sldId="3336"/>
        </pc:sldMkLst>
      </pc:sldChg>
      <pc:sldChg chg="addSp delSp modSp mod modNotes">
        <pc:chgData name="Aurelien Domont" userId="6da7715ce44349b3" providerId="LiveId" clId="{3D1E135D-016C-48AD-8260-E96127232C98}" dt="2024-03-28T05:18:03.017" v="6317" actId="790"/>
        <pc:sldMkLst>
          <pc:docMk/>
          <pc:sldMk cId="3694985765" sldId="3381"/>
        </pc:sldMkLst>
      </pc:sldChg>
      <pc:sldChg chg="addSp delSp modSp mod ord">
        <pc:chgData name="Aurelien Domont" userId="6da7715ce44349b3" providerId="LiveId" clId="{3D1E135D-016C-48AD-8260-E96127232C98}" dt="2024-03-28T05:18:01.517" v="4398" actId="790"/>
        <pc:sldMkLst>
          <pc:docMk/>
          <pc:sldMk cId="1454091485" sldId="3396"/>
        </pc:sldMkLst>
      </pc:sldChg>
      <pc:sldChg chg="del">
        <pc:chgData name="Aurelien Domont" userId="6da7715ce44349b3" providerId="LiveId" clId="{3D1E135D-016C-48AD-8260-E96127232C98}" dt="2024-03-28T04:53:15.552" v="3676" actId="47"/>
        <pc:sldMkLst>
          <pc:docMk/>
          <pc:sldMk cId="4141428492" sldId="3397"/>
        </pc:sldMkLst>
      </pc:sldChg>
      <pc:sldChg chg="del">
        <pc:chgData name="Aurelien Domont" userId="6da7715ce44349b3" providerId="LiveId" clId="{3D1E135D-016C-48AD-8260-E96127232C98}" dt="2024-03-28T04:53:15.552" v="3676" actId="47"/>
        <pc:sldMkLst>
          <pc:docMk/>
          <pc:sldMk cId="3139062394" sldId="3398"/>
        </pc:sldMkLst>
      </pc:sldChg>
      <pc:sldChg chg="del">
        <pc:chgData name="Aurelien Domont" userId="6da7715ce44349b3" providerId="LiveId" clId="{3D1E135D-016C-48AD-8260-E96127232C98}" dt="2024-03-28T04:53:15.552" v="3676" actId="47"/>
        <pc:sldMkLst>
          <pc:docMk/>
          <pc:sldMk cId="857221292" sldId="3399"/>
        </pc:sldMkLst>
      </pc:sldChg>
      <pc:sldChg chg="new del ord">
        <pc:chgData name="Aurelien Domont" userId="6da7715ce44349b3" providerId="LiveId" clId="{3D1E135D-016C-48AD-8260-E96127232C98}" dt="2024-03-28T04:56:34.776" v="3701" actId="47"/>
        <pc:sldMkLst>
          <pc:docMk/>
          <pc:sldMk cId="1495766000" sldId="3400"/>
        </pc:sldMkLst>
      </pc:sldChg>
      <pc:sldChg chg="addSp delSp modSp add mod modNotes">
        <pc:chgData name="Aurelien Domont" userId="6da7715ce44349b3" providerId="LiveId" clId="{3D1E135D-016C-48AD-8260-E96127232C98}" dt="2024-04-03T03:09:37.104" v="6480"/>
        <pc:sldMkLst>
          <pc:docMk/>
          <pc:sldMk cId="3354756491" sldId="3401"/>
        </pc:sldMkLst>
      </pc:sldChg>
      <pc:sldChg chg="addSp delSp modSp add mod ord modNotes">
        <pc:chgData name="Aurelien Domont" userId="6da7715ce44349b3" providerId="LiveId" clId="{3D1E135D-016C-48AD-8260-E96127232C98}" dt="2024-03-28T05:18:03.652" v="6387"/>
        <pc:sldMkLst>
          <pc:docMk/>
          <pc:sldMk cId="3593352743" sldId="3402"/>
        </pc:sldMkLst>
      </pc:sldChg>
      <pc:sldChg chg="delSp modSp add del mod">
        <pc:chgData name="Aurelien Domont" userId="6da7715ce44349b3" providerId="LiveId" clId="{3D1E135D-016C-48AD-8260-E96127232C98}" dt="2024-03-28T04:35:22.122" v="3086" actId="47"/>
        <pc:sldMkLst>
          <pc:docMk/>
          <pc:sldMk cId="502321694" sldId="3403"/>
        </pc:sldMkLst>
      </pc:sldChg>
      <pc:sldChg chg="addSp delSp modSp add mod">
        <pc:chgData name="Aurelien Domont" userId="6da7715ce44349b3" providerId="LiveId" clId="{3D1E135D-016C-48AD-8260-E96127232C98}" dt="2024-03-28T05:18:01.532" v="4412" actId="790"/>
        <pc:sldMkLst>
          <pc:docMk/>
          <pc:sldMk cId="2828308311" sldId="3403"/>
        </pc:sldMkLst>
      </pc:sldChg>
      <pc:sldChg chg="addSp delSp modSp add mod">
        <pc:chgData name="Aurelien Domont" userId="6da7715ce44349b3" providerId="LiveId" clId="{3D1E135D-016C-48AD-8260-E96127232C98}" dt="2024-03-28T05:18:01.547" v="4426" actId="790"/>
        <pc:sldMkLst>
          <pc:docMk/>
          <pc:sldMk cId="3487807231" sldId="3404"/>
        </pc:sldMkLst>
      </pc:sldChg>
      <pc:sldChg chg="addSp delSp modSp add del mod ord">
        <pc:chgData name="Aurelien Domont" userId="6da7715ce44349b3" providerId="LiveId" clId="{3D1E135D-016C-48AD-8260-E96127232C98}" dt="2025-02-18T03:17:13.686" v="10785" actId="47"/>
        <pc:sldMkLst>
          <pc:docMk/>
          <pc:sldMk cId="980364743" sldId="3405"/>
        </pc:sldMkLst>
      </pc:sldChg>
      <pc:sldChg chg="addSp modSp add del mod">
        <pc:chgData name="Aurelien Domont" userId="6da7715ce44349b3" providerId="LiveId" clId="{3D1E135D-016C-48AD-8260-E96127232C98}" dt="2024-03-28T05:40:43.650" v="6412" actId="47"/>
        <pc:sldMkLst>
          <pc:docMk/>
          <pc:sldMk cId="3577782265" sldId="3405"/>
        </pc:sldMkLst>
      </pc:sldChg>
      <pc:sldChg chg="add del">
        <pc:chgData name="Aurelien Domont" userId="6da7715ce44349b3" providerId="LiveId" clId="{3D1E135D-016C-48AD-8260-E96127232C98}" dt="2025-02-18T03:00:05.127" v="10784" actId="47"/>
        <pc:sldMkLst>
          <pc:docMk/>
          <pc:sldMk cId="2921425441" sldId="3406"/>
        </pc:sldMkLst>
      </pc:sldChg>
      <pc:sldChg chg="add del">
        <pc:chgData name="Aurelien Domont" userId="6da7715ce44349b3" providerId="LiveId" clId="{3D1E135D-016C-48AD-8260-E96127232C98}" dt="2025-02-18T02:37:48.265" v="10502" actId="47"/>
        <pc:sldMkLst>
          <pc:docMk/>
          <pc:sldMk cId="1551394540" sldId="3407"/>
        </pc:sldMkLst>
      </pc:sldChg>
      <pc:sldMasterChg chg="modSp mod modSldLayout">
        <pc:chgData name="Aurelien Domont" userId="6da7715ce44349b3" providerId="LiveId" clId="{3D1E135D-016C-48AD-8260-E96127232C98}" dt="2024-03-28T05:18:03.014" v="6315" actId="790"/>
        <pc:sldMasterMkLst>
          <pc:docMk/>
          <pc:sldMasterMk cId="3482721130" sldId="2147483828"/>
        </pc:sldMasterMkLst>
        <pc:sldLayoutChg chg="modSp mod">
          <pc:chgData name="Aurelien Domont" userId="6da7715ce44349b3" providerId="LiveId" clId="{3D1E135D-016C-48AD-8260-E96127232C98}" dt="2024-03-28T05:18:03.013" v="6314" actId="139"/>
          <pc:sldLayoutMkLst>
            <pc:docMk/>
            <pc:sldMasterMk cId="3482721130" sldId="2147483828"/>
            <pc:sldLayoutMk cId="250590409" sldId="2147483831"/>
          </pc:sldLayoutMkLst>
        </pc:sldLayoutChg>
        <pc:sldLayoutChg chg="modSp mod">
          <pc:chgData name="Aurelien Domont" userId="6da7715ce44349b3" providerId="LiveId" clId="{3D1E135D-016C-48AD-8260-E96127232C98}" dt="2024-03-28T05:18:03.014" v="6315" actId="790"/>
          <pc:sldLayoutMkLst>
            <pc:docMk/>
            <pc:sldMasterMk cId="3482721130" sldId="2147483828"/>
            <pc:sldLayoutMk cId="1759204997" sldId="2147483835"/>
          </pc:sldLayoutMkLst>
        </pc:sldLayoutChg>
      </pc:sldMasterChg>
    </pc:docChg>
  </pc:docChgLst>
  <pc:docChgLst>
    <pc:chgData name="Aurelien Domont" userId="6da7715ce44349b3" providerId="LiveId" clId="{AABA1416-4740-4FEA-A91C-A3DACBE38F86}"/>
    <pc:docChg chg="undo redo custSel addSld delSld modSld sldOrd modMainMaster replTag modNotesMaster">
      <pc:chgData name="Aurelien Domont" userId="6da7715ce44349b3" providerId="LiveId" clId="{AABA1416-4740-4FEA-A91C-A3DACBE38F86}" dt="2023-11-16T23:34:49.284" v="13050" actId="5793"/>
      <pc:docMkLst>
        <pc:docMk/>
      </pc:docMkLst>
      <pc:sldChg chg="addSp delSp modSp mod modNotes">
        <pc:chgData name="Aurelien Domont" userId="6da7715ce44349b3" providerId="LiveId" clId="{AABA1416-4740-4FEA-A91C-A3DACBE38F86}" dt="2023-11-03T04:51:06.550" v="8618" actId="790"/>
        <pc:sldMkLst>
          <pc:docMk/>
          <pc:sldMk cId="3956982643" sldId="526"/>
        </pc:sldMkLst>
      </pc:sldChg>
      <pc:sldChg chg="add del">
        <pc:chgData name="Aurelien Domont" userId="6da7715ce44349b3" providerId="LiveId" clId="{AABA1416-4740-4FEA-A91C-A3DACBE38F86}" dt="2023-11-03T03:36:28.748" v="5280"/>
        <pc:sldMkLst>
          <pc:docMk/>
          <pc:sldMk cId="3977934915" sldId="530"/>
        </pc:sldMkLst>
      </pc:sldChg>
      <pc:sldChg chg="add del">
        <pc:chgData name="Aurelien Domont" userId="6da7715ce44349b3" providerId="LiveId" clId="{AABA1416-4740-4FEA-A91C-A3DACBE38F86}" dt="2023-11-03T01:51:36.199" v="1850" actId="47"/>
        <pc:sldMkLst>
          <pc:docMk/>
          <pc:sldMk cId="2694049521" sldId="531"/>
        </pc:sldMkLst>
      </pc:sldChg>
      <pc:sldChg chg="add del">
        <pc:chgData name="Aurelien Domont" userId="6da7715ce44349b3" providerId="LiveId" clId="{AABA1416-4740-4FEA-A91C-A3DACBE38F86}" dt="2023-11-03T05:05:35.235" v="8850"/>
        <pc:sldMkLst>
          <pc:docMk/>
          <pc:sldMk cId="2783597816" sldId="542"/>
        </pc:sldMkLst>
      </pc:sldChg>
      <pc:sldChg chg="del">
        <pc:chgData name="Aurelien Domont" userId="6da7715ce44349b3" providerId="LiveId" clId="{AABA1416-4740-4FEA-A91C-A3DACBE38F86}" dt="2023-11-03T00:14:59.440" v="53" actId="47"/>
        <pc:sldMkLst>
          <pc:docMk/>
          <pc:sldMk cId="3604617461" sldId="1591"/>
        </pc:sldMkLst>
      </pc:sldChg>
      <pc:sldChg chg="del">
        <pc:chgData name="Aurelien Domont" userId="6da7715ce44349b3" providerId="LiveId" clId="{AABA1416-4740-4FEA-A91C-A3DACBE38F86}" dt="2023-11-03T00:14:59.440" v="53" actId="47"/>
        <pc:sldMkLst>
          <pc:docMk/>
          <pc:sldMk cId="617529628" sldId="1596"/>
        </pc:sldMkLst>
      </pc:sldChg>
      <pc:sldChg chg="addSp delSp modSp add mod modClrScheme chgLayout modNotes">
        <pc:chgData name="Aurelien Domont" userId="6da7715ce44349b3" providerId="LiveId" clId="{AABA1416-4740-4FEA-A91C-A3DACBE38F86}" dt="2023-11-03T05:37:11.497" v="11568" actId="14861"/>
        <pc:sldMkLst>
          <pc:docMk/>
          <pc:sldMk cId="1754585881" sldId="1598"/>
        </pc:sldMkLst>
      </pc:sldChg>
      <pc:sldChg chg="addSp delSp modSp add del mod modClrScheme chgLayout modNotes">
        <pc:chgData name="Aurelien Domont" userId="6da7715ce44349b3" providerId="LiveId" clId="{AABA1416-4740-4FEA-A91C-A3DACBE38F86}" dt="2023-11-03T04:51:06.837" v="8822"/>
        <pc:sldMkLst>
          <pc:docMk/>
          <pc:sldMk cId="2853806433" sldId="1600"/>
        </pc:sldMkLst>
      </pc:sldChg>
      <pc:sldChg chg="del">
        <pc:chgData name="Aurelien Domont" userId="6da7715ce44349b3" providerId="LiveId" clId="{AABA1416-4740-4FEA-A91C-A3DACBE38F86}" dt="2023-11-03T00:14:59.440" v="53" actId="47"/>
        <pc:sldMkLst>
          <pc:docMk/>
          <pc:sldMk cId="2644303535" sldId="1668"/>
        </pc:sldMkLst>
      </pc:sldChg>
      <pc:sldChg chg="addSp delSp modSp add mod modClrScheme chgLayout modNotes">
        <pc:chgData name="Aurelien Domont" userId="6da7715ce44349b3" providerId="LiveId" clId="{AABA1416-4740-4FEA-A91C-A3DACBE38F86}" dt="2023-11-03T05:27:36.076" v="11298" actId="20577"/>
        <pc:sldMkLst>
          <pc:docMk/>
          <pc:sldMk cId="1252826214" sldId="1711"/>
        </pc:sldMkLst>
      </pc:sldChg>
      <pc:sldChg chg="modSp add del mod modClrScheme chgLayout">
        <pc:chgData name="Aurelien Domont" userId="6da7715ce44349b3" providerId="LiveId" clId="{AABA1416-4740-4FEA-A91C-A3DACBE38F86}" dt="2023-11-03T01:44:01.342" v="1028" actId="47"/>
        <pc:sldMkLst>
          <pc:docMk/>
          <pc:sldMk cId="317099162" sldId="1749"/>
        </pc:sldMkLst>
      </pc:sldChg>
      <pc:sldChg chg="del">
        <pc:chgData name="Aurelien Domont" userId="6da7715ce44349b3" providerId="LiveId" clId="{AABA1416-4740-4FEA-A91C-A3DACBE38F86}" dt="2023-11-03T00:14:59.440" v="53" actId="47"/>
        <pc:sldMkLst>
          <pc:docMk/>
          <pc:sldMk cId="3264366395" sldId="1955"/>
        </pc:sldMkLst>
      </pc:sldChg>
      <pc:sldChg chg="del">
        <pc:chgData name="Aurelien Domont" userId="6da7715ce44349b3" providerId="LiveId" clId="{AABA1416-4740-4FEA-A91C-A3DACBE38F86}" dt="2023-11-03T00:14:59.440" v="53" actId="47"/>
        <pc:sldMkLst>
          <pc:docMk/>
          <pc:sldMk cId="3045459513" sldId="1956"/>
        </pc:sldMkLst>
      </pc:sldChg>
      <pc:sldChg chg="del">
        <pc:chgData name="Aurelien Domont" userId="6da7715ce44349b3" providerId="LiveId" clId="{AABA1416-4740-4FEA-A91C-A3DACBE38F86}" dt="2023-11-03T00:14:59.440" v="53" actId="47"/>
        <pc:sldMkLst>
          <pc:docMk/>
          <pc:sldMk cId="1026744296" sldId="1986"/>
        </pc:sldMkLst>
      </pc:sldChg>
      <pc:sldChg chg="addSp delSp modSp add mod modClrScheme chgLayout modNotes">
        <pc:chgData name="Aurelien Domont" userId="6da7715ce44349b3" providerId="LiveId" clId="{AABA1416-4740-4FEA-A91C-A3DACBE38F86}" dt="2023-11-03T04:51:06.562" v="8630" actId="790"/>
        <pc:sldMkLst>
          <pc:docMk/>
          <pc:sldMk cId="3938337455" sldId="2034"/>
        </pc:sldMkLst>
      </pc:sldChg>
      <pc:sldChg chg="del">
        <pc:chgData name="Aurelien Domont" userId="6da7715ce44349b3" providerId="LiveId" clId="{AABA1416-4740-4FEA-A91C-A3DACBE38F86}" dt="2023-11-03T00:14:59.440" v="53" actId="47"/>
        <pc:sldMkLst>
          <pc:docMk/>
          <pc:sldMk cId="2346025138" sldId="2155"/>
        </pc:sldMkLst>
      </pc:sldChg>
      <pc:sldChg chg="del">
        <pc:chgData name="Aurelien Domont" userId="6da7715ce44349b3" providerId="LiveId" clId="{AABA1416-4740-4FEA-A91C-A3DACBE38F86}" dt="2023-11-03T00:14:59.440" v="53" actId="47"/>
        <pc:sldMkLst>
          <pc:docMk/>
          <pc:sldMk cId="1479295029" sldId="2156"/>
        </pc:sldMkLst>
      </pc:sldChg>
      <pc:sldChg chg="del">
        <pc:chgData name="Aurelien Domont" userId="6da7715ce44349b3" providerId="LiveId" clId="{AABA1416-4740-4FEA-A91C-A3DACBE38F86}" dt="2023-11-03T00:14:59.440" v="53" actId="47"/>
        <pc:sldMkLst>
          <pc:docMk/>
          <pc:sldMk cId="2678382071" sldId="2160"/>
        </pc:sldMkLst>
      </pc:sldChg>
      <pc:sldChg chg="modSp add del mod modClrScheme chgLayout">
        <pc:chgData name="Aurelien Domont" userId="6da7715ce44349b3" providerId="LiveId" clId="{AABA1416-4740-4FEA-A91C-A3DACBE38F86}" dt="2023-11-03T01:52:25.391" v="1851" actId="47"/>
        <pc:sldMkLst>
          <pc:docMk/>
          <pc:sldMk cId="62308209" sldId="2161"/>
        </pc:sldMkLst>
      </pc:sldChg>
      <pc:sldChg chg="addSp delSp modSp add mod modClrScheme chgLayout modNotes">
        <pc:chgData name="Aurelien Domont" userId="6da7715ce44349b3" providerId="LiveId" clId="{AABA1416-4740-4FEA-A91C-A3DACBE38F86}" dt="2023-11-05T23:26:54.286" v="12697" actId="20577"/>
        <pc:sldMkLst>
          <pc:docMk/>
          <pc:sldMk cId="3272444503" sldId="2162"/>
        </pc:sldMkLst>
      </pc:sldChg>
      <pc:sldChg chg="del">
        <pc:chgData name="Aurelien Domont" userId="6da7715ce44349b3" providerId="LiveId" clId="{AABA1416-4740-4FEA-A91C-A3DACBE38F86}" dt="2023-11-03T00:14:59.440" v="53" actId="47"/>
        <pc:sldMkLst>
          <pc:docMk/>
          <pc:sldMk cId="1929697781" sldId="2171"/>
        </pc:sldMkLst>
      </pc:sldChg>
      <pc:sldChg chg="del">
        <pc:chgData name="Aurelien Domont" userId="6da7715ce44349b3" providerId="LiveId" clId="{AABA1416-4740-4FEA-A91C-A3DACBE38F86}" dt="2023-11-03T00:14:59.440" v="53" actId="47"/>
        <pc:sldMkLst>
          <pc:docMk/>
          <pc:sldMk cId="4258618140" sldId="2187"/>
        </pc:sldMkLst>
      </pc:sldChg>
      <pc:sldChg chg="addSp delSp modSp add mod modClrScheme chgLayout modNotes">
        <pc:chgData name="Aurelien Domont" userId="6da7715ce44349b3" providerId="LiveId" clId="{AABA1416-4740-4FEA-A91C-A3DACBE38F86}" dt="2023-11-03T05:37:21.291" v="11569" actId="14861"/>
        <pc:sldMkLst>
          <pc:docMk/>
          <pc:sldMk cId="1534399825" sldId="2240"/>
        </pc:sldMkLst>
      </pc:sldChg>
      <pc:sldChg chg="modSp add del mod modClrScheme chgLayout modNotes">
        <pc:chgData name="Aurelien Domont" userId="6da7715ce44349b3" providerId="LiveId" clId="{AABA1416-4740-4FEA-A91C-A3DACBE38F86}" dt="2023-11-03T02:26:47.793" v="3014" actId="47"/>
        <pc:sldMkLst>
          <pc:docMk/>
          <pc:sldMk cId="938037913" sldId="2244"/>
        </pc:sldMkLst>
      </pc:sldChg>
      <pc:sldChg chg="del">
        <pc:chgData name="Aurelien Domont" userId="6da7715ce44349b3" providerId="LiveId" clId="{AABA1416-4740-4FEA-A91C-A3DACBE38F86}" dt="2023-11-03T00:14:59.440" v="53" actId="47"/>
        <pc:sldMkLst>
          <pc:docMk/>
          <pc:sldMk cId="3763423627" sldId="2298"/>
        </pc:sldMkLst>
      </pc:sldChg>
      <pc:sldChg chg="modSp add mod modClrScheme chgLayout modNotes">
        <pc:chgData name="Aurelien Domont" userId="6da7715ce44349b3" providerId="LiveId" clId="{AABA1416-4740-4FEA-A91C-A3DACBE38F86}" dt="2023-11-05T23:12:02.770" v="12683" actId="207"/>
        <pc:sldMkLst>
          <pc:docMk/>
          <pc:sldMk cId="1209091634" sldId="2338"/>
        </pc:sldMkLst>
      </pc:sldChg>
      <pc:sldChg chg="addSp delSp modSp add del mod modClrScheme chgLayout modNotes">
        <pc:chgData name="Aurelien Domont" userId="6da7715ce44349b3" providerId="LiveId" clId="{AABA1416-4740-4FEA-A91C-A3DACBE38F86}" dt="2023-11-03T05:25:18.059" v="11070" actId="47"/>
        <pc:sldMkLst>
          <pc:docMk/>
          <pc:sldMk cId="2995647837" sldId="2340"/>
        </pc:sldMkLst>
      </pc:sldChg>
      <pc:sldChg chg="del">
        <pc:chgData name="Aurelien Domont" userId="6da7715ce44349b3" providerId="LiveId" clId="{AABA1416-4740-4FEA-A91C-A3DACBE38F86}" dt="2023-11-03T00:14:59.440" v="53" actId="47"/>
        <pc:sldMkLst>
          <pc:docMk/>
          <pc:sldMk cId="2929886259" sldId="2366"/>
        </pc:sldMkLst>
      </pc:sldChg>
      <pc:sldChg chg="modSp add del mod modClrScheme chgLayout modNotes">
        <pc:chgData name="Aurelien Domont" userId="6da7715ce44349b3" providerId="LiveId" clId="{AABA1416-4740-4FEA-A91C-A3DACBE38F86}" dt="2023-11-03T02:26:47.793" v="3014" actId="47"/>
        <pc:sldMkLst>
          <pc:docMk/>
          <pc:sldMk cId="1664956255" sldId="2433"/>
        </pc:sldMkLst>
      </pc:sldChg>
      <pc:sldChg chg="del">
        <pc:chgData name="Aurelien Domont" userId="6da7715ce44349b3" providerId="LiveId" clId="{AABA1416-4740-4FEA-A91C-A3DACBE38F86}" dt="2023-11-03T00:14:59.440" v="53" actId="47"/>
        <pc:sldMkLst>
          <pc:docMk/>
          <pc:sldMk cId="1873290227" sldId="2434"/>
        </pc:sldMkLst>
      </pc:sldChg>
      <pc:sldChg chg="del">
        <pc:chgData name="Aurelien Domont" userId="6da7715ce44349b3" providerId="LiveId" clId="{AABA1416-4740-4FEA-A91C-A3DACBE38F86}" dt="2023-11-03T00:14:59.440" v="53" actId="47"/>
        <pc:sldMkLst>
          <pc:docMk/>
          <pc:sldMk cId="433141511" sldId="2435"/>
        </pc:sldMkLst>
      </pc:sldChg>
      <pc:sldChg chg="del">
        <pc:chgData name="Aurelien Domont" userId="6da7715ce44349b3" providerId="LiveId" clId="{AABA1416-4740-4FEA-A91C-A3DACBE38F86}" dt="2023-11-03T00:14:59.440" v="53" actId="47"/>
        <pc:sldMkLst>
          <pc:docMk/>
          <pc:sldMk cId="729151380" sldId="2436"/>
        </pc:sldMkLst>
      </pc:sldChg>
      <pc:sldChg chg="del">
        <pc:chgData name="Aurelien Domont" userId="6da7715ce44349b3" providerId="LiveId" clId="{AABA1416-4740-4FEA-A91C-A3DACBE38F86}" dt="2023-11-03T00:14:59.440" v="53" actId="47"/>
        <pc:sldMkLst>
          <pc:docMk/>
          <pc:sldMk cId="495242922" sldId="2437"/>
        </pc:sldMkLst>
      </pc:sldChg>
      <pc:sldChg chg="del">
        <pc:chgData name="Aurelien Domont" userId="6da7715ce44349b3" providerId="LiveId" clId="{AABA1416-4740-4FEA-A91C-A3DACBE38F86}" dt="2023-11-03T00:14:59.440" v="53" actId="47"/>
        <pc:sldMkLst>
          <pc:docMk/>
          <pc:sldMk cId="118271412" sldId="2439"/>
        </pc:sldMkLst>
      </pc:sldChg>
      <pc:sldChg chg="del">
        <pc:chgData name="Aurelien Domont" userId="6da7715ce44349b3" providerId="LiveId" clId="{AABA1416-4740-4FEA-A91C-A3DACBE38F86}" dt="2023-11-03T00:14:59.440" v="53" actId="47"/>
        <pc:sldMkLst>
          <pc:docMk/>
          <pc:sldMk cId="1405034369" sldId="2440"/>
        </pc:sldMkLst>
      </pc:sldChg>
      <pc:sldChg chg="del">
        <pc:chgData name="Aurelien Domont" userId="6da7715ce44349b3" providerId="LiveId" clId="{AABA1416-4740-4FEA-A91C-A3DACBE38F86}" dt="2023-11-03T00:14:59.440" v="53" actId="47"/>
        <pc:sldMkLst>
          <pc:docMk/>
          <pc:sldMk cId="2594125012" sldId="2441"/>
        </pc:sldMkLst>
      </pc:sldChg>
      <pc:sldChg chg="del">
        <pc:chgData name="Aurelien Domont" userId="6da7715ce44349b3" providerId="LiveId" clId="{AABA1416-4740-4FEA-A91C-A3DACBE38F86}" dt="2023-11-03T00:14:59.440" v="53" actId="47"/>
        <pc:sldMkLst>
          <pc:docMk/>
          <pc:sldMk cId="1457987928" sldId="2442"/>
        </pc:sldMkLst>
      </pc:sldChg>
      <pc:sldChg chg="del">
        <pc:chgData name="Aurelien Domont" userId="6da7715ce44349b3" providerId="LiveId" clId="{AABA1416-4740-4FEA-A91C-A3DACBE38F86}" dt="2023-11-03T00:14:59.440" v="53" actId="47"/>
        <pc:sldMkLst>
          <pc:docMk/>
          <pc:sldMk cId="1154909907" sldId="2443"/>
        </pc:sldMkLst>
      </pc:sldChg>
      <pc:sldChg chg="del">
        <pc:chgData name="Aurelien Domont" userId="6da7715ce44349b3" providerId="LiveId" clId="{AABA1416-4740-4FEA-A91C-A3DACBE38F86}" dt="2023-11-03T00:14:59.440" v="53" actId="47"/>
        <pc:sldMkLst>
          <pc:docMk/>
          <pc:sldMk cId="3801254905" sldId="2445"/>
        </pc:sldMkLst>
      </pc:sldChg>
      <pc:sldChg chg="del">
        <pc:chgData name="Aurelien Domont" userId="6da7715ce44349b3" providerId="LiveId" clId="{AABA1416-4740-4FEA-A91C-A3DACBE38F86}" dt="2023-11-03T00:14:59.440" v="53" actId="47"/>
        <pc:sldMkLst>
          <pc:docMk/>
          <pc:sldMk cId="967848613" sldId="2446"/>
        </pc:sldMkLst>
      </pc:sldChg>
      <pc:sldChg chg="del">
        <pc:chgData name="Aurelien Domont" userId="6da7715ce44349b3" providerId="LiveId" clId="{AABA1416-4740-4FEA-A91C-A3DACBE38F86}" dt="2023-11-03T00:14:59.440" v="53" actId="47"/>
        <pc:sldMkLst>
          <pc:docMk/>
          <pc:sldMk cId="526972999" sldId="2447"/>
        </pc:sldMkLst>
      </pc:sldChg>
      <pc:sldChg chg="del">
        <pc:chgData name="Aurelien Domont" userId="6da7715ce44349b3" providerId="LiveId" clId="{AABA1416-4740-4FEA-A91C-A3DACBE38F86}" dt="2023-11-03T00:14:59.440" v="53" actId="47"/>
        <pc:sldMkLst>
          <pc:docMk/>
          <pc:sldMk cId="351239133" sldId="2448"/>
        </pc:sldMkLst>
      </pc:sldChg>
      <pc:sldChg chg="del">
        <pc:chgData name="Aurelien Domont" userId="6da7715ce44349b3" providerId="LiveId" clId="{AABA1416-4740-4FEA-A91C-A3DACBE38F86}" dt="2023-11-03T00:14:59.440" v="53" actId="47"/>
        <pc:sldMkLst>
          <pc:docMk/>
          <pc:sldMk cId="3917879965" sldId="2449"/>
        </pc:sldMkLst>
      </pc:sldChg>
      <pc:sldChg chg="del">
        <pc:chgData name="Aurelien Domont" userId="6da7715ce44349b3" providerId="LiveId" clId="{AABA1416-4740-4FEA-A91C-A3DACBE38F86}" dt="2023-11-03T00:14:59.440" v="53" actId="47"/>
        <pc:sldMkLst>
          <pc:docMk/>
          <pc:sldMk cId="3554794133" sldId="2450"/>
        </pc:sldMkLst>
      </pc:sldChg>
      <pc:sldChg chg="del">
        <pc:chgData name="Aurelien Domont" userId="6da7715ce44349b3" providerId="LiveId" clId="{AABA1416-4740-4FEA-A91C-A3DACBE38F86}" dt="2023-11-03T00:14:59.440" v="53" actId="47"/>
        <pc:sldMkLst>
          <pc:docMk/>
          <pc:sldMk cId="2457909485" sldId="2451"/>
        </pc:sldMkLst>
      </pc:sldChg>
      <pc:sldChg chg="del">
        <pc:chgData name="Aurelien Domont" userId="6da7715ce44349b3" providerId="LiveId" clId="{AABA1416-4740-4FEA-A91C-A3DACBE38F86}" dt="2023-11-03T00:14:59.440" v="53" actId="47"/>
        <pc:sldMkLst>
          <pc:docMk/>
          <pc:sldMk cId="3397914777" sldId="2452"/>
        </pc:sldMkLst>
      </pc:sldChg>
      <pc:sldChg chg="del">
        <pc:chgData name="Aurelien Domont" userId="6da7715ce44349b3" providerId="LiveId" clId="{AABA1416-4740-4FEA-A91C-A3DACBE38F86}" dt="2023-11-03T00:14:59.440" v="53" actId="47"/>
        <pc:sldMkLst>
          <pc:docMk/>
          <pc:sldMk cId="3130875905" sldId="2453"/>
        </pc:sldMkLst>
      </pc:sldChg>
      <pc:sldChg chg="del">
        <pc:chgData name="Aurelien Domont" userId="6da7715ce44349b3" providerId="LiveId" clId="{AABA1416-4740-4FEA-A91C-A3DACBE38F86}" dt="2023-11-03T00:14:59.440" v="53" actId="47"/>
        <pc:sldMkLst>
          <pc:docMk/>
          <pc:sldMk cId="1143051604" sldId="2454"/>
        </pc:sldMkLst>
      </pc:sldChg>
      <pc:sldChg chg="del">
        <pc:chgData name="Aurelien Domont" userId="6da7715ce44349b3" providerId="LiveId" clId="{AABA1416-4740-4FEA-A91C-A3DACBE38F86}" dt="2023-11-03T00:14:59.440" v="53" actId="47"/>
        <pc:sldMkLst>
          <pc:docMk/>
          <pc:sldMk cId="1545824460" sldId="2455"/>
        </pc:sldMkLst>
      </pc:sldChg>
      <pc:sldChg chg="del">
        <pc:chgData name="Aurelien Domont" userId="6da7715ce44349b3" providerId="LiveId" clId="{AABA1416-4740-4FEA-A91C-A3DACBE38F86}" dt="2023-11-03T00:14:59.440" v="53" actId="47"/>
        <pc:sldMkLst>
          <pc:docMk/>
          <pc:sldMk cId="3190274426" sldId="2483"/>
        </pc:sldMkLst>
      </pc:sldChg>
      <pc:sldChg chg="del">
        <pc:chgData name="Aurelien Domont" userId="6da7715ce44349b3" providerId="LiveId" clId="{AABA1416-4740-4FEA-A91C-A3DACBE38F86}" dt="2023-11-03T00:14:59.440" v="53" actId="47"/>
        <pc:sldMkLst>
          <pc:docMk/>
          <pc:sldMk cId="493024874" sldId="2484"/>
        </pc:sldMkLst>
      </pc:sldChg>
      <pc:sldChg chg="del">
        <pc:chgData name="Aurelien Domont" userId="6da7715ce44349b3" providerId="LiveId" clId="{AABA1416-4740-4FEA-A91C-A3DACBE38F86}" dt="2023-11-03T00:14:59.440" v="53" actId="47"/>
        <pc:sldMkLst>
          <pc:docMk/>
          <pc:sldMk cId="2959284277" sldId="2486"/>
        </pc:sldMkLst>
      </pc:sldChg>
      <pc:sldChg chg="del">
        <pc:chgData name="Aurelien Domont" userId="6da7715ce44349b3" providerId="LiveId" clId="{AABA1416-4740-4FEA-A91C-A3DACBE38F86}" dt="2023-11-03T00:14:59.440" v="53" actId="47"/>
        <pc:sldMkLst>
          <pc:docMk/>
          <pc:sldMk cId="1599046706" sldId="2487"/>
        </pc:sldMkLst>
      </pc:sldChg>
      <pc:sldChg chg="del">
        <pc:chgData name="Aurelien Domont" userId="6da7715ce44349b3" providerId="LiveId" clId="{AABA1416-4740-4FEA-A91C-A3DACBE38F86}" dt="2023-11-03T00:14:59.440" v="53" actId="47"/>
        <pc:sldMkLst>
          <pc:docMk/>
          <pc:sldMk cId="3266331645" sldId="2488"/>
        </pc:sldMkLst>
      </pc:sldChg>
      <pc:sldChg chg="del">
        <pc:chgData name="Aurelien Domont" userId="6da7715ce44349b3" providerId="LiveId" clId="{AABA1416-4740-4FEA-A91C-A3DACBE38F86}" dt="2023-11-03T00:14:59.440" v="53" actId="47"/>
        <pc:sldMkLst>
          <pc:docMk/>
          <pc:sldMk cId="3386949350" sldId="2489"/>
        </pc:sldMkLst>
      </pc:sldChg>
      <pc:sldChg chg="add del">
        <pc:chgData name="Aurelien Domont" userId="6da7715ce44349b3" providerId="LiveId" clId="{AABA1416-4740-4FEA-A91C-A3DACBE38F86}" dt="2023-11-03T04:38:23.171" v="6516" actId="47"/>
        <pc:sldMkLst>
          <pc:docMk/>
          <pc:sldMk cId="1365513723" sldId="2490"/>
        </pc:sldMkLst>
      </pc:sldChg>
      <pc:sldChg chg="add del">
        <pc:chgData name="Aurelien Domont" userId="6da7715ce44349b3" providerId="LiveId" clId="{AABA1416-4740-4FEA-A91C-A3DACBE38F86}" dt="2023-11-03T04:38:23.171" v="6516" actId="47"/>
        <pc:sldMkLst>
          <pc:docMk/>
          <pc:sldMk cId="3457892389" sldId="2496"/>
        </pc:sldMkLst>
      </pc:sldChg>
      <pc:sldChg chg="add del">
        <pc:chgData name="Aurelien Domont" userId="6da7715ce44349b3" providerId="LiveId" clId="{AABA1416-4740-4FEA-A91C-A3DACBE38F86}" dt="2023-11-03T01:30:47.273" v="536" actId="47"/>
        <pc:sldMkLst>
          <pc:docMk/>
          <pc:sldMk cId="920383389" sldId="2498"/>
        </pc:sldMkLst>
      </pc:sldChg>
      <pc:sldChg chg="add del">
        <pc:chgData name="Aurelien Domont" userId="6da7715ce44349b3" providerId="LiveId" clId="{AABA1416-4740-4FEA-A91C-A3DACBE38F86}" dt="2023-11-03T04:38:23.171" v="6516" actId="47"/>
        <pc:sldMkLst>
          <pc:docMk/>
          <pc:sldMk cId="3864691588" sldId="2498"/>
        </pc:sldMkLst>
      </pc:sldChg>
      <pc:sldChg chg="del">
        <pc:chgData name="Aurelien Domont" userId="6da7715ce44349b3" providerId="LiveId" clId="{AABA1416-4740-4FEA-A91C-A3DACBE38F86}" dt="2023-11-03T00:14:59.440" v="53" actId="47"/>
        <pc:sldMkLst>
          <pc:docMk/>
          <pc:sldMk cId="3548391786" sldId="2500"/>
        </pc:sldMkLst>
      </pc:sldChg>
      <pc:sldChg chg="add del">
        <pc:chgData name="Aurelien Domont" userId="6da7715ce44349b3" providerId="LiveId" clId="{AABA1416-4740-4FEA-A91C-A3DACBE38F86}" dt="2023-11-03T04:38:23.171" v="6516" actId="47"/>
        <pc:sldMkLst>
          <pc:docMk/>
          <pc:sldMk cId="330583714" sldId="2510"/>
        </pc:sldMkLst>
      </pc:sldChg>
      <pc:sldChg chg="add del">
        <pc:chgData name="Aurelien Domont" userId="6da7715ce44349b3" providerId="LiveId" clId="{AABA1416-4740-4FEA-A91C-A3DACBE38F86}" dt="2023-11-03T04:38:23.171" v="6516" actId="47"/>
        <pc:sldMkLst>
          <pc:docMk/>
          <pc:sldMk cId="1583963653" sldId="2511"/>
        </pc:sldMkLst>
      </pc:sldChg>
      <pc:sldChg chg="add del">
        <pc:chgData name="Aurelien Domont" userId="6da7715ce44349b3" providerId="LiveId" clId="{AABA1416-4740-4FEA-A91C-A3DACBE38F86}" dt="2023-11-03T04:38:23.171" v="6516" actId="47"/>
        <pc:sldMkLst>
          <pc:docMk/>
          <pc:sldMk cId="1378182528" sldId="2512"/>
        </pc:sldMkLst>
      </pc:sldChg>
      <pc:sldChg chg="add del">
        <pc:chgData name="Aurelien Domont" userId="6da7715ce44349b3" providerId="LiveId" clId="{AABA1416-4740-4FEA-A91C-A3DACBE38F86}" dt="2023-11-03T04:38:23.171" v="6516" actId="47"/>
        <pc:sldMkLst>
          <pc:docMk/>
          <pc:sldMk cId="1596498046" sldId="2513"/>
        </pc:sldMkLst>
      </pc:sldChg>
      <pc:sldChg chg="add del">
        <pc:chgData name="Aurelien Domont" userId="6da7715ce44349b3" providerId="LiveId" clId="{AABA1416-4740-4FEA-A91C-A3DACBE38F86}" dt="2023-11-03T04:38:23.171" v="6516" actId="47"/>
        <pc:sldMkLst>
          <pc:docMk/>
          <pc:sldMk cId="3898129810" sldId="2514"/>
        </pc:sldMkLst>
      </pc:sldChg>
      <pc:sldChg chg="add del">
        <pc:chgData name="Aurelien Domont" userId="6da7715ce44349b3" providerId="LiveId" clId="{AABA1416-4740-4FEA-A91C-A3DACBE38F86}" dt="2023-11-03T04:38:23.171" v="6516" actId="47"/>
        <pc:sldMkLst>
          <pc:docMk/>
          <pc:sldMk cId="1247299320" sldId="2515"/>
        </pc:sldMkLst>
      </pc:sldChg>
      <pc:sldChg chg="del">
        <pc:chgData name="Aurelien Domont" userId="6da7715ce44349b3" providerId="LiveId" clId="{AABA1416-4740-4FEA-A91C-A3DACBE38F86}" dt="2023-11-03T00:14:59.440" v="53" actId="47"/>
        <pc:sldMkLst>
          <pc:docMk/>
          <pc:sldMk cId="1148856858" sldId="2517"/>
        </pc:sldMkLst>
      </pc:sldChg>
      <pc:sldChg chg="del">
        <pc:chgData name="Aurelien Domont" userId="6da7715ce44349b3" providerId="LiveId" clId="{AABA1416-4740-4FEA-A91C-A3DACBE38F86}" dt="2023-11-03T00:14:59.440" v="53" actId="47"/>
        <pc:sldMkLst>
          <pc:docMk/>
          <pc:sldMk cId="3896093903" sldId="2518"/>
        </pc:sldMkLst>
      </pc:sldChg>
      <pc:sldChg chg="del">
        <pc:chgData name="Aurelien Domont" userId="6da7715ce44349b3" providerId="LiveId" clId="{AABA1416-4740-4FEA-A91C-A3DACBE38F86}" dt="2023-11-03T00:14:59.440" v="53" actId="47"/>
        <pc:sldMkLst>
          <pc:docMk/>
          <pc:sldMk cId="191942563" sldId="2519"/>
        </pc:sldMkLst>
      </pc:sldChg>
      <pc:sldChg chg="del">
        <pc:chgData name="Aurelien Domont" userId="6da7715ce44349b3" providerId="LiveId" clId="{AABA1416-4740-4FEA-A91C-A3DACBE38F86}" dt="2023-11-03T00:14:59.440" v="53" actId="47"/>
        <pc:sldMkLst>
          <pc:docMk/>
          <pc:sldMk cId="3376456613" sldId="2520"/>
        </pc:sldMkLst>
      </pc:sldChg>
      <pc:sldChg chg="del">
        <pc:chgData name="Aurelien Domont" userId="6da7715ce44349b3" providerId="LiveId" clId="{AABA1416-4740-4FEA-A91C-A3DACBE38F86}" dt="2023-11-03T00:14:59.440" v="53" actId="47"/>
        <pc:sldMkLst>
          <pc:docMk/>
          <pc:sldMk cId="1139254451" sldId="2521"/>
        </pc:sldMkLst>
      </pc:sldChg>
      <pc:sldChg chg="del">
        <pc:chgData name="Aurelien Domont" userId="6da7715ce44349b3" providerId="LiveId" clId="{AABA1416-4740-4FEA-A91C-A3DACBE38F86}" dt="2023-11-03T00:14:59.440" v="53" actId="47"/>
        <pc:sldMkLst>
          <pc:docMk/>
          <pc:sldMk cId="2291360483" sldId="2523"/>
        </pc:sldMkLst>
      </pc:sldChg>
      <pc:sldChg chg="del">
        <pc:chgData name="Aurelien Domont" userId="6da7715ce44349b3" providerId="LiveId" clId="{AABA1416-4740-4FEA-A91C-A3DACBE38F86}" dt="2023-11-03T00:14:59.440" v="53" actId="47"/>
        <pc:sldMkLst>
          <pc:docMk/>
          <pc:sldMk cId="1276071411" sldId="2524"/>
        </pc:sldMkLst>
      </pc:sldChg>
      <pc:sldChg chg="del">
        <pc:chgData name="Aurelien Domont" userId="6da7715ce44349b3" providerId="LiveId" clId="{AABA1416-4740-4FEA-A91C-A3DACBE38F86}" dt="2023-11-03T00:14:59.440" v="53" actId="47"/>
        <pc:sldMkLst>
          <pc:docMk/>
          <pc:sldMk cId="756767282" sldId="2525"/>
        </pc:sldMkLst>
      </pc:sldChg>
      <pc:sldChg chg="add del">
        <pc:chgData name="Aurelien Domont" userId="6da7715ce44349b3" providerId="LiveId" clId="{AABA1416-4740-4FEA-A91C-A3DACBE38F86}" dt="2023-11-03T05:44:35.787" v="11571" actId="2696"/>
        <pc:sldMkLst>
          <pc:docMk/>
          <pc:sldMk cId="1263786278" sldId="2557"/>
        </pc:sldMkLst>
      </pc:sldChg>
      <pc:sldChg chg="addSp delSp modSp add mod">
        <pc:chgData name="Aurelien Domont" userId="6da7715ce44349b3" providerId="LiveId" clId="{AABA1416-4740-4FEA-A91C-A3DACBE38F86}" dt="2023-11-03T05:53:01.939" v="11835" actId="14100"/>
        <pc:sldMkLst>
          <pc:docMk/>
          <pc:sldMk cId="4078591124" sldId="2557"/>
        </pc:sldMkLst>
      </pc:sldChg>
      <pc:sldChg chg="addSp delSp modSp del mod modNotes">
        <pc:chgData name="Aurelien Domont" userId="6da7715ce44349b3" providerId="LiveId" clId="{AABA1416-4740-4FEA-A91C-A3DACBE38F86}" dt="2023-11-03T02:26:47.793" v="3014" actId="47"/>
        <pc:sldMkLst>
          <pc:docMk/>
          <pc:sldMk cId="1254545715" sldId="2558"/>
        </pc:sldMkLst>
      </pc:sldChg>
      <pc:sldChg chg="addSp delSp modSp add mod">
        <pc:chgData name="Aurelien Domont" userId="6da7715ce44349b3" providerId="LiveId" clId="{AABA1416-4740-4FEA-A91C-A3DACBE38F86}" dt="2023-11-05T22:37:53.043" v="12155"/>
        <pc:sldMkLst>
          <pc:docMk/>
          <pc:sldMk cId="2304312946" sldId="2558"/>
        </pc:sldMkLst>
      </pc:sldChg>
      <pc:sldChg chg="add del">
        <pc:chgData name="Aurelien Domont" userId="6da7715ce44349b3" providerId="LiveId" clId="{AABA1416-4740-4FEA-A91C-A3DACBE38F86}" dt="2023-11-03T05:44:35.787" v="11571" actId="2696"/>
        <pc:sldMkLst>
          <pc:docMk/>
          <pc:sldMk cId="4217109390" sldId="2558"/>
        </pc:sldMkLst>
      </pc:sldChg>
      <pc:sldChg chg="del">
        <pc:chgData name="Aurelien Domont" userId="6da7715ce44349b3" providerId="LiveId" clId="{AABA1416-4740-4FEA-A91C-A3DACBE38F86}" dt="2023-11-03T00:14:59.440" v="53" actId="47"/>
        <pc:sldMkLst>
          <pc:docMk/>
          <pc:sldMk cId="3556512680" sldId="2559"/>
        </pc:sldMkLst>
      </pc:sldChg>
      <pc:sldChg chg="addSp delSp modSp new add mod modNotes">
        <pc:chgData name="Aurelien Domont" userId="6da7715ce44349b3" providerId="LiveId" clId="{AABA1416-4740-4FEA-A91C-A3DACBE38F86}" dt="2023-11-03T05:19:10.274" v="10961"/>
        <pc:sldMkLst>
          <pc:docMk/>
          <pc:sldMk cId="3871908814" sldId="2559"/>
        </pc:sldMkLst>
      </pc:sldChg>
      <pc:sldChg chg="addSp delSp modSp new add mod modNotes">
        <pc:chgData name="Aurelien Domont" userId="6da7715ce44349b3" providerId="LiveId" clId="{AABA1416-4740-4FEA-A91C-A3DACBE38F86}" dt="2023-11-03T05:33:17.822" v="11567" actId="1035"/>
        <pc:sldMkLst>
          <pc:docMk/>
          <pc:sldMk cId="862292938" sldId="2560"/>
        </pc:sldMkLst>
      </pc:sldChg>
      <pc:sldChg chg="del">
        <pc:chgData name="Aurelien Domont" userId="6da7715ce44349b3" providerId="LiveId" clId="{AABA1416-4740-4FEA-A91C-A3DACBE38F86}" dt="2023-11-03T00:14:59.440" v="53" actId="47"/>
        <pc:sldMkLst>
          <pc:docMk/>
          <pc:sldMk cId="3543024021" sldId="2560"/>
        </pc:sldMkLst>
      </pc:sldChg>
      <pc:sldChg chg="del">
        <pc:chgData name="Aurelien Domont" userId="6da7715ce44349b3" providerId="LiveId" clId="{AABA1416-4740-4FEA-A91C-A3DACBE38F86}" dt="2023-11-03T00:14:59.440" v="53" actId="47"/>
        <pc:sldMkLst>
          <pc:docMk/>
          <pc:sldMk cId="1405253810" sldId="2561"/>
        </pc:sldMkLst>
      </pc:sldChg>
      <pc:sldChg chg="addSp delSp modSp new add mod">
        <pc:chgData name="Aurelien Domont" userId="6da7715ce44349b3" providerId="LiveId" clId="{AABA1416-4740-4FEA-A91C-A3DACBE38F86}" dt="2023-11-16T23:34:49.284" v="13050" actId="5793"/>
        <pc:sldMkLst>
          <pc:docMk/>
          <pc:sldMk cId="3906540847" sldId="2561"/>
        </pc:sldMkLst>
      </pc:sldChg>
      <pc:sldChg chg="del">
        <pc:chgData name="Aurelien Domont" userId="6da7715ce44349b3" providerId="LiveId" clId="{AABA1416-4740-4FEA-A91C-A3DACBE38F86}" dt="2023-11-03T00:14:59.440" v="53" actId="47"/>
        <pc:sldMkLst>
          <pc:docMk/>
          <pc:sldMk cId="308615889" sldId="2562"/>
        </pc:sldMkLst>
      </pc:sldChg>
      <pc:sldChg chg="del">
        <pc:chgData name="Aurelien Domont" userId="6da7715ce44349b3" providerId="LiveId" clId="{AABA1416-4740-4FEA-A91C-A3DACBE38F86}" dt="2023-11-03T00:14:59.440" v="53" actId="47"/>
        <pc:sldMkLst>
          <pc:docMk/>
          <pc:sldMk cId="3576432030" sldId="2563"/>
        </pc:sldMkLst>
      </pc:sldChg>
      <pc:sldChg chg="del">
        <pc:chgData name="Aurelien Domont" userId="6da7715ce44349b3" providerId="LiveId" clId="{AABA1416-4740-4FEA-A91C-A3DACBE38F86}" dt="2023-11-03T00:14:59.440" v="53" actId="47"/>
        <pc:sldMkLst>
          <pc:docMk/>
          <pc:sldMk cId="2374931211" sldId="2564"/>
        </pc:sldMkLst>
      </pc:sldChg>
      <pc:sldChg chg="del">
        <pc:chgData name="Aurelien Domont" userId="6da7715ce44349b3" providerId="LiveId" clId="{AABA1416-4740-4FEA-A91C-A3DACBE38F86}" dt="2023-11-03T00:14:59.440" v="53" actId="47"/>
        <pc:sldMkLst>
          <pc:docMk/>
          <pc:sldMk cId="551571960" sldId="2565"/>
        </pc:sldMkLst>
      </pc:sldChg>
      <pc:sldChg chg="del">
        <pc:chgData name="Aurelien Domont" userId="6da7715ce44349b3" providerId="LiveId" clId="{AABA1416-4740-4FEA-A91C-A3DACBE38F86}" dt="2023-11-03T00:14:59.440" v="53" actId="47"/>
        <pc:sldMkLst>
          <pc:docMk/>
          <pc:sldMk cId="3582809319" sldId="2566"/>
        </pc:sldMkLst>
      </pc:sldChg>
      <pc:sldChg chg="del">
        <pc:chgData name="Aurelien Domont" userId="6da7715ce44349b3" providerId="LiveId" clId="{AABA1416-4740-4FEA-A91C-A3DACBE38F86}" dt="2023-11-03T00:14:59.440" v="53" actId="47"/>
        <pc:sldMkLst>
          <pc:docMk/>
          <pc:sldMk cId="2891423568" sldId="2567"/>
        </pc:sldMkLst>
      </pc:sldChg>
      <pc:sldChg chg="del">
        <pc:chgData name="Aurelien Domont" userId="6da7715ce44349b3" providerId="LiveId" clId="{AABA1416-4740-4FEA-A91C-A3DACBE38F86}" dt="2023-11-03T00:14:59.440" v="53" actId="47"/>
        <pc:sldMkLst>
          <pc:docMk/>
          <pc:sldMk cId="3903418997" sldId="2568"/>
        </pc:sldMkLst>
      </pc:sldChg>
      <pc:sldChg chg="del">
        <pc:chgData name="Aurelien Domont" userId="6da7715ce44349b3" providerId="LiveId" clId="{AABA1416-4740-4FEA-A91C-A3DACBE38F86}" dt="2023-11-03T00:14:59.440" v="53" actId="47"/>
        <pc:sldMkLst>
          <pc:docMk/>
          <pc:sldMk cId="2009755545" sldId="2569"/>
        </pc:sldMkLst>
      </pc:sldChg>
      <pc:sldChg chg="del">
        <pc:chgData name="Aurelien Domont" userId="6da7715ce44349b3" providerId="LiveId" clId="{AABA1416-4740-4FEA-A91C-A3DACBE38F86}" dt="2023-11-03T00:14:59.440" v="53" actId="47"/>
        <pc:sldMkLst>
          <pc:docMk/>
          <pc:sldMk cId="2197559153" sldId="2570"/>
        </pc:sldMkLst>
      </pc:sldChg>
      <pc:sldChg chg="del">
        <pc:chgData name="Aurelien Domont" userId="6da7715ce44349b3" providerId="LiveId" clId="{AABA1416-4740-4FEA-A91C-A3DACBE38F86}" dt="2023-11-03T00:14:59.440" v="53" actId="47"/>
        <pc:sldMkLst>
          <pc:docMk/>
          <pc:sldMk cId="246935978" sldId="2571"/>
        </pc:sldMkLst>
      </pc:sldChg>
      <pc:sldChg chg="del">
        <pc:chgData name="Aurelien Domont" userId="6da7715ce44349b3" providerId="LiveId" clId="{AABA1416-4740-4FEA-A91C-A3DACBE38F86}" dt="2023-11-03T00:14:59.440" v="53" actId="47"/>
        <pc:sldMkLst>
          <pc:docMk/>
          <pc:sldMk cId="2657703967" sldId="2572"/>
        </pc:sldMkLst>
      </pc:sldChg>
      <pc:sldChg chg="del">
        <pc:chgData name="Aurelien Domont" userId="6da7715ce44349b3" providerId="LiveId" clId="{AABA1416-4740-4FEA-A91C-A3DACBE38F86}" dt="2023-11-03T00:14:59.440" v="53" actId="47"/>
        <pc:sldMkLst>
          <pc:docMk/>
          <pc:sldMk cId="3290492658" sldId="2574"/>
        </pc:sldMkLst>
      </pc:sldChg>
      <pc:sldChg chg="del">
        <pc:chgData name="Aurelien Domont" userId="6da7715ce44349b3" providerId="LiveId" clId="{AABA1416-4740-4FEA-A91C-A3DACBE38F86}" dt="2023-11-03T00:14:59.440" v="53" actId="47"/>
        <pc:sldMkLst>
          <pc:docMk/>
          <pc:sldMk cId="492701164" sldId="2575"/>
        </pc:sldMkLst>
      </pc:sldChg>
      <pc:sldChg chg="del">
        <pc:chgData name="Aurelien Domont" userId="6da7715ce44349b3" providerId="LiveId" clId="{AABA1416-4740-4FEA-A91C-A3DACBE38F86}" dt="2023-11-03T00:14:59.440" v="53" actId="47"/>
        <pc:sldMkLst>
          <pc:docMk/>
          <pc:sldMk cId="4238369639" sldId="2576"/>
        </pc:sldMkLst>
      </pc:sldChg>
      <pc:sldChg chg="del">
        <pc:chgData name="Aurelien Domont" userId="6da7715ce44349b3" providerId="LiveId" clId="{AABA1416-4740-4FEA-A91C-A3DACBE38F86}" dt="2023-11-03T00:14:59.440" v="53" actId="47"/>
        <pc:sldMkLst>
          <pc:docMk/>
          <pc:sldMk cId="2327507526" sldId="2577"/>
        </pc:sldMkLst>
      </pc:sldChg>
      <pc:sldChg chg="del">
        <pc:chgData name="Aurelien Domont" userId="6da7715ce44349b3" providerId="LiveId" clId="{AABA1416-4740-4FEA-A91C-A3DACBE38F86}" dt="2023-11-03T00:14:59.440" v="53" actId="47"/>
        <pc:sldMkLst>
          <pc:docMk/>
          <pc:sldMk cId="515313173" sldId="2578"/>
        </pc:sldMkLst>
      </pc:sldChg>
      <pc:sldChg chg="del">
        <pc:chgData name="Aurelien Domont" userId="6da7715ce44349b3" providerId="LiveId" clId="{AABA1416-4740-4FEA-A91C-A3DACBE38F86}" dt="2023-11-03T00:14:59.440" v="53" actId="47"/>
        <pc:sldMkLst>
          <pc:docMk/>
          <pc:sldMk cId="883372972" sldId="2579"/>
        </pc:sldMkLst>
      </pc:sldChg>
      <pc:sldChg chg="del">
        <pc:chgData name="Aurelien Domont" userId="6da7715ce44349b3" providerId="LiveId" clId="{AABA1416-4740-4FEA-A91C-A3DACBE38F86}" dt="2023-11-03T00:14:59.440" v="53" actId="47"/>
        <pc:sldMkLst>
          <pc:docMk/>
          <pc:sldMk cId="3658858448" sldId="2580"/>
        </pc:sldMkLst>
      </pc:sldChg>
      <pc:sldChg chg="del">
        <pc:chgData name="Aurelien Domont" userId="6da7715ce44349b3" providerId="LiveId" clId="{AABA1416-4740-4FEA-A91C-A3DACBE38F86}" dt="2023-11-03T00:14:59.440" v="53" actId="47"/>
        <pc:sldMkLst>
          <pc:docMk/>
          <pc:sldMk cId="3371668482" sldId="2581"/>
        </pc:sldMkLst>
      </pc:sldChg>
      <pc:sldChg chg="del">
        <pc:chgData name="Aurelien Domont" userId="6da7715ce44349b3" providerId="LiveId" clId="{AABA1416-4740-4FEA-A91C-A3DACBE38F86}" dt="2023-11-03T00:14:59.440" v="53" actId="47"/>
        <pc:sldMkLst>
          <pc:docMk/>
          <pc:sldMk cId="1980039990" sldId="2582"/>
        </pc:sldMkLst>
      </pc:sldChg>
      <pc:sldChg chg="del">
        <pc:chgData name="Aurelien Domont" userId="6da7715ce44349b3" providerId="LiveId" clId="{AABA1416-4740-4FEA-A91C-A3DACBE38F86}" dt="2023-11-03T00:14:59.440" v="53" actId="47"/>
        <pc:sldMkLst>
          <pc:docMk/>
          <pc:sldMk cId="1154581266" sldId="2583"/>
        </pc:sldMkLst>
      </pc:sldChg>
      <pc:sldChg chg="del">
        <pc:chgData name="Aurelien Domont" userId="6da7715ce44349b3" providerId="LiveId" clId="{AABA1416-4740-4FEA-A91C-A3DACBE38F86}" dt="2023-11-03T00:14:59.440" v="53" actId="47"/>
        <pc:sldMkLst>
          <pc:docMk/>
          <pc:sldMk cId="2592324127" sldId="2584"/>
        </pc:sldMkLst>
      </pc:sldChg>
      <pc:sldChg chg="del">
        <pc:chgData name="Aurelien Domont" userId="6da7715ce44349b3" providerId="LiveId" clId="{AABA1416-4740-4FEA-A91C-A3DACBE38F86}" dt="2023-11-03T00:14:59.440" v="53" actId="47"/>
        <pc:sldMkLst>
          <pc:docMk/>
          <pc:sldMk cId="1550236728" sldId="2585"/>
        </pc:sldMkLst>
      </pc:sldChg>
      <pc:sldChg chg="del">
        <pc:chgData name="Aurelien Domont" userId="6da7715ce44349b3" providerId="LiveId" clId="{AABA1416-4740-4FEA-A91C-A3DACBE38F86}" dt="2023-11-03T00:14:59.440" v="53" actId="47"/>
        <pc:sldMkLst>
          <pc:docMk/>
          <pc:sldMk cId="3493403752" sldId="2586"/>
        </pc:sldMkLst>
      </pc:sldChg>
      <pc:sldChg chg="del">
        <pc:chgData name="Aurelien Domont" userId="6da7715ce44349b3" providerId="LiveId" clId="{AABA1416-4740-4FEA-A91C-A3DACBE38F86}" dt="2023-11-03T00:14:59.440" v="53" actId="47"/>
        <pc:sldMkLst>
          <pc:docMk/>
          <pc:sldMk cId="2158731188" sldId="2587"/>
        </pc:sldMkLst>
      </pc:sldChg>
      <pc:sldChg chg="del">
        <pc:chgData name="Aurelien Domont" userId="6da7715ce44349b3" providerId="LiveId" clId="{AABA1416-4740-4FEA-A91C-A3DACBE38F86}" dt="2023-11-03T00:14:59.440" v="53" actId="47"/>
        <pc:sldMkLst>
          <pc:docMk/>
          <pc:sldMk cId="3959411121" sldId="2588"/>
        </pc:sldMkLst>
      </pc:sldChg>
      <pc:sldChg chg="del">
        <pc:chgData name="Aurelien Domont" userId="6da7715ce44349b3" providerId="LiveId" clId="{AABA1416-4740-4FEA-A91C-A3DACBE38F86}" dt="2023-11-03T00:14:59.440" v="53" actId="47"/>
        <pc:sldMkLst>
          <pc:docMk/>
          <pc:sldMk cId="3701357970" sldId="2589"/>
        </pc:sldMkLst>
      </pc:sldChg>
      <pc:sldChg chg="del">
        <pc:chgData name="Aurelien Domont" userId="6da7715ce44349b3" providerId="LiveId" clId="{AABA1416-4740-4FEA-A91C-A3DACBE38F86}" dt="2023-11-03T00:14:59.440" v="53" actId="47"/>
        <pc:sldMkLst>
          <pc:docMk/>
          <pc:sldMk cId="3748245338" sldId="2590"/>
        </pc:sldMkLst>
      </pc:sldChg>
      <pc:sldChg chg="del">
        <pc:chgData name="Aurelien Domont" userId="6da7715ce44349b3" providerId="LiveId" clId="{AABA1416-4740-4FEA-A91C-A3DACBE38F86}" dt="2023-11-03T00:14:59.440" v="53" actId="47"/>
        <pc:sldMkLst>
          <pc:docMk/>
          <pc:sldMk cId="3223397737" sldId="2591"/>
        </pc:sldMkLst>
      </pc:sldChg>
      <pc:sldChg chg="del">
        <pc:chgData name="Aurelien Domont" userId="6da7715ce44349b3" providerId="LiveId" clId="{AABA1416-4740-4FEA-A91C-A3DACBE38F86}" dt="2023-11-03T00:14:59.440" v="53" actId="47"/>
        <pc:sldMkLst>
          <pc:docMk/>
          <pc:sldMk cId="1501742771" sldId="2592"/>
        </pc:sldMkLst>
      </pc:sldChg>
      <pc:sldChg chg="del">
        <pc:chgData name="Aurelien Domont" userId="6da7715ce44349b3" providerId="LiveId" clId="{AABA1416-4740-4FEA-A91C-A3DACBE38F86}" dt="2023-11-03T00:14:59.440" v="53" actId="47"/>
        <pc:sldMkLst>
          <pc:docMk/>
          <pc:sldMk cId="1699548227" sldId="2593"/>
        </pc:sldMkLst>
      </pc:sldChg>
      <pc:sldChg chg="del">
        <pc:chgData name="Aurelien Domont" userId="6da7715ce44349b3" providerId="LiveId" clId="{AABA1416-4740-4FEA-A91C-A3DACBE38F86}" dt="2023-11-03T00:14:59.440" v="53" actId="47"/>
        <pc:sldMkLst>
          <pc:docMk/>
          <pc:sldMk cId="3665142639" sldId="2594"/>
        </pc:sldMkLst>
      </pc:sldChg>
      <pc:sldChg chg="del">
        <pc:chgData name="Aurelien Domont" userId="6da7715ce44349b3" providerId="LiveId" clId="{AABA1416-4740-4FEA-A91C-A3DACBE38F86}" dt="2023-11-03T00:14:59.440" v="53" actId="47"/>
        <pc:sldMkLst>
          <pc:docMk/>
          <pc:sldMk cId="1755678747" sldId="2595"/>
        </pc:sldMkLst>
      </pc:sldChg>
      <pc:sldChg chg="del">
        <pc:chgData name="Aurelien Domont" userId="6da7715ce44349b3" providerId="LiveId" clId="{AABA1416-4740-4FEA-A91C-A3DACBE38F86}" dt="2023-11-03T00:14:59.440" v="53" actId="47"/>
        <pc:sldMkLst>
          <pc:docMk/>
          <pc:sldMk cId="2866196194" sldId="2596"/>
        </pc:sldMkLst>
      </pc:sldChg>
      <pc:sldChg chg="del">
        <pc:chgData name="Aurelien Domont" userId="6da7715ce44349b3" providerId="LiveId" clId="{AABA1416-4740-4FEA-A91C-A3DACBE38F86}" dt="2023-11-03T00:14:59.440" v="53" actId="47"/>
        <pc:sldMkLst>
          <pc:docMk/>
          <pc:sldMk cId="4238437504" sldId="2597"/>
        </pc:sldMkLst>
      </pc:sldChg>
      <pc:sldChg chg="addSp delSp modSp add mod modClrScheme chgLayout">
        <pc:chgData name="Aurelien Domont" userId="6da7715ce44349b3" providerId="LiveId" clId="{AABA1416-4740-4FEA-A91C-A3DACBE38F86}" dt="2023-11-03T04:51:06.830" v="8816"/>
        <pc:sldMkLst>
          <pc:docMk/>
          <pc:sldMk cId="1926619926" sldId="3282"/>
        </pc:sldMkLst>
      </pc:sldChg>
      <pc:sldChg chg="addSp delSp modSp new add del mod">
        <pc:chgData name="Aurelien Domont" userId="6da7715ce44349b3" providerId="LiveId" clId="{AABA1416-4740-4FEA-A91C-A3DACBE38F86}" dt="2023-11-03T02:41:22.912" v="3842" actId="47"/>
        <pc:sldMkLst>
          <pc:docMk/>
          <pc:sldMk cId="725514410" sldId="3283"/>
        </pc:sldMkLst>
      </pc:sldChg>
      <pc:sldChg chg="addSp delSp modSp add del mod">
        <pc:chgData name="Aurelien Domont" userId="6da7715ce44349b3" providerId="LiveId" clId="{AABA1416-4740-4FEA-A91C-A3DACBE38F86}" dt="2023-11-03T03:49:48.074" v="5769" actId="47"/>
        <pc:sldMkLst>
          <pc:docMk/>
          <pc:sldMk cId="3223510413" sldId="3283"/>
        </pc:sldMkLst>
      </pc:sldChg>
      <pc:sldChg chg="addSp modSp add del mod">
        <pc:chgData name="Aurelien Domont" userId="6da7715ce44349b3" providerId="LiveId" clId="{AABA1416-4740-4FEA-A91C-A3DACBE38F86}" dt="2023-11-03T03:32:12.636" v="5272" actId="47"/>
        <pc:sldMkLst>
          <pc:docMk/>
          <pc:sldMk cId="392935456" sldId="3284"/>
        </pc:sldMkLst>
      </pc:sldChg>
      <pc:sldChg chg="addSp delSp modSp add mod">
        <pc:chgData name="Aurelien Domont" userId="6da7715ce44349b3" providerId="LiveId" clId="{AABA1416-4740-4FEA-A91C-A3DACBE38F86}" dt="2023-11-05T22:46:11.205" v="12500" actId="1035"/>
        <pc:sldMkLst>
          <pc:docMk/>
          <pc:sldMk cId="416818066" sldId="3284"/>
        </pc:sldMkLst>
      </pc:sldChg>
      <pc:sldChg chg="addSp delSp modSp add mod">
        <pc:chgData name="Aurelien Domont" userId="6da7715ce44349b3" providerId="LiveId" clId="{AABA1416-4740-4FEA-A91C-A3DACBE38F86}" dt="2023-11-05T22:46:13.948" v="12501" actId="1035"/>
        <pc:sldMkLst>
          <pc:docMk/>
          <pc:sldMk cId="498457531" sldId="3285"/>
        </pc:sldMkLst>
      </pc:sldChg>
      <pc:sldChg chg="addSp delSp modSp add del mod">
        <pc:chgData name="Aurelien Domont" userId="6da7715ce44349b3" providerId="LiveId" clId="{AABA1416-4740-4FEA-A91C-A3DACBE38F86}" dt="2023-11-03T03:49:44.008" v="5768" actId="47"/>
        <pc:sldMkLst>
          <pc:docMk/>
          <pc:sldMk cId="2715741635" sldId="3285"/>
        </pc:sldMkLst>
      </pc:sldChg>
      <pc:sldChg chg="addSp delSp modSp add mod">
        <pc:chgData name="Aurelien Domont" userId="6da7715ce44349b3" providerId="LiveId" clId="{AABA1416-4740-4FEA-A91C-A3DACBE38F86}" dt="2023-11-05T22:46:19.862" v="12504" actId="478"/>
        <pc:sldMkLst>
          <pc:docMk/>
          <pc:sldMk cId="2716070288" sldId="3286"/>
        </pc:sldMkLst>
      </pc:sldChg>
      <pc:sldChg chg="modSp add del mod">
        <pc:chgData name="Aurelien Domont" userId="6da7715ce44349b3" providerId="LiveId" clId="{AABA1416-4740-4FEA-A91C-A3DACBE38F86}" dt="2023-11-03T04:13:07.343" v="6065" actId="47"/>
        <pc:sldMkLst>
          <pc:docMk/>
          <pc:sldMk cId="642838729" sldId="3287"/>
        </pc:sldMkLst>
      </pc:sldChg>
      <pc:sldChg chg="addSp delSp modSp add mod">
        <pc:chgData name="Aurelien Domont" userId="6da7715ce44349b3" providerId="LiveId" clId="{AABA1416-4740-4FEA-A91C-A3DACBE38F86}" dt="2023-11-05T22:47:44.576" v="12616" actId="478"/>
        <pc:sldMkLst>
          <pc:docMk/>
          <pc:sldMk cId="4113459810" sldId="3287"/>
        </pc:sldMkLst>
      </pc:sldChg>
      <pc:sldChg chg="addSp delSp modSp add del mod">
        <pc:chgData name="Aurelien Domont" userId="6da7715ce44349b3" providerId="LiveId" clId="{AABA1416-4740-4FEA-A91C-A3DACBE38F86}" dt="2023-11-08T01:25:37.528" v="12779" actId="47"/>
        <pc:sldMkLst>
          <pc:docMk/>
          <pc:sldMk cId="2097315898" sldId="3288"/>
        </pc:sldMkLst>
      </pc:sldChg>
      <pc:sldChg chg="modSp add mod">
        <pc:chgData name="Aurelien Domont" userId="6da7715ce44349b3" providerId="LiveId" clId="{AABA1416-4740-4FEA-A91C-A3DACBE38F86}" dt="2023-11-05T23:01:32.218" v="12674" actId="20577"/>
        <pc:sldMkLst>
          <pc:docMk/>
          <pc:sldMk cId="2246164536" sldId="3289"/>
        </pc:sldMkLst>
      </pc:sldChg>
      <pc:sldChg chg="add del">
        <pc:chgData name="Aurelien Domont" userId="6da7715ce44349b3" providerId="LiveId" clId="{AABA1416-4740-4FEA-A91C-A3DACBE38F86}" dt="2023-11-03T05:44:35.787" v="11571" actId="2696"/>
        <pc:sldMkLst>
          <pc:docMk/>
          <pc:sldMk cId="2313835943" sldId="3290"/>
        </pc:sldMkLst>
      </pc:sldChg>
      <pc:sldChg chg="addSp delSp modSp add mod">
        <pc:chgData name="Aurelien Domont" userId="6da7715ce44349b3" providerId="LiveId" clId="{AABA1416-4740-4FEA-A91C-A3DACBE38F86}" dt="2023-11-03T05:51:21.309" v="11778" actId="20577"/>
        <pc:sldMkLst>
          <pc:docMk/>
          <pc:sldMk cId="3022929388" sldId="3290"/>
        </pc:sldMkLst>
      </pc:sldChg>
      <pc:sldChg chg="add del">
        <pc:chgData name="Aurelien Domont" userId="6da7715ce44349b3" providerId="LiveId" clId="{AABA1416-4740-4FEA-A91C-A3DACBE38F86}" dt="2023-11-03T05:44:35.787" v="11571" actId="2696"/>
        <pc:sldMkLst>
          <pc:docMk/>
          <pc:sldMk cId="1260069156" sldId="3291"/>
        </pc:sldMkLst>
      </pc:sldChg>
      <pc:sldChg chg="addSp delSp modSp add mod ord">
        <pc:chgData name="Aurelien Domont" userId="6da7715ce44349b3" providerId="LiveId" clId="{AABA1416-4740-4FEA-A91C-A3DACBE38F86}" dt="2023-11-05T22:35:55.415" v="12126" actId="478"/>
        <pc:sldMkLst>
          <pc:docMk/>
          <pc:sldMk cId="3033454792" sldId="3291"/>
        </pc:sldMkLst>
      </pc:sldChg>
      <pc:sldChg chg="addSp modSp add del mod">
        <pc:chgData name="Aurelien Domont" userId="6da7715ce44349b3" providerId="LiveId" clId="{AABA1416-4740-4FEA-A91C-A3DACBE38F86}" dt="2023-11-05T23:26:59.235" v="12698" actId="47"/>
        <pc:sldMkLst>
          <pc:docMk/>
          <pc:sldMk cId="1106067793" sldId="3292"/>
        </pc:sldMkLst>
      </pc:sldChg>
      <pc:sldChg chg="addSp delSp modSp add del mod">
        <pc:chgData name="Aurelien Domont" userId="6da7715ce44349b3" providerId="LiveId" clId="{AABA1416-4740-4FEA-A91C-A3DACBE38F86}" dt="2023-11-13T02:48:10.243" v="12949" actId="47"/>
        <pc:sldMkLst>
          <pc:docMk/>
          <pc:sldMk cId="1528024298" sldId="3292"/>
        </pc:sldMkLst>
      </pc:sldChg>
      <pc:sldChg chg="add del">
        <pc:chgData name="Aurelien Domont" userId="6da7715ce44349b3" providerId="LiveId" clId="{AABA1416-4740-4FEA-A91C-A3DACBE38F86}" dt="2023-11-05T22:40:34.995" v="12157" actId="47"/>
        <pc:sldMkLst>
          <pc:docMk/>
          <pc:sldMk cId="2865136667" sldId="3292"/>
        </pc:sldMkLst>
      </pc:sldChg>
      <pc:sldMasterChg chg="addSp delSp modSp mod delSldLayout modSldLayout">
        <pc:chgData name="Aurelien Domont" userId="6da7715ce44349b3" providerId="LiveId" clId="{AABA1416-4740-4FEA-A91C-A3DACBE38F86}" dt="2023-11-03T04:51:06.548" v="8616" actId="790"/>
        <pc:sldMasterMkLst>
          <pc:docMk/>
          <pc:sldMasterMk cId="3482721130" sldId="2147483828"/>
        </pc:sldMasterMkLst>
        <pc:sldLayoutChg chg="addSp delSp modSp mod">
          <pc:chgData name="Aurelien Domont" userId="6da7715ce44349b3" providerId="LiveId" clId="{AABA1416-4740-4FEA-A91C-A3DACBE38F86}" dt="2023-11-03T04:51:06.547" v="8615" actId="139"/>
          <pc:sldLayoutMkLst>
            <pc:docMk/>
            <pc:sldMasterMk cId="3482721130" sldId="2147483828"/>
            <pc:sldLayoutMk cId="250590409" sldId="2147483831"/>
          </pc:sldLayoutMkLst>
        </pc:sldLayoutChg>
        <pc:sldLayoutChg chg="modSp mod">
          <pc:chgData name="Aurelien Domont" userId="6da7715ce44349b3" providerId="LiveId" clId="{AABA1416-4740-4FEA-A91C-A3DACBE38F86}" dt="2023-11-03T02:22:17.554" v="2874"/>
          <pc:sldLayoutMkLst>
            <pc:docMk/>
            <pc:sldMasterMk cId="3482721130" sldId="2147483828"/>
            <pc:sldLayoutMk cId="3119302602" sldId="2147483832"/>
          </pc:sldLayoutMkLst>
        </pc:sldLayoutChg>
        <pc:sldLayoutChg chg="modSp mod">
          <pc:chgData name="Aurelien Domont" userId="6da7715ce44349b3" providerId="LiveId" clId="{AABA1416-4740-4FEA-A91C-A3DACBE38F86}" dt="2023-11-03T02:22:17.570" v="2876"/>
          <pc:sldLayoutMkLst>
            <pc:docMk/>
            <pc:sldMasterMk cId="3482721130" sldId="2147483828"/>
            <pc:sldLayoutMk cId="4234199683" sldId="2147483834"/>
          </pc:sldLayoutMkLst>
        </pc:sldLayoutChg>
        <pc:sldLayoutChg chg="del">
          <pc:chgData name="Aurelien Domont" userId="6da7715ce44349b3" providerId="LiveId" clId="{AABA1416-4740-4FEA-A91C-A3DACBE38F86}" dt="2023-11-03T02:28:37.282" v="3023" actId="2696"/>
          <pc:sldLayoutMkLst>
            <pc:docMk/>
            <pc:sldMasterMk cId="3482721130" sldId="2147483828"/>
            <pc:sldLayoutMk cId="749376338" sldId="2147483835"/>
          </pc:sldLayoutMkLst>
        </pc:sldLayoutChg>
        <pc:sldLayoutChg chg="del">
          <pc:chgData name="Aurelien Domont" userId="6da7715ce44349b3" providerId="LiveId" clId="{AABA1416-4740-4FEA-A91C-A3DACBE38F86}" dt="2023-11-03T01:45:22.843" v="1031" actId="2696"/>
          <pc:sldLayoutMkLst>
            <pc:docMk/>
            <pc:sldMasterMk cId="3482721130" sldId="2147483828"/>
            <pc:sldLayoutMk cId="897561662" sldId="2147483835"/>
          </pc:sldLayoutMkLst>
        </pc:sldLayoutChg>
        <pc:sldLayoutChg chg="addSp modSp mod">
          <pc:chgData name="Aurelien Domont" userId="6da7715ce44349b3" providerId="LiveId" clId="{AABA1416-4740-4FEA-A91C-A3DACBE38F86}" dt="2023-11-03T04:51:06.548" v="8616" actId="790"/>
          <pc:sldLayoutMkLst>
            <pc:docMk/>
            <pc:sldMasterMk cId="3482721130" sldId="2147483828"/>
            <pc:sldLayoutMk cId="1759204997" sldId="2147483835"/>
          </pc:sldLayoutMkLst>
        </pc:sldLayoutChg>
        <pc:sldLayoutChg chg="addSp delSp modSp del mod">
          <pc:chgData name="Aurelien Domont" userId="6da7715ce44349b3" providerId="LiveId" clId="{AABA1416-4740-4FEA-A91C-A3DACBE38F86}" dt="2023-11-03T02:22:41.605" v="2881" actId="2696"/>
          <pc:sldLayoutMkLst>
            <pc:docMk/>
            <pc:sldMasterMk cId="3482721130" sldId="2147483828"/>
            <pc:sldLayoutMk cId="1845982746" sldId="2147483835"/>
          </pc:sldLayoutMkLst>
        </pc:sldLayoutChg>
      </pc:sldMasterChg>
    </pc:docChg>
  </pc:docChgLst>
  <pc:docChgLst>
    <pc:chgData name="Aurelien Domont" userId="6da7715ce44349b3" providerId="LiveId" clId="{25CCD24B-A99A-4E6A-8B4E-E56DB3D2F3BE}"/>
    <pc:docChg chg="custSel addSld modSld">
      <pc:chgData name="Aurelien Domont" userId="6da7715ce44349b3" providerId="LiveId" clId="{25CCD24B-A99A-4E6A-8B4E-E56DB3D2F3BE}" dt="2025-06-25T03:28:35.726" v="44"/>
      <pc:docMkLst>
        <pc:docMk/>
      </pc:docMkLst>
      <pc:sldChg chg="add">
        <pc:chgData name="Aurelien Domont" userId="6da7715ce44349b3" providerId="LiveId" clId="{25CCD24B-A99A-4E6A-8B4E-E56DB3D2F3BE}" dt="2025-06-25T02:24:18.020" v="13"/>
        <pc:sldMkLst>
          <pc:docMk/>
          <pc:sldMk cId="4038268809" sldId="539"/>
        </pc:sldMkLst>
      </pc:sldChg>
      <pc:sldChg chg="addSp delSp modSp mod">
        <pc:chgData name="Aurelien Domont" userId="6da7715ce44349b3" providerId="LiveId" clId="{25CCD24B-A99A-4E6A-8B4E-E56DB3D2F3BE}" dt="2025-06-25T03:28:35.726" v="44"/>
        <pc:sldMkLst>
          <pc:docMk/>
          <pc:sldMk cId="2839640228" sldId="3294"/>
        </pc:sldMkLst>
        <pc:spChg chg="mod">
          <ac:chgData name="Aurelien Domont" userId="6da7715ce44349b3" providerId="LiveId" clId="{25CCD24B-A99A-4E6A-8B4E-E56DB3D2F3BE}" dt="2025-06-25T03:28:35.726" v="44"/>
          <ac:spMkLst>
            <pc:docMk/>
            <pc:sldMk cId="2839640228" sldId="3294"/>
            <ac:spMk id="2" creationId="{34A2542B-43BB-B3BF-4169-708E55855120}"/>
          </ac:spMkLst>
        </pc:spChg>
        <pc:spChg chg="del">
          <ac:chgData name="Aurelien Domont" userId="6da7715ce44349b3" providerId="LiveId" clId="{25CCD24B-A99A-4E6A-8B4E-E56DB3D2F3BE}" dt="2025-06-25T03:06:05.108" v="40" actId="478"/>
          <ac:spMkLst>
            <pc:docMk/>
            <pc:sldMk cId="2839640228" sldId="3294"/>
            <ac:spMk id="15" creationId="{41D01491-C149-A5BB-84BE-68B5100572C3}"/>
          </ac:spMkLst>
        </pc:spChg>
        <pc:spChg chg="del">
          <ac:chgData name="Aurelien Domont" userId="6da7715ce44349b3" providerId="LiveId" clId="{25CCD24B-A99A-4E6A-8B4E-E56DB3D2F3BE}" dt="2025-06-25T03:06:05.108" v="40" actId="478"/>
          <ac:spMkLst>
            <pc:docMk/>
            <pc:sldMk cId="2839640228" sldId="3294"/>
            <ac:spMk id="16" creationId="{CA2F5146-7049-5B69-AEAE-6AFAB079BCB0}"/>
          </ac:spMkLst>
        </pc:spChg>
        <pc:spChg chg="del">
          <ac:chgData name="Aurelien Domont" userId="6da7715ce44349b3" providerId="LiveId" clId="{25CCD24B-A99A-4E6A-8B4E-E56DB3D2F3BE}" dt="2025-06-25T03:06:05.108" v="40" actId="478"/>
          <ac:spMkLst>
            <pc:docMk/>
            <pc:sldMk cId="2839640228" sldId="3294"/>
            <ac:spMk id="18" creationId="{6CD5BA40-B39B-A034-DFFC-97087DC28EF7}"/>
          </ac:spMkLst>
        </pc:spChg>
        <pc:spChg chg="del">
          <ac:chgData name="Aurelien Domont" userId="6da7715ce44349b3" providerId="LiveId" clId="{25CCD24B-A99A-4E6A-8B4E-E56DB3D2F3BE}" dt="2025-06-25T03:06:05.108" v="40" actId="478"/>
          <ac:spMkLst>
            <pc:docMk/>
            <pc:sldMk cId="2839640228" sldId="3294"/>
            <ac:spMk id="19" creationId="{BA18DCBE-7638-2198-B618-674B7A1BB154}"/>
          </ac:spMkLst>
        </pc:spChg>
        <pc:spChg chg="del">
          <ac:chgData name="Aurelien Domont" userId="6da7715ce44349b3" providerId="LiveId" clId="{25CCD24B-A99A-4E6A-8B4E-E56DB3D2F3BE}" dt="2025-06-25T03:06:05.108" v="40" actId="478"/>
          <ac:spMkLst>
            <pc:docMk/>
            <pc:sldMk cId="2839640228" sldId="3294"/>
            <ac:spMk id="26" creationId="{1D6B419E-73FE-6848-9699-E9FDAE160D48}"/>
          </ac:spMkLst>
        </pc:spChg>
        <pc:spChg chg="del">
          <ac:chgData name="Aurelien Domont" userId="6da7715ce44349b3" providerId="LiveId" clId="{25CCD24B-A99A-4E6A-8B4E-E56DB3D2F3BE}" dt="2025-06-25T03:06:05.108" v="40" actId="478"/>
          <ac:spMkLst>
            <pc:docMk/>
            <pc:sldMk cId="2839640228" sldId="3294"/>
            <ac:spMk id="27" creationId="{3F8A9667-00DA-C3C6-0E4A-B36BF05BADA4}"/>
          </ac:spMkLst>
        </pc:spChg>
        <pc:spChg chg="del">
          <ac:chgData name="Aurelien Domont" userId="6da7715ce44349b3" providerId="LiveId" clId="{25CCD24B-A99A-4E6A-8B4E-E56DB3D2F3BE}" dt="2025-06-25T03:06:05.108" v="40" actId="478"/>
          <ac:spMkLst>
            <pc:docMk/>
            <pc:sldMk cId="2839640228" sldId="3294"/>
            <ac:spMk id="28" creationId="{910102F7-7044-5F04-3714-FC484CA34BA8}"/>
          </ac:spMkLst>
        </pc:spChg>
        <pc:spChg chg="del">
          <ac:chgData name="Aurelien Domont" userId="6da7715ce44349b3" providerId="LiveId" clId="{25CCD24B-A99A-4E6A-8B4E-E56DB3D2F3BE}" dt="2025-06-25T03:06:05.108" v="40" actId="478"/>
          <ac:spMkLst>
            <pc:docMk/>
            <pc:sldMk cId="2839640228" sldId="3294"/>
            <ac:spMk id="29" creationId="{F9139269-1D7A-8FB4-7A89-B11793ED1BC1}"/>
          </ac:spMkLst>
        </pc:spChg>
        <pc:spChg chg="del">
          <ac:chgData name="Aurelien Domont" userId="6da7715ce44349b3" providerId="LiveId" clId="{25CCD24B-A99A-4E6A-8B4E-E56DB3D2F3BE}" dt="2025-06-25T03:06:05.108" v="40" actId="478"/>
          <ac:spMkLst>
            <pc:docMk/>
            <pc:sldMk cId="2839640228" sldId="3294"/>
            <ac:spMk id="30" creationId="{2040BC65-80A2-227D-D77B-4D17BFCD6B71}"/>
          </ac:spMkLst>
        </pc:spChg>
        <pc:spChg chg="add mod">
          <ac:chgData name="Aurelien Domont" userId="6da7715ce44349b3" providerId="LiveId" clId="{25CCD24B-A99A-4E6A-8B4E-E56DB3D2F3BE}" dt="2025-06-25T03:06:11.743" v="43"/>
          <ac:spMkLst>
            <pc:docMk/>
            <pc:sldMk cId="2839640228" sldId="3294"/>
            <ac:spMk id="35" creationId="{F17C10E9-8C71-8A10-B0B7-9E2D9B643F9A}"/>
          </ac:spMkLst>
        </pc:spChg>
        <pc:spChg chg="add mod">
          <ac:chgData name="Aurelien Domont" userId="6da7715ce44349b3" providerId="LiveId" clId="{25CCD24B-A99A-4E6A-8B4E-E56DB3D2F3BE}" dt="2025-06-25T03:06:11.743" v="43"/>
          <ac:spMkLst>
            <pc:docMk/>
            <pc:sldMk cId="2839640228" sldId="3294"/>
            <ac:spMk id="42" creationId="{C16B43AB-10B7-8980-6E12-C7ED2779DA0B}"/>
          </ac:spMkLst>
        </pc:spChg>
        <pc:spChg chg="add mod">
          <ac:chgData name="Aurelien Domont" userId="6da7715ce44349b3" providerId="LiveId" clId="{25CCD24B-A99A-4E6A-8B4E-E56DB3D2F3BE}" dt="2025-06-25T03:06:11.743" v="43"/>
          <ac:spMkLst>
            <pc:docMk/>
            <pc:sldMk cId="2839640228" sldId="3294"/>
            <ac:spMk id="45" creationId="{0A335735-38E2-5398-15E2-139FC852402F}"/>
          </ac:spMkLst>
        </pc:spChg>
        <pc:spChg chg="add mod">
          <ac:chgData name="Aurelien Domont" userId="6da7715ce44349b3" providerId="LiveId" clId="{25CCD24B-A99A-4E6A-8B4E-E56DB3D2F3BE}" dt="2025-06-25T03:06:11.743" v="43"/>
          <ac:spMkLst>
            <pc:docMk/>
            <pc:sldMk cId="2839640228" sldId="3294"/>
            <ac:spMk id="46" creationId="{C7669DD2-E0AF-0480-96DC-870BE28DDAB6}"/>
          </ac:spMkLst>
        </pc:spChg>
        <pc:spChg chg="add mod">
          <ac:chgData name="Aurelien Domont" userId="6da7715ce44349b3" providerId="LiveId" clId="{25CCD24B-A99A-4E6A-8B4E-E56DB3D2F3BE}" dt="2025-06-25T03:06:11.743" v="43"/>
          <ac:spMkLst>
            <pc:docMk/>
            <pc:sldMk cId="2839640228" sldId="3294"/>
            <ac:spMk id="47" creationId="{30988152-E36B-F968-A05B-2B2800D8073E}"/>
          </ac:spMkLst>
        </pc:spChg>
        <pc:spChg chg="del">
          <ac:chgData name="Aurelien Domont" userId="6da7715ce44349b3" providerId="LiveId" clId="{25CCD24B-A99A-4E6A-8B4E-E56DB3D2F3BE}" dt="2025-06-25T03:06:11.290" v="42" actId="478"/>
          <ac:spMkLst>
            <pc:docMk/>
            <pc:sldMk cId="2839640228" sldId="3294"/>
            <ac:spMk id="52" creationId="{E68E3337-3CAB-5867-805E-B494A4F01F7C}"/>
          </ac:spMkLst>
        </pc:spChg>
        <pc:spChg chg="mod">
          <ac:chgData name="Aurelien Domont" userId="6da7715ce44349b3" providerId="LiveId" clId="{25CCD24B-A99A-4E6A-8B4E-E56DB3D2F3BE}" dt="2025-06-25T03:06:11.743" v="43"/>
          <ac:spMkLst>
            <pc:docMk/>
            <pc:sldMk cId="2839640228" sldId="3294"/>
            <ac:spMk id="75" creationId="{F3D72287-449D-5523-2EE8-AF8D7F12BC21}"/>
          </ac:spMkLst>
        </pc:spChg>
        <pc:spChg chg="mod">
          <ac:chgData name="Aurelien Domont" userId="6da7715ce44349b3" providerId="LiveId" clId="{25CCD24B-A99A-4E6A-8B4E-E56DB3D2F3BE}" dt="2025-06-25T03:06:11.743" v="43"/>
          <ac:spMkLst>
            <pc:docMk/>
            <pc:sldMk cId="2839640228" sldId="3294"/>
            <ac:spMk id="76" creationId="{8737D8BE-D806-710D-B128-080F6B3BA525}"/>
          </ac:spMkLst>
        </pc:spChg>
        <pc:spChg chg="mod">
          <ac:chgData name="Aurelien Domont" userId="6da7715ce44349b3" providerId="LiveId" clId="{25CCD24B-A99A-4E6A-8B4E-E56DB3D2F3BE}" dt="2025-06-25T03:06:11.743" v="43"/>
          <ac:spMkLst>
            <pc:docMk/>
            <pc:sldMk cId="2839640228" sldId="3294"/>
            <ac:spMk id="88" creationId="{AA47599D-40CC-1AE0-1FDE-1591B429C0AF}"/>
          </ac:spMkLst>
        </pc:spChg>
        <pc:spChg chg="mod">
          <ac:chgData name="Aurelien Domont" userId="6da7715ce44349b3" providerId="LiveId" clId="{25CCD24B-A99A-4E6A-8B4E-E56DB3D2F3BE}" dt="2025-06-25T03:06:11.743" v="43"/>
          <ac:spMkLst>
            <pc:docMk/>
            <pc:sldMk cId="2839640228" sldId="3294"/>
            <ac:spMk id="92" creationId="{FBFA9F39-3FAB-D804-A70E-3DEDFF04AD87}"/>
          </ac:spMkLst>
        </pc:spChg>
        <pc:spChg chg="mod">
          <ac:chgData name="Aurelien Domont" userId="6da7715ce44349b3" providerId="LiveId" clId="{25CCD24B-A99A-4E6A-8B4E-E56DB3D2F3BE}" dt="2025-06-25T03:06:11.743" v="43"/>
          <ac:spMkLst>
            <pc:docMk/>
            <pc:sldMk cId="2839640228" sldId="3294"/>
            <ac:spMk id="104" creationId="{E0EF156B-025A-E9A4-F562-9E26F23534B7}"/>
          </ac:spMkLst>
        </pc:spChg>
        <pc:graphicFrameChg chg="del">
          <ac:chgData name="Aurelien Domont" userId="6da7715ce44349b3" providerId="LiveId" clId="{25CCD24B-A99A-4E6A-8B4E-E56DB3D2F3BE}" dt="2025-06-25T03:06:08.222" v="41" actId="478"/>
          <ac:graphicFrameMkLst>
            <pc:docMk/>
            <pc:sldMk cId="2839640228" sldId="3294"/>
            <ac:graphicFrameMk id="62" creationId="{006E305B-0104-1556-DC7C-392C3B0C815D}"/>
          </ac:graphicFrameMkLst>
        </pc:graphicFrameChg>
        <pc:graphicFrameChg chg="del">
          <ac:chgData name="Aurelien Domont" userId="6da7715ce44349b3" providerId="LiveId" clId="{25CCD24B-A99A-4E6A-8B4E-E56DB3D2F3BE}" dt="2025-06-25T03:06:05.108" v="40" actId="478"/>
          <ac:graphicFrameMkLst>
            <pc:docMk/>
            <pc:sldMk cId="2839640228" sldId="3294"/>
            <ac:graphicFrameMk id="70" creationId="{142158BE-F54A-D72C-EC05-A78FF84948CE}"/>
          </ac:graphicFrameMkLst>
        </pc:graphicFrameChg>
      </pc:sldChg>
      <pc:sldChg chg="addSp delSp modSp add mod">
        <pc:chgData name="Aurelien Domont" userId="6da7715ce44349b3" providerId="LiveId" clId="{25CCD24B-A99A-4E6A-8B4E-E56DB3D2F3BE}" dt="2025-06-24T05:39:09.491" v="12"/>
        <pc:sldMkLst>
          <pc:docMk/>
          <pc:sldMk cId="3892113266" sldId="3377"/>
        </pc:sldMkLst>
        <pc:spChg chg="mod">
          <ac:chgData name="Aurelien Domont" userId="6da7715ce44349b3" providerId="LiveId" clId="{25CCD24B-A99A-4E6A-8B4E-E56DB3D2F3BE}" dt="2025-06-24T05:36:33.728" v="2" actId="20577"/>
          <ac:spMkLst>
            <pc:docMk/>
            <pc:sldMk cId="3892113266" sldId="3377"/>
            <ac:spMk id="2" creationId="{80848328-A156-B728-0E7B-DBD9A3015AFF}"/>
          </ac:spMkLst>
        </pc:spChg>
        <pc:spChg chg="mod">
          <ac:chgData name="Aurelien Domont" userId="6da7715ce44349b3" providerId="LiveId" clId="{25CCD24B-A99A-4E6A-8B4E-E56DB3D2F3BE}" dt="2025-06-24T05:37:01.509" v="4" actId="20577"/>
          <ac:spMkLst>
            <pc:docMk/>
            <pc:sldMk cId="3892113266" sldId="3377"/>
            <ac:spMk id="14" creationId="{ABF9D4B2-53D2-60E9-FECC-79B008226F65}"/>
          </ac:spMkLst>
        </pc:spChg>
        <pc:picChg chg="add del mod">
          <ac:chgData name="Aurelien Domont" userId="6da7715ce44349b3" providerId="LiveId" clId="{25CCD24B-A99A-4E6A-8B4E-E56DB3D2F3BE}" dt="2025-06-24T05:38:23.893" v="7" actId="478"/>
          <ac:picMkLst>
            <pc:docMk/>
            <pc:sldMk cId="3892113266" sldId="3377"/>
            <ac:picMk id="10" creationId="{BB7A8AEC-20F5-6D9F-D053-F93D7740FD0C}"/>
          </ac:picMkLst>
        </pc:picChg>
        <pc:picChg chg="del">
          <ac:chgData name="Aurelien Domont" userId="6da7715ce44349b3" providerId="LiveId" clId="{25CCD24B-A99A-4E6A-8B4E-E56DB3D2F3BE}" dt="2025-06-24T05:37:08.259" v="5" actId="478"/>
          <ac:picMkLst>
            <pc:docMk/>
            <pc:sldMk cId="3892113266" sldId="3377"/>
            <ac:picMk id="17" creationId="{1EE5AC12-F00C-61C3-8EF9-F68A052AD79D}"/>
          </ac:picMkLst>
        </pc:picChg>
        <pc:picChg chg="add mod">
          <ac:chgData name="Aurelien Domont" userId="6da7715ce44349b3" providerId="LiveId" clId="{25CCD24B-A99A-4E6A-8B4E-E56DB3D2F3BE}" dt="2025-06-24T05:39:09.491" v="12"/>
          <ac:picMkLst>
            <pc:docMk/>
            <pc:sldMk cId="3892113266" sldId="3377"/>
            <ac:picMk id="18" creationId="{7B6BBDB3-CBF5-1A21-7A6A-1C8C694EEC37}"/>
          </ac:picMkLst>
        </pc:picChg>
      </pc:sldChg>
      <pc:sldChg chg="add">
        <pc:chgData name="Aurelien Domont" userId="6da7715ce44349b3" providerId="LiveId" clId="{25CCD24B-A99A-4E6A-8B4E-E56DB3D2F3BE}" dt="2025-06-25T03:05:33.730" v="14"/>
        <pc:sldMkLst>
          <pc:docMk/>
          <pc:sldMk cId="1921248971" sldId="3405"/>
        </pc:sldMkLst>
      </pc:sldChg>
    </pc:docChg>
  </pc:docChgLst>
  <pc:docChgLst>
    <pc:chgData name="Aurelien Domont" userId="6da7715ce44349b3" providerId="LiveId" clId="{BA095A81-6963-459F-8BD4-70478DA41F8A}"/>
    <pc:docChg chg="undo redo custSel addSld delSld modSld sldOrd modMainMaster modSection replTag">
      <pc:chgData name="Aurelien Domont" userId="6da7715ce44349b3" providerId="LiveId" clId="{BA095A81-6963-459F-8BD4-70478DA41F8A}" dt="2024-03-19T06:20:37.101" v="4390" actId="20577"/>
      <pc:docMkLst>
        <pc:docMk/>
      </pc:docMkLst>
      <pc:sldChg chg="modSp add mod modNotes">
        <pc:chgData name="Aurelien Domont" userId="6da7715ce44349b3" providerId="LiveId" clId="{BA095A81-6963-459F-8BD4-70478DA41F8A}" dt="2024-03-19T05:33:34.891" v="4236" actId="790"/>
        <pc:sldMkLst>
          <pc:docMk/>
          <pc:sldMk cId="3956982643" sldId="526"/>
        </pc:sldMkLst>
      </pc:sldChg>
      <pc:sldChg chg="modSp mod modNotes">
        <pc:chgData name="Aurelien Domont" userId="6da7715ce44349b3" providerId="LiveId" clId="{BA095A81-6963-459F-8BD4-70478DA41F8A}" dt="2024-03-19T05:33:34.912" v="4254" actId="790"/>
        <pc:sldMkLst>
          <pc:docMk/>
          <pc:sldMk cId="1754585881" sldId="1598"/>
        </pc:sldMkLst>
      </pc:sldChg>
      <pc:sldChg chg="modSp mod modNotes">
        <pc:chgData name="Aurelien Domont" userId="6da7715ce44349b3" providerId="LiveId" clId="{BA095A81-6963-459F-8BD4-70478DA41F8A}" dt="2024-03-19T05:33:34.916" v="4258" actId="790"/>
        <pc:sldMkLst>
          <pc:docMk/>
          <pc:sldMk cId="2853806433" sldId="1600"/>
        </pc:sldMkLst>
      </pc:sldChg>
      <pc:sldChg chg="modSp mod modNotes">
        <pc:chgData name="Aurelien Domont" userId="6da7715ce44349b3" providerId="LiveId" clId="{BA095A81-6963-459F-8BD4-70478DA41F8A}" dt="2024-03-19T05:33:34.909" v="4252" actId="790"/>
        <pc:sldMkLst>
          <pc:docMk/>
          <pc:sldMk cId="1252826214" sldId="1711"/>
        </pc:sldMkLst>
      </pc:sldChg>
      <pc:sldChg chg="modSp mod modNotes">
        <pc:chgData name="Aurelien Domont" userId="6da7715ce44349b3" providerId="LiveId" clId="{BA095A81-6963-459F-8BD4-70478DA41F8A}" dt="2024-03-19T05:33:34.907" v="4250" actId="790"/>
        <pc:sldMkLst>
          <pc:docMk/>
          <pc:sldMk cId="3938337455" sldId="2034"/>
        </pc:sldMkLst>
      </pc:sldChg>
      <pc:sldChg chg="modSp mod modNotes">
        <pc:chgData name="Aurelien Domont" userId="6da7715ce44349b3" providerId="LiveId" clId="{BA095A81-6963-459F-8BD4-70478DA41F8A}" dt="2024-03-19T06:20:37.101" v="4390" actId="20577"/>
        <pc:sldMkLst>
          <pc:docMk/>
          <pc:sldMk cId="3272444503" sldId="2162"/>
        </pc:sldMkLst>
      </pc:sldChg>
      <pc:sldChg chg="modSp mod modNotes">
        <pc:chgData name="Aurelien Domont" userId="6da7715ce44349b3" providerId="LiveId" clId="{BA095A81-6963-459F-8BD4-70478DA41F8A}" dt="2024-03-19T05:33:34.914" v="4256" actId="790"/>
        <pc:sldMkLst>
          <pc:docMk/>
          <pc:sldMk cId="1534399825" sldId="2240"/>
        </pc:sldMkLst>
      </pc:sldChg>
      <pc:sldChg chg="addSp delSp modSp mod modNotes">
        <pc:chgData name="Aurelien Domont" userId="6da7715ce44349b3" providerId="LiveId" clId="{BA095A81-6963-459F-8BD4-70478DA41F8A}" dt="2024-03-19T05:33:34.905" v="4248" actId="790"/>
        <pc:sldMkLst>
          <pc:docMk/>
          <pc:sldMk cId="1209091634" sldId="2338"/>
        </pc:sldMkLst>
      </pc:sldChg>
      <pc:sldChg chg="addSp delSp modSp mod ord modNotes">
        <pc:chgData name="Aurelien Domont" userId="6da7715ce44349b3" providerId="LiveId" clId="{BA095A81-6963-459F-8BD4-70478DA41F8A}" dt="2024-03-19T05:33:35.621" v="4360"/>
        <pc:sldMkLst>
          <pc:docMk/>
          <pc:sldMk cId="862292938" sldId="2560"/>
        </pc:sldMkLst>
      </pc:sldChg>
      <pc:sldChg chg="modSp mod">
        <pc:chgData name="Aurelien Domont" userId="6da7715ce44349b3" providerId="LiveId" clId="{BA095A81-6963-459F-8BD4-70478DA41F8A}" dt="2024-03-19T05:33:33.621" v="2417" actId="790"/>
        <pc:sldMkLst>
          <pc:docMk/>
          <pc:sldMk cId="1926619926" sldId="3282"/>
        </pc:sldMkLst>
      </pc:sldChg>
      <pc:sldChg chg="modSp mod ord modNotes">
        <pc:chgData name="Aurelien Domont" userId="6da7715ce44349b3" providerId="LiveId" clId="{BA095A81-6963-459F-8BD4-70478DA41F8A}" dt="2024-03-19T05:33:34.893" v="4238" actId="790"/>
        <pc:sldMkLst>
          <pc:docMk/>
          <pc:sldMk cId="2246164536" sldId="3289"/>
        </pc:sldMkLst>
      </pc:sldChg>
      <pc:sldChg chg="modSp add mod modClrScheme chgLayout modNotes">
        <pc:chgData name="Aurelien Domont" userId="6da7715ce44349b3" providerId="LiveId" clId="{BA095A81-6963-459F-8BD4-70478DA41F8A}" dt="2024-03-19T05:33:35.617" v="4356"/>
        <pc:sldMkLst>
          <pc:docMk/>
          <pc:sldMk cId="3931065156" sldId="3300"/>
        </pc:sldMkLst>
      </pc:sldChg>
      <pc:sldChg chg="modSp add mod modClrScheme chgLayout modNotes">
        <pc:chgData name="Aurelien Domont" userId="6da7715ce44349b3" providerId="LiveId" clId="{BA095A81-6963-459F-8BD4-70478DA41F8A}" dt="2024-03-19T05:33:35.614" v="4354"/>
        <pc:sldMkLst>
          <pc:docMk/>
          <pc:sldMk cId="4273032646" sldId="3301"/>
        </pc:sldMkLst>
      </pc:sldChg>
      <pc:sldChg chg="addSp delSp modSp mod ord">
        <pc:chgData name="Aurelien Domont" userId="6da7715ce44349b3" providerId="LiveId" clId="{BA095A81-6963-459F-8BD4-70478DA41F8A}" dt="2024-03-19T05:33:33.426" v="2257" actId="790"/>
        <pc:sldMkLst>
          <pc:docMk/>
          <pc:sldMk cId="348420775" sldId="3303"/>
        </pc:sldMkLst>
      </pc:sldChg>
      <pc:sldChg chg="del">
        <pc:chgData name="Aurelien Domont" userId="6da7715ce44349b3" providerId="LiveId" clId="{BA095A81-6963-459F-8BD4-70478DA41F8A}" dt="2024-03-19T04:47:42.853" v="44" actId="47"/>
        <pc:sldMkLst>
          <pc:docMk/>
          <pc:sldMk cId="3071151777" sldId="3309"/>
        </pc:sldMkLst>
      </pc:sldChg>
      <pc:sldChg chg="del">
        <pc:chgData name="Aurelien Domont" userId="6da7715ce44349b3" providerId="LiveId" clId="{BA095A81-6963-459F-8BD4-70478DA41F8A}" dt="2024-03-19T04:52:32.446" v="523" actId="47"/>
        <pc:sldMkLst>
          <pc:docMk/>
          <pc:sldMk cId="601276562" sldId="3321"/>
        </pc:sldMkLst>
      </pc:sldChg>
      <pc:sldChg chg="del">
        <pc:chgData name="Aurelien Domont" userId="6da7715ce44349b3" providerId="LiveId" clId="{BA095A81-6963-459F-8BD4-70478DA41F8A}" dt="2024-03-19T04:52:32.446" v="523" actId="47"/>
        <pc:sldMkLst>
          <pc:docMk/>
          <pc:sldMk cId="361454376" sldId="3322"/>
        </pc:sldMkLst>
      </pc:sldChg>
      <pc:sldChg chg="addSp delSp modSp mod ord">
        <pc:chgData name="Aurelien Domont" userId="6da7715ce44349b3" providerId="LiveId" clId="{BA095A81-6963-459F-8BD4-70478DA41F8A}" dt="2024-03-19T05:33:33.409" v="2240" actId="790"/>
        <pc:sldMkLst>
          <pc:docMk/>
          <pc:sldMk cId="2387808226" sldId="3366"/>
        </pc:sldMkLst>
      </pc:sldChg>
      <pc:sldChg chg="del">
        <pc:chgData name="Aurelien Domont" userId="6da7715ce44349b3" providerId="LiveId" clId="{BA095A81-6963-459F-8BD4-70478DA41F8A}" dt="2024-03-19T05:14:46.833" v="1484" actId="47"/>
        <pc:sldMkLst>
          <pc:docMk/>
          <pc:sldMk cId="1598780141" sldId="3368"/>
        </pc:sldMkLst>
      </pc:sldChg>
      <pc:sldChg chg="addSp delSp modSp del mod">
        <pc:chgData name="Aurelien Domont" userId="6da7715ce44349b3" providerId="LiveId" clId="{BA095A81-6963-459F-8BD4-70478DA41F8A}" dt="2024-03-19T05:16:54.192" v="1772" actId="47"/>
        <pc:sldMkLst>
          <pc:docMk/>
          <pc:sldMk cId="3823632917" sldId="3370"/>
        </pc:sldMkLst>
      </pc:sldChg>
      <pc:sldChg chg="del">
        <pc:chgData name="Aurelien Domont" userId="6da7715ce44349b3" providerId="LiveId" clId="{BA095A81-6963-459F-8BD4-70478DA41F8A}" dt="2024-03-19T05:16:55.733" v="1773" actId="47"/>
        <pc:sldMkLst>
          <pc:docMk/>
          <pc:sldMk cId="3016347705" sldId="3371"/>
        </pc:sldMkLst>
      </pc:sldChg>
      <pc:sldChg chg="del">
        <pc:chgData name="Aurelien Domont" userId="6da7715ce44349b3" providerId="LiveId" clId="{BA095A81-6963-459F-8BD4-70478DA41F8A}" dt="2024-03-19T05:18:04.363" v="1829" actId="47"/>
        <pc:sldMkLst>
          <pc:docMk/>
          <pc:sldMk cId="4075100597" sldId="3372"/>
        </pc:sldMkLst>
      </pc:sldChg>
      <pc:sldChg chg="del">
        <pc:chgData name="Aurelien Domont" userId="6da7715ce44349b3" providerId="LiveId" clId="{BA095A81-6963-459F-8BD4-70478DA41F8A}" dt="2024-03-19T05:25:35.690" v="1994" actId="47"/>
        <pc:sldMkLst>
          <pc:docMk/>
          <pc:sldMk cId="773617390" sldId="3373"/>
        </pc:sldMkLst>
      </pc:sldChg>
      <pc:sldChg chg="del">
        <pc:chgData name="Aurelien Domont" userId="6da7715ce44349b3" providerId="LiveId" clId="{BA095A81-6963-459F-8BD4-70478DA41F8A}" dt="2024-03-19T05:14:48.643" v="1485" actId="47"/>
        <pc:sldMkLst>
          <pc:docMk/>
          <pc:sldMk cId="2985957761" sldId="3374"/>
        </pc:sldMkLst>
      </pc:sldChg>
      <pc:sldChg chg="new del ord">
        <pc:chgData name="Aurelien Domont" userId="6da7715ce44349b3" providerId="LiveId" clId="{BA095A81-6963-459F-8BD4-70478DA41F8A}" dt="2024-03-19T05:25:37.073" v="1995" actId="47"/>
        <pc:sldMkLst>
          <pc:docMk/>
          <pc:sldMk cId="493646158" sldId="3375"/>
        </pc:sldMkLst>
      </pc:sldChg>
      <pc:sldChg chg="addSp delSp modSp add mod">
        <pc:chgData name="Aurelien Domont" userId="6da7715ce44349b3" providerId="LiveId" clId="{BA095A81-6963-459F-8BD4-70478DA41F8A}" dt="2024-03-19T05:33:35.607" v="4348"/>
        <pc:sldMkLst>
          <pc:docMk/>
          <pc:sldMk cId="2269690018" sldId="3376"/>
        </pc:sldMkLst>
      </pc:sldChg>
      <pc:sldChg chg="addSp delSp modSp add mod">
        <pc:chgData name="Aurelien Domont" userId="6da7715ce44349b3" providerId="LiveId" clId="{BA095A81-6963-459F-8BD4-70478DA41F8A}" dt="2024-03-19T05:33:35.625" v="4364"/>
        <pc:sldMkLst>
          <pc:docMk/>
          <pc:sldMk cId="2120394965" sldId="3377"/>
        </pc:sldMkLst>
      </pc:sldChg>
      <pc:sldChg chg="addSp delSp modSp add mod">
        <pc:chgData name="Aurelien Domont" userId="6da7715ce44349b3" providerId="LiveId" clId="{BA095A81-6963-459F-8BD4-70478DA41F8A}" dt="2024-03-19T05:33:35.611" v="4352"/>
        <pc:sldMkLst>
          <pc:docMk/>
          <pc:sldMk cId="1083748519" sldId="3378"/>
        </pc:sldMkLst>
      </pc:sldChg>
      <pc:sldChg chg="addSp delSp modSp add mod">
        <pc:chgData name="Aurelien Domont" userId="6da7715ce44349b3" providerId="LiveId" clId="{BA095A81-6963-459F-8BD4-70478DA41F8A}" dt="2024-03-19T05:36:48.600" v="4372" actId="108"/>
        <pc:sldMkLst>
          <pc:docMk/>
          <pc:sldMk cId="55671321" sldId="3379"/>
        </pc:sldMkLst>
      </pc:sldChg>
      <pc:sldChg chg="addSp delSp modSp add mod">
        <pc:chgData name="Aurelien Domont" userId="6da7715ce44349b3" providerId="LiveId" clId="{BA095A81-6963-459F-8BD4-70478DA41F8A}" dt="2024-03-19T05:33:33.514" v="2342" actId="790"/>
        <pc:sldMkLst>
          <pc:docMk/>
          <pc:sldMk cId="3592377542" sldId="3380"/>
        </pc:sldMkLst>
      </pc:sldChg>
      <pc:sldChg chg="addSp modSp add del mod">
        <pc:chgData name="Aurelien Domont" userId="6da7715ce44349b3" providerId="LiveId" clId="{BA095A81-6963-459F-8BD4-70478DA41F8A}" dt="2024-03-19T06:16:18.062" v="4383" actId="47"/>
        <pc:sldMkLst>
          <pc:docMk/>
          <pc:sldMk cId="571704221" sldId="3381"/>
        </pc:sldMkLst>
      </pc:sldChg>
      <pc:sldMasterChg chg="modSp mod delSldLayout modSldLayout">
        <pc:chgData name="Aurelien Domont" userId="6da7715ce44349b3" providerId="LiveId" clId="{BA095A81-6963-459F-8BD4-70478DA41F8A}" dt="2024-03-19T05:34:29.043" v="4365" actId="2696"/>
        <pc:sldMasterMkLst>
          <pc:docMk/>
          <pc:sldMasterMk cId="3482721130" sldId="2147483828"/>
        </pc:sldMasterMkLst>
        <pc:sldLayoutChg chg="modSp mod">
          <pc:chgData name="Aurelien Domont" userId="6da7715ce44349b3" providerId="LiveId" clId="{BA095A81-6963-459F-8BD4-70478DA41F8A}" dt="2024-03-19T05:33:34.876" v="4228" actId="139"/>
          <pc:sldLayoutMkLst>
            <pc:docMk/>
            <pc:sldMasterMk cId="3482721130" sldId="2147483828"/>
            <pc:sldLayoutMk cId="250590409" sldId="2147483831"/>
          </pc:sldLayoutMkLst>
        </pc:sldLayoutChg>
        <pc:sldLayoutChg chg="modSp mod">
          <pc:chgData name="Aurelien Domont" userId="6da7715ce44349b3" providerId="LiveId" clId="{BA095A81-6963-459F-8BD4-70478DA41F8A}" dt="2024-03-19T05:33:34.877" v="4229" actId="790"/>
          <pc:sldLayoutMkLst>
            <pc:docMk/>
            <pc:sldMasterMk cId="3482721130" sldId="2147483828"/>
            <pc:sldLayoutMk cId="1759204997" sldId="2147483835"/>
          </pc:sldLayoutMkLst>
        </pc:sldLayoutChg>
        <pc:sldLayoutChg chg="modSp del mod">
          <pc:chgData name="Aurelien Domont" userId="6da7715ce44349b3" providerId="LiveId" clId="{BA095A81-6963-459F-8BD4-70478DA41F8A}" dt="2024-03-19T05:34:29.043" v="4365" actId="2696"/>
          <pc:sldLayoutMkLst>
            <pc:docMk/>
            <pc:sldMasterMk cId="3482721130" sldId="2147483828"/>
            <pc:sldLayoutMk cId="1506458806" sldId="2147483836"/>
          </pc:sldLayoutMkLst>
        </pc:sldLayoutChg>
      </pc:sldMasterChg>
    </pc:docChg>
  </pc:docChgLst>
  <pc:docChgLst>
    <pc:chgData name="Aurelien Domont" userId="6da7715ce44349b3" providerId="LiveId" clId="{119E25BE-88E7-4569-A67E-60FFA2A0A9D2}"/>
    <pc:docChg chg="undo custSel addSld delSld modSld sldOrd modMainMaster modSection replTag">
      <pc:chgData name="Aurelien Domont" userId="6da7715ce44349b3" providerId="LiveId" clId="{119E25BE-88E7-4569-A67E-60FFA2A0A9D2}" dt="2024-03-20T04:25:37.819" v="4092" actId="47"/>
      <pc:docMkLst>
        <pc:docMk/>
      </pc:docMkLst>
      <pc:sldChg chg="del">
        <pc:chgData name="Aurelien Domont" userId="6da7715ce44349b3" providerId="LiveId" clId="{119E25BE-88E7-4569-A67E-60FFA2A0A9D2}" dt="2024-03-20T03:06:54.828" v="8" actId="47"/>
        <pc:sldMkLst>
          <pc:docMk/>
          <pc:sldMk cId="3956982643" sldId="526"/>
        </pc:sldMkLst>
      </pc:sldChg>
      <pc:sldChg chg="modSp mod modNotes">
        <pc:chgData name="Aurelien Domont" userId="6da7715ce44349b3" providerId="LiveId" clId="{119E25BE-88E7-4569-A67E-60FFA2A0A9D2}" dt="2024-03-20T04:15:46.260" v="3942" actId="790"/>
        <pc:sldMkLst>
          <pc:docMk/>
          <pc:sldMk cId="1754585881" sldId="1598"/>
        </pc:sldMkLst>
      </pc:sldChg>
      <pc:sldChg chg="modSp mod modNotes">
        <pc:chgData name="Aurelien Domont" userId="6da7715ce44349b3" providerId="LiveId" clId="{119E25BE-88E7-4569-A67E-60FFA2A0A9D2}" dt="2024-03-20T04:15:46.264" v="3946" actId="790"/>
        <pc:sldMkLst>
          <pc:docMk/>
          <pc:sldMk cId="2853806433" sldId="1600"/>
        </pc:sldMkLst>
      </pc:sldChg>
      <pc:sldChg chg="modSp mod modNotes">
        <pc:chgData name="Aurelien Domont" userId="6da7715ce44349b3" providerId="LiveId" clId="{119E25BE-88E7-4569-A67E-60FFA2A0A9D2}" dt="2024-03-20T04:15:46.258" v="3940" actId="790"/>
        <pc:sldMkLst>
          <pc:docMk/>
          <pc:sldMk cId="1252826214" sldId="1711"/>
        </pc:sldMkLst>
      </pc:sldChg>
      <pc:sldChg chg="modSp mod modNotes">
        <pc:chgData name="Aurelien Domont" userId="6da7715ce44349b3" providerId="LiveId" clId="{119E25BE-88E7-4569-A67E-60FFA2A0A9D2}" dt="2024-03-20T04:15:46.256" v="3938" actId="790"/>
        <pc:sldMkLst>
          <pc:docMk/>
          <pc:sldMk cId="3938337455" sldId="2034"/>
        </pc:sldMkLst>
      </pc:sldChg>
      <pc:sldChg chg="addSp delSp modSp mod ord modNotes">
        <pc:chgData name="Aurelien Domont" userId="6da7715ce44349b3" providerId="LiveId" clId="{119E25BE-88E7-4569-A67E-60FFA2A0A9D2}" dt="2024-03-20T04:15:46.246" v="3932" actId="790"/>
        <pc:sldMkLst>
          <pc:docMk/>
          <pc:sldMk cId="3272444503" sldId="2162"/>
        </pc:sldMkLst>
      </pc:sldChg>
      <pc:sldChg chg="modSp mod modNotes">
        <pc:chgData name="Aurelien Domont" userId="6da7715ce44349b3" providerId="LiveId" clId="{119E25BE-88E7-4569-A67E-60FFA2A0A9D2}" dt="2024-03-20T04:15:46.262" v="3944" actId="790"/>
        <pc:sldMkLst>
          <pc:docMk/>
          <pc:sldMk cId="1534399825" sldId="2240"/>
        </pc:sldMkLst>
      </pc:sldChg>
      <pc:sldChg chg="modSp add mod modClrScheme chgLayout modNotes">
        <pc:chgData name="Aurelien Domont" userId="6da7715ce44349b3" providerId="LiveId" clId="{119E25BE-88E7-4569-A67E-60FFA2A0A9D2}" dt="2024-03-20T04:15:46.389" v="4011"/>
        <pc:sldMkLst>
          <pc:docMk/>
          <pc:sldMk cId="2561262077" sldId="2306"/>
        </pc:sldMkLst>
      </pc:sldChg>
      <pc:sldChg chg="modSp mod modNotes">
        <pc:chgData name="Aurelien Domont" userId="6da7715ce44349b3" providerId="LiveId" clId="{119E25BE-88E7-4569-A67E-60FFA2A0A9D2}" dt="2024-03-20T04:15:46.254" v="3936" actId="790"/>
        <pc:sldMkLst>
          <pc:docMk/>
          <pc:sldMk cId="1209091634" sldId="2338"/>
        </pc:sldMkLst>
      </pc:sldChg>
      <pc:sldChg chg="addSp delSp modSp mod ord modNotes">
        <pc:chgData name="Aurelien Domont" userId="6da7715ce44349b3" providerId="LiveId" clId="{119E25BE-88E7-4569-A67E-60FFA2A0A9D2}" dt="2024-03-20T04:15:46.411" v="4017"/>
        <pc:sldMkLst>
          <pc:docMk/>
          <pc:sldMk cId="862292938" sldId="2560"/>
        </pc:sldMkLst>
      </pc:sldChg>
      <pc:sldChg chg="modSp mod">
        <pc:chgData name="Aurelien Domont" userId="6da7715ce44349b3" providerId="LiveId" clId="{119E25BE-88E7-4569-A67E-60FFA2A0A9D2}" dt="2024-03-20T04:15:44.977" v="2104" actId="790"/>
        <pc:sldMkLst>
          <pc:docMk/>
          <pc:sldMk cId="1926619926" sldId="3282"/>
        </pc:sldMkLst>
      </pc:sldChg>
      <pc:sldChg chg="modSp mod ord modNotes">
        <pc:chgData name="Aurelien Domont" userId="6da7715ce44349b3" providerId="LiveId" clId="{119E25BE-88E7-4569-A67E-60FFA2A0A9D2}" dt="2024-03-20T04:19:59.141" v="4081" actId="20577"/>
        <pc:sldMkLst>
          <pc:docMk/>
          <pc:sldMk cId="2246164536" sldId="3289"/>
        </pc:sldMkLst>
      </pc:sldChg>
      <pc:sldChg chg="del">
        <pc:chgData name="Aurelien Domont" userId="6da7715ce44349b3" providerId="LiveId" clId="{119E25BE-88E7-4569-A67E-60FFA2A0A9D2}" dt="2024-03-20T03:21:43.578" v="141" actId="47"/>
        <pc:sldMkLst>
          <pc:docMk/>
          <pc:sldMk cId="3931065156" sldId="3300"/>
        </pc:sldMkLst>
      </pc:sldChg>
      <pc:sldChg chg="del">
        <pc:chgData name="Aurelien Domont" userId="6da7715ce44349b3" providerId="LiveId" clId="{119E25BE-88E7-4569-A67E-60FFA2A0A9D2}" dt="2024-03-20T03:21:43.578" v="141" actId="47"/>
        <pc:sldMkLst>
          <pc:docMk/>
          <pc:sldMk cId="4273032646" sldId="3301"/>
        </pc:sldMkLst>
      </pc:sldChg>
      <pc:sldChg chg="del">
        <pc:chgData name="Aurelien Domont" userId="6da7715ce44349b3" providerId="LiveId" clId="{119E25BE-88E7-4569-A67E-60FFA2A0A9D2}" dt="2024-03-20T03:55:26.600" v="1777" actId="47"/>
        <pc:sldMkLst>
          <pc:docMk/>
          <pc:sldMk cId="348420775" sldId="3303"/>
        </pc:sldMkLst>
      </pc:sldChg>
      <pc:sldChg chg="del">
        <pc:chgData name="Aurelien Domont" userId="6da7715ce44349b3" providerId="LiveId" clId="{119E25BE-88E7-4569-A67E-60FFA2A0A9D2}" dt="2024-03-20T03:34:47.090" v="1080" actId="47"/>
        <pc:sldMkLst>
          <pc:docMk/>
          <pc:sldMk cId="2387808226" sldId="3366"/>
        </pc:sldMkLst>
      </pc:sldChg>
      <pc:sldChg chg="del">
        <pc:chgData name="Aurelien Domont" userId="6da7715ce44349b3" providerId="LiveId" clId="{119E25BE-88E7-4569-A67E-60FFA2A0A9D2}" dt="2024-03-20T03:55:26.600" v="1777" actId="47"/>
        <pc:sldMkLst>
          <pc:docMk/>
          <pc:sldMk cId="2269690018" sldId="3376"/>
        </pc:sldMkLst>
      </pc:sldChg>
      <pc:sldChg chg="del">
        <pc:chgData name="Aurelien Domont" userId="6da7715ce44349b3" providerId="LiveId" clId="{119E25BE-88E7-4569-A67E-60FFA2A0A9D2}" dt="2024-03-20T03:55:26.600" v="1777" actId="47"/>
        <pc:sldMkLst>
          <pc:docMk/>
          <pc:sldMk cId="2120394965" sldId="3377"/>
        </pc:sldMkLst>
      </pc:sldChg>
      <pc:sldChg chg="del">
        <pc:chgData name="Aurelien Domont" userId="6da7715ce44349b3" providerId="LiveId" clId="{119E25BE-88E7-4569-A67E-60FFA2A0A9D2}" dt="2024-03-20T03:55:26.600" v="1777" actId="47"/>
        <pc:sldMkLst>
          <pc:docMk/>
          <pc:sldMk cId="1083748519" sldId="3378"/>
        </pc:sldMkLst>
      </pc:sldChg>
      <pc:sldChg chg="del">
        <pc:chgData name="Aurelien Domont" userId="6da7715ce44349b3" providerId="LiveId" clId="{119E25BE-88E7-4569-A67E-60FFA2A0A9D2}" dt="2024-03-20T03:55:26.600" v="1777" actId="47"/>
        <pc:sldMkLst>
          <pc:docMk/>
          <pc:sldMk cId="55671321" sldId="3379"/>
        </pc:sldMkLst>
      </pc:sldChg>
      <pc:sldChg chg="del">
        <pc:chgData name="Aurelien Domont" userId="6da7715ce44349b3" providerId="LiveId" clId="{119E25BE-88E7-4569-A67E-60FFA2A0A9D2}" dt="2024-03-20T03:55:26.600" v="1777" actId="47"/>
        <pc:sldMkLst>
          <pc:docMk/>
          <pc:sldMk cId="3592377542" sldId="3380"/>
        </pc:sldMkLst>
      </pc:sldChg>
      <pc:sldChg chg="addSp delSp modSp add mod modNotes">
        <pc:chgData name="Aurelien Domont" userId="6da7715ce44349b3" providerId="LiveId" clId="{119E25BE-88E7-4569-A67E-60FFA2A0A9D2}" dt="2024-03-20T04:15:46.227" v="3922" actId="790"/>
        <pc:sldMkLst>
          <pc:docMk/>
          <pc:sldMk cId="3694985765" sldId="3381"/>
        </pc:sldMkLst>
      </pc:sldChg>
      <pc:sldChg chg="new del ord">
        <pc:chgData name="Aurelien Domont" userId="6da7715ce44349b3" providerId="LiveId" clId="{119E25BE-88E7-4569-A67E-60FFA2A0A9D2}" dt="2024-03-20T03:55:26.600" v="1777" actId="47"/>
        <pc:sldMkLst>
          <pc:docMk/>
          <pc:sldMk cId="521705588" sldId="3382"/>
        </pc:sldMkLst>
      </pc:sldChg>
      <pc:sldChg chg="addSp delSp modSp add mod modNotes">
        <pc:chgData name="Aurelien Domont" userId="6da7715ce44349b3" providerId="LiveId" clId="{119E25BE-88E7-4569-A67E-60FFA2A0A9D2}" dt="2024-03-20T04:15:58.874" v="4018" actId="313"/>
        <pc:sldMkLst>
          <pc:docMk/>
          <pc:sldMk cId="2646470254" sldId="3383"/>
        </pc:sldMkLst>
      </pc:sldChg>
      <pc:sldChg chg="add del">
        <pc:chgData name="Aurelien Domont" userId="6da7715ce44349b3" providerId="LiveId" clId="{119E25BE-88E7-4569-A67E-60FFA2A0A9D2}" dt="2024-03-20T03:21:06.181" v="139" actId="47"/>
        <pc:sldMkLst>
          <pc:docMk/>
          <pc:sldMk cId="2557735817" sldId="3384"/>
        </pc:sldMkLst>
      </pc:sldChg>
      <pc:sldChg chg="delSp modSp add mod">
        <pc:chgData name="Aurelien Domont" userId="6da7715ce44349b3" providerId="LiveId" clId="{119E25BE-88E7-4569-A67E-60FFA2A0A9D2}" dt="2024-03-20T04:15:44.844" v="1999" actId="790"/>
        <pc:sldMkLst>
          <pc:docMk/>
          <pc:sldMk cId="4260551227" sldId="3384"/>
        </pc:sldMkLst>
      </pc:sldChg>
      <pc:sldChg chg="addSp delSp modSp add mod ord modNotes">
        <pc:chgData name="Aurelien Domont" userId="6da7715ce44349b3" providerId="LiveId" clId="{119E25BE-88E7-4569-A67E-60FFA2A0A9D2}" dt="2024-03-20T04:15:46.400" v="4013"/>
        <pc:sldMkLst>
          <pc:docMk/>
          <pc:sldMk cId="3746721311" sldId="3385"/>
        </pc:sldMkLst>
      </pc:sldChg>
      <pc:sldChg chg="addSp delSp modSp add mod">
        <pc:chgData name="Aurelien Domont" userId="6da7715ce44349b3" providerId="LiveId" clId="{119E25BE-88E7-4569-A67E-60FFA2A0A9D2}" dt="2024-03-20T04:15:44.853" v="2009" actId="790"/>
        <pc:sldMkLst>
          <pc:docMk/>
          <pc:sldMk cId="452916749" sldId="3386"/>
        </pc:sldMkLst>
      </pc:sldChg>
      <pc:sldChg chg="addSp delSp modSp add mod">
        <pc:chgData name="Aurelien Domont" userId="6da7715ce44349b3" providerId="LiveId" clId="{119E25BE-88E7-4569-A67E-60FFA2A0A9D2}" dt="2024-03-20T04:15:44.864" v="2019" actId="790"/>
        <pc:sldMkLst>
          <pc:docMk/>
          <pc:sldMk cId="1912173946" sldId="3387"/>
        </pc:sldMkLst>
      </pc:sldChg>
      <pc:sldChg chg="addSp delSp modSp add mod">
        <pc:chgData name="Aurelien Domont" userId="6da7715ce44349b3" providerId="LiveId" clId="{119E25BE-88E7-4569-A67E-60FFA2A0A9D2}" dt="2024-03-20T04:15:44.873" v="2029" actId="790"/>
        <pc:sldMkLst>
          <pc:docMk/>
          <pc:sldMk cId="4192861017" sldId="3388"/>
        </pc:sldMkLst>
      </pc:sldChg>
      <pc:sldChg chg="addSp modSp add del mod">
        <pc:chgData name="Aurelien Domont" userId="6da7715ce44349b3" providerId="LiveId" clId="{119E25BE-88E7-4569-A67E-60FFA2A0A9D2}" dt="2024-03-20T04:25:37.819" v="4092" actId="47"/>
        <pc:sldMkLst>
          <pc:docMk/>
          <pc:sldMk cId="190480438" sldId="3389"/>
        </pc:sldMkLst>
      </pc:sldChg>
      <pc:sldMasterChg chg="modSp mod delSldLayout modSldLayout">
        <pc:chgData name="Aurelien Domont" userId="6da7715ce44349b3" providerId="LiveId" clId="{119E25BE-88E7-4569-A67E-60FFA2A0A9D2}" dt="2024-03-20T04:16:40.359" v="4019" actId="2696"/>
        <pc:sldMasterMkLst>
          <pc:docMk/>
          <pc:sldMasterMk cId="3482721130" sldId="2147483828"/>
        </pc:sldMasterMkLst>
        <pc:sldLayoutChg chg="modSp mod">
          <pc:chgData name="Aurelien Domont" userId="6da7715ce44349b3" providerId="LiveId" clId="{119E25BE-88E7-4569-A67E-60FFA2A0A9D2}" dt="2024-03-20T04:15:46.217" v="3915" actId="139"/>
          <pc:sldLayoutMkLst>
            <pc:docMk/>
            <pc:sldMasterMk cId="3482721130" sldId="2147483828"/>
            <pc:sldLayoutMk cId="250590409" sldId="2147483831"/>
          </pc:sldLayoutMkLst>
        </pc:sldLayoutChg>
        <pc:sldLayoutChg chg="modSp mod">
          <pc:chgData name="Aurelien Domont" userId="6da7715ce44349b3" providerId="LiveId" clId="{119E25BE-88E7-4569-A67E-60FFA2A0A9D2}" dt="2024-03-20T04:15:46.218" v="3916" actId="790"/>
          <pc:sldLayoutMkLst>
            <pc:docMk/>
            <pc:sldMasterMk cId="3482721130" sldId="2147483828"/>
            <pc:sldLayoutMk cId="1759204997" sldId="2147483835"/>
          </pc:sldLayoutMkLst>
        </pc:sldLayoutChg>
        <pc:sldLayoutChg chg="modSp del mod">
          <pc:chgData name="Aurelien Domont" userId="6da7715ce44349b3" providerId="LiveId" clId="{119E25BE-88E7-4569-A67E-60FFA2A0A9D2}" dt="2024-03-20T04:16:40.359" v="4019" actId="2696"/>
          <pc:sldLayoutMkLst>
            <pc:docMk/>
            <pc:sldMasterMk cId="3482721130" sldId="2147483828"/>
            <pc:sldLayoutMk cId="1811382983" sldId="2147483836"/>
          </pc:sldLayoutMkLst>
        </pc:sldLayoutChg>
      </pc:sldMasterChg>
    </pc:docChg>
  </pc:docChgLst>
  <pc:docChgLst>
    <pc:chgData name="Aurelien Domont" userId="6da7715ce44349b3" providerId="LiveId" clId="{612D149B-6217-4CE8-B506-13B11F41725F}"/>
    <pc:docChg chg="undo redo custSel addSld delSld modSld sldOrd modMainMaster modSection replTag">
      <pc:chgData name="Aurelien Domont" userId="6da7715ce44349b3" providerId="LiveId" clId="{612D149B-6217-4CE8-B506-13B11F41725F}" dt="2024-03-25T00:18:16.326" v="5693" actId="2696"/>
      <pc:docMkLst>
        <pc:docMk/>
      </pc:docMkLst>
      <pc:sldChg chg="addSp delSp modSp add mod modClrScheme chgLayout">
        <pc:chgData name="Aurelien Domont" userId="6da7715ce44349b3" providerId="LiveId" clId="{612D149B-6217-4CE8-B506-13B11F41725F}" dt="2024-03-25T00:17:43.098" v="3613" actId="790"/>
        <pc:sldMkLst>
          <pc:docMk/>
          <pc:sldMk cId="2321423243" sldId="1578"/>
        </pc:sldMkLst>
      </pc:sldChg>
      <pc:sldChg chg="modSp mod modNotes">
        <pc:chgData name="Aurelien Domont" userId="6da7715ce44349b3" providerId="LiveId" clId="{612D149B-6217-4CE8-B506-13B11F41725F}" dt="2024-03-25T00:17:44.730" v="5610" actId="790"/>
        <pc:sldMkLst>
          <pc:docMk/>
          <pc:sldMk cId="1754585881" sldId="1598"/>
        </pc:sldMkLst>
      </pc:sldChg>
      <pc:sldChg chg="modSp mod modNotes">
        <pc:chgData name="Aurelien Domont" userId="6da7715ce44349b3" providerId="LiveId" clId="{612D149B-6217-4CE8-B506-13B11F41725F}" dt="2024-03-25T00:17:44.736" v="5614" actId="790"/>
        <pc:sldMkLst>
          <pc:docMk/>
          <pc:sldMk cId="2853806433" sldId="1600"/>
        </pc:sldMkLst>
      </pc:sldChg>
      <pc:sldChg chg="modSp mod modNotes">
        <pc:chgData name="Aurelien Domont" userId="6da7715ce44349b3" providerId="LiveId" clId="{612D149B-6217-4CE8-B506-13B11F41725F}" dt="2024-03-25T00:17:44.728" v="5608" actId="790"/>
        <pc:sldMkLst>
          <pc:docMk/>
          <pc:sldMk cId="1252826214" sldId="1711"/>
        </pc:sldMkLst>
      </pc:sldChg>
      <pc:sldChg chg="add del">
        <pc:chgData name="Aurelien Domont" userId="6da7715ce44349b3" providerId="LiveId" clId="{612D149B-6217-4CE8-B506-13B11F41725F}" dt="2024-03-24T23:29:38.321" v="1939"/>
        <pc:sldMkLst>
          <pc:docMk/>
          <pc:sldMk cId="2260287649" sldId="2023"/>
        </pc:sldMkLst>
      </pc:sldChg>
      <pc:sldChg chg="modSp mod modNotes">
        <pc:chgData name="Aurelien Domont" userId="6da7715ce44349b3" providerId="LiveId" clId="{612D149B-6217-4CE8-B506-13B11F41725F}" dt="2024-03-25T00:17:44.726" v="5606" actId="790"/>
        <pc:sldMkLst>
          <pc:docMk/>
          <pc:sldMk cId="3938337455" sldId="2034"/>
        </pc:sldMkLst>
      </pc:sldChg>
      <pc:sldChg chg="modSp mod modNotes">
        <pc:chgData name="Aurelien Domont" userId="6da7715ce44349b3" providerId="LiveId" clId="{612D149B-6217-4CE8-B506-13B11F41725F}" dt="2024-03-25T00:17:44.718" v="5602" actId="790"/>
        <pc:sldMkLst>
          <pc:docMk/>
          <pc:sldMk cId="3272444503" sldId="2162"/>
        </pc:sldMkLst>
      </pc:sldChg>
      <pc:sldChg chg="modSp mod modNotes">
        <pc:chgData name="Aurelien Domont" userId="6da7715ce44349b3" providerId="LiveId" clId="{612D149B-6217-4CE8-B506-13B11F41725F}" dt="2024-03-25T00:17:44.734" v="5612" actId="790"/>
        <pc:sldMkLst>
          <pc:docMk/>
          <pc:sldMk cId="1534399825" sldId="2240"/>
        </pc:sldMkLst>
      </pc:sldChg>
      <pc:sldChg chg="del">
        <pc:chgData name="Aurelien Domont" userId="6da7715ce44349b3" providerId="LiveId" clId="{612D149B-6217-4CE8-B506-13B11F41725F}" dt="2024-03-24T23:12:49.198" v="163" actId="47"/>
        <pc:sldMkLst>
          <pc:docMk/>
          <pc:sldMk cId="2561262077" sldId="2306"/>
        </pc:sldMkLst>
      </pc:sldChg>
      <pc:sldChg chg="addSp delSp modSp mod modNotes">
        <pc:chgData name="Aurelien Domont" userId="6da7715ce44349b3" providerId="LiveId" clId="{612D149B-6217-4CE8-B506-13B11F41725F}" dt="2024-03-25T00:17:56.154" v="5692" actId="313"/>
        <pc:sldMkLst>
          <pc:docMk/>
          <pc:sldMk cId="1209091634" sldId="2338"/>
        </pc:sldMkLst>
      </pc:sldChg>
      <pc:sldChg chg="addSp delSp modSp mod modNotes">
        <pc:chgData name="Aurelien Domont" userId="6da7715ce44349b3" providerId="LiveId" clId="{612D149B-6217-4CE8-B506-13B11F41725F}" dt="2024-03-25T00:17:45.457" v="5687"/>
        <pc:sldMkLst>
          <pc:docMk/>
          <pc:sldMk cId="862292938" sldId="2560"/>
        </pc:sldMkLst>
      </pc:sldChg>
      <pc:sldChg chg="add del">
        <pc:chgData name="Aurelien Domont" userId="6da7715ce44349b3" providerId="LiveId" clId="{612D149B-6217-4CE8-B506-13B11F41725F}" dt="2024-03-24T23:22:31.884" v="1187"/>
        <pc:sldMkLst>
          <pc:docMk/>
          <pc:sldMk cId="2742416715" sldId="2940"/>
        </pc:sldMkLst>
      </pc:sldChg>
      <pc:sldChg chg="modSp mod">
        <pc:chgData name="Aurelien Domont" userId="6da7715ce44349b3" providerId="LiveId" clId="{612D149B-6217-4CE8-B506-13B11F41725F}" dt="2024-03-25T00:17:43.309" v="3778" actId="790"/>
        <pc:sldMkLst>
          <pc:docMk/>
          <pc:sldMk cId="1926619926" sldId="3282"/>
        </pc:sldMkLst>
      </pc:sldChg>
      <pc:sldChg chg="modSp mod ord modNotes">
        <pc:chgData name="Aurelien Domont" userId="6da7715ce44349b3" providerId="LiveId" clId="{612D149B-6217-4CE8-B506-13B11F41725F}" dt="2024-03-25T00:17:44.713" v="5598" actId="790"/>
        <pc:sldMkLst>
          <pc:docMk/>
          <pc:sldMk cId="2246164536" sldId="3289"/>
        </pc:sldMkLst>
      </pc:sldChg>
      <pc:sldChg chg="addSp delSp modSp mod modNotes">
        <pc:chgData name="Aurelien Domont" userId="6da7715ce44349b3" providerId="LiveId" clId="{612D149B-6217-4CE8-B506-13B11F41725F}" dt="2024-03-25T00:17:44.711" v="5596" actId="790"/>
        <pc:sldMkLst>
          <pc:docMk/>
          <pc:sldMk cId="3694985765" sldId="3381"/>
        </pc:sldMkLst>
      </pc:sldChg>
      <pc:sldChg chg="del">
        <pc:chgData name="Aurelien Domont" userId="6da7715ce44349b3" providerId="LiveId" clId="{612D149B-6217-4CE8-B506-13B11F41725F}" dt="2024-03-24T23:12:49.198" v="163" actId="47"/>
        <pc:sldMkLst>
          <pc:docMk/>
          <pc:sldMk cId="2646470254" sldId="3383"/>
        </pc:sldMkLst>
      </pc:sldChg>
      <pc:sldChg chg="del">
        <pc:chgData name="Aurelien Domont" userId="6da7715ce44349b3" providerId="LiveId" clId="{612D149B-6217-4CE8-B506-13B11F41725F}" dt="2024-03-24T23:19:02.745" v="915" actId="47"/>
        <pc:sldMkLst>
          <pc:docMk/>
          <pc:sldMk cId="4260551227" sldId="3384"/>
        </pc:sldMkLst>
      </pc:sldChg>
      <pc:sldChg chg="del">
        <pc:chgData name="Aurelien Domont" userId="6da7715ce44349b3" providerId="LiveId" clId="{612D149B-6217-4CE8-B506-13B11F41725F}" dt="2024-03-24T23:19:02.745" v="915" actId="47"/>
        <pc:sldMkLst>
          <pc:docMk/>
          <pc:sldMk cId="3746721311" sldId="3385"/>
        </pc:sldMkLst>
      </pc:sldChg>
      <pc:sldChg chg="addSp delSp modSp mod ord">
        <pc:chgData name="Aurelien Domont" userId="6da7715ce44349b3" providerId="LiveId" clId="{612D149B-6217-4CE8-B506-13B11F41725F}" dt="2024-03-25T00:17:43.115" v="3628" actId="790"/>
        <pc:sldMkLst>
          <pc:docMk/>
          <pc:sldMk cId="452916749" sldId="3386"/>
        </pc:sldMkLst>
      </pc:sldChg>
      <pc:sldChg chg="addSp delSp modSp del mod">
        <pc:chgData name="Aurelien Domont" userId="6da7715ce44349b3" providerId="LiveId" clId="{612D149B-6217-4CE8-B506-13B11F41725F}" dt="2024-03-24T23:25:48.785" v="1484" actId="47"/>
        <pc:sldMkLst>
          <pc:docMk/>
          <pc:sldMk cId="1912173946" sldId="3387"/>
        </pc:sldMkLst>
      </pc:sldChg>
      <pc:sldChg chg="addSp delSp modSp del mod">
        <pc:chgData name="Aurelien Domont" userId="6da7715ce44349b3" providerId="LiveId" clId="{612D149B-6217-4CE8-B506-13B11F41725F}" dt="2024-03-25T00:15:39.963" v="3495" actId="47"/>
        <pc:sldMkLst>
          <pc:docMk/>
          <pc:sldMk cId="4192861017" sldId="3388"/>
        </pc:sldMkLst>
      </pc:sldChg>
      <pc:sldChg chg="new del ord">
        <pc:chgData name="Aurelien Domont" userId="6da7715ce44349b3" providerId="LiveId" clId="{612D149B-6217-4CE8-B506-13B11F41725F}" dt="2024-03-25T00:15:39.115" v="3494" actId="47"/>
        <pc:sldMkLst>
          <pc:docMk/>
          <pc:sldMk cId="1486828360" sldId="3389"/>
        </pc:sldMkLst>
      </pc:sldChg>
      <pc:sldChg chg="add del">
        <pc:chgData name="Aurelien Domont" userId="6da7715ce44349b3" providerId="LiveId" clId="{612D149B-6217-4CE8-B506-13B11F41725F}" dt="2024-03-24T23:17:04.135" v="854"/>
        <pc:sldMkLst>
          <pc:docMk/>
          <pc:sldMk cId="176372973" sldId="3390"/>
        </pc:sldMkLst>
      </pc:sldChg>
      <pc:sldChg chg="addSp delSp modSp add mod ord">
        <pc:chgData name="Aurelien Domont" userId="6da7715ce44349b3" providerId="LiveId" clId="{612D149B-6217-4CE8-B506-13B11F41725F}" dt="2024-03-25T00:17:43.132" v="3643" actId="790"/>
        <pc:sldMkLst>
          <pc:docMk/>
          <pc:sldMk cId="1716267975" sldId="3390"/>
        </pc:sldMkLst>
      </pc:sldChg>
      <pc:sldChg chg="addSp delSp modSp add mod">
        <pc:chgData name="Aurelien Domont" userId="6da7715ce44349b3" providerId="LiveId" clId="{612D149B-6217-4CE8-B506-13B11F41725F}" dt="2024-03-25T00:17:43.147" v="3658" actId="790"/>
        <pc:sldMkLst>
          <pc:docMk/>
          <pc:sldMk cId="2312222718" sldId="3391"/>
        </pc:sldMkLst>
      </pc:sldChg>
      <pc:sldChg chg="addSp delSp modSp add mod">
        <pc:chgData name="Aurelien Domont" userId="6da7715ce44349b3" providerId="LiveId" clId="{612D149B-6217-4CE8-B506-13B11F41725F}" dt="2024-03-25T00:17:43.164" v="3673" actId="790"/>
        <pc:sldMkLst>
          <pc:docMk/>
          <pc:sldMk cId="1620443066" sldId="3392"/>
        </pc:sldMkLst>
      </pc:sldChg>
      <pc:sldChg chg="addSp delSp modSp add mod">
        <pc:chgData name="Aurelien Domont" userId="6da7715ce44349b3" providerId="LiveId" clId="{612D149B-6217-4CE8-B506-13B11F41725F}" dt="2024-03-25T00:17:45.441" v="5683"/>
        <pc:sldMkLst>
          <pc:docMk/>
          <pc:sldMk cId="2193127411" sldId="3393"/>
        </pc:sldMkLst>
      </pc:sldChg>
      <pc:sldChg chg="addSp delSp modSp add mod">
        <pc:chgData name="Aurelien Domont" userId="6da7715ce44349b3" providerId="LiveId" clId="{612D149B-6217-4CE8-B506-13B11F41725F}" dt="2024-03-25T00:17:45.471" v="5691"/>
        <pc:sldMkLst>
          <pc:docMk/>
          <pc:sldMk cId="4294143004" sldId="3394"/>
        </pc:sldMkLst>
      </pc:sldChg>
      <pc:sldMasterChg chg="modSp mod delSldLayout modSldLayout">
        <pc:chgData name="Aurelien Domont" userId="6da7715ce44349b3" providerId="LiveId" clId="{612D149B-6217-4CE8-B506-13B11F41725F}" dt="2024-03-25T00:18:16.326" v="5693" actId="2696"/>
        <pc:sldMasterMkLst>
          <pc:docMk/>
          <pc:sldMasterMk cId="3482721130" sldId="2147483828"/>
        </pc:sldMasterMkLst>
        <pc:sldLayoutChg chg="modSp mod">
          <pc:chgData name="Aurelien Domont" userId="6da7715ce44349b3" providerId="LiveId" clId="{612D149B-6217-4CE8-B506-13B11F41725F}" dt="2024-03-25T00:17:44.695" v="5589" actId="139"/>
          <pc:sldLayoutMkLst>
            <pc:docMk/>
            <pc:sldMasterMk cId="3482721130" sldId="2147483828"/>
            <pc:sldLayoutMk cId="250590409" sldId="2147483831"/>
          </pc:sldLayoutMkLst>
        </pc:sldLayoutChg>
        <pc:sldLayoutChg chg="modSp mod">
          <pc:chgData name="Aurelien Domont" userId="6da7715ce44349b3" providerId="LiveId" clId="{612D149B-6217-4CE8-B506-13B11F41725F}" dt="2024-03-25T00:17:44.697" v="5590" actId="790"/>
          <pc:sldLayoutMkLst>
            <pc:docMk/>
            <pc:sldMasterMk cId="3482721130" sldId="2147483828"/>
            <pc:sldLayoutMk cId="1759204997" sldId="2147483835"/>
          </pc:sldLayoutMkLst>
        </pc:sldLayoutChg>
        <pc:sldLayoutChg chg="modSp del mod">
          <pc:chgData name="Aurelien Domont" userId="6da7715ce44349b3" providerId="LiveId" clId="{612D149B-6217-4CE8-B506-13B11F41725F}" dt="2024-03-25T00:18:16.326" v="5693" actId="2696"/>
          <pc:sldLayoutMkLst>
            <pc:docMk/>
            <pc:sldMasterMk cId="3482721130" sldId="2147483828"/>
            <pc:sldLayoutMk cId="15540686" sldId="2147483836"/>
          </pc:sldLayoutMkLst>
        </pc:sldLayoutChg>
      </pc:sldMasterChg>
    </pc:docChg>
  </pc:docChgLst>
  <pc:docChgLst>
    <pc:chgData name="Aurelien Domont" userId="6da7715ce44349b3" providerId="LiveId" clId="{D6B2C6B8-087B-43B3-8633-024465984332}"/>
    <pc:docChg chg="undo redo custSel addSld delSld modSld sldOrd addSection delSection modSection replTag">
      <pc:chgData name="Aurelien Domont" userId="6da7715ce44349b3" providerId="LiveId" clId="{D6B2C6B8-087B-43B3-8633-024465984332}" dt="2024-03-06T05:26:59.397" v="5373" actId="20577"/>
      <pc:docMkLst>
        <pc:docMk/>
      </pc:docMkLst>
      <pc:sldChg chg="del">
        <pc:chgData name="Aurelien Domont" userId="6da7715ce44349b3" providerId="LiveId" clId="{D6B2C6B8-087B-43B3-8633-024465984332}" dt="2024-02-21T05:55:37.311" v="43" actId="47"/>
        <pc:sldMkLst>
          <pc:docMk/>
          <pc:sldMk cId="3956982643" sldId="526"/>
        </pc:sldMkLst>
      </pc:sldChg>
      <pc:sldChg chg="add del">
        <pc:chgData name="Aurelien Domont" userId="6da7715ce44349b3" providerId="LiveId" clId="{D6B2C6B8-087B-43B3-8633-024465984332}" dt="2024-02-22T00:05:55.467" v="5099"/>
        <pc:sldMkLst>
          <pc:docMk/>
          <pc:sldMk cId="1324642353" sldId="2152"/>
        </pc:sldMkLst>
      </pc:sldChg>
      <pc:sldChg chg="modSp mod ord">
        <pc:chgData name="Aurelien Domont" userId="6da7715ce44349b3" providerId="LiveId" clId="{D6B2C6B8-087B-43B3-8633-024465984332}" dt="2024-02-27T00:12:13.105" v="5308" actId="20577"/>
        <pc:sldMkLst>
          <pc:docMk/>
          <pc:sldMk cId="3272444503" sldId="2162"/>
        </pc:sldMkLst>
      </pc:sldChg>
      <pc:sldChg chg="addSp delSp modSp mod ord">
        <pc:chgData name="Aurelien Domont" userId="6da7715ce44349b3" providerId="LiveId" clId="{D6B2C6B8-087B-43B3-8633-024465984332}" dt="2024-02-22T00:08:49.071" v="5229" actId="20577"/>
        <pc:sldMkLst>
          <pc:docMk/>
          <pc:sldMk cId="1209091634" sldId="2338"/>
        </pc:sldMkLst>
      </pc:sldChg>
      <pc:sldChg chg="addSp delSp modSp mod ord">
        <pc:chgData name="Aurelien Domont" userId="6da7715ce44349b3" providerId="LiveId" clId="{D6B2C6B8-087B-43B3-8633-024465984332}" dt="2024-02-21T06:37:22.847" v="1832" actId="478"/>
        <pc:sldMkLst>
          <pc:docMk/>
          <pc:sldMk cId="862292938" sldId="2560"/>
        </pc:sldMkLst>
      </pc:sldChg>
      <pc:sldChg chg="modSp mod ord">
        <pc:chgData name="Aurelien Domont" userId="6da7715ce44349b3" providerId="LiveId" clId="{D6B2C6B8-087B-43B3-8633-024465984332}" dt="2024-02-22T00:26:15.990" v="5240" actId="20577"/>
        <pc:sldMkLst>
          <pc:docMk/>
          <pc:sldMk cId="2246164536" sldId="3289"/>
        </pc:sldMkLst>
      </pc:sldChg>
      <pc:sldChg chg="addSp delSp modSp mod ord chgLayout">
        <pc:chgData name="Aurelien Domont" userId="6da7715ce44349b3" providerId="LiveId" clId="{D6B2C6B8-087B-43B3-8633-024465984332}" dt="2024-03-04T01:51:03.678" v="5311" actId="1076"/>
        <pc:sldMkLst>
          <pc:docMk/>
          <pc:sldMk cId="2392440094" sldId="3301"/>
        </pc:sldMkLst>
      </pc:sldChg>
      <pc:sldChg chg="addSp delSp modSp mod ord">
        <pc:chgData name="Aurelien Domont" userId="6da7715ce44349b3" providerId="LiveId" clId="{D6B2C6B8-087B-43B3-8633-024465984332}" dt="2024-02-21T06:10:31.614" v="442"/>
        <pc:sldMkLst>
          <pc:docMk/>
          <pc:sldMk cId="1393908417" sldId="3302"/>
        </pc:sldMkLst>
      </pc:sldChg>
      <pc:sldChg chg="addSp delSp modSp mod ord">
        <pc:chgData name="Aurelien Domont" userId="6da7715ce44349b3" providerId="LiveId" clId="{D6B2C6B8-087B-43B3-8633-024465984332}" dt="2024-02-22T00:01:43.153" v="4965" actId="1035"/>
        <pc:sldMkLst>
          <pc:docMk/>
          <pc:sldMk cId="348420775" sldId="3303"/>
        </pc:sldMkLst>
      </pc:sldChg>
      <pc:sldChg chg="del">
        <pc:chgData name="Aurelien Domont" userId="6da7715ce44349b3" providerId="LiveId" clId="{D6B2C6B8-087B-43B3-8633-024465984332}" dt="2024-02-22T00:06:41.821" v="5216" actId="47"/>
        <pc:sldMkLst>
          <pc:docMk/>
          <pc:sldMk cId="2666055795" sldId="3304"/>
        </pc:sldMkLst>
      </pc:sldChg>
      <pc:sldChg chg="del">
        <pc:chgData name="Aurelien Domont" userId="6da7715ce44349b3" providerId="LiveId" clId="{D6B2C6B8-087B-43B3-8633-024465984332}" dt="2024-02-22T00:06:41.821" v="5216" actId="47"/>
        <pc:sldMkLst>
          <pc:docMk/>
          <pc:sldMk cId="957674206" sldId="3305"/>
        </pc:sldMkLst>
      </pc:sldChg>
      <pc:sldChg chg="del">
        <pc:chgData name="Aurelien Domont" userId="6da7715ce44349b3" providerId="LiveId" clId="{D6B2C6B8-087B-43B3-8633-024465984332}" dt="2024-02-22T00:06:41.821" v="5216" actId="47"/>
        <pc:sldMkLst>
          <pc:docMk/>
          <pc:sldMk cId="3006714839" sldId="3306"/>
        </pc:sldMkLst>
      </pc:sldChg>
      <pc:sldChg chg="del">
        <pc:chgData name="Aurelien Domont" userId="6da7715ce44349b3" providerId="LiveId" clId="{D6B2C6B8-087B-43B3-8633-024465984332}" dt="2024-02-22T00:06:41.821" v="5216" actId="47"/>
        <pc:sldMkLst>
          <pc:docMk/>
          <pc:sldMk cId="130198696" sldId="3307"/>
        </pc:sldMkLst>
      </pc:sldChg>
      <pc:sldChg chg="new del">
        <pc:chgData name="Aurelien Domont" userId="6da7715ce44349b3" providerId="LiveId" clId="{D6B2C6B8-087B-43B3-8633-024465984332}" dt="2024-02-22T00:07:17.417" v="5219" actId="47"/>
        <pc:sldMkLst>
          <pc:docMk/>
          <pc:sldMk cId="3327732191" sldId="3308"/>
        </pc:sldMkLst>
      </pc:sldChg>
      <pc:sldChg chg="addSp delSp modSp add mod">
        <pc:chgData name="Aurelien Domont" userId="6da7715ce44349b3" providerId="LiveId" clId="{D6B2C6B8-087B-43B3-8633-024465984332}" dt="2024-02-21T05:55:29.115" v="42" actId="404"/>
        <pc:sldMkLst>
          <pc:docMk/>
          <pc:sldMk cId="3071151777" sldId="3309"/>
        </pc:sldMkLst>
      </pc:sldChg>
      <pc:sldChg chg="add del">
        <pc:chgData name="Aurelien Domont" userId="6da7715ce44349b3" providerId="LiveId" clId="{D6B2C6B8-087B-43B3-8633-024465984332}" dt="2024-02-21T06:11:02.439" v="506" actId="47"/>
        <pc:sldMkLst>
          <pc:docMk/>
          <pc:sldMk cId="2937603694" sldId="3310"/>
        </pc:sldMkLst>
      </pc:sldChg>
      <pc:sldChg chg="addSp delSp modSp add del mod">
        <pc:chgData name="Aurelien Domont" userId="6da7715ce44349b3" providerId="LiveId" clId="{D6B2C6B8-087B-43B3-8633-024465984332}" dt="2024-02-21T06:13:50.927" v="536" actId="47"/>
        <pc:sldMkLst>
          <pc:docMk/>
          <pc:sldMk cId="88484951" sldId="3311"/>
        </pc:sldMkLst>
      </pc:sldChg>
      <pc:sldChg chg="addSp delSp modSp add mod">
        <pc:chgData name="Aurelien Domont" userId="6da7715ce44349b3" providerId="LiveId" clId="{D6B2C6B8-087B-43B3-8633-024465984332}" dt="2024-03-06T05:26:59.397" v="5373" actId="20577"/>
        <pc:sldMkLst>
          <pc:docMk/>
          <pc:sldMk cId="2098415580" sldId="3312"/>
        </pc:sldMkLst>
      </pc:sldChg>
      <pc:sldChg chg="add del">
        <pc:chgData name="Aurelien Domont" userId="6da7715ce44349b3" providerId="LiveId" clId="{D6B2C6B8-087B-43B3-8633-024465984332}" dt="2024-02-21T06:24:31.376" v="1045" actId="47"/>
        <pc:sldMkLst>
          <pc:docMk/>
          <pc:sldMk cId="464964794" sldId="3313"/>
        </pc:sldMkLst>
      </pc:sldChg>
      <pc:sldChg chg="addSp delSp modSp add del mod">
        <pc:chgData name="Aurelien Domont" userId="6da7715ce44349b3" providerId="LiveId" clId="{D6B2C6B8-087B-43B3-8633-024465984332}" dt="2024-02-21T23:21:25.064" v="3329" actId="47"/>
        <pc:sldMkLst>
          <pc:docMk/>
          <pc:sldMk cId="575192933" sldId="3313"/>
        </pc:sldMkLst>
      </pc:sldChg>
      <pc:sldChg chg="addSp delSp modSp add mod">
        <pc:chgData name="Aurelien Domont" userId="6da7715ce44349b3" providerId="LiveId" clId="{D6B2C6B8-087B-43B3-8633-024465984332}" dt="2024-02-21T23:22:31.897" v="3337"/>
        <pc:sldMkLst>
          <pc:docMk/>
          <pc:sldMk cId="696290259" sldId="3313"/>
        </pc:sldMkLst>
      </pc:sldChg>
      <pc:sldChg chg="addSp delSp modSp add mod">
        <pc:chgData name="Aurelien Domont" userId="6da7715ce44349b3" providerId="LiveId" clId="{D6B2C6B8-087B-43B3-8633-024465984332}" dt="2024-02-22T00:01:38.849" v="4961" actId="1035"/>
        <pc:sldMkLst>
          <pc:docMk/>
          <pc:sldMk cId="804346767" sldId="3314"/>
        </pc:sldMkLst>
      </pc:sldChg>
      <pc:sldChg chg="addSp delSp modSp add mod">
        <pc:chgData name="Aurelien Domont" userId="6da7715ce44349b3" providerId="LiveId" clId="{D6B2C6B8-087B-43B3-8633-024465984332}" dt="2024-02-22T00:01:34.008" v="4957" actId="1035"/>
        <pc:sldMkLst>
          <pc:docMk/>
          <pc:sldMk cId="1371543036" sldId="3315"/>
        </pc:sldMkLst>
      </pc:sldChg>
      <pc:sldChg chg="addSp delSp modSp add mod">
        <pc:chgData name="Aurelien Domont" userId="6da7715ce44349b3" providerId="LiveId" clId="{D6B2C6B8-087B-43B3-8633-024465984332}" dt="2024-02-22T00:01:28.922" v="4953" actId="1035"/>
        <pc:sldMkLst>
          <pc:docMk/>
          <pc:sldMk cId="441079416" sldId="3316"/>
        </pc:sldMkLst>
      </pc:sldChg>
      <pc:sldChg chg="addSp delSp modSp add mod">
        <pc:chgData name="Aurelien Domont" userId="6da7715ce44349b3" providerId="LiveId" clId="{D6B2C6B8-087B-43B3-8633-024465984332}" dt="2024-02-22T00:03:03.791" v="4973" actId="108"/>
        <pc:sldMkLst>
          <pc:docMk/>
          <pc:sldMk cId="2570003898" sldId="3317"/>
        </pc:sldMkLst>
      </pc:sldChg>
      <pc:sldChg chg="addSp delSp modSp add mod">
        <pc:chgData name="Aurelien Domont" userId="6da7715ce44349b3" providerId="LiveId" clId="{D6B2C6B8-087B-43B3-8633-024465984332}" dt="2024-02-22T00:04:50.614" v="5095" actId="108"/>
        <pc:sldMkLst>
          <pc:docMk/>
          <pc:sldMk cId="1743261416" sldId="3318"/>
        </pc:sldMkLst>
      </pc:sldChg>
      <pc:sldChg chg="addSp delSp modSp add mod">
        <pc:chgData name="Aurelien Domont" userId="6da7715ce44349b3" providerId="LiveId" clId="{D6B2C6B8-087B-43B3-8633-024465984332}" dt="2024-02-22T00:06:34.585" v="5215" actId="108"/>
        <pc:sldMkLst>
          <pc:docMk/>
          <pc:sldMk cId="1410449565" sldId="3319"/>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3497514685946679E-2"/>
          <c:y val="0.13006756756756757"/>
          <c:w val="0.95300497062810663"/>
          <c:h val="0.77744932432432434"/>
        </c:manualLayout>
      </c:layout>
      <c:barChart>
        <c:barDir val="col"/>
        <c:grouping val="stacked"/>
        <c:varyColors val="0"/>
        <c:ser>
          <c:idx val="0"/>
          <c:order val="0"/>
          <c:spPr>
            <a:solidFill>
              <a:schemeClr val="accent1"/>
            </a:solidFill>
            <a:ln>
              <a:noFill/>
            </a:ln>
          </c:spPr>
          <c:invertIfNegative val="0"/>
          <c:dPt>
            <c:idx val="1"/>
            <c:invertIfNegative val="0"/>
            <c:bubble3D val="0"/>
            <c:spPr>
              <a:solidFill>
                <a:schemeClr val="accent2"/>
              </a:solidFill>
              <a:ln>
                <a:noFill/>
              </a:ln>
            </c:spPr>
            <c:extLst>
              <c:ext xmlns:c16="http://schemas.microsoft.com/office/drawing/2014/chart" uri="{C3380CC4-5D6E-409C-BE32-E72D297353CC}">
                <c16:uniqueId val="{00000000-FE09-43DC-B7F2-9560218CEECD}"/>
              </c:ext>
            </c:extLst>
          </c:dPt>
          <c:dLbls>
            <c:dLbl>
              <c:idx val="0"/>
              <c:layout>
                <c:manualLayout>
                  <c:x val="0"/>
                  <c:y val="-0.12880067567567569"/>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FE09-43DC-B7F2-9560218CEECD}"/>
                </c:ext>
              </c:extLst>
            </c:dLbl>
            <c:dLbl>
              <c:idx val="1"/>
              <c:layout>
                <c:manualLayout>
                  <c:x val="0"/>
                  <c:y val="-0.42652027027027029"/>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FE09-43DC-B7F2-9560218CEEC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19</c:v>
                </c:pt>
                <c:pt idx="1">
                  <c:v>81</c:v>
                </c:pt>
              </c:numCache>
            </c:numRef>
          </c:val>
          <c:extLst>
            <c:ext xmlns:c16="http://schemas.microsoft.com/office/drawing/2014/chart" uri="{C3380CC4-5D6E-409C-BE32-E72D297353CC}">
              <c16:uniqueId val="{00000002-FE09-43DC-B7F2-9560218CEECD}"/>
            </c:ext>
          </c:extLst>
        </c:ser>
        <c:dLbls>
          <c:showLegendKey val="0"/>
          <c:showVal val="0"/>
          <c:showCatName val="0"/>
          <c:showSerName val="0"/>
          <c:showPercent val="0"/>
          <c:showBubbleSize val="0"/>
        </c:dLbls>
        <c:gapWidth val="80"/>
        <c:overlap val="100"/>
        <c:axId val="1543628720"/>
        <c:axId val="1"/>
      </c:barChart>
      <c:catAx>
        <c:axId val="154362872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81"/>
          <c:min val="0"/>
        </c:scaling>
        <c:delete val="1"/>
        <c:axPos val="l"/>
        <c:numFmt formatCode="General" sourceLinked="1"/>
        <c:majorTickMark val="out"/>
        <c:minorTickMark val="none"/>
        <c:tickLblPos val="nextTo"/>
        <c:crossAx val="1543628720"/>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7999307718933887E-2"/>
          <c:y val="6.9878749202297377E-2"/>
          <c:w val="0.87158186223606782"/>
          <c:h val="0.86024250159540527"/>
        </c:manualLayout>
      </c:layout>
      <c:barChart>
        <c:barDir val="bar"/>
        <c:grouping val="stacked"/>
        <c:varyColors val="0"/>
        <c:ser>
          <c:idx val="0"/>
          <c:order val="0"/>
          <c:spPr>
            <a:solidFill>
              <a:schemeClr val="bg2"/>
            </a:solidFill>
            <a:ln>
              <a:noFill/>
            </a:ln>
          </c:spPr>
          <c:invertIfNegative val="0"/>
          <c:dPt>
            <c:idx val="0"/>
            <c:invertIfNegative val="0"/>
            <c:bubble3D val="0"/>
            <c:spPr>
              <a:solidFill>
                <a:schemeClr val="accent1"/>
              </a:solidFill>
              <a:ln>
                <a:noFill/>
              </a:ln>
            </c:spPr>
            <c:extLst>
              <c:ext xmlns:c16="http://schemas.microsoft.com/office/drawing/2014/chart" uri="{C3380CC4-5D6E-409C-BE32-E72D297353CC}">
                <c16:uniqueId val="{00000000-D4E8-4B1C-8541-CDF0BFE3918D}"/>
              </c:ext>
            </c:extLst>
          </c:dPt>
          <c:dPt>
            <c:idx val="1"/>
            <c:invertIfNegative val="0"/>
            <c:bubble3D val="0"/>
            <c:spPr>
              <a:solidFill>
                <a:schemeClr val="accent1"/>
              </a:solidFill>
              <a:ln>
                <a:noFill/>
              </a:ln>
            </c:spPr>
            <c:extLst>
              <c:ext xmlns:c16="http://schemas.microsoft.com/office/drawing/2014/chart" uri="{C3380CC4-5D6E-409C-BE32-E72D297353CC}">
                <c16:uniqueId val="{00000001-D4E8-4B1C-8541-CDF0BFE3918D}"/>
              </c:ext>
            </c:extLst>
          </c:dPt>
          <c:dPt>
            <c:idx val="2"/>
            <c:invertIfNegative val="0"/>
            <c:bubble3D val="0"/>
            <c:spPr>
              <a:solidFill>
                <a:schemeClr val="accent1"/>
              </a:solidFill>
              <a:ln>
                <a:noFill/>
              </a:ln>
            </c:spPr>
            <c:extLst>
              <c:ext xmlns:c16="http://schemas.microsoft.com/office/drawing/2014/chart" uri="{C3380CC4-5D6E-409C-BE32-E72D297353CC}">
                <c16:uniqueId val="{00000002-D4E8-4B1C-8541-CDF0BFE3918D}"/>
              </c:ext>
            </c:extLst>
          </c:dPt>
          <c:dLbls>
            <c:dLbl>
              <c:idx val="0"/>
              <c:layout>
                <c:manualLayout>
                  <c:x val="0.4918656974731741"/>
                  <c:y val="1.2763241863433313E-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D4E8-4B1C-8541-CDF0BFE3918D}"/>
                </c:ext>
              </c:extLst>
            </c:dLbl>
            <c:dLbl>
              <c:idx val="1"/>
              <c:layout>
                <c:manualLayout>
                  <c:x val="0.45552094150224992"/>
                  <c:y val="1.2763241863433313E-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D4E8-4B1C-8541-CDF0BFE3918D}"/>
                </c:ext>
              </c:extLst>
            </c:dLbl>
            <c:dLbl>
              <c:idx val="2"/>
              <c:layout>
                <c:manualLayout>
                  <c:x val="0.38317757009345793"/>
                  <c:y val="1.2763241863433313E-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D4E8-4B1C-8541-CDF0BFE3918D}"/>
                </c:ext>
              </c:extLst>
            </c:dLbl>
            <c:dLbl>
              <c:idx val="3"/>
              <c:layout>
                <c:manualLayout>
                  <c:x val="0.34683281412253375"/>
                  <c:y val="1.2763241863433313E-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D4E8-4B1C-8541-CDF0BFE3918D}"/>
                </c:ext>
              </c:extLst>
            </c:dLbl>
            <c:dLbl>
              <c:idx val="4"/>
              <c:layout>
                <c:manualLayout>
                  <c:x val="0.15264797507788161"/>
                  <c:y val="1.2763241863433313E-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D4E8-4B1C-8541-CDF0BFE3918D}"/>
                </c:ext>
              </c:extLst>
            </c:dLbl>
            <c:dLbl>
              <c:idx val="5"/>
              <c:layout>
                <c:manualLayout>
                  <c:x val="7.9958463136033234E-2"/>
                  <c:y val="1.2763241863433313E-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D4E8-4B1C-8541-CDF0BFE3918D}"/>
                </c:ext>
              </c:extLst>
            </c:dLbl>
            <c:dLbl>
              <c:idx val="6"/>
              <c:layout>
                <c:manualLayout>
                  <c:x val="7.9958463136033234E-2"/>
                  <c:y val="1.2763241863433313E-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D4E8-4B1C-8541-CDF0BFE391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24</c:v>
                </c:pt>
                <c:pt idx="1">
                  <c:v>22</c:v>
                </c:pt>
                <c:pt idx="2">
                  <c:v>18</c:v>
                </c:pt>
                <c:pt idx="3">
                  <c:v>16</c:v>
                </c:pt>
                <c:pt idx="4">
                  <c:v>6</c:v>
                </c:pt>
                <c:pt idx="5">
                  <c:v>2</c:v>
                </c:pt>
                <c:pt idx="6">
                  <c:v>2</c:v>
                </c:pt>
              </c:numCache>
            </c:numRef>
          </c:val>
          <c:extLst>
            <c:ext xmlns:c16="http://schemas.microsoft.com/office/drawing/2014/chart" uri="{C3380CC4-5D6E-409C-BE32-E72D297353CC}">
              <c16:uniqueId val="{00000007-D4E8-4B1C-8541-CDF0BFE3918D}"/>
            </c:ext>
          </c:extLst>
        </c:ser>
        <c:dLbls>
          <c:showLegendKey val="0"/>
          <c:showVal val="0"/>
          <c:showCatName val="0"/>
          <c:showSerName val="0"/>
          <c:showPercent val="0"/>
          <c:showBubbleSize val="0"/>
        </c:dLbls>
        <c:gapWidth val="80"/>
        <c:overlap val="100"/>
        <c:axId val="1400938016"/>
        <c:axId val="1"/>
      </c:barChart>
      <c:catAx>
        <c:axId val="1400938016"/>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4"/>
          <c:min val="0"/>
        </c:scaling>
        <c:delete val="1"/>
        <c:axPos val="t"/>
        <c:numFmt formatCode="General" sourceLinked="1"/>
        <c:majorTickMark val="out"/>
        <c:minorTickMark val="none"/>
        <c:tickLblPos val="nextTo"/>
        <c:crossAx val="1400938016"/>
        <c:crosses val="min"/>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6/25/2025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EC13577B-6902-467D-A26C-08A0DD5E4E03}" type="datetimeFigureOut">
              <a:rPr lang="en-US" smtClean="0"/>
              <a:pPr/>
              <a:t>6/25/2025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DF61EA0F-A667-4B49-8422-0062BC55E249}" type="slidenum">
              <a:rPr lang="en-US" smtClean="0"/>
              <a:pPr/>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a:t>
            </a:fld>
            <a:endParaRPr lang="en-US" dirty="0"/>
          </a:p>
        </p:txBody>
      </p:sp>
    </p:spTree>
    <p:extLst>
      <p:ext uri="{BB962C8B-B14F-4D97-AF65-F5344CB8AC3E}">
        <p14:creationId xmlns:p14="http://schemas.microsoft.com/office/powerpoint/2010/main" val="5761236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2</a:t>
            </a:fld>
            <a:endParaRPr lang="en-US" dirty="0"/>
          </a:p>
        </p:txBody>
      </p:sp>
    </p:spTree>
    <p:extLst>
      <p:ext uri="{BB962C8B-B14F-4D97-AF65-F5344CB8AC3E}">
        <p14:creationId xmlns:p14="http://schemas.microsoft.com/office/powerpoint/2010/main" val="2490931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3</a:t>
            </a:fld>
            <a:endParaRPr lang="en-US" dirty="0"/>
          </a:p>
        </p:txBody>
      </p:sp>
    </p:spTree>
    <p:extLst>
      <p:ext uri="{BB962C8B-B14F-4D97-AF65-F5344CB8AC3E}">
        <p14:creationId xmlns:p14="http://schemas.microsoft.com/office/powerpoint/2010/main" val="1382978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4</a:t>
            </a:fld>
            <a:endParaRPr lang="en-US" dirty="0"/>
          </a:p>
        </p:txBody>
      </p:sp>
    </p:spTree>
    <p:extLst>
      <p:ext uri="{BB962C8B-B14F-4D97-AF65-F5344CB8AC3E}">
        <p14:creationId xmlns:p14="http://schemas.microsoft.com/office/powerpoint/2010/main" val="27813098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ECCA9-2E0F-885B-61DA-953E74E184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6021B-2184-104A-0F7D-41720C2EAD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88A86B-CA7D-2CF7-541F-8F791BCB0D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6F5313-444E-5F7F-359A-9FBF2641F420}"/>
              </a:ext>
            </a:extLst>
          </p:cNvPr>
          <p:cNvSpPr>
            <a:spLocks noGrp="1"/>
          </p:cNvSpPr>
          <p:nvPr>
            <p:ph type="sldNum" sz="quarter" idx="5"/>
          </p:nvPr>
        </p:nvSpPr>
        <p:spPr/>
        <p:txBody>
          <a:bodyPr/>
          <a:lstStyle/>
          <a:p>
            <a:fld id="{DF61EA0F-A667-4B49-8422-0062BC55E249}" type="slidenum">
              <a:rPr lang="en-US" smtClean="0"/>
              <a:pPr/>
              <a:t>5</a:t>
            </a:fld>
            <a:endParaRPr lang="en-US" dirty="0"/>
          </a:p>
        </p:txBody>
      </p:sp>
    </p:spTree>
    <p:extLst>
      <p:ext uri="{BB962C8B-B14F-4D97-AF65-F5344CB8AC3E}">
        <p14:creationId xmlns:p14="http://schemas.microsoft.com/office/powerpoint/2010/main" val="10669266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6</a:t>
            </a:fld>
            <a:endParaRPr lang="en-US" dirty="0"/>
          </a:p>
        </p:txBody>
      </p:sp>
    </p:spTree>
    <p:extLst>
      <p:ext uri="{BB962C8B-B14F-4D97-AF65-F5344CB8AC3E}">
        <p14:creationId xmlns:p14="http://schemas.microsoft.com/office/powerpoint/2010/main" val="3078769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7</a:t>
            </a:fld>
            <a:endParaRPr lang="en-US" dirty="0"/>
          </a:p>
        </p:txBody>
      </p:sp>
    </p:spTree>
    <p:extLst>
      <p:ext uri="{BB962C8B-B14F-4D97-AF65-F5344CB8AC3E}">
        <p14:creationId xmlns:p14="http://schemas.microsoft.com/office/powerpoint/2010/main" val="331114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9</a:t>
            </a:fld>
            <a:endParaRPr lang="en-US" dirty="0"/>
          </a:p>
        </p:txBody>
      </p:sp>
    </p:spTree>
    <p:extLst>
      <p:ext uri="{BB962C8B-B14F-4D97-AF65-F5344CB8AC3E}">
        <p14:creationId xmlns:p14="http://schemas.microsoft.com/office/powerpoint/2010/main" val="4158858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10</a:t>
            </a:fld>
            <a:endParaRPr lang="en-US" dirty="0"/>
          </a:p>
        </p:txBody>
      </p:sp>
    </p:spTree>
    <p:extLst>
      <p:ext uri="{BB962C8B-B14F-4D97-AF65-F5344CB8AC3E}">
        <p14:creationId xmlns:p14="http://schemas.microsoft.com/office/powerpoint/2010/main" val="32101295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14</a:t>
            </a:fld>
            <a:endParaRPr lang="en-US" dirty="0"/>
          </a:p>
        </p:txBody>
      </p:sp>
    </p:spTree>
    <p:extLst>
      <p:ext uri="{BB962C8B-B14F-4D97-AF65-F5344CB8AC3E}">
        <p14:creationId xmlns:p14="http://schemas.microsoft.com/office/powerpoint/2010/main" val="10910811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15</a:t>
            </a:fld>
            <a:endParaRPr lang="en-US" dirty="0"/>
          </a:p>
        </p:txBody>
      </p:sp>
    </p:spTree>
    <p:extLst>
      <p:ext uri="{BB962C8B-B14F-4D97-AF65-F5344CB8AC3E}">
        <p14:creationId xmlns:p14="http://schemas.microsoft.com/office/powerpoint/2010/main" val="7674029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17</a:t>
            </a:fld>
            <a:endParaRPr lang="en-US" dirty="0"/>
          </a:p>
        </p:txBody>
      </p:sp>
    </p:spTree>
    <p:extLst>
      <p:ext uri="{BB962C8B-B14F-4D97-AF65-F5344CB8AC3E}">
        <p14:creationId xmlns:p14="http://schemas.microsoft.com/office/powerpoint/2010/main" val="27649952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18</a:t>
            </a:fld>
            <a:endParaRPr lang="en-US" dirty="0"/>
          </a:p>
        </p:txBody>
      </p:sp>
    </p:spTree>
    <p:extLst>
      <p:ext uri="{BB962C8B-B14F-4D97-AF65-F5344CB8AC3E}">
        <p14:creationId xmlns:p14="http://schemas.microsoft.com/office/powerpoint/2010/main" val="12988929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19</a:t>
            </a:fld>
            <a:endParaRPr lang="en-US" dirty="0"/>
          </a:p>
        </p:txBody>
      </p:sp>
    </p:spTree>
    <p:extLst>
      <p:ext uri="{BB962C8B-B14F-4D97-AF65-F5344CB8AC3E}">
        <p14:creationId xmlns:p14="http://schemas.microsoft.com/office/powerpoint/2010/main" val="26654315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20</a:t>
            </a:fld>
            <a:endParaRPr lang="en-US" dirty="0"/>
          </a:p>
        </p:txBody>
      </p:sp>
    </p:spTree>
    <p:extLst>
      <p:ext uri="{BB962C8B-B14F-4D97-AF65-F5344CB8AC3E}">
        <p14:creationId xmlns:p14="http://schemas.microsoft.com/office/powerpoint/2010/main" val="6732697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emf"/><Relationship Id="rId4" Type="http://schemas.openxmlformats.org/officeDocument/2006/relationships/oleObject" Target="../embeddings/oleObject2.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1 Text Box">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FFDEDE2-612E-44BA-97AF-BE2800D0205E}"/>
              </a:ext>
            </a:extLst>
          </p:cNvPr>
          <p:cNvGraphicFramePr>
            <a:graphicFrameLocks noChangeAspect="1"/>
          </p:cNvGraphicFramePr>
          <p:nvPr>
            <p:custDataLst>
              <p:tags r:id="rId1"/>
            </p:custDataLst>
            <p:extLst>
              <p:ext uri="{D42A27DB-BD31-4B8C-83A1-F6EECF244321}">
                <p14:modId xmlns:p14="http://schemas.microsoft.com/office/powerpoint/2010/main" val="13443790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4" name="Object 3" hidden="1">
                        <a:extLst>
                          <a:ext uri="{FF2B5EF4-FFF2-40B4-BE49-F238E27FC236}">
                            <a16:creationId xmlns:a16="http://schemas.microsoft.com/office/drawing/2014/main" id="{BFFDEDE2-612E-44BA-97AF-BE2800D020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DB49A0-8B85-4CDE-8262-9211F1AFE27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4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18" name="Title Placeholder 1">
            <a:extLst>
              <a:ext uri="{FF2B5EF4-FFF2-40B4-BE49-F238E27FC236}">
                <a16:creationId xmlns:a16="http://schemas.microsoft.com/office/drawing/2014/main" id="{DE07B690-0BBA-34F2-85A9-F009C8C6502D}"/>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lvl1pPr rtl="0">
              <a:defRPr/>
            </a:lvl1pPr>
          </a:lstStyle>
          <a:p>
            <a:r>
              <a:rPr lang="en-US" dirty="0"/>
              <a:t>Click to </a:t>
            </a:r>
            <a:r>
              <a:rPr lang="en-US" noProof="0" dirty="0"/>
              <a:t>edit</a:t>
            </a:r>
            <a:r>
              <a:rPr lang="en-US" dirty="0"/>
              <a:t> Master title style</a:t>
            </a:r>
          </a:p>
        </p:txBody>
      </p:sp>
      <p:sp>
        <p:nvSpPr>
          <p:cNvPr id="2" name="Slide Number Placeholder 5">
            <a:extLst>
              <a:ext uri="{FF2B5EF4-FFF2-40B4-BE49-F238E27FC236}">
                <a16:creationId xmlns:a16="http://schemas.microsoft.com/office/drawing/2014/main" id="{EA8DDF7C-B3ED-2539-2997-8DDCC58F6E91}"/>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3" name="Footer Placeholder 4">
            <a:extLst>
              <a:ext uri="{FF2B5EF4-FFF2-40B4-BE49-F238E27FC236}">
                <a16:creationId xmlns:a16="http://schemas.microsoft.com/office/drawing/2014/main" id="{CA576B74-1056-1C88-D7FB-F21F9C3B8A6B}"/>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250590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u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14044783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11930260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Whit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23419968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ing slide">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2" name="Straight Connector 1">
            <a:extLst>
              <a:ext uri="{FF2B5EF4-FFF2-40B4-BE49-F238E27FC236}">
                <a16:creationId xmlns:a16="http://schemas.microsoft.com/office/drawing/2014/main" id="{FDEAB32C-E968-A714-7A77-AEFD89D2A392}"/>
              </a:ext>
            </a:extLst>
          </p:cNvPr>
          <p:cNvCxnSpPr/>
          <p:nvPr userDrawn="1"/>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Title Placeholder 1">
            <a:extLst>
              <a:ext uri="{FF2B5EF4-FFF2-40B4-BE49-F238E27FC236}">
                <a16:creationId xmlns:a16="http://schemas.microsoft.com/office/drawing/2014/main" id="{69B22D6A-2535-B1D3-F638-6D5C1616FF47}"/>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75920499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A1CB5F6-6652-4935-9EC5-5408E4F9EA1D}"/>
              </a:ext>
            </a:extLst>
          </p:cNvPr>
          <p:cNvGraphicFramePr>
            <a:graphicFrameLocks noChangeAspect="1"/>
          </p:cNvGraphicFramePr>
          <p:nvPr>
            <p:custDataLst>
              <p:tags r:id="rId6"/>
            </p:custDataLst>
            <p:extLst>
              <p:ext uri="{D42A27DB-BD31-4B8C-83A1-F6EECF244321}">
                <p14:modId xmlns:p14="http://schemas.microsoft.com/office/powerpoint/2010/main" val="1276714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5" name="Object 4" hidden="1">
                        <a:extLst>
                          <a:ext uri="{FF2B5EF4-FFF2-40B4-BE49-F238E27FC236}">
                            <a16:creationId xmlns:a16="http://schemas.microsoft.com/office/drawing/2014/main" id="{EA1CB5F6-6652-4935-9EC5-5408E4F9EA1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6A767ABE-C4E1-4B07-8DB9-34D6A2E637D2}"/>
              </a:ext>
            </a:extLst>
          </p:cNvPr>
          <p:cNvSpPr/>
          <p:nvPr>
            <p:custDataLst>
              <p:tags r:id="rId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8" name="Straight Connector 7">
            <a:extLst>
              <a:ext uri="{FF2B5EF4-FFF2-40B4-BE49-F238E27FC236}">
                <a16:creationId xmlns:a16="http://schemas.microsoft.com/office/drawing/2014/main" id="{1CD72563-4D37-4C47-9B7B-368741266322}"/>
              </a:ext>
            </a:extLst>
          </p:cNvPr>
          <p:cNvCxnSpPr/>
          <p:nvPr/>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2670748-EB14-470F-8FB7-9C0A1D7E6619}"/>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cxnSp>
        <p:nvCxnSpPr>
          <p:cNvPr id="13" name="Straight Connector 12">
            <a:extLst>
              <a:ext uri="{FF2B5EF4-FFF2-40B4-BE49-F238E27FC236}">
                <a16:creationId xmlns:a16="http://schemas.microsoft.com/office/drawing/2014/main" id="{0D4DD20C-EA54-9D25-63E5-E9D6B73836DD}"/>
              </a:ext>
            </a:extLst>
          </p:cNvPr>
          <p:cNvCxnSpPr/>
          <p:nvPr userDrawn="1"/>
        </p:nvCxnSpPr>
        <p:spPr>
          <a:xfrm>
            <a:off x="604435" y="6576344"/>
            <a:ext cx="1098313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85FBE890-EBD2-F4BB-8C5B-7C56DF745943}"/>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10" name="Footer Placeholder 4">
            <a:extLst>
              <a:ext uri="{FF2B5EF4-FFF2-40B4-BE49-F238E27FC236}">
                <a16:creationId xmlns:a16="http://schemas.microsoft.com/office/drawing/2014/main" id="{DAFAB105-2031-A9D0-840E-251212CBF31C}"/>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3482721130"/>
      </p:ext>
    </p:extLst>
  </p:cSld>
  <p:clrMap bg1="dk1" tx1="lt1" bg2="dk2" tx2="lt2" accent1="accent1" accent2="accent2" accent3="accent3" accent4="accent4" accent5="accent5" accent6="accent6" hlink="hlink" folHlink="folHlink"/>
  <p:sldLayoutIdLst>
    <p:sldLayoutId id="2147483831" r:id="rId1"/>
    <p:sldLayoutId id="2147483832" r:id="rId2"/>
    <p:sldLayoutId id="2147483834" r:id="rId3"/>
    <p:sldLayoutId id="2147483835" r:id="rId4"/>
  </p:sldLayoutIdLst>
  <p:hf hdr="0" dt="0"/>
  <p:txStyles>
    <p:titleStyle>
      <a:lvl1pPr algn="l" defTabSz="914377" rtl="0" eaLnBrk="1" latinLnBrk="0" hangingPunct="1">
        <a:lnSpc>
          <a:spcPct val="100000"/>
        </a:lnSpc>
        <a:spcBef>
          <a:spcPct val="0"/>
        </a:spcBef>
        <a:buNone/>
        <a:defRPr sz="2400" b="1" kern="1200">
          <a:solidFill>
            <a:srgbClr val="002060"/>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90000"/>
        </a:lnSpc>
        <a:spcBef>
          <a:spcPts val="1000"/>
        </a:spcBef>
        <a:buFont typeface="Arial" panose="020B0604020202020204" pitchFamily="34" charset="0"/>
        <a:buNone/>
        <a:defRPr sz="1600" kern="1200">
          <a:solidFill>
            <a:srgbClr val="002060"/>
          </a:solidFill>
          <a:latin typeface="Arial" panose="020B0604020202020204" pitchFamily="34" charset="0"/>
          <a:ea typeface="+mn-ea"/>
          <a:cs typeface="Arial" panose="020B0604020202020204" pitchFamily="34" charset="0"/>
        </a:defRPr>
      </a:lvl1pPr>
      <a:lvl2pPr marL="400041" indent="-168270"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2pPr>
      <a:lvl3pPr marL="914377" indent="-173034"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3pPr>
      <a:lvl4pPr marL="1487451"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4pPr>
      <a:lvl5pPr marL="2001789"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notesSlide" Target="../notesSlides/notesSlide1.xml"/><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tags" Target="../tags/tag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emf"/><Relationship Id="rId10" Type="http://schemas.openxmlformats.org/officeDocument/2006/relationships/image" Target="../media/image8.png"/><Relationship Id="rId4" Type="http://schemas.openxmlformats.org/officeDocument/2006/relationships/oleObject" Target="../embeddings/oleObject3.bin"/><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hyperlink" Target="https://www.domontconsulting.com/" TargetMode="External"/><Relationship Id="rId3" Type="http://schemas.openxmlformats.org/officeDocument/2006/relationships/slideLayout" Target="../slideLayouts/slideLayout3.xml"/><Relationship Id="rId7" Type="http://schemas.openxmlformats.org/officeDocument/2006/relationships/image" Target="../media/image13.jpe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3.emf"/><Relationship Id="rId5" Type="http://schemas.openxmlformats.org/officeDocument/2006/relationships/oleObject" Target="../embeddings/oleObject4.bin"/><Relationship Id="rId4" Type="http://schemas.openxmlformats.org/officeDocument/2006/relationships/notesSlide" Target="../notesSlides/notesSlide2.xml"/><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3.xml"/><Relationship Id="rId7" Type="http://schemas.openxmlformats.org/officeDocument/2006/relationships/hyperlink" Target="https://www.linkedin.com/in/aurelien-domont/" TargetMode="External"/><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15.jpg"/><Relationship Id="rId5" Type="http://schemas.openxmlformats.org/officeDocument/2006/relationships/image" Target="../media/image1.emf"/><Relationship Id="rId10" Type="http://schemas.openxmlformats.org/officeDocument/2006/relationships/image" Target="../media/image14.png"/><Relationship Id="rId4" Type="http://schemas.openxmlformats.org/officeDocument/2006/relationships/oleObject" Target="../embeddings/oleObject5.bin"/><Relationship Id="rId9" Type="http://schemas.openxmlformats.org/officeDocument/2006/relationships/hyperlink" Target="https://www.domontconsulting.com/" TargetMode="External"/></Relationships>
</file>

<file path=ppt/slides/_rels/slide4.xml.rels><?xml version="1.0" encoding="UTF-8" standalone="yes"?>
<Relationships xmlns="http://schemas.openxmlformats.org/package/2006/relationships"><Relationship Id="rId13" Type="http://schemas.openxmlformats.org/officeDocument/2006/relationships/tags" Target="../tags/tag28.xml"/><Relationship Id="rId18" Type="http://schemas.openxmlformats.org/officeDocument/2006/relationships/tags" Target="../tags/tag33.xml"/><Relationship Id="rId26" Type="http://schemas.openxmlformats.org/officeDocument/2006/relationships/tags" Target="../tags/tag41.xml"/><Relationship Id="rId39" Type="http://schemas.openxmlformats.org/officeDocument/2006/relationships/tags" Target="../tags/tag54.xml"/><Relationship Id="rId21" Type="http://schemas.openxmlformats.org/officeDocument/2006/relationships/tags" Target="../tags/tag36.xml"/><Relationship Id="rId34" Type="http://schemas.openxmlformats.org/officeDocument/2006/relationships/tags" Target="../tags/tag49.xml"/><Relationship Id="rId42" Type="http://schemas.openxmlformats.org/officeDocument/2006/relationships/tags" Target="../tags/tag57.xml"/><Relationship Id="rId47" Type="http://schemas.openxmlformats.org/officeDocument/2006/relationships/tags" Target="../tags/tag62.xml"/><Relationship Id="rId50" Type="http://schemas.openxmlformats.org/officeDocument/2006/relationships/slideLayout" Target="../slideLayouts/slideLayout1.xml"/><Relationship Id="rId55" Type="http://schemas.openxmlformats.org/officeDocument/2006/relationships/image" Target="../media/image18.svg"/><Relationship Id="rId7" Type="http://schemas.openxmlformats.org/officeDocument/2006/relationships/tags" Target="../tags/tag22.xml"/><Relationship Id="rId2" Type="http://schemas.openxmlformats.org/officeDocument/2006/relationships/tags" Target="../tags/tag17.xml"/><Relationship Id="rId16" Type="http://schemas.openxmlformats.org/officeDocument/2006/relationships/tags" Target="../tags/tag31.xml"/><Relationship Id="rId29" Type="http://schemas.openxmlformats.org/officeDocument/2006/relationships/tags" Target="../tags/tag44.xml"/><Relationship Id="rId11" Type="http://schemas.openxmlformats.org/officeDocument/2006/relationships/tags" Target="../tags/tag26.xml"/><Relationship Id="rId24" Type="http://schemas.openxmlformats.org/officeDocument/2006/relationships/tags" Target="../tags/tag39.xml"/><Relationship Id="rId32" Type="http://schemas.openxmlformats.org/officeDocument/2006/relationships/tags" Target="../tags/tag47.xml"/><Relationship Id="rId37" Type="http://schemas.openxmlformats.org/officeDocument/2006/relationships/tags" Target="../tags/tag52.xml"/><Relationship Id="rId40" Type="http://schemas.openxmlformats.org/officeDocument/2006/relationships/tags" Target="../tags/tag55.xml"/><Relationship Id="rId45" Type="http://schemas.openxmlformats.org/officeDocument/2006/relationships/tags" Target="../tags/tag60.xml"/><Relationship Id="rId53" Type="http://schemas.openxmlformats.org/officeDocument/2006/relationships/image" Target="../media/image3.emf"/><Relationship Id="rId58" Type="http://schemas.openxmlformats.org/officeDocument/2006/relationships/image" Target="../media/image21.png"/><Relationship Id="rId5" Type="http://schemas.openxmlformats.org/officeDocument/2006/relationships/tags" Target="../tags/tag20.xml"/><Relationship Id="rId19" Type="http://schemas.openxmlformats.org/officeDocument/2006/relationships/tags" Target="../tags/tag34.xml"/><Relationship Id="rId4" Type="http://schemas.openxmlformats.org/officeDocument/2006/relationships/tags" Target="../tags/tag19.xml"/><Relationship Id="rId9" Type="http://schemas.openxmlformats.org/officeDocument/2006/relationships/tags" Target="../tags/tag24.xml"/><Relationship Id="rId14" Type="http://schemas.openxmlformats.org/officeDocument/2006/relationships/tags" Target="../tags/tag29.xml"/><Relationship Id="rId22" Type="http://schemas.openxmlformats.org/officeDocument/2006/relationships/tags" Target="../tags/tag37.xml"/><Relationship Id="rId27" Type="http://schemas.openxmlformats.org/officeDocument/2006/relationships/tags" Target="../tags/tag42.xml"/><Relationship Id="rId30" Type="http://schemas.openxmlformats.org/officeDocument/2006/relationships/tags" Target="../tags/tag45.xml"/><Relationship Id="rId35" Type="http://schemas.openxmlformats.org/officeDocument/2006/relationships/tags" Target="../tags/tag50.xml"/><Relationship Id="rId43" Type="http://schemas.openxmlformats.org/officeDocument/2006/relationships/tags" Target="../tags/tag58.xml"/><Relationship Id="rId48" Type="http://schemas.openxmlformats.org/officeDocument/2006/relationships/tags" Target="../tags/tag63.xml"/><Relationship Id="rId56" Type="http://schemas.openxmlformats.org/officeDocument/2006/relationships/image" Target="../media/image19.png"/><Relationship Id="rId8" Type="http://schemas.openxmlformats.org/officeDocument/2006/relationships/tags" Target="../tags/tag23.xml"/><Relationship Id="rId51" Type="http://schemas.openxmlformats.org/officeDocument/2006/relationships/notesSlide" Target="../notesSlides/notesSlide4.xml"/><Relationship Id="rId3" Type="http://schemas.openxmlformats.org/officeDocument/2006/relationships/tags" Target="../tags/tag18.xml"/><Relationship Id="rId12" Type="http://schemas.openxmlformats.org/officeDocument/2006/relationships/tags" Target="../tags/tag27.xml"/><Relationship Id="rId17" Type="http://schemas.openxmlformats.org/officeDocument/2006/relationships/tags" Target="../tags/tag32.xml"/><Relationship Id="rId25" Type="http://schemas.openxmlformats.org/officeDocument/2006/relationships/tags" Target="../tags/tag40.xml"/><Relationship Id="rId33" Type="http://schemas.openxmlformats.org/officeDocument/2006/relationships/tags" Target="../tags/tag48.xml"/><Relationship Id="rId38" Type="http://schemas.openxmlformats.org/officeDocument/2006/relationships/tags" Target="../tags/tag53.xml"/><Relationship Id="rId46" Type="http://schemas.openxmlformats.org/officeDocument/2006/relationships/tags" Target="../tags/tag61.xml"/><Relationship Id="rId59" Type="http://schemas.openxmlformats.org/officeDocument/2006/relationships/image" Target="../media/image22.svg"/><Relationship Id="rId20" Type="http://schemas.openxmlformats.org/officeDocument/2006/relationships/tags" Target="../tags/tag35.xml"/><Relationship Id="rId41" Type="http://schemas.openxmlformats.org/officeDocument/2006/relationships/tags" Target="../tags/tag56.xml"/><Relationship Id="rId54" Type="http://schemas.openxmlformats.org/officeDocument/2006/relationships/image" Target="../media/image17.png"/><Relationship Id="rId1" Type="http://schemas.openxmlformats.org/officeDocument/2006/relationships/tags" Target="../tags/tag16.xml"/><Relationship Id="rId6" Type="http://schemas.openxmlformats.org/officeDocument/2006/relationships/tags" Target="../tags/tag21.xml"/><Relationship Id="rId15" Type="http://schemas.openxmlformats.org/officeDocument/2006/relationships/tags" Target="../tags/tag30.xml"/><Relationship Id="rId23" Type="http://schemas.openxmlformats.org/officeDocument/2006/relationships/tags" Target="../tags/tag38.xml"/><Relationship Id="rId28" Type="http://schemas.openxmlformats.org/officeDocument/2006/relationships/tags" Target="../tags/tag43.xml"/><Relationship Id="rId36" Type="http://schemas.openxmlformats.org/officeDocument/2006/relationships/tags" Target="../tags/tag51.xml"/><Relationship Id="rId49" Type="http://schemas.openxmlformats.org/officeDocument/2006/relationships/tags" Target="../tags/tag64.xml"/><Relationship Id="rId57" Type="http://schemas.openxmlformats.org/officeDocument/2006/relationships/image" Target="../media/image20.svg"/><Relationship Id="rId10" Type="http://schemas.openxmlformats.org/officeDocument/2006/relationships/tags" Target="../tags/tag25.xml"/><Relationship Id="rId31" Type="http://schemas.openxmlformats.org/officeDocument/2006/relationships/tags" Target="../tags/tag46.xml"/><Relationship Id="rId44" Type="http://schemas.openxmlformats.org/officeDocument/2006/relationships/tags" Target="../tags/tag59.xml"/><Relationship Id="rId52" Type="http://schemas.openxmlformats.org/officeDocument/2006/relationships/oleObject" Target="../embeddings/oleObject6.bin"/></Relationships>
</file>

<file path=ppt/slides/_rels/slide5.xml.rels><?xml version="1.0" encoding="UTF-8" standalone="yes"?>
<Relationships xmlns="http://schemas.openxmlformats.org/package/2006/relationships"><Relationship Id="rId8" Type="http://schemas.openxmlformats.org/officeDocument/2006/relationships/tags" Target="../tags/tag72.xml"/><Relationship Id="rId13" Type="http://schemas.openxmlformats.org/officeDocument/2006/relationships/slideLayout" Target="../slideLayouts/slideLayout1.xml"/><Relationship Id="rId18" Type="http://schemas.openxmlformats.org/officeDocument/2006/relationships/chart" Target="../charts/chart2.xml"/><Relationship Id="rId3" Type="http://schemas.openxmlformats.org/officeDocument/2006/relationships/tags" Target="../tags/tag67.xml"/><Relationship Id="rId7" Type="http://schemas.openxmlformats.org/officeDocument/2006/relationships/tags" Target="../tags/tag71.xml"/><Relationship Id="rId12" Type="http://schemas.openxmlformats.org/officeDocument/2006/relationships/tags" Target="../tags/tag76.xml"/><Relationship Id="rId17" Type="http://schemas.openxmlformats.org/officeDocument/2006/relationships/chart" Target="../charts/chart1.xml"/><Relationship Id="rId2" Type="http://schemas.openxmlformats.org/officeDocument/2006/relationships/tags" Target="../tags/tag66.xml"/><Relationship Id="rId16" Type="http://schemas.openxmlformats.org/officeDocument/2006/relationships/image" Target="../media/image3.emf"/><Relationship Id="rId1" Type="http://schemas.openxmlformats.org/officeDocument/2006/relationships/tags" Target="../tags/tag65.xml"/><Relationship Id="rId6" Type="http://schemas.openxmlformats.org/officeDocument/2006/relationships/tags" Target="../tags/tag70.xml"/><Relationship Id="rId11" Type="http://schemas.openxmlformats.org/officeDocument/2006/relationships/tags" Target="../tags/tag75.xml"/><Relationship Id="rId5" Type="http://schemas.openxmlformats.org/officeDocument/2006/relationships/tags" Target="../tags/tag69.xml"/><Relationship Id="rId15" Type="http://schemas.openxmlformats.org/officeDocument/2006/relationships/oleObject" Target="../embeddings/oleObject6.bin"/><Relationship Id="rId10" Type="http://schemas.openxmlformats.org/officeDocument/2006/relationships/tags" Target="../tags/tag74.xml"/><Relationship Id="rId4" Type="http://schemas.openxmlformats.org/officeDocument/2006/relationships/tags" Target="../tags/tag68.xml"/><Relationship Id="rId9" Type="http://schemas.openxmlformats.org/officeDocument/2006/relationships/tags" Target="../tags/tag73.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9.png"/><Relationship Id="rId18" Type="http://schemas.openxmlformats.org/officeDocument/2006/relationships/image" Target="../media/image34.svg"/><Relationship Id="rId3" Type="http://schemas.openxmlformats.org/officeDocument/2006/relationships/slideLayout" Target="../slideLayouts/slideLayout1.xml"/><Relationship Id="rId21" Type="http://schemas.openxmlformats.org/officeDocument/2006/relationships/image" Target="../media/image37.png"/><Relationship Id="rId7" Type="http://schemas.openxmlformats.org/officeDocument/2006/relationships/image" Target="../media/image23.png"/><Relationship Id="rId12" Type="http://schemas.openxmlformats.org/officeDocument/2006/relationships/image" Target="../media/image28.svg"/><Relationship Id="rId17" Type="http://schemas.openxmlformats.org/officeDocument/2006/relationships/image" Target="../media/image33.png"/><Relationship Id="rId25" Type="http://schemas.openxmlformats.org/officeDocument/2006/relationships/image" Target="../media/image41.png"/><Relationship Id="rId2" Type="http://schemas.openxmlformats.org/officeDocument/2006/relationships/tags" Target="../tags/tag78.xml"/><Relationship Id="rId16" Type="http://schemas.openxmlformats.org/officeDocument/2006/relationships/image" Target="../media/image32.svg"/><Relationship Id="rId20" Type="http://schemas.openxmlformats.org/officeDocument/2006/relationships/image" Target="../media/image36.svg"/><Relationship Id="rId1" Type="http://schemas.openxmlformats.org/officeDocument/2006/relationships/tags" Target="../tags/tag77.xml"/><Relationship Id="rId6" Type="http://schemas.openxmlformats.org/officeDocument/2006/relationships/image" Target="../media/image3.emf"/><Relationship Id="rId11" Type="http://schemas.openxmlformats.org/officeDocument/2006/relationships/image" Target="../media/image27.png"/><Relationship Id="rId24" Type="http://schemas.openxmlformats.org/officeDocument/2006/relationships/image" Target="../media/image40.png"/><Relationship Id="rId5" Type="http://schemas.openxmlformats.org/officeDocument/2006/relationships/oleObject" Target="../embeddings/oleObject7.bin"/><Relationship Id="rId15" Type="http://schemas.openxmlformats.org/officeDocument/2006/relationships/image" Target="../media/image31.png"/><Relationship Id="rId23" Type="http://schemas.openxmlformats.org/officeDocument/2006/relationships/image" Target="../media/image39.png"/><Relationship Id="rId10" Type="http://schemas.openxmlformats.org/officeDocument/2006/relationships/image" Target="../media/image26.svg"/><Relationship Id="rId19" Type="http://schemas.openxmlformats.org/officeDocument/2006/relationships/image" Target="../media/image35.png"/><Relationship Id="rId4" Type="http://schemas.openxmlformats.org/officeDocument/2006/relationships/notesSlide" Target="../notesSlides/notesSlide6.xml"/><Relationship Id="rId9" Type="http://schemas.openxmlformats.org/officeDocument/2006/relationships/image" Target="../media/image25.png"/><Relationship Id="rId14" Type="http://schemas.openxmlformats.org/officeDocument/2006/relationships/image" Target="../media/image30.svg"/><Relationship Id="rId22" Type="http://schemas.openxmlformats.org/officeDocument/2006/relationships/image" Target="../media/image38.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79.xml"/><Relationship Id="rId5" Type="http://schemas.openxmlformats.org/officeDocument/2006/relationships/image" Target="../media/image1.emf"/><Relationship Id="rId4" Type="http://schemas.openxmlformats.org/officeDocument/2006/relationships/oleObject" Target="../embeddings/oleObject8.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9.bin"/><Relationship Id="rId7" Type="http://schemas.openxmlformats.org/officeDocument/2006/relationships/image" Target="../media/image43.png"/><Relationship Id="rId2" Type="http://schemas.openxmlformats.org/officeDocument/2006/relationships/slideLayout" Target="../slideLayouts/slideLayout1.xml"/><Relationship Id="rId1" Type="http://schemas.openxmlformats.org/officeDocument/2006/relationships/tags" Target="../tags/tag80.xml"/><Relationship Id="rId6" Type="http://schemas.openxmlformats.org/officeDocument/2006/relationships/image" Target="../media/image42.png"/><Relationship Id="rId5" Type="http://schemas.openxmlformats.org/officeDocument/2006/relationships/hyperlink" Target="https://youtu.be/3y7_ehU9jus" TargetMode="External"/><Relationship Id="rId4" Type="http://schemas.openxmlformats.org/officeDocument/2006/relationships/image" Target="../media/image3.emf"/></Relationships>
</file>

<file path=ppt/slides/_rels/slide9.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svg"/><Relationship Id="rId3" Type="http://schemas.openxmlformats.org/officeDocument/2006/relationships/notesSlide" Target="../notesSlides/notesSlide8.xml"/><Relationship Id="rId7" Type="http://schemas.openxmlformats.org/officeDocument/2006/relationships/image" Target="../media/image45.svg"/><Relationship Id="rId12" Type="http://schemas.openxmlformats.org/officeDocument/2006/relationships/image" Target="../media/image50.png"/><Relationship Id="rId17" Type="http://schemas.openxmlformats.org/officeDocument/2006/relationships/image" Target="../media/image55.svg"/><Relationship Id="rId2" Type="http://schemas.openxmlformats.org/officeDocument/2006/relationships/slideLayout" Target="../slideLayouts/slideLayout1.xml"/><Relationship Id="rId16" Type="http://schemas.openxmlformats.org/officeDocument/2006/relationships/image" Target="../media/image54.png"/><Relationship Id="rId1" Type="http://schemas.openxmlformats.org/officeDocument/2006/relationships/tags" Target="../tags/tag81.xml"/><Relationship Id="rId6" Type="http://schemas.openxmlformats.org/officeDocument/2006/relationships/image" Target="../media/image44.png"/><Relationship Id="rId11" Type="http://schemas.openxmlformats.org/officeDocument/2006/relationships/image" Target="../media/image49.svg"/><Relationship Id="rId5" Type="http://schemas.openxmlformats.org/officeDocument/2006/relationships/image" Target="../media/image1.emf"/><Relationship Id="rId15" Type="http://schemas.openxmlformats.org/officeDocument/2006/relationships/image" Target="../media/image53.svg"/><Relationship Id="rId10" Type="http://schemas.openxmlformats.org/officeDocument/2006/relationships/image" Target="../media/image48.png"/><Relationship Id="rId4" Type="http://schemas.openxmlformats.org/officeDocument/2006/relationships/oleObject" Target="../embeddings/oleObject10.bin"/><Relationship Id="rId9" Type="http://schemas.openxmlformats.org/officeDocument/2006/relationships/image" Target="../media/image47.svg"/><Relationship Id="rId14" Type="http://schemas.openxmlformats.org/officeDocument/2006/relationships/image" Target="../media/image52.png"/></Relationships>
</file>

<file path=ppt/slides/_rels/slide10.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3.png"/><Relationship Id="rId3" Type="http://schemas.openxmlformats.org/officeDocument/2006/relationships/notesSlide" Target="../notesSlides/notesSlide9.xml"/><Relationship Id="rId7" Type="http://schemas.openxmlformats.org/officeDocument/2006/relationships/image" Target="../media/image57.svg"/><Relationship Id="rId12" Type="http://schemas.openxmlformats.org/officeDocument/2006/relationships/image" Target="../media/image62.svg"/><Relationship Id="rId2" Type="http://schemas.openxmlformats.org/officeDocument/2006/relationships/slideLayout" Target="../slideLayouts/slideLayout1.xml"/><Relationship Id="rId16" Type="http://schemas.openxmlformats.org/officeDocument/2006/relationships/image" Target="../media/image66.svg"/><Relationship Id="rId1" Type="http://schemas.openxmlformats.org/officeDocument/2006/relationships/tags" Target="../tags/tag82.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1.emf"/><Relationship Id="rId15" Type="http://schemas.openxmlformats.org/officeDocument/2006/relationships/image" Target="../media/image65.png"/><Relationship Id="rId10" Type="http://schemas.openxmlformats.org/officeDocument/2006/relationships/image" Target="../media/image60.png"/><Relationship Id="rId4" Type="http://schemas.openxmlformats.org/officeDocument/2006/relationships/oleObject" Target="../embeddings/oleObject10.bin"/><Relationship Id="rId9" Type="http://schemas.openxmlformats.org/officeDocument/2006/relationships/image" Target="../media/image59.svg"/><Relationship Id="rId14" Type="http://schemas.openxmlformats.org/officeDocument/2006/relationships/image" Target="../media/image64.svg"/></Relationships>
</file>

<file path=ppt/slides/_rels/slide11.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oleObject" Target="../embeddings/oleObject11.bin"/><Relationship Id="rId7" Type="http://schemas.openxmlformats.org/officeDocument/2006/relationships/image" Target="../media/image68.png"/><Relationship Id="rId2" Type="http://schemas.openxmlformats.org/officeDocument/2006/relationships/slideLayout" Target="../slideLayouts/slideLayout1.xml"/><Relationship Id="rId1" Type="http://schemas.openxmlformats.org/officeDocument/2006/relationships/tags" Target="../tags/tag83.xml"/><Relationship Id="rId6" Type="http://schemas.openxmlformats.org/officeDocument/2006/relationships/image" Target="../media/image12.png"/><Relationship Id="rId5" Type="http://schemas.openxmlformats.org/officeDocument/2006/relationships/image" Target="../media/image67.png"/><Relationship Id="rId10" Type="http://schemas.openxmlformats.org/officeDocument/2006/relationships/image" Target="../media/image71.png"/><Relationship Id="rId4" Type="http://schemas.openxmlformats.org/officeDocument/2006/relationships/image" Target="../media/image3.emf"/><Relationship Id="rId9" Type="http://schemas.openxmlformats.org/officeDocument/2006/relationships/image" Target="../media/image70.png"/></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oleObject" Target="../embeddings/oleObject12.bin"/><Relationship Id="rId7" Type="http://schemas.openxmlformats.org/officeDocument/2006/relationships/image" Target="../media/image74.png"/><Relationship Id="rId2" Type="http://schemas.openxmlformats.org/officeDocument/2006/relationships/slideLayout" Target="../slideLayouts/slideLayout1.xml"/><Relationship Id="rId1" Type="http://schemas.openxmlformats.org/officeDocument/2006/relationships/tags" Target="../tags/tag84.xml"/><Relationship Id="rId6" Type="http://schemas.openxmlformats.org/officeDocument/2006/relationships/image" Target="../media/image73.png"/><Relationship Id="rId5" Type="http://schemas.openxmlformats.org/officeDocument/2006/relationships/image" Target="../media/image72.png"/><Relationship Id="rId10" Type="http://schemas.openxmlformats.org/officeDocument/2006/relationships/image" Target="../media/image75.png"/><Relationship Id="rId4" Type="http://schemas.openxmlformats.org/officeDocument/2006/relationships/image" Target="../media/image3.emf"/><Relationship Id="rId9" Type="http://schemas.openxmlformats.org/officeDocument/2006/relationships/image" Target="../media/image9.png"/></Relationships>
</file>

<file path=ppt/slides/_rels/slide1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oleObject" Target="../embeddings/oleObject13.bin"/><Relationship Id="rId7" Type="http://schemas.openxmlformats.org/officeDocument/2006/relationships/image" Target="../media/image77.png"/><Relationship Id="rId2" Type="http://schemas.openxmlformats.org/officeDocument/2006/relationships/slideLayout" Target="../slideLayouts/slideLayout1.xml"/><Relationship Id="rId1" Type="http://schemas.openxmlformats.org/officeDocument/2006/relationships/tags" Target="../tags/tag85.xml"/><Relationship Id="rId6" Type="http://schemas.openxmlformats.org/officeDocument/2006/relationships/image" Target="../media/image10.png"/><Relationship Id="rId5" Type="http://schemas.openxmlformats.org/officeDocument/2006/relationships/image" Target="../media/image76.png"/><Relationship Id="rId10" Type="http://schemas.openxmlformats.org/officeDocument/2006/relationships/image" Target="../media/image79.png"/><Relationship Id="rId4" Type="http://schemas.openxmlformats.org/officeDocument/2006/relationships/image" Target="../media/image3.emf"/><Relationship Id="rId9" Type="http://schemas.openxmlformats.org/officeDocument/2006/relationships/image" Target="../media/image78.png"/></Relationships>
</file>

<file path=ppt/slides/_rels/slide1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notesSlide" Target="../notesSlides/notesSlide10.xml"/><Relationship Id="rId7" Type="http://schemas.openxmlformats.org/officeDocument/2006/relationships/image" Target="../media/image81.png"/><Relationship Id="rId2" Type="http://schemas.openxmlformats.org/officeDocument/2006/relationships/slideLayout" Target="../slideLayouts/slideLayout1.xml"/><Relationship Id="rId1" Type="http://schemas.openxmlformats.org/officeDocument/2006/relationships/tags" Target="../tags/tag86.xml"/><Relationship Id="rId6" Type="http://schemas.openxmlformats.org/officeDocument/2006/relationships/image" Target="../media/image80.png"/><Relationship Id="rId5" Type="http://schemas.openxmlformats.org/officeDocument/2006/relationships/image" Target="../media/image1.emf"/><Relationship Id="rId4" Type="http://schemas.openxmlformats.org/officeDocument/2006/relationships/oleObject" Target="../embeddings/oleObject14.bin"/><Relationship Id="rId9" Type="http://schemas.openxmlformats.org/officeDocument/2006/relationships/image" Target="../media/image82.png"/></Relationships>
</file>

<file path=ppt/slides/_rels/slide15.xml.rels><?xml version="1.0" encoding="UTF-8" standalone="yes"?>
<Relationships xmlns="http://schemas.openxmlformats.org/package/2006/relationships"><Relationship Id="rId8" Type="http://schemas.openxmlformats.org/officeDocument/2006/relationships/image" Target="../media/image84.svg"/><Relationship Id="rId13" Type="http://schemas.openxmlformats.org/officeDocument/2006/relationships/image" Target="../media/image89.png"/><Relationship Id="rId18" Type="http://schemas.openxmlformats.org/officeDocument/2006/relationships/image" Target="../media/image94.svg"/><Relationship Id="rId3" Type="http://schemas.openxmlformats.org/officeDocument/2006/relationships/slideLayout" Target="../slideLayouts/slideLayout1.xml"/><Relationship Id="rId21" Type="http://schemas.openxmlformats.org/officeDocument/2006/relationships/image" Target="../media/image97.png"/><Relationship Id="rId7" Type="http://schemas.openxmlformats.org/officeDocument/2006/relationships/image" Target="../media/image83.png"/><Relationship Id="rId12" Type="http://schemas.openxmlformats.org/officeDocument/2006/relationships/image" Target="../media/image88.svg"/><Relationship Id="rId17" Type="http://schemas.openxmlformats.org/officeDocument/2006/relationships/image" Target="../media/image93.png"/><Relationship Id="rId2" Type="http://schemas.openxmlformats.org/officeDocument/2006/relationships/tags" Target="../tags/tag88.xml"/><Relationship Id="rId16" Type="http://schemas.openxmlformats.org/officeDocument/2006/relationships/image" Target="../media/image92.svg"/><Relationship Id="rId20" Type="http://schemas.openxmlformats.org/officeDocument/2006/relationships/image" Target="../media/image96.svg"/><Relationship Id="rId1" Type="http://schemas.openxmlformats.org/officeDocument/2006/relationships/tags" Target="../tags/tag87.xml"/><Relationship Id="rId6" Type="http://schemas.openxmlformats.org/officeDocument/2006/relationships/image" Target="../media/image1.emf"/><Relationship Id="rId11" Type="http://schemas.openxmlformats.org/officeDocument/2006/relationships/image" Target="../media/image87.png"/><Relationship Id="rId24" Type="http://schemas.openxmlformats.org/officeDocument/2006/relationships/image" Target="../media/image100.svg"/><Relationship Id="rId5" Type="http://schemas.openxmlformats.org/officeDocument/2006/relationships/oleObject" Target="../embeddings/oleObject15.bin"/><Relationship Id="rId15" Type="http://schemas.openxmlformats.org/officeDocument/2006/relationships/image" Target="../media/image91.png"/><Relationship Id="rId23" Type="http://schemas.openxmlformats.org/officeDocument/2006/relationships/image" Target="../media/image99.png"/><Relationship Id="rId10" Type="http://schemas.openxmlformats.org/officeDocument/2006/relationships/image" Target="../media/image86.svg"/><Relationship Id="rId19" Type="http://schemas.openxmlformats.org/officeDocument/2006/relationships/image" Target="../media/image95.png"/><Relationship Id="rId4" Type="http://schemas.openxmlformats.org/officeDocument/2006/relationships/notesSlide" Target="../notesSlides/notesSlide11.xml"/><Relationship Id="rId9" Type="http://schemas.openxmlformats.org/officeDocument/2006/relationships/image" Target="../media/image85.png"/><Relationship Id="rId14" Type="http://schemas.openxmlformats.org/officeDocument/2006/relationships/image" Target="../media/image90.svg"/><Relationship Id="rId22" Type="http://schemas.openxmlformats.org/officeDocument/2006/relationships/image" Target="../media/image98.sv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6.bin"/><Relationship Id="rId7" Type="http://schemas.openxmlformats.org/officeDocument/2006/relationships/hyperlink" Target="https://www.slidebooks.com/pages/reviews" TargetMode="External"/><Relationship Id="rId2" Type="http://schemas.openxmlformats.org/officeDocument/2006/relationships/slideLayout" Target="../slideLayouts/slideLayout1.xml"/><Relationship Id="rId1" Type="http://schemas.openxmlformats.org/officeDocument/2006/relationships/tags" Target="../tags/tag89.xml"/><Relationship Id="rId6" Type="http://schemas.openxmlformats.org/officeDocument/2006/relationships/hyperlink" Target="https://www.domontconsulting.com/pages/reviews" TargetMode="External"/><Relationship Id="rId5" Type="http://schemas.openxmlformats.org/officeDocument/2006/relationships/image" Target="../media/image101.png"/><Relationship Id="rId4" Type="http://schemas.openxmlformats.org/officeDocument/2006/relationships/image" Target="../media/image3.emf"/></Relationships>
</file>

<file path=ppt/slides/_rels/slide1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notesSlide" Target="../notesSlides/notesSlide12.xml"/><Relationship Id="rId7" Type="http://schemas.openxmlformats.org/officeDocument/2006/relationships/image" Target="../media/image37.png"/><Relationship Id="rId2" Type="http://schemas.openxmlformats.org/officeDocument/2006/relationships/slideLayout" Target="../slideLayouts/slideLayout1.xml"/><Relationship Id="rId1" Type="http://schemas.openxmlformats.org/officeDocument/2006/relationships/tags" Target="../tags/tag90.xml"/><Relationship Id="rId6" Type="http://schemas.openxmlformats.org/officeDocument/2006/relationships/image" Target="../media/image102.png"/><Relationship Id="rId11" Type="http://schemas.openxmlformats.org/officeDocument/2006/relationships/image" Target="../media/image41.png"/><Relationship Id="rId5" Type="http://schemas.openxmlformats.org/officeDocument/2006/relationships/image" Target="../media/image1.emf"/><Relationship Id="rId10" Type="http://schemas.openxmlformats.org/officeDocument/2006/relationships/image" Target="../media/image40.png"/><Relationship Id="rId4" Type="http://schemas.openxmlformats.org/officeDocument/2006/relationships/oleObject" Target="../embeddings/oleObject17.bin"/><Relationship Id="rId9" Type="http://schemas.openxmlformats.org/officeDocument/2006/relationships/image" Target="../media/image39.png"/></Relationships>
</file>

<file path=ppt/slides/_rels/slide18.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slideLayout" Target="../slideLayouts/slideLayout1.xml"/><Relationship Id="rId7" Type="http://schemas.openxmlformats.org/officeDocument/2006/relationships/hyperlink" Target="https://www.slidebooks.com/products/business-toolkit?variant=12473147916370&amp;utm_source=email&amp;utm_medium=email&amp;utm_campaign=entering%20new%20market" TargetMode="External"/><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image" Target="../media/image2.emf"/><Relationship Id="rId5" Type="http://schemas.openxmlformats.org/officeDocument/2006/relationships/oleObject" Target="../embeddings/oleObject18.bin"/><Relationship Id="rId4" Type="http://schemas.openxmlformats.org/officeDocument/2006/relationships/notesSlide" Target="../notesSlides/notesSlide13.xml"/><Relationship Id="rId9" Type="http://schemas.openxmlformats.org/officeDocument/2006/relationships/hyperlink" Target="https://www.domontconsulting.com/pages/full-access"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media/image104.png"/><Relationship Id="rId13" Type="http://schemas.openxmlformats.org/officeDocument/2006/relationships/image" Target="../media/image109.png"/><Relationship Id="rId3" Type="http://schemas.openxmlformats.org/officeDocument/2006/relationships/slideLayout" Target="../slideLayouts/slideLayout1.xml"/><Relationship Id="rId7" Type="http://schemas.openxmlformats.org/officeDocument/2006/relationships/hyperlink" Target="https://www.domontconsulting.com/pages/post-your-project" TargetMode="External"/><Relationship Id="rId12" Type="http://schemas.openxmlformats.org/officeDocument/2006/relationships/image" Target="../media/image108.png"/><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image" Target="../media/image1.emf"/><Relationship Id="rId11" Type="http://schemas.openxmlformats.org/officeDocument/2006/relationships/image" Target="../media/image107.png"/><Relationship Id="rId5" Type="http://schemas.openxmlformats.org/officeDocument/2006/relationships/oleObject" Target="../embeddings/oleObject18.bin"/><Relationship Id="rId10" Type="http://schemas.openxmlformats.org/officeDocument/2006/relationships/image" Target="../media/image106.png"/><Relationship Id="rId4" Type="http://schemas.openxmlformats.org/officeDocument/2006/relationships/notesSlide" Target="../notesSlides/notesSlide14.xml"/><Relationship Id="rId9" Type="http://schemas.openxmlformats.org/officeDocument/2006/relationships/image" Target="../media/image105.png"/></Relationships>
</file>

<file path=ppt/slides/_rels/slide20.xml.rels><?xml version="1.0" encoding="UTF-8" standalone="yes"?>
<Relationships xmlns="http://schemas.openxmlformats.org/package/2006/relationships"><Relationship Id="rId8" Type="http://schemas.openxmlformats.org/officeDocument/2006/relationships/hyperlink" Target="http://www.domontconsulting.com/" TargetMode="External"/><Relationship Id="rId3" Type="http://schemas.openxmlformats.org/officeDocument/2006/relationships/slideLayout" Target="../slideLayouts/slideLayout4.xml"/><Relationship Id="rId7" Type="http://schemas.openxmlformats.org/officeDocument/2006/relationships/image" Target="../media/image1.emf"/><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oleObject" Target="../embeddings/oleObject18.bin"/><Relationship Id="rId5" Type="http://schemas.openxmlformats.org/officeDocument/2006/relationships/image" Target="../media/image110.png"/><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3" name="Picture 2" descr="A light bulb with a blue background&#10;&#10;Description automatically generated">
            <a:extLst>
              <a:ext uri="{FF2B5EF4-FFF2-40B4-BE49-F238E27FC236}">
                <a16:creationId xmlns:a16="http://schemas.microsoft.com/office/drawing/2014/main" id="{DEA3AE72-CAB8-9DEC-5616-475158D8EB09}"/>
              </a:ext>
            </a:extLst>
          </p:cNvPr>
          <p:cNvPicPr>
            <a:picLocks noChangeAspect="1"/>
          </p:cNvPicPr>
          <p:nvPr/>
        </p:nvPicPr>
        <p:blipFill>
          <a:blip r:embed="rId6"/>
          <a:stretch>
            <a:fillRect/>
          </a:stretch>
        </p:blipFill>
        <p:spPr>
          <a:xfrm>
            <a:off x="611807" y="330611"/>
            <a:ext cx="3340799" cy="1879200"/>
          </a:xfrm>
          <a:prstGeom prst="rect">
            <a:avLst/>
          </a:prstGeom>
          <a:effectLst>
            <a:outerShdw blurRad="50800" dist="38100" dir="5400000" algn="t" rotWithShape="0">
              <a:prstClr val="black">
                <a:alpha val="40000"/>
              </a:prstClr>
            </a:outerShdw>
          </a:effectLst>
        </p:spPr>
      </p:pic>
      <p:pic>
        <p:nvPicPr>
          <p:cNvPr id="7" name="Picture 6" descr="A graph with blue and white text&#10;&#10;Description automatically generated">
            <a:extLst>
              <a:ext uri="{FF2B5EF4-FFF2-40B4-BE49-F238E27FC236}">
                <a16:creationId xmlns:a16="http://schemas.microsoft.com/office/drawing/2014/main" id="{701462F6-5025-664B-BAE0-1FF328619F14}"/>
              </a:ext>
            </a:extLst>
          </p:cNvPr>
          <p:cNvPicPr>
            <a:picLocks noChangeAspect="1"/>
          </p:cNvPicPr>
          <p:nvPr/>
        </p:nvPicPr>
        <p:blipFill>
          <a:blip r:embed="rId7"/>
          <a:stretch>
            <a:fillRect/>
          </a:stretch>
        </p:blipFill>
        <p:spPr>
          <a:xfrm>
            <a:off x="4456303" y="330611"/>
            <a:ext cx="3340799" cy="1879200"/>
          </a:xfrm>
          <a:prstGeom prst="rect">
            <a:avLst/>
          </a:prstGeom>
          <a:effectLst>
            <a:outerShdw blurRad="50800" dist="38100" dir="5400000" algn="t" rotWithShape="0">
              <a:prstClr val="black">
                <a:alpha val="40000"/>
              </a:prstClr>
            </a:outerShdw>
          </a:effectLst>
        </p:spPr>
      </p:pic>
      <p:pic>
        <p:nvPicPr>
          <p:cNvPr id="9" name="Picture 8" descr="A blue and white diagram&#10;&#10;Description automatically generated">
            <a:extLst>
              <a:ext uri="{FF2B5EF4-FFF2-40B4-BE49-F238E27FC236}">
                <a16:creationId xmlns:a16="http://schemas.microsoft.com/office/drawing/2014/main" id="{89879C5A-EC15-6A34-24F7-B4F34E054701}"/>
              </a:ext>
            </a:extLst>
          </p:cNvPr>
          <p:cNvPicPr>
            <a:picLocks noChangeAspect="1"/>
          </p:cNvPicPr>
          <p:nvPr/>
        </p:nvPicPr>
        <p:blipFill>
          <a:blip r:embed="rId8"/>
          <a:stretch>
            <a:fillRect/>
          </a:stretch>
        </p:blipFill>
        <p:spPr>
          <a:xfrm>
            <a:off x="8259487" y="330611"/>
            <a:ext cx="3340799" cy="1879200"/>
          </a:xfrm>
          <a:prstGeom prst="rect">
            <a:avLst/>
          </a:prstGeom>
          <a:effectLst>
            <a:outerShdw blurRad="50800" dist="38100" dir="5400000" algn="t" rotWithShape="0">
              <a:prstClr val="black">
                <a:alpha val="40000"/>
              </a:prstClr>
            </a:outerShdw>
          </a:effectLst>
        </p:spPr>
      </p:pic>
      <p:pic>
        <p:nvPicPr>
          <p:cNvPr id="11" name="Picture 10" descr="A diagram of a business plan&#10;&#10;Description automatically generated">
            <a:extLst>
              <a:ext uri="{FF2B5EF4-FFF2-40B4-BE49-F238E27FC236}">
                <a16:creationId xmlns:a16="http://schemas.microsoft.com/office/drawing/2014/main" id="{2905F44D-68F6-2424-4AFD-D2A3DE806366}"/>
              </a:ext>
            </a:extLst>
          </p:cNvPr>
          <p:cNvPicPr>
            <a:picLocks noChangeAspect="1"/>
          </p:cNvPicPr>
          <p:nvPr/>
        </p:nvPicPr>
        <p:blipFill>
          <a:blip r:embed="rId9"/>
          <a:stretch>
            <a:fillRect/>
          </a:stretch>
        </p:blipFill>
        <p:spPr>
          <a:xfrm>
            <a:off x="611806" y="2458568"/>
            <a:ext cx="3340800" cy="1879200"/>
          </a:xfrm>
          <a:prstGeom prst="rect">
            <a:avLst/>
          </a:prstGeom>
          <a:effectLst>
            <a:outerShdw blurRad="50800" dist="38100" dir="5400000" algn="t" rotWithShape="0">
              <a:prstClr val="black">
                <a:alpha val="40000"/>
              </a:prstClr>
            </a:outerShdw>
          </a:effectLst>
        </p:spPr>
      </p:pic>
      <p:pic>
        <p:nvPicPr>
          <p:cNvPr id="14" name="Picture 13">
            <a:extLst>
              <a:ext uri="{FF2B5EF4-FFF2-40B4-BE49-F238E27FC236}">
                <a16:creationId xmlns:a16="http://schemas.microsoft.com/office/drawing/2014/main" id="{7F5DDC81-10A1-CBDD-7906-FD7BB65824A5}"/>
              </a:ext>
            </a:extLst>
          </p:cNvPr>
          <p:cNvPicPr>
            <a:picLocks noChangeAspect="1"/>
          </p:cNvPicPr>
          <p:nvPr/>
        </p:nvPicPr>
        <p:blipFill>
          <a:blip r:embed="rId10"/>
          <a:stretch>
            <a:fillRect/>
          </a:stretch>
        </p:blipFill>
        <p:spPr>
          <a:xfrm>
            <a:off x="611806" y="4564526"/>
            <a:ext cx="3340800" cy="1879200"/>
          </a:xfrm>
          <a:prstGeom prst="rect">
            <a:avLst/>
          </a:prstGeom>
          <a:effectLst>
            <a:outerShdw blurRad="50800" dist="38100" dir="5400000" algn="t" rotWithShape="0">
              <a:prstClr val="black">
                <a:alpha val="40000"/>
              </a:prstClr>
            </a:outerShdw>
          </a:effectLst>
        </p:spPr>
      </p:pic>
      <p:pic>
        <p:nvPicPr>
          <p:cNvPr id="16" name="Picture 15">
            <a:extLst>
              <a:ext uri="{FF2B5EF4-FFF2-40B4-BE49-F238E27FC236}">
                <a16:creationId xmlns:a16="http://schemas.microsoft.com/office/drawing/2014/main" id="{0380080E-56A2-F8B1-74D8-4342F36CD027}"/>
              </a:ext>
            </a:extLst>
          </p:cNvPr>
          <p:cNvPicPr>
            <a:picLocks noChangeAspect="1"/>
          </p:cNvPicPr>
          <p:nvPr/>
        </p:nvPicPr>
        <p:blipFill>
          <a:blip r:embed="rId11"/>
          <a:stretch>
            <a:fillRect/>
          </a:stretch>
        </p:blipFill>
        <p:spPr>
          <a:xfrm>
            <a:off x="8259487" y="4564526"/>
            <a:ext cx="3340800" cy="1879200"/>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C0DA289B-EF15-C837-B0D8-39CA2FAB9360}"/>
              </a:ext>
            </a:extLst>
          </p:cNvPr>
          <p:cNvPicPr>
            <a:picLocks noChangeAspect="1"/>
          </p:cNvPicPr>
          <p:nvPr/>
        </p:nvPicPr>
        <p:blipFill rotWithShape="1">
          <a:blip r:embed="rId12"/>
          <a:srcRect l="1600"/>
          <a:stretch/>
        </p:blipFill>
        <p:spPr>
          <a:xfrm>
            <a:off x="8264569" y="2458568"/>
            <a:ext cx="3330633" cy="1879200"/>
          </a:xfrm>
          <a:prstGeom prst="rect">
            <a:avLst/>
          </a:prstGeom>
          <a:effectLst>
            <a:outerShdw blurRad="50800" dist="38100" dir="5400000" algn="t" rotWithShape="0">
              <a:prstClr val="black">
                <a:alpha val="40000"/>
              </a:prstClr>
            </a:outerShdw>
          </a:effectLst>
        </p:spPr>
      </p:pic>
      <p:pic>
        <p:nvPicPr>
          <p:cNvPr id="19" name="Picture 18">
            <a:extLst>
              <a:ext uri="{FF2B5EF4-FFF2-40B4-BE49-F238E27FC236}">
                <a16:creationId xmlns:a16="http://schemas.microsoft.com/office/drawing/2014/main" id="{88E09BDE-E4CB-48F6-8E6E-25AEF342E84D}"/>
              </a:ext>
            </a:extLst>
          </p:cNvPr>
          <p:cNvPicPr>
            <a:picLocks noChangeAspect="1"/>
          </p:cNvPicPr>
          <p:nvPr/>
        </p:nvPicPr>
        <p:blipFill rotWithShape="1">
          <a:blip r:embed="rId13"/>
          <a:srcRect r="8262"/>
          <a:stretch/>
        </p:blipFill>
        <p:spPr>
          <a:xfrm>
            <a:off x="4421882" y="4564526"/>
            <a:ext cx="3301816" cy="1879200"/>
          </a:xfrm>
          <a:prstGeom prst="rect">
            <a:avLst/>
          </a:prstGeom>
          <a:effectLst>
            <a:outerShdw blurRad="50800" dist="38100" dir="5400000" algn="t" rotWithShape="0">
              <a:prstClr val="black">
                <a:alpha val="40000"/>
              </a:prstClr>
            </a:outerShdw>
          </a:effectLst>
        </p:spPr>
      </p:pic>
      <p:pic>
        <p:nvPicPr>
          <p:cNvPr id="22" name="Picture 21">
            <a:extLst>
              <a:ext uri="{FF2B5EF4-FFF2-40B4-BE49-F238E27FC236}">
                <a16:creationId xmlns:a16="http://schemas.microsoft.com/office/drawing/2014/main" id="{6B49AD3D-A8BB-A31E-2614-34AC0B2BB3C9}"/>
              </a:ext>
            </a:extLst>
          </p:cNvPr>
          <p:cNvPicPr>
            <a:picLocks noChangeAspect="1"/>
          </p:cNvPicPr>
          <p:nvPr/>
        </p:nvPicPr>
        <p:blipFill>
          <a:blip r:embed="rId14"/>
          <a:stretch>
            <a:fillRect/>
          </a:stretch>
        </p:blipFill>
        <p:spPr>
          <a:xfrm>
            <a:off x="4456303" y="2458568"/>
            <a:ext cx="3340800" cy="18792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4038268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extLst>
              <p:ext uri="{D42A27DB-BD31-4B8C-83A1-F6EECF244321}">
                <p14:modId xmlns:p14="http://schemas.microsoft.com/office/powerpoint/2010/main" val="4186486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10" name="Pic">
            <a:extLst>
              <a:ext uri="{FF2B5EF4-FFF2-40B4-BE49-F238E27FC236}">
                <a16:creationId xmlns:a16="http://schemas.microsoft.com/office/drawing/2014/main" id="{9D694119-302D-1754-74A3-1A0314DB33FA}"/>
              </a:ext>
            </a:extLst>
          </p:cNvPr>
          <p:cNvPicPr>
            <a:picLocks/>
          </p:cNvPicPr>
          <p:nvPr>
            <p:custDataLst>
              <p:tags r:id="rId2"/>
            </p:custDataLst>
          </p:nvPr>
        </p:nvPicPr>
        <p:blipFill>
          <a:blip r:embed="rId7">
            <a:extLst>
              <a:ext uri="{BEBA8EAE-BF5A-486C-A8C5-ECC9F3942E4B}">
                <a14:imgProps xmlns:a14="http://schemas.microsoft.com/office/drawing/2010/main">
                  <a14:imgLayer/>
                </a14:imgProps>
              </a:ext>
              <a:ext uri="{6F801314-5768-4EAC-8CED-0F2297F94238}"/>
            </a:extLst>
          </a:blip>
          <a:srcRect t="20107" b="20107"/>
          <a:stretch>
            <a:fillRect/>
          </a:stretch>
        </p:blipFill>
        <p:spPr bwMode="auto">
          <a:xfrm>
            <a:off x="0" y="0"/>
            <a:ext cx="12192000" cy="4859338"/>
          </a:xfrm>
          <a:prstGeom prst="rect">
            <a:avLst/>
          </a:prstGeom>
          <a:noFill/>
          <a:ln>
            <a:noFill/>
          </a:ln>
          <a:effectLst/>
          <a:extLst>
            <a:ext uri="{909E8E84-426E-40DD-AFC4-6F175D3DCCD1}">
              <a14:hiddenFill xmlns:a14="http://schemas.microsoft.com/office/drawing/2010/main">
                <a:solidFill>
                  <a:scrgbClr r="0" g="0" b="0"/>
                </a:solidFill>
              </a14:hiddenFill>
            </a:ext>
          </a:extLst>
        </p:spPr>
      </p:pic>
      <p:sp>
        <p:nvSpPr>
          <p:cNvPr id="9" name="Rectangle 8">
            <a:extLst>
              <a:ext uri="{FF2B5EF4-FFF2-40B4-BE49-F238E27FC236}">
                <a16:creationId xmlns:a16="http://schemas.microsoft.com/office/drawing/2014/main" id="{A1ADDC43-E206-24D0-5D8D-6D8244D3F224}"/>
              </a:ext>
            </a:extLst>
          </p:cNvPr>
          <p:cNvSpPr/>
          <p:nvPr/>
        </p:nvSpPr>
        <p:spPr>
          <a:xfrm>
            <a:off x="-1" y="4606290"/>
            <a:ext cx="12192000" cy="22517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F431BC18-A461-9459-FF13-870ACCC7D4F5}"/>
              </a:ext>
            </a:extLst>
          </p:cNvPr>
          <p:cNvSpPr txBox="1"/>
          <p:nvPr/>
        </p:nvSpPr>
        <p:spPr>
          <a:xfrm>
            <a:off x="364830" y="5019777"/>
            <a:ext cx="6323049" cy="1508105"/>
          </a:xfrm>
          <a:prstGeom prst="rect">
            <a:avLst/>
          </a:prstGeom>
          <a:noFill/>
        </p:spPr>
        <p:txBody>
          <a:bodyPr wrap="square" rtlCol="0">
            <a:spAutoFit/>
          </a:bodyPr>
          <a:lstStyle/>
          <a:p>
            <a:r>
              <a:rPr lang="en-US" sz="3200" b="1" dirty="0"/>
              <a:t>Business Plan and Entrepreneurship Toolkit</a:t>
            </a:r>
          </a:p>
          <a:p>
            <a:r>
              <a:rPr lang="en-US" sz="2800" dirty="0">
                <a:solidFill>
                  <a:schemeClr val="accent2"/>
                </a:solidFill>
              </a:rPr>
              <a:t>Overview</a:t>
            </a:r>
          </a:p>
        </p:txBody>
      </p:sp>
      <p:pic>
        <p:nvPicPr>
          <p:cNvPr id="3" name="Picture 2">
            <a:hlinkClick r:id="rId8"/>
            <a:extLst>
              <a:ext uri="{FF2B5EF4-FFF2-40B4-BE49-F238E27FC236}">
                <a16:creationId xmlns:a16="http://schemas.microsoft.com/office/drawing/2014/main" id="{1CF73756-5950-78DD-BC04-B6D0EE7544B1}"/>
              </a:ext>
            </a:extLst>
          </p:cNvPr>
          <p:cNvPicPr>
            <a:picLocks noChangeAspect="1"/>
          </p:cNvPicPr>
          <p:nvPr/>
        </p:nvPicPr>
        <p:blipFill>
          <a:blip r:embed="rId9"/>
          <a:stretch>
            <a:fillRect/>
          </a:stretch>
        </p:blipFill>
        <p:spPr>
          <a:xfrm>
            <a:off x="7869196" y="5310305"/>
            <a:ext cx="4070490" cy="957369"/>
          </a:xfrm>
          <a:prstGeom prst="rect">
            <a:avLst/>
          </a:prstGeom>
        </p:spPr>
      </p:pic>
      <p:grpSp>
        <p:nvGrpSpPr>
          <p:cNvPr id="5" name="Group 4">
            <a:extLst>
              <a:ext uri="{FF2B5EF4-FFF2-40B4-BE49-F238E27FC236}">
                <a16:creationId xmlns:a16="http://schemas.microsoft.com/office/drawing/2014/main" id="{15681BFF-AE00-7FE0-F822-F516E628721D}"/>
              </a:ext>
            </a:extLst>
          </p:cNvPr>
          <p:cNvGrpSpPr/>
          <p:nvPr/>
        </p:nvGrpSpPr>
        <p:grpSpPr>
          <a:xfrm>
            <a:off x="-1122" y="6570"/>
            <a:ext cx="1493372" cy="1459010"/>
            <a:chOff x="-9097" y="-23336"/>
            <a:chExt cx="974935" cy="952500"/>
          </a:xfrm>
        </p:grpSpPr>
        <p:sp>
          <p:nvSpPr>
            <p:cNvPr id="7" name="Diagonal Stripe 6">
              <a:extLst>
                <a:ext uri="{FF2B5EF4-FFF2-40B4-BE49-F238E27FC236}">
                  <a16:creationId xmlns:a16="http://schemas.microsoft.com/office/drawing/2014/main" id="{B8E28786-1C58-A8CB-FC86-715EE2AA3805}"/>
                </a:ext>
              </a:extLst>
            </p:cNvPr>
            <p:cNvSpPr/>
            <p:nvPr/>
          </p:nvSpPr>
          <p:spPr>
            <a:xfrm>
              <a:off x="-7091" y="-23336"/>
              <a:ext cx="972929" cy="952500"/>
            </a:xfrm>
            <a:prstGeom prst="diagStripe">
              <a:avLst>
                <a:gd name="adj" fmla="val 61073"/>
              </a:avLst>
            </a:prstGeom>
            <a:gradFill flip="none" rotWithShape="1">
              <a:gsLst>
                <a:gs pos="100000">
                  <a:srgbClr val="FFFFFF">
                    <a:lumMod val="85000"/>
                  </a:srgbClr>
                </a:gs>
                <a:gs pos="34000">
                  <a:srgbClr val="FFFFFF"/>
                </a:gs>
              </a:gsLst>
              <a:path path="circle">
                <a:fillToRect l="50000" t="50000" r="50000" b="50000"/>
              </a:path>
              <a:tileRect/>
            </a:gradFill>
            <a:ln w="9525" cap="flat" cmpd="sng" algn="ctr">
              <a:noFill/>
              <a:prstDash val="solid"/>
            </a:ln>
            <a:effectLst>
              <a:outerShdw blurRad="50800" dist="12700" dir="5400000" rotWithShape="0">
                <a:srgbClr val="000000">
                  <a:alpha val="35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mn-ea"/>
                <a:cs typeface="+mn-cs"/>
              </a:endParaRPr>
            </a:p>
          </p:txBody>
        </p:sp>
        <p:sp>
          <p:nvSpPr>
            <p:cNvPr id="8" name="TextBox 7">
              <a:extLst>
                <a:ext uri="{FF2B5EF4-FFF2-40B4-BE49-F238E27FC236}">
                  <a16:creationId xmlns:a16="http://schemas.microsoft.com/office/drawing/2014/main" id="{DA4AE6E6-3725-AF79-7823-3F8EE6142B8F}"/>
                </a:ext>
              </a:extLst>
            </p:cNvPr>
            <p:cNvSpPr txBox="1"/>
            <p:nvPr/>
          </p:nvSpPr>
          <p:spPr>
            <a:xfrm rot="18948199">
              <a:off x="20409" y="266480"/>
              <a:ext cx="702416" cy="18083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1D4B6D"/>
                  </a:solidFill>
                  <a:effectLst/>
                  <a:uLnTx/>
                  <a:uFillTx/>
                  <a:latin typeface="Arial"/>
                  <a:ea typeface="+mn-ea"/>
                  <a:cs typeface="+mn-cs"/>
                </a:rPr>
                <a:t>Confidential</a:t>
              </a:r>
            </a:p>
          </p:txBody>
        </p:sp>
        <p:cxnSp>
          <p:nvCxnSpPr>
            <p:cNvPr id="11" name="Straight Connector 10">
              <a:extLst>
                <a:ext uri="{FF2B5EF4-FFF2-40B4-BE49-F238E27FC236}">
                  <a16:creationId xmlns:a16="http://schemas.microsoft.com/office/drawing/2014/main" id="{C70CE2F9-9D62-5A60-83B9-6C6881D0CF9C}"/>
                </a:ext>
              </a:extLst>
            </p:cNvPr>
            <p:cNvCxnSpPr/>
            <p:nvPr/>
          </p:nvCxnSpPr>
          <p:spPr>
            <a:xfrm flipH="1">
              <a:off x="-9097" y="-22860"/>
              <a:ext cx="623270" cy="623272"/>
            </a:xfrm>
            <a:prstGeom prst="line">
              <a:avLst/>
            </a:prstGeom>
            <a:noFill/>
            <a:ln w="6350" cap="flat" cmpd="sng" algn="ctr">
              <a:solidFill>
                <a:srgbClr val="3692D4"/>
              </a:solidFill>
              <a:prstDash val="dash"/>
            </a:ln>
            <a:effectLst/>
          </p:spPr>
        </p:cxnSp>
        <p:cxnSp>
          <p:nvCxnSpPr>
            <p:cNvPr id="12" name="Straight Connector 11">
              <a:extLst>
                <a:ext uri="{FF2B5EF4-FFF2-40B4-BE49-F238E27FC236}">
                  <a16:creationId xmlns:a16="http://schemas.microsoft.com/office/drawing/2014/main" id="{D9EDEE9E-0FDB-7298-6954-0FA254A8A2E5}"/>
                </a:ext>
              </a:extLst>
            </p:cNvPr>
            <p:cNvCxnSpPr/>
            <p:nvPr/>
          </p:nvCxnSpPr>
          <p:spPr>
            <a:xfrm flipH="1">
              <a:off x="-7091" y="-22860"/>
              <a:ext cx="921493" cy="893213"/>
            </a:xfrm>
            <a:prstGeom prst="line">
              <a:avLst/>
            </a:prstGeom>
            <a:noFill/>
            <a:ln w="6350" cap="flat" cmpd="sng" algn="ctr">
              <a:solidFill>
                <a:srgbClr val="3692D4"/>
              </a:solidFill>
              <a:prstDash val="dash"/>
            </a:ln>
            <a:effectLst/>
          </p:spPr>
        </p:cxnSp>
      </p:grpSp>
    </p:spTree>
    <p:extLst>
      <p:ext uri="{BB962C8B-B14F-4D97-AF65-F5344CB8AC3E}">
        <p14:creationId xmlns:p14="http://schemas.microsoft.com/office/powerpoint/2010/main" val="36949857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Introduction</a:t>
            </a:r>
            <a:endParaRPr lang="en-US" b="0" kern="0" dirty="0"/>
          </a:p>
        </p:txBody>
      </p:sp>
      <p:sp>
        <p:nvSpPr>
          <p:cNvPr id="5" name="Rectangle 4">
            <a:extLst>
              <a:ext uri="{FF2B5EF4-FFF2-40B4-BE49-F238E27FC236}">
                <a16:creationId xmlns:a16="http://schemas.microsoft.com/office/drawing/2014/main" id="{DC054480-D828-7B59-3328-48D130C91ED1}"/>
              </a:ext>
            </a:extLst>
          </p:cNvPr>
          <p:cNvSpPr/>
          <p:nvPr/>
        </p:nvSpPr>
        <p:spPr>
          <a:xfrm>
            <a:off x="3840479" y="1766066"/>
            <a:ext cx="7738111" cy="3933656"/>
          </a:xfrm>
          <a:prstGeom prst="rect">
            <a:avLst/>
          </a:prstGeom>
          <a:solidFill>
            <a:schemeClr val="bg1">
              <a:lumMod val="95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indent="-182563">
              <a:spcBef>
                <a:spcPts val="600"/>
              </a:spcBef>
              <a:spcAft>
                <a:spcPts val="600"/>
              </a:spcAft>
              <a:buFont typeface="Arial" panose="020B0604020202020204" pitchFamily="34" charset="0"/>
              <a:buChar char="•"/>
            </a:pPr>
            <a:r>
              <a:rPr lang="en-US" sz="1600" b="1" dirty="0">
                <a:solidFill>
                  <a:schemeClr val="tx1"/>
                </a:solidFill>
                <a:cs typeface="Arial" panose="020B0604020202020204" pitchFamily="34" charset="0"/>
              </a:rPr>
              <a:t>This Toolkit was created by ex-McKinsey, Deloitte and BCG Consultants and Entrepreneurs, </a:t>
            </a:r>
            <a:r>
              <a:rPr lang="en-US" sz="1600" dirty="0">
                <a:solidFill>
                  <a:schemeClr val="tx1"/>
                </a:solidFill>
                <a:cs typeface="Arial" panose="020B0604020202020204" pitchFamily="34" charset="0"/>
              </a:rPr>
              <a:t>after more than 4,000 hours of work. It is considered the world's best &amp; most comprehensive Entrepreneurship Toolkit. It includes all the Frameworks, Tools &amp; Templates required to build, run and scale your own Business and excel as an Entrepreneur.</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Join the 200,000+ Executives, Consultants &amp; Entrepreneurs </a:t>
            </a:r>
            <a:r>
              <a:rPr lang="en-US" sz="1600" dirty="0">
                <a:solidFill>
                  <a:srgbClr val="002060"/>
                </a:solidFill>
                <a:cs typeface="Arial" panose="020B0604020202020204" pitchFamily="34" charset="0"/>
              </a:rPr>
              <a:t>who are already leveraging our Management Consulting Toolkits to improve the performance of their organization and boost their own career.</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If you have any questions, send us an email at support@domontconsulting.com </a:t>
            </a:r>
            <a:r>
              <a:rPr lang="en-US" sz="1600" dirty="0">
                <a:solidFill>
                  <a:srgbClr val="002060"/>
                </a:solidFill>
                <a:cs typeface="Arial" panose="020B0604020202020204" pitchFamily="34" charset="0"/>
              </a:rPr>
              <a:t>and one of our ex-McKinsey, Deloitte &amp; BCG Management Consultants will get back to you within 2 business days.</a:t>
            </a:r>
          </a:p>
        </p:txBody>
      </p:sp>
      <p:pic>
        <p:nvPicPr>
          <p:cNvPr id="6" name="Picture 5" descr="A person in a suit&#10;&#10;Description automatically generated with medium confidence">
            <a:extLst>
              <a:ext uri="{FF2B5EF4-FFF2-40B4-BE49-F238E27FC236}">
                <a16:creationId xmlns:a16="http://schemas.microsoft.com/office/drawing/2014/main" id="{7CE27B58-4E64-2C1A-172E-FF737A503B72}"/>
              </a:ext>
            </a:extLst>
          </p:cNvPr>
          <p:cNvPicPr>
            <a:picLocks noChangeAspect="1"/>
          </p:cNvPicPr>
          <p:nvPr/>
        </p:nvPicPr>
        <p:blipFill>
          <a:blip r:embed="rId6"/>
          <a:stretch>
            <a:fillRect/>
          </a:stretch>
        </p:blipFill>
        <p:spPr>
          <a:xfrm>
            <a:off x="604838" y="1766066"/>
            <a:ext cx="2968409" cy="3933656"/>
          </a:xfrm>
          <a:prstGeom prst="rect">
            <a:avLst/>
          </a:prstGeom>
        </p:spPr>
      </p:pic>
      <p:sp>
        <p:nvSpPr>
          <p:cNvPr id="7" name="TextBox 6">
            <a:extLst>
              <a:ext uri="{FF2B5EF4-FFF2-40B4-BE49-F238E27FC236}">
                <a16:creationId xmlns:a16="http://schemas.microsoft.com/office/drawing/2014/main" id="{DA49D4D5-98E8-7870-FF2C-81E5593F9580}"/>
              </a:ext>
            </a:extLst>
          </p:cNvPr>
          <p:cNvSpPr txBox="1"/>
          <p:nvPr/>
        </p:nvSpPr>
        <p:spPr>
          <a:xfrm>
            <a:off x="522909" y="5782906"/>
            <a:ext cx="3050338" cy="600164"/>
          </a:xfrm>
          <a:prstGeom prst="rect">
            <a:avLst/>
          </a:prstGeom>
          <a:noFill/>
        </p:spPr>
        <p:txBody>
          <a:bodyPr wrap="square" rtlCol="0">
            <a:spAutoFit/>
          </a:bodyPr>
          <a:lstStyle/>
          <a:p>
            <a:pPr algn="ctr"/>
            <a:r>
              <a:rPr lang="en-US" sz="1100" dirty="0"/>
              <a:t>Aurelien Domont</a:t>
            </a:r>
          </a:p>
          <a:p>
            <a:pPr algn="ctr"/>
            <a:r>
              <a:rPr lang="en-US" sz="1100" dirty="0"/>
              <a:t>Management Consultant</a:t>
            </a:r>
          </a:p>
          <a:p>
            <a:pPr algn="ctr"/>
            <a:r>
              <a:rPr lang="en-US" sz="1100" dirty="0"/>
              <a:t>Domont Consulting Managing Director</a:t>
            </a:r>
          </a:p>
        </p:txBody>
      </p:sp>
      <p:pic>
        <p:nvPicPr>
          <p:cNvPr id="8" name="Picture 7" descr="A picture containing drawing&#10;&#10;Description automatically generated">
            <a:hlinkClick r:id="rId7"/>
            <a:extLst>
              <a:ext uri="{FF2B5EF4-FFF2-40B4-BE49-F238E27FC236}">
                <a16:creationId xmlns:a16="http://schemas.microsoft.com/office/drawing/2014/main" id="{268E509B-2278-9C53-3AC5-C1C08EBA20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14027" y="5755943"/>
            <a:ext cx="224866" cy="224866"/>
          </a:xfrm>
          <a:prstGeom prst="rect">
            <a:avLst/>
          </a:prstGeom>
        </p:spPr>
      </p:pic>
      <p:pic>
        <p:nvPicPr>
          <p:cNvPr id="9" name="Picture 8">
            <a:hlinkClick r:id="rId9"/>
            <a:extLst>
              <a:ext uri="{FF2B5EF4-FFF2-40B4-BE49-F238E27FC236}">
                <a16:creationId xmlns:a16="http://schemas.microsoft.com/office/drawing/2014/main" id="{09402739-287F-B248-8F93-455BAF39FE3C}"/>
              </a:ext>
            </a:extLst>
          </p:cNvPr>
          <p:cNvPicPr>
            <a:picLocks noChangeAspect="1"/>
          </p:cNvPicPr>
          <p:nvPr/>
        </p:nvPicPr>
        <p:blipFill>
          <a:blip r:embed="rId10"/>
          <a:stretch>
            <a:fillRect/>
          </a:stretch>
        </p:blipFill>
        <p:spPr>
          <a:xfrm>
            <a:off x="8206739" y="552454"/>
            <a:ext cx="3371439" cy="792954"/>
          </a:xfrm>
          <a:prstGeom prst="rect">
            <a:avLst/>
          </a:prstGeom>
        </p:spPr>
      </p:pic>
      <p:sp>
        <p:nvSpPr>
          <p:cNvPr id="2" name="Footer Placeholder 1">
            <a:extLst>
              <a:ext uri="{FF2B5EF4-FFF2-40B4-BE49-F238E27FC236}">
                <a16:creationId xmlns:a16="http://schemas.microsoft.com/office/drawing/2014/main" id="{979054DB-C3A8-B38A-88BC-96884D023890}"/>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79E9EF71-9B9A-1FDB-69C4-2263F359DE41}"/>
              </a:ext>
            </a:extLst>
          </p:cNvPr>
          <p:cNvSpPr>
            <a:spLocks noGrp="1"/>
          </p:cNvSpPr>
          <p:nvPr>
            <p:ph type="sldNum" sz="quarter" idx="4"/>
          </p:nvPr>
        </p:nvSpPr>
        <p:spPr/>
        <p:txBody>
          <a:bodyPr/>
          <a:lstStyle/>
          <a:p>
            <a:fld id="{37F5C94B-8C55-478B-B509-BAE6A06B2E2A}" type="slidenum">
              <a:rPr lang="en-US" smtClean="0"/>
              <a:pPr/>
              <a:t>3</a:t>
            </a:fld>
            <a:endParaRPr lang="en-US" dirty="0"/>
          </a:p>
        </p:txBody>
      </p:sp>
    </p:spTree>
    <p:extLst>
      <p:ext uri="{BB962C8B-B14F-4D97-AF65-F5344CB8AC3E}">
        <p14:creationId xmlns:p14="http://schemas.microsoft.com/office/powerpoint/2010/main" val="2246164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78C851D-18CB-71FD-A9DF-00B73F828263}"/>
              </a:ext>
            </a:extLst>
          </p:cNvPr>
          <p:cNvGraphicFramePr>
            <a:graphicFrameLocks noChangeAspect="1"/>
          </p:cNvGraphicFramePr>
          <p:nvPr>
            <p:custDataLst>
              <p:tags r:id="rId1"/>
            </p:custDataLst>
            <p:extLst>
              <p:ext uri="{D42A27DB-BD31-4B8C-83A1-F6EECF244321}">
                <p14:modId xmlns:p14="http://schemas.microsoft.com/office/powerpoint/2010/main" val="7147744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2" imgW="395" imgH="394" progId="TCLayout.ActiveDocument.1">
                  <p:embed/>
                </p:oleObj>
              </mc:Choice>
              <mc:Fallback>
                <p:oleObj name="think-cell Slide" r:id="rId52" imgW="395" imgH="394" progId="TCLayout.ActiveDocument.1">
                  <p:embed/>
                  <p:pic>
                    <p:nvPicPr>
                      <p:cNvPr id="6" name="think-cell data - do not delete" hidden="1">
                        <a:extLst>
                          <a:ext uri="{FF2B5EF4-FFF2-40B4-BE49-F238E27FC236}">
                            <a16:creationId xmlns:a16="http://schemas.microsoft.com/office/drawing/2014/main" id="{778C851D-18CB-71FD-A9DF-00B73F828263}"/>
                          </a:ext>
                        </a:extLst>
                      </p:cNvPr>
                      <p:cNvPicPr/>
                      <p:nvPr/>
                    </p:nvPicPr>
                    <p:blipFill>
                      <a:blip r:embed="rId53"/>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4A2542B-43BB-B3BF-4169-708E55855120}"/>
              </a:ext>
            </a:extLst>
          </p:cNvPr>
          <p:cNvSpPr>
            <a:spLocks noGrp="1"/>
          </p:cNvSpPr>
          <p:nvPr>
            <p:ph type="title"/>
          </p:nvPr>
        </p:nvSpPr>
        <p:spPr/>
        <p:txBody>
          <a:bodyPr vert="horz"/>
          <a:lstStyle/>
          <a:p>
            <a:r>
              <a:rPr lang="en-US" dirty="0">
                <a:solidFill>
                  <a:schemeClr val="accent2"/>
                </a:solidFill>
              </a:rPr>
              <a:t>Context: </a:t>
            </a:r>
            <a:r>
              <a:rPr lang="en-US" dirty="0">
                <a:solidFill>
                  <a:schemeClr val="tx1"/>
                </a:solidFill>
              </a:rPr>
              <a:t>The journey of transforming an innovative idea into a successful business involves navigating through several critical stages</a:t>
            </a:r>
            <a:endParaRPr lang="en-US" dirty="0"/>
          </a:p>
        </p:txBody>
      </p:sp>
      <p:sp>
        <p:nvSpPr>
          <p:cNvPr id="72" name="Footer Placeholder 71">
            <a:extLst>
              <a:ext uri="{FF2B5EF4-FFF2-40B4-BE49-F238E27FC236}">
                <a16:creationId xmlns:a16="http://schemas.microsoft.com/office/drawing/2014/main" id="{48F931CF-4727-AFEE-D154-4B9BF92F6CD7}"/>
              </a:ext>
            </a:extLst>
          </p:cNvPr>
          <p:cNvSpPr>
            <a:spLocks noGrp="1"/>
          </p:cNvSpPr>
          <p:nvPr>
            <p:ph type="ftr" sz="quarter" idx="3"/>
          </p:nvPr>
        </p:nvSpPr>
        <p:spPr/>
        <p:txBody>
          <a:bodyPr/>
          <a:lstStyle/>
          <a:p>
            <a:r>
              <a:rPr lang="en-US"/>
              <a:t>Domont Consulting</a:t>
            </a:r>
            <a:endParaRPr lang="en-US" dirty="0"/>
          </a:p>
        </p:txBody>
      </p:sp>
      <p:sp>
        <p:nvSpPr>
          <p:cNvPr id="73" name="Slide Number Placeholder 72">
            <a:extLst>
              <a:ext uri="{FF2B5EF4-FFF2-40B4-BE49-F238E27FC236}">
                <a16:creationId xmlns:a16="http://schemas.microsoft.com/office/drawing/2014/main" id="{B315B2BD-5413-651D-163A-BA3918A6AF2B}"/>
              </a:ext>
            </a:extLst>
          </p:cNvPr>
          <p:cNvSpPr>
            <a:spLocks noGrp="1"/>
          </p:cNvSpPr>
          <p:nvPr>
            <p:ph type="sldNum" sz="quarter" idx="4"/>
          </p:nvPr>
        </p:nvSpPr>
        <p:spPr/>
        <p:txBody>
          <a:bodyPr/>
          <a:lstStyle/>
          <a:p>
            <a:fld id="{37F5C94B-8C55-478B-B509-BAE6A06B2E2A}" type="slidenum">
              <a:rPr lang="en-US" smtClean="0"/>
              <a:pPr/>
              <a:t>4</a:t>
            </a:fld>
            <a:endParaRPr lang="en-US" dirty="0"/>
          </a:p>
        </p:txBody>
      </p:sp>
      <p:sp>
        <p:nvSpPr>
          <p:cNvPr id="3" name="Rectangle 2">
            <a:extLst>
              <a:ext uri="{FF2B5EF4-FFF2-40B4-BE49-F238E27FC236}">
                <a16:creationId xmlns:a16="http://schemas.microsoft.com/office/drawing/2014/main" id="{46ADF782-1CAB-7A05-EBFC-68E67490003B}"/>
              </a:ext>
            </a:extLst>
          </p:cNvPr>
          <p:cNvSpPr/>
          <p:nvPr/>
        </p:nvSpPr>
        <p:spPr>
          <a:xfrm>
            <a:off x="1887379" y="2502226"/>
            <a:ext cx="2372729" cy="42345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kern="0" dirty="0">
                <a:solidFill>
                  <a:schemeClr val="bg1"/>
                </a:solidFill>
              </a:rPr>
              <a:t>Seed stage</a:t>
            </a:r>
            <a:endParaRPr lang="en-US" sz="1600" b="1" dirty="0">
              <a:solidFill>
                <a:schemeClr val="bg1"/>
              </a:solidFill>
            </a:endParaRPr>
          </a:p>
        </p:txBody>
      </p:sp>
      <p:sp>
        <p:nvSpPr>
          <p:cNvPr id="4" name="Rectangle 3">
            <a:extLst>
              <a:ext uri="{FF2B5EF4-FFF2-40B4-BE49-F238E27FC236}">
                <a16:creationId xmlns:a16="http://schemas.microsoft.com/office/drawing/2014/main" id="{B17769A2-AEA1-33E0-34DA-597A9A8EA0AD}"/>
              </a:ext>
            </a:extLst>
          </p:cNvPr>
          <p:cNvSpPr/>
          <p:nvPr/>
        </p:nvSpPr>
        <p:spPr>
          <a:xfrm>
            <a:off x="4325181" y="2502226"/>
            <a:ext cx="2372729" cy="42345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kern="0" dirty="0">
                <a:solidFill>
                  <a:schemeClr val="bg1"/>
                </a:solidFill>
              </a:rPr>
              <a:t>Startup</a:t>
            </a:r>
            <a:endParaRPr lang="en-US" sz="1600" b="1" dirty="0">
              <a:solidFill>
                <a:schemeClr val="bg1"/>
              </a:solidFill>
            </a:endParaRPr>
          </a:p>
        </p:txBody>
      </p:sp>
      <p:sp>
        <p:nvSpPr>
          <p:cNvPr id="8" name="Rectangle 7">
            <a:extLst>
              <a:ext uri="{FF2B5EF4-FFF2-40B4-BE49-F238E27FC236}">
                <a16:creationId xmlns:a16="http://schemas.microsoft.com/office/drawing/2014/main" id="{B92A62FB-D4A6-0390-C038-3E098C91D388}"/>
              </a:ext>
            </a:extLst>
          </p:cNvPr>
          <p:cNvSpPr/>
          <p:nvPr/>
        </p:nvSpPr>
        <p:spPr>
          <a:xfrm>
            <a:off x="6762983" y="2502226"/>
            <a:ext cx="2372729" cy="42345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kern="0" dirty="0">
                <a:solidFill>
                  <a:schemeClr val="bg1"/>
                </a:solidFill>
              </a:rPr>
              <a:t>Scaleup</a:t>
            </a:r>
            <a:endParaRPr lang="en-US" sz="1600" b="1" dirty="0">
              <a:solidFill>
                <a:schemeClr val="bg1"/>
              </a:solidFill>
            </a:endParaRPr>
          </a:p>
        </p:txBody>
      </p:sp>
      <p:sp>
        <p:nvSpPr>
          <p:cNvPr id="9" name="Rectangle 8">
            <a:extLst>
              <a:ext uri="{FF2B5EF4-FFF2-40B4-BE49-F238E27FC236}">
                <a16:creationId xmlns:a16="http://schemas.microsoft.com/office/drawing/2014/main" id="{5B1A0179-6D1F-8128-B575-D9006CB68C58}"/>
              </a:ext>
            </a:extLst>
          </p:cNvPr>
          <p:cNvSpPr/>
          <p:nvPr/>
        </p:nvSpPr>
        <p:spPr>
          <a:xfrm>
            <a:off x="9200785" y="2502226"/>
            <a:ext cx="2372729" cy="42345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kern="0" dirty="0">
                <a:solidFill>
                  <a:schemeClr val="bg1"/>
                </a:solidFill>
              </a:rPr>
              <a:t>Exit</a:t>
            </a:r>
            <a:endParaRPr lang="en-US" sz="1600" b="1" dirty="0">
              <a:solidFill>
                <a:schemeClr val="bg1"/>
              </a:solidFill>
            </a:endParaRPr>
          </a:p>
        </p:txBody>
      </p:sp>
      <p:sp>
        <p:nvSpPr>
          <p:cNvPr id="14" name="Ellipse 31">
            <a:extLst>
              <a:ext uri="{FF2B5EF4-FFF2-40B4-BE49-F238E27FC236}">
                <a16:creationId xmlns:a16="http://schemas.microsoft.com/office/drawing/2014/main" id="{83A74155-98B5-3CFD-E45D-AFA8F9BE363A}"/>
              </a:ext>
            </a:extLst>
          </p:cNvPr>
          <p:cNvSpPr/>
          <p:nvPr/>
        </p:nvSpPr>
        <p:spPr bwMode="auto">
          <a:xfrm>
            <a:off x="2881744" y="2179204"/>
            <a:ext cx="383999" cy="383999"/>
          </a:xfrm>
          <a:prstGeom prst="ellipse">
            <a:avLst/>
          </a:prstGeom>
          <a:solidFill>
            <a:schemeClr val="tx1"/>
          </a:solidFill>
          <a:ln w="28575" cap="flat" cmpd="sng" algn="ctr">
            <a:solidFill>
              <a:schemeClr val="bg1"/>
            </a:solidFill>
            <a:prstDash val="solid"/>
            <a:round/>
            <a:headEnd type="none" w="med" len="med"/>
            <a:tailEnd type="none" w="med" len="med"/>
          </a:ln>
          <a:effectLst/>
        </p:spPr>
        <p:txBody>
          <a:bodyPr rot="0" spcFirstLastPara="0" vertOverflow="overflow" horzOverflow="overflow" vert="horz" wrap="square" lIns="72000" tIns="54000" rIns="72000" bIns="54000" numCol="1" spcCol="0" rtlCol="0" fromWordArt="0" anchor="ctr" anchorCtr="0" forceAA="0" compatLnSpc="1">
            <a:prstTxWarp prst="textNoShape">
              <a:avLst/>
            </a:prstTxWarp>
            <a:noAutofit/>
          </a:bodyPr>
          <a:lstStyle/>
          <a:p>
            <a:pPr algn="ctr" fontAlgn="base">
              <a:spcBef>
                <a:spcPct val="0"/>
              </a:spcBef>
              <a:spcAft>
                <a:spcPct val="0"/>
              </a:spcAft>
            </a:pPr>
            <a:r>
              <a:rPr lang="en-US" sz="1600" b="1" dirty="0">
                <a:solidFill>
                  <a:schemeClr val="bg1"/>
                </a:solidFill>
                <a:ea typeface="Segoe UI" panose="020B0502040204020203" pitchFamily="34" charset="0"/>
                <a:cs typeface="Segoe UI" panose="020B0502040204020203" pitchFamily="34" charset="0"/>
              </a:rPr>
              <a:t>1</a:t>
            </a:r>
          </a:p>
        </p:txBody>
      </p:sp>
      <p:sp>
        <p:nvSpPr>
          <p:cNvPr id="17" name="Ellipse 31">
            <a:extLst>
              <a:ext uri="{FF2B5EF4-FFF2-40B4-BE49-F238E27FC236}">
                <a16:creationId xmlns:a16="http://schemas.microsoft.com/office/drawing/2014/main" id="{B31E3434-0C16-E5B6-D81E-9D620ECE326E}"/>
              </a:ext>
            </a:extLst>
          </p:cNvPr>
          <p:cNvSpPr/>
          <p:nvPr/>
        </p:nvSpPr>
        <p:spPr bwMode="auto">
          <a:xfrm>
            <a:off x="5319546" y="2179204"/>
            <a:ext cx="383999" cy="383999"/>
          </a:xfrm>
          <a:prstGeom prst="ellipse">
            <a:avLst/>
          </a:prstGeom>
          <a:solidFill>
            <a:schemeClr val="tx1"/>
          </a:solidFill>
          <a:ln w="28575" cap="flat" cmpd="sng" algn="ctr">
            <a:solidFill>
              <a:schemeClr val="bg1"/>
            </a:solidFill>
            <a:prstDash val="solid"/>
            <a:round/>
            <a:headEnd type="none" w="med" len="med"/>
            <a:tailEnd type="none" w="med" len="med"/>
          </a:ln>
          <a:effectLst/>
        </p:spPr>
        <p:txBody>
          <a:bodyPr rot="0" spcFirstLastPara="0" vertOverflow="overflow" horzOverflow="overflow" vert="horz" wrap="square" lIns="72000" tIns="54000" rIns="72000" bIns="54000" numCol="1" spcCol="0" rtlCol="0" fromWordArt="0" anchor="ctr" anchorCtr="0" forceAA="0" compatLnSpc="1">
            <a:prstTxWarp prst="textNoShape">
              <a:avLst/>
            </a:prstTxWarp>
            <a:noAutofit/>
          </a:bodyPr>
          <a:lstStyle/>
          <a:p>
            <a:pPr algn="ctr" fontAlgn="base">
              <a:spcBef>
                <a:spcPct val="0"/>
              </a:spcBef>
              <a:spcAft>
                <a:spcPct val="0"/>
              </a:spcAft>
            </a:pPr>
            <a:r>
              <a:rPr lang="en-US" sz="1600" b="1" dirty="0">
                <a:solidFill>
                  <a:schemeClr val="bg1"/>
                </a:solidFill>
                <a:ea typeface="Segoe UI" panose="020B0502040204020203" pitchFamily="34" charset="0"/>
                <a:cs typeface="Segoe UI" panose="020B0502040204020203" pitchFamily="34" charset="0"/>
              </a:rPr>
              <a:t>2</a:t>
            </a:r>
          </a:p>
        </p:txBody>
      </p:sp>
      <p:sp>
        <p:nvSpPr>
          <p:cNvPr id="20" name="Ellipse 31">
            <a:extLst>
              <a:ext uri="{FF2B5EF4-FFF2-40B4-BE49-F238E27FC236}">
                <a16:creationId xmlns:a16="http://schemas.microsoft.com/office/drawing/2014/main" id="{CD3B94F7-5787-DEB8-96B3-000C30473C23}"/>
              </a:ext>
            </a:extLst>
          </p:cNvPr>
          <p:cNvSpPr/>
          <p:nvPr/>
        </p:nvSpPr>
        <p:spPr bwMode="auto">
          <a:xfrm>
            <a:off x="7757348" y="2179204"/>
            <a:ext cx="383999" cy="383999"/>
          </a:xfrm>
          <a:prstGeom prst="ellipse">
            <a:avLst/>
          </a:prstGeom>
          <a:solidFill>
            <a:schemeClr val="tx1"/>
          </a:solidFill>
          <a:ln w="28575" cap="flat" cmpd="sng" algn="ctr">
            <a:solidFill>
              <a:schemeClr val="bg1"/>
            </a:solidFill>
            <a:prstDash val="solid"/>
            <a:round/>
            <a:headEnd type="none" w="med" len="med"/>
            <a:tailEnd type="none" w="med" len="med"/>
          </a:ln>
          <a:effectLst/>
        </p:spPr>
        <p:txBody>
          <a:bodyPr rot="0" spcFirstLastPara="0" vertOverflow="overflow" horzOverflow="overflow" vert="horz" wrap="square" lIns="72000" tIns="54000" rIns="72000" bIns="54000" numCol="1" spcCol="0" rtlCol="0" fromWordArt="0" anchor="ctr" anchorCtr="0" forceAA="0" compatLnSpc="1">
            <a:prstTxWarp prst="textNoShape">
              <a:avLst/>
            </a:prstTxWarp>
            <a:noAutofit/>
          </a:bodyPr>
          <a:lstStyle/>
          <a:p>
            <a:pPr algn="ctr" fontAlgn="base">
              <a:spcBef>
                <a:spcPct val="0"/>
              </a:spcBef>
              <a:spcAft>
                <a:spcPct val="0"/>
              </a:spcAft>
            </a:pPr>
            <a:r>
              <a:rPr lang="en-US" sz="1600" b="1" dirty="0">
                <a:solidFill>
                  <a:schemeClr val="bg1"/>
                </a:solidFill>
                <a:ea typeface="Segoe UI" panose="020B0502040204020203" pitchFamily="34" charset="0"/>
                <a:cs typeface="Segoe UI" panose="020B0502040204020203" pitchFamily="34" charset="0"/>
              </a:rPr>
              <a:t>3</a:t>
            </a:r>
          </a:p>
        </p:txBody>
      </p:sp>
      <p:sp>
        <p:nvSpPr>
          <p:cNvPr id="21" name="Ellipse 31">
            <a:extLst>
              <a:ext uri="{FF2B5EF4-FFF2-40B4-BE49-F238E27FC236}">
                <a16:creationId xmlns:a16="http://schemas.microsoft.com/office/drawing/2014/main" id="{BB500E90-4F82-B7EF-B4DA-A2033A0BE6AA}"/>
              </a:ext>
            </a:extLst>
          </p:cNvPr>
          <p:cNvSpPr/>
          <p:nvPr/>
        </p:nvSpPr>
        <p:spPr bwMode="auto">
          <a:xfrm>
            <a:off x="10195150" y="2179204"/>
            <a:ext cx="383999" cy="383999"/>
          </a:xfrm>
          <a:prstGeom prst="ellipse">
            <a:avLst/>
          </a:prstGeom>
          <a:solidFill>
            <a:schemeClr val="tx1"/>
          </a:solidFill>
          <a:ln w="28575" cap="flat" cmpd="sng" algn="ctr">
            <a:solidFill>
              <a:schemeClr val="bg1"/>
            </a:solidFill>
            <a:prstDash val="solid"/>
            <a:round/>
            <a:headEnd type="none" w="med" len="med"/>
            <a:tailEnd type="none" w="med" len="med"/>
          </a:ln>
          <a:effectLst/>
        </p:spPr>
        <p:txBody>
          <a:bodyPr rot="0" spcFirstLastPara="0" vertOverflow="overflow" horzOverflow="overflow" vert="horz" wrap="square" lIns="72000" tIns="54000" rIns="72000" bIns="54000" numCol="1" spcCol="0" rtlCol="0" fromWordArt="0" anchor="ctr" anchorCtr="0" forceAA="0" compatLnSpc="1">
            <a:prstTxWarp prst="textNoShape">
              <a:avLst/>
            </a:prstTxWarp>
            <a:noAutofit/>
          </a:bodyPr>
          <a:lstStyle/>
          <a:p>
            <a:pPr algn="ctr" fontAlgn="base">
              <a:spcBef>
                <a:spcPct val="0"/>
              </a:spcBef>
              <a:spcAft>
                <a:spcPct val="0"/>
              </a:spcAft>
            </a:pPr>
            <a:r>
              <a:rPr lang="en-US" sz="1600" b="1" dirty="0">
                <a:solidFill>
                  <a:schemeClr val="bg1"/>
                </a:solidFill>
                <a:ea typeface="Segoe UI" panose="020B0502040204020203" pitchFamily="34" charset="0"/>
                <a:cs typeface="Segoe UI" panose="020B0502040204020203" pitchFamily="34" charset="0"/>
              </a:rPr>
              <a:t>4</a:t>
            </a:r>
          </a:p>
        </p:txBody>
      </p:sp>
      <p:pic>
        <p:nvPicPr>
          <p:cNvPr id="22" name="Graphic 21" descr="Deciduous tree with solid fill">
            <a:extLst>
              <a:ext uri="{FF2B5EF4-FFF2-40B4-BE49-F238E27FC236}">
                <a16:creationId xmlns:a16="http://schemas.microsoft.com/office/drawing/2014/main" id="{CB2FA241-277A-6A6E-7590-511775866249}"/>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5285175" y="1685406"/>
            <a:ext cx="452741" cy="452741"/>
          </a:xfrm>
          <a:prstGeom prst="rect">
            <a:avLst/>
          </a:prstGeom>
        </p:spPr>
      </p:pic>
      <p:pic>
        <p:nvPicPr>
          <p:cNvPr id="23" name="Graphic 22" descr="Deciduous tree with solid fill">
            <a:extLst>
              <a:ext uri="{FF2B5EF4-FFF2-40B4-BE49-F238E27FC236}">
                <a16:creationId xmlns:a16="http://schemas.microsoft.com/office/drawing/2014/main" id="{C3B9FE59-3629-8B73-8C95-F075E26C432D}"/>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7632470" y="1529106"/>
            <a:ext cx="633755" cy="633755"/>
          </a:xfrm>
          <a:prstGeom prst="rect">
            <a:avLst/>
          </a:prstGeom>
        </p:spPr>
      </p:pic>
      <p:pic>
        <p:nvPicPr>
          <p:cNvPr id="24" name="Graphic 23" descr="Clipboard Checked with solid fill">
            <a:extLst>
              <a:ext uri="{FF2B5EF4-FFF2-40B4-BE49-F238E27FC236}">
                <a16:creationId xmlns:a16="http://schemas.microsoft.com/office/drawing/2014/main" id="{DE3C5AD2-B16A-F890-0BA7-C2B79FB22F84}"/>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10107679" y="1576350"/>
            <a:ext cx="558940" cy="558940"/>
          </a:xfrm>
          <a:prstGeom prst="rect">
            <a:avLst/>
          </a:prstGeom>
        </p:spPr>
      </p:pic>
      <p:pic>
        <p:nvPicPr>
          <p:cNvPr id="25" name="Graphic 24" descr="Sprouting Seed with solid fill">
            <a:extLst>
              <a:ext uri="{FF2B5EF4-FFF2-40B4-BE49-F238E27FC236}">
                <a16:creationId xmlns:a16="http://schemas.microsoft.com/office/drawing/2014/main" id="{75F5BE7A-7040-85EC-3C5C-F0D0E0EFF104}"/>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2794273" y="1591899"/>
            <a:ext cx="558940" cy="558940"/>
          </a:xfrm>
          <a:prstGeom prst="rect">
            <a:avLst/>
          </a:prstGeom>
        </p:spPr>
      </p:pic>
      <p:sp>
        <p:nvSpPr>
          <p:cNvPr id="31" name="Rectangle 30">
            <a:extLst>
              <a:ext uri="{FF2B5EF4-FFF2-40B4-BE49-F238E27FC236}">
                <a16:creationId xmlns:a16="http://schemas.microsoft.com/office/drawing/2014/main" id="{2CB0015D-1378-E3E5-4109-8BC51BE956FB}"/>
              </a:ext>
            </a:extLst>
          </p:cNvPr>
          <p:cNvSpPr/>
          <p:nvPr/>
        </p:nvSpPr>
        <p:spPr>
          <a:xfrm>
            <a:off x="1887379" y="2992736"/>
            <a:ext cx="2372729" cy="18708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5725" indent="-85725">
              <a:spcBef>
                <a:spcPts val="100"/>
              </a:spcBef>
              <a:spcAft>
                <a:spcPts val="100"/>
              </a:spcAft>
              <a:buFont typeface="Arial" panose="020B0604020202020204" pitchFamily="34" charset="0"/>
              <a:buChar char="•"/>
            </a:pPr>
            <a:r>
              <a:rPr lang="en-US" sz="1200" kern="0" dirty="0">
                <a:solidFill>
                  <a:schemeClr val="tx1"/>
                </a:solidFill>
              </a:rPr>
              <a:t>Generate business ideas</a:t>
            </a:r>
          </a:p>
          <a:p>
            <a:pPr marL="85725" indent="-85725">
              <a:spcBef>
                <a:spcPts val="100"/>
              </a:spcBef>
              <a:spcAft>
                <a:spcPts val="100"/>
              </a:spcAft>
              <a:buFont typeface="Arial" panose="020B0604020202020204" pitchFamily="34" charset="0"/>
              <a:buChar char="•"/>
            </a:pPr>
            <a:r>
              <a:rPr lang="en-US" sz="1200" kern="0" dirty="0">
                <a:solidFill>
                  <a:schemeClr val="tx1"/>
                </a:solidFill>
              </a:rPr>
              <a:t>Prioritize business ideas</a:t>
            </a:r>
          </a:p>
          <a:p>
            <a:pPr marL="85725" indent="-85725">
              <a:spcBef>
                <a:spcPts val="100"/>
              </a:spcBef>
              <a:spcAft>
                <a:spcPts val="100"/>
              </a:spcAft>
              <a:buFont typeface="Arial" panose="020B0604020202020204" pitchFamily="34" charset="0"/>
              <a:buChar char="•"/>
            </a:pPr>
            <a:r>
              <a:rPr lang="en-US" sz="1200" kern="0" dirty="0">
                <a:solidFill>
                  <a:schemeClr val="tx1"/>
                </a:solidFill>
              </a:rPr>
              <a:t>Select the most promising one</a:t>
            </a:r>
          </a:p>
          <a:p>
            <a:pPr marL="85725" indent="-85725">
              <a:spcBef>
                <a:spcPts val="100"/>
              </a:spcBef>
              <a:spcAft>
                <a:spcPts val="100"/>
              </a:spcAft>
              <a:buFont typeface="Arial" panose="020B0604020202020204" pitchFamily="34" charset="0"/>
              <a:buChar char="•"/>
            </a:pPr>
            <a:r>
              <a:rPr lang="en-US" sz="1200" kern="0" dirty="0">
                <a:solidFill>
                  <a:schemeClr val="tx1"/>
                </a:solidFill>
              </a:rPr>
              <a:t>Define your business model</a:t>
            </a:r>
          </a:p>
          <a:p>
            <a:pPr marL="85725" indent="-85725">
              <a:spcBef>
                <a:spcPts val="100"/>
              </a:spcBef>
              <a:spcAft>
                <a:spcPts val="100"/>
              </a:spcAft>
              <a:buFont typeface="Arial" panose="020B0604020202020204" pitchFamily="34" charset="0"/>
              <a:buChar char="•"/>
            </a:pPr>
            <a:r>
              <a:rPr lang="en-US" sz="1200" kern="0" dirty="0">
                <a:solidFill>
                  <a:schemeClr val="tx1"/>
                </a:solidFill>
              </a:rPr>
              <a:t>Identify critical assumptions</a:t>
            </a:r>
          </a:p>
          <a:p>
            <a:pPr marL="85725" indent="-85725">
              <a:spcBef>
                <a:spcPts val="100"/>
              </a:spcBef>
              <a:spcAft>
                <a:spcPts val="100"/>
              </a:spcAft>
              <a:buFont typeface="Arial" panose="020B0604020202020204" pitchFamily="34" charset="0"/>
              <a:buChar char="•"/>
            </a:pPr>
            <a:r>
              <a:rPr lang="en-US" sz="1200" kern="0" dirty="0">
                <a:solidFill>
                  <a:schemeClr val="tx1"/>
                </a:solidFill>
              </a:rPr>
              <a:t>Gather data to validate or invalidate your critical assumptions</a:t>
            </a:r>
          </a:p>
          <a:p>
            <a:pPr marL="85725" indent="-85725">
              <a:spcBef>
                <a:spcPts val="100"/>
              </a:spcBef>
              <a:spcAft>
                <a:spcPts val="100"/>
              </a:spcAft>
              <a:buFont typeface="Arial" panose="020B0604020202020204" pitchFamily="34" charset="0"/>
              <a:buChar char="•"/>
            </a:pPr>
            <a:r>
              <a:rPr lang="en-US" sz="1200" kern="0" dirty="0">
                <a:solidFill>
                  <a:schemeClr val="tx1"/>
                </a:solidFill>
              </a:rPr>
              <a:t>Secure initial funding</a:t>
            </a:r>
          </a:p>
        </p:txBody>
      </p:sp>
      <p:sp>
        <p:nvSpPr>
          <p:cNvPr id="32" name="Rectangle 31">
            <a:extLst>
              <a:ext uri="{FF2B5EF4-FFF2-40B4-BE49-F238E27FC236}">
                <a16:creationId xmlns:a16="http://schemas.microsoft.com/office/drawing/2014/main" id="{4F7D54ED-9263-DD91-24DA-3B49AD06661E}"/>
              </a:ext>
            </a:extLst>
          </p:cNvPr>
          <p:cNvSpPr/>
          <p:nvPr/>
        </p:nvSpPr>
        <p:spPr>
          <a:xfrm>
            <a:off x="1887379" y="4906245"/>
            <a:ext cx="2372729" cy="37540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5725" indent="-85725">
              <a:spcBef>
                <a:spcPts val="100"/>
              </a:spcBef>
              <a:spcAft>
                <a:spcPts val="100"/>
              </a:spcAft>
              <a:buFont typeface="Arial" panose="020B0604020202020204" pitchFamily="34" charset="0"/>
              <a:buChar char="•"/>
            </a:pPr>
            <a:endParaRPr lang="en-US" sz="1200" dirty="0">
              <a:solidFill>
                <a:schemeClr val="tx1"/>
              </a:solidFill>
            </a:endParaRPr>
          </a:p>
        </p:txBody>
      </p:sp>
      <p:sp>
        <p:nvSpPr>
          <p:cNvPr id="33" name="Rectangle 32">
            <a:extLst>
              <a:ext uri="{FF2B5EF4-FFF2-40B4-BE49-F238E27FC236}">
                <a16:creationId xmlns:a16="http://schemas.microsoft.com/office/drawing/2014/main" id="{D3FA53DA-2031-3F4F-5EA7-1BC631D509B3}"/>
              </a:ext>
            </a:extLst>
          </p:cNvPr>
          <p:cNvSpPr/>
          <p:nvPr/>
        </p:nvSpPr>
        <p:spPr>
          <a:xfrm>
            <a:off x="1887379" y="5658295"/>
            <a:ext cx="2372729" cy="8845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5725" indent="-85725">
              <a:spcBef>
                <a:spcPts val="100"/>
              </a:spcBef>
              <a:spcAft>
                <a:spcPts val="100"/>
              </a:spcAft>
              <a:buFont typeface="Arial" panose="020B0604020202020204" pitchFamily="34" charset="0"/>
              <a:buChar char="•"/>
            </a:pPr>
            <a:r>
              <a:rPr lang="en-US" sz="1200" kern="0" dirty="0">
                <a:solidFill>
                  <a:schemeClr val="tx1"/>
                </a:solidFill>
              </a:rPr>
              <a:t>Angel Investors</a:t>
            </a:r>
          </a:p>
          <a:p>
            <a:pPr marL="85725" indent="-85725">
              <a:spcBef>
                <a:spcPts val="100"/>
              </a:spcBef>
              <a:spcAft>
                <a:spcPts val="100"/>
              </a:spcAft>
              <a:buFont typeface="Arial" panose="020B0604020202020204" pitchFamily="34" charset="0"/>
              <a:buChar char="•"/>
            </a:pPr>
            <a:r>
              <a:rPr lang="en-US" sz="1200" kern="0" dirty="0">
                <a:solidFill>
                  <a:schemeClr val="tx1"/>
                </a:solidFill>
              </a:rPr>
              <a:t>Friends and Family</a:t>
            </a:r>
          </a:p>
          <a:p>
            <a:pPr marL="85725" indent="-85725">
              <a:spcBef>
                <a:spcPts val="100"/>
              </a:spcBef>
              <a:spcAft>
                <a:spcPts val="100"/>
              </a:spcAft>
              <a:buFont typeface="Arial" panose="020B0604020202020204" pitchFamily="34" charset="0"/>
              <a:buChar char="•"/>
            </a:pPr>
            <a:r>
              <a:rPr lang="en-US" sz="1200" kern="0" dirty="0">
                <a:solidFill>
                  <a:schemeClr val="tx1"/>
                </a:solidFill>
              </a:rPr>
              <a:t>Crowdfunding</a:t>
            </a:r>
          </a:p>
          <a:p>
            <a:pPr marL="85725" indent="-85725">
              <a:spcBef>
                <a:spcPts val="100"/>
              </a:spcBef>
              <a:spcAft>
                <a:spcPts val="100"/>
              </a:spcAft>
              <a:buFont typeface="Arial" panose="020B0604020202020204" pitchFamily="34" charset="0"/>
              <a:buChar char="•"/>
            </a:pPr>
            <a:r>
              <a:rPr lang="en-US" sz="1200" kern="0" dirty="0">
                <a:solidFill>
                  <a:schemeClr val="tx1"/>
                </a:solidFill>
              </a:rPr>
              <a:t>Accelerators/Incubators</a:t>
            </a:r>
            <a:endParaRPr lang="en-US" sz="1200" dirty="0">
              <a:solidFill>
                <a:schemeClr val="tx1"/>
              </a:solidFill>
            </a:endParaRPr>
          </a:p>
        </p:txBody>
      </p:sp>
      <p:sp>
        <p:nvSpPr>
          <p:cNvPr id="34" name="Rectangle 33">
            <a:extLst>
              <a:ext uri="{FF2B5EF4-FFF2-40B4-BE49-F238E27FC236}">
                <a16:creationId xmlns:a16="http://schemas.microsoft.com/office/drawing/2014/main" id="{E6ACC1F9-2DEF-D57D-C090-E3B5B8AA889F}"/>
              </a:ext>
            </a:extLst>
          </p:cNvPr>
          <p:cNvSpPr/>
          <p:nvPr/>
        </p:nvSpPr>
        <p:spPr>
          <a:xfrm>
            <a:off x="4325181" y="2992736"/>
            <a:ext cx="2372729" cy="18708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5725" indent="-85725">
              <a:spcBef>
                <a:spcPts val="100"/>
              </a:spcBef>
              <a:spcAft>
                <a:spcPts val="100"/>
              </a:spcAft>
              <a:buFont typeface="Arial" panose="020B0604020202020204" pitchFamily="34" charset="0"/>
              <a:buChar char="•"/>
            </a:pPr>
            <a:r>
              <a:rPr lang="en-US" sz="1200" kern="0" dirty="0">
                <a:solidFill>
                  <a:schemeClr val="tx1"/>
                </a:solidFill>
              </a:rPr>
              <a:t>Fine tune business model</a:t>
            </a:r>
          </a:p>
          <a:p>
            <a:pPr marL="85725" indent="-85725">
              <a:spcBef>
                <a:spcPts val="100"/>
              </a:spcBef>
              <a:spcAft>
                <a:spcPts val="100"/>
              </a:spcAft>
              <a:buFont typeface="Arial" panose="020B0604020202020204" pitchFamily="34" charset="0"/>
              <a:buChar char="•"/>
            </a:pPr>
            <a:r>
              <a:rPr lang="en-US" sz="1200" kern="0" dirty="0">
                <a:solidFill>
                  <a:schemeClr val="tx1"/>
                </a:solidFill>
              </a:rPr>
              <a:t>Build a business plan</a:t>
            </a:r>
          </a:p>
          <a:p>
            <a:pPr marL="85725" indent="-85725">
              <a:spcBef>
                <a:spcPts val="100"/>
              </a:spcBef>
              <a:spcAft>
                <a:spcPts val="100"/>
              </a:spcAft>
              <a:buFont typeface="Arial" panose="020B0604020202020204" pitchFamily="34" charset="0"/>
              <a:buChar char="•"/>
            </a:pPr>
            <a:r>
              <a:rPr lang="en-US" sz="1200" kern="0" dirty="0">
                <a:solidFill>
                  <a:schemeClr val="tx1"/>
                </a:solidFill>
              </a:rPr>
              <a:t>Secure venture capital</a:t>
            </a:r>
          </a:p>
          <a:p>
            <a:pPr marL="85725" indent="-85725">
              <a:spcBef>
                <a:spcPts val="100"/>
              </a:spcBef>
              <a:spcAft>
                <a:spcPts val="100"/>
              </a:spcAft>
              <a:buFont typeface="Arial" panose="020B0604020202020204" pitchFamily="34" charset="0"/>
              <a:buChar char="•"/>
            </a:pPr>
            <a:r>
              <a:rPr lang="en-US" sz="1200" kern="0" dirty="0">
                <a:solidFill>
                  <a:schemeClr val="tx1"/>
                </a:solidFill>
              </a:rPr>
              <a:t>Implement your business plan</a:t>
            </a:r>
          </a:p>
          <a:p>
            <a:pPr marL="85725" indent="-85725">
              <a:spcBef>
                <a:spcPts val="100"/>
              </a:spcBef>
              <a:spcAft>
                <a:spcPts val="100"/>
              </a:spcAft>
              <a:buFont typeface="Arial" panose="020B0604020202020204" pitchFamily="34" charset="0"/>
              <a:buChar char="•"/>
            </a:pPr>
            <a:r>
              <a:rPr lang="en-US" sz="1200" kern="0" dirty="0">
                <a:solidFill>
                  <a:schemeClr val="tx1"/>
                </a:solidFill>
              </a:rPr>
              <a:t>Hire key employees</a:t>
            </a:r>
            <a:endParaRPr lang="en-US" sz="1200" dirty="0">
              <a:solidFill>
                <a:schemeClr val="tx1"/>
              </a:solidFill>
            </a:endParaRPr>
          </a:p>
          <a:p>
            <a:pPr marL="85725" indent="-85725">
              <a:spcBef>
                <a:spcPts val="100"/>
              </a:spcBef>
              <a:spcAft>
                <a:spcPts val="100"/>
              </a:spcAft>
              <a:buFont typeface="Arial" panose="020B0604020202020204" pitchFamily="34" charset="0"/>
              <a:buChar char="•"/>
            </a:pPr>
            <a:r>
              <a:rPr lang="en-US" sz="1200" kern="0" dirty="0">
                <a:solidFill>
                  <a:schemeClr val="tx1"/>
                </a:solidFill>
              </a:rPr>
              <a:t>Develop and sell your product or service</a:t>
            </a:r>
          </a:p>
        </p:txBody>
      </p:sp>
      <p:sp>
        <p:nvSpPr>
          <p:cNvPr id="35" name="Rectangle 34">
            <a:extLst>
              <a:ext uri="{FF2B5EF4-FFF2-40B4-BE49-F238E27FC236}">
                <a16:creationId xmlns:a16="http://schemas.microsoft.com/office/drawing/2014/main" id="{F17C10E9-8C71-8A10-B0B7-9E2D9B643F9A}"/>
              </a:ext>
            </a:extLst>
          </p:cNvPr>
          <p:cNvSpPr/>
          <p:nvPr/>
        </p:nvSpPr>
        <p:spPr>
          <a:xfrm>
            <a:off x="4325181" y="4906244"/>
            <a:ext cx="2372729" cy="3744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5725" indent="-85725">
              <a:spcBef>
                <a:spcPts val="100"/>
              </a:spcBef>
              <a:spcAft>
                <a:spcPts val="100"/>
              </a:spcAft>
              <a:buFont typeface="Arial" panose="020B0604020202020204" pitchFamily="34" charset="0"/>
              <a:buChar char="•"/>
            </a:pPr>
            <a:endParaRPr lang="en-US" sz="1200" dirty="0">
              <a:solidFill>
                <a:schemeClr val="tx1"/>
              </a:solidFill>
            </a:endParaRPr>
          </a:p>
        </p:txBody>
      </p:sp>
      <p:sp>
        <p:nvSpPr>
          <p:cNvPr id="36" name="Rectangle 35">
            <a:extLst>
              <a:ext uri="{FF2B5EF4-FFF2-40B4-BE49-F238E27FC236}">
                <a16:creationId xmlns:a16="http://schemas.microsoft.com/office/drawing/2014/main" id="{968AB2A5-4549-CC15-2BB1-BF4D4D77EE27}"/>
              </a:ext>
            </a:extLst>
          </p:cNvPr>
          <p:cNvSpPr/>
          <p:nvPr/>
        </p:nvSpPr>
        <p:spPr>
          <a:xfrm>
            <a:off x="4325181" y="5658295"/>
            <a:ext cx="2372729" cy="8845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5725" indent="-85725">
              <a:spcBef>
                <a:spcPts val="100"/>
              </a:spcBef>
              <a:spcAft>
                <a:spcPts val="100"/>
              </a:spcAft>
              <a:buFont typeface="Arial" panose="020B0604020202020204" pitchFamily="34" charset="0"/>
              <a:buChar char="•"/>
            </a:pPr>
            <a:r>
              <a:rPr lang="en-US" sz="1200" kern="0" dirty="0">
                <a:solidFill>
                  <a:schemeClr val="tx1"/>
                </a:solidFill>
              </a:rPr>
              <a:t>Venture Capital (VC) Firms</a:t>
            </a:r>
          </a:p>
          <a:p>
            <a:pPr marL="85725" indent="-85725">
              <a:spcBef>
                <a:spcPts val="100"/>
              </a:spcBef>
              <a:spcAft>
                <a:spcPts val="100"/>
              </a:spcAft>
              <a:buFont typeface="Arial" panose="020B0604020202020204" pitchFamily="34" charset="0"/>
              <a:buChar char="•"/>
            </a:pPr>
            <a:r>
              <a:rPr lang="en-US" sz="1200" kern="0" dirty="0">
                <a:solidFill>
                  <a:schemeClr val="tx1"/>
                </a:solidFill>
              </a:rPr>
              <a:t>Government Grants and Subsidies</a:t>
            </a:r>
          </a:p>
          <a:p>
            <a:pPr marL="85725" indent="-85725">
              <a:spcBef>
                <a:spcPts val="100"/>
              </a:spcBef>
              <a:spcAft>
                <a:spcPts val="100"/>
              </a:spcAft>
              <a:buFont typeface="Arial" panose="020B0604020202020204" pitchFamily="34" charset="0"/>
              <a:buChar char="•"/>
            </a:pPr>
            <a:r>
              <a:rPr lang="en-US" sz="1200" kern="0" dirty="0">
                <a:solidFill>
                  <a:schemeClr val="tx1"/>
                </a:solidFill>
              </a:rPr>
              <a:t>Corporate Investors</a:t>
            </a:r>
            <a:endParaRPr lang="en-US" sz="1200" dirty="0">
              <a:solidFill>
                <a:schemeClr val="tx1"/>
              </a:solidFill>
            </a:endParaRPr>
          </a:p>
        </p:txBody>
      </p:sp>
      <p:sp>
        <p:nvSpPr>
          <p:cNvPr id="37" name="Rectangle 36">
            <a:extLst>
              <a:ext uri="{FF2B5EF4-FFF2-40B4-BE49-F238E27FC236}">
                <a16:creationId xmlns:a16="http://schemas.microsoft.com/office/drawing/2014/main" id="{34A9D53E-6419-BD9B-CDE9-0382C9AE4B52}"/>
              </a:ext>
            </a:extLst>
          </p:cNvPr>
          <p:cNvSpPr/>
          <p:nvPr/>
        </p:nvSpPr>
        <p:spPr>
          <a:xfrm>
            <a:off x="6762983" y="2992736"/>
            <a:ext cx="2372729" cy="18708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5725" indent="-85725">
              <a:spcBef>
                <a:spcPts val="100"/>
              </a:spcBef>
              <a:spcAft>
                <a:spcPts val="100"/>
              </a:spcAft>
              <a:buFont typeface="Arial" panose="020B0604020202020204" pitchFamily="34" charset="0"/>
              <a:buChar char="•"/>
            </a:pPr>
            <a:r>
              <a:rPr lang="en-US" sz="1200" kern="0" dirty="0">
                <a:solidFill>
                  <a:schemeClr val="tx1"/>
                </a:solidFill>
              </a:rPr>
              <a:t>Fine tune business model and business plan</a:t>
            </a:r>
          </a:p>
          <a:p>
            <a:pPr marL="85725" indent="-85725">
              <a:spcBef>
                <a:spcPts val="100"/>
              </a:spcBef>
              <a:spcAft>
                <a:spcPts val="100"/>
              </a:spcAft>
              <a:buFont typeface="Arial" panose="020B0604020202020204" pitchFamily="34" charset="0"/>
              <a:buChar char="•"/>
            </a:pPr>
            <a:r>
              <a:rPr lang="en-US" sz="1200" kern="0" dirty="0">
                <a:solidFill>
                  <a:schemeClr val="tx1"/>
                </a:solidFill>
              </a:rPr>
              <a:t>Raise additional funding</a:t>
            </a:r>
          </a:p>
          <a:p>
            <a:pPr marL="85725" indent="-85725">
              <a:spcBef>
                <a:spcPts val="100"/>
              </a:spcBef>
              <a:spcAft>
                <a:spcPts val="100"/>
              </a:spcAft>
              <a:buFont typeface="Arial" panose="020B0604020202020204" pitchFamily="34" charset="0"/>
              <a:buChar char="•"/>
            </a:pPr>
            <a:r>
              <a:rPr lang="en-US" sz="1200" kern="0" dirty="0">
                <a:solidFill>
                  <a:schemeClr val="tx1"/>
                </a:solidFill>
              </a:rPr>
              <a:t>Scale operations</a:t>
            </a:r>
          </a:p>
          <a:p>
            <a:pPr marL="85725" indent="-85725">
              <a:spcBef>
                <a:spcPts val="100"/>
              </a:spcBef>
              <a:spcAft>
                <a:spcPts val="100"/>
              </a:spcAft>
              <a:buFont typeface="Arial" panose="020B0604020202020204" pitchFamily="34" charset="0"/>
              <a:buChar char="•"/>
            </a:pPr>
            <a:r>
              <a:rPr lang="en-US" sz="1200" kern="0" dirty="0">
                <a:solidFill>
                  <a:schemeClr val="tx1"/>
                </a:solidFill>
              </a:rPr>
              <a:t>Expand market reach</a:t>
            </a:r>
          </a:p>
          <a:p>
            <a:pPr marL="85725" indent="-85725">
              <a:spcBef>
                <a:spcPts val="100"/>
              </a:spcBef>
              <a:spcAft>
                <a:spcPts val="100"/>
              </a:spcAft>
              <a:buFont typeface="Arial" panose="020B0604020202020204" pitchFamily="34" charset="0"/>
              <a:buChar char="•"/>
            </a:pPr>
            <a:r>
              <a:rPr lang="en-US" sz="1200" kern="0" dirty="0">
                <a:solidFill>
                  <a:schemeClr val="tx1"/>
                </a:solidFill>
              </a:rPr>
              <a:t>Optimize processes</a:t>
            </a:r>
          </a:p>
          <a:p>
            <a:pPr marL="85725" indent="-85725">
              <a:spcBef>
                <a:spcPts val="100"/>
              </a:spcBef>
              <a:spcAft>
                <a:spcPts val="100"/>
              </a:spcAft>
              <a:buFont typeface="Arial" panose="020B0604020202020204" pitchFamily="34" charset="0"/>
              <a:buChar char="•"/>
            </a:pPr>
            <a:r>
              <a:rPr lang="en-US" sz="1200" kern="0" dirty="0">
                <a:solidFill>
                  <a:schemeClr val="tx1"/>
                </a:solidFill>
              </a:rPr>
              <a:t>Strengthening the brand</a:t>
            </a:r>
          </a:p>
          <a:p>
            <a:pPr marL="85725" indent="-85725">
              <a:spcBef>
                <a:spcPts val="100"/>
              </a:spcBef>
              <a:spcAft>
                <a:spcPts val="100"/>
              </a:spcAft>
              <a:buFont typeface="Arial" panose="020B0604020202020204" pitchFamily="34" charset="0"/>
              <a:buChar char="•"/>
            </a:pPr>
            <a:r>
              <a:rPr lang="en-US" sz="1200" kern="0" dirty="0">
                <a:solidFill>
                  <a:schemeClr val="tx1"/>
                </a:solidFill>
              </a:rPr>
              <a:t>Build strategic partnerships</a:t>
            </a:r>
          </a:p>
        </p:txBody>
      </p:sp>
      <p:sp>
        <p:nvSpPr>
          <p:cNvPr id="38" name="Rectangle 37">
            <a:extLst>
              <a:ext uri="{FF2B5EF4-FFF2-40B4-BE49-F238E27FC236}">
                <a16:creationId xmlns:a16="http://schemas.microsoft.com/office/drawing/2014/main" id="{D60889D1-5385-886E-941D-426D3D3E026B}"/>
              </a:ext>
            </a:extLst>
          </p:cNvPr>
          <p:cNvSpPr/>
          <p:nvPr/>
        </p:nvSpPr>
        <p:spPr>
          <a:xfrm>
            <a:off x="6762983" y="4906245"/>
            <a:ext cx="2372729" cy="37540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5725" indent="-85725">
              <a:spcBef>
                <a:spcPts val="100"/>
              </a:spcBef>
              <a:spcAft>
                <a:spcPts val="100"/>
              </a:spcAft>
              <a:buFont typeface="Arial" panose="020B0604020202020204" pitchFamily="34" charset="0"/>
              <a:buChar char="•"/>
            </a:pPr>
            <a:endParaRPr lang="en-US" sz="1200" dirty="0">
              <a:solidFill>
                <a:schemeClr val="tx1"/>
              </a:solidFill>
            </a:endParaRPr>
          </a:p>
        </p:txBody>
      </p:sp>
      <p:sp>
        <p:nvSpPr>
          <p:cNvPr id="39" name="Rectangle 38">
            <a:extLst>
              <a:ext uri="{FF2B5EF4-FFF2-40B4-BE49-F238E27FC236}">
                <a16:creationId xmlns:a16="http://schemas.microsoft.com/office/drawing/2014/main" id="{6CFD3825-AF43-7CB4-AE2A-827A93CAF567}"/>
              </a:ext>
            </a:extLst>
          </p:cNvPr>
          <p:cNvSpPr/>
          <p:nvPr/>
        </p:nvSpPr>
        <p:spPr>
          <a:xfrm>
            <a:off x="6762983" y="5658295"/>
            <a:ext cx="2372729" cy="8845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5725" indent="-85725">
              <a:spcBef>
                <a:spcPts val="100"/>
              </a:spcBef>
              <a:spcAft>
                <a:spcPts val="100"/>
              </a:spcAft>
              <a:buFont typeface="Arial" panose="020B0604020202020204" pitchFamily="34" charset="0"/>
              <a:buChar char="•"/>
            </a:pPr>
            <a:r>
              <a:rPr lang="en-US" sz="1200" kern="0" dirty="0">
                <a:solidFill>
                  <a:schemeClr val="tx1"/>
                </a:solidFill>
              </a:rPr>
              <a:t>Later-stage Venture Capital</a:t>
            </a:r>
          </a:p>
          <a:p>
            <a:pPr marL="85725" indent="-85725">
              <a:spcBef>
                <a:spcPts val="100"/>
              </a:spcBef>
              <a:spcAft>
                <a:spcPts val="100"/>
              </a:spcAft>
              <a:buFont typeface="Arial" panose="020B0604020202020204" pitchFamily="34" charset="0"/>
              <a:buChar char="•"/>
            </a:pPr>
            <a:r>
              <a:rPr lang="en-US" sz="1200" kern="0" dirty="0">
                <a:solidFill>
                  <a:schemeClr val="tx1"/>
                </a:solidFill>
              </a:rPr>
              <a:t>Private Equity</a:t>
            </a:r>
          </a:p>
          <a:p>
            <a:pPr marL="85725" indent="-85725">
              <a:spcBef>
                <a:spcPts val="100"/>
              </a:spcBef>
              <a:spcAft>
                <a:spcPts val="100"/>
              </a:spcAft>
              <a:buFont typeface="Arial" panose="020B0604020202020204" pitchFamily="34" charset="0"/>
              <a:buChar char="•"/>
            </a:pPr>
            <a:r>
              <a:rPr lang="en-US" sz="1200" kern="0" dirty="0">
                <a:solidFill>
                  <a:schemeClr val="tx1"/>
                </a:solidFill>
              </a:rPr>
              <a:t>Debt Financing</a:t>
            </a:r>
          </a:p>
          <a:p>
            <a:pPr marL="85725" indent="-85725">
              <a:spcBef>
                <a:spcPts val="100"/>
              </a:spcBef>
              <a:spcAft>
                <a:spcPts val="100"/>
              </a:spcAft>
              <a:buFont typeface="Arial" panose="020B0604020202020204" pitchFamily="34" charset="0"/>
              <a:buChar char="•"/>
            </a:pPr>
            <a:r>
              <a:rPr lang="en-US" sz="1200" kern="0" dirty="0">
                <a:solidFill>
                  <a:schemeClr val="tx1"/>
                </a:solidFill>
              </a:rPr>
              <a:t>Strategic Partnerships</a:t>
            </a:r>
            <a:endParaRPr lang="en-US" sz="1200" dirty="0">
              <a:solidFill>
                <a:schemeClr val="tx1"/>
              </a:solidFill>
            </a:endParaRPr>
          </a:p>
        </p:txBody>
      </p:sp>
      <p:sp>
        <p:nvSpPr>
          <p:cNvPr id="40" name="Rectangle 39">
            <a:extLst>
              <a:ext uri="{FF2B5EF4-FFF2-40B4-BE49-F238E27FC236}">
                <a16:creationId xmlns:a16="http://schemas.microsoft.com/office/drawing/2014/main" id="{615C441B-ACE6-7147-465E-B6ECE0E473BD}"/>
              </a:ext>
            </a:extLst>
          </p:cNvPr>
          <p:cNvSpPr/>
          <p:nvPr/>
        </p:nvSpPr>
        <p:spPr>
          <a:xfrm>
            <a:off x="9200785" y="2992736"/>
            <a:ext cx="2372729" cy="18708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5725" indent="-85725">
              <a:spcBef>
                <a:spcPts val="100"/>
              </a:spcBef>
              <a:spcAft>
                <a:spcPts val="100"/>
              </a:spcAft>
              <a:buFont typeface="Arial" panose="020B0604020202020204" pitchFamily="34" charset="0"/>
              <a:buChar char="•"/>
            </a:pPr>
            <a:r>
              <a:rPr lang="en-US" sz="1200" kern="0" dirty="0">
                <a:solidFill>
                  <a:schemeClr val="tx1"/>
                </a:solidFill>
              </a:rPr>
              <a:t>Develop an exit strategy</a:t>
            </a:r>
          </a:p>
          <a:p>
            <a:pPr marL="85725" indent="-85725">
              <a:spcBef>
                <a:spcPts val="100"/>
              </a:spcBef>
              <a:spcAft>
                <a:spcPts val="100"/>
              </a:spcAft>
              <a:buFont typeface="Arial" panose="020B0604020202020204" pitchFamily="34" charset="0"/>
              <a:buChar char="•"/>
            </a:pPr>
            <a:r>
              <a:rPr lang="en-US" sz="1200" kern="0" dirty="0">
                <a:solidFill>
                  <a:schemeClr val="tx1"/>
                </a:solidFill>
              </a:rPr>
              <a:t>Ensure all legal and regulatory requirements are met</a:t>
            </a:r>
          </a:p>
          <a:p>
            <a:pPr marL="85725" indent="-85725">
              <a:spcBef>
                <a:spcPts val="100"/>
              </a:spcBef>
              <a:spcAft>
                <a:spcPts val="100"/>
              </a:spcAft>
              <a:buFont typeface="Arial" panose="020B0604020202020204" pitchFamily="34" charset="0"/>
              <a:buChar char="•"/>
            </a:pPr>
            <a:r>
              <a:rPr lang="en-US" sz="1200" kern="0" dirty="0">
                <a:solidFill>
                  <a:schemeClr val="tx1"/>
                </a:solidFill>
              </a:rPr>
              <a:t>Build hype and visibility around the company's exit</a:t>
            </a:r>
          </a:p>
          <a:p>
            <a:pPr marL="85725" indent="-85725">
              <a:spcBef>
                <a:spcPts val="100"/>
              </a:spcBef>
              <a:spcAft>
                <a:spcPts val="100"/>
              </a:spcAft>
              <a:buFont typeface="Arial" panose="020B0604020202020204" pitchFamily="34" charset="0"/>
              <a:buChar char="•"/>
            </a:pPr>
            <a:r>
              <a:rPr lang="en-US" sz="1200" kern="0" dirty="0">
                <a:solidFill>
                  <a:schemeClr val="tx1"/>
                </a:solidFill>
              </a:rPr>
              <a:t>Finalize the exit</a:t>
            </a:r>
            <a:endParaRPr lang="en-US" sz="1200" dirty="0">
              <a:solidFill>
                <a:schemeClr val="tx1"/>
              </a:solidFill>
            </a:endParaRPr>
          </a:p>
        </p:txBody>
      </p:sp>
      <p:sp>
        <p:nvSpPr>
          <p:cNvPr id="41" name="Rectangle 40">
            <a:extLst>
              <a:ext uri="{FF2B5EF4-FFF2-40B4-BE49-F238E27FC236}">
                <a16:creationId xmlns:a16="http://schemas.microsoft.com/office/drawing/2014/main" id="{2B039600-8F43-A204-DD43-158B2D1AFF06}"/>
              </a:ext>
            </a:extLst>
          </p:cNvPr>
          <p:cNvSpPr/>
          <p:nvPr/>
        </p:nvSpPr>
        <p:spPr>
          <a:xfrm>
            <a:off x="9200785" y="4906245"/>
            <a:ext cx="2372729" cy="37540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5725" indent="-85725">
              <a:spcBef>
                <a:spcPts val="100"/>
              </a:spcBef>
              <a:spcAft>
                <a:spcPts val="100"/>
              </a:spcAft>
              <a:buFont typeface="Arial" panose="020B0604020202020204" pitchFamily="34" charset="0"/>
              <a:buChar char="•"/>
            </a:pPr>
            <a:endParaRPr lang="en-US" sz="1200" dirty="0">
              <a:solidFill>
                <a:schemeClr val="tx1"/>
              </a:solidFill>
            </a:endParaRPr>
          </a:p>
        </p:txBody>
      </p:sp>
      <p:sp>
        <p:nvSpPr>
          <p:cNvPr id="42" name="Rectangle 41">
            <a:extLst>
              <a:ext uri="{FF2B5EF4-FFF2-40B4-BE49-F238E27FC236}">
                <a16:creationId xmlns:a16="http://schemas.microsoft.com/office/drawing/2014/main" id="{C16B43AB-10B7-8980-6E12-C7ED2779DA0B}"/>
              </a:ext>
            </a:extLst>
          </p:cNvPr>
          <p:cNvSpPr/>
          <p:nvPr/>
        </p:nvSpPr>
        <p:spPr>
          <a:xfrm>
            <a:off x="9200785" y="5658295"/>
            <a:ext cx="2372729" cy="8845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5725" indent="-85725">
              <a:spcBef>
                <a:spcPts val="100"/>
              </a:spcBef>
              <a:spcAft>
                <a:spcPts val="100"/>
              </a:spcAft>
              <a:buFont typeface="Arial" panose="020B0604020202020204" pitchFamily="34" charset="0"/>
              <a:buChar char="•"/>
            </a:pPr>
            <a:r>
              <a:rPr lang="en-US" sz="1200" kern="0" dirty="0">
                <a:solidFill>
                  <a:schemeClr val="tx1"/>
                </a:solidFill>
              </a:rPr>
              <a:t>Initial Public Offering (IPO)</a:t>
            </a:r>
          </a:p>
          <a:p>
            <a:pPr marL="85725" indent="-85725">
              <a:spcBef>
                <a:spcPts val="100"/>
              </a:spcBef>
              <a:spcAft>
                <a:spcPts val="100"/>
              </a:spcAft>
              <a:buFont typeface="Arial" panose="020B0604020202020204" pitchFamily="34" charset="0"/>
              <a:buChar char="•"/>
            </a:pPr>
            <a:r>
              <a:rPr lang="en-US" sz="1200" kern="0" dirty="0">
                <a:solidFill>
                  <a:schemeClr val="tx1"/>
                </a:solidFill>
              </a:rPr>
              <a:t>Acquisition</a:t>
            </a:r>
          </a:p>
        </p:txBody>
      </p:sp>
      <p:sp>
        <p:nvSpPr>
          <p:cNvPr id="43" name="Rectangle 42">
            <a:extLst>
              <a:ext uri="{FF2B5EF4-FFF2-40B4-BE49-F238E27FC236}">
                <a16:creationId xmlns:a16="http://schemas.microsoft.com/office/drawing/2014/main" id="{5D196563-C1A8-9531-0398-A4791CE01E71}"/>
              </a:ext>
            </a:extLst>
          </p:cNvPr>
          <p:cNvSpPr/>
          <p:nvPr/>
        </p:nvSpPr>
        <p:spPr>
          <a:xfrm>
            <a:off x="618486" y="2992735"/>
            <a:ext cx="1224000" cy="187081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kern="0" dirty="0">
                <a:solidFill>
                  <a:schemeClr val="tx1"/>
                </a:solidFill>
              </a:rPr>
              <a:t>Key Activities</a:t>
            </a:r>
            <a:endParaRPr lang="en-US" sz="1600" b="1" dirty="0">
              <a:solidFill>
                <a:schemeClr val="tx1"/>
              </a:solidFill>
            </a:endParaRPr>
          </a:p>
        </p:txBody>
      </p:sp>
      <p:sp>
        <p:nvSpPr>
          <p:cNvPr id="44" name="Rectangle 43">
            <a:extLst>
              <a:ext uri="{FF2B5EF4-FFF2-40B4-BE49-F238E27FC236}">
                <a16:creationId xmlns:a16="http://schemas.microsoft.com/office/drawing/2014/main" id="{AFA73F7A-0B1E-4143-2378-12C714FD27B1}"/>
              </a:ext>
            </a:extLst>
          </p:cNvPr>
          <p:cNvSpPr/>
          <p:nvPr/>
        </p:nvSpPr>
        <p:spPr>
          <a:xfrm>
            <a:off x="618486" y="4906245"/>
            <a:ext cx="1224000" cy="37540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kern="0" dirty="0">
                <a:solidFill>
                  <a:schemeClr val="tx1"/>
                </a:solidFill>
              </a:rPr>
              <a:t>Revenue</a:t>
            </a:r>
            <a:endParaRPr lang="en-US" sz="1600" b="1" dirty="0">
              <a:solidFill>
                <a:schemeClr val="tx1"/>
              </a:solidFill>
            </a:endParaRPr>
          </a:p>
        </p:txBody>
      </p:sp>
      <p:sp>
        <p:nvSpPr>
          <p:cNvPr id="45" name="Rectangle 44">
            <a:extLst>
              <a:ext uri="{FF2B5EF4-FFF2-40B4-BE49-F238E27FC236}">
                <a16:creationId xmlns:a16="http://schemas.microsoft.com/office/drawing/2014/main" id="{0A335735-38E2-5398-15E2-139FC852402F}"/>
              </a:ext>
            </a:extLst>
          </p:cNvPr>
          <p:cNvSpPr/>
          <p:nvPr/>
        </p:nvSpPr>
        <p:spPr>
          <a:xfrm>
            <a:off x="618486" y="5658296"/>
            <a:ext cx="1224000" cy="88459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kern="0" dirty="0">
                <a:solidFill>
                  <a:schemeClr val="tx1"/>
                </a:solidFill>
              </a:rPr>
              <a:t>Source of Capital</a:t>
            </a:r>
            <a:endParaRPr lang="en-US" sz="1600" b="1" dirty="0">
              <a:solidFill>
                <a:schemeClr val="tx1"/>
              </a:solidFill>
            </a:endParaRPr>
          </a:p>
        </p:txBody>
      </p:sp>
      <p:sp>
        <p:nvSpPr>
          <p:cNvPr id="46" name="Rectangle 45">
            <a:extLst>
              <a:ext uri="{FF2B5EF4-FFF2-40B4-BE49-F238E27FC236}">
                <a16:creationId xmlns:a16="http://schemas.microsoft.com/office/drawing/2014/main" id="{C7669DD2-E0AF-0480-96DC-870BE28DDAB6}"/>
              </a:ext>
            </a:extLst>
          </p:cNvPr>
          <p:cNvSpPr/>
          <p:nvPr/>
        </p:nvSpPr>
        <p:spPr>
          <a:xfrm>
            <a:off x="1887379" y="5328894"/>
            <a:ext cx="2372729" cy="2867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5725" indent="-85725">
              <a:spcBef>
                <a:spcPts val="100"/>
              </a:spcBef>
              <a:spcAft>
                <a:spcPts val="100"/>
              </a:spcAft>
              <a:buFont typeface="Arial" panose="020B0604020202020204" pitchFamily="34" charset="0"/>
              <a:buChar char="•"/>
            </a:pPr>
            <a:r>
              <a:rPr lang="en-US" sz="1200" kern="0" dirty="0">
                <a:solidFill>
                  <a:schemeClr val="tx1"/>
                </a:solidFill>
              </a:rPr>
              <a:t>No profit</a:t>
            </a:r>
            <a:endParaRPr lang="en-US" sz="1200" dirty="0">
              <a:solidFill>
                <a:schemeClr val="tx1"/>
              </a:solidFill>
            </a:endParaRPr>
          </a:p>
        </p:txBody>
      </p:sp>
      <p:sp>
        <p:nvSpPr>
          <p:cNvPr id="47" name="Rectangle 46">
            <a:extLst>
              <a:ext uri="{FF2B5EF4-FFF2-40B4-BE49-F238E27FC236}">
                <a16:creationId xmlns:a16="http://schemas.microsoft.com/office/drawing/2014/main" id="{30988152-E36B-F968-A05B-2B2800D8073E}"/>
              </a:ext>
            </a:extLst>
          </p:cNvPr>
          <p:cNvSpPr/>
          <p:nvPr/>
        </p:nvSpPr>
        <p:spPr>
          <a:xfrm>
            <a:off x="4325181" y="5328894"/>
            <a:ext cx="2372729" cy="2867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5725" indent="-85725">
              <a:spcBef>
                <a:spcPts val="100"/>
              </a:spcBef>
              <a:spcAft>
                <a:spcPts val="100"/>
              </a:spcAft>
              <a:buFont typeface="Arial" panose="020B0604020202020204" pitchFamily="34" charset="0"/>
              <a:buChar char="•"/>
            </a:pPr>
            <a:r>
              <a:rPr lang="en-US" sz="1200" kern="0" dirty="0">
                <a:solidFill>
                  <a:schemeClr val="tx1"/>
                </a:solidFill>
              </a:rPr>
              <a:t>No profit</a:t>
            </a:r>
            <a:endParaRPr lang="en-US" sz="1200" dirty="0">
              <a:solidFill>
                <a:schemeClr val="tx1"/>
              </a:solidFill>
            </a:endParaRPr>
          </a:p>
        </p:txBody>
      </p:sp>
      <p:sp>
        <p:nvSpPr>
          <p:cNvPr id="48" name="Rectangle 47">
            <a:extLst>
              <a:ext uri="{FF2B5EF4-FFF2-40B4-BE49-F238E27FC236}">
                <a16:creationId xmlns:a16="http://schemas.microsoft.com/office/drawing/2014/main" id="{A1AC20E6-915E-D141-17E4-641EC9D932B9}"/>
              </a:ext>
            </a:extLst>
          </p:cNvPr>
          <p:cNvSpPr/>
          <p:nvPr/>
        </p:nvSpPr>
        <p:spPr>
          <a:xfrm>
            <a:off x="6762983" y="5328894"/>
            <a:ext cx="2372729" cy="2867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5725" indent="-85725">
              <a:spcBef>
                <a:spcPts val="100"/>
              </a:spcBef>
              <a:spcAft>
                <a:spcPts val="100"/>
              </a:spcAft>
              <a:buFont typeface="Arial" panose="020B0604020202020204" pitchFamily="34" charset="0"/>
              <a:buChar char="•"/>
            </a:pPr>
            <a:r>
              <a:rPr lang="en-US" sz="1200" kern="0" dirty="0">
                <a:solidFill>
                  <a:schemeClr val="tx1"/>
                </a:solidFill>
              </a:rPr>
              <a:t>Sometimes profitable</a:t>
            </a:r>
            <a:endParaRPr lang="en-US" sz="1200" dirty="0">
              <a:solidFill>
                <a:schemeClr val="tx1"/>
              </a:solidFill>
            </a:endParaRPr>
          </a:p>
        </p:txBody>
      </p:sp>
      <p:sp>
        <p:nvSpPr>
          <p:cNvPr id="49" name="Rectangle 48">
            <a:extLst>
              <a:ext uri="{FF2B5EF4-FFF2-40B4-BE49-F238E27FC236}">
                <a16:creationId xmlns:a16="http://schemas.microsoft.com/office/drawing/2014/main" id="{99A5FE18-D008-96CE-3265-3F8BB121C534}"/>
              </a:ext>
            </a:extLst>
          </p:cNvPr>
          <p:cNvSpPr/>
          <p:nvPr/>
        </p:nvSpPr>
        <p:spPr>
          <a:xfrm>
            <a:off x="9200785" y="5328894"/>
            <a:ext cx="2372729" cy="2867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5725" indent="-85725">
              <a:spcBef>
                <a:spcPts val="100"/>
              </a:spcBef>
              <a:spcAft>
                <a:spcPts val="100"/>
              </a:spcAft>
              <a:buFont typeface="Arial" panose="020B0604020202020204" pitchFamily="34" charset="0"/>
              <a:buChar char="•"/>
            </a:pPr>
            <a:r>
              <a:rPr lang="en-US" sz="1200" kern="0" dirty="0">
                <a:solidFill>
                  <a:schemeClr val="tx1"/>
                </a:solidFill>
              </a:rPr>
              <a:t>Often profitable</a:t>
            </a:r>
            <a:endParaRPr lang="en-US" sz="1200" dirty="0">
              <a:solidFill>
                <a:schemeClr val="tx1"/>
              </a:solidFill>
            </a:endParaRPr>
          </a:p>
        </p:txBody>
      </p:sp>
      <p:sp>
        <p:nvSpPr>
          <p:cNvPr id="50" name="Rectangle 49">
            <a:extLst>
              <a:ext uri="{FF2B5EF4-FFF2-40B4-BE49-F238E27FC236}">
                <a16:creationId xmlns:a16="http://schemas.microsoft.com/office/drawing/2014/main" id="{FB0C4EEF-60E8-66EC-0BE6-1588D636D182}"/>
              </a:ext>
            </a:extLst>
          </p:cNvPr>
          <p:cNvSpPr/>
          <p:nvPr/>
        </p:nvSpPr>
        <p:spPr>
          <a:xfrm>
            <a:off x="618486" y="5328894"/>
            <a:ext cx="1224000" cy="28670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kern="0" dirty="0">
                <a:solidFill>
                  <a:schemeClr val="tx1"/>
                </a:solidFill>
              </a:rPr>
              <a:t>Profit</a:t>
            </a:r>
            <a:endParaRPr lang="en-US" sz="1600" b="1" dirty="0">
              <a:solidFill>
                <a:schemeClr val="tx1"/>
              </a:solidFill>
            </a:endParaRPr>
          </a:p>
        </p:txBody>
      </p:sp>
      <p:grpSp>
        <p:nvGrpSpPr>
          <p:cNvPr id="51" name="Group 50">
            <a:extLst>
              <a:ext uri="{FF2B5EF4-FFF2-40B4-BE49-F238E27FC236}">
                <a16:creationId xmlns:a16="http://schemas.microsoft.com/office/drawing/2014/main" id="{29E45644-4D93-6303-0F63-16FDD29BAA17}"/>
              </a:ext>
            </a:extLst>
          </p:cNvPr>
          <p:cNvGrpSpPr>
            <a:grpSpLocks/>
          </p:cNvGrpSpPr>
          <p:nvPr>
            <p:custDataLst>
              <p:tags r:id="rId2"/>
            </p:custDataLst>
          </p:nvPr>
        </p:nvGrpSpPr>
        <p:grpSpPr>
          <a:xfrm>
            <a:off x="2913643" y="4951870"/>
            <a:ext cx="273051" cy="273051"/>
            <a:chOff x="2881744" y="4962503"/>
            <a:chExt cx="273051" cy="273051"/>
          </a:xfrm>
        </p:grpSpPr>
        <p:sp>
          <p:nvSpPr>
            <p:cNvPr id="53" name="Ellipse 223">
              <a:extLst>
                <a:ext uri="{FF2B5EF4-FFF2-40B4-BE49-F238E27FC236}">
                  <a16:creationId xmlns:a16="http://schemas.microsoft.com/office/drawing/2014/main" id="{BF12EF8E-82D1-A651-E778-B8F3971EB333}"/>
                </a:ext>
              </a:extLst>
            </p:cNvPr>
            <p:cNvSpPr/>
            <p:nvPr>
              <p:custDataLst>
                <p:tags r:id="rId39"/>
              </p:custDataLst>
            </p:nvPr>
          </p:nvSpPr>
          <p:spPr bwMode="auto">
            <a:xfrm>
              <a:off x="2881745" y="4962504"/>
              <a:ext cx="273050" cy="27305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grpSp>
          <p:nvGrpSpPr>
            <p:cNvPr id="54" name="Group 53" hidden="1">
              <a:extLst>
                <a:ext uri="{FF2B5EF4-FFF2-40B4-BE49-F238E27FC236}">
                  <a16:creationId xmlns:a16="http://schemas.microsoft.com/office/drawing/2014/main" id="{0B280434-EE7F-8865-06CD-1BA3FFC98777}"/>
                </a:ext>
              </a:extLst>
            </p:cNvPr>
            <p:cNvGrpSpPr/>
            <p:nvPr>
              <p:custDataLst>
                <p:tags r:id="rId40"/>
              </p:custDataLst>
            </p:nvPr>
          </p:nvGrpSpPr>
          <p:grpSpPr>
            <a:xfrm>
              <a:off x="2881744" y="4962504"/>
              <a:ext cx="273051" cy="273050"/>
              <a:chOff x="712787" y="1611312"/>
              <a:chExt cx="273051" cy="273050"/>
            </a:xfrm>
          </p:grpSpPr>
          <p:sp>
            <p:nvSpPr>
              <p:cNvPr id="63" name="Ellipse 224" hidden="1">
                <a:extLst>
                  <a:ext uri="{FF2B5EF4-FFF2-40B4-BE49-F238E27FC236}">
                    <a16:creationId xmlns:a16="http://schemas.microsoft.com/office/drawing/2014/main" id="{B38EC2DD-C24B-89AF-D607-209535C6CCAE}"/>
                  </a:ext>
                </a:extLst>
              </p:cNvPr>
              <p:cNvSpPr/>
              <p:nvPr>
                <p:custDataLst>
                  <p:tags r:id="rId48"/>
                </p:custDataLst>
              </p:nvPr>
            </p:nvSpPr>
            <p:spPr bwMode="auto">
              <a:xfrm>
                <a:off x="712787" y="1611312"/>
                <a:ext cx="273050" cy="27305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sp>
            <p:nvSpPr>
              <p:cNvPr id="64" name="Bue 225" hidden="1">
                <a:extLst>
                  <a:ext uri="{FF2B5EF4-FFF2-40B4-BE49-F238E27FC236}">
                    <a16:creationId xmlns:a16="http://schemas.microsoft.com/office/drawing/2014/main" id="{EA86EC33-7BFE-DE73-ACFB-A6217233FB37}"/>
                  </a:ext>
                </a:extLst>
              </p:cNvPr>
              <p:cNvSpPr/>
              <p:nvPr>
                <p:custDataLst>
                  <p:tags r:id="rId49"/>
                </p:custDataLst>
              </p:nvPr>
            </p:nvSpPr>
            <p:spPr bwMode="gray">
              <a:xfrm>
                <a:off x="712788" y="1611312"/>
                <a:ext cx="273050" cy="273050"/>
              </a:xfrm>
              <a:prstGeom prst="arc">
                <a:avLst>
                  <a:gd name="adj1" fmla="val 16200000"/>
                  <a:gd name="adj2" fmla="val 0"/>
                </a:avLst>
              </a:prstGeom>
              <a:solidFill>
                <a:schemeClr val="tx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grpSp>
        <p:grpSp>
          <p:nvGrpSpPr>
            <p:cNvPr id="55" name="Group 54" hidden="1">
              <a:extLst>
                <a:ext uri="{FF2B5EF4-FFF2-40B4-BE49-F238E27FC236}">
                  <a16:creationId xmlns:a16="http://schemas.microsoft.com/office/drawing/2014/main" id="{6C13F9C3-76A7-B846-ED75-5EF6F854B003}"/>
                </a:ext>
              </a:extLst>
            </p:cNvPr>
            <p:cNvGrpSpPr/>
            <p:nvPr>
              <p:custDataLst>
                <p:tags r:id="rId41"/>
              </p:custDataLst>
            </p:nvPr>
          </p:nvGrpSpPr>
          <p:grpSpPr>
            <a:xfrm>
              <a:off x="2881744" y="4962503"/>
              <a:ext cx="273051" cy="273051"/>
              <a:chOff x="712787" y="2097086"/>
              <a:chExt cx="273051" cy="273051"/>
            </a:xfrm>
          </p:grpSpPr>
          <p:sp>
            <p:nvSpPr>
              <p:cNvPr id="60" name="Ellipse 226" hidden="1">
                <a:extLst>
                  <a:ext uri="{FF2B5EF4-FFF2-40B4-BE49-F238E27FC236}">
                    <a16:creationId xmlns:a16="http://schemas.microsoft.com/office/drawing/2014/main" id="{1F0B1136-AEC3-B30F-F8D5-3F6342E29460}"/>
                  </a:ext>
                </a:extLst>
              </p:cNvPr>
              <p:cNvSpPr/>
              <p:nvPr>
                <p:custDataLst>
                  <p:tags r:id="rId46"/>
                </p:custDataLst>
              </p:nvPr>
            </p:nvSpPr>
            <p:spPr bwMode="auto">
              <a:xfrm>
                <a:off x="712787" y="2097087"/>
                <a:ext cx="273050" cy="27305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sp>
            <p:nvSpPr>
              <p:cNvPr id="61" name="Bue 227" hidden="1">
                <a:extLst>
                  <a:ext uri="{FF2B5EF4-FFF2-40B4-BE49-F238E27FC236}">
                    <a16:creationId xmlns:a16="http://schemas.microsoft.com/office/drawing/2014/main" id="{9E773F56-15DD-0568-0FAF-8447F41E036D}"/>
                  </a:ext>
                </a:extLst>
              </p:cNvPr>
              <p:cNvSpPr/>
              <p:nvPr>
                <p:custDataLst>
                  <p:tags r:id="rId47"/>
                </p:custDataLst>
              </p:nvPr>
            </p:nvSpPr>
            <p:spPr bwMode="gray">
              <a:xfrm>
                <a:off x="712788" y="2097086"/>
                <a:ext cx="273050" cy="273050"/>
              </a:xfrm>
              <a:prstGeom prst="arc">
                <a:avLst>
                  <a:gd name="adj1" fmla="val 16200000"/>
                  <a:gd name="adj2" fmla="val 5400000"/>
                </a:avLst>
              </a:prstGeom>
              <a:solidFill>
                <a:schemeClr val="tx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grpSp>
        <p:grpSp>
          <p:nvGrpSpPr>
            <p:cNvPr id="56" name="Group 55" hidden="1">
              <a:extLst>
                <a:ext uri="{FF2B5EF4-FFF2-40B4-BE49-F238E27FC236}">
                  <a16:creationId xmlns:a16="http://schemas.microsoft.com/office/drawing/2014/main" id="{027A1D9C-B363-1FF6-DC1F-A8046DC94606}"/>
                </a:ext>
              </a:extLst>
            </p:cNvPr>
            <p:cNvGrpSpPr/>
            <p:nvPr>
              <p:custDataLst>
                <p:tags r:id="rId42"/>
              </p:custDataLst>
            </p:nvPr>
          </p:nvGrpSpPr>
          <p:grpSpPr>
            <a:xfrm>
              <a:off x="2881744" y="4962503"/>
              <a:ext cx="273051" cy="273051"/>
              <a:chOff x="712787" y="2582861"/>
              <a:chExt cx="273051" cy="273051"/>
            </a:xfrm>
          </p:grpSpPr>
          <p:sp>
            <p:nvSpPr>
              <p:cNvPr id="58" name="Ellipse 228" hidden="1">
                <a:extLst>
                  <a:ext uri="{FF2B5EF4-FFF2-40B4-BE49-F238E27FC236}">
                    <a16:creationId xmlns:a16="http://schemas.microsoft.com/office/drawing/2014/main" id="{08F159FF-3189-4D1D-6C1F-6C7F23E74442}"/>
                  </a:ext>
                </a:extLst>
              </p:cNvPr>
              <p:cNvSpPr/>
              <p:nvPr>
                <p:custDataLst>
                  <p:tags r:id="rId44"/>
                </p:custDataLst>
              </p:nvPr>
            </p:nvSpPr>
            <p:spPr bwMode="auto">
              <a:xfrm>
                <a:off x="712787" y="2582862"/>
                <a:ext cx="273050" cy="27305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sp>
            <p:nvSpPr>
              <p:cNvPr id="59" name="Bue 229" hidden="1">
                <a:extLst>
                  <a:ext uri="{FF2B5EF4-FFF2-40B4-BE49-F238E27FC236}">
                    <a16:creationId xmlns:a16="http://schemas.microsoft.com/office/drawing/2014/main" id="{E951CD60-8246-1119-71D4-EB52613F824D}"/>
                  </a:ext>
                </a:extLst>
              </p:cNvPr>
              <p:cNvSpPr/>
              <p:nvPr>
                <p:custDataLst>
                  <p:tags r:id="rId45"/>
                </p:custDataLst>
              </p:nvPr>
            </p:nvSpPr>
            <p:spPr bwMode="gray">
              <a:xfrm>
                <a:off x="712788" y="2582861"/>
                <a:ext cx="273050" cy="273050"/>
              </a:xfrm>
              <a:prstGeom prst="arc">
                <a:avLst>
                  <a:gd name="adj1" fmla="val 16200000"/>
                  <a:gd name="adj2" fmla="val 10800000"/>
                </a:avLst>
              </a:prstGeom>
              <a:solidFill>
                <a:schemeClr val="tx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grpSp>
        <p:sp>
          <p:nvSpPr>
            <p:cNvPr id="57" name="Ellipse 230" hidden="1">
              <a:extLst>
                <a:ext uri="{FF2B5EF4-FFF2-40B4-BE49-F238E27FC236}">
                  <a16:creationId xmlns:a16="http://schemas.microsoft.com/office/drawing/2014/main" id="{1CAD81B7-E72A-AC1C-827C-F72F05FA02D5}"/>
                </a:ext>
              </a:extLst>
            </p:cNvPr>
            <p:cNvSpPr/>
            <p:nvPr>
              <p:custDataLst>
                <p:tags r:id="rId43"/>
              </p:custDataLst>
            </p:nvPr>
          </p:nvSpPr>
          <p:spPr bwMode="auto">
            <a:xfrm>
              <a:off x="2881745" y="4962504"/>
              <a:ext cx="273050" cy="27305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grpSp>
      <p:grpSp>
        <p:nvGrpSpPr>
          <p:cNvPr id="65" name="Group 64">
            <a:extLst>
              <a:ext uri="{FF2B5EF4-FFF2-40B4-BE49-F238E27FC236}">
                <a16:creationId xmlns:a16="http://schemas.microsoft.com/office/drawing/2014/main" id="{6C73D1BB-47DE-9DC8-0191-318FCDA75274}"/>
              </a:ext>
            </a:extLst>
          </p:cNvPr>
          <p:cNvGrpSpPr>
            <a:grpSpLocks/>
          </p:cNvGrpSpPr>
          <p:nvPr>
            <p:custDataLst>
              <p:tags r:id="rId3"/>
            </p:custDataLst>
          </p:nvPr>
        </p:nvGrpSpPr>
        <p:grpSpPr>
          <a:xfrm>
            <a:off x="5384889" y="4951870"/>
            <a:ext cx="273051" cy="273051"/>
            <a:chOff x="5384889" y="4962503"/>
            <a:chExt cx="273051" cy="273051"/>
          </a:xfrm>
        </p:grpSpPr>
        <p:sp>
          <p:nvSpPr>
            <p:cNvPr id="67" name="Ellipse 223" hidden="1">
              <a:extLst>
                <a:ext uri="{FF2B5EF4-FFF2-40B4-BE49-F238E27FC236}">
                  <a16:creationId xmlns:a16="http://schemas.microsoft.com/office/drawing/2014/main" id="{8D8AD04A-854B-0870-DFC6-9BE2A9E1B492}"/>
                </a:ext>
              </a:extLst>
            </p:cNvPr>
            <p:cNvSpPr/>
            <p:nvPr>
              <p:custDataLst>
                <p:tags r:id="rId28"/>
              </p:custDataLst>
            </p:nvPr>
          </p:nvSpPr>
          <p:spPr bwMode="auto">
            <a:xfrm>
              <a:off x="5384890" y="4962504"/>
              <a:ext cx="273050" cy="27305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grpSp>
          <p:nvGrpSpPr>
            <p:cNvPr id="68" name="Group 67">
              <a:extLst>
                <a:ext uri="{FF2B5EF4-FFF2-40B4-BE49-F238E27FC236}">
                  <a16:creationId xmlns:a16="http://schemas.microsoft.com/office/drawing/2014/main" id="{50A7636D-1F22-8972-6A92-1198465E48C8}"/>
                </a:ext>
              </a:extLst>
            </p:cNvPr>
            <p:cNvGrpSpPr/>
            <p:nvPr>
              <p:custDataLst>
                <p:tags r:id="rId29"/>
              </p:custDataLst>
            </p:nvPr>
          </p:nvGrpSpPr>
          <p:grpSpPr>
            <a:xfrm>
              <a:off x="5384889" y="4962504"/>
              <a:ext cx="273051" cy="273050"/>
              <a:chOff x="712787" y="1611312"/>
              <a:chExt cx="273051" cy="273050"/>
            </a:xfrm>
          </p:grpSpPr>
          <p:sp>
            <p:nvSpPr>
              <p:cNvPr id="79" name="Ellipse 224">
                <a:extLst>
                  <a:ext uri="{FF2B5EF4-FFF2-40B4-BE49-F238E27FC236}">
                    <a16:creationId xmlns:a16="http://schemas.microsoft.com/office/drawing/2014/main" id="{64B6D456-49C5-B147-0087-63B54AB04EE8}"/>
                  </a:ext>
                </a:extLst>
              </p:cNvPr>
              <p:cNvSpPr/>
              <p:nvPr>
                <p:custDataLst>
                  <p:tags r:id="rId37"/>
                </p:custDataLst>
              </p:nvPr>
            </p:nvSpPr>
            <p:spPr bwMode="auto">
              <a:xfrm>
                <a:off x="712787" y="1611312"/>
                <a:ext cx="273050" cy="27305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sp>
            <p:nvSpPr>
              <p:cNvPr id="80" name="Bue 225">
                <a:extLst>
                  <a:ext uri="{FF2B5EF4-FFF2-40B4-BE49-F238E27FC236}">
                    <a16:creationId xmlns:a16="http://schemas.microsoft.com/office/drawing/2014/main" id="{C4906D81-A048-D9D5-6A9F-70C50B730725}"/>
                  </a:ext>
                </a:extLst>
              </p:cNvPr>
              <p:cNvSpPr/>
              <p:nvPr>
                <p:custDataLst>
                  <p:tags r:id="rId38"/>
                </p:custDataLst>
              </p:nvPr>
            </p:nvSpPr>
            <p:spPr bwMode="gray">
              <a:xfrm>
                <a:off x="712788" y="1611312"/>
                <a:ext cx="273050" cy="273050"/>
              </a:xfrm>
              <a:prstGeom prst="arc">
                <a:avLst>
                  <a:gd name="adj1" fmla="val 16200000"/>
                  <a:gd name="adj2" fmla="val 0"/>
                </a:avLst>
              </a:prstGeom>
              <a:solidFill>
                <a:schemeClr val="tx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grpSp>
        <p:grpSp>
          <p:nvGrpSpPr>
            <p:cNvPr id="69" name="Group 68" hidden="1">
              <a:extLst>
                <a:ext uri="{FF2B5EF4-FFF2-40B4-BE49-F238E27FC236}">
                  <a16:creationId xmlns:a16="http://schemas.microsoft.com/office/drawing/2014/main" id="{90D247DF-EB1C-ADAE-F408-68B1DB2576D5}"/>
                </a:ext>
              </a:extLst>
            </p:cNvPr>
            <p:cNvGrpSpPr/>
            <p:nvPr>
              <p:custDataLst>
                <p:tags r:id="rId30"/>
              </p:custDataLst>
            </p:nvPr>
          </p:nvGrpSpPr>
          <p:grpSpPr>
            <a:xfrm>
              <a:off x="5384889" y="4962503"/>
              <a:ext cx="273051" cy="273051"/>
              <a:chOff x="712787" y="2097086"/>
              <a:chExt cx="273051" cy="273051"/>
            </a:xfrm>
          </p:grpSpPr>
          <p:sp>
            <p:nvSpPr>
              <p:cNvPr id="77" name="Ellipse 226" hidden="1">
                <a:extLst>
                  <a:ext uri="{FF2B5EF4-FFF2-40B4-BE49-F238E27FC236}">
                    <a16:creationId xmlns:a16="http://schemas.microsoft.com/office/drawing/2014/main" id="{C31BA440-6E84-88F5-EEC9-606B1647E1A3}"/>
                  </a:ext>
                </a:extLst>
              </p:cNvPr>
              <p:cNvSpPr/>
              <p:nvPr>
                <p:custDataLst>
                  <p:tags r:id="rId35"/>
                </p:custDataLst>
              </p:nvPr>
            </p:nvSpPr>
            <p:spPr bwMode="auto">
              <a:xfrm>
                <a:off x="712787" y="2097087"/>
                <a:ext cx="273050" cy="27305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sp>
            <p:nvSpPr>
              <p:cNvPr id="78" name="Bue 227" hidden="1">
                <a:extLst>
                  <a:ext uri="{FF2B5EF4-FFF2-40B4-BE49-F238E27FC236}">
                    <a16:creationId xmlns:a16="http://schemas.microsoft.com/office/drawing/2014/main" id="{323DC203-D5B9-C882-0E06-2EF1332FE696}"/>
                  </a:ext>
                </a:extLst>
              </p:cNvPr>
              <p:cNvSpPr/>
              <p:nvPr>
                <p:custDataLst>
                  <p:tags r:id="rId36"/>
                </p:custDataLst>
              </p:nvPr>
            </p:nvSpPr>
            <p:spPr bwMode="gray">
              <a:xfrm>
                <a:off x="712788" y="2097086"/>
                <a:ext cx="273050" cy="273050"/>
              </a:xfrm>
              <a:prstGeom prst="arc">
                <a:avLst>
                  <a:gd name="adj1" fmla="val 16200000"/>
                  <a:gd name="adj2" fmla="val 5400000"/>
                </a:avLst>
              </a:prstGeom>
              <a:solidFill>
                <a:schemeClr val="tx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grpSp>
        <p:grpSp>
          <p:nvGrpSpPr>
            <p:cNvPr id="71" name="Group 70" hidden="1">
              <a:extLst>
                <a:ext uri="{FF2B5EF4-FFF2-40B4-BE49-F238E27FC236}">
                  <a16:creationId xmlns:a16="http://schemas.microsoft.com/office/drawing/2014/main" id="{13B6293D-92AC-A56B-50A1-46DFED9F6D59}"/>
                </a:ext>
              </a:extLst>
            </p:cNvPr>
            <p:cNvGrpSpPr/>
            <p:nvPr>
              <p:custDataLst>
                <p:tags r:id="rId31"/>
              </p:custDataLst>
            </p:nvPr>
          </p:nvGrpSpPr>
          <p:grpSpPr>
            <a:xfrm>
              <a:off x="5384889" y="4962503"/>
              <a:ext cx="273051" cy="273051"/>
              <a:chOff x="712787" y="2582861"/>
              <a:chExt cx="273051" cy="273051"/>
            </a:xfrm>
          </p:grpSpPr>
          <p:sp>
            <p:nvSpPr>
              <p:cNvPr id="75" name="Ellipse 228" hidden="1">
                <a:extLst>
                  <a:ext uri="{FF2B5EF4-FFF2-40B4-BE49-F238E27FC236}">
                    <a16:creationId xmlns:a16="http://schemas.microsoft.com/office/drawing/2014/main" id="{F3D72287-449D-5523-2EE8-AF8D7F12BC21}"/>
                  </a:ext>
                </a:extLst>
              </p:cNvPr>
              <p:cNvSpPr/>
              <p:nvPr>
                <p:custDataLst>
                  <p:tags r:id="rId33"/>
                </p:custDataLst>
              </p:nvPr>
            </p:nvSpPr>
            <p:spPr bwMode="auto">
              <a:xfrm>
                <a:off x="712787" y="2582862"/>
                <a:ext cx="273050" cy="27305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sp>
            <p:nvSpPr>
              <p:cNvPr id="76" name="Bue 229" hidden="1">
                <a:extLst>
                  <a:ext uri="{FF2B5EF4-FFF2-40B4-BE49-F238E27FC236}">
                    <a16:creationId xmlns:a16="http://schemas.microsoft.com/office/drawing/2014/main" id="{8737D8BE-D806-710D-B128-080F6B3BA525}"/>
                  </a:ext>
                </a:extLst>
              </p:cNvPr>
              <p:cNvSpPr/>
              <p:nvPr>
                <p:custDataLst>
                  <p:tags r:id="rId34"/>
                </p:custDataLst>
              </p:nvPr>
            </p:nvSpPr>
            <p:spPr bwMode="gray">
              <a:xfrm>
                <a:off x="712788" y="2582861"/>
                <a:ext cx="273050" cy="273050"/>
              </a:xfrm>
              <a:prstGeom prst="arc">
                <a:avLst>
                  <a:gd name="adj1" fmla="val 16200000"/>
                  <a:gd name="adj2" fmla="val 10800000"/>
                </a:avLst>
              </a:prstGeom>
              <a:solidFill>
                <a:schemeClr val="tx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grpSp>
        <p:sp>
          <p:nvSpPr>
            <p:cNvPr id="74" name="Ellipse 230" hidden="1">
              <a:extLst>
                <a:ext uri="{FF2B5EF4-FFF2-40B4-BE49-F238E27FC236}">
                  <a16:creationId xmlns:a16="http://schemas.microsoft.com/office/drawing/2014/main" id="{A064B831-4D47-999D-2E00-1AC4884A6760}"/>
                </a:ext>
              </a:extLst>
            </p:cNvPr>
            <p:cNvSpPr/>
            <p:nvPr>
              <p:custDataLst>
                <p:tags r:id="rId32"/>
              </p:custDataLst>
            </p:nvPr>
          </p:nvSpPr>
          <p:spPr bwMode="auto">
            <a:xfrm>
              <a:off x="5384890" y="4962504"/>
              <a:ext cx="273050" cy="27305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grpSp>
      <p:grpSp>
        <p:nvGrpSpPr>
          <p:cNvPr id="81" name="Group 80">
            <a:extLst>
              <a:ext uri="{FF2B5EF4-FFF2-40B4-BE49-F238E27FC236}">
                <a16:creationId xmlns:a16="http://schemas.microsoft.com/office/drawing/2014/main" id="{DB30073D-ECF5-B510-F710-E70855C04636}"/>
              </a:ext>
            </a:extLst>
          </p:cNvPr>
          <p:cNvGrpSpPr>
            <a:grpSpLocks/>
          </p:cNvGrpSpPr>
          <p:nvPr>
            <p:custDataLst>
              <p:tags r:id="rId4"/>
            </p:custDataLst>
          </p:nvPr>
        </p:nvGrpSpPr>
        <p:grpSpPr>
          <a:xfrm>
            <a:off x="7821752" y="4951870"/>
            <a:ext cx="273051" cy="273051"/>
            <a:chOff x="7885550" y="4962503"/>
            <a:chExt cx="273051" cy="273051"/>
          </a:xfrm>
        </p:grpSpPr>
        <p:sp>
          <p:nvSpPr>
            <p:cNvPr id="82" name="Ellipse 223" hidden="1">
              <a:extLst>
                <a:ext uri="{FF2B5EF4-FFF2-40B4-BE49-F238E27FC236}">
                  <a16:creationId xmlns:a16="http://schemas.microsoft.com/office/drawing/2014/main" id="{A667375F-2C19-DB4F-210E-9A0149E7D115}"/>
                </a:ext>
              </a:extLst>
            </p:cNvPr>
            <p:cNvSpPr/>
            <p:nvPr>
              <p:custDataLst>
                <p:tags r:id="rId17"/>
              </p:custDataLst>
            </p:nvPr>
          </p:nvSpPr>
          <p:spPr bwMode="auto">
            <a:xfrm>
              <a:off x="7885551" y="4962504"/>
              <a:ext cx="273050" cy="27305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grpSp>
          <p:nvGrpSpPr>
            <p:cNvPr id="83" name="Group 82" hidden="1">
              <a:extLst>
                <a:ext uri="{FF2B5EF4-FFF2-40B4-BE49-F238E27FC236}">
                  <a16:creationId xmlns:a16="http://schemas.microsoft.com/office/drawing/2014/main" id="{DF8B1E90-96A8-36F9-1400-E34628B0D47A}"/>
                </a:ext>
              </a:extLst>
            </p:cNvPr>
            <p:cNvGrpSpPr/>
            <p:nvPr>
              <p:custDataLst>
                <p:tags r:id="rId18"/>
              </p:custDataLst>
            </p:nvPr>
          </p:nvGrpSpPr>
          <p:grpSpPr>
            <a:xfrm>
              <a:off x="7885550" y="4962504"/>
              <a:ext cx="273051" cy="273050"/>
              <a:chOff x="712787" y="1611312"/>
              <a:chExt cx="273051" cy="273050"/>
            </a:xfrm>
          </p:grpSpPr>
          <p:sp>
            <p:nvSpPr>
              <p:cNvPr id="91" name="Ellipse 224" hidden="1">
                <a:extLst>
                  <a:ext uri="{FF2B5EF4-FFF2-40B4-BE49-F238E27FC236}">
                    <a16:creationId xmlns:a16="http://schemas.microsoft.com/office/drawing/2014/main" id="{B982E55D-9E5C-1D5A-EED8-7388148A96B4}"/>
                  </a:ext>
                </a:extLst>
              </p:cNvPr>
              <p:cNvSpPr/>
              <p:nvPr>
                <p:custDataLst>
                  <p:tags r:id="rId26"/>
                </p:custDataLst>
              </p:nvPr>
            </p:nvSpPr>
            <p:spPr bwMode="auto">
              <a:xfrm>
                <a:off x="712787" y="1611312"/>
                <a:ext cx="273050" cy="27305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sp>
            <p:nvSpPr>
              <p:cNvPr id="92" name="Bue 225" hidden="1">
                <a:extLst>
                  <a:ext uri="{FF2B5EF4-FFF2-40B4-BE49-F238E27FC236}">
                    <a16:creationId xmlns:a16="http://schemas.microsoft.com/office/drawing/2014/main" id="{FBFA9F39-3FAB-D804-A70E-3DEDFF04AD87}"/>
                  </a:ext>
                </a:extLst>
              </p:cNvPr>
              <p:cNvSpPr/>
              <p:nvPr>
                <p:custDataLst>
                  <p:tags r:id="rId27"/>
                </p:custDataLst>
              </p:nvPr>
            </p:nvSpPr>
            <p:spPr bwMode="gray">
              <a:xfrm>
                <a:off x="712788" y="1611312"/>
                <a:ext cx="273050" cy="273050"/>
              </a:xfrm>
              <a:prstGeom prst="arc">
                <a:avLst>
                  <a:gd name="adj1" fmla="val 16200000"/>
                  <a:gd name="adj2" fmla="val 0"/>
                </a:avLst>
              </a:prstGeom>
              <a:solidFill>
                <a:schemeClr val="tx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grpSp>
        <p:grpSp>
          <p:nvGrpSpPr>
            <p:cNvPr id="84" name="Group 83">
              <a:extLst>
                <a:ext uri="{FF2B5EF4-FFF2-40B4-BE49-F238E27FC236}">
                  <a16:creationId xmlns:a16="http://schemas.microsoft.com/office/drawing/2014/main" id="{82AC4304-C809-948A-1673-D874D3E4C9BE}"/>
                </a:ext>
              </a:extLst>
            </p:cNvPr>
            <p:cNvGrpSpPr/>
            <p:nvPr>
              <p:custDataLst>
                <p:tags r:id="rId19"/>
              </p:custDataLst>
            </p:nvPr>
          </p:nvGrpSpPr>
          <p:grpSpPr>
            <a:xfrm>
              <a:off x="7885550" y="4962503"/>
              <a:ext cx="273051" cy="273051"/>
              <a:chOff x="712787" y="2097086"/>
              <a:chExt cx="273051" cy="273051"/>
            </a:xfrm>
          </p:grpSpPr>
          <p:sp>
            <p:nvSpPr>
              <p:cNvPr id="89" name="Ellipse 226">
                <a:extLst>
                  <a:ext uri="{FF2B5EF4-FFF2-40B4-BE49-F238E27FC236}">
                    <a16:creationId xmlns:a16="http://schemas.microsoft.com/office/drawing/2014/main" id="{AB95DF35-B33A-BC8C-2EF8-3F9DB0403C4F}"/>
                  </a:ext>
                </a:extLst>
              </p:cNvPr>
              <p:cNvSpPr/>
              <p:nvPr>
                <p:custDataLst>
                  <p:tags r:id="rId24"/>
                </p:custDataLst>
              </p:nvPr>
            </p:nvSpPr>
            <p:spPr bwMode="auto">
              <a:xfrm>
                <a:off x="712787" y="2097087"/>
                <a:ext cx="273050" cy="27305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sp>
            <p:nvSpPr>
              <p:cNvPr id="90" name="Bue 227">
                <a:extLst>
                  <a:ext uri="{FF2B5EF4-FFF2-40B4-BE49-F238E27FC236}">
                    <a16:creationId xmlns:a16="http://schemas.microsoft.com/office/drawing/2014/main" id="{42C6BD67-50BD-2E00-E701-16D4C4EA2139}"/>
                  </a:ext>
                </a:extLst>
              </p:cNvPr>
              <p:cNvSpPr/>
              <p:nvPr>
                <p:custDataLst>
                  <p:tags r:id="rId25"/>
                </p:custDataLst>
              </p:nvPr>
            </p:nvSpPr>
            <p:spPr bwMode="gray">
              <a:xfrm>
                <a:off x="712788" y="2097086"/>
                <a:ext cx="273050" cy="273050"/>
              </a:xfrm>
              <a:prstGeom prst="arc">
                <a:avLst>
                  <a:gd name="adj1" fmla="val 16200000"/>
                  <a:gd name="adj2" fmla="val 5400000"/>
                </a:avLst>
              </a:prstGeom>
              <a:solidFill>
                <a:schemeClr val="tx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grpSp>
        <p:grpSp>
          <p:nvGrpSpPr>
            <p:cNvPr id="85" name="Group 84" hidden="1">
              <a:extLst>
                <a:ext uri="{FF2B5EF4-FFF2-40B4-BE49-F238E27FC236}">
                  <a16:creationId xmlns:a16="http://schemas.microsoft.com/office/drawing/2014/main" id="{703F24FE-8426-E2A5-7590-C10AB5B5BA0E}"/>
                </a:ext>
              </a:extLst>
            </p:cNvPr>
            <p:cNvGrpSpPr/>
            <p:nvPr>
              <p:custDataLst>
                <p:tags r:id="rId20"/>
              </p:custDataLst>
            </p:nvPr>
          </p:nvGrpSpPr>
          <p:grpSpPr>
            <a:xfrm>
              <a:off x="7885550" y="4962503"/>
              <a:ext cx="273051" cy="273051"/>
              <a:chOff x="712787" y="2582861"/>
              <a:chExt cx="273051" cy="273051"/>
            </a:xfrm>
          </p:grpSpPr>
          <p:sp>
            <p:nvSpPr>
              <p:cNvPr id="87" name="Ellipse 228" hidden="1">
                <a:extLst>
                  <a:ext uri="{FF2B5EF4-FFF2-40B4-BE49-F238E27FC236}">
                    <a16:creationId xmlns:a16="http://schemas.microsoft.com/office/drawing/2014/main" id="{FB2F5113-B7DF-64EC-6035-1C89351E5E27}"/>
                  </a:ext>
                </a:extLst>
              </p:cNvPr>
              <p:cNvSpPr/>
              <p:nvPr>
                <p:custDataLst>
                  <p:tags r:id="rId22"/>
                </p:custDataLst>
              </p:nvPr>
            </p:nvSpPr>
            <p:spPr bwMode="auto">
              <a:xfrm>
                <a:off x="712787" y="2582862"/>
                <a:ext cx="273050" cy="27305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sp>
            <p:nvSpPr>
              <p:cNvPr id="88" name="Bue 229" hidden="1">
                <a:extLst>
                  <a:ext uri="{FF2B5EF4-FFF2-40B4-BE49-F238E27FC236}">
                    <a16:creationId xmlns:a16="http://schemas.microsoft.com/office/drawing/2014/main" id="{AA47599D-40CC-1AE0-1FDE-1591B429C0AF}"/>
                  </a:ext>
                </a:extLst>
              </p:cNvPr>
              <p:cNvSpPr/>
              <p:nvPr>
                <p:custDataLst>
                  <p:tags r:id="rId23"/>
                </p:custDataLst>
              </p:nvPr>
            </p:nvSpPr>
            <p:spPr bwMode="gray">
              <a:xfrm>
                <a:off x="712788" y="2582861"/>
                <a:ext cx="273050" cy="273050"/>
              </a:xfrm>
              <a:prstGeom prst="arc">
                <a:avLst>
                  <a:gd name="adj1" fmla="val 16200000"/>
                  <a:gd name="adj2" fmla="val 10800000"/>
                </a:avLst>
              </a:prstGeom>
              <a:solidFill>
                <a:schemeClr val="tx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grpSp>
        <p:sp>
          <p:nvSpPr>
            <p:cNvPr id="86" name="Ellipse 230" hidden="1">
              <a:extLst>
                <a:ext uri="{FF2B5EF4-FFF2-40B4-BE49-F238E27FC236}">
                  <a16:creationId xmlns:a16="http://schemas.microsoft.com/office/drawing/2014/main" id="{DAACF673-89DC-5529-459D-15FEDE75BBCB}"/>
                </a:ext>
              </a:extLst>
            </p:cNvPr>
            <p:cNvSpPr/>
            <p:nvPr>
              <p:custDataLst>
                <p:tags r:id="rId21"/>
              </p:custDataLst>
            </p:nvPr>
          </p:nvSpPr>
          <p:spPr bwMode="auto">
            <a:xfrm>
              <a:off x="7885551" y="4962504"/>
              <a:ext cx="273050" cy="27305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grpSp>
      <p:grpSp>
        <p:nvGrpSpPr>
          <p:cNvPr id="93" name="Group 92">
            <a:extLst>
              <a:ext uri="{FF2B5EF4-FFF2-40B4-BE49-F238E27FC236}">
                <a16:creationId xmlns:a16="http://schemas.microsoft.com/office/drawing/2014/main" id="{E745C4A3-0B7C-0ED3-675D-6425F9DB94C3}"/>
              </a:ext>
            </a:extLst>
          </p:cNvPr>
          <p:cNvGrpSpPr>
            <a:grpSpLocks/>
          </p:cNvGrpSpPr>
          <p:nvPr>
            <p:custDataLst>
              <p:tags r:id="rId5"/>
            </p:custDataLst>
          </p:nvPr>
        </p:nvGrpSpPr>
        <p:grpSpPr>
          <a:xfrm>
            <a:off x="10250623" y="4951870"/>
            <a:ext cx="273051" cy="273051"/>
            <a:chOff x="10250623" y="4962503"/>
            <a:chExt cx="273051" cy="273051"/>
          </a:xfrm>
        </p:grpSpPr>
        <p:sp>
          <p:nvSpPr>
            <p:cNvPr id="94" name="Ellipse 223" hidden="1">
              <a:extLst>
                <a:ext uri="{FF2B5EF4-FFF2-40B4-BE49-F238E27FC236}">
                  <a16:creationId xmlns:a16="http://schemas.microsoft.com/office/drawing/2014/main" id="{8EB8D0A2-A0B8-8E17-64B6-49D6B2BF81D7}"/>
                </a:ext>
              </a:extLst>
            </p:cNvPr>
            <p:cNvSpPr/>
            <p:nvPr>
              <p:custDataLst>
                <p:tags r:id="rId6"/>
              </p:custDataLst>
            </p:nvPr>
          </p:nvSpPr>
          <p:spPr bwMode="auto">
            <a:xfrm>
              <a:off x="10250624" y="4962504"/>
              <a:ext cx="273050" cy="27305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grpSp>
          <p:nvGrpSpPr>
            <p:cNvPr id="95" name="Group 94" hidden="1">
              <a:extLst>
                <a:ext uri="{FF2B5EF4-FFF2-40B4-BE49-F238E27FC236}">
                  <a16:creationId xmlns:a16="http://schemas.microsoft.com/office/drawing/2014/main" id="{06BC66BF-33D3-5CB7-56FB-2EAAB27D9582}"/>
                </a:ext>
              </a:extLst>
            </p:cNvPr>
            <p:cNvGrpSpPr/>
            <p:nvPr>
              <p:custDataLst>
                <p:tags r:id="rId7"/>
              </p:custDataLst>
            </p:nvPr>
          </p:nvGrpSpPr>
          <p:grpSpPr>
            <a:xfrm>
              <a:off x="10250623" y="4962504"/>
              <a:ext cx="273051" cy="273050"/>
              <a:chOff x="712787" y="1611312"/>
              <a:chExt cx="273051" cy="273050"/>
            </a:xfrm>
          </p:grpSpPr>
          <p:sp>
            <p:nvSpPr>
              <p:cNvPr id="103" name="Ellipse 224" hidden="1">
                <a:extLst>
                  <a:ext uri="{FF2B5EF4-FFF2-40B4-BE49-F238E27FC236}">
                    <a16:creationId xmlns:a16="http://schemas.microsoft.com/office/drawing/2014/main" id="{2F306032-468E-20C2-9465-D680146C5B5D}"/>
                  </a:ext>
                </a:extLst>
              </p:cNvPr>
              <p:cNvSpPr/>
              <p:nvPr>
                <p:custDataLst>
                  <p:tags r:id="rId15"/>
                </p:custDataLst>
              </p:nvPr>
            </p:nvSpPr>
            <p:spPr bwMode="auto">
              <a:xfrm>
                <a:off x="712787" y="1611312"/>
                <a:ext cx="273050" cy="27305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sp>
            <p:nvSpPr>
              <p:cNvPr id="104" name="Bue 225" hidden="1">
                <a:extLst>
                  <a:ext uri="{FF2B5EF4-FFF2-40B4-BE49-F238E27FC236}">
                    <a16:creationId xmlns:a16="http://schemas.microsoft.com/office/drawing/2014/main" id="{E0EF156B-025A-E9A4-F562-9E26F23534B7}"/>
                  </a:ext>
                </a:extLst>
              </p:cNvPr>
              <p:cNvSpPr/>
              <p:nvPr>
                <p:custDataLst>
                  <p:tags r:id="rId16"/>
                </p:custDataLst>
              </p:nvPr>
            </p:nvSpPr>
            <p:spPr bwMode="gray">
              <a:xfrm>
                <a:off x="712788" y="1611312"/>
                <a:ext cx="273050" cy="273050"/>
              </a:xfrm>
              <a:prstGeom prst="arc">
                <a:avLst>
                  <a:gd name="adj1" fmla="val 16200000"/>
                  <a:gd name="adj2" fmla="val 0"/>
                </a:avLst>
              </a:prstGeom>
              <a:solidFill>
                <a:schemeClr val="tx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grpSp>
        <p:grpSp>
          <p:nvGrpSpPr>
            <p:cNvPr id="96" name="Group 95" hidden="1">
              <a:extLst>
                <a:ext uri="{FF2B5EF4-FFF2-40B4-BE49-F238E27FC236}">
                  <a16:creationId xmlns:a16="http://schemas.microsoft.com/office/drawing/2014/main" id="{E1B4FD97-0AA4-88AF-BD5C-B10B3E46BA27}"/>
                </a:ext>
              </a:extLst>
            </p:cNvPr>
            <p:cNvGrpSpPr/>
            <p:nvPr>
              <p:custDataLst>
                <p:tags r:id="rId8"/>
              </p:custDataLst>
            </p:nvPr>
          </p:nvGrpSpPr>
          <p:grpSpPr>
            <a:xfrm>
              <a:off x="10250623" y="4962503"/>
              <a:ext cx="273051" cy="273051"/>
              <a:chOff x="712787" y="2097086"/>
              <a:chExt cx="273051" cy="273051"/>
            </a:xfrm>
          </p:grpSpPr>
          <p:sp>
            <p:nvSpPr>
              <p:cNvPr id="101" name="Ellipse 226" hidden="1">
                <a:extLst>
                  <a:ext uri="{FF2B5EF4-FFF2-40B4-BE49-F238E27FC236}">
                    <a16:creationId xmlns:a16="http://schemas.microsoft.com/office/drawing/2014/main" id="{C411028F-B671-C8DD-D666-197FFF555FA6}"/>
                  </a:ext>
                </a:extLst>
              </p:cNvPr>
              <p:cNvSpPr/>
              <p:nvPr>
                <p:custDataLst>
                  <p:tags r:id="rId13"/>
                </p:custDataLst>
              </p:nvPr>
            </p:nvSpPr>
            <p:spPr bwMode="auto">
              <a:xfrm>
                <a:off x="712787" y="2097087"/>
                <a:ext cx="273050" cy="27305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sp>
            <p:nvSpPr>
              <p:cNvPr id="102" name="Bue 227" hidden="1">
                <a:extLst>
                  <a:ext uri="{FF2B5EF4-FFF2-40B4-BE49-F238E27FC236}">
                    <a16:creationId xmlns:a16="http://schemas.microsoft.com/office/drawing/2014/main" id="{58F6887E-E9B2-64C7-084B-BD5FCEB944A5}"/>
                  </a:ext>
                </a:extLst>
              </p:cNvPr>
              <p:cNvSpPr/>
              <p:nvPr>
                <p:custDataLst>
                  <p:tags r:id="rId14"/>
                </p:custDataLst>
              </p:nvPr>
            </p:nvSpPr>
            <p:spPr bwMode="gray">
              <a:xfrm>
                <a:off x="712788" y="2097086"/>
                <a:ext cx="273050" cy="273050"/>
              </a:xfrm>
              <a:prstGeom prst="arc">
                <a:avLst>
                  <a:gd name="adj1" fmla="val 16200000"/>
                  <a:gd name="adj2" fmla="val 5400000"/>
                </a:avLst>
              </a:prstGeom>
              <a:solidFill>
                <a:schemeClr val="tx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grpSp>
        <p:grpSp>
          <p:nvGrpSpPr>
            <p:cNvPr id="97" name="Group 96">
              <a:extLst>
                <a:ext uri="{FF2B5EF4-FFF2-40B4-BE49-F238E27FC236}">
                  <a16:creationId xmlns:a16="http://schemas.microsoft.com/office/drawing/2014/main" id="{FA1920F9-2B5B-C7D8-9323-8C3F99D1D898}"/>
                </a:ext>
              </a:extLst>
            </p:cNvPr>
            <p:cNvGrpSpPr/>
            <p:nvPr>
              <p:custDataLst>
                <p:tags r:id="rId9"/>
              </p:custDataLst>
            </p:nvPr>
          </p:nvGrpSpPr>
          <p:grpSpPr>
            <a:xfrm>
              <a:off x="10250623" y="4962503"/>
              <a:ext cx="273051" cy="273051"/>
              <a:chOff x="712787" y="2582861"/>
              <a:chExt cx="273051" cy="273051"/>
            </a:xfrm>
          </p:grpSpPr>
          <p:sp>
            <p:nvSpPr>
              <p:cNvPr id="99" name="Ellipse 228">
                <a:extLst>
                  <a:ext uri="{FF2B5EF4-FFF2-40B4-BE49-F238E27FC236}">
                    <a16:creationId xmlns:a16="http://schemas.microsoft.com/office/drawing/2014/main" id="{B371028D-1DC8-EA9F-DAA0-6F0D02A19B36}"/>
                  </a:ext>
                </a:extLst>
              </p:cNvPr>
              <p:cNvSpPr/>
              <p:nvPr>
                <p:custDataLst>
                  <p:tags r:id="rId11"/>
                </p:custDataLst>
              </p:nvPr>
            </p:nvSpPr>
            <p:spPr bwMode="auto">
              <a:xfrm>
                <a:off x="712787" y="2582862"/>
                <a:ext cx="273050" cy="27305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sp>
            <p:nvSpPr>
              <p:cNvPr id="100" name="Bue 229">
                <a:extLst>
                  <a:ext uri="{FF2B5EF4-FFF2-40B4-BE49-F238E27FC236}">
                    <a16:creationId xmlns:a16="http://schemas.microsoft.com/office/drawing/2014/main" id="{57D5C94D-C9AB-0F70-55B5-5CB08A716EA7}"/>
                  </a:ext>
                </a:extLst>
              </p:cNvPr>
              <p:cNvSpPr/>
              <p:nvPr>
                <p:custDataLst>
                  <p:tags r:id="rId12"/>
                </p:custDataLst>
              </p:nvPr>
            </p:nvSpPr>
            <p:spPr bwMode="gray">
              <a:xfrm>
                <a:off x="712788" y="2582861"/>
                <a:ext cx="273050" cy="273050"/>
              </a:xfrm>
              <a:prstGeom prst="arc">
                <a:avLst>
                  <a:gd name="adj1" fmla="val 16200000"/>
                  <a:gd name="adj2" fmla="val 10800000"/>
                </a:avLst>
              </a:prstGeom>
              <a:solidFill>
                <a:schemeClr val="tx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grpSp>
        <p:sp>
          <p:nvSpPr>
            <p:cNvPr id="98" name="Ellipse 230" hidden="1">
              <a:extLst>
                <a:ext uri="{FF2B5EF4-FFF2-40B4-BE49-F238E27FC236}">
                  <a16:creationId xmlns:a16="http://schemas.microsoft.com/office/drawing/2014/main" id="{66AA24D5-1990-91C3-FE76-ABFFB52885E8}"/>
                </a:ext>
              </a:extLst>
            </p:cNvPr>
            <p:cNvSpPr/>
            <p:nvPr>
              <p:custDataLst>
                <p:tags r:id="rId10"/>
              </p:custDataLst>
            </p:nvPr>
          </p:nvSpPr>
          <p:spPr bwMode="auto">
            <a:xfrm>
              <a:off x="10250624" y="4962504"/>
              <a:ext cx="273050" cy="27305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Verdana" pitchFamily="34" charset="0"/>
              </a:endParaRPr>
            </a:p>
          </p:txBody>
        </p:sp>
      </p:grpSp>
    </p:spTree>
    <p:extLst>
      <p:ext uri="{BB962C8B-B14F-4D97-AF65-F5344CB8AC3E}">
        <p14:creationId xmlns:p14="http://schemas.microsoft.com/office/powerpoint/2010/main" val="2839640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7C3FE-6D9D-3E40-BD5E-3E49FD296830}"/>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8F604AE-A360-19D0-CB66-3D9ACD3A29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395" imgH="394" progId="TCLayout.ActiveDocument.1">
                  <p:embed/>
                </p:oleObj>
              </mc:Choice>
              <mc:Fallback>
                <p:oleObj name="think-cell Slide" r:id="rId15" imgW="395" imgH="394" progId="TCLayout.ActiveDocument.1">
                  <p:embed/>
                  <p:pic>
                    <p:nvPicPr>
                      <p:cNvPr id="6" name="think-cell data - do not delete" hidden="1">
                        <a:extLst>
                          <a:ext uri="{FF2B5EF4-FFF2-40B4-BE49-F238E27FC236}">
                            <a16:creationId xmlns:a16="http://schemas.microsoft.com/office/drawing/2014/main" id="{48F604AE-A360-19D0-CB66-3D9ACD3A2921}"/>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1475033-BFB3-1DF8-5481-EA9261E6D389}"/>
              </a:ext>
            </a:extLst>
          </p:cNvPr>
          <p:cNvSpPr>
            <a:spLocks noGrp="1"/>
          </p:cNvSpPr>
          <p:nvPr>
            <p:ph type="title"/>
          </p:nvPr>
        </p:nvSpPr>
        <p:spPr/>
        <p:txBody>
          <a:bodyPr vert="horz"/>
          <a:lstStyle/>
          <a:p>
            <a:r>
              <a:rPr lang="en-US" dirty="0">
                <a:solidFill>
                  <a:schemeClr val="accent2"/>
                </a:solidFill>
              </a:rPr>
              <a:t>Problem: </a:t>
            </a:r>
            <a:r>
              <a:rPr lang="en-US" dirty="0">
                <a:solidFill>
                  <a:schemeClr val="tx1"/>
                </a:solidFill>
              </a:rPr>
              <a:t>More than 80% of new businesses fail</a:t>
            </a:r>
            <a:endParaRPr lang="en-US" dirty="0"/>
          </a:p>
        </p:txBody>
      </p:sp>
      <p:sp>
        <p:nvSpPr>
          <p:cNvPr id="52" name="TextBox 51">
            <a:extLst>
              <a:ext uri="{FF2B5EF4-FFF2-40B4-BE49-F238E27FC236}">
                <a16:creationId xmlns:a16="http://schemas.microsoft.com/office/drawing/2014/main" id="{A04299F5-9DAB-763F-4EB4-30D60585D248}"/>
              </a:ext>
            </a:extLst>
          </p:cNvPr>
          <p:cNvSpPr txBox="1"/>
          <p:nvPr/>
        </p:nvSpPr>
        <p:spPr>
          <a:xfrm>
            <a:off x="518055" y="6571943"/>
            <a:ext cx="7200000" cy="246221"/>
          </a:xfrm>
          <a:prstGeom prst="rect">
            <a:avLst/>
          </a:prstGeom>
          <a:noFill/>
        </p:spPr>
        <p:txBody>
          <a:bodyPr wrap="square" rtlCol="0" anchor="ctr">
            <a:spAutoFit/>
          </a:bodyPr>
          <a:lstStyle/>
          <a:p>
            <a:pPr>
              <a:spcBef>
                <a:spcPts val="400"/>
              </a:spcBef>
              <a:spcAft>
                <a:spcPts val="400"/>
              </a:spcAft>
            </a:pPr>
            <a:r>
              <a:rPr lang="en-US" sz="1000" dirty="0">
                <a:solidFill>
                  <a:schemeClr val="bg1">
                    <a:lumMod val="65000"/>
                  </a:schemeClr>
                </a:solidFill>
              </a:rPr>
              <a:t>Source: Consolidation of multiple surveys from New York Times, Harvard Business Review, and Australia Financial Review</a:t>
            </a:r>
          </a:p>
        </p:txBody>
      </p:sp>
      <p:grpSp>
        <p:nvGrpSpPr>
          <p:cNvPr id="5" name="Group 4">
            <a:extLst>
              <a:ext uri="{FF2B5EF4-FFF2-40B4-BE49-F238E27FC236}">
                <a16:creationId xmlns:a16="http://schemas.microsoft.com/office/drawing/2014/main" id="{967F2A0C-F219-BD44-1B9B-6F6F54EF74EB}"/>
              </a:ext>
            </a:extLst>
          </p:cNvPr>
          <p:cNvGrpSpPr/>
          <p:nvPr/>
        </p:nvGrpSpPr>
        <p:grpSpPr>
          <a:xfrm>
            <a:off x="599178" y="1686792"/>
            <a:ext cx="3348000" cy="338554"/>
            <a:chOff x="599178" y="1686792"/>
            <a:chExt cx="5127265" cy="338554"/>
          </a:xfrm>
        </p:grpSpPr>
        <p:cxnSp>
          <p:nvCxnSpPr>
            <p:cNvPr id="7" name="Straight Connector 6">
              <a:extLst>
                <a:ext uri="{FF2B5EF4-FFF2-40B4-BE49-F238E27FC236}">
                  <a16:creationId xmlns:a16="http://schemas.microsoft.com/office/drawing/2014/main" id="{3C7253E4-960E-3C9C-283A-678FC39C3102}"/>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FAF02B1-54B4-6A10-B4E9-FF47961C2340}"/>
                </a:ext>
              </a:extLst>
            </p:cNvPr>
            <p:cNvSpPr txBox="1"/>
            <p:nvPr/>
          </p:nvSpPr>
          <p:spPr>
            <a:xfrm>
              <a:off x="599178" y="1686792"/>
              <a:ext cx="5112000" cy="338554"/>
            </a:xfrm>
            <a:prstGeom prst="rect">
              <a:avLst/>
            </a:prstGeom>
            <a:noFill/>
          </p:spPr>
          <p:txBody>
            <a:bodyPr wrap="square" rtlCol="0">
              <a:spAutoFit/>
            </a:bodyPr>
            <a:lstStyle/>
            <a:p>
              <a:r>
                <a:rPr lang="en-US" sz="1600" b="1" dirty="0"/>
                <a:t>New businesses failure rate </a:t>
              </a:r>
            </a:p>
          </p:txBody>
        </p:sp>
      </p:grpSp>
      <p:grpSp>
        <p:nvGrpSpPr>
          <p:cNvPr id="11" name="Group 10">
            <a:extLst>
              <a:ext uri="{FF2B5EF4-FFF2-40B4-BE49-F238E27FC236}">
                <a16:creationId xmlns:a16="http://schemas.microsoft.com/office/drawing/2014/main" id="{4A5BB070-1BCA-E539-AA32-11ABC49A0F70}"/>
              </a:ext>
            </a:extLst>
          </p:cNvPr>
          <p:cNvGrpSpPr/>
          <p:nvPr/>
        </p:nvGrpSpPr>
        <p:grpSpPr>
          <a:xfrm>
            <a:off x="4417607" y="1687513"/>
            <a:ext cx="7128000" cy="338138"/>
            <a:chOff x="599178" y="1686792"/>
            <a:chExt cx="5127265" cy="338554"/>
          </a:xfrm>
        </p:grpSpPr>
        <p:cxnSp>
          <p:nvCxnSpPr>
            <p:cNvPr id="12" name="Straight Connector 11">
              <a:extLst>
                <a:ext uri="{FF2B5EF4-FFF2-40B4-BE49-F238E27FC236}">
                  <a16:creationId xmlns:a16="http://schemas.microsoft.com/office/drawing/2014/main" id="{DABAE108-DE29-59D6-4EE9-B0E4D5091D49}"/>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E0733A1-718C-A430-BA1E-5798DA78BBDE}"/>
                </a:ext>
              </a:extLst>
            </p:cNvPr>
            <p:cNvSpPr txBox="1"/>
            <p:nvPr/>
          </p:nvSpPr>
          <p:spPr>
            <a:xfrm>
              <a:off x="599178" y="1686792"/>
              <a:ext cx="5112000" cy="338554"/>
            </a:xfrm>
            <a:prstGeom prst="rect">
              <a:avLst/>
            </a:prstGeom>
            <a:noFill/>
          </p:spPr>
          <p:txBody>
            <a:bodyPr wrap="square" rtlCol="0">
              <a:spAutoFit/>
            </a:bodyPr>
            <a:lstStyle/>
            <a:p>
              <a:r>
                <a:rPr lang="en-US" sz="1600" b="1" dirty="0"/>
                <a:t>Main reasons for failure</a:t>
              </a:r>
            </a:p>
          </p:txBody>
        </p:sp>
      </p:grpSp>
      <p:graphicFrame>
        <p:nvGraphicFramePr>
          <p:cNvPr id="70" name="Chart 69">
            <a:extLst>
              <a:ext uri="{FF2B5EF4-FFF2-40B4-BE49-F238E27FC236}">
                <a16:creationId xmlns:a16="http://schemas.microsoft.com/office/drawing/2014/main" id="{4D90324C-6BF9-B7E0-2427-A2E85764F556}"/>
              </a:ext>
            </a:extLst>
          </p:cNvPr>
          <p:cNvGraphicFramePr/>
          <p:nvPr>
            <p:custDataLst>
              <p:tags r:id="rId2"/>
            </p:custDataLst>
          </p:nvPr>
        </p:nvGraphicFramePr>
        <p:xfrm>
          <a:off x="515938" y="2322513"/>
          <a:ext cx="3513137" cy="3759200"/>
        </p:xfrm>
        <a:graphic>
          <a:graphicData uri="http://schemas.openxmlformats.org/drawingml/2006/chart">
            <c:chart xmlns:c="http://schemas.openxmlformats.org/drawingml/2006/chart" xmlns:r="http://schemas.openxmlformats.org/officeDocument/2006/relationships" r:id="rId17"/>
          </a:graphicData>
        </a:graphic>
      </p:graphicFrame>
      <p:sp>
        <p:nvSpPr>
          <p:cNvPr id="15" name="Rectangle 14">
            <a:extLst>
              <a:ext uri="{FF2B5EF4-FFF2-40B4-BE49-F238E27FC236}">
                <a16:creationId xmlns:a16="http://schemas.microsoft.com/office/drawing/2014/main" id="{CFAB9D85-782B-8479-7D66-FFA51EDDDADB}"/>
              </a:ext>
            </a:extLst>
          </p:cNvPr>
          <p:cNvSpPr/>
          <p:nvPr>
            <p:custDataLst>
              <p:tags r:id="rId3"/>
            </p:custDataLst>
          </p:nvPr>
        </p:nvSpPr>
        <p:spPr bwMode="auto">
          <a:xfrm>
            <a:off x="882650" y="5792788"/>
            <a:ext cx="11064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7F644352-9EF4-40B5-8E9A-B56A7930ABC1}" type="datetime'''S''''''''ucce''''ss'' ''''r''a''''''''''''''te'''">
              <a:rPr lang="en-US" altLang="en-US" sz="1400" b="1" smtClean="0">
                <a:solidFill>
                  <a:schemeClr val="tx1"/>
                </a:solidFill>
              </a:rPr>
              <a:pPr/>
              <a:t>Success rate</a:t>
            </a:fld>
            <a:endParaRPr lang="en-US" sz="1400" b="1" dirty="0">
              <a:solidFill>
                <a:schemeClr val="tx1"/>
              </a:solidFill>
            </a:endParaRPr>
          </a:p>
        </p:txBody>
      </p:sp>
      <p:sp>
        <p:nvSpPr>
          <p:cNvPr id="16" name="Rectangle 15">
            <a:extLst>
              <a:ext uri="{FF2B5EF4-FFF2-40B4-BE49-F238E27FC236}">
                <a16:creationId xmlns:a16="http://schemas.microsoft.com/office/drawing/2014/main" id="{941C75DD-0DF4-4625-55A3-5A40864DC580}"/>
              </a:ext>
            </a:extLst>
          </p:cNvPr>
          <p:cNvSpPr/>
          <p:nvPr>
            <p:custDataLst>
              <p:tags r:id="rId4"/>
            </p:custDataLst>
          </p:nvPr>
        </p:nvSpPr>
        <p:spPr bwMode="auto">
          <a:xfrm>
            <a:off x="2625725" y="5792788"/>
            <a:ext cx="9683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07016974-5CEF-4554-ADF0-EB18B7707774}" type="datetime'''''''F''''a''i''l''u''re'''' ''''r''at''e'">
              <a:rPr lang="en-US" altLang="en-US" sz="1400" b="1" smtClean="0">
                <a:solidFill>
                  <a:schemeClr val="tx1"/>
                </a:solidFill>
              </a:rPr>
              <a:pPr/>
              <a:t>Failure rate</a:t>
            </a:fld>
            <a:endParaRPr lang="en-US" sz="1400" b="1" dirty="0">
              <a:solidFill>
                <a:schemeClr val="tx1"/>
              </a:solidFill>
            </a:endParaRPr>
          </a:p>
        </p:txBody>
      </p:sp>
      <p:graphicFrame>
        <p:nvGraphicFramePr>
          <p:cNvPr id="62" name="Chart 61">
            <a:extLst>
              <a:ext uri="{FF2B5EF4-FFF2-40B4-BE49-F238E27FC236}">
                <a16:creationId xmlns:a16="http://schemas.microsoft.com/office/drawing/2014/main" id="{D06663E6-CAA5-F434-DA9E-9CA360AB5556}"/>
              </a:ext>
            </a:extLst>
          </p:cNvPr>
          <p:cNvGraphicFramePr/>
          <p:nvPr>
            <p:custDataLst>
              <p:tags r:id="rId5"/>
            </p:custDataLst>
          </p:nvPr>
        </p:nvGraphicFramePr>
        <p:xfrm>
          <a:off x="6850063" y="1784350"/>
          <a:ext cx="4586287" cy="4975225"/>
        </p:xfrm>
        <a:graphic>
          <a:graphicData uri="http://schemas.openxmlformats.org/drawingml/2006/chart">
            <c:chart xmlns:c="http://schemas.openxmlformats.org/drawingml/2006/chart" xmlns:r="http://schemas.openxmlformats.org/officeDocument/2006/relationships" r:id="rId18"/>
          </a:graphicData>
        </a:graphic>
      </p:graphicFrame>
      <p:sp>
        <p:nvSpPr>
          <p:cNvPr id="18" name="Rectangle 17">
            <a:extLst>
              <a:ext uri="{FF2B5EF4-FFF2-40B4-BE49-F238E27FC236}">
                <a16:creationId xmlns:a16="http://schemas.microsoft.com/office/drawing/2014/main" id="{865E6EB8-3184-61BB-6935-5C42DA81F15C}"/>
              </a:ext>
            </a:extLst>
          </p:cNvPr>
          <p:cNvSpPr/>
          <p:nvPr>
            <p:custDataLst>
              <p:tags r:id="rId6"/>
            </p:custDataLst>
          </p:nvPr>
        </p:nvSpPr>
        <p:spPr bwMode="auto">
          <a:xfrm>
            <a:off x="4630738" y="2330450"/>
            <a:ext cx="218440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r">
              <a:spcBef>
                <a:spcPct val="0"/>
              </a:spcBef>
              <a:spcAft>
                <a:spcPct val="0"/>
              </a:spcAft>
            </a:pPr>
            <a:fld id="{D6CB7E8C-F60E-42CD-A21C-D7972BE0961A}" type="datetime'La''''ck ''''of'''''''' ''prod''''uc''t''''-''market'' fit'">
              <a:rPr lang="en-US" altLang="en-US" sz="1400" b="1" smtClean="0">
                <a:solidFill>
                  <a:schemeClr val="tx1"/>
                </a:solidFill>
              </a:rPr>
              <a:pPr/>
              <a:t>Lack of product-market fit</a:t>
            </a:fld>
            <a:endParaRPr lang="en-US" sz="1400" b="1" dirty="0">
              <a:solidFill>
                <a:schemeClr val="tx1"/>
              </a:solidFill>
            </a:endParaRPr>
          </a:p>
        </p:txBody>
      </p:sp>
      <p:sp>
        <p:nvSpPr>
          <p:cNvPr id="19" name="Rectangle 18">
            <a:extLst>
              <a:ext uri="{FF2B5EF4-FFF2-40B4-BE49-F238E27FC236}">
                <a16:creationId xmlns:a16="http://schemas.microsoft.com/office/drawing/2014/main" id="{FBCB7648-B015-04BC-D0E2-5A61A3C2FF16}"/>
              </a:ext>
            </a:extLst>
          </p:cNvPr>
          <p:cNvSpPr/>
          <p:nvPr>
            <p:custDataLst>
              <p:tags r:id="rId7"/>
            </p:custDataLst>
          </p:nvPr>
        </p:nvSpPr>
        <p:spPr bwMode="auto">
          <a:xfrm>
            <a:off x="5130800" y="2941638"/>
            <a:ext cx="168433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r">
              <a:spcBef>
                <a:spcPct val="0"/>
              </a:spcBef>
              <a:spcAft>
                <a:spcPct val="0"/>
              </a:spcAft>
            </a:pPr>
            <a:fld id="{C5134329-A112-4C7A-B3E5-E4D020D2EF71}" type="datetime'M''a''''''rk''''e''''''''''''ting p''''''r''ob''''le''ms'''">
              <a:rPr lang="en-US" altLang="en-US" sz="1400" b="1" smtClean="0">
                <a:solidFill>
                  <a:schemeClr val="tx1"/>
                </a:solidFill>
              </a:rPr>
              <a:pPr/>
              <a:t>Marketing problems</a:t>
            </a:fld>
            <a:endParaRPr lang="en-US" sz="1400" b="1" dirty="0">
              <a:solidFill>
                <a:schemeClr val="tx1"/>
              </a:solidFill>
            </a:endParaRPr>
          </a:p>
        </p:txBody>
      </p:sp>
      <p:sp>
        <p:nvSpPr>
          <p:cNvPr id="28" name="Rectangle 27">
            <a:extLst>
              <a:ext uri="{FF2B5EF4-FFF2-40B4-BE49-F238E27FC236}">
                <a16:creationId xmlns:a16="http://schemas.microsoft.com/office/drawing/2014/main" id="{0A3D871A-663C-5FF8-1964-7B722C4FD32F}"/>
              </a:ext>
            </a:extLst>
          </p:cNvPr>
          <p:cNvSpPr/>
          <p:nvPr>
            <p:custDataLst>
              <p:tags r:id="rId8"/>
            </p:custDataLst>
          </p:nvPr>
        </p:nvSpPr>
        <p:spPr bwMode="auto">
          <a:xfrm>
            <a:off x="5516563" y="3552825"/>
            <a:ext cx="12985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r">
              <a:spcBef>
                <a:spcPct val="0"/>
              </a:spcBef>
              <a:spcAft>
                <a:spcPct val="0"/>
              </a:spcAft>
            </a:pPr>
            <a:fld id="{603B446B-36DA-4586-BD7A-C351F33A160E}" type="datetime'Te''a''''''''m pro''''''''''''b''''l''e''''''m''''s'''">
              <a:rPr lang="en-US" altLang="en-US" sz="1400" b="1" smtClean="0">
                <a:solidFill>
                  <a:schemeClr val="tx1"/>
                </a:solidFill>
              </a:rPr>
              <a:pPr/>
              <a:t>Team problems</a:t>
            </a:fld>
            <a:endParaRPr lang="en-US" sz="1400" b="1" dirty="0">
              <a:solidFill>
                <a:schemeClr val="tx1"/>
              </a:solidFill>
            </a:endParaRPr>
          </a:p>
        </p:txBody>
      </p:sp>
      <p:sp>
        <p:nvSpPr>
          <p:cNvPr id="29" name="Rectangle 28">
            <a:extLst>
              <a:ext uri="{FF2B5EF4-FFF2-40B4-BE49-F238E27FC236}">
                <a16:creationId xmlns:a16="http://schemas.microsoft.com/office/drawing/2014/main" id="{D2EF7235-2274-0128-6C67-17B8E1A8B863}"/>
              </a:ext>
            </a:extLst>
          </p:cNvPr>
          <p:cNvSpPr/>
          <p:nvPr>
            <p:custDataLst>
              <p:tags r:id="rId9"/>
            </p:custDataLst>
          </p:nvPr>
        </p:nvSpPr>
        <p:spPr bwMode="auto">
          <a:xfrm>
            <a:off x="5299075" y="4164013"/>
            <a:ext cx="15160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r">
              <a:spcBef>
                <a:spcPct val="0"/>
              </a:spcBef>
              <a:spcAft>
                <a:spcPct val="0"/>
              </a:spcAft>
            </a:pPr>
            <a:fld id="{3DFE4E3A-1036-45EC-9AB0-9CEF01103B81}" type="datetime'F''in''''''''''an''''''c''e pr''''o''''b''''''''''le''''ms'''">
              <a:rPr lang="en-US" altLang="en-US" sz="1400" b="1" smtClean="0">
                <a:solidFill>
                  <a:schemeClr val="tx1"/>
                </a:solidFill>
              </a:rPr>
              <a:pPr/>
              <a:t>Finance problems</a:t>
            </a:fld>
            <a:endParaRPr lang="en-US" sz="1400" b="1" dirty="0">
              <a:solidFill>
                <a:schemeClr val="tx1"/>
              </a:solidFill>
            </a:endParaRPr>
          </a:p>
        </p:txBody>
      </p:sp>
      <p:sp>
        <p:nvSpPr>
          <p:cNvPr id="26" name="Rectangle 25">
            <a:extLst>
              <a:ext uri="{FF2B5EF4-FFF2-40B4-BE49-F238E27FC236}">
                <a16:creationId xmlns:a16="http://schemas.microsoft.com/office/drawing/2014/main" id="{1B126FC5-0324-1019-F228-0E31349D5EBC}"/>
              </a:ext>
            </a:extLst>
          </p:cNvPr>
          <p:cNvSpPr/>
          <p:nvPr>
            <p:custDataLst>
              <p:tags r:id="rId10"/>
            </p:custDataLst>
          </p:nvPr>
        </p:nvSpPr>
        <p:spPr bwMode="auto">
          <a:xfrm>
            <a:off x="5567363" y="4776788"/>
            <a:ext cx="12477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r">
              <a:spcBef>
                <a:spcPct val="0"/>
              </a:spcBef>
              <a:spcAft>
                <a:spcPct val="0"/>
              </a:spcAft>
            </a:pPr>
            <a:fld id="{472C0F91-23EC-42DC-8510-1610B8DE6EBA}" type="datetime'T''''e''''c''h'' pr''''''ob''l''''em''''s'''''''''''''">
              <a:rPr lang="en-US" altLang="en-US" sz="1400" b="1" smtClean="0">
                <a:solidFill>
                  <a:schemeClr val="tx1"/>
                </a:solidFill>
              </a:rPr>
              <a:pPr/>
              <a:t>Tech problems</a:t>
            </a:fld>
            <a:endParaRPr lang="en-US" sz="1400" b="1" dirty="0">
              <a:solidFill>
                <a:schemeClr val="tx1"/>
              </a:solidFill>
            </a:endParaRPr>
          </a:p>
        </p:txBody>
      </p:sp>
      <p:sp>
        <p:nvSpPr>
          <p:cNvPr id="27" name="Rectangle 26">
            <a:extLst>
              <a:ext uri="{FF2B5EF4-FFF2-40B4-BE49-F238E27FC236}">
                <a16:creationId xmlns:a16="http://schemas.microsoft.com/office/drawing/2014/main" id="{8B5956F5-6EDF-3D73-B26F-355B53F2BCB7}"/>
              </a:ext>
            </a:extLst>
          </p:cNvPr>
          <p:cNvSpPr/>
          <p:nvPr>
            <p:custDataLst>
              <p:tags r:id="rId11"/>
            </p:custDataLst>
          </p:nvPr>
        </p:nvSpPr>
        <p:spPr bwMode="auto">
          <a:xfrm>
            <a:off x="5032375" y="5387975"/>
            <a:ext cx="17827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r">
              <a:spcBef>
                <a:spcPct val="0"/>
              </a:spcBef>
              <a:spcAft>
                <a:spcPct val="0"/>
              </a:spcAft>
            </a:pPr>
            <a:fld id="{4EF3E075-93CF-4D2B-86FE-ED1D24D3E8C7}" type="datetime'O''per''a''tion''''''''''s'''' p''''''''r''''''''ob''''lems'">
              <a:rPr lang="en-US" altLang="en-US" sz="1400" b="1" smtClean="0">
                <a:solidFill>
                  <a:schemeClr val="tx1"/>
                </a:solidFill>
              </a:rPr>
              <a:pPr/>
              <a:t>Operations problems</a:t>
            </a:fld>
            <a:endParaRPr lang="en-US" sz="1400" b="1" dirty="0">
              <a:solidFill>
                <a:schemeClr val="tx1"/>
              </a:solidFill>
            </a:endParaRPr>
          </a:p>
        </p:txBody>
      </p:sp>
      <p:sp>
        <p:nvSpPr>
          <p:cNvPr id="30" name="Rectangle 29">
            <a:extLst>
              <a:ext uri="{FF2B5EF4-FFF2-40B4-BE49-F238E27FC236}">
                <a16:creationId xmlns:a16="http://schemas.microsoft.com/office/drawing/2014/main" id="{D374B887-FC44-B5B1-03B1-0719CDD22450}"/>
              </a:ext>
            </a:extLst>
          </p:cNvPr>
          <p:cNvSpPr/>
          <p:nvPr>
            <p:custDataLst>
              <p:tags r:id="rId12"/>
            </p:custDataLst>
          </p:nvPr>
        </p:nvSpPr>
        <p:spPr bwMode="auto">
          <a:xfrm>
            <a:off x="5505450" y="5999163"/>
            <a:ext cx="13096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r">
              <a:spcBef>
                <a:spcPct val="0"/>
              </a:spcBef>
              <a:spcAft>
                <a:spcPct val="0"/>
              </a:spcAft>
            </a:pPr>
            <a:fld id="{6AA87A9B-4A94-4709-84B7-C81F43EC91BB}" type="datetime'''''L''''e''ga''l'''' ''''''''p''''r''o''bl''''''''em''s'''">
              <a:rPr lang="en-US" altLang="en-US" sz="1400" b="1" smtClean="0">
                <a:solidFill>
                  <a:schemeClr val="tx1"/>
                </a:solidFill>
              </a:rPr>
              <a:pPr/>
              <a:t>Legal problems</a:t>
            </a:fld>
            <a:endParaRPr lang="en-US" sz="1400" b="1" dirty="0">
              <a:solidFill>
                <a:schemeClr val="tx1"/>
              </a:solidFill>
            </a:endParaRPr>
          </a:p>
        </p:txBody>
      </p:sp>
      <p:cxnSp>
        <p:nvCxnSpPr>
          <p:cNvPr id="66" name="Straight Connector 65">
            <a:extLst>
              <a:ext uri="{FF2B5EF4-FFF2-40B4-BE49-F238E27FC236}">
                <a16:creationId xmlns:a16="http://schemas.microsoft.com/office/drawing/2014/main" id="{77386694-4150-4789-B176-586341CC66C5}"/>
              </a:ext>
            </a:extLst>
          </p:cNvPr>
          <p:cNvCxnSpPr/>
          <p:nvPr/>
        </p:nvCxnSpPr>
        <p:spPr>
          <a:xfrm>
            <a:off x="4224385" y="1784350"/>
            <a:ext cx="0" cy="4608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72" name="Footer Placeholder 71">
            <a:extLst>
              <a:ext uri="{FF2B5EF4-FFF2-40B4-BE49-F238E27FC236}">
                <a16:creationId xmlns:a16="http://schemas.microsoft.com/office/drawing/2014/main" id="{C1B2F414-7A87-6109-AD2C-4851C8F8C53E}"/>
              </a:ext>
            </a:extLst>
          </p:cNvPr>
          <p:cNvSpPr>
            <a:spLocks noGrp="1"/>
          </p:cNvSpPr>
          <p:nvPr>
            <p:ph type="ftr" sz="quarter" idx="3"/>
          </p:nvPr>
        </p:nvSpPr>
        <p:spPr/>
        <p:txBody>
          <a:bodyPr/>
          <a:lstStyle/>
          <a:p>
            <a:r>
              <a:rPr lang="en-US"/>
              <a:t>Domont Consulting</a:t>
            </a:r>
            <a:endParaRPr lang="en-US" dirty="0"/>
          </a:p>
        </p:txBody>
      </p:sp>
      <p:sp>
        <p:nvSpPr>
          <p:cNvPr id="73" name="Slide Number Placeholder 72">
            <a:extLst>
              <a:ext uri="{FF2B5EF4-FFF2-40B4-BE49-F238E27FC236}">
                <a16:creationId xmlns:a16="http://schemas.microsoft.com/office/drawing/2014/main" id="{9F66B92E-17E4-977D-B593-EEEF8432C272}"/>
              </a:ext>
            </a:extLst>
          </p:cNvPr>
          <p:cNvSpPr>
            <a:spLocks noGrp="1"/>
          </p:cNvSpPr>
          <p:nvPr>
            <p:ph type="sldNum" sz="quarter" idx="4"/>
          </p:nvPr>
        </p:nvSpPr>
        <p:spPr/>
        <p:txBody>
          <a:bodyPr/>
          <a:lstStyle/>
          <a:p>
            <a:fld id="{37F5C94B-8C55-478B-B509-BAE6A06B2E2A}" type="slidenum">
              <a:rPr lang="en-US" smtClean="0"/>
              <a:pPr/>
              <a:t>5</a:t>
            </a:fld>
            <a:endParaRPr lang="en-US" dirty="0"/>
          </a:p>
        </p:txBody>
      </p:sp>
    </p:spTree>
    <p:extLst>
      <p:ext uri="{BB962C8B-B14F-4D97-AF65-F5344CB8AC3E}">
        <p14:creationId xmlns:p14="http://schemas.microsoft.com/office/powerpoint/2010/main" val="1921248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74B90F8-16E2-149E-13EF-2AEEB8172E8E}"/>
              </a:ext>
            </a:extLst>
          </p:cNvPr>
          <p:cNvGraphicFramePr>
            <a:graphicFrameLocks noChangeAspect="1"/>
          </p:cNvGraphicFramePr>
          <p:nvPr>
            <p:custDataLst>
              <p:tags r:id="rId1"/>
            </p:custDataLst>
            <p:extLst>
              <p:ext uri="{D42A27DB-BD31-4B8C-83A1-F6EECF244321}">
                <p14:modId xmlns:p14="http://schemas.microsoft.com/office/powerpoint/2010/main" val="42158859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C74B90F8-16E2-149E-13EF-2AEEB8172E8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7C4AEFD-F24A-61C6-413F-137EBECACF93}"/>
              </a:ext>
            </a:extLst>
          </p:cNvPr>
          <p:cNvSpPr>
            <a:spLocks noGrp="1"/>
          </p:cNvSpPr>
          <p:nvPr>
            <p:ph type="title"/>
          </p:nvPr>
        </p:nvSpPr>
        <p:spPr/>
        <p:txBody>
          <a:bodyPr vert="horz">
            <a:normAutofit/>
          </a:bodyPr>
          <a:lstStyle/>
          <a:p>
            <a:r>
              <a:rPr lang="en-US" dirty="0">
                <a:solidFill>
                  <a:schemeClr val="accent2"/>
                </a:solidFill>
              </a:rPr>
              <a:t>Solution: </a:t>
            </a:r>
            <a:r>
              <a:rPr lang="en-US" dirty="0"/>
              <a:t>Our consulting firm created the Business Plan and Entrepreneurship Toolkit to help you build, run, and scale </a:t>
            </a:r>
            <a:r>
              <a:rPr lang="en-US"/>
              <a:t>your business</a:t>
            </a:r>
            <a:endParaRPr lang="en-US" dirty="0"/>
          </a:p>
        </p:txBody>
      </p:sp>
      <p:grpSp>
        <p:nvGrpSpPr>
          <p:cNvPr id="31" name="Group 30">
            <a:extLst>
              <a:ext uri="{FF2B5EF4-FFF2-40B4-BE49-F238E27FC236}">
                <a16:creationId xmlns:a16="http://schemas.microsoft.com/office/drawing/2014/main" id="{B6727FD6-0702-B2CC-6E64-062AF0B6D15D}"/>
              </a:ext>
            </a:extLst>
          </p:cNvPr>
          <p:cNvGrpSpPr/>
          <p:nvPr/>
        </p:nvGrpSpPr>
        <p:grpSpPr>
          <a:xfrm>
            <a:off x="1294717" y="2215162"/>
            <a:ext cx="4010923" cy="4449451"/>
            <a:chOff x="876059" y="1538710"/>
            <a:chExt cx="4640724" cy="5148110"/>
          </a:xfrm>
        </p:grpSpPr>
        <p:sp>
          <p:nvSpPr>
            <p:cNvPr id="32" name="Shape 59118">
              <a:extLst>
                <a:ext uri="{FF2B5EF4-FFF2-40B4-BE49-F238E27FC236}">
                  <a16:creationId xmlns:a16="http://schemas.microsoft.com/office/drawing/2014/main" id="{507E91AB-4727-2A30-2D87-4F53F2D30E6E}"/>
                </a:ext>
              </a:extLst>
            </p:cNvPr>
            <p:cNvSpPr/>
            <p:nvPr/>
          </p:nvSpPr>
          <p:spPr>
            <a:xfrm>
              <a:off x="1575364"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3" name="Shape 59119">
              <a:extLst>
                <a:ext uri="{FF2B5EF4-FFF2-40B4-BE49-F238E27FC236}">
                  <a16:creationId xmlns:a16="http://schemas.microsoft.com/office/drawing/2014/main" id="{864A878F-3035-4BF9-86C1-4CBC5C958D28}"/>
                </a:ext>
              </a:extLst>
            </p:cNvPr>
            <p:cNvSpPr/>
            <p:nvPr/>
          </p:nvSpPr>
          <p:spPr>
            <a:xfrm>
              <a:off x="879520" y="2242927"/>
              <a:ext cx="1748041" cy="1595195"/>
            </a:xfrm>
            <a:custGeom>
              <a:avLst/>
              <a:gdLst/>
              <a:ahLst/>
              <a:cxnLst>
                <a:cxn ang="0">
                  <a:pos x="wd2" y="hd2"/>
                </a:cxn>
                <a:cxn ang="5400000">
                  <a:pos x="wd2" y="hd2"/>
                </a:cxn>
                <a:cxn ang="10800000">
                  <a:pos x="wd2" y="hd2"/>
                </a:cxn>
                <a:cxn ang="16200000">
                  <a:pos x="wd2" y="hd2"/>
                </a:cxn>
              </a:cxnLst>
              <a:rect l="0" t="0" r="r" b="b"/>
              <a:pathLst>
                <a:path w="21600" h="21600" extrusionOk="0">
                  <a:moveTo>
                    <a:pt x="8251" y="0"/>
                  </a:moveTo>
                  <a:cubicBezTo>
                    <a:pt x="5770" y="2801"/>
                    <a:pt x="3749" y="6098"/>
                    <a:pt x="2329" y="9742"/>
                  </a:cubicBezTo>
                  <a:cubicBezTo>
                    <a:pt x="909" y="13385"/>
                    <a:pt x="88" y="17377"/>
                    <a:pt x="0" y="21573"/>
                  </a:cubicBezTo>
                  <a:lnTo>
                    <a:pt x="18974" y="21600"/>
                  </a:lnTo>
                  <a:cubicBezTo>
                    <a:pt x="19085" y="20283"/>
                    <a:pt x="19372" y="19028"/>
                    <a:pt x="19808" y="17861"/>
                  </a:cubicBezTo>
                  <a:cubicBezTo>
                    <a:pt x="20255" y="16665"/>
                    <a:pt x="20861" y="15555"/>
                    <a:pt x="21600" y="14565"/>
                  </a:cubicBezTo>
                  <a:lnTo>
                    <a:pt x="8251"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4" name="Shape 59120">
              <a:extLst>
                <a:ext uri="{FF2B5EF4-FFF2-40B4-BE49-F238E27FC236}">
                  <a16:creationId xmlns:a16="http://schemas.microsoft.com/office/drawing/2014/main" id="{994CA33D-5029-C30F-279A-5AA73CDDF849}"/>
                </a:ext>
              </a:extLst>
            </p:cNvPr>
            <p:cNvSpPr/>
            <p:nvPr/>
          </p:nvSpPr>
          <p:spPr>
            <a:xfrm>
              <a:off x="1575364"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5" name="Shape 59121">
              <a:extLst>
                <a:ext uri="{FF2B5EF4-FFF2-40B4-BE49-F238E27FC236}">
                  <a16:creationId xmlns:a16="http://schemas.microsoft.com/office/drawing/2014/main" id="{90333B5F-C803-62E7-6B69-44702A54AFFC}"/>
                </a:ext>
              </a:extLst>
            </p:cNvPr>
            <p:cNvSpPr/>
            <p:nvPr/>
          </p:nvSpPr>
          <p:spPr>
            <a:xfrm>
              <a:off x="876059" y="3891220"/>
              <a:ext cx="1753117" cy="1595195"/>
            </a:xfrm>
            <a:custGeom>
              <a:avLst/>
              <a:gdLst/>
              <a:ahLst/>
              <a:cxnLst>
                <a:cxn ang="0">
                  <a:pos x="wd2" y="hd2"/>
                </a:cxn>
                <a:cxn ang="5400000">
                  <a:pos x="wd2" y="hd2"/>
                </a:cxn>
                <a:cxn ang="10800000">
                  <a:pos x="wd2" y="hd2"/>
                </a:cxn>
                <a:cxn ang="16200000">
                  <a:pos x="wd2" y="hd2"/>
                </a:cxn>
              </a:cxnLst>
              <a:rect l="0" t="0" r="r" b="b"/>
              <a:pathLst>
                <a:path w="21600" h="21600" extrusionOk="0">
                  <a:moveTo>
                    <a:pt x="8142" y="21600"/>
                  </a:moveTo>
                  <a:cubicBezTo>
                    <a:pt x="5658" y="18808"/>
                    <a:pt x="3642" y="15510"/>
                    <a:pt x="2238" y="11858"/>
                  </a:cubicBezTo>
                  <a:cubicBezTo>
                    <a:pt x="834" y="8207"/>
                    <a:pt x="42" y="4202"/>
                    <a:pt x="0" y="0"/>
                  </a:cubicBezTo>
                  <a:lnTo>
                    <a:pt x="18834" y="0"/>
                  </a:lnTo>
                  <a:cubicBezTo>
                    <a:pt x="18902" y="1327"/>
                    <a:pt x="19193" y="2588"/>
                    <a:pt x="19666" y="3739"/>
                  </a:cubicBezTo>
                  <a:cubicBezTo>
                    <a:pt x="20140" y="4889"/>
                    <a:pt x="20798" y="5928"/>
                    <a:pt x="21600" y="6810"/>
                  </a:cubicBezTo>
                  <a:lnTo>
                    <a:pt x="8142"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6" name="Shape 59122">
              <a:extLst>
                <a:ext uri="{FF2B5EF4-FFF2-40B4-BE49-F238E27FC236}">
                  <a16:creationId xmlns:a16="http://schemas.microsoft.com/office/drawing/2014/main" id="{C5E260DC-65AB-70D6-7998-CF83EC790A79}"/>
                </a:ext>
              </a:extLst>
            </p:cNvPr>
            <p:cNvSpPr/>
            <p:nvPr/>
          </p:nvSpPr>
          <p:spPr>
            <a:xfrm flipH="1">
              <a:off x="3222203"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7" name="Shape 59123">
              <a:extLst>
                <a:ext uri="{FF2B5EF4-FFF2-40B4-BE49-F238E27FC236}">
                  <a16:creationId xmlns:a16="http://schemas.microsoft.com/office/drawing/2014/main" id="{9B020927-995A-D507-4804-B4FC3B411ED8}"/>
                </a:ext>
              </a:extLst>
            </p:cNvPr>
            <p:cNvSpPr/>
            <p:nvPr/>
          </p:nvSpPr>
          <p:spPr>
            <a:xfrm flipH="1">
              <a:off x="3760387" y="2242927"/>
              <a:ext cx="1746084" cy="1595195"/>
            </a:xfrm>
            <a:custGeom>
              <a:avLst/>
              <a:gdLst/>
              <a:ahLst/>
              <a:cxnLst>
                <a:cxn ang="0">
                  <a:pos x="wd2" y="hd2"/>
                </a:cxn>
                <a:cxn ang="5400000">
                  <a:pos x="wd2" y="hd2"/>
                </a:cxn>
                <a:cxn ang="10800000">
                  <a:pos x="wd2" y="hd2"/>
                </a:cxn>
                <a:cxn ang="16200000">
                  <a:pos x="wd2" y="hd2"/>
                </a:cxn>
              </a:cxnLst>
              <a:rect l="0" t="0" r="r" b="b"/>
              <a:pathLst>
                <a:path w="21600" h="21600" extrusionOk="0">
                  <a:moveTo>
                    <a:pt x="8175" y="0"/>
                  </a:moveTo>
                  <a:cubicBezTo>
                    <a:pt x="5681" y="2792"/>
                    <a:pt x="3656" y="6090"/>
                    <a:pt x="2247" y="9742"/>
                  </a:cubicBezTo>
                  <a:cubicBezTo>
                    <a:pt x="837" y="13393"/>
                    <a:pt x="42" y="17398"/>
                    <a:pt x="0" y="21600"/>
                  </a:cubicBezTo>
                  <a:lnTo>
                    <a:pt x="18910" y="21600"/>
                  </a:lnTo>
                  <a:cubicBezTo>
                    <a:pt x="18996" y="20277"/>
                    <a:pt x="19286" y="19018"/>
                    <a:pt x="19746" y="17861"/>
                  </a:cubicBezTo>
                  <a:cubicBezTo>
                    <a:pt x="20204" y="16707"/>
                    <a:pt x="20833" y="15651"/>
                    <a:pt x="21600" y="14733"/>
                  </a:cubicBezTo>
                  <a:lnTo>
                    <a:pt x="8175"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8" name="Shape 59124">
              <a:extLst>
                <a:ext uri="{FF2B5EF4-FFF2-40B4-BE49-F238E27FC236}">
                  <a16:creationId xmlns:a16="http://schemas.microsoft.com/office/drawing/2014/main" id="{F8BD7E52-876E-08D4-8F54-5579BB0125EE}"/>
                </a:ext>
              </a:extLst>
            </p:cNvPr>
            <p:cNvSpPr/>
            <p:nvPr/>
          </p:nvSpPr>
          <p:spPr>
            <a:xfrm flipH="1">
              <a:off x="3222203"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9" name="Shape 59125">
              <a:extLst>
                <a:ext uri="{FF2B5EF4-FFF2-40B4-BE49-F238E27FC236}">
                  <a16:creationId xmlns:a16="http://schemas.microsoft.com/office/drawing/2014/main" id="{34C2E997-304B-020C-D91A-E4F92750FF41}"/>
                </a:ext>
              </a:extLst>
            </p:cNvPr>
            <p:cNvSpPr/>
            <p:nvPr/>
          </p:nvSpPr>
          <p:spPr>
            <a:xfrm flipH="1">
              <a:off x="3773528" y="3891220"/>
              <a:ext cx="1743255" cy="1595195"/>
            </a:xfrm>
            <a:custGeom>
              <a:avLst/>
              <a:gdLst/>
              <a:ahLst/>
              <a:cxnLst>
                <a:cxn ang="0">
                  <a:pos x="wd2" y="hd2"/>
                </a:cxn>
                <a:cxn ang="5400000">
                  <a:pos x="wd2" y="hd2"/>
                </a:cxn>
                <a:cxn ang="10800000">
                  <a:pos x="wd2" y="hd2"/>
                </a:cxn>
                <a:cxn ang="16200000">
                  <a:pos x="wd2" y="hd2"/>
                </a:cxn>
              </a:cxnLst>
              <a:rect l="0" t="0" r="r" b="b"/>
              <a:pathLst>
                <a:path w="21600" h="21600" extrusionOk="0">
                  <a:moveTo>
                    <a:pt x="8189" y="21600"/>
                  </a:moveTo>
                  <a:cubicBezTo>
                    <a:pt x="5690" y="18808"/>
                    <a:pt x="3662" y="15510"/>
                    <a:pt x="2250" y="11858"/>
                  </a:cubicBezTo>
                  <a:cubicBezTo>
                    <a:pt x="839" y="8207"/>
                    <a:pt x="42" y="4202"/>
                    <a:pt x="0" y="0"/>
                  </a:cubicBezTo>
                  <a:lnTo>
                    <a:pt x="18941" y="0"/>
                  </a:lnTo>
                  <a:cubicBezTo>
                    <a:pt x="19037" y="1321"/>
                    <a:pt x="19326" y="2578"/>
                    <a:pt x="19778" y="3739"/>
                  </a:cubicBezTo>
                  <a:cubicBezTo>
                    <a:pt x="20230" y="4902"/>
                    <a:pt x="20847" y="5973"/>
                    <a:pt x="21600" y="6914"/>
                  </a:cubicBezTo>
                  <a:lnTo>
                    <a:pt x="8189"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40" name="TextBox 39">
              <a:extLst>
                <a:ext uri="{FF2B5EF4-FFF2-40B4-BE49-F238E27FC236}">
                  <a16:creationId xmlns:a16="http://schemas.microsoft.com/office/drawing/2014/main" id="{63070B26-6A06-34C4-A224-A0D750EACEFA}"/>
                </a:ext>
              </a:extLst>
            </p:cNvPr>
            <p:cNvSpPr txBox="1"/>
            <p:nvPr/>
          </p:nvSpPr>
          <p:spPr>
            <a:xfrm>
              <a:off x="3193605" y="2370576"/>
              <a:ext cx="1158512" cy="284883"/>
            </a:xfrm>
            <a:prstGeom prst="rect">
              <a:avLst/>
            </a:prstGeom>
            <a:noFill/>
          </p:spPr>
          <p:txBody>
            <a:bodyPr wrap="square" rtlCol="0">
              <a:spAutoFit/>
            </a:bodyPr>
            <a:lstStyle/>
            <a:p>
              <a:pPr algn="ctr"/>
              <a:r>
                <a:rPr lang="en-US" sz="1000" b="1" dirty="0">
                  <a:solidFill>
                    <a:schemeClr val="bg1"/>
                  </a:solidFill>
                </a:rPr>
                <a:t>Frameworks</a:t>
              </a:r>
            </a:p>
          </p:txBody>
        </p:sp>
        <p:sp>
          <p:nvSpPr>
            <p:cNvPr id="41" name="TextBox 40">
              <a:extLst>
                <a:ext uri="{FF2B5EF4-FFF2-40B4-BE49-F238E27FC236}">
                  <a16:creationId xmlns:a16="http://schemas.microsoft.com/office/drawing/2014/main" id="{AFA21893-580B-81EF-C384-A5E978590C1D}"/>
                </a:ext>
              </a:extLst>
            </p:cNvPr>
            <p:cNvSpPr txBox="1"/>
            <p:nvPr/>
          </p:nvSpPr>
          <p:spPr>
            <a:xfrm>
              <a:off x="4034713" y="3346307"/>
              <a:ext cx="1317412" cy="284883"/>
            </a:xfrm>
            <a:prstGeom prst="rect">
              <a:avLst/>
            </a:prstGeom>
            <a:noFill/>
          </p:spPr>
          <p:txBody>
            <a:bodyPr wrap="square" rtlCol="0">
              <a:spAutoFit/>
            </a:bodyPr>
            <a:lstStyle/>
            <a:p>
              <a:pPr algn="ctr"/>
              <a:r>
                <a:rPr lang="en-US" sz="1000" b="1" dirty="0">
                  <a:solidFill>
                    <a:schemeClr val="bg1"/>
                  </a:solidFill>
                </a:rPr>
                <a:t>Tools</a:t>
              </a:r>
            </a:p>
          </p:txBody>
        </p:sp>
        <p:sp>
          <p:nvSpPr>
            <p:cNvPr id="42" name="TextBox 41">
              <a:extLst>
                <a:ext uri="{FF2B5EF4-FFF2-40B4-BE49-F238E27FC236}">
                  <a16:creationId xmlns:a16="http://schemas.microsoft.com/office/drawing/2014/main" id="{0D8AC8DE-4B3B-61AC-D899-32674575AB40}"/>
                </a:ext>
              </a:extLst>
            </p:cNvPr>
            <p:cNvSpPr txBox="1"/>
            <p:nvPr/>
          </p:nvSpPr>
          <p:spPr>
            <a:xfrm>
              <a:off x="3995915" y="4544770"/>
              <a:ext cx="1317412" cy="284883"/>
            </a:xfrm>
            <a:prstGeom prst="rect">
              <a:avLst/>
            </a:prstGeom>
            <a:noFill/>
          </p:spPr>
          <p:txBody>
            <a:bodyPr wrap="square" rtlCol="0">
              <a:spAutoFit/>
            </a:bodyPr>
            <a:lstStyle/>
            <a:p>
              <a:pPr algn="ctr"/>
              <a:r>
                <a:rPr lang="en-US" sz="1000" b="1" dirty="0">
                  <a:solidFill>
                    <a:schemeClr val="bg1"/>
                  </a:solidFill>
                </a:rPr>
                <a:t>Templates</a:t>
              </a:r>
            </a:p>
          </p:txBody>
        </p:sp>
        <p:sp>
          <p:nvSpPr>
            <p:cNvPr id="43" name="TextBox 42">
              <a:extLst>
                <a:ext uri="{FF2B5EF4-FFF2-40B4-BE49-F238E27FC236}">
                  <a16:creationId xmlns:a16="http://schemas.microsoft.com/office/drawing/2014/main" id="{793C8541-3CEB-40B1-D16E-7A6B113307C5}"/>
                </a:ext>
              </a:extLst>
            </p:cNvPr>
            <p:cNvSpPr txBox="1"/>
            <p:nvPr/>
          </p:nvSpPr>
          <p:spPr>
            <a:xfrm>
              <a:off x="3101681" y="5455438"/>
              <a:ext cx="1317412" cy="462936"/>
            </a:xfrm>
            <a:prstGeom prst="rect">
              <a:avLst/>
            </a:prstGeom>
            <a:noFill/>
          </p:spPr>
          <p:txBody>
            <a:bodyPr wrap="square" rtlCol="0">
              <a:spAutoFit/>
            </a:bodyPr>
            <a:lstStyle/>
            <a:p>
              <a:pPr algn="ctr"/>
              <a:r>
                <a:rPr lang="en-US" sz="1000" b="1" dirty="0">
                  <a:solidFill>
                    <a:schemeClr val="bg1"/>
                  </a:solidFill>
                </a:rPr>
                <a:t>Step-by-step Tutorials</a:t>
              </a:r>
            </a:p>
          </p:txBody>
        </p:sp>
        <p:sp>
          <p:nvSpPr>
            <p:cNvPr id="44" name="TextBox 43">
              <a:extLst>
                <a:ext uri="{FF2B5EF4-FFF2-40B4-BE49-F238E27FC236}">
                  <a16:creationId xmlns:a16="http://schemas.microsoft.com/office/drawing/2014/main" id="{80585AD6-28E0-83C0-69FD-C062B8D591A4}"/>
                </a:ext>
              </a:extLst>
            </p:cNvPr>
            <p:cNvSpPr txBox="1"/>
            <p:nvPr/>
          </p:nvSpPr>
          <p:spPr>
            <a:xfrm>
              <a:off x="1874021" y="5371702"/>
              <a:ext cx="1317412" cy="284883"/>
            </a:xfrm>
            <a:prstGeom prst="rect">
              <a:avLst/>
            </a:prstGeom>
            <a:noFill/>
          </p:spPr>
          <p:txBody>
            <a:bodyPr wrap="square" rtlCol="0">
              <a:spAutoFit/>
            </a:bodyPr>
            <a:lstStyle/>
            <a:p>
              <a:pPr algn="ctr"/>
              <a:r>
                <a:rPr lang="en-US" sz="1000" b="1" dirty="0">
                  <a:solidFill>
                    <a:schemeClr val="bg1"/>
                  </a:solidFill>
                </a:rPr>
                <a:t>Video Training</a:t>
              </a:r>
            </a:p>
          </p:txBody>
        </p:sp>
        <p:sp>
          <p:nvSpPr>
            <p:cNvPr id="45" name="TextBox 44">
              <a:extLst>
                <a:ext uri="{FF2B5EF4-FFF2-40B4-BE49-F238E27FC236}">
                  <a16:creationId xmlns:a16="http://schemas.microsoft.com/office/drawing/2014/main" id="{0637A745-4A7A-A5B7-CB86-CF150183E26E}"/>
                </a:ext>
              </a:extLst>
            </p:cNvPr>
            <p:cNvSpPr txBox="1"/>
            <p:nvPr/>
          </p:nvSpPr>
          <p:spPr>
            <a:xfrm>
              <a:off x="981336" y="4498337"/>
              <a:ext cx="1317412" cy="462936"/>
            </a:xfrm>
            <a:prstGeom prst="rect">
              <a:avLst/>
            </a:prstGeom>
            <a:noFill/>
          </p:spPr>
          <p:txBody>
            <a:bodyPr wrap="square" rtlCol="0">
              <a:spAutoFit/>
            </a:bodyPr>
            <a:lstStyle/>
            <a:p>
              <a:pPr algn="ctr"/>
              <a:r>
                <a:rPr lang="en-US" sz="1000" b="1" dirty="0">
                  <a:solidFill>
                    <a:schemeClr val="bg1"/>
                  </a:solidFill>
                </a:rPr>
                <a:t>Real-life Examples</a:t>
              </a:r>
            </a:p>
          </p:txBody>
        </p:sp>
        <p:sp>
          <p:nvSpPr>
            <p:cNvPr id="46" name="TextBox 45">
              <a:extLst>
                <a:ext uri="{FF2B5EF4-FFF2-40B4-BE49-F238E27FC236}">
                  <a16:creationId xmlns:a16="http://schemas.microsoft.com/office/drawing/2014/main" id="{86EAE97F-8C11-FCD2-66F4-299D20C7C460}"/>
                </a:ext>
              </a:extLst>
            </p:cNvPr>
            <p:cNvSpPr txBox="1"/>
            <p:nvPr/>
          </p:nvSpPr>
          <p:spPr>
            <a:xfrm>
              <a:off x="1912573" y="2355775"/>
              <a:ext cx="1317412" cy="284883"/>
            </a:xfrm>
            <a:prstGeom prst="rect">
              <a:avLst/>
            </a:prstGeom>
            <a:noFill/>
          </p:spPr>
          <p:txBody>
            <a:bodyPr wrap="square" rtlCol="0">
              <a:spAutoFit/>
            </a:bodyPr>
            <a:lstStyle/>
            <a:p>
              <a:pPr algn="ctr"/>
              <a:r>
                <a:rPr lang="en-US" sz="1000" b="1" dirty="0">
                  <a:solidFill>
                    <a:schemeClr val="bg1"/>
                  </a:solidFill>
                </a:rPr>
                <a:t>Best Practices</a:t>
              </a:r>
            </a:p>
          </p:txBody>
        </p:sp>
        <p:sp>
          <p:nvSpPr>
            <p:cNvPr id="47" name="TextBox 46">
              <a:extLst>
                <a:ext uri="{FF2B5EF4-FFF2-40B4-BE49-F238E27FC236}">
                  <a16:creationId xmlns:a16="http://schemas.microsoft.com/office/drawing/2014/main" id="{9B51F0D2-E5EC-26B7-23F1-3C8B2D26EE8C}"/>
                </a:ext>
              </a:extLst>
            </p:cNvPr>
            <p:cNvSpPr txBox="1"/>
            <p:nvPr/>
          </p:nvSpPr>
          <p:spPr>
            <a:xfrm>
              <a:off x="911732" y="3051861"/>
              <a:ext cx="1408421" cy="819039"/>
            </a:xfrm>
            <a:prstGeom prst="rect">
              <a:avLst/>
            </a:prstGeom>
            <a:noFill/>
          </p:spPr>
          <p:txBody>
            <a:bodyPr wrap="square" rtlCol="0">
              <a:spAutoFit/>
            </a:bodyPr>
            <a:lstStyle/>
            <a:p>
              <a:pPr algn="ctr"/>
              <a:r>
                <a:rPr lang="en-US" sz="1000" b="1" dirty="0">
                  <a:solidFill>
                    <a:schemeClr val="bg1"/>
                  </a:solidFill>
                </a:rPr>
                <a:t>Advice from </a:t>
              </a:r>
            </a:p>
            <a:p>
              <a:pPr algn="ctr"/>
              <a:r>
                <a:rPr lang="en-US" sz="1000" b="1" dirty="0">
                  <a:solidFill>
                    <a:schemeClr val="bg1"/>
                  </a:solidFill>
                </a:rPr>
                <a:t>tier-1 Management Consultants</a:t>
              </a:r>
            </a:p>
          </p:txBody>
        </p:sp>
        <p:sp>
          <p:nvSpPr>
            <p:cNvPr id="48" name="Oval 47">
              <a:extLst>
                <a:ext uri="{FF2B5EF4-FFF2-40B4-BE49-F238E27FC236}">
                  <a16:creationId xmlns:a16="http://schemas.microsoft.com/office/drawing/2014/main" id="{69C9BE43-6A0C-EF9E-918B-8B8D3BC80AB9}"/>
                </a:ext>
              </a:extLst>
            </p:cNvPr>
            <p:cNvSpPr/>
            <p:nvPr/>
          </p:nvSpPr>
          <p:spPr>
            <a:xfrm>
              <a:off x="2174294" y="2860084"/>
              <a:ext cx="1980000" cy="198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US" sz="1200" b="1" dirty="0"/>
            </a:p>
          </p:txBody>
        </p:sp>
        <p:pic>
          <p:nvPicPr>
            <p:cNvPr id="49" name="Graphic 48" descr="Arrow circle">
              <a:extLst>
                <a:ext uri="{FF2B5EF4-FFF2-40B4-BE49-F238E27FC236}">
                  <a16:creationId xmlns:a16="http://schemas.microsoft.com/office/drawing/2014/main" id="{7B990492-B56E-8BD8-E2EA-A9A31C36FB9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24859" y="1932870"/>
              <a:ext cx="504000" cy="504000"/>
            </a:xfrm>
            <a:prstGeom prst="rect">
              <a:avLst/>
            </a:prstGeom>
          </p:spPr>
        </p:pic>
        <p:pic>
          <p:nvPicPr>
            <p:cNvPr id="50" name="Graphic 49" descr="Tools">
              <a:extLst>
                <a:ext uri="{FF2B5EF4-FFF2-40B4-BE49-F238E27FC236}">
                  <a16:creationId xmlns:a16="http://schemas.microsoft.com/office/drawing/2014/main" id="{A9B115DA-02DE-1E92-B04F-2C76877F29B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46994" y="2851905"/>
              <a:ext cx="428393" cy="428393"/>
            </a:xfrm>
            <a:prstGeom prst="rect">
              <a:avLst/>
            </a:prstGeom>
          </p:spPr>
        </p:pic>
        <p:pic>
          <p:nvPicPr>
            <p:cNvPr id="51" name="Graphic 50" descr="Presentation with bar chart RTL">
              <a:extLst>
                <a:ext uri="{FF2B5EF4-FFF2-40B4-BE49-F238E27FC236}">
                  <a16:creationId xmlns:a16="http://schemas.microsoft.com/office/drawing/2014/main" id="{A9BE6839-426F-AFE5-1C90-DF28A0F169E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31370" y="4016600"/>
              <a:ext cx="432000" cy="432000"/>
            </a:xfrm>
            <a:prstGeom prst="rect">
              <a:avLst/>
            </a:prstGeom>
          </p:spPr>
        </p:pic>
        <p:pic>
          <p:nvPicPr>
            <p:cNvPr id="52" name="Graphic 51" descr="Teacher">
              <a:extLst>
                <a:ext uri="{FF2B5EF4-FFF2-40B4-BE49-F238E27FC236}">
                  <a16:creationId xmlns:a16="http://schemas.microsoft.com/office/drawing/2014/main" id="{C3F947EF-9746-8A0B-886A-2300A966611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369499" y="4946145"/>
              <a:ext cx="432000" cy="432000"/>
            </a:xfrm>
            <a:prstGeom prst="rect">
              <a:avLst/>
            </a:prstGeom>
          </p:spPr>
        </p:pic>
        <p:pic>
          <p:nvPicPr>
            <p:cNvPr id="53" name="Graphic 52" descr="Podium">
              <a:extLst>
                <a:ext uri="{FF2B5EF4-FFF2-40B4-BE49-F238E27FC236}">
                  <a16:creationId xmlns:a16="http://schemas.microsoft.com/office/drawing/2014/main" id="{3C3A3915-23F2-6F69-8DCB-C0343929DC5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24129" y="1858815"/>
              <a:ext cx="506995" cy="506995"/>
            </a:xfrm>
            <a:prstGeom prst="rect">
              <a:avLst/>
            </a:prstGeom>
          </p:spPr>
        </p:pic>
        <p:pic>
          <p:nvPicPr>
            <p:cNvPr id="54" name="Graphic 53" descr="Checklist with solid fill">
              <a:extLst>
                <a:ext uri="{FF2B5EF4-FFF2-40B4-BE49-F238E27FC236}">
                  <a16:creationId xmlns:a16="http://schemas.microsoft.com/office/drawing/2014/main" id="{3491897B-2141-B19A-D473-6DA3D860EF7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479768" y="4882325"/>
              <a:ext cx="577961" cy="577961"/>
            </a:xfrm>
            <a:prstGeom prst="rect">
              <a:avLst/>
            </a:prstGeom>
          </p:spPr>
        </p:pic>
        <p:pic>
          <p:nvPicPr>
            <p:cNvPr id="55" name="Graphic 54" descr="Customer review with solid fill">
              <a:extLst>
                <a:ext uri="{FF2B5EF4-FFF2-40B4-BE49-F238E27FC236}">
                  <a16:creationId xmlns:a16="http://schemas.microsoft.com/office/drawing/2014/main" id="{E9AD0067-6CA1-4126-11CD-69AD322FCA5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388904" y="2587884"/>
              <a:ext cx="486907" cy="486907"/>
            </a:xfrm>
            <a:prstGeom prst="rect">
              <a:avLst/>
            </a:prstGeom>
          </p:spPr>
        </p:pic>
        <p:grpSp>
          <p:nvGrpSpPr>
            <p:cNvPr id="56" name="Group 55">
              <a:extLst>
                <a:ext uri="{FF2B5EF4-FFF2-40B4-BE49-F238E27FC236}">
                  <a16:creationId xmlns:a16="http://schemas.microsoft.com/office/drawing/2014/main" id="{38444726-E9BA-8A9C-05D6-6D8542379292}"/>
                </a:ext>
              </a:extLst>
            </p:cNvPr>
            <p:cNvGrpSpPr/>
            <p:nvPr/>
          </p:nvGrpSpPr>
          <p:grpSpPr>
            <a:xfrm>
              <a:off x="4352117" y="4097419"/>
              <a:ext cx="603238" cy="373065"/>
              <a:chOff x="579475" y="323541"/>
              <a:chExt cx="1528827" cy="945484"/>
            </a:xfrm>
          </p:grpSpPr>
          <p:sp>
            <p:nvSpPr>
              <p:cNvPr id="58" name="Rectangle 57">
                <a:extLst>
                  <a:ext uri="{FF2B5EF4-FFF2-40B4-BE49-F238E27FC236}">
                    <a16:creationId xmlns:a16="http://schemas.microsoft.com/office/drawing/2014/main" id="{2CE29E14-33B4-9051-D4A2-8C7D5421F1FB}"/>
                  </a:ext>
                </a:extLst>
              </p:cNvPr>
              <p:cNvSpPr/>
              <p:nvPr/>
            </p:nvSpPr>
            <p:spPr>
              <a:xfrm>
                <a:off x="579475" y="323541"/>
                <a:ext cx="1528827" cy="945484"/>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9" name="Rectangle 58">
                <a:extLst>
                  <a:ext uri="{FF2B5EF4-FFF2-40B4-BE49-F238E27FC236}">
                    <a16:creationId xmlns:a16="http://schemas.microsoft.com/office/drawing/2014/main" id="{93E11ACC-59C0-E37B-CB03-20447D22BF0E}"/>
                  </a:ext>
                </a:extLst>
              </p:cNvPr>
              <p:cNvSpPr/>
              <p:nvPr/>
            </p:nvSpPr>
            <p:spPr>
              <a:xfrm>
                <a:off x="709723" y="457072"/>
                <a:ext cx="1268330" cy="136763"/>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0" name="Rectangle 59">
                <a:extLst>
                  <a:ext uri="{FF2B5EF4-FFF2-40B4-BE49-F238E27FC236}">
                    <a16:creationId xmlns:a16="http://schemas.microsoft.com/office/drawing/2014/main" id="{47FA06ED-3EBC-63BC-2B09-2FCE926CBB8B}"/>
                  </a:ext>
                </a:extLst>
              </p:cNvPr>
              <p:cNvSpPr/>
              <p:nvPr/>
            </p:nvSpPr>
            <p:spPr>
              <a:xfrm>
                <a:off x="70972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1" name="Rectangle 60">
                <a:extLst>
                  <a:ext uri="{FF2B5EF4-FFF2-40B4-BE49-F238E27FC236}">
                    <a16:creationId xmlns:a16="http://schemas.microsoft.com/office/drawing/2014/main" id="{F213503F-249D-A370-FD61-124F71F768FA}"/>
                  </a:ext>
                </a:extLst>
              </p:cNvPr>
              <p:cNvSpPr/>
              <p:nvPr/>
            </p:nvSpPr>
            <p:spPr>
              <a:xfrm>
                <a:off x="142270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grpSp>
        <p:sp>
          <p:nvSpPr>
            <p:cNvPr id="57" name="Ellipse 98">
              <a:extLst>
                <a:ext uri="{FF2B5EF4-FFF2-40B4-BE49-F238E27FC236}">
                  <a16:creationId xmlns:a16="http://schemas.microsoft.com/office/drawing/2014/main" id="{7907C555-FAB0-20D5-3934-00A46C895920}"/>
                </a:ext>
              </a:extLst>
            </p:cNvPr>
            <p:cNvSpPr/>
            <p:nvPr>
              <p:custDataLst>
                <p:tags r:id="rId2"/>
              </p:custDataLst>
            </p:nvPr>
          </p:nvSpPr>
          <p:spPr bwMode="auto">
            <a:xfrm>
              <a:off x="1466015" y="6228201"/>
              <a:ext cx="3464141" cy="458619"/>
            </a:xfrm>
            <a:prstGeom prst="ellipse">
              <a:avLst/>
            </a:prstGeom>
            <a:gradFill flip="none" rotWithShape="1">
              <a:gsLst>
                <a:gs pos="100000">
                  <a:srgbClr val="FFFFFF">
                    <a:alpha val="0"/>
                  </a:srgbClr>
                </a:gs>
                <a:gs pos="0">
                  <a:srgbClr val="E6E6E6">
                    <a:lumMod val="10000"/>
                    <a:alpha val="19000"/>
                  </a:srgbClr>
                </a:gs>
              </a:gsLst>
              <a:path path="shape">
                <a:fillToRect l="50000" t="50000" r="50000" b="50000"/>
              </a:path>
              <a:tileRect/>
            </a:gradFill>
            <a:ln w="9525" cap="flat" cmpd="sng" algn="ctr">
              <a:noFill/>
              <a:prstDash val="solid"/>
            </a:ln>
            <a:effectLst/>
          </p:spPr>
          <p:txBody>
            <a:bodyPr anchor="ctr"/>
            <a:lstStyle>
              <a:defPPr>
                <a:defRPr lang="en-US"/>
              </a:defPPr>
              <a:lvl1pPr algn="l" rtl="0" fontAlgn="base">
                <a:spcBef>
                  <a:spcPct val="0"/>
                </a:spcBef>
                <a:spcAft>
                  <a:spcPct val="0"/>
                </a:spcAft>
                <a:defRPr sz="2000" kern="1200">
                  <a:solidFill>
                    <a:schemeClr val="tx1"/>
                  </a:solidFill>
                  <a:latin typeface="Arial" charset="0"/>
                  <a:ea typeface="+mn-ea"/>
                  <a:cs typeface="+mn-cs"/>
                </a:defRPr>
              </a:lvl1pPr>
              <a:lvl2pPr marL="457200" algn="l" rtl="0" fontAlgn="base">
                <a:spcBef>
                  <a:spcPct val="0"/>
                </a:spcBef>
                <a:spcAft>
                  <a:spcPct val="0"/>
                </a:spcAft>
                <a:defRPr sz="2000" kern="1200">
                  <a:solidFill>
                    <a:schemeClr val="tx1"/>
                  </a:solidFill>
                  <a:latin typeface="Arial" charset="0"/>
                  <a:ea typeface="+mn-ea"/>
                  <a:cs typeface="+mn-cs"/>
                </a:defRPr>
              </a:lvl2pPr>
              <a:lvl3pPr marL="914400" algn="l" rtl="0" fontAlgn="base">
                <a:spcBef>
                  <a:spcPct val="0"/>
                </a:spcBef>
                <a:spcAft>
                  <a:spcPct val="0"/>
                </a:spcAft>
                <a:defRPr sz="2000" kern="1200">
                  <a:solidFill>
                    <a:schemeClr val="tx1"/>
                  </a:solidFill>
                  <a:latin typeface="Arial" charset="0"/>
                  <a:ea typeface="+mn-ea"/>
                  <a:cs typeface="+mn-cs"/>
                </a:defRPr>
              </a:lvl3pPr>
              <a:lvl4pPr marL="1371600" algn="l" rtl="0" fontAlgn="base">
                <a:spcBef>
                  <a:spcPct val="0"/>
                </a:spcBef>
                <a:spcAft>
                  <a:spcPct val="0"/>
                </a:spcAft>
                <a:defRPr sz="2000" kern="1200">
                  <a:solidFill>
                    <a:schemeClr val="tx1"/>
                  </a:solidFill>
                  <a:latin typeface="Arial" charset="0"/>
                  <a:ea typeface="+mn-ea"/>
                  <a:cs typeface="+mn-cs"/>
                </a:defRPr>
              </a:lvl4pPr>
              <a:lvl5pPr marL="1828800" algn="l" rtl="0" fontAlgn="base">
                <a:spcBef>
                  <a:spcPct val="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a:lstStyle>
            <a:p>
              <a:pPr algn="ctr"/>
              <a:endParaRPr lang="en-US" sz="1400" dirty="0">
                <a:solidFill>
                  <a:srgbClr val="FFFFFF"/>
                </a:solidFill>
                <a:latin typeface="+mn-lt"/>
              </a:endParaRPr>
            </a:p>
          </p:txBody>
        </p:sp>
      </p:grpSp>
      <p:grpSp>
        <p:nvGrpSpPr>
          <p:cNvPr id="62" name="Group 61">
            <a:extLst>
              <a:ext uri="{FF2B5EF4-FFF2-40B4-BE49-F238E27FC236}">
                <a16:creationId xmlns:a16="http://schemas.microsoft.com/office/drawing/2014/main" id="{58062C18-AB89-5CBD-7FB9-4782F059257E}"/>
              </a:ext>
            </a:extLst>
          </p:cNvPr>
          <p:cNvGrpSpPr/>
          <p:nvPr/>
        </p:nvGrpSpPr>
        <p:grpSpPr>
          <a:xfrm>
            <a:off x="599178" y="1686792"/>
            <a:ext cx="5127265" cy="338554"/>
            <a:chOff x="599178" y="1686792"/>
            <a:chExt cx="5127265" cy="338554"/>
          </a:xfrm>
        </p:grpSpPr>
        <p:cxnSp>
          <p:nvCxnSpPr>
            <p:cNvPr id="63" name="Straight Connector 62">
              <a:extLst>
                <a:ext uri="{FF2B5EF4-FFF2-40B4-BE49-F238E27FC236}">
                  <a16:creationId xmlns:a16="http://schemas.microsoft.com/office/drawing/2014/main" id="{9CA760FA-8328-0E04-1AEC-1329BFAFC1C2}"/>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AC87ED95-9981-C425-C0A5-6F200BC6AE34}"/>
                </a:ext>
              </a:extLst>
            </p:cNvPr>
            <p:cNvSpPr txBox="1"/>
            <p:nvPr/>
          </p:nvSpPr>
          <p:spPr>
            <a:xfrm>
              <a:off x="599178" y="1686792"/>
              <a:ext cx="5112000" cy="338554"/>
            </a:xfrm>
            <a:prstGeom prst="rect">
              <a:avLst/>
            </a:prstGeom>
            <a:noFill/>
          </p:spPr>
          <p:txBody>
            <a:bodyPr wrap="square" rtlCol="0">
              <a:spAutoFit/>
            </a:bodyPr>
            <a:lstStyle/>
            <a:p>
              <a:r>
                <a:rPr lang="en-US" sz="1600" b="1" dirty="0"/>
                <a:t>What’s inside the Toolkit?</a:t>
              </a:r>
            </a:p>
          </p:txBody>
        </p:sp>
      </p:grpSp>
      <p:grpSp>
        <p:nvGrpSpPr>
          <p:cNvPr id="65" name="Group 64">
            <a:extLst>
              <a:ext uri="{FF2B5EF4-FFF2-40B4-BE49-F238E27FC236}">
                <a16:creationId xmlns:a16="http://schemas.microsoft.com/office/drawing/2014/main" id="{D4B3EDE2-C27D-1581-C6F5-C605790BF426}"/>
              </a:ext>
            </a:extLst>
          </p:cNvPr>
          <p:cNvGrpSpPr/>
          <p:nvPr/>
        </p:nvGrpSpPr>
        <p:grpSpPr>
          <a:xfrm>
            <a:off x="6448425" y="1687513"/>
            <a:ext cx="5127625" cy="338138"/>
            <a:chOff x="599178" y="1686792"/>
            <a:chExt cx="5127265" cy="338554"/>
          </a:xfrm>
        </p:grpSpPr>
        <p:cxnSp>
          <p:nvCxnSpPr>
            <p:cNvPr id="66" name="Straight Connector 65">
              <a:extLst>
                <a:ext uri="{FF2B5EF4-FFF2-40B4-BE49-F238E27FC236}">
                  <a16:creationId xmlns:a16="http://schemas.microsoft.com/office/drawing/2014/main" id="{54F0606F-77E4-6BF8-23B8-D79B0B9728E9}"/>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629FB2E-5B05-BEB2-FDB0-F05DD6C01F9F}"/>
                </a:ext>
              </a:extLst>
            </p:cNvPr>
            <p:cNvSpPr txBox="1"/>
            <p:nvPr/>
          </p:nvSpPr>
          <p:spPr>
            <a:xfrm>
              <a:off x="599178" y="1686792"/>
              <a:ext cx="5112000" cy="338554"/>
            </a:xfrm>
            <a:prstGeom prst="rect">
              <a:avLst/>
            </a:prstGeom>
            <a:noFill/>
          </p:spPr>
          <p:txBody>
            <a:bodyPr wrap="square" rtlCol="0">
              <a:spAutoFit/>
            </a:bodyPr>
            <a:lstStyle/>
            <a:p>
              <a:r>
                <a:rPr lang="en-US" sz="1600" b="1" dirty="0"/>
                <a:t>Who created the Toolkit?</a:t>
              </a:r>
            </a:p>
          </p:txBody>
        </p:sp>
      </p:grpSp>
      <p:sp>
        <p:nvSpPr>
          <p:cNvPr id="68" name="TextBox 67">
            <a:extLst>
              <a:ext uri="{FF2B5EF4-FFF2-40B4-BE49-F238E27FC236}">
                <a16:creationId xmlns:a16="http://schemas.microsoft.com/office/drawing/2014/main" id="{6EF07348-B887-1E63-314E-8D5065886A79}"/>
              </a:ext>
            </a:extLst>
          </p:cNvPr>
          <p:cNvSpPr txBox="1"/>
          <p:nvPr/>
        </p:nvSpPr>
        <p:spPr>
          <a:xfrm>
            <a:off x="6434036" y="2025346"/>
            <a:ext cx="4964065" cy="738664"/>
          </a:xfrm>
          <a:prstGeom prst="rect">
            <a:avLst/>
          </a:prstGeom>
          <a:noFill/>
        </p:spPr>
        <p:txBody>
          <a:bodyPr wrap="square" rtlCol="0">
            <a:spAutoFit/>
          </a:bodyPr>
          <a:lstStyle/>
          <a:p>
            <a:r>
              <a:rPr lang="en-US" sz="1400" dirty="0"/>
              <a:t>The Toolkit was created by ex-McKinsey, Deloitte &amp; BCG Strategy Consultants.</a:t>
            </a:r>
          </a:p>
          <a:p>
            <a:r>
              <a:rPr lang="en-US" sz="1400" dirty="0"/>
              <a:t> </a:t>
            </a:r>
          </a:p>
        </p:txBody>
      </p:sp>
      <p:grpSp>
        <p:nvGrpSpPr>
          <p:cNvPr id="69" name="Group 68">
            <a:extLst>
              <a:ext uri="{FF2B5EF4-FFF2-40B4-BE49-F238E27FC236}">
                <a16:creationId xmlns:a16="http://schemas.microsoft.com/office/drawing/2014/main" id="{DFFDDE99-5BBE-E557-167B-797A5B7AA2DC}"/>
              </a:ext>
            </a:extLst>
          </p:cNvPr>
          <p:cNvGrpSpPr/>
          <p:nvPr/>
        </p:nvGrpSpPr>
        <p:grpSpPr>
          <a:xfrm>
            <a:off x="6448425" y="3352141"/>
            <a:ext cx="5127625" cy="338138"/>
            <a:chOff x="599178" y="1686792"/>
            <a:chExt cx="5127265" cy="338554"/>
          </a:xfrm>
        </p:grpSpPr>
        <p:cxnSp>
          <p:nvCxnSpPr>
            <p:cNvPr id="70" name="Straight Connector 69">
              <a:extLst>
                <a:ext uri="{FF2B5EF4-FFF2-40B4-BE49-F238E27FC236}">
                  <a16:creationId xmlns:a16="http://schemas.microsoft.com/office/drawing/2014/main" id="{6CB4D8FF-7BE9-0311-510A-CB304A4F2467}"/>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466D9ACC-0AC3-9289-65AD-6EF68BB166BE}"/>
                </a:ext>
              </a:extLst>
            </p:cNvPr>
            <p:cNvSpPr txBox="1"/>
            <p:nvPr/>
          </p:nvSpPr>
          <p:spPr>
            <a:xfrm>
              <a:off x="599178" y="1686792"/>
              <a:ext cx="5112000" cy="338554"/>
            </a:xfrm>
            <a:prstGeom prst="rect">
              <a:avLst/>
            </a:prstGeom>
            <a:noFill/>
          </p:spPr>
          <p:txBody>
            <a:bodyPr wrap="square" rtlCol="0">
              <a:spAutoFit/>
            </a:bodyPr>
            <a:lstStyle/>
            <a:p>
              <a:r>
                <a:rPr lang="en-US" sz="1600" b="1" dirty="0"/>
                <a:t>Number of professionals leveraging our Toolkits</a:t>
              </a:r>
            </a:p>
          </p:txBody>
        </p:sp>
      </p:grpSp>
      <p:sp>
        <p:nvSpPr>
          <p:cNvPr id="72" name="TextBox 71">
            <a:extLst>
              <a:ext uri="{FF2B5EF4-FFF2-40B4-BE49-F238E27FC236}">
                <a16:creationId xmlns:a16="http://schemas.microsoft.com/office/drawing/2014/main" id="{FE359F32-85A0-ACB5-DB66-C02488E95509}"/>
              </a:ext>
            </a:extLst>
          </p:cNvPr>
          <p:cNvSpPr txBox="1"/>
          <p:nvPr/>
        </p:nvSpPr>
        <p:spPr>
          <a:xfrm>
            <a:off x="6434036" y="3689974"/>
            <a:ext cx="4964065" cy="738664"/>
          </a:xfrm>
          <a:prstGeom prst="rect">
            <a:avLst/>
          </a:prstGeom>
          <a:noFill/>
        </p:spPr>
        <p:txBody>
          <a:bodyPr wrap="square" rtlCol="0">
            <a:spAutoFit/>
          </a:bodyPr>
          <a:lstStyle/>
          <a:p>
            <a:r>
              <a:rPr lang="en-US" sz="1400" dirty="0"/>
              <a:t>There are 200,000+ Executives, Consultants &amp; Entrepreneurs leveraging our Toolkits to improve the performance of their organization </a:t>
            </a:r>
          </a:p>
        </p:txBody>
      </p:sp>
      <p:grpSp>
        <p:nvGrpSpPr>
          <p:cNvPr id="15" name="Group 14">
            <a:extLst>
              <a:ext uri="{FF2B5EF4-FFF2-40B4-BE49-F238E27FC236}">
                <a16:creationId xmlns:a16="http://schemas.microsoft.com/office/drawing/2014/main" id="{65183F95-A02F-6E62-0053-C919268175C2}"/>
              </a:ext>
            </a:extLst>
          </p:cNvPr>
          <p:cNvGrpSpPr/>
          <p:nvPr/>
        </p:nvGrpSpPr>
        <p:grpSpPr>
          <a:xfrm>
            <a:off x="6448425" y="5067028"/>
            <a:ext cx="5127625" cy="338138"/>
            <a:chOff x="599178" y="1686792"/>
            <a:chExt cx="5127265" cy="338554"/>
          </a:xfrm>
        </p:grpSpPr>
        <p:cxnSp>
          <p:nvCxnSpPr>
            <p:cNvPr id="16" name="Straight Connector 15">
              <a:extLst>
                <a:ext uri="{FF2B5EF4-FFF2-40B4-BE49-F238E27FC236}">
                  <a16:creationId xmlns:a16="http://schemas.microsoft.com/office/drawing/2014/main" id="{77C95F68-0C65-7A10-5DB5-0AF3DD88EEDD}"/>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BF30535-1852-266A-AA62-8E1C596DDF4A}"/>
                </a:ext>
              </a:extLst>
            </p:cNvPr>
            <p:cNvSpPr txBox="1"/>
            <p:nvPr/>
          </p:nvSpPr>
          <p:spPr>
            <a:xfrm>
              <a:off x="599178" y="1686792"/>
              <a:ext cx="5112000" cy="338554"/>
            </a:xfrm>
            <a:prstGeom prst="rect">
              <a:avLst/>
            </a:prstGeom>
            <a:noFill/>
          </p:spPr>
          <p:txBody>
            <a:bodyPr wrap="square" rtlCol="0">
              <a:spAutoFit/>
            </a:bodyPr>
            <a:lstStyle/>
            <a:p>
              <a:r>
                <a:rPr lang="en-US" sz="1600" b="1" dirty="0"/>
                <a:t>Trusted by small and large organizations</a:t>
              </a:r>
            </a:p>
          </p:txBody>
        </p:sp>
      </p:grpSp>
      <p:pic>
        <p:nvPicPr>
          <p:cNvPr id="19" name="Picture 2" descr="Brand logo">
            <a:extLst>
              <a:ext uri="{FF2B5EF4-FFF2-40B4-BE49-F238E27FC236}">
                <a16:creationId xmlns:a16="http://schemas.microsoft.com/office/drawing/2014/main" id="{1A420441-34F2-FAE3-5B1C-5C358B7CA85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554188" y="5641752"/>
            <a:ext cx="395709" cy="39570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4B556060-2AA7-76B2-ED87-FC9647822972}"/>
              </a:ext>
            </a:extLst>
          </p:cNvPr>
          <p:cNvPicPr>
            <a:picLocks noChangeAspect="1"/>
          </p:cNvPicPr>
          <p:nvPr/>
        </p:nvPicPr>
        <p:blipFill>
          <a:blip r:embed="rId22"/>
          <a:stretch>
            <a:fillRect/>
          </a:stretch>
        </p:blipFill>
        <p:spPr>
          <a:xfrm>
            <a:off x="8472547" y="5682226"/>
            <a:ext cx="349218" cy="429010"/>
          </a:xfrm>
          <a:prstGeom prst="rect">
            <a:avLst/>
          </a:prstGeom>
        </p:spPr>
      </p:pic>
      <p:pic>
        <p:nvPicPr>
          <p:cNvPr id="21" name="Picture 20">
            <a:extLst>
              <a:ext uri="{FF2B5EF4-FFF2-40B4-BE49-F238E27FC236}">
                <a16:creationId xmlns:a16="http://schemas.microsoft.com/office/drawing/2014/main" id="{873B31A3-BF1B-2658-953A-4FDFBC8356EC}"/>
              </a:ext>
            </a:extLst>
          </p:cNvPr>
          <p:cNvPicPr>
            <a:picLocks noChangeAspect="1"/>
          </p:cNvPicPr>
          <p:nvPr/>
        </p:nvPicPr>
        <p:blipFill>
          <a:blip r:embed="rId23"/>
          <a:stretch>
            <a:fillRect/>
          </a:stretch>
        </p:blipFill>
        <p:spPr>
          <a:xfrm>
            <a:off x="7198734" y="5767326"/>
            <a:ext cx="1016777" cy="343910"/>
          </a:xfrm>
          <a:prstGeom prst="rect">
            <a:avLst/>
          </a:prstGeom>
        </p:spPr>
      </p:pic>
      <p:pic>
        <p:nvPicPr>
          <p:cNvPr id="22" name="Picture 21">
            <a:extLst>
              <a:ext uri="{FF2B5EF4-FFF2-40B4-BE49-F238E27FC236}">
                <a16:creationId xmlns:a16="http://schemas.microsoft.com/office/drawing/2014/main" id="{F8D5A2CB-3C61-817E-AA34-7B0945D439B9}"/>
              </a:ext>
            </a:extLst>
          </p:cNvPr>
          <p:cNvPicPr>
            <a:picLocks noChangeAspect="1"/>
          </p:cNvPicPr>
          <p:nvPr/>
        </p:nvPicPr>
        <p:blipFill rotWithShape="1">
          <a:blip r:embed="rId24"/>
          <a:srcRect t="26410" b="21153"/>
          <a:stretch/>
        </p:blipFill>
        <p:spPr>
          <a:xfrm>
            <a:off x="9007454" y="5707948"/>
            <a:ext cx="1403640" cy="490694"/>
          </a:xfrm>
          <a:prstGeom prst="rect">
            <a:avLst/>
          </a:prstGeom>
        </p:spPr>
      </p:pic>
      <p:pic>
        <p:nvPicPr>
          <p:cNvPr id="23" name="Picture 22">
            <a:extLst>
              <a:ext uri="{FF2B5EF4-FFF2-40B4-BE49-F238E27FC236}">
                <a16:creationId xmlns:a16="http://schemas.microsoft.com/office/drawing/2014/main" id="{0887A1EC-3A21-F8AF-DB81-6E8359841D2C}"/>
              </a:ext>
            </a:extLst>
          </p:cNvPr>
          <p:cNvPicPr>
            <a:picLocks noChangeAspect="1"/>
          </p:cNvPicPr>
          <p:nvPr/>
        </p:nvPicPr>
        <p:blipFill>
          <a:blip r:embed="rId25"/>
          <a:stretch>
            <a:fillRect/>
          </a:stretch>
        </p:blipFill>
        <p:spPr>
          <a:xfrm>
            <a:off x="10642206" y="5734964"/>
            <a:ext cx="866290" cy="358698"/>
          </a:xfrm>
          <a:prstGeom prst="rect">
            <a:avLst/>
          </a:prstGeom>
        </p:spPr>
      </p:pic>
      <p:sp>
        <p:nvSpPr>
          <p:cNvPr id="12" name="Footer Placeholder 11">
            <a:extLst>
              <a:ext uri="{FF2B5EF4-FFF2-40B4-BE49-F238E27FC236}">
                <a16:creationId xmlns:a16="http://schemas.microsoft.com/office/drawing/2014/main" id="{AED50817-82A0-3C4A-8C27-D4E5B0C24933}"/>
              </a:ext>
            </a:extLst>
          </p:cNvPr>
          <p:cNvSpPr>
            <a:spLocks noGrp="1"/>
          </p:cNvSpPr>
          <p:nvPr>
            <p:ph type="ftr" sz="quarter" idx="3"/>
          </p:nvPr>
        </p:nvSpPr>
        <p:spPr/>
        <p:txBody>
          <a:bodyPr/>
          <a:lstStyle/>
          <a:p>
            <a:r>
              <a:rPr lang="en-US"/>
              <a:t>Domont Consulting</a:t>
            </a:r>
            <a:endParaRPr lang="en-US" dirty="0"/>
          </a:p>
        </p:txBody>
      </p:sp>
      <p:sp>
        <p:nvSpPr>
          <p:cNvPr id="13" name="Slide Number Placeholder 12">
            <a:extLst>
              <a:ext uri="{FF2B5EF4-FFF2-40B4-BE49-F238E27FC236}">
                <a16:creationId xmlns:a16="http://schemas.microsoft.com/office/drawing/2014/main" id="{731E95A6-1322-E7DF-27AF-F1D0863B7CE0}"/>
              </a:ext>
            </a:extLst>
          </p:cNvPr>
          <p:cNvSpPr>
            <a:spLocks noGrp="1"/>
          </p:cNvSpPr>
          <p:nvPr>
            <p:ph type="sldNum" sz="quarter" idx="4"/>
          </p:nvPr>
        </p:nvSpPr>
        <p:spPr/>
        <p:txBody>
          <a:bodyPr/>
          <a:lstStyle/>
          <a:p>
            <a:fld id="{37F5C94B-8C55-478B-B509-BAE6A06B2E2A}" type="slidenum">
              <a:rPr lang="en-US" smtClean="0"/>
              <a:pPr/>
              <a:t>6</a:t>
            </a:fld>
            <a:endParaRPr lang="en-US" dirty="0"/>
          </a:p>
        </p:txBody>
      </p:sp>
    </p:spTree>
    <p:extLst>
      <p:ext uri="{BB962C8B-B14F-4D97-AF65-F5344CB8AC3E}">
        <p14:creationId xmlns:p14="http://schemas.microsoft.com/office/powerpoint/2010/main" val="3354756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144211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Our Toolkit will help you fulfill multiple objectives</a:t>
            </a:r>
          </a:p>
        </p:txBody>
      </p:sp>
      <p:sp>
        <p:nvSpPr>
          <p:cNvPr id="6" name="Rectangle 5">
            <a:extLst>
              <a:ext uri="{FF2B5EF4-FFF2-40B4-BE49-F238E27FC236}">
                <a16:creationId xmlns:a16="http://schemas.microsoft.com/office/drawing/2014/main" id="{22D27BA3-CC85-4DD2-AEDB-C22AC367D60A}"/>
              </a:ext>
            </a:extLst>
          </p:cNvPr>
          <p:cNvSpPr/>
          <p:nvPr/>
        </p:nvSpPr>
        <p:spPr>
          <a:xfrm>
            <a:off x="503788" y="1505347"/>
            <a:ext cx="11094412" cy="5047536"/>
          </a:xfrm>
          <a:prstGeom prst="rect">
            <a:avLst/>
          </a:prstGeom>
        </p:spPr>
        <p:txBody>
          <a:bodyPr wrap="square">
            <a:spAutoFit/>
          </a:bodyPr>
          <a:lstStyle/>
          <a:p>
            <a:pPr marL="0" marR="0" lvl="1" algn="l" defTabSz="914400" eaLnBrk="1" fontAlgn="auto" latinLnBrk="0" hangingPunct="1">
              <a:spcBef>
                <a:spcPts val="300"/>
              </a:spcBef>
              <a:spcAft>
                <a:spcPts val="300"/>
              </a:spcAft>
              <a:buClrTx/>
              <a:buSzTx/>
              <a:tabLst/>
              <a:defRPr/>
            </a:pPr>
            <a:r>
              <a:rPr lang="en-US" sz="1350" b="1" dirty="0">
                <a:solidFill>
                  <a:srgbClr val="002060"/>
                </a:solidFill>
                <a:latin typeface="Arial (Body)"/>
              </a:rPr>
              <a:t>The Business Plan and Entrepreneurship Toolkit includes frameworks, tools, templates, tutorials, real-life examples, video training, and best practices to help you:</a:t>
            </a:r>
          </a:p>
          <a:p>
            <a:pPr marL="265113" lvl="1" indent="-173038">
              <a:spcBef>
                <a:spcPts val="300"/>
              </a:spcBef>
              <a:spcAft>
                <a:spcPts val="300"/>
              </a:spcAft>
              <a:buFont typeface="Arial" panose="020B0604020202020204" pitchFamily="34" charset="0"/>
              <a:buChar char="•"/>
              <a:defRPr/>
            </a:pPr>
            <a:r>
              <a:rPr lang="en-US" sz="1250" b="1" dirty="0">
                <a:solidFill>
                  <a:srgbClr val="002060"/>
                </a:solidFill>
                <a:latin typeface="Arial (Body)"/>
              </a:rPr>
              <a:t>Build, run, and scale your own business with our practical 8-phase approach: </a:t>
            </a:r>
            <a:r>
              <a:rPr lang="en-US" sz="1250" dirty="0">
                <a:solidFill>
                  <a:srgbClr val="002060"/>
                </a:solidFill>
                <a:latin typeface="Arial (Body)"/>
              </a:rPr>
              <a:t>(I) Generate business ideas and select the most promising one, (II) Define your business model and identify critical assumptions, (III) Gather data to validate or invalidate your critical assumptions, (IV) Build a business plan, (V) Implement your business plan and gather more, (VI) Estimate the value of your business and raise funds, (VII) Carry out a financial analysis, (VIII) Engage stakeholders</a:t>
            </a:r>
          </a:p>
          <a:p>
            <a:pPr marL="265113" lvl="1" indent="-173038">
              <a:spcBef>
                <a:spcPts val="300"/>
              </a:spcBef>
              <a:spcAft>
                <a:spcPts val="300"/>
              </a:spcAft>
              <a:buFont typeface="Arial" panose="020B0604020202020204" pitchFamily="34" charset="0"/>
              <a:buChar char="•"/>
              <a:defRPr/>
            </a:pPr>
            <a:r>
              <a:rPr lang="en-US" sz="1250" b="1" dirty="0">
                <a:solidFill>
                  <a:srgbClr val="002060"/>
                </a:solidFill>
                <a:latin typeface="Arial (Body)"/>
              </a:rPr>
              <a:t>(I) Generate business ideas and select the most promising one: </a:t>
            </a:r>
            <a:r>
              <a:rPr lang="en-US" sz="1250" dirty="0">
                <a:solidFill>
                  <a:srgbClr val="002060"/>
                </a:solidFill>
                <a:latin typeface="Arial (Body)"/>
              </a:rPr>
              <a:t>(1) Business idea generator, (2) Prioritization of business ideas</a:t>
            </a:r>
          </a:p>
          <a:p>
            <a:pPr marL="265113" lvl="1" indent="-173038">
              <a:spcBef>
                <a:spcPts val="300"/>
              </a:spcBef>
              <a:spcAft>
                <a:spcPts val="300"/>
              </a:spcAft>
              <a:buFont typeface="Arial" panose="020B0604020202020204" pitchFamily="34" charset="0"/>
              <a:buChar char="•"/>
              <a:defRPr/>
            </a:pPr>
            <a:r>
              <a:rPr lang="en-US" sz="1250" b="1" dirty="0">
                <a:solidFill>
                  <a:srgbClr val="002060"/>
                </a:solidFill>
                <a:latin typeface="Arial (Body)"/>
              </a:rPr>
              <a:t>(II) Define your business model and identify your critical assumptions:</a:t>
            </a:r>
            <a:r>
              <a:rPr lang="en-US" sz="1250" dirty="0">
                <a:solidFill>
                  <a:srgbClr val="002060"/>
                </a:solidFill>
                <a:latin typeface="Arial (Body)"/>
              </a:rPr>
              <a:t> (1) Key partners, (2) Key activities, (3) Key resources, (4) Value propositions, (5) Customer relationships, (6) Channels, (7) Customer segments, (8) Cost structure, (9) Revenue stream, (10) Critical assumptions</a:t>
            </a:r>
          </a:p>
          <a:p>
            <a:pPr marL="265113" lvl="1" indent="-173038">
              <a:spcBef>
                <a:spcPts val="300"/>
              </a:spcBef>
              <a:spcAft>
                <a:spcPts val="300"/>
              </a:spcAft>
              <a:buFont typeface="Arial" panose="020B0604020202020204" pitchFamily="34" charset="0"/>
              <a:buChar char="•"/>
              <a:defRPr/>
            </a:pPr>
            <a:r>
              <a:rPr lang="en-US" sz="1250" b="1" dirty="0">
                <a:solidFill>
                  <a:srgbClr val="002060"/>
                </a:solidFill>
                <a:latin typeface="Arial (Body)"/>
              </a:rPr>
              <a:t>(III) Gather data to validate or invalidate your critical assumptions: </a:t>
            </a:r>
            <a:r>
              <a:rPr lang="en-US" sz="1250" dirty="0">
                <a:solidFill>
                  <a:srgbClr val="002060"/>
                </a:solidFill>
                <a:latin typeface="Arial (Body)"/>
              </a:rPr>
              <a:t>(1) Data required to validate or invalidate our critical assumptions, (2) Methods to get the required data, (3) New data and insights, (4) Impacts on our business model, (5) Impacts on our business ideas prioritization</a:t>
            </a:r>
          </a:p>
          <a:p>
            <a:pPr marL="265113" lvl="1" indent="-173038">
              <a:spcBef>
                <a:spcPts val="300"/>
              </a:spcBef>
              <a:spcAft>
                <a:spcPts val="300"/>
              </a:spcAft>
              <a:buFont typeface="Arial" panose="020B0604020202020204" pitchFamily="34" charset="0"/>
              <a:buChar char="•"/>
              <a:defRPr/>
            </a:pPr>
            <a:r>
              <a:rPr lang="en-US" sz="1250" b="1" dirty="0">
                <a:solidFill>
                  <a:srgbClr val="002060"/>
                </a:solidFill>
                <a:latin typeface="Arial (Body)"/>
              </a:rPr>
              <a:t>(IV) Build a business plan: </a:t>
            </a:r>
            <a:r>
              <a:rPr lang="en-US" sz="1250" dirty="0">
                <a:solidFill>
                  <a:srgbClr val="002060"/>
                </a:solidFill>
                <a:latin typeface="Arial (Body)"/>
              </a:rPr>
              <a:t>(1) Problem to solve and solution, (2) Mission, vision, and strategic objectives, (3) Target market, (4) Market analysis, (5) Competitor analysis, (6) Marketing plan, (7) Business structure, (8) Financial plan</a:t>
            </a:r>
          </a:p>
          <a:p>
            <a:pPr marL="265113" lvl="1" indent="-173038">
              <a:spcBef>
                <a:spcPts val="300"/>
              </a:spcBef>
              <a:spcAft>
                <a:spcPts val="300"/>
              </a:spcAft>
              <a:buFont typeface="Arial" panose="020B0604020202020204" pitchFamily="34" charset="0"/>
              <a:buChar char="•"/>
              <a:defRPr/>
            </a:pPr>
            <a:r>
              <a:rPr lang="en-US" sz="1250" b="1" dirty="0">
                <a:solidFill>
                  <a:srgbClr val="002060"/>
                </a:solidFill>
                <a:latin typeface="Arial (Body)"/>
              </a:rPr>
              <a:t>(V) Implement your business plan and gather more data along the way: </a:t>
            </a:r>
            <a:r>
              <a:rPr lang="en-US" sz="1250" dirty="0">
                <a:solidFill>
                  <a:srgbClr val="002060"/>
                </a:solidFill>
                <a:latin typeface="Arial (Body)"/>
              </a:rPr>
              <a:t>(1) Key performance indicators dashboard, (2) Action plan, (3) Monthly budget to monitor the expenses and the revenue of your venture, (4) New data and insights, (5) Impacts on our business plan and </a:t>
            </a:r>
            <a:r>
              <a:rPr lang="en-US" sz="1250">
                <a:solidFill>
                  <a:srgbClr val="002060"/>
                </a:solidFill>
                <a:latin typeface="Arial (Body)"/>
              </a:rPr>
              <a:t>business model</a:t>
            </a:r>
            <a:endParaRPr lang="en-US" sz="1250" dirty="0">
              <a:solidFill>
                <a:srgbClr val="002060"/>
              </a:solidFill>
              <a:latin typeface="Arial (Body)"/>
            </a:endParaRPr>
          </a:p>
          <a:p>
            <a:pPr marL="265113" lvl="1" indent="-173038">
              <a:spcBef>
                <a:spcPts val="300"/>
              </a:spcBef>
              <a:spcAft>
                <a:spcPts val="300"/>
              </a:spcAft>
              <a:buFont typeface="Arial" panose="020B0604020202020204" pitchFamily="34" charset="0"/>
              <a:buChar char="•"/>
              <a:defRPr/>
            </a:pPr>
            <a:r>
              <a:rPr lang="en-US" sz="1250" b="1" dirty="0">
                <a:solidFill>
                  <a:srgbClr val="002060"/>
                </a:solidFill>
                <a:latin typeface="Arial (Body)"/>
              </a:rPr>
              <a:t>(VI) Estimate the value of your business and raise funds: </a:t>
            </a:r>
            <a:r>
              <a:rPr lang="en-US" sz="1250" dirty="0">
                <a:solidFill>
                  <a:srgbClr val="002060"/>
                </a:solidFill>
                <a:latin typeface="Arial (Body)"/>
              </a:rPr>
              <a:t>(1) Valuation methods including discounted cash flow valuation model, precedent transaction analysis and comparable company analysis, (2) Venture capital 101 and cap table (3) Investor and startup term sheet: Post-money valuation, Amount of financing, Size of option pool, Vesting periods, Board representation, and a summary of all the terms and pitfalls to avoid</a:t>
            </a:r>
          </a:p>
          <a:p>
            <a:pPr marL="265113" lvl="1" indent="-173038">
              <a:spcBef>
                <a:spcPts val="300"/>
              </a:spcBef>
              <a:spcAft>
                <a:spcPts val="300"/>
              </a:spcAft>
              <a:buFont typeface="Arial" panose="020B0604020202020204" pitchFamily="34" charset="0"/>
              <a:buChar char="•"/>
              <a:defRPr/>
            </a:pPr>
            <a:r>
              <a:rPr lang="en-US" sz="1250" b="1" dirty="0">
                <a:solidFill>
                  <a:srgbClr val="002060"/>
                </a:solidFill>
                <a:latin typeface="Arial (Body)"/>
              </a:rPr>
              <a:t>(VII) Carry out a financial analysis: </a:t>
            </a:r>
            <a:r>
              <a:rPr lang="en-US" sz="1250" dirty="0">
                <a:solidFill>
                  <a:srgbClr val="002060"/>
                </a:solidFill>
                <a:latin typeface="Arial (Body)"/>
              </a:rPr>
              <a:t>(1) Income statement, (2) Balance sheet, (3) Cash flow statement, (4) Three statements model, (5) Sales and costs analysis, (6) Financial ratios</a:t>
            </a:r>
          </a:p>
          <a:p>
            <a:pPr marL="265113" lvl="1" indent="-173038">
              <a:spcBef>
                <a:spcPts val="300"/>
              </a:spcBef>
              <a:spcAft>
                <a:spcPts val="300"/>
              </a:spcAft>
              <a:buFont typeface="Arial" panose="020B0604020202020204" pitchFamily="34" charset="0"/>
              <a:buChar char="•"/>
              <a:defRPr/>
            </a:pPr>
            <a:r>
              <a:rPr lang="en-US" sz="1250" b="1" dirty="0">
                <a:solidFill>
                  <a:srgbClr val="002060"/>
                </a:solidFill>
                <a:latin typeface="Arial (Body)"/>
              </a:rPr>
              <a:t>(VIII) Engage your stakeholders effectively: </a:t>
            </a:r>
            <a:r>
              <a:rPr lang="en-US" sz="1250" dirty="0">
                <a:solidFill>
                  <a:srgbClr val="002060"/>
                </a:solidFill>
                <a:latin typeface="Arial (Body)"/>
              </a:rPr>
              <a:t>(1) Stakeholder analysis, (2) Stakeholder engagement strategy, (3) Stakeholder engagement detailed plan</a:t>
            </a:r>
            <a:endParaRPr lang="en-US" sz="1200" dirty="0">
              <a:solidFill>
                <a:srgbClr val="002060"/>
              </a:solidFill>
              <a:latin typeface="Arial (Body)"/>
            </a:endParaRPr>
          </a:p>
        </p:txBody>
      </p:sp>
      <p:sp>
        <p:nvSpPr>
          <p:cNvPr id="3" name="Footer Placeholder 2">
            <a:extLst>
              <a:ext uri="{FF2B5EF4-FFF2-40B4-BE49-F238E27FC236}">
                <a16:creationId xmlns:a16="http://schemas.microsoft.com/office/drawing/2014/main" id="{5021D966-BD1F-BC06-3813-6DAB6C4F1556}"/>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217F615C-CC2B-4D1F-B2C4-AF3F0D5F562E}"/>
              </a:ext>
            </a:extLst>
          </p:cNvPr>
          <p:cNvSpPr>
            <a:spLocks noGrp="1"/>
          </p:cNvSpPr>
          <p:nvPr>
            <p:ph type="sldNum" sz="quarter" idx="4"/>
          </p:nvPr>
        </p:nvSpPr>
        <p:spPr/>
        <p:txBody>
          <a:bodyPr/>
          <a:lstStyle/>
          <a:p>
            <a:fld id="{37F5C94B-8C55-478B-B509-BAE6A06B2E2A}" type="slidenum">
              <a:rPr lang="en-US" smtClean="0"/>
              <a:pPr/>
              <a:t>7</a:t>
            </a:fld>
            <a:endParaRPr lang="en-US" dirty="0"/>
          </a:p>
        </p:txBody>
      </p:sp>
    </p:spTree>
    <p:extLst>
      <p:ext uri="{BB962C8B-B14F-4D97-AF65-F5344CB8AC3E}">
        <p14:creationId xmlns:p14="http://schemas.microsoft.com/office/powerpoint/2010/main" val="3272444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B98BA-866A-FAA9-25A6-6AC232DEB42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DDA44BA-4DEF-3E0F-EAEB-7839C5AD0D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1DDA44BA-4DEF-3E0F-EAEB-7839C5AD0DA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0848328-A156-B728-0E7B-DBD9A3015AFF}"/>
              </a:ext>
            </a:extLst>
          </p:cNvPr>
          <p:cNvSpPr>
            <a:spLocks noGrp="1"/>
          </p:cNvSpPr>
          <p:nvPr>
            <p:ph type="title"/>
          </p:nvPr>
        </p:nvSpPr>
        <p:spPr/>
        <p:txBody>
          <a:bodyPr vert="horz">
            <a:normAutofit/>
          </a:bodyPr>
          <a:lstStyle/>
          <a:p>
            <a:r>
              <a:rPr lang="en-US" dirty="0"/>
              <a:t>Video demonstration of the Business Plan and Entrepreneurship Toolkit</a:t>
            </a:r>
          </a:p>
        </p:txBody>
      </p:sp>
      <p:sp>
        <p:nvSpPr>
          <p:cNvPr id="4" name="Footer Placeholder 3">
            <a:extLst>
              <a:ext uri="{FF2B5EF4-FFF2-40B4-BE49-F238E27FC236}">
                <a16:creationId xmlns:a16="http://schemas.microsoft.com/office/drawing/2014/main" id="{CCE7AC12-86B9-B57D-FCF4-E4E14ACF1804}"/>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E29175C0-FC6B-7A83-8DFD-86539758FAA8}"/>
              </a:ext>
            </a:extLst>
          </p:cNvPr>
          <p:cNvSpPr>
            <a:spLocks noGrp="1"/>
          </p:cNvSpPr>
          <p:nvPr>
            <p:ph type="sldNum" sz="quarter" idx="4"/>
          </p:nvPr>
        </p:nvSpPr>
        <p:spPr/>
        <p:txBody>
          <a:bodyPr/>
          <a:lstStyle/>
          <a:p>
            <a:fld id="{37F5C94B-8C55-478B-B509-BAE6A06B2E2A}" type="slidenum">
              <a:rPr lang="en-US" smtClean="0"/>
              <a:pPr/>
              <a:t>8</a:t>
            </a:fld>
            <a:endParaRPr lang="en-US" dirty="0"/>
          </a:p>
        </p:txBody>
      </p:sp>
      <p:grpSp>
        <p:nvGrpSpPr>
          <p:cNvPr id="3" name="Group 2">
            <a:extLst>
              <a:ext uri="{FF2B5EF4-FFF2-40B4-BE49-F238E27FC236}">
                <a16:creationId xmlns:a16="http://schemas.microsoft.com/office/drawing/2014/main" id="{E9F7CF65-C74D-60C7-EA99-8FA5E0BF6465}"/>
              </a:ext>
            </a:extLst>
          </p:cNvPr>
          <p:cNvGrpSpPr/>
          <p:nvPr/>
        </p:nvGrpSpPr>
        <p:grpSpPr>
          <a:xfrm>
            <a:off x="599178" y="1686792"/>
            <a:ext cx="5127265" cy="338554"/>
            <a:chOff x="599178" y="1686792"/>
            <a:chExt cx="5127265" cy="338554"/>
          </a:xfrm>
        </p:grpSpPr>
        <p:cxnSp>
          <p:nvCxnSpPr>
            <p:cNvPr id="5" name="Straight Connector 4">
              <a:extLst>
                <a:ext uri="{FF2B5EF4-FFF2-40B4-BE49-F238E27FC236}">
                  <a16:creationId xmlns:a16="http://schemas.microsoft.com/office/drawing/2014/main" id="{90F72B68-4701-EDE6-E109-09B730999D30}"/>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B8AEB9C-213A-0EA2-AB8F-9E9A96E142EA}"/>
                </a:ext>
              </a:extLst>
            </p:cNvPr>
            <p:cNvSpPr txBox="1"/>
            <p:nvPr/>
          </p:nvSpPr>
          <p:spPr>
            <a:xfrm>
              <a:off x="599178" y="1686792"/>
              <a:ext cx="5112000" cy="338554"/>
            </a:xfrm>
            <a:prstGeom prst="rect">
              <a:avLst/>
            </a:prstGeom>
            <a:noFill/>
          </p:spPr>
          <p:txBody>
            <a:bodyPr wrap="square" rtlCol="0">
              <a:spAutoFit/>
            </a:bodyPr>
            <a:lstStyle/>
            <a:p>
              <a:r>
                <a:rPr lang="en-US" sz="1600" b="1" dirty="0"/>
                <a:t>Video Demo Access</a:t>
              </a:r>
            </a:p>
          </p:txBody>
        </p:sp>
      </p:grpSp>
      <p:grpSp>
        <p:nvGrpSpPr>
          <p:cNvPr id="9" name="Group 8">
            <a:extLst>
              <a:ext uri="{FF2B5EF4-FFF2-40B4-BE49-F238E27FC236}">
                <a16:creationId xmlns:a16="http://schemas.microsoft.com/office/drawing/2014/main" id="{61E81056-97AB-98FD-55E3-58A4AC96ABC6}"/>
              </a:ext>
            </a:extLst>
          </p:cNvPr>
          <p:cNvGrpSpPr/>
          <p:nvPr/>
        </p:nvGrpSpPr>
        <p:grpSpPr>
          <a:xfrm>
            <a:off x="6448425" y="1687513"/>
            <a:ext cx="5127625" cy="338138"/>
            <a:chOff x="599178" y="1686792"/>
            <a:chExt cx="5127265" cy="338554"/>
          </a:xfrm>
        </p:grpSpPr>
        <p:cxnSp>
          <p:nvCxnSpPr>
            <p:cNvPr id="11" name="Straight Connector 10">
              <a:extLst>
                <a:ext uri="{FF2B5EF4-FFF2-40B4-BE49-F238E27FC236}">
                  <a16:creationId xmlns:a16="http://schemas.microsoft.com/office/drawing/2014/main" id="{5E8DB3AD-FF65-1C2E-05EF-BB7ABF43D37F}"/>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0851720-E431-14B5-2181-72539DEA3325}"/>
                </a:ext>
              </a:extLst>
            </p:cNvPr>
            <p:cNvSpPr txBox="1"/>
            <p:nvPr/>
          </p:nvSpPr>
          <p:spPr>
            <a:xfrm>
              <a:off x="599178" y="1686792"/>
              <a:ext cx="5112000" cy="338554"/>
            </a:xfrm>
            <a:prstGeom prst="rect">
              <a:avLst/>
            </a:prstGeom>
            <a:noFill/>
          </p:spPr>
          <p:txBody>
            <a:bodyPr wrap="square" rtlCol="0">
              <a:spAutoFit/>
            </a:bodyPr>
            <a:lstStyle/>
            <a:p>
              <a:r>
                <a:rPr lang="en-US" sz="1600" b="1" dirty="0"/>
                <a:t>Video Demo Visual</a:t>
              </a:r>
            </a:p>
          </p:txBody>
        </p:sp>
      </p:grpSp>
      <p:sp>
        <p:nvSpPr>
          <p:cNvPr id="14" name="TextBox 13">
            <a:extLst>
              <a:ext uri="{FF2B5EF4-FFF2-40B4-BE49-F238E27FC236}">
                <a16:creationId xmlns:a16="http://schemas.microsoft.com/office/drawing/2014/main" id="{ABF9D4B2-53D2-60E9-FECC-79B008226F65}"/>
              </a:ext>
            </a:extLst>
          </p:cNvPr>
          <p:cNvSpPr txBox="1"/>
          <p:nvPr/>
        </p:nvSpPr>
        <p:spPr>
          <a:xfrm>
            <a:off x="599177" y="2080435"/>
            <a:ext cx="5127265" cy="1815882"/>
          </a:xfrm>
          <a:prstGeom prst="rect">
            <a:avLst/>
          </a:prstGeom>
          <a:noFill/>
        </p:spPr>
        <p:txBody>
          <a:bodyPr wrap="square" rtlCol="0">
            <a:spAutoFit/>
          </a:bodyPr>
          <a:lstStyle/>
          <a:p>
            <a:r>
              <a:rPr lang="en-GB" sz="1600" b="0" dirty="0"/>
              <a:t>Select “Slide Show” mode and then click on the link below or on the image on the right to access this video demo.</a:t>
            </a:r>
          </a:p>
          <a:p>
            <a:endParaRPr lang="en-US" sz="1600" dirty="0"/>
          </a:p>
          <a:p>
            <a:r>
              <a:rPr lang="en-US" sz="1600" dirty="0"/>
              <a:t>You can also access the video by copy pasting the following URL in your browser:</a:t>
            </a:r>
          </a:p>
          <a:p>
            <a:r>
              <a:rPr lang="en-US" sz="1600" dirty="0">
                <a:hlinkClick r:id="rId5"/>
              </a:rPr>
              <a:t>https://youtu.be/3y7_ehU9jus</a:t>
            </a:r>
            <a:endParaRPr lang="en-US" sz="1600" dirty="0"/>
          </a:p>
        </p:txBody>
      </p:sp>
      <p:pic>
        <p:nvPicPr>
          <p:cNvPr id="15" name="Picture 14">
            <a:extLst>
              <a:ext uri="{FF2B5EF4-FFF2-40B4-BE49-F238E27FC236}">
                <a16:creationId xmlns:a16="http://schemas.microsoft.com/office/drawing/2014/main" id="{602F014A-3A19-1F69-E455-C4F538B615DE}"/>
              </a:ext>
            </a:extLst>
          </p:cNvPr>
          <p:cNvPicPr>
            <a:picLocks noChangeAspect="1"/>
          </p:cNvPicPr>
          <p:nvPr/>
        </p:nvPicPr>
        <p:blipFill rotWithShape="1">
          <a:blip r:embed="rId6"/>
          <a:srcRect l="11344" t="22611" r="63111" b="28117"/>
          <a:stretch/>
        </p:blipFill>
        <p:spPr>
          <a:xfrm>
            <a:off x="5328288" y="1686792"/>
            <a:ext cx="382890" cy="320590"/>
          </a:xfrm>
          <a:prstGeom prst="rect">
            <a:avLst/>
          </a:prstGeom>
        </p:spPr>
      </p:pic>
      <p:pic>
        <p:nvPicPr>
          <p:cNvPr id="16" name="Picture 15">
            <a:extLst>
              <a:ext uri="{FF2B5EF4-FFF2-40B4-BE49-F238E27FC236}">
                <a16:creationId xmlns:a16="http://schemas.microsoft.com/office/drawing/2014/main" id="{3C82A5A0-F24F-4A17-FB54-B46D19A92322}"/>
              </a:ext>
            </a:extLst>
          </p:cNvPr>
          <p:cNvPicPr>
            <a:picLocks noChangeAspect="1"/>
          </p:cNvPicPr>
          <p:nvPr/>
        </p:nvPicPr>
        <p:blipFill rotWithShape="1">
          <a:blip r:embed="rId6"/>
          <a:srcRect l="11344" t="22611" r="63111" b="28117"/>
          <a:stretch/>
        </p:blipFill>
        <p:spPr>
          <a:xfrm>
            <a:off x="11204677" y="1686792"/>
            <a:ext cx="382890" cy="320590"/>
          </a:xfrm>
          <a:prstGeom prst="rect">
            <a:avLst/>
          </a:prstGeom>
        </p:spPr>
      </p:pic>
      <p:pic>
        <p:nvPicPr>
          <p:cNvPr id="18" name="Picture 17">
            <a:hlinkClick r:id="rId5"/>
            <a:extLst>
              <a:ext uri="{FF2B5EF4-FFF2-40B4-BE49-F238E27FC236}">
                <a16:creationId xmlns:a16="http://schemas.microsoft.com/office/drawing/2014/main" id="{7B6BBDB3-CBF5-1A21-7A6A-1C8C694EEC37}"/>
              </a:ext>
            </a:extLst>
          </p:cNvPr>
          <p:cNvPicPr>
            <a:picLocks noChangeAspect="1"/>
          </p:cNvPicPr>
          <p:nvPr/>
        </p:nvPicPr>
        <p:blipFill>
          <a:blip r:embed="rId7"/>
          <a:stretch>
            <a:fillRect/>
          </a:stretch>
        </p:blipFill>
        <p:spPr>
          <a:xfrm>
            <a:off x="6476568" y="2095183"/>
            <a:ext cx="5110999" cy="2832688"/>
          </a:xfrm>
          <a:prstGeom prst="rect">
            <a:avLst/>
          </a:prstGeom>
        </p:spPr>
      </p:pic>
    </p:spTree>
    <p:extLst>
      <p:ext uri="{BB962C8B-B14F-4D97-AF65-F5344CB8AC3E}">
        <p14:creationId xmlns:p14="http://schemas.microsoft.com/office/powerpoint/2010/main" val="3892113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22351058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Toolkit includes an 8-phase approach that we have built and refined over the past 20 years through constant trial and error</a:t>
            </a:r>
            <a:endParaRPr lang="en-US" sz="2400" b="0" kern="0" dirty="0"/>
          </a:p>
        </p:txBody>
      </p:sp>
      <p:sp>
        <p:nvSpPr>
          <p:cNvPr id="42" name="Chevron 17">
            <a:extLst>
              <a:ext uri="{FF2B5EF4-FFF2-40B4-BE49-F238E27FC236}">
                <a16:creationId xmlns:a16="http://schemas.microsoft.com/office/drawing/2014/main" id="{9B9FF0CA-19D1-4A78-8BCD-4F07E8827536}"/>
              </a:ext>
            </a:extLst>
          </p:cNvPr>
          <p:cNvSpPr/>
          <p:nvPr/>
        </p:nvSpPr>
        <p:spPr bwMode="auto">
          <a:xfrm>
            <a:off x="2420164" y="2052032"/>
            <a:ext cx="1962000" cy="720000"/>
          </a:xfrm>
          <a:prstGeom prst="chevron">
            <a:avLst>
              <a:gd name="adj" fmla="val 31818"/>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Define your business model &amp; identify critical assumptions</a:t>
            </a:r>
          </a:p>
        </p:txBody>
      </p:sp>
      <p:sp>
        <p:nvSpPr>
          <p:cNvPr id="43" name="Chevron 17">
            <a:extLst>
              <a:ext uri="{FF2B5EF4-FFF2-40B4-BE49-F238E27FC236}">
                <a16:creationId xmlns:a16="http://schemas.microsoft.com/office/drawing/2014/main" id="{609EE461-7AF7-4CF0-B7B1-59DA4BEE23E0}"/>
              </a:ext>
            </a:extLst>
          </p:cNvPr>
          <p:cNvSpPr/>
          <p:nvPr/>
        </p:nvSpPr>
        <p:spPr bwMode="auto">
          <a:xfrm>
            <a:off x="6030620" y="2052032"/>
            <a:ext cx="1962000" cy="720000"/>
          </a:xfrm>
          <a:prstGeom prst="chevron">
            <a:avLst>
              <a:gd name="adj" fmla="val 31818"/>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Build a business plan</a:t>
            </a:r>
          </a:p>
        </p:txBody>
      </p:sp>
      <p:cxnSp>
        <p:nvCxnSpPr>
          <p:cNvPr id="44" name="Straight Connector 43">
            <a:extLst>
              <a:ext uri="{FF2B5EF4-FFF2-40B4-BE49-F238E27FC236}">
                <a16:creationId xmlns:a16="http://schemas.microsoft.com/office/drawing/2014/main" id="{5152B55F-89DC-496E-8660-FCF33E4D0397}"/>
              </a:ext>
            </a:extLst>
          </p:cNvPr>
          <p:cNvCxnSpPr>
            <a:cxnSpLocks/>
          </p:cNvCxnSpPr>
          <p:nvPr/>
        </p:nvCxnSpPr>
        <p:spPr>
          <a:xfrm>
            <a:off x="2380811" y="2826896"/>
            <a:ext cx="0" cy="23400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9EF7E331-A0F7-47A9-9159-C803B35C3FC5}"/>
              </a:ext>
            </a:extLst>
          </p:cNvPr>
          <p:cNvSpPr/>
          <p:nvPr/>
        </p:nvSpPr>
        <p:spPr>
          <a:xfrm>
            <a:off x="652312" y="2792607"/>
            <a:ext cx="1758194" cy="820738"/>
          </a:xfrm>
          <a:prstGeom prst="rect">
            <a:avLst/>
          </a:prstGeom>
          <a:effectLst/>
        </p:spPr>
        <p:txBody>
          <a:bodyPr wrap="square" lIns="0">
            <a:spAutoFit/>
          </a:bodyPr>
          <a:lstStyle/>
          <a:p>
            <a:pPr marL="169863" indent="-169863">
              <a:spcBef>
                <a:spcPts val="200"/>
              </a:spcBef>
              <a:spcAft>
                <a:spcPts val="200"/>
              </a:spcAft>
              <a:buFont typeface="+mj-lt"/>
              <a:buAutoNum type="arabicPeriod"/>
              <a:defRPr/>
            </a:pPr>
            <a:r>
              <a:rPr lang="en-US" sz="1100" dirty="0">
                <a:solidFill>
                  <a:srgbClr val="002776"/>
                </a:solidFill>
              </a:rPr>
              <a:t>Business idea generator</a:t>
            </a:r>
          </a:p>
          <a:p>
            <a:pPr marL="169863" indent="-169863">
              <a:spcBef>
                <a:spcPts val="200"/>
              </a:spcBef>
              <a:spcAft>
                <a:spcPts val="200"/>
              </a:spcAft>
              <a:buFont typeface="+mj-lt"/>
              <a:buAutoNum type="arabicPeriod"/>
              <a:defRPr/>
            </a:pPr>
            <a:r>
              <a:rPr lang="en-US" sz="1100" dirty="0">
                <a:solidFill>
                  <a:srgbClr val="002776"/>
                </a:solidFill>
              </a:rPr>
              <a:t>Business ideas prioritization</a:t>
            </a:r>
          </a:p>
        </p:txBody>
      </p:sp>
      <p:sp>
        <p:nvSpPr>
          <p:cNvPr id="46" name="Chevron 17">
            <a:extLst>
              <a:ext uri="{FF2B5EF4-FFF2-40B4-BE49-F238E27FC236}">
                <a16:creationId xmlns:a16="http://schemas.microsoft.com/office/drawing/2014/main" id="{04BB33EC-E788-469D-91F3-391F83BBF027}"/>
              </a:ext>
            </a:extLst>
          </p:cNvPr>
          <p:cNvSpPr/>
          <p:nvPr/>
        </p:nvSpPr>
        <p:spPr bwMode="auto">
          <a:xfrm>
            <a:off x="4225392" y="2052032"/>
            <a:ext cx="1962000" cy="720000"/>
          </a:xfrm>
          <a:prstGeom prst="chevron">
            <a:avLst>
              <a:gd name="adj" fmla="val 31818"/>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Gather data to validate or invalidate your critical assumptions</a:t>
            </a:r>
          </a:p>
        </p:txBody>
      </p:sp>
      <p:sp>
        <p:nvSpPr>
          <p:cNvPr id="47" name="Chevron 17">
            <a:extLst>
              <a:ext uri="{FF2B5EF4-FFF2-40B4-BE49-F238E27FC236}">
                <a16:creationId xmlns:a16="http://schemas.microsoft.com/office/drawing/2014/main" id="{82D17753-E9AA-4604-81ED-7178CFE9918D}"/>
              </a:ext>
            </a:extLst>
          </p:cNvPr>
          <p:cNvSpPr/>
          <p:nvPr/>
        </p:nvSpPr>
        <p:spPr bwMode="auto">
          <a:xfrm>
            <a:off x="7835848" y="2052032"/>
            <a:ext cx="1962000" cy="720000"/>
          </a:xfrm>
          <a:prstGeom prst="chevron">
            <a:avLst>
              <a:gd name="adj" fmla="val 31818"/>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Implement your business plan and gather more data</a:t>
            </a:r>
          </a:p>
        </p:txBody>
      </p:sp>
      <p:sp>
        <p:nvSpPr>
          <p:cNvPr id="48" name="Rectangle 47">
            <a:extLst>
              <a:ext uri="{FF2B5EF4-FFF2-40B4-BE49-F238E27FC236}">
                <a16:creationId xmlns:a16="http://schemas.microsoft.com/office/drawing/2014/main" id="{807C9D61-4EA4-445A-AE9E-BAD1C51DD02F}"/>
              </a:ext>
            </a:extLst>
          </p:cNvPr>
          <p:cNvSpPr/>
          <p:nvPr/>
        </p:nvSpPr>
        <p:spPr>
          <a:xfrm>
            <a:off x="2459757" y="2804037"/>
            <a:ext cx="1758194" cy="2636619"/>
          </a:xfrm>
          <a:prstGeom prst="rect">
            <a:avLst/>
          </a:prstGeom>
          <a:effectLst/>
        </p:spPr>
        <p:txBody>
          <a:bodyPr wrap="square" lIns="0">
            <a:spAutoFit/>
          </a:bodyPr>
          <a:lstStyle/>
          <a:p>
            <a:pPr marL="169863" indent="-169863">
              <a:spcBef>
                <a:spcPts val="200"/>
              </a:spcBef>
              <a:spcAft>
                <a:spcPts val="200"/>
              </a:spcAft>
              <a:buFont typeface="+mj-lt"/>
              <a:buAutoNum type="arabicPeriod"/>
              <a:defRPr/>
            </a:pPr>
            <a:r>
              <a:rPr lang="en-US" sz="1100" dirty="0">
                <a:solidFill>
                  <a:srgbClr val="002776"/>
                </a:solidFill>
              </a:rPr>
              <a:t>Key partners</a:t>
            </a:r>
          </a:p>
          <a:p>
            <a:pPr marL="169863" indent="-169863">
              <a:spcBef>
                <a:spcPts val="200"/>
              </a:spcBef>
              <a:spcAft>
                <a:spcPts val="200"/>
              </a:spcAft>
              <a:buFont typeface="+mj-lt"/>
              <a:buAutoNum type="arabicPeriod"/>
              <a:defRPr/>
            </a:pPr>
            <a:r>
              <a:rPr lang="en-US" sz="1100" dirty="0">
                <a:solidFill>
                  <a:srgbClr val="002776"/>
                </a:solidFill>
              </a:rPr>
              <a:t>Key activities</a:t>
            </a:r>
          </a:p>
          <a:p>
            <a:pPr marL="169863" indent="-169863">
              <a:spcBef>
                <a:spcPts val="200"/>
              </a:spcBef>
              <a:spcAft>
                <a:spcPts val="200"/>
              </a:spcAft>
              <a:buFont typeface="+mj-lt"/>
              <a:buAutoNum type="arabicPeriod"/>
              <a:defRPr/>
            </a:pPr>
            <a:r>
              <a:rPr lang="en-US" sz="1100" dirty="0">
                <a:solidFill>
                  <a:srgbClr val="002776"/>
                </a:solidFill>
              </a:rPr>
              <a:t>Key resources</a:t>
            </a:r>
          </a:p>
          <a:p>
            <a:pPr marL="169863" indent="-169863">
              <a:spcBef>
                <a:spcPts val="200"/>
              </a:spcBef>
              <a:spcAft>
                <a:spcPts val="200"/>
              </a:spcAft>
              <a:buFont typeface="+mj-lt"/>
              <a:buAutoNum type="arabicPeriod"/>
              <a:defRPr/>
            </a:pPr>
            <a:r>
              <a:rPr lang="en-US" sz="1100" dirty="0">
                <a:solidFill>
                  <a:srgbClr val="002776"/>
                </a:solidFill>
              </a:rPr>
              <a:t>Value propositions</a:t>
            </a:r>
          </a:p>
          <a:p>
            <a:pPr marL="169863" indent="-169863">
              <a:spcBef>
                <a:spcPts val="200"/>
              </a:spcBef>
              <a:spcAft>
                <a:spcPts val="200"/>
              </a:spcAft>
              <a:buFont typeface="+mj-lt"/>
              <a:buAutoNum type="arabicPeriod"/>
              <a:defRPr/>
            </a:pPr>
            <a:r>
              <a:rPr lang="en-US" sz="1100" dirty="0">
                <a:solidFill>
                  <a:srgbClr val="002776"/>
                </a:solidFill>
              </a:rPr>
              <a:t>Customer relationships</a:t>
            </a:r>
          </a:p>
          <a:p>
            <a:pPr marL="169863" indent="-169863">
              <a:spcBef>
                <a:spcPts val="200"/>
              </a:spcBef>
              <a:spcAft>
                <a:spcPts val="200"/>
              </a:spcAft>
              <a:buFont typeface="+mj-lt"/>
              <a:buAutoNum type="arabicPeriod"/>
              <a:defRPr/>
            </a:pPr>
            <a:r>
              <a:rPr lang="en-US" sz="1100" dirty="0">
                <a:solidFill>
                  <a:srgbClr val="002776"/>
                </a:solidFill>
              </a:rPr>
              <a:t>Channels</a:t>
            </a:r>
          </a:p>
          <a:p>
            <a:pPr marL="169863" indent="-169863">
              <a:spcBef>
                <a:spcPts val="200"/>
              </a:spcBef>
              <a:spcAft>
                <a:spcPts val="200"/>
              </a:spcAft>
              <a:buFont typeface="+mj-lt"/>
              <a:buAutoNum type="arabicPeriod"/>
              <a:defRPr/>
            </a:pPr>
            <a:r>
              <a:rPr lang="en-US" sz="1100" dirty="0">
                <a:solidFill>
                  <a:srgbClr val="002776"/>
                </a:solidFill>
              </a:rPr>
              <a:t>Customer segments</a:t>
            </a:r>
          </a:p>
          <a:p>
            <a:pPr marL="169863" indent="-169863">
              <a:spcBef>
                <a:spcPts val="200"/>
              </a:spcBef>
              <a:spcAft>
                <a:spcPts val="200"/>
              </a:spcAft>
              <a:buFont typeface="+mj-lt"/>
              <a:buAutoNum type="arabicPeriod"/>
              <a:defRPr/>
            </a:pPr>
            <a:r>
              <a:rPr lang="en-US" sz="1100" dirty="0">
                <a:solidFill>
                  <a:srgbClr val="002776"/>
                </a:solidFill>
              </a:rPr>
              <a:t>Cost structure</a:t>
            </a:r>
          </a:p>
          <a:p>
            <a:pPr marL="169863" indent="-169863">
              <a:spcBef>
                <a:spcPts val="200"/>
              </a:spcBef>
              <a:spcAft>
                <a:spcPts val="200"/>
              </a:spcAft>
              <a:buFont typeface="+mj-lt"/>
              <a:buAutoNum type="arabicPeriod"/>
              <a:defRPr/>
            </a:pPr>
            <a:r>
              <a:rPr lang="en-US" sz="1100" dirty="0">
                <a:solidFill>
                  <a:srgbClr val="002776"/>
                </a:solidFill>
              </a:rPr>
              <a:t>Revenue stream</a:t>
            </a:r>
          </a:p>
          <a:p>
            <a:pPr marL="169863" indent="-169863">
              <a:spcBef>
                <a:spcPts val="200"/>
              </a:spcBef>
              <a:spcAft>
                <a:spcPts val="200"/>
              </a:spcAft>
              <a:buFont typeface="+mj-lt"/>
              <a:buAutoNum type="arabicPeriod"/>
              <a:defRPr/>
            </a:pPr>
            <a:r>
              <a:rPr lang="en-US" sz="1100" dirty="0">
                <a:solidFill>
                  <a:srgbClr val="002776"/>
                </a:solidFill>
              </a:rPr>
              <a:t>Identify your most critical assumptions</a:t>
            </a:r>
          </a:p>
          <a:p>
            <a:pPr marL="169863" indent="-169863">
              <a:spcBef>
                <a:spcPts val="200"/>
              </a:spcBef>
              <a:spcAft>
                <a:spcPts val="200"/>
              </a:spcAft>
              <a:buFont typeface="+mj-lt"/>
              <a:buAutoNum type="arabicPeriod"/>
              <a:defRPr/>
            </a:pPr>
            <a:endParaRPr lang="en-US" sz="1100" dirty="0">
              <a:solidFill>
                <a:srgbClr val="002776"/>
              </a:solidFill>
            </a:endParaRPr>
          </a:p>
        </p:txBody>
      </p:sp>
      <p:cxnSp>
        <p:nvCxnSpPr>
          <p:cNvPr id="49" name="Straight Connector 48">
            <a:extLst>
              <a:ext uri="{FF2B5EF4-FFF2-40B4-BE49-F238E27FC236}">
                <a16:creationId xmlns:a16="http://schemas.microsoft.com/office/drawing/2014/main" id="{FD774A9D-C241-4724-8224-6C0398EC62EC}"/>
              </a:ext>
            </a:extLst>
          </p:cNvPr>
          <p:cNvCxnSpPr>
            <a:cxnSpLocks/>
          </p:cNvCxnSpPr>
          <p:nvPr/>
        </p:nvCxnSpPr>
        <p:spPr>
          <a:xfrm>
            <a:off x="4213990" y="2826896"/>
            <a:ext cx="0" cy="23400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AF1E87C3-304E-41BF-827C-8DAC669F9295}"/>
              </a:ext>
            </a:extLst>
          </p:cNvPr>
          <p:cNvSpPr/>
          <p:nvPr/>
        </p:nvSpPr>
        <p:spPr>
          <a:xfrm>
            <a:off x="4274470" y="2792607"/>
            <a:ext cx="1754612" cy="2159566"/>
          </a:xfrm>
          <a:prstGeom prst="rect">
            <a:avLst/>
          </a:prstGeom>
          <a:effectLst/>
        </p:spPr>
        <p:txBody>
          <a:bodyPr wrap="square" lIns="0">
            <a:spAutoFit/>
          </a:bodyPr>
          <a:lstStyle/>
          <a:p>
            <a:pPr marL="169863" indent="-169863">
              <a:spcBef>
                <a:spcPts val="200"/>
              </a:spcBef>
              <a:spcAft>
                <a:spcPts val="200"/>
              </a:spcAft>
              <a:buFont typeface="+mj-lt"/>
              <a:buAutoNum type="arabicPeriod"/>
              <a:defRPr/>
            </a:pPr>
            <a:r>
              <a:rPr lang="en-US" sz="1100" dirty="0">
                <a:solidFill>
                  <a:srgbClr val="002776"/>
                </a:solidFill>
              </a:rPr>
              <a:t>Data required to validate or invalidate our critical assumptions </a:t>
            </a:r>
          </a:p>
          <a:p>
            <a:pPr marL="169863" indent="-169863">
              <a:spcBef>
                <a:spcPts val="200"/>
              </a:spcBef>
              <a:spcAft>
                <a:spcPts val="200"/>
              </a:spcAft>
              <a:buFont typeface="+mj-lt"/>
              <a:buAutoNum type="arabicPeriod"/>
              <a:defRPr/>
            </a:pPr>
            <a:r>
              <a:rPr lang="en-US" sz="1100" dirty="0">
                <a:solidFill>
                  <a:srgbClr val="002776"/>
                </a:solidFill>
              </a:rPr>
              <a:t>Methods to get the required data</a:t>
            </a:r>
          </a:p>
          <a:p>
            <a:pPr marL="169863" indent="-169863">
              <a:spcBef>
                <a:spcPts val="200"/>
              </a:spcBef>
              <a:spcAft>
                <a:spcPts val="200"/>
              </a:spcAft>
              <a:buFont typeface="+mj-lt"/>
              <a:buAutoNum type="arabicPeriod"/>
              <a:defRPr/>
            </a:pPr>
            <a:r>
              <a:rPr lang="en-US" sz="1100" dirty="0">
                <a:solidFill>
                  <a:srgbClr val="002776"/>
                </a:solidFill>
              </a:rPr>
              <a:t>New data and insights</a:t>
            </a:r>
          </a:p>
          <a:p>
            <a:pPr marL="169863" indent="-169863">
              <a:spcBef>
                <a:spcPts val="200"/>
              </a:spcBef>
              <a:spcAft>
                <a:spcPts val="200"/>
              </a:spcAft>
              <a:buFont typeface="+mj-lt"/>
              <a:buAutoNum type="arabicPeriod"/>
              <a:defRPr/>
            </a:pPr>
            <a:r>
              <a:rPr lang="en-US" sz="1100" dirty="0">
                <a:solidFill>
                  <a:srgbClr val="002776"/>
                </a:solidFill>
              </a:rPr>
              <a:t>Impacts on our business model and business ideas prioritization</a:t>
            </a:r>
          </a:p>
          <a:p>
            <a:pPr>
              <a:spcBef>
                <a:spcPts val="200"/>
              </a:spcBef>
              <a:spcAft>
                <a:spcPts val="200"/>
              </a:spcAft>
              <a:defRPr/>
            </a:pPr>
            <a:endParaRPr lang="en-US" sz="1100" dirty="0">
              <a:solidFill>
                <a:srgbClr val="002776"/>
              </a:solidFill>
            </a:endParaRPr>
          </a:p>
        </p:txBody>
      </p:sp>
      <p:sp>
        <p:nvSpPr>
          <p:cNvPr id="51" name="Rectangle 50">
            <a:extLst>
              <a:ext uri="{FF2B5EF4-FFF2-40B4-BE49-F238E27FC236}">
                <a16:creationId xmlns:a16="http://schemas.microsoft.com/office/drawing/2014/main" id="{73D3E444-CA7C-48C6-BC1D-B72E1CC7CD03}"/>
              </a:ext>
            </a:extLst>
          </p:cNvPr>
          <p:cNvSpPr/>
          <p:nvPr/>
        </p:nvSpPr>
        <p:spPr>
          <a:xfrm>
            <a:off x="6111823" y="2792607"/>
            <a:ext cx="1658751" cy="2364750"/>
          </a:xfrm>
          <a:prstGeom prst="rect">
            <a:avLst/>
          </a:prstGeom>
          <a:effectLst/>
        </p:spPr>
        <p:txBody>
          <a:bodyPr wrap="square" lIns="0">
            <a:spAutoFit/>
          </a:bodyPr>
          <a:lstStyle/>
          <a:p>
            <a:pPr marL="169863" indent="-169863">
              <a:spcBef>
                <a:spcPts val="200"/>
              </a:spcBef>
              <a:spcAft>
                <a:spcPts val="200"/>
              </a:spcAft>
              <a:buFont typeface="+mj-lt"/>
              <a:buAutoNum type="arabicPeriod"/>
              <a:defRPr/>
            </a:pPr>
            <a:r>
              <a:rPr lang="en-US" sz="1100" dirty="0">
                <a:solidFill>
                  <a:srgbClr val="002776"/>
                </a:solidFill>
              </a:rPr>
              <a:t>Problem to solve &amp; solution</a:t>
            </a:r>
          </a:p>
          <a:p>
            <a:pPr marL="169863" indent="-169863">
              <a:spcBef>
                <a:spcPts val="200"/>
              </a:spcBef>
              <a:spcAft>
                <a:spcPts val="200"/>
              </a:spcAft>
              <a:buFont typeface="+mj-lt"/>
              <a:buAutoNum type="arabicPeriod"/>
              <a:defRPr/>
            </a:pPr>
            <a:r>
              <a:rPr lang="en-US" sz="1100" dirty="0">
                <a:solidFill>
                  <a:srgbClr val="002776"/>
                </a:solidFill>
              </a:rPr>
              <a:t>Mission, vision &amp; strategic objectives</a:t>
            </a:r>
          </a:p>
          <a:p>
            <a:pPr marL="169863" indent="-169863">
              <a:spcBef>
                <a:spcPts val="200"/>
              </a:spcBef>
              <a:spcAft>
                <a:spcPts val="200"/>
              </a:spcAft>
              <a:buFont typeface="+mj-lt"/>
              <a:buAutoNum type="arabicPeriod"/>
              <a:defRPr/>
            </a:pPr>
            <a:r>
              <a:rPr lang="en-US" sz="1100" dirty="0">
                <a:solidFill>
                  <a:srgbClr val="002776"/>
                </a:solidFill>
              </a:rPr>
              <a:t>Target market</a:t>
            </a:r>
          </a:p>
          <a:p>
            <a:pPr marL="169863" indent="-169863">
              <a:spcBef>
                <a:spcPts val="200"/>
              </a:spcBef>
              <a:spcAft>
                <a:spcPts val="200"/>
              </a:spcAft>
              <a:buFont typeface="+mj-lt"/>
              <a:buAutoNum type="arabicPeriod"/>
              <a:defRPr/>
            </a:pPr>
            <a:r>
              <a:rPr lang="en-US" sz="1100" dirty="0">
                <a:solidFill>
                  <a:srgbClr val="002776"/>
                </a:solidFill>
              </a:rPr>
              <a:t>Market analysis</a:t>
            </a:r>
          </a:p>
          <a:p>
            <a:pPr marL="169863" indent="-169863">
              <a:spcBef>
                <a:spcPts val="200"/>
              </a:spcBef>
              <a:spcAft>
                <a:spcPts val="200"/>
              </a:spcAft>
              <a:buFont typeface="+mj-lt"/>
              <a:buAutoNum type="arabicPeriod"/>
              <a:defRPr/>
            </a:pPr>
            <a:r>
              <a:rPr lang="en-US" sz="1100" dirty="0">
                <a:solidFill>
                  <a:srgbClr val="002776"/>
                </a:solidFill>
              </a:rPr>
              <a:t>Competitor analysis</a:t>
            </a:r>
          </a:p>
          <a:p>
            <a:pPr marL="169863" indent="-169863">
              <a:spcBef>
                <a:spcPts val="200"/>
              </a:spcBef>
              <a:spcAft>
                <a:spcPts val="200"/>
              </a:spcAft>
              <a:buFont typeface="+mj-lt"/>
              <a:buAutoNum type="arabicPeriod"/>
              <a:defRPr/>
            </a:pPr>
            <a:r>
              <a:rPr lang="en-US" sz="1100" dirty="0">
                <a:solidFill>
                  <a:srgbClr val="002776"/>
                </a:solidFill>
              </a:rPr>
              <a:t>Marketing plan</a:t>
            </a:r>
          </a:p>
          <a:p>
            <a:pPr marL="169863" indent="-169863">
              <a:spcBef>
                <a:spcPts val="200"/>
              </a:spcBef>
              <a:spcAft>
                <a:spcPts val="200"/>
              </a:spcAft>
              <a:buFont typeface="+mj-lt"/>
              <a:buAutoNum type="arabicPeriod"/>
              <a:defRPr/>
            </a:pPr>
            <a:r>
              <a:rPr lang="en-US" sz="1100" dirty="0">
                <a:solidFill>
                  <a:srgbClr val="002776"/>
                </a:solidFill>
              </a:rPr>
              <a:t>Business structure</a:t>
            </a:r>
          </a:p>
          <a:p>
            <a:pPr marL="169863" indent="-169863">
              <a:spcBef>
                <a:spcPts val="200"/>
              </a:spcBef>
              <a:spcAft>
                <a:spcPts val="200"/>
              </a:spcAft>
              <a:buFont typeface="+mj-lt"/>
              <a:buAutoNum type="arabicPeriod"/>
              <a:defRPr/>
            </a:pPr>
            <a:r>
              <a:rPr lang="en-US" sz="1100" dirty="0">
                <a:solidFill>
                  <a:srgbClr val="002776"/>
                </a:solidFill>
              </a:rPr>
              <a:t>Financial plan</a:t>
            </a:r>
          </a:p>
          <a:p>
            <a:pPr marL="169863" indent="-169863">
              <a:spcBef>
                <a:spcPts val="200"/>
              </a:spcBef>
              <a:spcAft>
                <a:spcPts val="200"/>
              </a:spcAft>
              <a:buFont typeface="+mj-lt"/>
              <a:buAutoNum type="arabicPeriod"/>
              <a:defRPr/>
            </a:pPr>
            <a:endParaRPr lang="en-US" sz="1100" dirty="0">
              <a:solidFill>
                <a:srgbClr val="002776"/>
              </a:solidFill>
            </a:endParaRPr>
          </a:p>
        </p:txBody>
      </p:sp>
      <p:cxnSp>
        <p:nvCxnSpPr>
          <p:cNvPr id="52" name="Straight Connector 51">
            <a:extLst>
              <a:ext uri="{FF2B5EF4-FFF2-40B4-BE49-F238E27FC236}">
                <a16:creationId xmlns:a16="http://schemas.microsoft.com/office/drawing/2014/main" id="{DC0672E6-F712-45F7-B497-5B00AC5DA79D}"/>
              </a:ext>
            </a:extLst>
          </p:cNvPr>
          <p:cNvCxnSpPr>
            <a:cxnSpLocks/>
          </p:cNvCxnSpPr>
          <p:nvPr/>
        </p:nvCxnSpPr>
        <p:spPr>
          <a:xfrm>
            <a:off x="6039050" y="2826896"/>
            <a:ext cx="0" cy="23400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17883D6D-6E1A-4C48-83A4-837289985538}"/>
              </a:ext>
            </a:extLst>
          </p:cNvPr>
          <p:cNvSpPr/>
          <p:nvPr/>
        </p:nvSpPr>
        <p:spPr>
          <a:xfrm>
            <a:off x="7874377" y="2792607"/>
            <a:ext cx="1750387" cy="2431435"/>
          </a:xfrm>
          <a:prstGeom prst="rect">
            <a:avLst/>
          </a:prstGeom>
          <a:effectLst/>
        </p:spPr>
        <p:txBody>
          <a:bodyPr wrap="square" lIns="0">
            <a:spAutoFit/>
          </a:bodyPr>
          <a:lstStyle/>
          <a:p>
            <a:pPr marL="169863" indent="-169863">
              <a:spcBef>
                <a:spcPts val="200"/>
              </a:spcBef>
              <a:spcAft>
                <a:spcPts val="200"/>
              </a:spcAft>
              <a:buFont typeface="+mj-lt"/>
              <a:buAutoNum type="arabicPeriod"/>
              <a:defRPr/>
            </a:pPr>
            <a:r>
              <a:rPr lang="en-US" sz="1100" dirty="0">
                <a:solidFill>
                  <a:srgbClr val="002776"/>
                </a:solidFill>
              </a:rPr>
              <a:t>Stakeholder management</a:t>
            </a:r>
          </a:p>
          <a:p>
            <a:pPr marL="169863" indent="-169863">
              <a:spcBef>
                <a:spcPts val="200"/>
              </a:spcBef>
              <a:spcAft>
                <a:spcPts val="200"/>
              </a:spcAft>
              <a:buFont typeface="+mj-lt"/>
              <a:buAutoNum type="arabicPeriod"/>
              <a:defRPr/>
            </a:pPr>
            <a:r>
              <a:rPr lang="en-US" sz="1100" dirty="0">
                <a:solidFill>
                  <a:srgbClr val="002776"/>
                </a:solidFill>
              </a:rPr>
              <a:t>Key performance indicators (KPIs) dashboard</a:t>
            </a:r>
          </a:p>
          <a:p>
            <a:pPr marL="169863" indent="-169863">
              <a:spcBef>
                <a:spcPts val="200"/>
              </a:spcBef>
              <a:spcAft>
                <a:spcPts val="200"/>
              </a:spcAft>
              <a:buFont typeface="+mj-lt"/>
              <a:buAutoNum type="arabicPeriod"/>
              <a:defRPr/>
            </a:pPr>
            <a:r>
              <a:rPr lang="en-US" sz="1100" dirty="0">
                <a:solidFill>
                  <a:srgbClr val="002776"/>
                </a:solidFill>
              </a:rPr>
              <a:t>Action plan</a:t>
            </a:r>
          </a:p>
          <a:p>
            <a:pPr marL="169863" indent="-169863">
              <a:spcBef>
                <a:spcPts val="200"/>
              </a:spcBef>
              <a:spcAft>
                <a:spcPts val="200"/>
              </a:spcAft>
              <a:buFont typeface="+mj-lt"/>
              <a:buAutoNum type="arabicPeriod"/>
              <a:defRPr/>
            </a:pPr>
            <a:r>
              <a:rPr lang="en-US" sz="1100" dirty="0">
                <a:solidFill>
                  <a:srgbClr val="002776"/>
                </a:solidFill>
              </a:rPr>
              <a:t>Monthly budget</a:t>
            </a:r>
          </a:p>
          <a:p>
            <a:pPr marL="169863" indent="-169863">
              <a:spcBef>
                <a:spcPts val="200"/>
              </a:spcBef>
              <a:spcAft>
                <a:spcPts val="200"/>
              </a:spcAft>
              <a:buFont typeface="+mj-lt"/>
              <a:buAutoNum type="arabicPeriod"/>
              <a:defRPr/>
            </a:pPr>
            <a:r>
              <a:rPr lang="en-US" sz="1100" dirty="0">
                <a:solidFill>
                  <a:srgbClr val="002776"/>
                </a:solidFill>
              </a:rPr>
              <a:t>Executive dashboard</a:t>
            </a:r>
          </a:p>
          <a:p>
            <a:pPr marL="169863" indent="-169863">
              <a:spcBef>
                <a:spcPts val="200"/>
              </a:spcBef>
              <a:spcAft>
                <a:spcPts val="200"/>
              </a:spcAft>
              <a:buFont typeface="+mj-lt"/>
              <a:buAutoNum type="arabicPeriod"/>
              <a:defRPr/>
            </a:pPr>
            <a:r>
              <a:rPr lang="en-US" sz="1100" dirty="0">
                <a:solidFill>
                  <a:srgbClr val="002776"/>
                </a:solidFill>
              </a:rPr>
              <a:t>New data and insights</a:t>
            </a:r>
          </a:p>
          <a:p>
            <a:pPr marL="169863" indent="-169863">
              <a:spcBef>
                <a:spcPts val="200"/>
              </a:spcBef>
              <a:spcAft>
                <a:spcPts val="200"/>
              </a:spcAft>
              <a:buFont typeface="+mj-lt"/>
              <a:buAutoNum type="arabicPeriod"/>
              <a:defRPr/>
            </a:pPr>
            <a:r>
              <a:rPr lang="en-US" sz="1100" dirty="0">
                <a:solidFill>
                  <a:srgbClr val="002776"/>
                </a:solidFill>
              </a:rPr>
              <a:t>Impacts on our business plan and business model</a:t>
            </a:r>
          </a:p>
        </p:txBody>
      </p:sp>
      <p:cxnSp>
        <p:nvCxnSpPr>
          <p:cNvPr id="54" name="Straight Connector 53">
            <a:extLst>
              <a:ext uri="{FF2B5EF4-FFF2-40B4-BE49-F238E27FC236}">
                <a16:creationId xmlns:a16="http://schemas.microsoft.com/office/drawing/2014/main" id="{56FEFFA8-1322-4316-8368-416A234EF57E}"/>
              </a:ext>
            </a:extLst>
          </p:cNvPr>
          <p:cNvCxnSpPr>
            <a:cxnSpLocks/>
          </p:cNvCxnSpPr>
          <p:nvPr/>
        </p:nvCxnSpPr>
        <p:spPr>
          <a:xfrm>
            <a:off x="7813239" y="2826896"/>
            <a:ext cx="0" cy="23400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55" name="Chevron 17">
            <a:extLst>
              <a:ext uri="{FF2B5EF4-FFF2-40B4-BE49-F238E27FC236}">
                <a16:creationId xmlns:a16="http://schemas.microsoft.com/office/drawing/2014/main" id="{24A4C4E5-5699-4419-ABC0-4A0F8E1CE0C6}"/>
              </a:ext>
            </a:extLst>
          </p:cNvPr>
          <p:cNvSpPr/>
          <p:nvPr/>
        </p:nvSpPr>
        <p:spPr bwMode="auto">
          <a:xfrm>
            <a:off x="9641074" y="2052032"/>
            <a:ext cx="1962000" cy="720000"/>
          </a:xfrm>
          <a:prstGeom prst="chevron">
            <a:avLst>
              <a:gd name="adj" fmla="val 31818"/>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Estimate the value of your business and raise funds</a:t>
            </a:r>
          </a:p>
        </p:txBody>
      </p:sp>
      <p:sp>
        <p:nvSpPr>
          <p:cNvPr id="56" name="Rectangle 55">
            <a:extLst>
              <a:ext uri="{FF2B5EF4-FFF2-40B4-BE49-F238E27FC236}">
                <a16:creationId xmlns:a16="http://schemas.microsoft.com/office/drawing/2014/main" id="{2BF5A2E2-6C59-4FAB-A0E7-A82F2DF4F287}"/>
              </a:ext>
            </a:extLst>
          </p:cNvPr>
          <p:cNvSpPr/>
          <p:nvPr/>
        </p:nvSpPr>
        <p:spPr>
          <a:xfrm>
            <a:off x="9587428" y="2792607"/>
            <a:ext cx="2151179" cy="2092881"/>
          </a:xfrm>
          <a:prstGeom prst="rect">
            <a:avLst/>
          </a:prstGeom>
          <a:effectLst/>
        </p:spPr>
        <p:txBody>
          <a:bodyPr wrap="square" lIns="0">
            <a:spAutoFit/>
          </a:bodyPr>
          <a:lstStyle/>
          <a:p>
            <a:pPr marL="169863" indent="-169863">
              <a:spcBef>
                <a:spcPts val="200"/>
              </a:spcBef>
              <a:spcAft>
                <a:spcPts val="200"/>
              </a:spcAft>
              <a:buFont typeface="+mj-lt"/>
              <a:buAutoNum type="arabicPeriod"/>
              <a:defRPr/>
            </a:pPr>
            <a:r>
              <a:rPr lang="en-US" sz="1100" dirty="0">
                <a:solidFill>
                  <a:srgbClr val="002776"/>
                </a:solidFill>
              </a:rPr>
              <a:t>Valuation methods</a:t>
            </a:r>
          </a:p>
          <a:p>
            <a:pPr marL="182563" lvl="1" indent="-76200">
              <a:spcBef>
                <a:spcPts val="200"/>
              </a:spcBef>
              <a:spcAft>
                <a:spcPts val="200"/>
              </a:spcAft>
              <a:buFont typeface="Arial" panose="020B0604020202020204" pitchFamily="34" charset="0"/>
              <a:buChar char="•"/>
              <a:defRPr/>
            </a:pPr>
            <a:r>
              <a:rPr lang="en-US" sz="1100" dirty="0">
                <a:solidFill>
                  <a:srgbClr val="002776"/>
                </a:solidFill>
              </a:rPr>
              <a:t>Discounted cash flow</a:t>
            </a:r>
          </a:p>
          <a:p>
            <a:pPr marL="182563" lvl="1" indent="-76200">
              <a:spcBef>
                <a:spcPts val="200"/>
              </a:spcBef>
              <a:spcAft>
                <a:spcPts val="200"/>
              </a:spcAft>
              <a:buFont typeface="Arial" panose="020B0604020202020204" pitchFamily="34" charset="0"/>
              <a:buChar char="•"/>
              <a:defRPr/>
            </a:pPr>
            <a:r>
              <a:rPr lang="en-US" sz="1100" dirty="0">
                <a:solidFill>
                  <a:srgbClr val="002776"/>
                </a:solidFill>
              </a:rPr>
              <a:t>Discounted earnings</a:t>
            </a:r>
          </a:p>
          <a:p>
            <a:pPr marL="182563" lvl="1" indent="-76200">
              <a:spcBef>
                <a:spcPts val="200"/>
              </a:spcBef>
              <a:spcAft>
                <a:spcPts val="200"/>
              </a:spcAft>
              <a:buFont typeface="Arial" panose="020B0604020202020204" pitchFamily="34" charset="0"/>
              <a:buChar char="•"/>
              <a:defRPr/>
            </a:pPr>
            <a:r>
              <a:rPr lang="en-US" sz="1100" dirty="0">
                <a:solidFill>
                  <a:srgbClr val="002776"/>
                </a:solidFill>
              </a:rPr>
              <a:t>Comparable company analysis</a:t>
            </a:r>
          </a:p>
          <a:p>
            <a:pPr marL="182563" lvl="1" indent="-76200">
              <a:spcBef>
                <a:spcPts val="200"/>
              </a:spcBef>
              <a:spcAft>
                <a:spcPts val="200"/>
              </a:spcAft>
              <a:buFont typeface="Arial" panose="020B0604020202020204" pitchFamily="34" charset="0"/>
              <a:buChar char="•"/>
              <a:defRPr/>
            </a:pPr>
            <a:r>
              <a:rPr lang="en-US" sz="1100" dirty="0">
                <a:solidFill>
                  <a:srgbClr val="002776"/>
                </a:solidFill>
              </a:rPr>
              <a:t>Precedent transaction analysis</a:t>
            </a:r>
          </a:p>
          <a:p>
            <a:pPr marL="169863" indent="-169863">
              <a:spcBef>
                <a:spcPts val="200"/>
              </a:spcBef>
              <a:spcAft>
                <a:spcPts val="200"/>
              </a:spcAft>
              <a:buFont typeface="+mj-lt"/>
              <a:buAutoNum type="arabicPeriod"/>
              <a:defRPr/>
            </a:pPr>
            <a:r>
              <a:rPr lang="en-US" sz="1100" dirty="0">
                <a:solidFill>
                  <a:srgbClr val="002776"/>
                </a:solidFill>
              </a:rPr>
              <a:t>Venture Capital 101 and cap table</a:t>
            </a:r>
          </a:p>
          <a:p>
            <a:pPr marL="169863" indent="-169863">
              <a:spcBef>
                <a:spcPts val="200"/>
              </a:spcBef>
              <a:spcAft>
                <a:spcPts val="200"/>
              </a:spcAft>
              <a:buFont typeface="+mj-lt"/>
              <a:buAutoNum type="arabicPeriod"/>
              <a:defRPr/>
            </a:pPr>
            <a:r>
              <a:rPr lang="en-US" sz="1100" dirty="0">
                <a:solidFill>
                  <a:srgbClr val="002776"/>
                </a:solidFill>
              </a:rPr>
              <a:t>Investor &amp; Startup Term Sheet</a:t>
            </a:r>
          </a:p>
        </p:txBody>
      </p:sp>
      <p:cxnSp>
        <p:nvCxnSpPr>
          <p:cNvPr id="57" name="Straight Connector 56">
            <a:extLst>
              <a:ext uri="{FF2B5EF4-FFF2-40B4-BE49-F238E27FC236}">
                <a16:creationId xmlns:a16="http://schemas.microsoft.com/office/drawing/2014/main" id="{872076B2-9DD3-4FD7-94CF-5BD31D235C15}"/>
              </a:ext>
            </a:extLst>
          </p:cNvPr>
          <p:cNvCxnSpPr>
            <a:cxnSpLocks/>
          </p:cNvCxnSpPr>
          <p:nvPr/>
        </p:nvCxnSpPr>
        <p:spPr>
          <a:xfrm>
            <a:off x="9533323" y="2826896"/>
            <a:ext cx="0" cy="23400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pic>
        <p:nvPicPr>
          <p:cNvPr id="4" name="Graphic 3" descr="Lightbulb outline">
            <a:extLst>
              <a:ext uri="{FF2B5EF4-FFF2-40B4-BE49-F238E27FC236}">
                <a16:creationId xmlns:a16="http://schemas.microsoft.com/office/drawing/2014/main" id="{1AEA896A-A6A5-6CD5-8AE5-54AD22847CE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12054" y="1548218"/>
            <a:ext cx="438710" cy="438710"/>
          </a:xfrm>
          <a:prstGeom prst="rect">
            <a:avLst/>
          </a:prstGeom>
        </p:spPr>
      </p:pic>
      <p:pic>
        <p:nvPicPr>
          <p:cNvPr id="18" name="Graphic 17" descr="Money outline">
            <a:extLst>
              <a:ext uri="{FF2B5EF4-FFF2-40B4-BE49-F238E27FC236}">
                <a16:creationId xmlns:a16="http://schemas.microsoft.com/office/drawing/2014/main" id="{F2C93D66-0331-5453-B363-93B2EAC0CCF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333273" y="1562620"/>
            <a:ext cx="492585" cy="492585"/>
          </a:xfrm>
          <a:prstGeom prst="rect">
            <a:avLst/>
          </a:prstGeom>
        </p:spPr>
      </p:pic>
      <p:pic>
        <p:nvPicPr>
          <p:cNvPr id="19" name="Graphic 18" descr="Blueprint outline">
            <a:extLst>
              <a:ext uri="{FF2B5EF4-FFF2-40B4-BE49-F238E27FC236}">
                <a16:creationId xmlns:a16="http://schemas.microsoft.com/office/drawing/2014/main" id="{23196DEB-1991-1534-6328-8AB8A2E8E28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122821" y="1572143"/>
            <a:ext cx="432065" cy="432065"/>
          </a:xfrm>
          <a:prstGeom prst="rect">
            <a:avLst/>
          </a:prstGeom>
        </p:spPr>
      </p:pic>
      <p:pic>
        <p:nvPicPr>
          <p:cNvPr id="20" name="Graphic 19" descr="Clipboard Partially Checked outline">
            <a:extLst>
              <a:ext uri="{FF2B5EF4-FFF2-40B4-BE49-F238E27FC236}">
                <a16:creationId xmlns:a16="http://schemas.microsoft.com/office/drawing/2014/main" id="{E2FA958A-CF9A-E89D-65C2-EA6D2197DC2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585936" y="1562619"/>
            <a:ext cx="473281" cy="473281"/>
          </a:xfrm>
          <a:prstGeom prst="rect">
            <a:avLst/>
          </a:prstGeom>
        </p:spPr>
      </p:pic>
      <p:pic>
        <p:nvPicPr>
          <p:cNvPr id="21" name="Graphic 20" descr="Research outline">
            <a:extLst>
              <a:ext uri="{FF2B5EF4-FFF2-40B4-BE49-F238E27FC236}">
                <a16:creationId xmlns:a16="http://schemas.microsoft.com/office/drawing/2014/main" id="{145005D0-7FDE-C207-C6FF-8A5FF697DD87}"/>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838731" y="1562619"/>
            <a:ext cx="432064" cy="432064"/>
          </a:xfrm>
          <a:prstGeom prst="rect">
            <a:avLst/>
          </a:prstGeom>
        </p:spPr>
      </p:pic>
      <p:pic>
        <p:nvPicPr>
          <p:cNvPr id="23" name="Graphic 22" descr="List outline">
            <a:extLst>
              <a:ext uri="{FF2B5EF4-FFF2-40B4-BE49-F238E27FC236}">
                <a16:creationId xmlns:a16="http://schemas.microsoft.com/office/drawing/2014/main" id="{50796034-D117-469E-04A2-A5799073D08A}"/>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684566" y="1562619"/>
            <a:ext cx="473281" cy="473281"/>
          </a:xfrm>
          <a:prstGeom prst="rect">
            <a:avLst/>
          </a:prstGeom>
        </p:spPr>
      </p:pic>
      <p:sp>
        <p:nvSpPr>
          <p:cNvPr id="6" name="Arrow: Pentagon 5">
            <a:extLst>
              <a:ext uri="{FF2B5EF4-FFF2-40B4-BE49-F238E27FC236}">
                <a16:creationId xmlns:a16="http://schemas.microsoft.com/office/drawing/2014/main" id="{85B57FB9-3630-46C9-6599-001269153EA3}"/>
              </a:ext>
            </a:extLst>
          </p:cNvPr>
          <p:cNvSpPr/>
          <p:nvPr/>
        </p:nvSpPr>
        <p:spPr>
          <a:xfrm>
            <a:off x="614936" y="2052032"/>
            <a:ext cx="1962000" cy="720000"/>
          </a:xfrm>
          <a:prstGeom prst="homePlate">
            <a:avLst>
              <a:gd name="adj" fmla="val 30224"/>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Generate business ideas &amp; select the most promising one</a:t>
            </a:r>
          </a:p>
        </p:txBody>
      </p:sp>
      <p:sp>
        <p:nvSpPr>
          <p:cNvPr id="8" name="Oval 7">
            <a:extLst>
              <a:ext uri="{FF2B5EF4-FFF2-40B4-BE49-F238E27FC236}">
                <a16:creationId xmlns:a16="http://schemas.microsoft.com/office/drawing/2014/main" id="{3A8ED93C-ED0B-C3F7-E8AB-CADE061F598C}"/>
              </a:ext>
            </a:extLst>
          </p:cNvPr>
          <p:cNvSpPr/>
          <p:nvPr/>
        </p:nvSpPr>
        <p:spPr>
          <a:xfrm>
            <a:off x="564663" y="1857607"/>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9" name="Oval 8">
            <a:extLst>
              <a:ext uri="{FF2B5EF4-FFF2-40B4-BE49-F238E27FC236}">
                <a16:creationId xmlns:a16="http://schemas.microsoft.com/office/drawing/2014/main" id="{ECEB5FEC-578A-CDD9-76AE-209DA22C93A3}"/>
              </a:ext>
            </a:extLst>
          </p:cNvPr>
          <p:cNvSpPr/>
          <p:nvPr/>
        </p:nvSpPr>
        <p:spPr>
          <a:xfrm>
            <a:off x="2395018" y="1857607"/>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10" name="Oval 9">
            <a:extLst>
              <a:ext uri="{FF2B5EF4-FFF2-40B4-BE49-F238E27FC236}">
                <a16:creationId xmlns:a16="http://schemas.microsoft.com/office/drawing/2014/main" id="{BBC780DA-BE41-D335-0B03-CDDEBF845DB0}"/>
              </a:ext>
            </a:extLst>
          </p:cNvPr>
          <p:cNvSpPr/>
          <p:nvPr/>
        </p:nvSpPr>
        <p:spPr>
          <a:xfrm>
            <a:off x="4222341" y="1857607"/>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11" name="Oval 10">
            <a:extLst>
              <a:ext uri="{FF2B5EF4-FFF2-40B4-BE49-F238E27FC236}">
                <a16:creationId xmlns:a16="http://schemas.microsoft.com/office/drawing/2014/main" id="{B945F6D6-51F8-7ABA-787A-5A73DD421374}"/>
              </a:ext>
            </a:extLst>
          </p:cNvPr>
          <p:cNvSpPr/>
          <p:nvPr/>
        </p:nvSpPr>
        <p:spPr>
          <a:xfrm>
            <a:off x="6026804" y="1857607"/>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sp>
        <p:nvSpPr>
          <p:cNvPr id="12" name="Oval 11">
            <a:extLst>
              <a:ext uri="{FF2B5EF4-FFF2-40B4-BE49-F238E27FC236}">
                <a16:creationId xmlns:a16="http://schemas.microsoft.com/office/drawing/2014/main" id="{996E8347-6D12-E797-FAB8-05A36ECCDB06}"/>
              </a:ext>
            </a:extLst>
          </p:cNvPr>
          <p:cNvSpPr/>
          <p:nvPr/>
        </p:nvSpPr>
        <p:spPr>
          <a:xfrm>
            <a:off x="7834299" y="1857607"/>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5</a:t>
            </a:r>
          </a:p>
        </p:txBody>
      </p:sp>
      <p:sp>
        <p:nvSpPr>
          <p:cNvPr id="14" name="Oval 13">
            <a:extLst>
              <a:ext uri="{FF2B5EF4-FFF2-40B4-BE49-F238E27FC236}">
                <a16:creationId xmlns:a16="http://schemas.microsoft.com/office/drawing/2014/main" id="{4C590AD5-17BE-2117-8791-2C7FF3A8F1A5}"/>
              </a:ext>
            </a:extLst>
          </p:cNvPr>
          <p:cNvSpPr/>
          <p:nvPr/>
        </p:nvSpPr>
        <p:spPr>
          <a:xfrm>
            <a:off x="9627332" y="1857607"/>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6</a:t>
            </a:r>
          </a:p>
        </p:txBody>
      </p:sp>
      <p:sp>
        <p:nvSpPr>
          <p:cNvPr id="3" name="Chevron 17">
            <a:extLst>
              <a:ext uri="{FF2B5EF4-FFF2-40B4-BE49-F238E27FC236}">
                <a16:creationId xmlns:a16="http://schemas.microsoft.com/office/drawing/2014/main" id="{543BB0B0-6340-FE2C-2F23-4436BB4A817B}"/>
              </a:ext>
            </a:extLst>
          </p:cNvPr>
          <p:cNvSpPr/>
          <p:nvPr/>
        </p:nvSpPr>
        <p:spPr bwMode="auto">
          <a:xfrm>
            <a:off x="852663" y="5301769"/>
            <a:ext cx="10734903" cy="559570"/>
          </a:xfrm>
          <a:prstGeom prst="chevron">
            <a:avLst>
              <a:gd name="adj" fmla="val 31818"/>
            </a:avLst>
          </a:prstGeom>
          <a:solidFill>
            <a:schemeClr val="tx1"/>
          </a:solidFill>
          <a:ln>
            <a:noFill/>
          </a:ln>
          <a:effectLst/>
        </p:spPr>
        <p:txBody>
          <a:bodyPr wrap="square" lIns="72000" tIns="45715" rIns="72000" bIns="45715" rtlCol="0" anchor="ctr">
            <a:noAutofit/>
          </a:bodyPr>
          <a:lstStyle/>
          <a:p>
            <a:pPr defTabSz="623853" fontAlgn="base">
              <a:spcBef>
                <a:spcPts val="600"/>
              </a:spcBef>
              <a:spcAft>
                <a:spcPts val="600"/>
              </a:spcAft>
              <a:buClr>
                <a:srgbClr val="000000"/>
              </a:buClr>
            </a:pPr>
            <a:r>
              <a:rPr lang="en-US" sz="1100" b="1" dirty="0">
                <a:solidFill>
                  <a:schemeClr val="bg1"/>
                </a:solidFill>
                <a:cs typeface="Times New Roman" pitchFamily="18" charset="0"/>
              </a:rPr>
              <a:t>Financial Analysis</a:t>
            </a:r>
          </a:p>
        </p:txBody>
      </p:sp>
      <p:sp>
        <p:nvSpPr>
          <p:cNvPr id="7" name="Chevron 17">
            <a:extLst>
              <a:ext uri="{FF2B5EF4-FFF2-40B4-BE49-F238E27FC236}">
                <a16:creationId xmlns:a16="http://schemas.microsoft.com/office/drawing/2014/main" id="{0EAD65E8-5D33-76DA-AA79-654A840626DB}"/>
              </a:ext>
            </a:extLst>
          </p:cNvPr>
          <p:cNvSpPr/>
          <p:nvPr/>
        </p:nvSpPr>
        <p:spPr bwMode="auto">
          <a:xfrm>
            <a:off x="852663" y="6005527"/>
            <a:ext cx="10734903" cy="537341"/>
          </a:xfrm>
          <a:prstGeom prst="chevron">
            <a:avLst>
              <a:gd name="adj" fmla="val 31818"/>
            </a:avLst>
          </a:prstGeom>
          <a:solidFill>
            <a:schemeClr val="tx1"/>
          </a:solidFill>
          <a:ln>
            <a:noFill/>
          </a:ln>
          <a:effectLst/>
        </p:spPr>
        <p:txBody>
          <a:bodyPr wrap="square" lIns="72000" tIns="45715" rIns="72000" bIns="45715" rtlCol="0" anchor="ctr">
            <a:noAutofit/>
          </a:bodyPr>
          <a:lstStyle/>
          <a:p>
            <a:pPr defTabSz="623853" fontAlgn="base">
              <a:spcBef>
                <a:spcPts val="600"/>
              </a:spcBef>
              <a:spcAft>
                <a:spcPts val="600"/>
              </a:spcAft>
              <a:buClr>
                <a:srgbClr val="000000"/>
              </a:buClr>
            </a:pPr>
            <a:r>
              <a:rPr lang="en-US" sz="1100" b="1" dirty="0">
                <a:solidFill>
                  <a:schemeClr val="bg1"/>
                </a:solidFill>
                <a:cs typeface="Times New Roman" pitchFamily="18" charset="0"/>
              </a:rPr>
              <a:t>Stakeholder Engagement</a:t>
            </a:r>
          </a:p>
        </p:txBody>
      </p:sp>
      <p:sp>
        <p:nvSpPr>
          <p:cNvPr id="15" name="Oval 14">
            <a:extLst>
              <a:ext uri="{FF2B5EF4-FFF2-40B4-BE49-F238E27FC236}">
                <a16:creationId xmlns:a16="http://schemas.microsoft.com/office/drawing/2014/main" id="{C7BE35CF-0007-311D-22F9-D5E1DF683699}"/>
              </a:ext>
            </a:extLst>
          </p:cNvPr>
          <p:cNvSpPr/>
          <p:nvPr/>
        </p:nvSpPr>
        <p:spPr>
          <a:xfrm>
            <a:off x="604434" y="5423314"/>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7</a:t>
            </a:r>
          </a:p>
        </p:txBody>
      </p:sp>
      <p:sp>
        <p:nvSpPr>
          <p:cNvPr id="22" name="Rectangle: Rounded Corners 21">
            <a:extLst>
              <a:ext uri="{FF2B5EF4-FFF2-40B4-BE49-F238E27FC236}">
                <a16:creationId xmlns:a16="http://schemas.microsoft.com/office/drawing/2014/main" id="{C6E788BA-92B8-FE02-9D9A-BAD2B958F189}"/>
              </a:ext>
            </a:extLst>
          </p:cNvPr>
          <p:cNvSpPr/>
          <p:nvPr/>
        </p:nvSpPr>
        <p:spPr>
          <a:xfrm>
            <a:off x="2420164" y="5367340"/>
            <a:ext cx="1368000" cy="41148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lvl="1" algn="ctr">
              <a:spcBef>
                <a:spcPts val="200"/>
              </a:spcBef>
              <a:spcAft>
                <a:spcPts val="200"/>
              </a:spcAft>
              <a:defRPr/>
            </a:pPr>
            <a:r>
              <a:rPr lang="en-US" sz="1100" dirty="0">
                <a:solidFill>
                  <a:srgbClr val="002776"/>
                </a:solidFill>
              </a:rPr>
              <a:t>Income statement</a:t>
            </a:r>
          </a:p>
        </p:txBody>
      </p:sp>
      <p:sp>
        <p:nvSpPr>
          <p:cNvPr id="30" name="Oval 29">
            <a:extLst>
              <a:ext uri="{FF2B5EF4-FFF2-40B4-BE49-F238E27FC236}">
                <a16:creationId xmlns:a16="http://schemas.microsoft.com/office/drawing/2014/main" id="{A9086EA0-F366-9544-506C-2153408B0D30}"/>
              </a:ext>
            </a:extLst>
          </p:cNvPr>
          <p:cNvSpPr/>
          <p:nvPr/>
        </p:nvSpPr>
        <p:spPr>
          <a:xfrm>
            <a:off x="604434" y="6098886"/>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8</a:t>
            </a:r>
          </a:p>
        </p:txBody>
      </p:sp>
      <p:sp>
        <p:nvSpPr>
          <p:cNvPr id="31" name="Rectangle: Rounded Corners 30">
            <a:extLst>
              <a:ext uri="{FF2B5EF4-FFF2-40B4-BE49-F238E27FC236}">
                <a16:creationId xmlns:a16="http://schemas.microsoft.com/office/drawing/2014/main" id="{043AA488-0C79-4EFC-5401-5C9E9CED3D62}"/>
              </a:ext>
            </a:extLst>
          </p:cNvPr>
          <p:cNvSpPr/>
          <p:nvPr/>
        </p:nvSpPr>
        <p:spPr>
          <a:xfrm>
            <a:off x="3923746" y="5367340"/>
            <a:ext cx="1368000" cy="41148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lvl="1" algn="ctr">
              <a:spcBef>
                <a:spcPts val="200"/>
              </a:spcBef>
              <a:spcAft>
                <a:spcPts val="200"/>
              </a:spcAft>
              <a:defRPr/>
            </a:pPr>
            <a:r>
              <a:rPr lang="en-US" sz="1100" dirty="0">
                <a:solidFill>
                  <a:srgbClr val="002776"/>
                </a:solidFill>
              </a:rPr>
              <a:t>Balance sheet</a:t>
            </a:r>
          </a:p>
        </p:txBody>
      </p:sp>
      <p:sp>
        <p:nvSpPr>
          <p:cNvPr id="32" name="Rectangle: Rounded Corners 31">
            <a:extLst>
              <a:ext uri="{FF2B5EF4-FFF2-40B4-BE49-F238E27FC236}">
                <a16:creationId xmlns:a16="http://schemas.microsoft.com/office/drawing/2014/main" id="{198E65F2-806A-1619-C1C9-40144D1BDE2B}"/>
              </a:ext>
            </a:extLst>
          </p:cNvPr>
          <p:cNvSpPr/>
          <p:nvPr/>
        </p:nvSpPr>
        <p:spPr>
          <a:xfrm>
            <a:off x="5427328" y="5367340"/>
            <a:ext cx="1368000" cy="41148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lvl="1" algn="ctr">
              <a:spcBef>
                <a:spcPts val="200"/>
              </a:spcBef>
              <a:spcAft>
                <a:spcPts val="200"/>
              </a:spcAft>
              <a:defRPr/>
            </a:pPr>
            <a:r>
              <a:rPr lang="en-US" sz="1100" dirty="0">
                <a:solidFill>
                  <a:srgbClr val="002776"/>
                </a:solidFill>
              </a:rPr>
              <a:t>Cash flow statement</a:t>
            </a:r>
          </a:p>
        </p:txBody>
      </p:sp>
      <p:sp>
        <p:nvSpPr>
          <p:cNvPr id="33" name="Rectangle: Rounded Corners 32">
            <a:extLst>
              <a:ext uri="{FF2B5EF4-FFF2-40B4-BE49-F238E27FC236}">
                <a16:creationId xmlns:a16="http://schemas.microsoft.com/office/drawing/2014/main" id="{4200DE71-1CFE-6B6F-D86D-0DEF946D074E}"/>
              </a:ext>
            </a:extLst>
          </p:cNvPr>
          <p:cNvSpPr/>
          <p:nvPr/>
        </p:nvSpPr>
        <p:spPr>
          <a:xfrm>
            <a:off x="6930910" y="5367340"/>
            <a:ext cx="1368000" cy="41148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lvl="1" algn="ctr">
              <a:spcBef>
                <a:spcPts val="200"/>
              </a:spcBef>
              <a:spcAft>
                <a:spcPts val="200"/>
              </a:spcAft>
              <a:defRPr/>
            </a:pPr>
            <a:r>
              <a:rPr lang="en-US" sz="1100" dirty="0">
                <a:solidFill>
                  <a:srgbClr val="002776"/>
                </a:solidFill>
              </a:rPr>
              <a:t>Three statements model</a:t>
            </a:r>
          </a:p>
        </p:txBody>
      </p:sp>
      <p:sp>
        <p:nvSpPr>
          <p:cNvPr id="34" name="Rectangle: Rounded Corners 33">
            <a:extLst>
              <a:ext uri="{FF2B5EF4-FFF2-40B4-BE49-F238E27FC236}">
                <a16:creationId xmlns:a16="http://schemas.microsoft.com/office/drawing/2014/main" id="{814120D9-32EC-4718-0801-E08A75F0534C}"/>
              </a:ext>
            </a:extLst>
          </p:cNvPr>
          <p:cNvSpPr/>
          <p:nvPr/>
        </p:nvSpPr>
        <p:spPr>
          <a:xfrm>
            <a:off x="8434492" y="5367340"/>
            <a:ext cx="1368000" cy="41148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lvl="1" algn="ctr">
              <a:spcBef>
                <a:spcPts val="200"/>
              </a:spcBef>
              <a:spcAft>
                <a:spcPts val="200"/>
              </a:spcAft>
              <a:defRPr/>
            </a:pPr>
            <a:r>
              <a:rPr lang="en-US" sz="1100" dirty="0">
                <a:solidFill>
                  <a:srgbClr val="002776"/>
                </a:solidFill>
              </a:rPr>
              <a:t>Sales and costs analysis</a:t>
            </a:r>
          </a:p>
        </p:txBody>
      </p:sp>
      <p:sp>
        <p:nvSpPr>
          <p:cNvPr id="35" name="Rectangle: Rounded Corners 34">
            <a:extLst>
              <a:ext uri="{FF2B5EF4-FFF2-40B4-BE49-F238E27FC236}">
                <a16:creationId xmlns:a16="http://schemas.microsoft.com/office/drawing/2014/main" id="{28A1B29E-89C3-E266-C591-41AB742724D7}"/>
              </a:ext>
            </a:extLst>
          </p:cNvPr>
          <p:cNvSpPr/>
          <p:nvPr/>
        </p:nvSpPr>
        <p:spPr>
          <a:xfrm>
            <a:off x="9938074" y="5367340"/>
            <a:ext cx="1368000" cy="41148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lvl="1" algn="ctr">
              <a:spcBef>
                <a:spcPts val="200"/>
              </a:spcBef>
              <a:spcAft>
                <a:spcPts val="200"/>
              </a:spcAft>
              <a:defRPr/>
            </a:pPr>
            <a:r>
              <a:rPr lang="en-US" sz="1100" dirty="0">
                <a:solidFill>
                  <a:srgbClr val="002776"/>
                </a:solidFill>
              </a:rPr>
              <a:t>Financial ratios</a:t>
            </a:r>
          </a:p>
        </p:txBody>
      </p:sp>
      <p:sp>
        <p:nvSpPr>
          <p:cNvPr id="39" name="Rectangle: Rounded Corners 38">
            <a:extLst>
              <a:ext uri="{FF2B5EF4-FFF2-40B4-BE49-F238E27FC236}">
                <a16:creationId xmlns:a16="http://schemas.microsoft.com/office/drawing/2014/main" id="{A055BBB5-0720-00B5-BF8F-9068593AF8D8}"/>
              </a:ext>
            </a:extLst>
          </p:cNvPr>
          <p:cNvSpPr/>
          <p:nvPr/>
        </p:nvSpPr>
        <p:spPr>
          <a:xfrm>
            <a:off x="2900224" y="6060449"/>
            <a:ext cx="1728000" cy="41148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lvl="1" algn="ctr">
              <a:spcBef>
                <a:spcPts val="200"/>
              </a:spcBef>
              <a:spcAft>
                <a:spcPts val="200"/>
              </a:spcAft>
              <a:defRPr/>
            </a:pPr>
            <a:r>
              <a:rPr lang="en-US" sz="1100" dirty="0">
                <a:solidFill>
                  <a:srgbClr val="002776"/>
                </a:solidFill>
              </a:rPr>
              <a:t>Stakeholder analysis</a:t>
            </a:r>
          </a:p>
        </p:txBody>
      </p:sp>
      <p:sp>
        <p:nvSpPr>
          <p:cNvPr id="40" name="Rectangle: Rounded Corners 39">
            <a:extLst>
              <a:ext uri="{FF2B5EF4-FFF2-40B4-BE49-F238E27FC236}">
                <a16:creationId xmlns:a16="http://schemas.microsoft.com/office/drawing/2014/main" id="{2E26623D-DBC8-55B3-88D7-6CCFDB58AB17}"/>
              </a:ext>
            </a:extLst>
          </p:cNvPr>
          <p:cNvSpPr/>
          <p:nvPr/>
        </p:nvSpPr>
        <p:spPr>
          <a:xfrm>
            <a:off x="4746706" y="6060449"/>
            <a:ext cx="1728000" cy="41148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lvl="1" algn="ctr">
              <a:spcBef>
                <a:spcPts val="200"/>
              </a:spcBef>
              <a:spcAft>
                <a:spcPts val="200"/>
              </a:spcAft>
              <a:defRPr/>
            </a:pPr>
            <a:r>
              <a:rPr lang="en-US" sz="1100" dirty="0">
                <a:solidFill>
                  <a:srgbClr val="002776"/>
                </a:solidFill>
              </a:rPr>
              <a:t>Stakeholder engagement strategy</a:t>
            </a:r>
          </a:p>
        </p:txBody>
      </p:sp>
      <p:sp>
        <p:nvSpPr>
          <p:cNvPr id="41" name="Rectangle: Rounded Corners 40">
            <a:extLst>
              <a:ext uri="{FF2B5EF4-FFF2-40B4-BE49-F238E27FC236}">
                <a16:creationId xmlns:a16="http://schemas.microsoft.com/office/drawing/2014/main" id="{5CDF6A94-2BB9-E301-3A22-71C7EB8429DC}"/>
              </a:ext>
            </a:extLst>
          </p:cNvPr>
          <p:cNvSpPr/>
          <p:nvPr/>
        </p:nvSpPr>
        <p:spPr>
          <a:xfrm>
            <a:off x="6593188" y="6060449"/>
            <a:ext cx="1728000" cy="41148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lvl="1" algn="ctr">
              <a:spcBef>
                <a:spcPts val="200"/>
              </a:spcBef>
              <a:spcAft>
                <a:spcPts val="200"/>
              </a:spcAft>
              <a:defRPr/>
            </a:pPr>
            <a:r>
              <a:rPr lang="en-US" sz="1100" dirty="0">
                <a:solidFill>
                  <a:srgbClr val="002776"/>
                </a:solidFill>
              </a:rPr>
              <a:t>Stakeholder engagement detailed plan</a:t>
            </a:r>
          </a:p>
        </p:txBody>
      </p:sp>
      <p:sp>
        <p:nvSpPr>
          <p:cNvPr id="2" name="Footer Placeholder 1">
            <a:extLst>
              <a:ext uri="{FF2B5EF4-FFF2-40B4-BE49-F238E27FC236}">
                <a16:creationId xmlns:a16="http://schemas.microsoft.com/office/drawing/2014/main" id="{95EB9915-FAF1-255D-57E0-BCD10EC72A17}"/>
              </a:ext>
            </a:extLst>
          </p:cNvPr>
          <p:cNvSpPr>
            <a:spLocks noGrp="1"/>
          </p:cNvSpPr>
          <p:nvPr>
            <p:ph type="ftr" sz="quarter" idx="3"/>
          </p:nvPr>
        </p:nvSpPr>
        <p:spPr/>
        <p:txBody>
          <a:bodyPr/>
          <a:lstStyle/>
          <a:p>
            <a:r>
              <a:rPr lang="en-US"/>
              <a:t>Domont Consulting</a:t>
            </a:r>
            <a:endParaRPr lang="en-US" dirty="0"/>
          </a:p>
        </p:txBody>
      </p:sp>
      <p:sp>
        <p:nvSpPr>
          <p:cNvPr id="17" name="Slide Number Placeholder 16">
            <a:extLst>
              <a:ext uri="{FF2B5EF4-FFF2-40B4-BE49-F238E27FC236}">
                <a16:creationId xmlns:a16="http://schemas.microsoft.com/office/drawing/2014/main" id="{2A5D74C6-60EA-96C7-CE97-95044570B498}"/>
              </a:ext>
            </a:extLst>
          </p:cNvPr>
          <p:cNvSpPr>
            <a:spLocks noGrp="1"/>
          </p:cNvSpPr>
          <p:nvPr>
            <p:ph type="sldNum" sz="quarter" idx="4"/>
          </p:nvPr>
        </p:nvSpPr>
        <p:spPr/>
        <p:txBody>
          <a:bodyPr/>
          <a:lstStyle/>
          <a:p>
            <a:fld id="{37F5C94B-8C55-478B-B509-BAE6A06B2E2A}" type="slidenum">
              <a:rPr lang="en-US" smtClean="0"/>
              <a:pPr/>
              <a:t>9</a:t>
            </a:fld>
            <a:endParaRPr lang="en-US" dirty="0"/>
          </a:p>
        </p:txBody>
      </p:sp>
    </p:spTree>
    <p:extLst>
      <p:ext uri="{BB962C8B-B14F-4D97-AF65-F5344CB8AC3E}">
        <p14:creationId xmlns:p14="http://schemas.microsoft.com/office/powerpoint/2010/main" val="1590067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3848958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Our approach is iterative, with past phases that will have to be updated based on data and insights collected during future phases</a:t>
            </a:r>
            <a:endParaRPr lang="en-US" sz="2400" b="0" kern="0" dirty="0"/>
          </a:p>
        </p:txBody>
      </p:sp>
      <p:cxnSp>
        <p:nvCxnSpPr>
          <p:cNvPr id="2" name="Straight Arrow Connector 1">
            <a:extLst>
              <a:ext uri="{FF2B5EF4-FFF2-40B4-BE49-F238E27FC236}">
                <a16:creationId xmlns:a16="http://schemas.microsoft.com/office/drawing/2014/main" id="{CE775C2A-709B-99ED-7572-8865D80F91BB}"/>
              </a:ext>
            </a:extLst>
          </p:cNvPr>
          <p:cNvCxnSpPr>
            <a:stCxn id="36" idx="6"/>
          </p:cNvCxnSpPr>
          <p:nvPr/>
        </p:nvCxnSpPr>
        <p:spPr>
          <a:xfrm>
            <a:off x="1502121" y="2228470"/>
            <a:ext cx="9871979" cy="1561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E4BC367-27EC-685F-B182-21A02BD55AE9}"/>
              </a:ext>
            </a:extLst>
          </p:cNvPr>
          <p:cNvSpPr txBox="1"/>
          <p:nvPr/>
        </p:nvSpPr>
        <p:spPr>
          <a:xfrm>
            <a:off x="2381404" y="2450310"/>
            <a:ext cx="1765388" cy="707886"/>
          </a:xfrm>
          <a:prstGeom prst="rect">
            <a:avLst/>
          </a:prstGeom>
          <a:noFill/>
        </p:spPr>
        <p:txBody>
          <a:bodyPr wrap="square" rtlCol="0">
            <a:spAutoFit/>
          </a:bodyPr>
          <a:lstStyle/>
          <a:p>
            <a:pPr algn="ctr"/>
            <a:r>
              <a:rPr lang="en-US" sz="1000" b="1" dirty="0"/>
              <a:t>Create your business model and identify critical assumptions</a:t>
            </a:r>
          </a:p>
          <a:p>
            <a:pPr algn="ctr"/>
            <a:endParaRPr lang="en-US" sz="1000" b="1" dirty="0"/>
          </a:p>
        </p:txBody>
      </p:sp>
      <p:sp>
        <p:nvSpPr>
          <p:cNvPr id="24" name="Oval 23">
            <a:extLst>
              <a:ext uri="{FF2B5EF4-FFF2-40B4-BE49-F238E27FC236}">
                <a16:creationId xmlns:a16="http://schemas.microsoft.com/office/drawing/2014/main" id="{886ED083-2856-EC63-2C45-7DAFA5F7AEB6}"/>
              </a:ext>
            </a:extLst>
          </p:cNvPr>
          <p:cNvSpPr/>
          <p:nvPr/>
        </p:nvSpPr>
        <p:spPr>
          <a:xfrm>
            <a:off x="3101524" y="2094613"/>
            <a:ext cx="267715" cy="26771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2</a:t>
            </a:r>
          </a:p>
        </p:txBody>
      </p:sp>
      <p:pic>
        <p:nvPicPr>
          <p:cNvPr id="25" name="Graphic 24" descr="Lightbulb with solid fill">
            <a:extLst>
              <a:ext uri="{FF2B5EF4-FFF2-40B4-BE49-F238E27FC236}">
                <a16:creationId xmlns:a16="http://schemas.microsoft.com/office/drawing/2014/main" id="{7D90734F-C523-87E3-4704-616A8862B02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58531" y="3078286"/>
            <a:ext cx="278294" cy="278294"/>
          </a:xfrm>
          <a:prstGeom prst="rect">
            <a:avLst/>
          </a:prstGeom>
        </p:spPr>
      </p:pic>
      <p:pic>
        <p:nvPicPr>
          <p:cNvPr id="26" name="Graphic 25" descr="Lightbulb with solid fill">
            <a:extLst>
              <a:ext uri="{FF2B5EF4-FFF2-40B4-BE49-F238E27FC236}">
                <a16:creationId xmlns:a16="http://schemas.microsoft.com/office/drawing/2014/main" id="{DEB540D9-6AEF-2C7A-01C8-6332AF608CD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98119" y="3078286"/>
            <a:ext cx="278294" cy="278294"/>
          </a:xfrm>
          <a:prstGeom prst="rect">
            <a:avLst/>
          </a:prstGeom>
        </p:spPr>
      </p:pic>
      <p:pic>
        <p:nvPicPr>
          <p:cNvPr id="27" name="Graphic 26" descr="Lightbulb with solid fill">
            <a:extLst>
              <a:ext uri="{FF2B5EF4-FFF2-40B4-BE49-F238E27FC236}">
                <a16:creationId xmlns:a16="http://schemas.microsoft.com/office/drawing/2014/main" id="{9A1D1205-27D6-AE22-1556-3A62A120BCF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58531" y="3443834"/>
            <a:ext cx="278294" cy="278294"/>
          </a:xfrm>
          <a:prstGeom prst="rect">
            <a:avLst/>
          </a:prstGeom>
        </p:spPr>
      </p:pic>
      <p:pic>
        <p:nvPicPr>
          <p:cNvPr id="28" name="Graphic 27" descr="Lightbulb with solid fill">
            <a:extLst>
              <a:ext uri="{FF2B5EF4-FFF2-40B4-BE49-F238E27FC236}">
                <a16:creationId xmlns:a16="http://schemas.microsoft.com/office/drawing/2014/main" id="{E7F6D342-4A13-F45D-2B21-C122E6846BF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98119" y="3443834"/>
            <a:ext cx="278294" cy="278294"/>
          </a:xfrm>
          <a:prstGeom prst="rect">
            <a:avLst/>
          </a:prstGeom>
        </p:spPr>
      </p:pic>
      <p:sp>
        <p:nvSpPr>
          <p:cNvPr id="29" name="TextBox 28">
            <a:extLst>
              <a:ext uri="{FF2B5EF4-FFF2-40B4-BE49-F238E27FC236}">
                <a16:creationId xmlns:a16="http://schemas.microsoft.com/office/drawing/2014/main" id="{F01F2226-46EF-BBE2-1FAF-CD949B6888C2}"/>
              </a:ext>
            </a:extLst>
          </p:cNvPr>
          <p:cNvSpPr txBox="1"/>
          <p:nvPr/>
        </p:nvSpPr>
        <p:spPr>
          <a:xfrm>
            <a:off x="574387" y="2450310"/>
            <a:ext cx="1702806" cy="514977"/>
          </a:xfrm>
          <a:prstGeom prst="rect">
            <a:avLst/>
          </a:prstGeom>
          <a:noFill/>
        </p:spPr>
        <p:txBody>
          <a:bodyPr wrap="square" rtlCol="0">
            <a:spAutoFit/>
          </a:bodyPr>
          <a:lstStyle/>
          <a:p>
            <a:pPr algn="ctr"/>
            <a:r>
              <a:rPr lang="en-US" sz="1000" b="1" dirty="0"/>
              <a:t>Generate business ideas and select the most promising one</a:t>
            </a:r>
          </a:p>
        </p:txBody>
      </p:sp>
      <p:sp>
        <p:nvSpPr>
          <p:cNvPr id="36" name="Oval 35">
            <a:extLst>
              <a:ext uri="{FF2B5EF4-FFF2-40B4-BE49-F238E27FC236}">
                <a16:creationId xmlns:a16="http://schemas.microsoft.com/office/drawing/2014/main" id="{08EC9CAB-6BD8-ACF6-7A9D-6A6314E4887F}"/>
              </a:ext>
            </a:extLst>
          </p:cNvPr>
          <p:cNvSpPr/>
          <p:nvPr/>
        </p:nvSpPr>
        <p:spPr>
          <a:xfrm>
            <a:off x="1234406" y="2094613"/>
            <a:ext cx="267715" cy="26771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1</a:t>
            </a:r>
          </a:p>
        </p:txBody>
      </p:sp>
      <p:grpSp>
        <p:nvGrpSpPr>
          <p:cNvPr id="37" name="Group 36">
            <a:extLst>
              <a:ext uri="{FF2B5EF4-FFF2-40B4-BE49-F238E27FC236}">
                <a16:creationId xmlns:a16="http://schemas.microsoft.com/office/drawing/2014/main" id="{F0204F77-8FCB-EA8B-F1BF-C7E385899B6C}"/>
              </a:ext>
            </a:extLst>
          </p:cNvPr>
          <p:cNvGrpSpPr/>
          <p:nvPr/>
        </p:nvGrpSpPr>
        <p:grpSpPr>
          <a:xfrm>
            <a:off x="2461528" y="3114851"/>
            <a:ext cx="1567308" cy="786590"/>
            <a:chOff x="6252754" y="3802397"/>
            <a:chExt cx="5703752" cy="2862563"/>
          </a:xfrm>
        </p:grpSpPr>
        <p:sp>
          <p:nvSpPr>
            <p:cNvPr id="38" name="Rectangle 37">
              <a:extLst>
                <a:ext uri="{FF2B5EF4-FFF2-40B4-BE49-F238E27FC236}">
                  <a16:creationId xmlns:a16="http://schemas.microsoft.com/office/drawing/2014/main" id="{09AC0281-2A27-1623-5F71-13B4A838509C}"/>
                </a:ext>
              </a:extLst>
            </p:cNvPr>
            <p:cNvSpPr/>
            <p:nvPr/>
          </p:nvSpPr>
          <p:spPr>
            <a:xfrm>
              <a:off x="6252754" y="3802397"/>
              <a:ext cx="1095126" cy="2096247"/>
            </a:xfrm>
            <a:prstGeom prst="rect">
              <a:avLst/>
            </a:prstGeom>
            <a:solidFill>
              <a:srgbClr val="DDE8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92075" marR="0" lvl="0" indent="-92075" fontAlgn="auto">
                <a:lnSpc>
                  <a:spcPct val="100000"/>
                </a:lnSpc>
                <a:spcBef>
                  <a:spcPts val="0"/>
                </a:spcBef>
                <a:spcAft>
                  <a:spcPts val="400"/>
                </a:spcAft>
                <a:buClrTx/>
                <a:buSzTx/>
                <a:buFont typeface="Arial" panose="020B0604020202020204" pitchFamily="34" charset="0"/>
                <a:buChar char="•"/>
                <a:tabLst/>
                <a:defRPr/>
              </a:pPr>
              <a:endParaRPr lang="en-US" sz="1050" dirty="0">
                <a:solidFill>
                  <a:schemeClr val="tx1"/>
                </a:solidFill>
                <a:latin typeface="Arial" panose="020B0604020202020204"/>
              </a:endParaRPr>
            </a:p>
          </p:txBody>
        </p:sp>
        <p:sp>
          <p:nvSpPr>
            <p:cNvPr id="58" name="Rectangle 57">
              <a:extLst>
                <a:ext uri="{FF2B5EF4-FFF2-40B4-BE49-F238E27FC236}">
                  <a16:creationId xmlns:a16="http://schemas.microsoft.com/office/drawing/2014/main" id="{55A290E3-7291-E3B3-AE51-7ADAEEF5FE3E}"/>
                </a:ext>
              </a:extLst>
            </p:cNvPr>
            <p:cNvSpPr/>
            <p:nvPr/>
          </p:nvSpPr>
          <p:spPr>
            <a:xfrm>
              <a:off x="8557067" y="3802397"/>
              <a:ext cx="1095126" cy="2096247"/>
            </a:xfrm>
            <a:prstGeom prst="rect">
              <a:avLst/>
            </a:prstGeom>
            <a:solidFill>
              <a:schemeClr val="accent5">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1200"/>
                </a:spcAft>
                <a:defRPr/>
              </a:pPr>
              <a:endParaRPr lang="en-US" sz="1050" dirty="0">
                <a:solidFill>
                  <a:schemeClr val="tx1"/>
                </a:solidFill>
                <a:latin typeface="Arial" panose="020B0604020202020204"/>
              </a:endParaRPr>
            </a:p>
          </p:txBody>
        </p:sp>
        <p:sp>
          <p:nvSpPr>
            <p:cNvPr id="59" name="Rectangle 58">
              <a:extLst>
                <a:ext uri="{FF2B5EF4-FFF2-40B4-BE49-F238E27FC236}">
                  <a16:creationId xmlns:a16="http://schemas.microsoft.com/office/drawing/2014/main" id="{A2DD819E-D14C-E83D-42B9-4F241B7646C1}"/>
                </a:ext>
              </a:extLst>
            </p:cNvPr>
            <p:cNvSpPr/>
            <p:nvPr/>
          </p:nvSpPr>
          <p:spPr>
            <a:xfrm>
              <a:off x="7404910" y="3802397"/>
              <a:ext cx="1095126" cy="1016046"/>
            </a:xfrm>
            <a:prstGeom prst="rect">
              <a:avLst/>
            </a:prstGeom>
            <a:solidFill>
              <a:srgbClr val="DDE8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1200"/>
                </a:spcAft>
                <a:defRPr/>
              </a:pPr>
              <a:endParaRPr lang="en-US" sz="1050" dirty="0">
                <a:solidFill>
                  <a:schemeClr val="tx1"/>
                </a:solidFill>
                <a:latin typeface="Arial" panose="020B0604020202020204"/>
              </a:endParaRPr>
            </a:p>
          </p:txBody>
        </p:sp>
        <p:sp>
          <p:nvSpPr>
            <p:cNvPr id="60" name="Rectangle 59">
              <a:extLst>
                <a:ext uri="{FF2B5EF4-FFF2-40B4-BE49-F238E27FC236}">
                  <a16:creationId xmlns:a16="http://schemas.microsoft.com/office/drawing/2014/main" id="{0C158EF0-92ED-E78B-538E-A642F9ED104D}"/>
                </a:ext>
              </a:extLst>
            </p:cNvPr>
            <p:cNvSpPr/>
            <p:nvPr/>
          </p:nvSpPr>
          <p:spPr>
            <a:xfrm>
              <a:off x="9709223" y="3802397"/>
              <a:ext cx="1095126" cy="1016046"/>
            </a:xfrm>
            <a:prstGeom prst="rect">
              <a:avLst/>
            </a:prstGeom>
            <a:solidFill>
              <a:schemeClr val="accent5">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1200"/>
                </a:spcAft>
                <a:defRPr/>
              </a:pPr>
              <a:endParaRPr lang="en-US" sz="1050" dirty="0">
                <a:solidFill>
                  <a:schemeClr val="tx1"/>
                </a:solidFill>
                <a:latin typeface="Arial" panose="020B0604020202020204"/>
              </a:endParaRPr>
            </a:p>
          </p:txBody>
        </p:sp>
        <p:sp>
          <p:nvSpPr>
            <p:cNvPr id="61" name="Rectangle 60">
              <a:extLst>
                <a:ext uri="{FF2B5EF4-FFF2-40B4-BE49-F238E27FC236}">
                  <a16:creationId xmlns:a16="http://schemas.microsoft.com/office/drawing/2014/main" id="{95FEA3F9-E0F4-5E1F-5C58-86054359BDED}"/>
                </a:ext>
              </a:extLst>
            </p:cNvPr>
            <p:cNvSpPr/>
            <p:nvPr/>
          </p:nvSpPr>
          <p:spPr>
            <a:xfrm>
              <a:off x="6252754" y="5967859"/>
              <a:ext cx="2820403" cy="697101"/>
            </a:xfrm>
            <a:prstGeom prst="rect">
              <a:avLst/>
            </a:prstGeom>
            <a:solidFill>
              <a:srgbClr val="E0F9D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defRPr/>
              </a:pPr>
              <a:endParaRPr lang="en-US" sz="1200" b="1" dirty="0">
                <a:solidFill>
                  <a:schemeClr val="tx1"/>
                </a:solidFill>
                <a:latin typeface="Arial" panose="020B0604020202020204"/>
              </a:endParaRPr>
            </a:p>
          </p:txBody>
        </p:sp>
        <p:sp>
          <p:nvSpPr>
            <p:cNvPr id="62" name="Rectangle 61">
              <a:extLst>
                <a:ext uri="{FF2B5EF4-FFF2-40B4-BE49-F238E27FC236}">
                  <a16:creationId xmlns:a16="http://schemas.microsoft.com/office/drawing/2014/main" id="{ED90AA98-B10E-E290-CC22-105BF7D93E82}"/>
                </a:ext>
              </a:extLst>
            </p:cNvPr>
            <p:cNvSpPr/>
            <p:nvPr/>
          </p:nvSpPr>
          <p:spPr>
            <a:xfrm>
              <a:off x="9136103" y="5967859"/>
              <a:ext cx="2820403" cy="697101"/>
            </a:xfrm>
            <a:prstGeom prst="rect">
              <a:avLst/>
            </a:prstGeom>
            <a:solidFill>
              <a:srgbClr val="E0F9D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defRPr/>
              </a:pPr>
              <a:endParaRPr lang="en-US" sz="1200" b="1" dirty="0">
                <a:solidFill>
                  <a:schemeClr val="tx1"/>
                </a:solidFill>
                <a:latin typeface="Arial" panose="020B0604020202020204"/>
              </a:endParaRPr>
            </a:p>
          </p:txBody>
        </p:sp>
        <p:sp>
          <p:nvSpPr>
            <p:cNvPr id="63" name="Rectangle 62">
              <a:extLst>
                <a:ext uri="{FF2B5EF4-FFF2-40B4-BE49-F238E27FC236}">
                  <a16:creationId xmlns:a16="http://schemas.microsoft.com/office/drawing/2014/main" id="{4A01257E-8E5B-F510-26EC-AFE61B69D561}"/>
                </a:ext>
              </a:extLst>
            </p:cNvPr>
            <p:cNvSpPr/>
            <p:nvPr/>
          </p:nvSpPr>
          <p:spPr>
            <a:xfrm>
              <a:off x="10861379" y="3802397"/>
              <a:ext cx="1095126" cy="2096247"/>
            </a:xfrm>
            <a:prstGeom prst="rect">
              <a:avLst/>
            </a:prstGeom>
            <a:solidFill>
              <a:schemeClr val="accent5">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1200"/>
                </a:spcAft>
                <a:defRPr/>
              </a:pPr>
              <a:endParaRPr lang="en-US" sz="1050" dirty="0">
                <a:solidFill>
                  <a:schemeClr val="tx1"/>
                </a:solidFill>
                <a:latin typeface="Arial" panose="020B0604020202020204"/>
              </a:endParaRPr>
            </a:p>
          </p:txBody>
        </p:sp>
        <p:sp>
          <p:nvSpPr>
            <p:cNvPr id="64" name="Rectangle 63">
              <a:extLst>
                <a:ext uri="{FF2B5EF4-FFF2-40B4-BE49-F238E27FC236}">
                  <a16:creationId xmlns:a16="http://schemas.microsoft.com/office/drawing/2014/main" id="{DBFD7315-2431-32D0-503F-FC77BB11020D}"/>
                </a:ext>
              </a:extLst>
            </p:cNvPr>
            <p:cNvSpPr/>
            <p:nvPr/>
          </p:nvSpPr>
          <p:spPr>
            <a:xfrm>
              <a:off x="7404910" y="4882598"/>
              <a:ext cx="1095126" cy="1016046"/>
            </a:xfrm>
            <a:prstGeom prst="rect">
              <a:avLst/>
            </a:prstGeom>
            <a:solidFill>
              <a:srgbClr val="DDE8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1200"/>
                </a:spcAft>
                <a:defRPr/>
              </a:pPr>
              <a:endParaRPr lang="en-US" sz="1050" dirty="0">
                <a:solidFill>
                  <a:schemeClr val="tx1"/>
                </a:solidFill>
                <a:latin typeface="Arial" panose="020B0604020202020204"/>
              </a:endParaRPr>
            </a:p>
          </p:txBody>
        </p:sp>
        <p:sp>
          <p:nvSpPr>
            <p:cNvPr id="65" name="Rectangle 64">
              <a:extLst>
                <a:ext uri="{FF2B5EF4-FFF2-40B4-BE49-F238E27FC236}">
                  <a16:creationId xmlns:a16="http://schemas.microsoft.com/office/drawing/2014/main" id="{C476DD81-19ED-BBE3-5C8A-E5CB4405B70C}"/>
                </a:ext>
              </a:extLst>
            </p:cNvPr>
            <p:cNvSpPr/>
            <p:nvPr/>
          </p:nvSpPr>
          <p:spPr>
            <a:xfrm>
              <a:off x="9709223" y="4882598"/>
              <a:ext cx="1095126" cy="1016046"/>
            </a:xfrm>
            <a:prstGeom prst="rect">
              <a:avLst/>
            </a:prstGeom>
            <a:solidFill>
              <a:schemeClr val="accent5">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defRPr/>
              </a:pPr>
              <a:endParaRPr lang="en-US" sz="1200" b="1" dirty="0">
                <a:solidFill>
                  <a:schemeClr val="tx1"/>
                </a:solidFill>
                <a:latin typeface="Arial" panose="020B0604020202020204"/>
              </a:endParaRPr>
            </a:p>
          </p:txBody>
        </p:sp>
      </p:grpSp>
      <p:sp>
        <p:nvSpPr>
          <p:cNvPr id="69" name="TextBox 68">
            <a:extLst>
              <a:ext uri="{FF2B5EF4-FFF2-40B4-BE49-F238E27FC236}">
                <a16:creationId xmlns:a16="http://schemas.microsoft.com/office/drawing/2014/main" id="{0AEA0158-6DE4-A1A2-7697-C5E31418EEA0}"/>
              </a:ext>
            </a:extLst>
          </p:cNvPr>
          <p:cNvSpPr txBox="1"/>
          <p:nvPr/>
        </p:nvSpPr>
        <p:spPr>
          <a:xfrm>
            <a:off x="8244821" y="2450310"/>
            <a:ext cx="1863430" cy="386232"/>
          </a:xfrm>
          <a:prstGeom prst="rect">
            <a:avLst/>
          </a:prstGeom>
          <a:noFill/>
        </p:spPr>
        <p:txBody>
          <a:bodyPr wrap="square" rtlCol="0">
            <a:spAutoFit/>
          </a:bodyPr>
          <a:lstStyle/>
          <a:p>
            <a:pPr algn="ctr"/>
            <a:r>
              <a:rPr lang="en-US" sz="1000" b="1" dirty="0"/>
              <a:t>Implement your business plan and gather more data</a:t>
            </a:r>
          </a:p>
        </p:txBody>
      </p:sp>
      <p:sp>
        <p:nvSpPr>
          <p:cNvPr id="70" name="Oval 69">
            <a:extLst>
              <a:ext uri="{FF2B5EF4-FFF2-40B4-BE49-F238E27FC236}">
                <a16:creationId xmlns:a16="http://schemas.microsoft.com/office/drawing/2014/main" id="{01557B89-2A8D-0B15-4E11-4850C4DDE686}"/>
              </a:ext>
            </a:extLst>
          </p:cNvPr>
          <p:cNvSpPr/>
          <p:nvPr/>
        </p:nvSpPr>
        <p:spPr>
          <a:xfrm>
            <a:off x="9011371" y="2094613"/>
            <a:ext cx="267715" cy="26771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5</a:t>
            </a:r>
          </a:p>
        </p:txBody>
      </p:sp>
      <p:pic>
        <p:nvPicPr>
          <p:cNvPr id="71" name="Picture 70">
            <a:extLst>
              <a:ext uri="{FF2B5EF4-FFF2-40B4-BE49-F238E27FC236}">
                <a16:creationId xmlns:a16="http://schemas.microsoft.com/office/drawing/2014/main" id="{85DB319B-8C44-B9DB-E76E-AE1DA4496D69}"/>
              </a:ext>
            </a:extLst>
          </p:cNvPr>
          <p:cNvPicPr>
            <a:picLocks noChangeAspect="1"/>
          </p:cNvPicPr>
          <p:nvPr/>
        </p:nvPicPr>
        <p:blipFill>
          <a:blip r:embed="rId10"/>
          <a:stretch>
            <a:fillRect/>
          </a:stretch>
        </p:blipFill>
        <p:spPr>
          <a:xfrm>
            <a:off x="6516255" y="3167537"/>
            <a:ext cx="1450962" cy="615876"/>
          </a:xfrm>
          <a:prstGeom prst="rect">
            <a:avLst/>
          </a:prstGeom>
        </p:spPr>
      </p:pic>
      <p:pic>
        <p:nvPicPr>
          <p:cNvPr id="72" name="Graphic 71" descr="Lightbulb with solid fill">
            <a:extLst>
              <a:ext uri="{FF2B5EF4-FFF2-40B4-BE49-F238E27FC236}">
                <a16:creationId xmlns:a16="http://schemas.microsoft.com/office/drawing/2014/main" id="{71D7461A-26BB-8AC9-C18C-699701578C7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42530" y="3078286"/>
            <a:ext cx="278294" cy="278294"/>
          </a:xfrm>
          <a:prstGeom prst="rect">
            <a:avLst/>
          </a:prstGeom>
        </p:spPr>
      </p:pic>
      <p:pic>
        <p:nvPicPr>
          <p:cNvPr id="73" name="Graphic 72" descr="Lightbulb with solid fill">
            <a:extLst>
              <a:ext uri="{FF2B5EF4-FFF2-40B4-BE49-F238E27FC236}">
                <a16:creationId xmlns:a16="http://schemas.microsoft.com/office/drawing/2014/main" id="{3A97449C-720F-088F-32F8-B9AA075F186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42530" y="3443834"/>
            <a:ext cx="278294" cy="278294"/>
          </a:xfrm>
          <a:prstGeom prst="rect">
            <a:avLst/>
          </a:prstGeom>
        </p:spPr>
      </p:pic>
      <p:pic>
        <p:nvPicPr>
          <p:cNvPr id="74" name="Graphic 73" descr="Lightbulb with solid fill">
            <a:extLst>
              <a:ext uri="{FF2B5EF4-FFF2-40B4-BE49-F238E27FC236}">
                <a16:creationId xmlns:a16="http://schemas.microsoft.com/office/drawing/2014/main" id="{F80A277C-3C3B-B81C-072C-AFD321865CE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58531" y="3820535"/>
            <a:ext cx="278294" cy="278294"/>
          </a:xfrm>
          <a:prstGeom prst="rect">
            <a:avLst/>
          </a:prstGeom>
        </p:spPr>
      </p:pic>
      <p:pic>
        <p:nvPicPr>
          <p:cNvPr id="75" name="Graphic 74" descr="Lightbulb with solid fill">
            <a:extLst>
              <a:ext uri="{FF2B5EF4-FFF2-40B4-BE49-F238E27FC236}">
                <a16:creationId xmlns:a16="http://schemas.microsoft.com/office/drawing/2014/main" id="{F42E59FD-D11D-E9DA-2D1E-2A7410FF664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98119" y="3820535"/>
            <a:ext cx="278294" cy="278294"/>
          </a:xfrm>
          <a:prstGeom prst="rect">
            <a:avLst/>
          </a:prstGeom>
        </p:spPr>
      </p:pic>
      <p:pic>
        <p:nvPicPr>
          <p:cNvPr id="76" name="Graphic 75" descr="Lightbulb with solid fill">
            <a:extLst>
              <a:ext uri="{FF2B5EF4-FFF2-40B4-BE49-F238E27FC236}">
                <a16:creationId xmlns:a16="http://schemas.microsoft.com/office/drawing/2014/main" id="{0BEA26FF-FF37-A086-FE52-64D6E677C7E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42530" y="3820535"/>
            <a:ext cx="278294" cy="278294"/>
          </a:xfrm>
          <a:prstGeom prst="rect">
            <a:avLst/>
          </a:prstGeom>
        </p:spPr>
      </p:pic>
      <p:sp>
        <p:nvSpPr>
          <p:cNvPr id="77" name="TextBox 76">
            <a:extLst>
              <a:ext uri="{FF2B5EF4-FFF2-40B4-BE49-F238E27FC236}">
                <a16:creationId xmlns:a16="http://schemas.microsoft.com/office/drawing/2014/main" id="{A568EA10-34DE-F873-D56B-B26D6E36E8EF}"/>
              </a:ext>
            </a:extLst>
          </p:cNvPr>
          <p:cNvSpPr txBox="1"/>
          <p:nvPr/>
        </p:nvSpPr>
        <p:spPr>
          <a:xfrm>
            <a:off x="4311477" y="2450310"/>
            <a:ext cx="1863430" cy="514977"/>
          </a:xfrm>
          <a:prstGeom prst="rect">
            <a:avLst/>
          </a:prstGeom>
          <a:noFill/>
        </p:spPr>
        <p:txBody>
          <a:bodyPr wrap="square" rtlCol="0">
            <a:spAutoFit/>
          </a:bodyPr>
          <a:lstStyle/>
          <a:p>
            <a:pPr algn="ctr"/>
            <a:r>
              <a:rPr lang="en-US" sz="1000" b="1" dirty="0"/>
              <a:t>Gather data to validate or invalidate your most critical assumptions</a:t>
            </a:r>
          </a:p>
        </p:txBody>
      </p:sp>
      <p:sp>
        <p:nvSpPr>
          <p:cNvPr id="78" name="Oval 77">
            <a:extLst>
              <a:ext uri="{FF2B5EF4-FFF2-40B4-BE49-F238E27FC236}">
                <a16:creationId xmlns:a16="http://schemas.microsoft.com/office/drawing/2014/main" id="{5B9FF6E0-61AC-5B05-F7D0-4B7C56A2270F}"/>
              </a:ext>
            </a:extLst>
          </p:cNvPr>
          <p:cNvSpPr/>
          <p:nvPr/>
        </p:nvSpPr>
        <p:spPr>
          <a:xfrm>
            <a:off x="5078027" y="2094613"/>
            <a:ext cx="267715" cy="26771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3</a:t>
            </a:r>
          </a:p>
        </p:txBody>
      </p:sp>
      <p:pic>
        <p:nvPicPr>
          <p:cNvPr id="79" name="Graphic 78" descr="Database outline">
            <a:extLst>
              <a:ext uri="{FF2B5EF4-FFF2-40B4-BE49-F238E27FC236}">
                <a16:creationId xmlns:a16="http://schemas.microsoft.com/office/drawing/2014/main" id="{E82DBB45-0F27-147C-9274-963EE8726D4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775265" y="3057951"/>
            <a:ext cx="849994" cy="849994"/>
          </a:xfrm>
          <a:prstGeom prst="rect">
            <a:avLst/>
          </a:prstGeom>
        </p:spPr>
      </p:pic>
      <p:sp>
        <p:nvSpPr>
          <p:cNvPr id="80" name="TextBox 79">
            <a:extLst>
              <a:ext uri="{FF2B5EF4-FFF2-40B4-BE49-F238E27FC236}">
                <a16:creationId xmlns:a16="http://schemas.microsoft.com/office/drawing/2014/main" id="{E85882FB-0307-E989-2E6B-1A5970A4A4E5}"/>
              </a:ext>
            </a:extLst>
          </p:cNvPr>
          <p:cNvSpPr txBox="1"/>
          <p:nvPr/>
        </p:nvSpPr>
        <p:spPr>
          <a:xfrm>
            <a:off x="6435903" y="2450310"/>
            <a:ext cx="1611665" cy="386232"/>
          </a:xfrm>
          <a:prstGeom prst="rect">
            <a:avLst/>
          </a:prstGeom>
          <a:noFill/>
        </p:spPr>
        <p:txBody>
          <a:bodyPr wrap="square" rtlCol="0">
            <a:spAutoFit/>
          </a:bodyPr>
          <a:lstStyle/>
          <a:p>
            <a:pPr algn="ctr"/>
            <a:r>
              <a:rPr lang="en-US" sz="1000" b="1" dirty="0"/>
              <a:t>Define your business plan</a:t>
            </a:r>
          </a:p>
        </p:txBody>
      </p:sp>
      <p:sp>
        <p:nvSpPr>
          <p:cNvPr id="81" name="Oval 80">
            <a:extLst>
              <a:ext uri="{FF2B5EF4-FFF2-40B4-BE49-F238E27FC236}">
                <a16:creationId xmlns:a16="http://schemas.microsoft.com/office/drawing/2014/main" id="{C09B06C7-ABED-CC4B-A396-7722A19ECEC3}"/>
              </a:ext>
            </a:extLst>
          </p:cNvPr>
          <p:cNvSpPr/>
          <p:nvPr/>
        </p:nvSpPr>
        <p:spPr>
          <a:xfrm>
            <a:off x="7090839" y="2094613"/>
            <a:ext cx="267715" cy="26771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4</a:t>
            </a:r>
          </a:p>
        </p:txBody>
      </p:sp>
      <p:pic>
        <p:nvPicPr>
          <p:cNvPr id="82" name="Graphic 81" descr="Checklist outline">
            <a:extLst>
              <a:ext uri="{FF2B5EF4-FFF2-40B4-BE49-F238E27FC236}">
                <a16:creationId xmlns:a16="http://schemas.microsoft.com/office/drawing/2014/main" id="{1FA737FB-72D8-632B-5AC0-88B1E5AAB04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748798" y="3021380"/>
            <a:ext cx="849994" cy="849994"/>
          </a:xfrm>
          <a:prstGeom prst="rect">
            <a:avLst/>
          </a:prstGeom>
        </p:spPr>
      </p:pic>
      <p:sp>
        <p:nvSpPr>
          <p:cNvPr id="83" name="Oval 82">
            <a:extLst>
              <a:ext uri="{FF2B5EF4-FFF2-40B4-BE49-F238E27FC236}">
                <a16:creationId xmlns:a16="http://schemas.microsoft.com/office/drawing/2014/main" id="{EAC97E6F-36A9-95B7-8C9E-2C808099B4B6}"/>
              </a:ext>
            </a:extLst>
          </p:cNvPr>
          <p:cNvSpPr/>
          <p:nvPr/>
        </p:nvSpPr>
        <p:spPr>
          <a:xfrm>
            <a:off x="10676533" y="2094613"/>
            <a:ext cx="267715" cy="26771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6</a:t>
            </a:r>
          </a:p>
        </p:txBody>
      </p:sp>
      <p:sp>
        <p:nvSpPr>
          <p:cNvPr id="84" name="TextBox 83">
            <a:extLst>
              <a:ext uri="{FF2B5EF4-FFF2-40B4-BE49-F238E27FC236}">
                <a16:creationId xmlns:a16="http://schemas.microsoft.com/office/drawing/2014/main" id="{DDF70D5B-D608-5273-B706-787F017C3EE9}"/>
              </a:ext>
            </a:extLst>
          </p:cNvPr>
          <p:cNvSpPr txBox="1"/>
          <p:nvPr/>
        </p:nvSpPr>
        <p:spPr>
          <a:xfrm>
            <a:off x="10079569" y="2450310"/>
            <a:ext cx="1507998" cy="514977"/>
          </a:xfrm>
          <a:prstGeom prst="rect">
            <a:avLst/>
          </a:prstGeom>
          <a:noFill/>
        </p:spPr>
        <p:txBody>
          <a:bodyPr wrap="square" rtlCol="0">
            <a:spAutoFit/>
          </a:bodyPr>
          <a:lstStyle/>
          <a:p>
            <a:pPr algn="ctr"/>
            <a:r>
              <a:rPr lang="en-US" sz="1000" b="1" dirty="0"/>
              <a:t>Estimate the value of your business and raise funds</a:t>
            </a:r>
          </a:p>
        </p:txBody>
      </p:sp>
      <p:pic>
        <p:nvPicPr>
          <p:cNvPr id="85" name="Graphic 84" descr="Money outline">
            <a:extLst>
              <a:ext uri="{FF2B5EF4-FFF2-40B4-BE49-F238E27FC236}">
                <a16:creationId xmlns:a16="http://schemas.microsoft.com/office/drawing/2014/main" id="{17E31726-CDA0-8089-8C1F-8D8E9F8DD8E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385393" y="3015048"/>
            <a:ext cx="849994" cy="849994"/>
          </a:xfrm>
          <a:prstGeom prst="rect">
            <a:avLst/>
          </a:prstGeom>
        </p:spPr>
      </p:pic>
      <p:sp>
        <p:nvSpPr>
          <p:cNvPr id="86" name="Rectangle 85">
            <a:extLst>
              <a:ext uri="{FF2B5EF4-FFF2-40B4-BE49-F238E27FC236}">
                <a16:creationId xmlns:a16="http://schemas.microsoft.com/office/drawing/2014/main" id="{29B77D16-4547-24DE-C406-304443917706}"/>
              </a:ext>
            </a:extLst>
          </p:cNvPr>
          <p:cNvSpPr/>
          <p:nvPr/>
        </p:nvSpPr>
        <p:spPr>
          <a:xfrm flipV="1">
            <a:off x="1073772" y="4328653"/>
            <a:ext cx="704036" cy="42499"/>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87" name="Rectangle 86">
            <a:extLst>
              <a:ext uri="{FF2B5EF4-FFF2-40B4-BE49-F238E27FC236}">
                <a16:creationId xmlns:a16="http://schemas.microsoft.com/office/drawing/2014/main" id="{515343AA-4B0C-406D-3787-20BBF396EF3A}"/>
              </a:ext>
            </a:extLst>
          </p:cNvPr>
          <p:cNvSpPr/>
          <p:nvPr/>
        </p:nvSpPr>
        <p:spPr>
          <a:xfrm flipV="1">
            <a:off x="2849030" y="4328653"/>
            <a:ext cx="704036" cy="42499"/>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88" name="Rectangle 87">
            <a:extLst>
              <a:ext uri="{FF2B5EF4-FFF2-40B4-BE49-F238E27FC236}">
                <a16:creationId xmlns:a16="http://schemas.microsoft.com/office/drawing/2014/main" id="{63052310-4EC5-1C59-2929-06252EE31626}"/>
              </a:ext>
            </a:extLst>
          </p:cNvPr>
          <p:cNvSpPr/>
          <p:nvPr/>
        </p:nvSpPr>
        <p:spPr>
          <a:xfrm flipV="1">
            <a:off x="4859866" y="4328653"/>
            <a:ext cx="704036" cy="42499"/>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89" name="Rectangle 88">
            <a:extLst>
              <a:ext uri="{FF2B5EF4-FFF2-40B4-BE49-F238E27FC236}">
                <a16:creationId xmlns:a16="http://schemas.microsoft.com/office/drawing/2014/main" id="{A35227B6-CED2-E158-2FAF-D6B9310E52DF}"/>
              </a:ext>
            </a:extLst>
          </p:cNvPr>
          <p:cNvSpPr/>
          <p:nvPr/>
        </p:nvSpPr>
        <p:spPr>
          <a:xfrm flipV="1">
            <a:off x="7006535" y="4328653"/>
            <a:ext cx="704036" cy="42499"/>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90" name="Rectangle 89">
            <a:extLst>
              <a:ext uri="{FF2B5EF4-FFF2-40B4-BE49-F238E27FC236}">
                <a16:creationId xmlns:a16="http://schemas.microsoft.com/office/drawing/2014/main" id="{07C38896-FE1C-7A53-C7D1-0A1DD3991725}"/>
              </a:ext>
            </a:extLst>
          </p:cNvPr>
          <p:cNvSpPr/>
          <p:nvPr/>
        </p:nvSpPr>
        <p:spPr>
          <a:xfrm flipV="1">
            <a:off x="8826067" y="4328653"/>
            <a:ext cx="704036" cy="42499"/>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91" name="Rectangle 90">
            <a:extLst>
              <a:ext uri="{FF2B5EF4-FFF2-40B4-BE49-F238E27FC236}">
                <a16:creationId xmlns:a16="http://schemas.microsoft.com/office/drawing/2014/main" id="{0223DE39-4893-6378-43DB-AC818EF095CF}"/>
              </a:ext>
            </a:extLst>
          </p:cNvPr>
          <p:cNvSpPr/>
          <p:nvPr/>
        </p:nvSpPr>
        <p:spPr>
          <a:xfrm flipV="1">
            <a:off x="10502696" y="4328653"/>
            <a:ext cx="704036" cy="42499"/>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cxnSp>
        <p:nvCxnSpPr>
          <p:cNvPr id="92" name="Connector: Elbow 91">
            <a:extLst>
              <a:ext uri="{FF2B5EF4-FFF2-40B4-BE49-F238E27FC236}">
                <a16:creationId xmlns:a16="http://schemas.microsoft.com/office/drawing/2014/main" id="{D2BC349F-A5D9-3675-C9A0-2011633FC336}"/>
              </a:ext>
            </a:extLst>
          </p:cNvPr>
          <p:cNvCxnSpPr>
            <a:cxnSpLocks/>
            <a:stCxn id="90" idx="0"/>
            <a:endCxn id="89" idx="0"/>
          </p:cNvCxnSpPr>
          <p:nvPr/>
        </p:nvCxnSpPr>
        <p:spPr>
          <a:xfrm rot="5400000">
            <a:off x="8268319" y="3461387"/>
            <a:ext cx="11805" cy="1819531"/>
          </a:xfrm>
          <a:prstGeom prst="bentConnector3">
            <a:avLst>
              <a:gd name="adj1" fmla="val 2963638"/>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E2F2BB3E-94EE-4733-EE19-EA2C094B2203}"/>
              </a:ext>
            </a:extLst>
          </p:cNvPr>
          <p:cNvSpPr txBox="1"/>
          <p:nvPr/>
        </p:nvSpPr>
        <p:spPr>
          <a:xfrm>
            <a:off x="7213938" y="4759983"/>
            <a:ext cx="2130449" cy="236031"/>
          </a:xfrm>
          <a:prstGeom prst="rect">
            <a:avLst/>
          </a:prstGeom>
          <a:noFill/>
        </p:spPr>
        <p:txBody>
          <a:bodyPr wrap="square" rtlCol="0">
            <a:spAutoFit/>
          </a:bodyPr>
          <a:lstStyle/>
          <a:p>
            <a:pPr algn="ctr"/>
            <a:r>
              <a:rPr lang="en-US" sz="1000" b="1" dirty="0"/>
              <a:t>Update your business plan</a:t>
            </a:r>
          </a:p>
        </p:txBody>
      </p:sp>
      <p:cxnSp>
        <p:nvCxnSpPr>
          <p:cNvPr id="94" name="Connector: Elbow 93">
            <a:extLst>
              <a:ext uri="{FF2B5EF4-FFF2-40B4-BE49-F238E27FC236}">
                <a16:creationId xmlns:a16="http://schemas.microsoft.com/office/drawing/2014/main" id="{5AAEFC57-B755-AB7E-965C-7AA3B03D7DB4}"/>
              </a:ext>
            </a:extLst>
          </p:cNvPr>
          <p:cNvCxnSpPr>
            <a:cxnSpLocks/>
            <a:stCxn id="88" idx="0"/>
            <a:endCxn id="87" idx="0"/>
          </p:cNvCxnSpPr>
          <p:nvPr/>
        </p:nvCxnSpPr>
        <p:spPr>
          <a:xfrm rot="5400000">
            <a:off x="4206467" y="3365735"/>
            <a:ext cx="11805" cy="2010836"/>
          </a:xfrm>
          <a:prstGeom prst="bentConnector3">
            <a:avLst>
              <a:gd name="adj1" fmla="val 158185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9A5C0648-9717-61CB-5D69-2D143209FF68}"/>
              </a:ext>
            </a:extLst>
          </p:cNvPr>
          <p:cNvSpPr txBox="1"/>
          <p:nvPr/>
        </p:nvSpPr>
        <p:spPr>
          <a:xfrm>
            <a:off x="3136039" y="4517693"/>
            <a:ext cx="2130449" cy="386232"/>
          </a:xfrm>
          <a:prstGeom prst="rect">
            <a:avLst/>
          </a:prstGeom>
          <a:noFill/>
        </p:spPr>
        <p:txBody>
          <a:bodyPr wrap="square" rtlCol="0">
            <a:spAutoFit/>
          </a:bodyPr>
          <a:lstStyle/>
          <a:p>
            <a:pPr algn="ctr"/>
            <a:r>
              <a:rPr lang="en-US" sz="1000" b="1" dirty="0"/>
              <a:t>Update your business model canvas and assumptions</a:t>
            </a:r>
          </a:p>
        </p:txBody>
      </p:sp>
      <p:sp>
        <p:nvSpPr>
          <p:cNvPr id="96" name="TextBox 95">
            <a:extLst>
              <a:ext uri="{FF2B5EF4-FFF2-40B4-BE49-F238E27FC236}">
                <a16:creationId xmlns:a16="http://schemas.microsoft.com/office/drawing/2014/main" id="{73E9BB8D-62AB-FD78-C8BC-6B259E0C7D56}"/>
              </a:ext>
            </a:extLst>
          </p:cNvPr>
          <p:cNvSpPr txBox="1"/>
          <p:nvPr/>
        </p:nvSpPr>
        <p:spPr>
          <a:xfrm>
            <a:off x="4723546" y="5735424"/>
            <a:ext cx="2848966" cy="386232"/>
          </a:xfrm>
          <a:prstGeom prst="rect">
            <a:avLst/>
          </a:prstGeom>
          <a:noFill/>
        </p:spPr>
        <p:txBody>
          <a:bodyPr wrap="square" rtlCol="0">
            <a:spAutoFit/>
          </a:bodyPr>
          <a:lstStyle/>
          <a:p>
            <a:pPr algn="ctr"/>
            <a:r>
              <a:rPr lang="en-US" sz="1000" b="1" dirty="0"/>
              <a:t>Update your business model canvas and assumptions</a:t>
            </a:r>
          </a:p>
        </p:txBody>
      </p:sp>
      <p:cxnSp>
        <p:nvCxnSpPr>
          <p:cNvPr id="97" name="Connector: Elbow 96">
            <a:extLst>
              <a:ext uri="{FF2B5EF4-FFF2-40B4-BE49-F238E27FC236}">
                <a16:creationId xmlns:a16="http://schemas.microsoft.com/office/drawing/2014/main" id="{4F0FE3DF-BB8C-06B0-1439-A43B010936D8}"/>
              </a:ext>
            </a:extLst>
          </p:cNvPr>
          <p:cNvCxnSpPr>
            <a:cxnSpLocks/>
            <a:stCxn id="90" idx="3"/>
            <a:endCxn id="87" idx="1"/>
          </p:cNvCxnSpPr>
          <p:nvPr/>
        </p:nvCxnSpPr>
        <p:spPr>
          <a:xfrm flipH="1">
            <a:off x="2849030" y="4349902"/>
            <a:ext cx="6681072" cy="11805"/>
          </a:xfrm>
          <a:prstGeom prst="bentConnector5">
            <a:avLst>
              <a:gd name="adj1" fmla="val 2101"/>
              <a:gd name="adj2" fmla="val 11216354"/>
              <a:gd name="adj3" fmla="val 100097"/>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Connector: Elbow 97">
            <a:extLst>
              <a:ext uri="{FF2B5EF4-FFF2-40B4-BE49-F238E27FC236}">
                <a16:creationId xmlns:a16="http://schemas.microsoft.com/office/drawing/2014/main" id="{082383A4-99F0-E180-1113-76ECEAB7DC24}"/>
              </a:ext>
            </a:extLst>
          </p:cNvPr>
          <p:cNvCxnSpPr>
            <a:cxnSpLocks/>
            <a:stCxn id="88" idx="3"/>
            <a:endCxn id="86" idx="0"/>
          </p:cNvCxnSpPr>
          <p:nvPr/>
        </p:nvCxnSpPr>
        <p:spPr>
          <a:xfrm flipH="1">
            <a:off x="1425789" y="4349902"/>
            <a:ext cx="4138112" cy="21250"/>
          </a:xfrm>
          <a:prstGeom prst="bentConnector4">
            <a:avLst>
              <a:gd name="adj1" fmla="val 52"/>
              <a:gd name="adj2" fmla="val 3443434"/>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25D22D40-55BB-D005-FC4E-2AC1BF4D6C23}"/>
              </a:ext>
            </a:extLst>
          </p:cNvPr>
          <p:cNvSpPr txBox="1"/>
          <p:nvPr/>
        </p:nvSpPr>
        <p:spPr>
          <a:xfrm>
            <a:off x="3136039" y="5066315"/>
            <a:ext cx="2130449" cy="386232"/>
          </a:xfrm>
          <a:prstGeom prst="rect">
            <a:avLst/>
          </a:prstGeom>
          <a:noFill/>
        </p:spPr>
        <p:txBody>
          <a:bodyPr wrap="square" rtlCol="0">
            <a:spAutoFit/>
          </a:bodyPr>
          <a:lstStyle/>
          <a:p>
            <a:pPr algn="ctr"/>
            <a:r>
              <a:rPr lang="en-US" sz="1000" b="1" dirty="0"/>
              <a:t>Update the score of your business idea</a:t>
            </a:r>
          </a:p>
        </p:txBody>
      </p:sp>
      <p:sp>
        <p:nvSpPr>
          <p:cNvPr id="102" name="Footer Placeholder 101">
            <a:extLst>
              <a:ext uri="{FF2B5EF4-FFF2-40B4-BE49-F238E27FC236}">
                <a16:creationId xmlns:a16="http://schemas.microsoft.com/office/drawing/2014/main" id="{E0BD4769-59B2-6C9E-EECB-9948A84C1302}"/>
              </a:ext>
            </a:extLst>
          </p:cNvPr>
          <p:cNvSpPr>
            <a:spLocks noGrp="1"/>
          </p:cNvSpPr>
          <p:nvPr>
            <p:ph type="ftr" sz="quarter" idx="3"/>
          </p:nvPr>
        </p:nvSpPr>
        <p:spPr/>
        <p:txBody>
          <a:bodyPr/>
          <a:lstStyle/>
          <a:p>
            <a:r>
              <a:rPr lang="en-US"/>
              <a:t>Domont Consulting</a:t>
            </a:r>
            <a:endParaRPr lang="en-US" dirty="0"/>
          </a:p>
        </p:txBody>
      </p:sp>
      <p:sp>
        <p:nvSpPr>
          <p:cNvPr id="103" name="Slide Number Placeholder 102">
            <a:extLst>
              <a:ext uri="{FF2B5EF4-FFF2-40B4-BE49-F238E27FC236}">
                <a16:creationId xmlns:a16="http://schemas.microsoft.com/office/drawing/2014/main" id="{007EED4A-FD52-BDF7-D0A8-89CF4E458BF5}"/>
              </a:ext>
            </a:extLst>
          </p:cNvPr>
          <p:cNvSpPr>
            <a:spLocks noGrp="1"/>
          </p:cNvSpPr>
          <p:nvPr>
            <p:ph type="sldNum" sz="quarter" idx="4"/>
          </p:nvPr>
        </p:nvSpPr>
        <p:spPr/>
        <p:txBody>
          <a:bodyPr/>
          <a:lstStyle/>
          <a:p>
            <a:fld id="{37F5C94B-8C55-478B-B509-BAE6A06B2E2A}" type="slidenum">
              <a:rPr lang="en-US" smtClean="0"/>
              <a:pPr/>
              <a:t>10</a:t>
            </a:fld>
            <a:endParaRPr lang="en-US" dirty="0"/>
          </a:p>
        </p:txBody>
      </p:sp>
    </p:spTree>
    <p:extLst>
      <p:ext uri="{BB962C8B-B14F-4D97-AF65-F5344CB8AC3E}">
        <p14:creationId xmlns:p14="http://schemas.microsoft.com/office/powerpoint/2010/main" val="3593352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37349914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50" name="Picture 49">
            <a:extLst>
              <a:ext uri="{FF2B5EF4-FFF2-40B4-BE49-F238E27FC236}">
                <a16:creationId xmlns:a16="http://schemas.microsoft.com/office/drawing/2014/main" id="{99584C0B-B638-70D8-CFB8-72352F51FFDA}"/>
              </a:ext>
            </a:extLst>
          </p:cNvPr>
          <p:cNvPicPr>
            <a:picLocks noChangeAspect="1"/>
          </p:cNvPicPr>
          <p:nvPr/>
        </p:nvPicPr>
        <p:blipFill>
          <a:blip r:embed="rId5"/>
          <a:stretch>
            <a:fillRect/>
          </a:stretch>
        </p:blipFill>
        <p:spPr>
          <a:xfrm>
            <a:off x="691562" y="1887439"/>
            <a:ext cx="3520000" cy="1980000"/>
          </a:xfrm>
          <a:prstGeom prst="rect">
            <a:avLst/>
          </a:prstGeom>
          <a:effectLst>
            <a:outerShdw blurRad="50800" dist="38100" dir="5400000" algn="t" rotWithShape="0">
              <a:prstClr val="black">
                <a:alpha val="40000"/>
              </a:prstClr>
            </a:outerShdw>
          </a:effectLst>
        </p:spPr>
      </p:pic>
      <p:pic>
        <p:nvPicPr>
          <p:cNvPr id="51" name="Picture 50">
            <a:extLst>
              <a:ext uri="{FF2B5EF4-FFF2-40B4-BE49-F238E27FC236}">
                <a16:creationId xmlns:a16="http://schemas.microsoft.com/office/drawing/2014/main" id="{A496D3DC-6381-676E-4252-0F6CE096669A}"/>
              </a:ext>
            </a:extLst>
          </p:cNvPr>
          <p:cNvPicPr>
            <a:picLocks noChangeAspect="1"/>
          </p:cNvPicPr>
          <p:nvPr/>
        </p:nvPicPr>
        <p:blipFill>
          <a:blip r:embed="rId6"/>
          <a:stretch>
            <a:fillRect/>
          </a:stretch>
        </p:blipFill>
        <p:spPr>
          <a:xfrm>
            <a:off x="7980220" y="1887439"/>
            <a:ext cx="3520000" cy="1980000"/>
          </a:xfrm>
          <a:prstGeom prst="rect">
            <a:avLst/>
          </a:prstGeom>
          <a:effectLst>
            <a:outerShdw blurRad="50800" dist="38100" dir="5400000" algn="t" rotWithShape="0">
              <a:prstClr val="black">
                <a:alpha val="40000"/>
              </a:prstClr>
            </a:outerShdw>
          </a:effectLst>
        </p:spPr>
      </p:pic>
      <p:pic>
        <p:nvPicPr>
          <p:cNvPr id="52" name="Picture 51">
            <a:extLst>
              <a:ext uri="{FF2B5EF4-FFF2-40B4-BE49-F238E27FC236}">
                <a16:creationId xmlns:a16="http://schemas.microsoft.com/office/drawing/2014/main" id="{ED86F261-EFFE-836A-C201-AE8EED3DD20C}"/>
              </a:ext>
            </a:extLst>
          </p:cNvPr>
          <p:cNvPicPr>
            <a:picLocks noChangeAspect="1"/>
          </p:cNvPicPr>
          <p:nvPr/>
        </p:nvPicPr>
        <p:blipFill>
          <a:blip r:embed="rId7"/>
          <a:stretch>
            <a:fillRect/>
          </a:stretch>
        </p:blipFill>
        <p:spPr>
          <a:xfrm>
            <a:off x="683192" y="4186376"/>
            <a:ext cx="3520000" cy="1980000"/>
          </a:xfrm>
          <a:prstGeom prst="rect">
            <a:avLst/>
          </a:prstGeom>
          <a:effectLst>
            <a:outerShdw blurRad="50800" dist="38100" dir="5400000" algn="t" rotWithShape="0">
              <a:prstClr val="black">
                <a:alpha val="40000"/>
              </a:prstClr>
            </a:outerShdw>
          </a:effectLst>
        </p:spPr>
      </p:pic>
      <p:pic>
        <p:nvPicPr>
          <p:cNvPr id="53" name="Picture 52">
            <a:extLst>
              <a:ext uri="{FF2B5EF4-FFF2-40B4-BE49-F238E27FC236}">
                <a16:creationId xmlns:a16="http://schemas.microsoft.com/office/drawing/2014/main" id="{9F172BDA-7A39-F9D7-A337-9FD9E0846041}"/>
              </a:ext>
            </a:extLst>
          </p:cNvPr>
          <p:cNvPicPr>
            <a:picLocks noChangeAspect="1"/>
          </p:cNvPicPr>
          <p:nvPr/>
        </p:nvPicPr>
        <p:blipFill>
          <a:blip r:embed="rId8"/>
          <a:stretch>
            <a:fillRect/>
          </a:stretch>
        </p:blipFill>
        <p:spPr>
          <a:xfrm>
            <a:off x="4330415" y="4186376"/>
            <a:ext cx="3520000" cy="1980000"/>
          </a:xfrm>
          <a:prstGeom prst="rect">
            <a:avLst/>
          </a:prstGeom>
          <a:effectLst>
            <a:outerShdw blurRad="50800" dist="38100" dir="5400000" algn="t" rotWithShape="0">
              <a:prstClr val="black">
                <a:alpha val="40000"/>
              </a:prstClr>
            </a:outerShdw>
          </a:effectLst>
        </p:spPr>
      </p:pic>
      <p:pic>
        <p:nvPicPr>
          <p:cNvPr id="54" name="Picture 53">
            <a:extLst>
              <a:ext uri="{FF2B5EF4-FFF2-40B4-BE49-F238E27FC236}">
                <a16:creationId xmlns:a16="http://schemas.microsoft.com/office/drawing/2014/main" id="{A3E38169-0847-D584-A4A6-447BF851630E}"/>
              </a:ext>
            </a:extLst>
          </p:cNvPr>
          <p:cNvPicPr>
            <a:picLocks noChangeAspect="1"/>
          </p:cNvPicPr>
          <p:nvPr/>
        </p:nvPicPr>
        <p:blipFill>
          <a:blip r:embed="rId9"/>
          <a:stretch>
            <a:fillRect/>
          </a:stretch>
        </p:blipFill>
        <p:spPr>
          <a:xfrm>
            <a:off x="4335891" y="1887439"/>
            <a:ext cx="3520000" cy="1980000"/>
          </a:xfrm>
          <a:prstGeom prst="rect">
            <a:avLst/>
          </a:prstGeom>
          <a:effectLst>
            <a:outerShdw blurRad="50800" dist="38100" dir="5400000" algn="t" rotWithShape="0">
              <a:prstClr val="black">
                <a:alpha val="40000"/>
              </a:prstClr>
            </a:outerShdw>
          </a:effectLst>
        </p:spPr>
      </p:pic>
      <p:pic>
        <p:nvPicPr>
          <p:cNvPr id="55" name="Picture 54" descr="Calendar&#10;&#10;Description automatically generated">
            <a:extLst>
              <a:ext uri="{FF2B5EF4-FFF2-40B4-BE49-F238E27FC236}">
                <a16:creationId xmlns:a16="http://schemas.microsoft.com/office/drawing/2014/main" id="{EC1C04D6-892D-240A-6A67-8B2260843100}"/>
              </a:ext>
            </a:extLst>
          </p:cNvPr>
          <p:cNvPicPr>
            <a:picLocks noChangeAspect="1"/>
          </p:cNvPicPr>
          <p:nvPr/>
        </p:nvPicPr>
        <p:blipFill rotWithShape="1">
          <a:blip r:embed="rId10"/>
          <a:srcRect l="22172"/>
          <a:stretch/>
        </p:blipFill>
        <p:spPr>
          <a:xfrm>
            <a:off x="7977638" y="4196162"/>
            <a:ext cx="3522582" cy="1980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phase 1, 2 and 3</a:t>
            </a:r>
            <a:endParaRPr lang="en-US" b="0" dirty="0"/>
          </a:p>
        </p:txBody>
      </p:sp>
      <p:grpSp>
        <p:nvGrpSpPr>
          <p:cNvPr id="30" name="Group 29">
            <a:extLst>
              <a:ext uri="{FF2B5EF4-FFF2-40B4-BE49-F238E27FC236}">
                <a16:creationId xmlns:a16="http://schemas.microsoft.com/office/drawing/2014/main" id="{03C1CB4A-B7F1-DFCF-BA6A-2F7421C303DB}"/>
              </a:ext>
            </a:extLst>
          </p:cNvPr>
          <p:cNvGrpSpPr/>
          <p:nvPr/>
        </p:nvGrpSpPr>
        <p:grpSpPr>
          <a:xfrm>
            <a:off x="9888281" y="620311"/>
            <a:ext cx="1694574" cy="818761"/>
            <a:chOff x="1670747" y="-6886"/>
            <a:chExt cx="10988138" cy="2004494"/>
          </a:xfrm>
          <a:solidFill>
            <a:schemeClr val="bg1">
              <a:lumMod val="85000"/>
            </a:schemeClr>
          </a:solidFill>
        </p:grpSpPr>
        <p:sp>
          <p:nvSpPr>
            <p:cNvPr id="18" name="Chevron 17">
              <a:extLst>
                <a:ext uri="{FF2B5EF4-FFF2-40B4-BE49-F238E27FC236}">
                  <a16:creationId xmlns:a16="http://schemas.microsoft.com/office/drawing/2014/main" id="{1FEAC9A2-33AC-6AF5-1DDB-848C4B544656}"/>
                </a:ext>
              </a:extLst>
            </p:cNvPr>
            <p:cNvSpPr/>
            <p:nvPr/>
          </p:nvSpPr>
          <p:spPr bwMode="auto">
            <a:xfrm>
              <a:off x="3475975" y="-6886"/>
              <a:ext cx="1962000" cy="720000"/>
            </a:xfrm>
            <a:prstGeom prst="chevron">
              <a:avLst>
                <a:gd name="adj" fmla="val 31818"/>
              </a:avLst>
            </a:prstGeom>
            <a:solidFill>
              <a:schemeClr val="accent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25" name="Chevron 17">
              <a:extLst>
                <a:ext uri="{FF2B5EF4-FFF2-40B4-BE49-F238E27FC236}">
                  <a16:creationId xmlns:a16="http://schemas.microsoft.com/office/drawing/2014/main" id="{F619D625-9259-BCEE-3FAA-2F6C5D35391C}"/>
                </a:ext>
              </a:extLst>
            </p:cNvPr>
            <p:cNvSpPr/>
            <p:nvPr/>
          </p:nvSpPr>
          <p:spPr bwMode="auto">
            <a:xfrm>
              <a:off x="7086431" y="-6886"/>
              <a:ext cx="1962000" cy="720000"/>
            </a:xfrm>
            <a:prstGeom prst="chevron">
              <a:avLst>
                <a:gd name="adj" fmla="val 31818"/>
              </a:avLst>
            </a:prstGeom>
            <a:grp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26" name="Chevron 17">
              <a:extLst>
                <a:ext uri="{FF2B5EF4-FFF2-40B4-BE49-F238E27FC236}">
                  <a16:creationId xmlns:a16="http://schemas.microsoft.com/office/drawing/2014/main" id="{A5D3A6EB-E10A-9D3B-AC64-8FFD80289979}"/>
                </a:ext>
              </a:extLst>
            </p:cNvPr>
            <p:cNvSpPr/>
            <p:nvPr/>
          </p:nvSpPr>
          <p:spPr bwMode="auto">
            <a:xfrm>
              <a:off x="5281203" y="-6886"/>
              <a:ext cx="1962000" cy="720000"/>
            </a:xfrm>
            <a:prstGeom prst="chevron">
              <a:avLst>
                <a:gd name="adj" fmla="val 31818"/>
              </a:avLst>
            </a:prstGeom>
            <a:solidFill>
              <a:schemeClr val="accent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27" name="Chevron 17">
              <a:extLst>
                <a:ext uri="{FF2B5EF4-FFF2-40B4-BE49-F238E27FC236}">
                  <a16:creationId xmlns:a16="http://schemas.microsoft.com/office/drawing/2014/main" id="{90AAC472-7AAF-0B85-2B25-C906700AB5B2}"/>
                </a:ext>
              </a:extLst>
            </p:cNvPr>
            <p:cNvSpPr/>
            <p:nvPr/>
          </p:nvSpPr>
          <p:spPr bwMode="auto">
            <a:xfrm>
              <a:off x="8891659" y="-6886"/>
              <a:ext cx="1962000" cy="720000"/>
            </a:xfrm>
            <a:prstGeom prst="chevron">
              <a:avLst>
                <a:gd name="adj" fmla="val 31818"/>
              </a:avLst>
            </a:prstGeom>
            <a:grp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28" name="Chevron 17">
              <a:extLst>
                <a:ext uri="{FF2B5EF4-FFF2-40B4-BE49-F238E27FC236}">
                  <a16:creationId xmlns:a16="http://schemas.microsoft.com/office/drawing/2014/main" id="{FF31B7D7-BD63-A73A-BF23-AD41B32ED86D}"/>
                </a:ext>
              </a:extLst>
            </p:cNvPr>
            <p:cNvSpPr/>
            <p:nvPr/>
          </p:nvSpPr>
          <p:spPr bwMode="auto">
            <a:xfrm>
              <a:off x="10696885" y="-6886"/>
              <a:ext cx="1962000" cy="720000"/>
            </a:xfrm>
            <a:prstGeom prst="chevron">
              <a:avLst>
                <a:gd name="adj" fmla="val 31818"/>
              </a:avLst>
            </a:prstGeom>
            <a:grp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29" name="Arrow: Pentagon 28">
              <a:extLst>
                <a:ext uri="{FF2B5EF4-FFF2-40B4-BE49-F238E27FC236}">
                  <a16:creationId xmlns:a16="http://schemas.microsoft.com/office/drawing/2014/main" id="{361FF745-DBDC-CD52-A3E0-DC89E3FEE845}"/>
                </a:ext>
              </a:extLst>
            </p:cNvPr>
            <p:cNvSpPr/>
            <p:nvPr/>
          </p:nvSpPr>
          <p:spPr>
            <a:xfrm>
              <a:off x="1670747" y="-6886"/>
              <a:ext cx="1962000" cy="720000"/>
            </a:xfrm>
            <a:prstGeom prst="homePlate">
              <a:avLst>
                <a:gd name="adj" fmla="val 30224"/>
              </a:avLst>
            </a:prstGeom>
            <a:solidFill>
              <a:schemeClr val="accent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33" name="Arrow: Pentagon 32">
              <a:extLst>
                <a:ext uri="{FF2B5EF4-FFF2-40B4-BE49-F238E27FC236}">
                  <a16:creationId xmlns:a16="http://schemas.microsoft.com/office/drawing/2014/main" id="{12797715-9DA1-EE6E-2B00-680C2692A1D7}"/>
                </a:ext>
              </a:extLst>
            </p:cNvPr>
            <p:cNvSpPr/>
            <p:nvPr/>
          </p:nvSpPr>
          <p:spPr>
            <a:xfrm>
              <a:off x="1670747" y="815214"/>
              <a:ext cx="10988138" cy="528812"/>
            </a:xfrm>
            <a:prstGeom prst="homePlate">
              <a:avLst>
                <a:gd name="adj" fmla="val 30224"/>
              </a:avLst>
            </a:prstGeom>
            <a:grp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34" name="Arrow: Pentagon 33">
              <a:extLst>
                <a:ext uri="{FF2B5EF4-FFF2-40B4-BE49-F238E27FC236}">
                  <a16:creationId xmlns:a16="http://schemas.microsoft.com/office/drawing/2014/main" id="{DD4C0731-BD19-5D69-D73B-D9D7D6D38D67}"/>
                </a:ext>
              </a:extLst>
            </p:cNvPr>
            <p:cNvSpPr/>
            <p:nvPr/>
          </p:nvSpPr>
          <p:spPr>
            <a:xfrm>
              <a:off x="1670747" y="1468796"/>
              <a:ext cx="10988138" cy="528812"/>
            </a:xfrm>
            <a:prstGeom prst="homePlate">
              <a:avLst>
                <a:gd name="adj" fmla="val 30224"/>
              </a:avLst>
            </a:prstGeom>
            <a:grp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grpSp>
      <p:sp>
        <p:nvSpPr>
          <p:cNvPr id="57" name="Footer Placeholder 56">
            <a:extLst>
              <a:ext uri="{FF2B5EF4-FFF2-40B4-BE49-F238E27FC236}">
                <a16:creationId xmlns:a16="http://schemas.microsoft.com/office/drawing/2014/main" id="{25DB1726-B8BF-0357-B67A-592C9668D20A}"/>
              </a:ext>
            </a:extLst>
          </p:cNvPr>
          <p:cNvSpPr>
            <a:spLocks noGrp="1"/>
          </p:cNvSpPr>
          <p:nvPr>
            <p:ph type="ftr" sz="quarter" idx="3"/>
          </p:nvPr>
        </p:nvSpPr>
        <p:spPr/>
        <p:txBody>
          <a:bodyPr/>
          <a:lstStyle/>
          <a:p>
            <a:r>
              <a:rPr lang="en-US"/>
              <a:t>Domont Consulting</a:t>
            </a:r>
            <a:endParaRPr lang="en-US" dirty="0"/>
          </a:p>
        </p:txBody>
      </p:sp>
      <p:sp>
        <p:nvSpPr>
          <p:cNvPr id="58" name="Slide Number Placeholder 57">
            <a:extLst>
              <a:ext uri="{FF2B5EF4-FFF2-40B4-BE49-F238E27FC236}">
                <a16:creationId xmlns:a16="http://schemas.microsoft.com/office/drawing/2014/main" id="{BF351F12-6E7C-FEC7-44CF-2A9161E83B63}"/>
              </a:ext>
            </a:extLst>
          </p:cNvPr>
          <p:cNvSpPr>
            <a:spLocks noGrp="1"/>
          </p:cNvSpPr>
          <p:nvPr>
            <p:ph type="sldNum" sz="quarter" idx="4"/>
          </p:nvPr>
        </p:nvSpPr>
        <p:spPr/>
        <p:txBody>
          <a:bodyPr/>
          <a:lstStyle/>
          <a:p>
            <a:fld id="{37F5C94B-8C55-478B-B509-BAE6A06B2E2A}" type="slidenum">
              <a:rPr lang="en-US" smtClean="0"/>
              <a:pPr/>
              <a:t>11</a:t>
            </a:fld>
            <a:endParaRPr lang="en-US" dirty="0"/>
          </a:p>
        </p:txBody>
      </p:sp>
    </p:spTree>
    <p:extLst>
      <p:ext uri="{BB962C8B-B14F-4D97-AF65-F5344CB8AC3E}">
        <p14:creationId xmlns:p14="http://schemas.microsoft.com/office/powerpoint/2010/main" val="1454091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1130247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8" name="Picture 7">
            <a:extLst>
              <a:ext uri="{FF2B5EF4-FFF2-40B4-BE49-F238E27FC236}">
                <a16:creationId xmlns:a16="http://schemas.microsoft.com/office/drawing/2014/main" id="{B17ABD77-BCA2-45FD-EB59-BAFFC0EA0DCA}"/>
              </a:ext>
            </a:extLst>
          </p:cNvPr>
          <p:cNvPicPr>
            <a:picLocks noChangeAspect="1"/>
          </p:cNvPicPr>
          <p:nvPr/>
        </p:nvPicPr>
        <p:blipFill>
          <a:blip r:embed="rId5"/>
          <a:stretch>
            <a:fillRect/>
          </a:stretch>
        </p:blipFill>
        <p:spPr>
          <a:xfrm>
            <a:off x="691562" y="1885491"/>
            <a:ext cx="3520000" cy="1980000"/>
          </a:xfrm>
          <a:prstGeom prst="rect">
            <a:avLst/>
          </a:prstGeom>
          <a:effectLst>
            <a:outerShdw blurRad="50800" dist="38100" dir="5400000" algn="t" rotWithShape="0">
              <a:prstClr val="black">
                <a:alpha val="40000"/>
              </a:prstClr>
            </a:outerShdw>
          </a:effectLst>
        </p:spPr>
      </p:pic>
      <p:pic>
        <p:nvPicPr>
          <p:cNvPr id="9" name="Picture 8">
            <a:extLst>
              <a:ext uri="{FF2B5EF4-FFF2-40B4-BE49-F238E27FC236}">
                <a16:creationId xmlns:a16="http://schemas.microsoft.com/office/drawing/2014/main" id="{5390F69E-FE6E-EB6C-FD61-333B1DA64F99}"/>
              </a:ext>
            </a:extLst>
          </p:cNvPr>
          <p:cNvPicPr>
            <a:picLocks noChangeAspect="1"/>
          </p:cNvPicPr>
          <p:nvPr/>
        </p:nvPicPr>
        <p:blipFill>
          <a:blip r:embed="rId6"/>
          <a:stretch>
            <a:fillRect/>
          </a:stretch>
        </p:blipFill>
        <p:spPr>
          <a:xfrm>
            <a:off x="4332294" y="4186376"/>
            <a:ext cx="3520000" cy="1980000"/>
          </a:xfrm>
          <a:prstGeom prst="rect">
            <a:avLst/>
          </a:prstGeom>
          <a:effectLst>
            <a:outerShdw blurRad="50800" dist="38100" dir="5400000" algn="t" rotWithShape="0">
              <a:prstClr val="black">
                <a:alpha val="40000"/>
              </a:prstClr>
            </a:outerShdw>
          </a:effectLst>
        </p:spPr>
      </p:pic>
      <p:pic>
        <p:nvPicPr>
          <p:cNvPr id="10" name="Picture 9">
            <a:extLst>
              <a:ext uri="{FF2B5EF4-FFF2-40B4-BE49-F238E27FC236}">
                <a16:creationId xmlns:a16="http://schemas.microsoft.com/office/drawing/2014/main" id="{CF702664-CFB2-C847-062D-C4661E3E312C}"/>
              </a:ext>
            </a:extLst>
          </p:cNvPr>
          <p:cNvPicPr>
            <a:picLocks noChangeAspect="1"/>
          </p:cNvPicPr>
          <p:nvPr/>
        </p:nvPicPr>
        <p:blipFill>
          <a:blip r:embed="rId7"/>
          <a:stretch>
            <a:fillRect/>
          </a:stretch>
        </p:blipFill>
        <p:spPr>
          <a:xfrm>
            <a:off x="691563" y="4186376"/>
            <a:ext cx="3519999" cy="1980000"/>
          </a:xfrm>
          <a:prstGeom prst="rect">
            <a:avLst/>
          </a:prstGeom>
          <a:effectLst>
            <a:outerShdw blurRad="50800" dist="38100" dir="5400000" algn="t" rotWithShape="0">
              <a:prstClr val="black">
                <a:alpha val="40000"/>
              </a:prstClr>
            </a:outerShdw>
          </a:effectLst>
        </p:spPr>
      </p:pic>
      <p:pic>
        <p:nvPicPr>
          <p:cNvPr id="11" name="Picture 10">
            <a:extLst>
              <a:ext uri="{FF2B5EF4-FFF2-40B4-BE49-F238E27FC236}">
                <a16:creationId xmlns:a16="http://schemas.microsoft.com/office/drawing/2014/main" id="{2E821E0E-2EA0-CFC4-6054-4A6CAFF2D4EC}"/>
              </a:ext>
            </a:extLst>
          </p:cNvPr>
          <p:cNvPicPr>
            <a:picLocks noChangeAspect="1"/>
          </p:cNvPicPr>
          <p:nvPr/>
        </p:nvPicPr>
        <p:blipFill>
          <a:blip r:embed="rId8"/>
          <a:stretch>
            <a:fillRect/>
          </a:stretch>
        </p:blipFill>
        <p:spPr>
          <a:xfrm>
            <a:off x="4335891" y="1885491"/>
            <a:ext cx="3520000" cy="1980000"/>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A0CEDD12-6D5A-1913-BDEB-0995052AE611}"/>
              </a:ext>
            </a:extLst>
          </p:cNvPr>
          <p:cNvPicPr>
            <a:picLocks noChangeAspect="1"/>
          </p:cNvPicPr>
          <p:nvPr/>
        </p:nvPicPr>
        <p:blipFill>
          <a:blip r:embed="rId9"/>
          <a:stretch>
            <a:fillRect/>
          </a:stretch>
        </p:blipFill>
        <p:spPr>
          <a:xfrm>
            <a:off x="7980220" y="1885491"/>
            <a:ext cx="3520000" cy="1980000"/>
          </a:xfrm>
          <a:prstGeom prst="rect">
            <a:avLst/>
          </a:prstGeom>
          <a:effectLst>
            <a:outerShdw blurRad="50800" dist="38100" dir="5400000" algn="t" rotWithShape="0">
              <a:prstClr val="black">
                <a:alpha val="40000"/>
              </a:prstClr>
            </a:outerShdw>
          </a:effectLst>
        </p:spPr>
      </p:pic>
      <p:pic>
        <p:nvPicPr>
          <p:cNvPr id="13" name="Picture 12">
            <a:extLst>
              <a:ext uri="{FF2B5EF4-FFF2-40B4-BE49-F238E27FC236}">
                <a16:creationId xmlns:a16="http://schemas.microsoft.com/office/drawing/2014/main" id="{418EC1BA-8403-1F09-1ECC-EE5413DD0D85}"/>
              </a:ext>
            </a:extLst>
          </p:cNvPr>
          <p:cNvPicPr>
            <a:picLocks noChangeAspect="1"/>
          </p:cNvPicPr>
          <p:nvPr/>
        </p:nvPicPr>
        <p:blipFill>
          <a:blip r:embed="rId10"/>
          <a:stretch>
            <a:fillRect/>
          </a:stretch>
        </p:blipFill>
        <p:spPr>
          <a:xfrm>
            <a:off x="7973026" y="4186376"/>
            <a:ext cx="3520000" cy="1980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phase 4 and 5</a:t>
            </a:r>
            <a:endParaRPr lang="en-US" b="0" dirty="0"/>
          </a:p>
        </p:txBody>
      </p:sp>
      <p:grpSp>
        <p:nvGrpSpPr>
          <p:cNvPr id="30" name="Group 29">
            <a:extLst>
              <a:ext uri="{FF2B5EF4-FFF2-40B4-BE49-F238E27FC236}">
                <a16:creationId xmlns:a16="http://schemas.microsoft.com/office/drawing/2014/main" id="{03C1CB4A-B7F1-DFCF-BA6A-2F7421C303DB}"/>
              </a:ext>
            </a:extLst>
          </p:cNvPr>
          <p:cNvGrpSpPr/>
          <p:nvPr/>
        </p:nvGrpSpPr>
        <p:grpSpPr>
          <a:xfrm>
            <a:off x="9888281" y="620311"/>
            <a:ext cx="1694574" cy="818761"/>
            <a:chOff x="1670747" y="-6886"/>
            <a:chExt cx="10988138" cy="2004494"/>
          </a:xfrm>
          <a:solidFill>
            <a:schemeClr val="bg1">
              <a:lumMod val="85000"/>
            </a:schemeClr>
          </a:solidFill>
        </p:grpSpPr>
        <p:sp>
          <p:nvSpPr>
            <p:cNvPr id="18" name="Chevron 17">
              <a:extLst>
                <a:ext uri="{FF2B5EF4-FFF2-40B4-BE49-F238E27FC236}">
                  <a16:creationId xmlns:a16="http://schemas.microsoft.com/office/drawing/2014/main" id="{1FEAC9A2-33AC-6AF5-1DDB-848C4B544656}"/>
                </a:ext>
              </a:extLst>
            </p:cNvPr>
            <p:cNvSpPr/>
            <p:nvPr/>
          </p:nvSpPr>
          <p:spPr bwMode="auto">
            <a:xfrm>
              <a:off x="3475975" y="-6886"/>
              <a:ext cx="1962000" cy="720000"/>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25" name="Chevron 17">
              <a:extLst>
                <a:ext uri="{FF2B5EF4-FFF2-40B4-BE49-F238E27FC236}">
                  <a16:creationId xmlns:a16="http://schemas.microsoft.com/office/drawing/2014/main" id="{F619D625-9259-BCEE-3FAA-2F6C5D35391C}"/>
                </a:ext>
              </a:extLst>
            </p:cNvPr>
            <p:cNvSpPr/>
            <p:nvPr/>
          </p:nvSpPr>
          <p:spPr bwMode="auto">
            <a:xfrm>
              <a:off x="7086431" y="-6886"/>
              <a:ext cx="1962000" cy="720000"/>
            </a:xfrm>
            <a:prstGeom prst="chevron">
              <a:avLst>
                <a:gd name="adj" fmla="val 31818"/>
              </a:avLst>
            </a:prstGeom>
            <a:solidFill>
              <a:schemeClr val="accent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26" name="Chevron 17">
              <a:extLst>
                <a:ext uri="{FF2B5EF4-FFF2-40B4-BE49-F238E27FC236}">
                  <a16:creationId xmlns:a16="http://schemas.microsoft.com/office/drawing/2014/main" id="{A5D3A6EB-E10A-9D3B-AC64-8FFD80289979}"/>
                </a:ext>
              </a:extLst>
            </p:cNvPr>
            <p:cNvSpPr/>
            <p:nvPr/>
          </p:nvSpPr>
          <p:spPr bwMode="auto">
            <a:xfrm>
              <a:off x="5281203" y="-6886"/>
              <a:ext cx="1962000" cy="720000"/>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27" name="Chevron 17">
              <a:extLst>
                <a:ext uri="{FF2B5EF4-FFF2-40B4-BE49-F238E27FC236}">
                  <a16:creationId xmlns:a16="http://schemas.microsoft.com/office/drawing/2014/main" id="{90AAC472-7AAF-0B85-2B25-C906700AB5B2}"/>
                </a:ext>
              </a:extLst>
            </p:cNvPr>
            <p:cNvSpPr/>
            <p:nvPr/>
          </p:nvSpPr>
          <p:spPr bwMode="auto">
            <a:xfrm>
              <a:off x="8891659" y="-6886"/>
              <a:ext cx="1962000" cy="720000"/>
            </a:xfrm>
            <a:prstGeom prst="chevron">
              <a:avLst>
                <a:gd name="adj" fmla="val 31818"/>
              </a:avLst>
            </a:prstGeom>
            <a:solidFill>
              <a:schemeClr val="accent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28" name="Chevron 17">
              <a:extLst>
                <a:ext uri="{FF2B5EF4-FFF2-40B4-BE49-F238E27FC236}">
                  <a16:creationId xmlns:a16="http://schemas.microsoft.com/office/drawing/2014/main" id="{FF31B7D7-BD63-A73A-BF23-AD41B32ED86D}"/>
                </a:ext>
              </a:extLst>
            </p:cNvPr>
            <p:cNvSpPr/>
            <p:nvPr/>
          </p:nvSpPr>
          <p:spPr bwMode="auto">
            <a:xfrm>
              <a:off x="10696885" y="-6886"/>
              <a:ext cx="1962000" cy="720000"/>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29" name="Arrow: Pentagon 28">
              <a:extLst>
                <a:ext uri="{FF2B5EF4-FFF2-40B4-BE49-F238E27FC236}">
                  <a16:creationId xmlns:a16="http://schemas.microsoft.com/office/drawing/2014/main" id="{361FF745-DBDC-CD52-A3E0-DC89E3FEE845}"/>
                </a:ext>
              </a:extLst>
            </p:cNvPr>
            <p:cNvSpPr/>
            <p:nvPr/>
          </p:nvSpPr>
          <p:spPr>
            <a:xfrm>
              <a:off x="1670747" y="-6886"/>
              <a:ext cx="1962000" cy="720000"/>
            </a:xfrm>
            <a:prstGeom prst="homePlate">
              <a:avLst>
                <a:gd name="adj" fmla="val 30224"/>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33" name="Arrow: Pentagon 32">
              <a:extLst>
                <a:ext uri="{FF2B5EF4-FFF2-40B4-BE49-F238E27FC236}">
                  <a16:creationId xmlns:a16="http://schemas.microsoft.com/office/drawing/2014/main" id="{12797715-9DA1-EE6E-2B00-680C2692A1D7}"/>
                </a:ext>
              </a:extLst>
            </p:cNvPr>
            <p:cNvSpPr/>
            <p:nvPr/>
          </p:nvSpPr>
          <p:spPr>
            <a:xfrm>
              <a:off x="1670747" y="815214"/>
              <a:ext cx="10988138" cy="528812"/>
            </a:xfrm>
            <a:prstGeom prst="homePlate">
              <a:avLst>
                <a:gd name="adj" fmla="val 30224"/>
              </a:avLst>
            </a:prstGeom>
            <a:grp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34" name="Arrow: Pentagon 33">
              <a:extLst>
                <a:ext uri="{FF2B5EF4-FFF2-40B4-BE49-F238E27FC236}">
                  <a16:creationId xmlns:a16="http://schemas.microsoft.com/office/drawing/2014/main" id="{DD4C0731-BD19-5D69-D73B-D9D7D6D38D67}"/>
                </a:ext>
              </a:extLst>
            </p:cNvPr>
            <p:cNvSpPr/>
            <p:nvPr/>
          </p:nvSpPr>
          <p:spPr>
            <a:xfrm>
              <a:off x="1670747" y="1468796"/>
              <a:ext cx="10988138" cy="528812"/>
            </a:xfrm>
            <a:prstGeom prst="homePlate">
              <a:avLst>
                <a:gd name="adj" fmla="val 30224"/>
              </a:avLst>
            </a:prstGeom>
            <a:grp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grpSp>
      <p:sp>
        <p:nvSpPr>
          <p:cNvPr id="31" name="Footer Placeholder 30">
            <a:extLst>
              <a:ext uri="{FF2B5EF4-FFF2-40B4-BE49-F238E27FC236}">
                <a16:creationId xmlns:a16="http://schemas.microsoft.com/office/drawing/2014/main" id="{EF676F7A-6E85-4564-FA1E-18BB43770CAA}"/>
              </a:ext>
            </a:extLst>
          </p:cNvPr>
          <p:cNvSpPr>
            <a:spLocks noGrp="1"/>
          </p:cNvSpPr>
          <p:nvPr>
            <p:ph type="ftr" sz="quarter" idx="3"/>
          </p:nvPr>
        </p:nvSpPr>
        <p:spPr/>
        <p:txBody>
          <a:bodyPr/>
          <a:lstStyle/>
          <a:p>
            <a:r>
              <a:rPr lang="en-US"/>
              <a:t>Domont Consulting</a:t>
            </a:r>
            <a:endParaRPr lang="en-US" dirty="0"/>
          </a:p>
        </p:txBody>
      </p:sp>
      <p:sp>
        <p:nvSpPr>
          <p:cNvPr id="32" name="Slide Number Placeholder 31">
            <a:extLst>
              <a:ext uri="{FF2B5EF4-FFF2-40B4-BE49-F238E27FC236}">
                <a16:creationId xmlns:a16="http://schemas.microsoft.com/office/drawing/2014/main" id="{2F366BD0-9E3D-C583-BCEB-AB46D4E09B40}"/>
              </a:ext>
            </a:extLst>
          </p:cNvPr>
          <p:cNvSpPr>
            <a:spLocks noGrp="1"/>
          </p:cNvSpPr>
          <p:nvPr>
            <p:ph type="sldNum" sz="quarter" idx="4"/>
          </p:nvPr>
        </p:nvSpPr>
        <p:spPr/>
        <p:txBody>
          <a:bodyPr/>
          <a:lstStyle/>
          <a:p>
            <a:fld id="{37F5C94B-8C55-478B-B509-BAE6A06B2E2A}" type="slidenum">
              <a:rPr lang="en-US" smtClean="0"/>
              <a:pPr/>
              <a:t>12</a:t>
            </a:fld>
            <a:endParaRPr lang="en-US" dirty="0"/>
          </a:p>
        </p:txBody>
      </p:sp>
    </p:spTree>
    <p:extLst>
      <p:ext uri="{BB962C8B-B14F-4D97-AF65-F5344CB8AC3E}">
        <p14:creationId xmlns:p14="http://schemas.microsoft.com/office/powerpoint/2010/main" val="2828308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16959945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4" name="Picture 13">
            <a:extLst>
              <a:ext uri="{FF2B5EF4-FFF2-40B4-BE49-F238E27FC236}">
                <a16:creationId xmlns:a16="http://schemas.microsoft.com/office/drawing/2014/main" id="{0BE9282E-7EE5-EED0-115A-44C9FC1CBFF7}"/>
              </a:ext>
            </a:extLst>
          </p:cNvPr>
          <p:cNvPicPr>
            <a:picLocks noChangeAspect="1"/>
          </p:cNvPicPr>
          <p:nvPr/>
        </p:nvPicPr>
        <p:blipFill>
          <a:blip r:embed="rId5"/>
          <a:stretch>
            <a:fillRect/>
          </a:stretch>
        </p:blipFill>
        <p:spPr>
          <a:xfrm>
            <a:off x="7980220" y="4203081"/>
            <a:ext cx="3520000" cy="1980000"/>
          </a:xfrm>
          <a:prstGeom prst="rect">
            <a:avLst/>
          </a:prstGeom>
          <a:effectLst>
            <a:outerShdw blurRad="50800" dist="38100" dir="5400000" algn="t" rotWithShape="0">
              <a:prstClr val="black">
                <a:alpha val="40000"/>
              </a:prstClr>
            </a:outerShdw>
          </a:effectLst>
        </p:spPr>
      </p:pic>
      <p:pic>
        <p:nvPicPr>
          <p:cNvPr id="15" name="Picture 14">
            <a:extLst>
              <a:ext uri="{FF2B5EF4-FFF2-40B4-BE49-F238E27FC236}">
                <a16:creationId xmlns:a16="http://schemas.microsoft.com/office/drawing/2014/main" id="{0DAEF33A-C03A-B6B7-C3F0-D8C0C29EC716}"/>
              </a:ext>
            </a:extLst>
          </p:cNvPr>
          <p:cNvPicPr>
            <a:picLocks noChangeAspect="1"/>
          </p:cNvPicPr>
          <p:nvPr/>
        </p:nvPicPr>
        <p:blipFill rotWithShape="1">
          <a:blip r:embed="rId6"/>
          <a:srcRect l="1600"/>
          <a:stretch/>
        </p:blipFill>
        <p:spPr>
          <a:xfrm>
            <a:off x="7990932" y="1885491"/>
            <a:ext cx="3509288" cy="1980000"/>
          </a:xfrm>
          <a:prstGeom prst="rect">
            <a:avLst/>
          </a:prstGeom>
          <a:effectLst>
            <a:outerShdw blurRad="50800" dist="38100" dir="5400000" algn="t" rotWithShape="0">
              <a:prstClr val="black">
                <a:alpha val="40000"/>
              </a:prstClr>
            </a:outerShdw>
          </a:effectLst>
        </p:spPr>
      </p:pic>
      <p:pic>
        <p:nvPicPr>
          <p:cNvPr id="16" name="Picture 15">
            <a:extLst>
              <a:ext uri="{FF2B5EF4-FFF2-40B4-BE49-F238E27FC236}">
                <a16:creationId xmlns:a16="http://schemas.microsoft.com/office/drawing/2014/main" id="{AFBF125F-B1C7-83BD-B565-DC34A8E39DCF}"/>
              </a:ext>
            </a:extLst>
          </p:cNvPr>
          <p:cNvPicPr>
            <a:picLocks noChangeAspect="1"/>
          </p:cNvPicPr>
          <p:nvPr/>
        </p:nvPicPr>
        <p:blipFill>
          <a:blip r:embed="rId7"/>
          <a:stretch>
            <a:fillRect/>
          </a:stretch>
        </p:blipFill>
        <p:spPr>
          <a:xfrm>
            <a:off x="4333417" y="1885491"/>
            <a:ext cx="3520000" cy="1980000"/>
          </a:xfrm>
          <a:prstGeom prst="rect">
            <a:avLst/>
          </a:prstGeom>
          <a:effectLst>
            <a:outerShdw blurRad="50800" dist="38100" dir="5400000" algn="t" rotWithShape="0">
              <a:prstClr val="black">
                <a:alpha val="40000"/>
              </a:prstClr>
            </a:outerShdw>
          </a:effectLst>
        </p:spPr>
      </p:pic>
      <p:pic>
        <p:nvPicPr>
          <p:cNvPr id="19" name="Picture 18">
            <a:extLst>
              <a:ext uri="{FF2B5EF4-FFF2-40B4-BE49-F238E27FC236}">
                <a16:creationId xmlns:a16="http://schemas.microsoft.com/office/drawing/2014/main" id="{6D3BD739-6C33-DC25-0F6C-7BBC701BCCDD}"/>
              </a:ext>
            </a:extLst>
          </p:cNvPr>
          <p:cNvPicPr>
            <a:picLocks noChangeAspect="1"/>
          </p:cNvPicPr>
          <p:nvPr/>
        </p:nvPicPr>
        <p:blipFill rotWithShape="1">
          <a:blip r:embed="rId8"/>
          <a:srcRect r="8262"/>
          <a:stretch/>
        </p:blipFill>
        <p:spPr>
          <a:xfrm>
            <a:off x="4377802" y="4186188"/>
            <a:ext cx="3510551" cy="1998000"/>
          </a:xfrm>
          <a:prstGeom prst="rect">
            <a:avLst/>
          </a:prstGeom>
          <a:effectLst>
            <a:outerShdw blurRad="50800" dist="38100" dir="5400000" algn="t" rotWithShape="0">
              <a:prstClr val="black">
                <a:alpha val="40000"/>
              </a:prstClr>
            </a:outerShdw>
          </a:effectLst>
        </p:spPr>
      </p:pic>
      <p:pic>
        <p:nvPicPr>
          <p:cNvPr id="20" name="Picture 19">
            <a:extLst>
              <a:ext uri="{FF2B5EF4-FFF2-40B4-BE49-F238E27FC236}">
                <a16:creationId xmlns:a16="http://schemas.microsoft.com/office/drawing/2014/main" id="{290BA0E2-4152-3DFB-A53C-4E0281858B49}"/>
              </a:ext>
            </a:extLst>
          </p:cNvPr>
          <p:cNvPicPr>
            <a:picLocks noChangeAspect="1"/>
          </p:cNvPicPr>
          <p:nvPr/>
        </p:nvPicPr>
        <p:blipFill>
          <a:blip r:embed="rId9"/>
          <a:stretch>
            <a:fillRect/>
          </a:stretch>
        </p:blipFill>
        <p:spPr>
          <a:xfrm>
            <a:off x="677165" y="1894044"/>
            <a:ext cx="3520000" cy="1980000"/>
          </a:xfrm>
          <a:prstGeom prst="rect">
            <a:avLst/>
          </a:prstGeom>
          <a:effectLst>
            <a:outerShdw blurRad="50800" dist="38100" dir="5400000" algn="t" rotWithShape="0">
              <a:prstClr val="black">
                <a:alpha val="40000"/>
              </a:prstClr>
            </a:outerShdw>
          </a:effectLst>
        </p:spPr>
      </p:pic>
      <p:pic>
        <p:nvPicPr>
          <p:cNvPr id="21" name="Picture 20">
            <a:extLst>
              <a:ext uri="{FF2B5EF4-FFF2-40B4-BE49-F238E27FC236}">
                <a16:creationId xmlns:a16="http://schemas.microsoft.com/office/drawing/2014/main" id="{65865D9E-2D04-2DD2-3732-7DC4623823DA}"/>
              </a:ext>
            </a:extLst>
          </p:cNvPr>
          <p:cNvPicPr>
            <a:picLocks noChangeAspect="1"/>
          </p:cNvPicPr>
          <p:nvPr/>
        </p:nvPicPr>
        <p:blipFill>
          <a:blip r:embed="rId10"/>
          <a:stretch>
            <a:fillRect/>
          </a:stretch>
        </p:blipFill>
        <p:spPr>
          <a:xfrm>
            <a:off x="698974" y="4203081"/>
            <a:ext cx="3520000" cy="1980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phase 6, 7 and 8</a:t>
            </a:r>
            <a:endParaRPr lang="en-US" b="0" dirty="0"/>
          </a:p>
        </p:txBody>
      </p:sp>
      <p:grpSp>
        <p:nvGrpSpPr>
          <p:cNvPr id="30" name="Group 29">
            <a:extLst>
              <a:ext uri="{FF2B5EF4-FFF2-40B4-BE49-F238E27FC236}">
                <a16:creationId xmlns:a16="http://schemas.microsoft.com/office/drawing/2014/main" id="{03C1CB4A-B7F1-DFCF-BA6A-2F7421C303DB}"/>
              </a:ext>
            </a:extLst>
          </p:cNvPr>
          <p:cNvGrpSpPr/>
          <p:nvPr/>
        </p:nvGrpSpPr>
        <p:grpSpPr>
          <a:xfrm>
            <a:off x="9888281" y="620311"/>
            <a:ext cx="1694574" cy="818761"/>
            <a:chOff x="1670747" y="-6886"/>
            <a:chExt cx="10988138" cy="2004494"/>
          </a:xfrm>
          <a:solidFill>
            <a:schemeClr val="bg1">
              <a:lumMod val="85000"/>
            </a:schemeClr>
          </a:solidFill>
        </p:grpSpPr>
        <p:sp>
          <p:nvSpPr>
            <p:cNvPr id="18" name="Chevron 17">
              <a:extLst>
                <a:ext uri="{FF2B5EF4-FFF2-40B4-BE49-F238E27FC236}">
                  <a16:creationId xmlns:a16="http://schemas.microsoft.com/office/drawing/2014/main" id="{1FEAC9A2-33AC-6AF5-1DDB-848C4B544656}"/>
                </a:ext>
              </a:extLst>
            </p:cNvPr>
            <p:cNvSpPr/>
            <p:nvPr/>
          </p:nvSpPr>
          <p:spPr bwMode="auto">
            <a:xfrm>
              <a:off x="3475975" y="-6886"/>
              <a:ext cx="1962000" cy="720000"/>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25" name="Chevron 17">
              <a:extLst>
                <a:ext uri="{FF2B5EF4-FFF2-40B4-BE49-F238E27FC236}">
                  <a16:creationId xmlns:a16="http://schemas.microsoft.com/office/drawing/2014/main" id="{F619D625-9259-BCEE-3FAA-2F6C5D35391C}"/>
                </a:ext>
              </a:extLst>
            </p:cNvPr>
            <p:cNvSpPr/>
            <p:nvPr/>
          </p:nvSpPr>
          <p:spPr bwMode="auto">
            <a:xfrm>
              <a:off x="7086431" y="-6886"/>
              <a:ext cx="1962000" cy="720000"/>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26" name="Chevron 17">
              <a:extLst>
                <a:ext uri="{FF2B5EF4-FFF2-40B4-BE49-F238E27FC236}">
                  <a16:creationId xmlns:a16="http://schemas.microsoft.com/office/drawing/2014/main" id="{A5D3A6EB-E10A-9D3B-AC64-8FFD80289979}"/>
                </a:ext>
              </a:extLst>
            </p:cNvPr>
            <p:cNvSpPr/>
            <p:nvPr/>
          </p:nvSpPr>
          <p:spPr bwMode="auto">
            <a:xfrm>
              <a:off x="5281203" y="-6886"/>
              <a:ext cx="1962000" cy="720000"/>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27" name="Chevron 17">
              <a:extLst>
                <a:ext uri="{FF2B5EF4-FFF2-40B4-BE49-F238E27FC236}">
                  <a16:creationId xmlns:a16="http://schemas.microsoft.com/office/drawing/2014/main" id="{90AAC472-7AAF-0B85-2B25-C906700AB5B2}"/>
                </a:ext>
              </a:extLst>
            </p:cNvPr>
            <p:cNvSpPr/>
            <p:nvPr/>
          </p:nvSpPr>
          <p:spPr bwMode="auto">
            <a:xfrm>
              <a:off x="8891659" y="-6886"/>
              <a:ext cx="1962000" cy="720000"/>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28" name="Chevron 17">
              <a:extLst>
                <a:ext uri="{FF2B5EF4-FFF2-40B4-BE49-F238E27FC236}">
                  <a16:creationId xmlns:a16="http://schemas.microsoft.com/office/drawing/2014/main" id="{FF31B7D7-BD63-A73A-BF23-AD41B32ED86D}"/>
                </a:ext>
              </a:extLst>
            </p:cNvPr>
            <p:cNvSpPr/>
            <p:nvPr/>
          </p:nvSpPr>
          <p:spPr bwMode="auto">
            <a:xfrm>
              <a:off x="10696885" y="-6886"/>
              <a:ext cx="1962000" cy="720000"/>
            </a:xfrm>
            <a:prstGeom prst="chevron">
              <a:avLst>
                <a:gd name="adj" fmla="val 31818"/>
              </a:avLst>
            </a:prstGeom>
            <a:solidFill>
              <a:schemeClr val="accent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29" name="Arrow: Pentagon 28">
              <a:extLst>
                <a:ext uri="{FF2B5EF4-FFF2-40B4-BE49-F238E27FC236}">
                  <a16:creationId xmlns:a16="http://schemas.microsoft.com/office/drawing/2014/main" id="{361FF745-DBDC-CD52-A3E0-DC89E3FEE845}"/>
                </a:ext>
              </a:extLst>
            </p:cNvPr>
            <p:cNvSpPr/>
            <p:nvPr/>
          </p:nvSpPr>
          <p:spPr>
            <a:xfrm>
              <a:off x="1670747" y="-6886"/>
              <a:ext cx="1962000" cy="720000"/>
            </a:xfrm>
            <a:prstGeom prst="homePlate">
              <a:avLst>
                <a:gd name="adj" fmla="val 30224"/>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33" name="Arrow: Pentagon 32">
              <a:extLst>
                <a:ext uri="{FF2B5EF4-FFF2-40B4-BE49-F238E27FC236}">
                  <a16:creationId xmlns:a16="http://schemas.microsoft.com/office/drawing/2014/main" id="{12797715-9DA1-EE6E-2B00-680C2692A1D7}"/>
                </a:ext>
              </a:extLst>
            </p:cNvPr>
            <p:cNvSpPr/>
            <p:nvPr/>
          </p:nvSpPr>
          <p:spPr>
            <a:xfrm>
              <a:off x="1670747" y="815214"/>
              <a:ext cx="10988138" cy="528812"/>
            </a:xfrm>
            <a:prstGeom prst="homePlate">
              <a:avLst>
                <a:gd name="adj" fmla="val 30224"/>
              </a:avLst>
            </a:prstGeom>
            <a:solidFill>
              <a:schemeClr val="accent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34" name="Arrow: Pentagon 33">
              <a:extLst>
                <a:ext uri="{FF2B5EF4-FFF2-40B4-BE49-F238E27FC236}">
                  <a16:creationId xmlns:a16="http://schemas.microsoft.com/office/drawing/2014/main" id="{DD4C0731-BD19-5D69-D73B-D9D7D6D38D67}"/>
                </a:ext>
              </a:extLst>
            </p:cNvPr>
            <p:cNvSpPr/>
            <p:nvPr/>
          </p:nvSpPr>
          <p:spPr>
            <a:xfrm>
              <a:off x="1670747" y="1468796"/>
              <a:ext cx="10988138" cy="528812"/>
            </a:xfrm>
            <a:prstGeom prst="homePlate">
              <a:avLst>
                <a:gd name="adj" fmla="val 30224"/>
              </a:avLst>
            </a:prstGeom>
            <a:solidFill>
              <a:schemeClr val="accent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grpSp>
      <p:sp>
        <p:nvSpPr>
          <p:cNvPr id="37" name="Footer Placeholder 36">
            <a:extLst>
              <a:ext uri="{FF2B5EF4-FFF2-40B4-BE49-F238E27FC236}">
                <a16:creationId xmlns:a16="http://schemas.microsoft.com/office/drawing/2014/main" id="{C70FB7A8-4730-91EC-1984-88BFEAAADF0D}"/>
              </a:ext>
            </a:extLst>
          </p:cNvPr>
          <p:cNvSpPr>
            <a:spLocks noGrp="1"/>
          </p:cNvSpPr>
          <p:nvPr>
            <p:ph type="ftr" sz="quarter" idx="3"/>
          </p:nvPr>
        </p:nvSpPr>
        <p:spPr/>
        <p:txBody>
          <a:bodyPr/>
          <a:lstStyle/>
          <a:p>
            <a:r>
              <a:rPr lang="en-US"/>
              <a:t>Domont Consulting</a:t>
            </a:r>
            <a:endParaRPr lang="en-US" dirty="0"/>
          </a:p>
        </p:txBody>
      </p:sp>
      <p:sp>
        <p:nvSpPr>
          <p:cNvPr id="38" name="Slide Number Placeholder 37">
            <a:extLst>
              <a:ext uri="{FF2B5EF4-FFF2-40B4-BE49-F238E27FC236}">
                <a16:creationId xmlns:a16="http://schemas.microsoft.com/office/drawing/2014/main" id="{0AD7F001-DEDC-241D-898A-C4FCF8AD896D}"/>
              </a:ext>
            </a:extLst>
          </p:cNvPr>
          <p:cNvSpPr>
            <a:spLocks noGrp="1"/>
          </p:cNvSpPr>
          <p:nvPr>
            <p:ph type="sldNum" sz="quarter" idx="4"/>
          </p:nvPr>
        </p:nvSpPr>
        <p:spPr/>
        <p:txBody>
          <a:bodyPr/>
          <a:lstStyle/>
          <a:p>
            <a:fld id="{37F5C94B-8C55-478B-B509-BAE6A06B2E2A}" type="slidenum">
              <a:rPr lang="en-US" smtClean="0"/>
              <a:pPr/>
              <a:t>13</a:t>
            </a:fld>
            <a:endParaRPr lang="en-US" dirty="0"/>
          </a:p>
        </p:txBody>
      </p:sp>
    </p:spTree>
    <p:extLst>
      <p:ext uri="{BB962C8B-B14F-4D97-AF65-F5344CB8AC3E}">
        <p14:creationId xmlns:p14="http://schemas.microsoft.com/office/powerpoint/2010/main" val="3487807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6566759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Toolkit includes multiple PowerPoint slides, Excel sheets and Video training that you can download on your device immediately after purchase</a:t>
            </a:r>
            <a:endParaRPr lang="en-US" sz="2400" kern="0" dirty="0"/>
          </a:p>
        </p:txBody>
      </p:sp>
      <p:sp>
        <p:nvSpPr>
          <p:cNvPr id="24" name="TextBox 23">
            <a:extLst>
              <a:ext uri="{FF2B5EF4-FFF2-40B4-BE49-F238E27FC236}">
                <a16:creationId xmlns:a16="http://schemas.microsoft.com/office/drawing/2014/main" id="{BAA9348D-3B76-CAB3-5A04-7493B1BF62D0}"/>
              </a:ext>
            </a:extLst>
          </p:cNvPr>
          <p:cNvSpPr txBox="1"/>
          <p:nvPr/>
        </p:nvSpPr>
        <p:spPr>
          <a:xfrm>
            <a:off x="621153" y="6023610"/>
            <a:ext cx="11073049" cy="461665"/>
          </a:xfrm>
          <a:prstGeom prst="rect">
            <a:avLst/>
          </a:prstGeom>
          <a:noFill/>
        </p:spPr>
        <p:txBody>
          <a:bodyPr wrap="square" rtlCol="0">
            <a:spAutoFit/>
          </a:bodyPr>
          <a:lstStyle/>
          <a:p>
            <a:r>
              <a:rPr lang="en-US" sz="1200" b="1" dirty="0"/>
              <a:t>*Please note that the number of Powerpoint slides and Excel sheets listed is the number of unique slides and sheets. For example, a Powerpoint slide that has been duplicated to facilitate our clients’ understanding only counts for one slide</a:t>
            </a:r>
          </a:p>
        </p:txBody>
      </p:sp>
      <p:sp>
        <p:nvSpPr>
          <p:cNvPr id="5" name="Rectangle: Rounded Corners 4">
            <a:extLst>
              <a:ext uri="{FF2B5EF4-FFF2-40B4-BE49-F238E27FC236}">
                <a16:creationId xmlns:a16="http://schemas.microsoft.com/office/drawing/2014/main" id="{A06D5FD9-3D93-33B7-6637-3FA343080225}"/>
              </a:ext>
            </a:extLst>
          </p:cNvPr>
          <p:cNvSpPr/>
          <p:nvPr/>
        </p:nvSpPr>
        <p:spPr>
          <a:xfrm>
            <a:off x="621153" y="495426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Rounded Corners 17">
            <a:extLst>
              <a:ext uri="{FF2B5EF4-FFF2-40B4-BE49-F238E27FC236}">
                <a16:creationId xmlns:a16="http://schemas.microsoft.com/office/drawing/2014/main" id="{CF416F9A-C352-3074-251B-889FB995E05D}"/>
              </a:ext>
            </a:extLst>
          </p:cNvPr>
          <p:cNvSpPr/>
          <p:nvPr/>
        </p:nvSpPr>
        <p:spPr>
          <a:xfrm>
            <a:off x="621153" y="388201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D57D4F4D-9809-C5E4-8FEE-40326BC7600D}"/>
              </a:ext>
            </a:extLst>
          </p:cNvPr>
          <p:cNvSpPr/>
          <p:nvPr/>
        </p:nvSpPr>
        <p:spPr>
          <a:xfrm>
            <a:off x="621153" y="2816044"/>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Rounded Corners 25">
            <a:extLst>
              <a:ext uri="{FF2B5EF4-FFF2-40B4-BE49-F238E27FC236}">
                <a16:creationId xmlns:a16="http://schemas.microsoft.com/office/drawing/2014/main" id="{7B03DF6F-FDFC-9A25-94AC-E81409379EDA}"/>
              </a:ext>
            </a:extLst>
          </p:cNvPr>
          <p:cNvSpPr/>
          <p:nvPr/>
        </p:nvSpPr>
        <p:spPr>
          <a:xfrm>
            <a:off x="621153" y="1720039"/>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Picture 2">
            <a:extLst>
              <a:ext uri="{FF2B5EF4-FFF2-40B4-BE49-F238E27FC236}">
                <a16:creationId xmlns:a16="http://schemas.microsoft.com/office/drawing/2014/main" id="{231F7364-437E-EA47-81EA-B15950F5790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960" y="1835113"/>
            <a:ext cx="675558" cy="62829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Download Microsoft Excel Logo in SVG Vector or PNG File Format - Logo.wine">
            <a:extLst>
              <a:ext uri="{FF2B5EF4-FFF2-40B4-BE49-F238E27FC236}">
                <a16:creationId xmlns:a16="http://schemas.microsoft.com/office/drawing/2014/main" id="{5D2EEB69-E89B-D473-F4E1-F4A6E4E8274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724" y="2843273"/>
            <a:ext cx="1307215" cy="871477"/>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3DC62D0C-0157-55A4-E1FB-A56E941DF99C}"/>
              </a:ext>
            </a:extLst>
          </p:cNvPr>
          <p:cNvSpPr txBox="1"/>
          <p:nvPr/>
        </p:nvSpPr>
        <p:spPr>
          <a:xfrm>
            <a:off x="1863088" y="1994804"/>
            <a:ext cx="4400551" cy="338554"/>
          </a:xfrm>
          <a:prstGeom prst="rect">
            <a:avLst/>
          </a:prstGeom>
          <a:noFill/>
        </p:spPr>
        <p:txBody>
          <a:bodyPr wrap="square" rtlCol="0">
            <a:spAutoFit/>
          </a:bodyPr>
          <a:lstStyle/>
          <a:p>
            <a:r>
              <a:rPr lang="en-US" sz="1600" b="1" dirty="0"/>
              <a:t>300 editable PowerPoint slides*</a:t>
            </a:r>
          </a:p>
        </p:txBody>
      </p:sp>
      <p:sp>
        <p:nvSpPr>
          <p:cNvPr id="31" name="TextBox 30">
            <a:extLst>
              <a:ext uri="{FF2B5EF4-FFF2-40B4-BE49-F238E27FC236}">
                <a16:creationId xmlns:a16="http://schemas.microsoft.com/office/drawing/2014/main" id="{8558C281-4535-78B5-4C8E-562F89EFD04B}"/>
              </a:ext>
            </a:extLst>
          </p:cNvPr>
          <p:cNvSpPr txBox="1"/>
          <p:nvPr/>
        </p:nvSpPr>
        <p:spPr>
          <a:xfrm>
            <a:off x="1863088" y="3125122"/>
            <a:ext cx="3005768" cy="338554"/>
          </a:xfrm>
          <a:prstGeom prst="rect">
            <a:avLst/>
          </a:prstGeom>
          <a:noFill/>
        </p:spPr>
        <p:txBody>
          <a:bodyPr wrap="square" rtlCol="0">
            <a:spAutoFit/>
          </a:bodyPr>
          <a:lstStyle/>
          <a:p>
            <a:r>
              <a:rPr lang="en-US" sz="1600" b="1"/>
              <a:t>32 </a:t>
            </a:r>
            <a:r>
              <a:rPr lang="en-US" sz="1600" b="1" dirty="0"/>
              <a:t>Excel sheets*</a:t>
            </a:r>
          </a:p>
        </p:txBody>
      </p:sp>
      <p:sp>
        <p:nvSpPr>
          <p:cNvPr id="32" name="TextBox 31">
            <a:extLst>
              <a:ext uri="{FF2B5EF4-FFF2-40B4-BE49-F238E27FC236}">
                <a16:creationId xmlns:a16="http://schemas.microsoft.com/office/drawing/2014/main" id="{476CB7AD-2E4C-C66A-5D37-CDDE25478CAC}"/>
              </a:ext>
            </a:extLst>
          </p:cNvPr>
          <p:cNvSpPr txBox="1"/>
          <p:nvPr/>
        </p:nvSpPr>
        <p:spPr>
          <a:xfrm>
            <a:off x="1863088" y="4153332"/>
            <a:ext cx="3450672" cy="338554"/>
          </a:xfrm>
          <a:prstGeom prst="rect">
            <a:avLst/>
          </a:prstGeom>
          <a:noFill/>
        </p:spPr>
        <p:txBody>
          <a:bodyPr wrap="square" rtlCol="0">
            <a:spAutoFit/>
          </a:bodyPr>
          <a:lstStyle/>
          <a:p>
            <a:r>
              <a:rPr lang="en-US" sz="1600" b="1"/>
              <a:t>31 </a:t>
            </a:r>
            <a:r>
              <a:rPr lang="en-US" sz="1600" b="1" dirty="0"/>
              <a:t>minutes of Video training</a:t>
            </a:r>
          </a:p>
        </p:txBody>
      </p:sp>
      <p:sp>
        <p:nvSpPr>
          <p:cNvPr id="34" name="Rectangle 33">
            <a:extLst>
              <a:ext uri="{FF2B5EF4-FFF2-40B4-BE49-F238E27FC236}">
                <a16:creationId xmlns:a16="http://schemas.microsoft.com/office/drawing/2014/main" id="{666B5B4D-70D7-A179-C644-9D1E6C984E46}"/>
              </a:ext>
            </a:extLst>
          </p:cNvPr>
          <p:cNvSpPr/>
          <p:nvPr/>
        </p:nvSpPr>
        <p:spPr>
          <a:xfrm>
            <a:off x="1686842" y="1812253"/>
            <a:ext cx="59203" cy="68981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7E174769-6919-6173-DE6D-5FAD3983EE47}"/>
              </a:ext>
            </a:extLst>
          </p:cNvPr>
          <p:cNvSpPr/>
          <p:nvPr/>
        </p:nvSpPr>
        <p:spPr>
          <a:xfrm>
            <a:off x="1686842" y="2949494"/>
            <a:ext cx="59203" cy="68981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8E60AE3E-9035-B7FB-670F-C52F829E3891}"/>
              </a:ext>
            </a:extLst>
          </p:cNvPr>
          <p:cNvSpPr/>
          <p:nvPr/>
        </p:nvSpPr>
        <p:spPr>
          <a:xfrm>
            <a:off x="1686842" y="3966891"/>
            <a:ext cx="59203" cy="68981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034079ED-F6EA-A879-2A08-BD0B6D5D3A68}"/>
              </a:ext>
            </a:extLst>
          </p:cNvPr>
          <p:cNvSpPr/>
          <p:nvPr/>
        </p:nvSpPr>
        <p:spPr>
          <a:xfrm>
            <a:off x="1686842" y="5045098"/>
            <a:ext cx="59203" cy="68981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Picture 37">
            <a:extLst>
              <a:ext uri="{FF2B5EF4-FFF2-40B4-BE49-F238E27FC236}">
                <a16:creationId xmlns:a16="http://schemas.microsoft.com/office/drawing/2014/main" id="{74E4C74D-FC09-6180-594A-8445B3A1002B}"/>
              </a:ext>
            </a:extLst>
          </p:cNvPr>
          <p:cNvPicPr>
            <a:picLocks noChangeAspect="1"/>
          </p:cNvPicPr>
          <p:nvPr/>
        </p:nvPicPr>
        <p:blipFill rotWithShape="1">
          <a:blip r:embed="rId8"/>
          <a:srcRect l="11344" t="22611" r="63111" b="28117"/>
          <a:stretch/>
        </p:blipFill>
        <p:spPr>
          <a:xfrm>
            <a:off x="794400" y="3945615"/>
            <a:ext cx="823861" cy="689810"/>
          </a:xfrm>
          <a:prstGeom prst="rect">
            <a:avLst/>
          </a:prstGeom>
        </p:spPr>
      </p:pic>
      <p:pic>
        <p:nvPicPr>
          <p:cNvPr id="6" name="Picture 2">
            <a:extLst>
              <a:ext uri="{FF2B5EF4-FFF2-40B4-BE49-F238E27FC236}">
                <a16:creationId xmlns:a16="http://schemas.microsoft.com/office/drawing/2014/main" id="{4D003C14-285E-9866-2391-2DCA5714B3A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2960" y="5110084"/>
            <a:ext cx="599827" cy="55983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002BD15-8F0D-28E9-2CCD-84F6302A85EB}"/>
              </a:ext>
            </a:extLst>
          </p:cNvPr>
          <p:cNvSpPr txBox="1"/>
          <p:nvPr/>
        </p:nvSpPr>
        <p:spPr>
          <a:xfrm>
            <a:off x="1863088" y="5220726"/>
            <a:ext cx="3450672" cy="338554"/>
          </a:xfrm>
          <a:prstGeom prst="rect">
            <a:avLst/>
          </a:prstGeom>
          <a:noFill/>
        </p:spPr>
        <p:txBody>
          <a:bodyPr wrap="square" rtlCol="0">
            <a:spAutoFit/>
          </a:bodyPr>
          <a:lstStyle/>
          <a:p>
            <a:r>
              <a:rPr lang="en-US" sz="1600" b="1" dirty="0"/>
              <a:t>10 Word pages</a:t>
            </a:r>
          </a:p>
        </p:txBody>
      </p:sp>
      <p:sp>
        <p:nvSpPr>
          <p:cNvPr id="9" name="Footer Placeholder 8">
            <a:extLst>
              <a:ext uri="{FF2B5EF4-FFF2-40B4-BE49-F238E27FC236}">
                <a16:creationId xmlns:a16="http://schemas.microsoft.com/office/drawing/2014/main" id="{BB76D20B-360A-B2F9-6EB4-D41A95394475}"/>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689EC524-1D16-8EEA-0AFF-FC2092978B4B}"/>
              </a:ext>
            </a:extLst>
          </p:cNvPr>
          <p:cNvSpPr>
            <a:spLocks noGrp="1"/>
          </p:cNvSpPr>
          <p:nvPr>
            <p:ph type="sldNum" sz="quarter" idx="4"/>
          </p:nvPr>
        </p:nvSpPr>
        <p:spPr/>
        <p:txBody>
          <a:bodyPr/>
          <a:lstStyle/>
          <a:p>
            <a:fld id="{37F5C94B-8C55-478B-B509-BAE6A06B2E2A}" type="slidenum">
              <a:rPr lang="en-US" smtClean="0"/>
              <a:pPr/>
              <a:t>14</a:t>
            </a:fld>
            <a:endParaRPr lang="en-US" dirty="0"/>
          </a:p>
        </p:txBody>
      </p:sp>
    </p:spTree>
    <p:extLst>
      <p:ext uri="{BB962C8B-B14F-4D97-AF65-F5344CB8AC3E}">
        <p14:creationId xmlns:p14="http://schemas.microsoft.com/office/powerpoint/2010/main" val="1209091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F394E08-585B-4505-9747-167D67881D89}"/>
              </a:ext>
            </a:extLst>
          </p:cNvPr>
          <p:cNvGraphicFramePr>
            <a:graphicFrameLocks noChangeAspect="1"/>
          </p:cNvGraphicFramePr>
          <p:nvPr>
            <p:custDataLst>
              <p:tags r:id="rId1"/>
            </p:custDataLst>
            <p:extLst>
              <p:ext uri="{D42A27DB-BD31-4B8C-83A1-F6EECF244321}">
                <p14:modId xmlns:p14="http://schemas.microsoft.com/office/powerpoint/2010/main" val="36784164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1F394E08-585B-4505-9747-167D67881D8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751010D-829D-4277-97AB-08D381FF1AB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lstStyle/>
          <a:p>
            <a:r>
              <a:rPr lang="en-US" sz="2400" kern="0" dirty="0"/>
              <a:t>Our Management Consulting Toolkits include 9 key benefits</a:t>
            </a:r>
            <a:endParaRPr lang="en-US" sz="2400" b="0" kern="0" dirty="0"/>
          </a:p>
        </p:txBody>
      </p:sp>
      <p:sp>
        <p:nvSpPr>
          <p:cNvPr id="7" name="Rectangle 6">
            <a:extLst>
              <a:ext uri="{FF2B5EF4-FFF2-40B4-BE49-F238E27FC236}">
                <a16:creationId xmlns:a16="http://schemas.microsoft.com/office/drawing/2014/main" id="{E0995E6E-91BA-B0E7-4827-A68EC447770B}"/>
              </a:ext>
            </a:extLst>
          </p:cNvPr>
          <p:cNvSpPr/>
          <p:nvPr/>
        </p:nvSpPr>
        <p:spPr>
          <a:xfrm>
            <a:off x="62345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760E3F4-FD20-38EA-1420-4623364ED51E}"/>
              </a:ext>
            </a:extLst>
          </p:cNvPr>
          <p:cNvSpPr/>
          <p:nvPr/>
        </p:nvSpPr>
        <p:spPr>
          <a:xfrm>
            <a:off x="4358343"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71454E6-A047-784E-7613-20D7CCDFF33E}"/>
              </a:ext>
            </a:extLst>
          </p:cNvPr>
          <p:cNvSpPr/>
          <p:nvPr/>
        </p:nvSpPr>
        <p:spPr>
          <a:xfrm>
            <a:off x="809323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B011522-144C-50E9-7C59-75376D78C1B7}"/>
              </a:ext>
            </a:extLst>
          </p:cNvPr>
          <p:cNvSpPr/>
          <p:nvPr/>
        </p:nvSpPr>
        <p:spPr>
          <a:xfrm>
            <a:off x="62345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33AC3B5-B093-8FC2-5B92-E7096884A7EF}"/>
              </a:ext>
            </a:extLst>
          </p:cNvPr>
          <p:cNvSpPr/>
          <p:nvPr/>
        </p:nvSpPr>
        <p:spPr>
          <a:xfrm>
            <a:off x="4358343"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B207AFA-900A-08C9-C601-047F9B971411}"/>
              </a:ext>
            </a:extLst>
          </p:cNvPr>
          <p:cNvSpPr/>
          <p:nvPr/>
        </p:nvSpPr>
        <p:spPr>
          <a:xfrm>
            <a:off x="809323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EF5CC02-D203-B520-C5B5-7DC6DED93266}"/>
              </a:ext>
            </a:extLst>
          </p:cNvPr>
          <p:cNvSpPr/>
          <p:nvPr/>
        </p:nvSpPr>
        <p:spPr>
          <a:xfrm>
            <a:off x="62345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938A4F5-5450-BF24-707B-85666AD593E9}"/>
              </a:ext>
            </a:extLst>
          </p:cNvPr>
          <p:cNvSpPr/>
          <p:nvPr/>
        </p:nvSpPr>
        <p:spPr>
          <a:xfrm>
            <a:off x="4358343"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FEFADB5E-4C81-33E2-D634-A1839CEA8691}"/>
              </a:ext>
            </a:extLst>
          </p:cNvPr>
          <p:cNvSpPr/>
          <p:nvPr/>
        </p:nvSpPr>
        <p:spPr>
          <a:xfrm>
            <a:off x="809323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AA7CD485-9B9C-7FFF-019C-F215989F53D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2218" y="2201757"/>
            <a:ext cx="509624" cy="509624"/>
          </a:xfrm>
          <a:prstGeom prst="rect">
            <a:avLst/>
          </a:prstGeom>
        </p:spPr>
      </p:pic>
      <p:sp>
        <p:nvSpPr>
          <p:cNvPr id="22" name="Rounded Rectangle 5">
            <a:extLst>
              <a:ext uri="{FF2B5EF4-FFF2-40B4-BE49-F238E27FC236}">
                <a16:creationId xmlns:a16="http://schemas.microsoft.com/office/drawing/2014/main" id="{F664C8EF-D253-2803-0178-09A2F1F96CDD}"/>
              </a:ext>
            </a:extLst>
          </p:cNvPr>
          <p:cNvSpPr/>
          <p:nvPr/>
        </p:nvSpPr>
        <p:spPr bwMode="auto">
          <a:xfrm>
            <a:off x="1470606"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growth &amp; efficiency of your organization </a:t>
            </a:r>
            <a:r>
              <a:rPr lang="en-US" sz="1200" b="0" i="0" dirty="0">
                <a:solidFill>
                  <a:srgbClr val="053881"/>
                </a:solidFill>
                <a:effectLst/>
                <a:latin typeface="Helvetica" panose="020B0604020202020204" pitchFamily="34" charset="0"/>
              </a:rPr>
              <a:t>by leveraging Management Consulting Toolkits created by ex-McKinsey, Deloitte &amp; BCG Consultants.</a:t>
            </a:r>
            <a:endParaRPr lang="en-US" sz="1200" dirty="0">
              <a:ea typeface="ＭＳ Ｐゴシック" pitchFamily="50" charset="-128"/>
            </a:endParaRPr>
          </a:p>
        </p:txBody>
      </p:sp>
      <p:sp>
        <p:nvSpPr>
          <p:cNvPr id="23" name="Rounded Rectangle 5">
            <a:extLst>
              <a:ext uri="{FF2B5EF4-FFF2-40B4-BE49-F238E27FC236}">
                <a16:creationId xmlns:a16="http://schemas.microsoft.com/office/drawing/2014/main" id="{B1D380C4-C6FD-13A7-39CE-E277C9BF1645}"/>
              </a:ext>
            </a:extLst>
          </p:cNvPr>
          <p:cNvSpPr/>
          <p:nvPr/>
        </p:nvSpPr>
        <p:spPr bwMode="auto">
          <a:xfrm>
            <a:off x="5206138"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Make a great investment for your career &amp; organization. </a:t>
            </a:r>
            <a:r>
              <a:rPr lang="en-US" sz="1200" b="0" i="0" dirty="0">
                <a:solidFill>
                  <a:srgbClr val="053881"/>
                </a:solidFill>
                <a:effectLst/>
                <a:latin typeface="Helvetica" panose="020B0604020202020204" pitchFamily="34" charset="0"/>
              </a:rPr>
              <a:t>It cost us US$8M+ over the past 10 years to create all our Toolkits. Get them for a fraction of this cost.</a:t>
            </a:r>
            <a:endParaRPr lang="en-US" sz="1200" dirty="0">
              <a:ea typeface="ＭＳ Ｐゴシック" pitchFamily="50" charset="-128"/>
            </a:endParaRPr>
          </a:p>
        </p:txBody>
      </p:sp>
      <p:sp>
        <p:nvSpPr>
          <p:cNvPr id="26" name="Rounded Rectangle 5">
            <a:extLst>
              <a:ext uri="{FF2B5EF4-FFF2-40B4-BE49-F238E27FC236}">
                <a16:creationId xmlns:a16="http://schemas.microsoft.com/office/drawing/2014/main" id="{28E73549-6EA8-6C56-AB0D-394D25DB4EFE}"/>
              </a:ext>
            </a:extLst>
          </p:cNvPr>
          <p:cNvSpPr/>
          <p:nvPr/>
        </p:nvSpPr>
        <p:spPr bwMode="auto">
          <a:xfrm>
            <a:off x="8941670"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a competitive advantage. </a:t>
            </a:r>
            <a:r>
              <a:rPr lang="en-US" sz="1200" b="0" i="0" dirty="0">
                <a:solidFill>
                  <a:srgbClr val="053881"/>
                </a:solidFill>
                <a:effectLst/>
                <a:latin typeface="Helvetica" panose="020B0604020202020204" pitchFamily="34" charset="0"/>
              </a:rPr>
              <a:t>It’s like hiring Management Consultants to create all the practical Frameworks, Tools &amp; Templates you need.</a:t>
            </a:r>
            <a:endParaRPr lang="en-US" sz="1200" dirty="0">
              <a:ea typeface="ＭＳ Ｐゴシック" pitchFamily="50" charset="-128"/>
            </a:endParaRPr>
          </a:p>
        </p:txBody>
      </p:sp>
      <p:sp>
        <p:nvSpPr>
          <p:cNvPr id="27" name="Rounded Rectangle 5">
            <a:extLst>
              <a:ext uri="{FF2B5EF4-FFF2-40B4-BE49-F238E27FC236}">
                <a16:creationId xmlns:a16="http://schemas.microsoft.com/office/drawing/2014/main" id="{812424AD-450E-927F-1233-1544347BC47F}"/>
              </a:ext>
            </a:extLst>
          </p:cNvPr>
          <p:cNvSpPr/>
          <p:nvPr/>
        </p:nvSpPr>
        <p:spPr bwMode="auto">
          <a:xfrm>
            <a:off x="1470606"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the job done quicker </a:t>
            </a:r>
            <a:r>
              <a:rPr lang="en-US" sz="1200" b="0" i="0" dirty="0">
                <a:solidFill>
                  <a:srgbClr val="053881"/>
                </a:solidFill>
                <a:effectLst/>
                <a:latin typeface="Helvetica" panose="020B0604020202020204" pitchFamily="34" charset="0"/>
              </a:rPr>
              <a:t>and never start from scratch again with our ready-made and fully editable Frameworks, Tools &amp; Templates in Powerpoint &amp; Excel.</a:t>
            </a:r>
            <a:endParaRPr lang="en-US" sz="1200" dirty="0">
              <a:ea typeface="ＭＳ Ｐゴシック" pitchFamily="50" charset="-128"/>
            </a:endParaRPr>
          </a:p>
        </p:txBody>
      </p:sp>
      <p:sp>
        <p:nvSpPr>
          <p:cNvPr id="28" name="Rounded Rectangle 5">
            <a:extLst>
              <a:ext uri="{FF2B5EF4-FFF2-40B4-BE49-F238E27FC236}">
                <a16:creationId xmlns:a16="http://schemas.microsoft.com/office/drawing/2014/main" id="{A2EC5241-F3A8-F265-3E22-EB43ABE1A1C6}"/>
              </a:ext>
            </a:extLst>
          </p:cNvPr>
          <p:cNvSpPr/>
          <p:nvPr/>
        </p:nvSpPr>
        <p:spPr bwMode="auto">
          <a:xfrm>
            <a:off x="8941670" y="3644073"/>
            <a:ext cx="2467550" cy="738664"/>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capabilities of your organization </a:t>
            </a:r>
            <a:r>
              <a:rPr lang="en-US" sz="1200" b="0" i="0" dirty="0">
                <a:solidFill>
                  <a:srgbClr val="053881"/>
                </a:solidFill>
                <a:effectLst/>
                <a:latin typeface="Helvetica" panose="020B0604020202020204" pitchFamily="34" charset="0"/>
              </a:rPr>
              <a:t>by learning how the Fortune 100 and Global Consulting Firms do it.</a:t>
            </a:r>
          </a:p>
        </p:txBody>
      </p:sp>
      <p:sp>
        <p:nvSpPr>
          <p:cNvPr id="29" name="Rounded Rectangle 5">
            <a:extLst>
              <a:ext uri="{FF2B5EF4-FFF2-40B4-BE49-F238E27FC236}">
                <a16:creationId xmlns:a16="http://schemas.microsoft.com/office/drawing/2014/main" id="{9D88DB97-7C34-0A0C-2DED-7A5380022445}"/>
              </a:ext>
            </a:extLst>
          </p:cNvPr>
          <p:cNvSpPr/>
          <p:nvPr/>
        </p:nvSpPr>
        <p:spPr bwMode="auto">
          <a:xfrm>
            <a:off x="1470606" y="5293242"/>
            <a:ext cx="2467550" cy="553998"/>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free support and advice </a:t>
            </a:r>
            <a:r>
              <a:rPr lang="en-US" sz="1200" b="0" i="0" dirty="0">
                <a:solidFill>
                  <a:srgbClr val="053881"/>
                </a:solidFill>
                <a:effectLst/>
                <a:latin typeface="Helvetica" panose="020B0604020202020204" pitchFamily="34" charset="0"/>
              </a:rPr>
              <a:t>from our ex-McKinsey, Deloitte &amp; BCG Management Consultants.</a:t>
            </a:r>
            <a:endParaRPr lang="en-US" sz="1200" dirty="0">
              <a:ea typeface="ＭＳ Ｐゴシック" pitchFamily="50" charset="-128"/>
            </a:endParaRPr>
          </a:p>
        </p:txBody>
      </p:sp>
      <p:sp>
        <p:nvSpPr>
          <p:cNvPr id="30" name="Rounded Rectangle 5">
            <a:extLst>
              <a:ext uri="{FF2B5EF4-FFF2-40B4-BE49-F238E27FC236}">
                <a16:creationId xmlns:a16="http://schemas.microsoft.com/office/drawing/2014/main" id="{B9DBF249-EEFB-86E5-1410-2D72D5445CAB}"/>
              </a:ext>
            </a:extLst>
          </p:cNvPr>
          <p:cNvSpPr/>
          <p:nvPr/>
        </p:nvSpPr>
        <p:spPr bwMode="auto">
          <a:xfrm>
            <a:off x="5206138" y="5016243"/>
            <a:ext cx="2467550" cy="1107996"/>
          </a:xfrm>
          <a:prstGeom prst="rect">
            <a:avLst/>
          </a:prstGeom>
          <a:noFill/>
          <a:ln w="19050" algn="ctr">
            <a:noFill/>
            <a:miter lim="800000"/>
            <a:headEnd type="none" w="sm" len="sm"/>
            <a:tailEnd type="none" w="sm" len="sm"/>
          </a:ln>
        </p:spPr>
        <p:txBody>
          <a:bodyPr wrap="square" lIns="0" tIns="0" rIns="0" bIns="0" anchor="ctr">
            <a:spAutoFit/>
          </a:bodyPr>
          <a:lstStyle/>
          <a:p>
            <a:endParaRPr lang="en-US" sz="1200" b="1" i="0" dirty="0">
              <a:solidFill>
                <a:srgbClr val="053881"/>
              </a:solidFill>
              <a:effectLst/>
              <a:latin typeface="Helvetica" panose="020B0604020202020204" pitchFamily="34" charset="0"/>
            </a:endParaRPr>
          </a:p>
          <a:p>
            <a:r>
              <a:rPr lang="en-US" sz="1200" b="1" i="0" dirty="0">
                <a:solidFill>
                  <a:srgbClr val="053881"/>
                </a:solidFill>
                <a:effectLst/>
                <a:latin typeface="Helvetica" panose="020B0604020202020204" pitchFamily="34" charset="0"/>
              </a:rPr>
              <a:t>Decrease your costs. </a:t>
            </a:r>
            <a:r>
              <a:rPr lang="en-US" sz="1200" b="0" i="0" dirty="0">
                <a:solidFill>
                  <a:srgbClr val="053881"/>
                </a:solidFill>
                <a:effectLst/>
                <a:latin typeface="Helvetica" panose="020B0604020202020204" pitchFamily="34" charset="0"/>
              </a:rPr>
              <a:t>Hiring tier-1 Consultants for a project would cost you $300k+. Way more expensive than our Toolkits, which will last you a lifetime!</a:t>
            </a:r>
            <a:endParaRPr lang="en-US" sz="1200" dirty="0">
              <a:ea typeface="ＭＳ Ｐゴシック" pitchFamily="50" charset="-128"/>
            </a:endParaRPr>
          </a:p>
        </p:txBody>
      </p:sp>
      <p:sp>
        <p:nvSpPr>
          <p:cNvPr id="31" name="Rounded Rectangle 5">
            <a:extLst>
              <a:ext uri="{FF2B5EF4-FFF2-40B4-BE49-F238E27FC236}">
                <a16:creationId xmlns:a16="http://schemas.microsoft.com/office/drawing/2014/main" id="{C074EF3D-1813-7902-A555-08D7A6C23019}"/>
              </a:ext>
            </a:extLst>
          </p:cNvPr>
          <p:cNvSpPr/>
          <p:nvPr/>
        </p:nvSpPr>
        <p:spPr bwMode="auto">
          <a:xfrm>
            <a:off x="8941670" y="5108576"/>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Become your organization’s subject matter expert </a:t>
            </a:r>
            <a:r>
              <a:rPr lang="en-US" sz="1200" b="0" i="0" dirty="0">
                <a:solidFill>
                  <a:srgbClr val="053881"/>
                </a:solidFill>
                <a:effectLst/>
                <a:latin typeface="Helvetica" panose="020B0604020202020204" pitchFamily="34" charset="0"/>
              </a:rPr>
              <a:t>and impress your stakeholders with world-class approaches to resolve common business problems.</a:t>
            </a:r>
            <a:endParaRPr lang="en-US" sz="1200" dirty="0">
              <a:ea typeface="ＭＳ Ｐゴシック" pitchFamily="50" charset="-128"/>
            </a:endParaRPr>
          </a:p>
        </p:txBody>
      </p:sp>
      <p:pic>
        <p:nvPicPr>
          <p:cNvPr id="32" name="Graphic 31">
            <a:extLst>
              <a:ext uri="{FF2B5EF4-FFF2-40B4-BE49-F238E27FC236}">
                <a16:creationId xmlns:a16="http://schemas.microsoft.com/office/drawing/2014/main" id="{A912F6A8-7755-96B0-1BF1-CA38F6CC857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92182" y="2168438"/>
            <a:ext cx="576263" cy="576263"/>
          </a:xfrm>
          <a:prstGeom prst="rect">
            <a:avLst/>
          </a:prstGeom>
        </p:spPr>
      </p:pic>
      <p:pic>
        <p:nvPicPr>
          <p:cNvPr id="33" name="Graphic 32">
            <a:extLst>
              <a:ext uri="{FF2B5EF4-FFF2-40B4-BE49-F238E27FC236}">
                <a16:creationId xmlns:a16="http://schemas.microsoft.com/office/drawing/2014/main" id="{CE4974F3-ECF8-466E-0BC1-97429FC20B94}"/>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73737" y="2212854"/>
            <a:ext cx="487430" cy="487430"/>
          </a:xfrm>
          <a:prstGeom prst="rect">
            <a:avLst/>
          </a:prstGeom>
        </p:spPr>
      </p:pic>
      <p:pic>
        <p:nvPicPr>
          <p:cNvPr id="34" name="Graphic 33">
            <a:extLst>
              <a:ext uri="{FF2B5EF4-FFF2-40B4-BE49-F238E27FC236}">
                <a16:creationId xmlns:a16="http://schemas.microsoft.com/office/drawing/2014/main" id="{AA4AE859-771D-EA7A-DE78-A7FAC68B21F0}"/>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16558" y="3746630"/>
            <a:ext cx="533551" cy="533551"/>
          </a:xfrm>
          <a:prstGeom prst="rect">
            <a:avLst/>
          </a:prstGeom>
        </p:spPr>
      </p:pic>
      <p:pic>
        <p:nvPicPr>
          <p:cNvPr id="36" name="Graphic 35">
            <a:extLst>
              <a:ext uri="{FF2B5EF4-FFF2-40B4-BE49-F238E27FC236}">
                <a16:creationId xmlns:a16="http://schemas.microsoft.com/office/drawing/2014/main" id="{AD0E1CAC-441C-9262-8EDC-3890CD2E5B4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468090" y="5255693"/>
            <a:ext cx="629096" cy="629096"/>
          </a:xfrm>
          <a:prstGeom prst="rect">
            <a:avLst/>
          </a:prstGeom>
        </p:spPr>
      </p:pic>
      <p:pic>
        <p:nvPicPr>
          <p:cNvPr id="39" name="Graphic 38">
            <a:extLst>
              <a:ext uri="{FF2B5EF4-FFF2-40B4-BE49-F238E27FC236}">
                <a16:creationId xmlns:a16="http://schemas.microsoft.com/office/drawing/2014/main" id="{7041940F-C223-8CDD-F031-D40DD7E4E4F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223806" y="5276595"/>
            <a:ext cx="587292" cy="587292"/>
          </a:xfrm>
          <a:prstGeom prst="rect">
            <a:avLst/>
          </a:prstGeom>
        </p:spPr>
      </p:pic>
      <p:pic>
        <p:nvPicPr>
          <p:cNvPr id="42" name="Graphic 41">
            <a:extLst>
              <a:ext uri="{FF2B5EF4-FFF2-40B4-BE49-F238E27FC236}">
                <a16:creationId xmlns:a16="http://schemas.microsoft.com/office/drawing/2014/main" id="{817D6250-7BD1-07BD-54C9-FF55282E8AB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20882" y="5343654"/>
            <a:ext cx="453174" cy="453174"/>
          </a:xfrm>
          <a:prstGeom prst="rect">
            <a:avLst/>
          </a:prstGeom>
        </p:spPr>
      </p:pic>
      <p:sp>
        <p:nvSpPr>
          <p:cNvPr id="43" name="Rounded Rectangle 5">
            <a:extLst>
              <a:ext uri="{FF2B5EF4-FFF2-40B4-BE49-F238E27FC236}">
                <a16:creationId xmlns:a16="http://schemas.microsoft.com/office/drawing/2014/main" id="{35773859-1551-24FA-766B-DEBA9384247B}"/>
              </a:ext>
            </a:extLst>
          </p:cNvPr>
          <p:cNvSpPr/>
          <p:nvPr/>
        </p:nvSpPr>
        <p:spPr bwMode="auto">
          <a:xfrm>
            <a:off x="5206138"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Don't reinvent the wheel. </a:t>
            </a:r>
            <a:r>
              <a:rPr lang="en-US" sz="1200" b="0" i="0" dirty="0">
                <a:solidFill>
                  <a:srgbClr val="053881"/>
                </a:solidFill>
                <a:effectLst/>
                <a:latin typeface="Helvetica" panose="020B0604020202020204" pitchFamily="34" charset="0"/>
              </a:rPr>
              <a:t>We have already worked 30,000+ hours over the past 10 years to create all the Management Consulting Toolkits you need.</a:t>
            </a:r>
            <a:endParaRPr lang="en-US" sz="1200" dirty="0">
              <a:ea typeface="ＭＳ Ｐゴシック" pitchFamily="50" charset="-128"/>
            </a:endParaRPr>
          </a:p>
        </p:txBody>
      </p:sp>
      <p:pic>
        <p:nvPicPr>
          <p:cNvPr id="44" name="Graphic 43" descr="Stopwatch 66% outline">
            <a:extLst>
              <a:ext uri="{FF2B5EF4-FFF2-40B4-BE49-F238E27FC236}">
                <a16:creationId xmlns:a16="http://schemas.microsoft.com/office/drawing/2014/main" id="{558EA078-3275-6A21-DCC5-4B366E8DC307}"/>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31239" y="3575144"/>
            <a:ext cx="739367" cy="739367"/>
          </a:xfrm>
          <a:prstGeom prst="rect">
            <a:avLst/>
          </a:prstGeom>
        </p:spPr>
      </p:pic>
      <p:pic>
        <p:nvPicPr>
          <p:cNvPr id="51" name="Graphic 50" descr="Steering Wheel outline">
            <a:extLst>
              <a:ext uri="{FF2B5EF4-FFF2-40B4-BE49-F238E27FC236}">
                <a16:creationId xmlns:a16="http://schemas.microsoft.com/office/drawing/2014/main" id="{C6EC77E8-A539-C100-7C53-F2165FD1421C}"/>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465460" y="3644073"/>
            <a:ext cx="728441" cy="728441"/>
          </a:xfrm>
          <a:prstGeom prst="rect">
            <a:avLst/>
          </a:prstGeom>
        </p:spPr>
      </p:pic>
      <p:sp>
        <p:nvSpPr>
          <p:cNvPr id="5" name="Footer Placeholder 4">
            <a:extLst>
              <a:ext uri="{FF2B5EF4-FFF2-40B4-BE49-F238E27FC236}">
                <a16:creationId xmlns:a16="http://schemas.microsoft.com/office/drawing/2014/main" id="{465CB305-3EA9-70AB-9C44-CFC41DA75549}"/>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45FC895A-D927-72EA-09B9-323957407AC1}"/>
              </a:ext>
            </a:extLst>
          </p:cNvPr>
          <p:cNvSpPr>
            <a:spLocks noGrp="1"/>
          </p:cNvSpPr>
          <p:nvPr>
            <p:ph type="sldNum" sz="quarter" idx="4"/>
          </p:nvPr>
        </p:nvSpPr>
        <p:spPr/>
        <p:txBody>
          <a:bodyPr/>
          <a:lstStyle/>
          <a:p>
            <a:fld id="{37F5C94B-8C55-478B-B509-BAE6A06B2E2A}" type="slidenum">
              <a:rPr lang="en-US" smtClean="0"/>
              <a:pPr/>
              <a:t>15</a:t>
            </a:fld>
            <a:endParaRPr lang="en-US" dirty="0"/>
          </a:p>
        </p:txBody>
      </p:sp>
    </p:spTree>
    <p:extLst>
      <p:ext uri="{BB962C8B-B14F-4D97-AF65-F5344CB8AC3E}">
        <p14:creationId xmlns:p14="http://schemas.microsoft.com/office/powerpoint/2010/main" val="3938337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CB5ED6B-8FA4-B70C-ED66-9357630FC2B7}"/>
              </a:ext>
            </a:extLst>
          </p:cNvPr>
          <p:cNvGraphicFramePr>
            <a:graphicFrameLocks noChangeAspect="1"/>
          </p:cNvGraphicFramePr>
          <p:nvPr>
            <p:custDataLst>
              <p:tags r:id="rId1"/>
            </p:custDataLst>
            <p:extLst>
              <p:ext uri="{D42A27DB-BD31-4B8C-83A1-F6EECF244321}">
                <p14:modId xmlns:p14="http://schemas.microsoft.com/office/powerpoint/2010/main" val="2078732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7CB5ED6B-8FA4-B70C-ED66-9357630FC2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5D58A1A0-06A2-4FAC-A5EA-99253435D8B8}"/>
              </a:ext>
            </a:extLst>
          </p:cNvPr>
          <p:cNvPicPr>
            <a:picLocks noChangeAspect="1"/>
          </p:cNvPicPr>
          <p:nvPr/>
        </p:nvPicPr>
        <p:blipFill>
          <a:blip r:embed="rId5"/>
          <a:stretch>
            <a:fillRect/>
          </a:stretch>
        </p:blipFill>
        <p:spPr>
          <a:xfrm>
            <a:off x="1321620" y="1968982"/>
            <a:ext cx="9458036" cy="3701886"/>
          </a:xfrm>
          <a:prstGeom prst="rect">
            <a:avLst/>
          </a:prstGeom>
          <a:ln>
            <a:noFill/>
          </a:ln>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DEFE2F89-2C68-4882-ACAA-4D3583EC021E}"/>
              </a:ext>
            </a:extLst>
          </p:cNvPr>
          <p:cNvSpPr>
            <a:spLocks noGrp="1"/>
          </p:cNvSpPr>
          <p:nvPr>
            <p:ph type="title"/>
          </p:nvPr>
        </p:nvSpPr>
        <p:spPr/>
        <p:txBody>
          <a:bodyPr vert="horz"/>
          <a:lstStyle/>
          <a:p>
            <a:r>
              <a:rPr lang="en-US" dirty="0"/>
              <a:t>What our clients say about our Toolkits</a:t>
            </a:r>
            <a:endParaRPr lang="en-US" b="0" dirty="0"/>
          </a:p>
        </p:txBody>
      </p:sp>
      <p:sp>
        <p:nvSpPr>
          <p:cNvPr id="7" name="Rectangle: Rounded Corners 6">
            <a:hlinkClick r:id="rId6"/>
            <a:extLst>
              <a:ext uri="{FF2B5EF4-FFF2-40B4-BE49-F238E27FC236}">
                <a16:creationId xmlns:a16="http://schemas.microsoft.com/office/drawing/2014/main" id="{34408D4B-2DBA-45D0-9E35-C8280CE479B1}"/>
              </a:ext>
            </a:extLst>
          </p:cNvPr>
          <p:cNvSpPr/>
          <p:nvPr/>
        </p:nvSpPr>
        <p:spPr bwMode="auto">
          <a:xfrm>
            <a:off x="5303240" y="5271355"/>
            <a:ext cx="1585519" cy="346348"/>
          </a:xfrm>
          <a:prstGeom prst="roundRect">
            <a:avLst>
              <a:gd name="adj" fmla="val 10721"/>
            </a:avLst>
          </a:prstGeom>
          <a:solidFill>
            <a:srgbClr val="3EA9F5"/>
          </a:solidFill>
          <a:ln>
            <a:noFill/>
          </a:ln>
          <a:effectLst/>
        </p:spPr>
        <p:txBody>
          <a:bodyPr wrap="square" lIns="91428" tIns="100800" rIns="91428" bIns="91440" rtlCol="0" anchor="ctr">
            <a:noAutofit/>
          </a:bodyPr>
          <a:lstStyle/>
          <a:p>
            <a:pPr algn="ctr" defTabSz="623853" fontAlgn="base">
              <a:lnSpc>
                <a:spcPts val="1100"/>
              </a:lnSpc>
              <a:spcBef>
                <a:spcPct val="0"/>
              </a:spcBef>
              <a:spcAft>
                <a:spcPct val="0"/>
              </a:spcAft>
              <a:buClr>
                <a:srgbClr val="000000"/>
              </a:buClr>
            </a:pPr>
            <a:r>
              <a:rPr lang="en-US" sz="1100" b="1" dirty="0">
                <a:solidFill>
                  <a:schemeClr val="bg1"/>
                </a:solidFill>
                <a:latin typeface="Arial" charset="0"/>
                <a:cs typeface="Times New Roman" pitchFamily="18" charset="0"/>
              </a:rPr>
              <a:t>Click here to see more reviews &gt;</a:t>
            </a:r>
          </a:p>
        </p:txBody>
      </p:sp>
      <p:sp>
        <p:nvSpPr>
          <p:cNvPr id="3" name="Oval 2">
            <a:hlinkClick r:id="rId7"/>
            <a:extLst>
              <a:ext uri="{FF2B5EF4-FFF2-40B4-BE49-F238E27FC236}">
                <a16:creationId xmlns:a16="http://schemas.microsoft.com/office/drawing/2014/main" id="{E7801C33-1882-44AC-8209-E2ACFFBF177C}"/>
              </a:ext>
            </a:extLst>
          </p:cNvPr>
          <p:cNvSpPr/>
          <p:nvPr/>
        </p:nvSpPr>
        <p:spPr>
          <a:xfrm>
            <a:off x="10419046" y="3957144"/>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hlinkClick r:id="rId7"/>
            <a:extLst>
              <a:ext uri="{FF2B5EF4-FFF2-40B4-BE49-F238E27FC236}">
                <a16:creationId xmlns:a16="http://schemas.microsoft.com/office/drawing/2014/main" id="{F65F7B22-3F2E-42E7-BE12-BCF3C4BCBF84}"/>
              </a:ext>
            </a:extLst>
          </p:cNvPr>
          <p:cNvSpPr/>
          <p:nvPr/>
        </p:nvSpPr>
        <p:spPr>
          <a:xfrm>
            <a:off x="1327557" y="3892492"/>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3">
            <a:extLst>
              <a:ext uri="{FF2B5EF4-FFF2-40B4-BE49-F238E27FC236}">
                <a16:creationId xmlns:a16="http://schemas.microsoft.com/office/drawing/2014/main" id="{617F4834-AE4A-8024-4B5B-3C0880ACA51F}"/>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A4DA3090-CB7D-773C-BE81-2B74F7458709}"/>
              </a:ext>
            </a:extLst>
          </p:cNvPr>
          <p:cNvSpPr>
            <a:spLocks noGrp="1"/>
          </p:cNvSpPr>
          <p:nvPr>
            <p:ph type="sldNum" sz="quarter" idx="4"/>
          </p:nvPr>
        </p:nvSpPr>
        <p:spPr/>
        <p:txBody>
          <a:bodyPr/>
          <a:lstStyle/>
          <a:p>
            <a:fld id="{37F5C94B-8C55-478B-B509-BAE6A06B2E2A}" type="slidenum">
              <a:rPr lang="en-US" smtClean="0"/>
              <a:pPr/>
              <a:t>16</a:t>
            </a:fld>
            <a:endParaRPr lang="en-US" dirty="0"/>
          </a:p>
        </p:txBody>
      </p:sp>
    </p:spTree>
    <p:extLst>
      <p:ext uri="{BB962C8B-B14F-4D97-AF65-F5344CB8AC3E}">
        <p14:creationId xmlns:p14="http://schemas.microsoft.com/office/powerpoint/2010/main" val="1926619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1978348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6" name="Title 1">
            <a:extLst>
              <a:ext uri="{FF2B5EF4-FFF2-40B4-BE49-F238E27FC236}">
                <a16:creationId xmlns:a16="http://schemas.microsoft.com/office/drawing/2014/main" id="{E1807DFC-6E0A-41E9-BAC7-1EE85BC2BECF}"/>
              </a:ext>
            </a:extLst>
          </p:cNvPr>
          <p:cNvSpPr txBox="1">
            <a:spLocks noGrp="1"/>
          </p:cNvSpPr>
          <p:nvPr>
            <p:ph type="title"/>
          </p:nvPr>
        </p:nvSpPr>
        <p:spPr>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Join 200,000+ Executives, Consultants &amp; Entrepreneurs leveraging our Toolkits to improve the performance of their organization</a:t>
            </a:r>
            <a:endParaRPr lang="en-US" sz="2400" b="0" kern="0" dirty="0"/>
          </a:p>
        </p:txBody>
      </p:sp>
      <p:sp>
        <p:nvSpPr>
          <p:cNvPr id="2" name="Rectangle 1">
            <a:extLst>
              <a:ext uri="{FF2B5EF4-FFF2-40B4-BE49-F238E27FC236}">
                <a16:creationId xmlns:a16="http://schemas.microsoft.com/office/drawing/2014/main" id="{A962B74C-75B9-94DD-8E27-57692538BA17}"/>
              </a:ext>
            </a:extLst>
          </p:cNvPr>
          <p:cNvSpPr/>
          <p:nvPr/>
        </p:nvSpPr>
        <p:spPr>
          <a:xfrm>
            <a:off x="616285" y="1648544"/>
            <a:ext cx="7416000"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4DF4256-F406-5ABB-5F23-D915115DCCDB}"/>
              </a:ext>
            </a:extLst>
          </p:cNvPr>
          <p:cNvSpPr/>
          <p:nvPr/>
        </p:nvSpPr>
        <p:spPr>
          <a:xfrm>
            <a:off x="8087873" y="1648544"/>
            <a:ext cx="3508381"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08B0DF4-A6EA-4926-BCB2-370EDE306BD5}"/>
              </a:ext>
            </a:extLst>
          </p:cNvPr>
          <p:cNvSpPr txBox="1"/>
          <p:nvPr/>
        </p:nvSpPr>
        <p:spPr>
          <a:xfrm>
            <a:off x="634084" y="1648544"/>
            <a:ext cx="7425359" cy="369332"/>
          </a:xfrm>
          <a:prstGeom prst="rect">
            <a:avLst/>
          </a:prstGeom>
          <a:noFill/>
        </p:spPr>
        <p:txBody>
          <a:bodyPr wrap="square" rtlCol="0">
            <a:spAutoFit/>
          </a:bodyPr>
          <a:lstStyle/>
          <a:p>
            <a:r>
              <a:rPr lang="en-US" dirty="0"/>
              <a:t>Trusted by small and large organizations</a:t>
            </a:r>
          </a:p>
        </p:txBody>
      </p:sp>
      <p:sp>
        <p:nvSpPr>
          <p:cNvPr id="6" name="TextBox 5">
            <a:extLst>
              <a:ext uri="{FF2B5EF4-FFF2-40B4-BE49-F238E27FC236}">
                <a16:creationId xmlns:a16="http://schemas.microsoft.com/office/drawing/2014/main" id="{A6342A59-F39E-3014-C636-92960AC5C071}"/>
              </a:ext>
            </a:extLst>
          </p:cNvPr>
          <p:cNvSpPr txBox="1"/>
          <p:nvPr/>
        </p:nvSpPr>
        <p:spPr>
          <a:xfrm>
            <a:off x="8064688" y="1648544"/>
            <a:ext cx="3623927" cy="369332"/>
          </a:xfrm>
          <a:prstGeom prst="rect">
            <a:avLst/>
          </a:prstGeom>
          <a:noFill/>
        </p:spPr>
        <p:txBody>
          <a:bodyPr wrap="square" rtlCol="0">
            <a:spAutoFit/>
          </a:bodyPr>
          <a:lstStyle/>
          <a:p>
            <a:r>
              <a:rPr lang="en-US" dirty="0"/>
              <a:t>Customer satisfaction</a:t>
            </a:r>
          </a:p>
        </p:txBody>
      </p:sp>
      <p:sp>
        <p:nvSpPr>
          <p:cNvPr id="7" name="Rectangle 6">
            <a:extLst>
              <a:ext uri="{FF2B5EF4-FFF2-40B4-BE49-F238E27FC236}">
                <a16:creationId xmlns:a16="http://schemas.microsoft.com/office/drawing/2014/main" id="{9EDD568C-1DE4-6515-9B2E-6BA2D546AD92}"/>
              </a:ext>
            </a:extLst>
          </p:cNvPr>
          <p:cNvSpPr/>
          <p:nvPr/>
        </p:nvSpPr>
        <p:spPr>
          <a:xfrm>
            <a:off x="616285" y="2675070"/>
            <a:ext cx="7416000" cy="3733268"/>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82732DF-EB8D-BB18-A809-B81EB32FED81}"/>
              </a:ext>
            </a:extLst>
          </p:cNvPr>
          <p:cNvSpPr txBox="1"/>
          <p:nvPr/>
        </p:nvSpPr>
        <p:spPr>
          <a:xfrm>
            <a:off x="634086" y="2709886"/>
            <a:ext cx="7327609" cy="1077218"/>
          </a:xfrm>
          <a:prstGeom prst="rect">
            <a:avLst/>
          </a:prstGeom>
          <a:noFill/>
        </p:spPr>
        <p:txBody>
          <a:bodyPr wrap="square" rtlCol="0">
            <a:spAutoFit/>
          </a:bodyPr>
          <a:lstStyle/>
          <a:p>
            <a:r>
              <a:rPr lang="en-US" dirty="0"/>
              <a:t>Number of countries leveraging our Toolkits</a:t>
            </a:r>
          </a:p>
          <a:p>
            <a:r>
              <a:rPr lang="en-US" sz="2800" b="1" dirty="0">
                <a:solidFill>
                  <a:schemeClr val="accent2"/>
                </a:solidFill>
              </a:rPr>
              <a:t>160+ </a:t>
            </a:r>
          </a:p>
          <a:p>
            <a:endParaRPr lang="en-US" dirty="0"/>
          </a:p>
        </p:txBody>
      </p:sp>
      <p:sp>
        <p:nvSpPr>
          <p:cNvPr id="9" name="Rectangle 8">
            <a:extLst>
              <a:ext uri="{FF2B5EF4-FFF2-40B4-BE49-F238E27FC236}">
                <a16:creationId xmlns:a16="http://schemas.microsoft.com/office/drawing/2014/main" id="{FDCE55B0-8DF3-F891-70F7-EBD939067D53}"/>
              </a:ext>
            </a:extLst>
          </p:cNvPr>
          <p:cNvSpPr/>
          <p:nvPr/>
        </p:nvSpPr>
        <p:spPr>
          <a:xfrm>
            <a:off x="8087873" y="2670574"/>
            <a:ext cx="3508381" cy="1588313"/>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D2AC5B92-C47E-9941-ACE2-8C1EBA9995C7}"/>
              </a:ext>
            </a:extLst>
          </p:cNvPr>
          <p:cNvSpPr txBox="1"/>
          <p:nvPr/>
        </p:nvSpPr>
        <p:spPr>
          <a:xfrm>
            <a:off x="8064688" y="2669659"/>
            <a:ext cx="3602468" cy="1354217"/>
          </a:xfrm>
          <a:prstGeom prst="rect">
            <a:avLst/>
          </a:prstGeom>
          <a:noFill/>
        </p:spPr>
        <p:txBody>
          <a:bodyPr wrap="square" rtlCol="0">
            <a:spAutoFit/>
          </a:bodyPr>
          <a:lstStyle/>
          <a:p>
            <a:r>
              <a:rPr lang="en-US" dirty="0"/>
              <a:t>Number of professionals leveraging our Toolkits</a:t>
            </a:r>
          </a:p>
          <a:p>
            <a:endParaRPr lang="en-US" dirty="0"/>
          </a:p>
          <a:p>
            <a:r>
              <a:rPr lang="en-US" sz="2800" b="1" dirty="0">
                <a:solidFill>
                  <a:schemeClr val="accent2"/>
                </a:solidFill>
              </a:rPr>
              <a:t>200,000+</a:t>
            </a:r>
          </a:p>
        </p:txBody>
      </p:sp>
      <p:grpSp>
        <p:nvGrpSpPr>
          <p:cNvPr id="14" name="Group 5">
            <a:extLst>
              <a:ext uri="{FF2B5EF4-FFF2-40B4-BE49-F238E27FC236}">
                <a16:creationId xmlns:a16="http://schemas.microsoft.com/office/drawing/2014/main" id="{732D0F89-CF30-4FD0-1C26-882D37E55FA9}"/>
              </a:ext>
            </a:extLst>
          </p:cNvPr>
          <p:cNvGrpSpPr>
            <a:grpSpLocks/>
          </p:cNvGrpSpPr>
          <p:nvPr/>
        </p:nvGrpSpPr>
        <p:grpSpPr bwMode="auto">
          <a:xfrm>
            <a:off x="5622228" y="5262105"/>
            <a:ext cx="297844" cy="94643"/>
            <a:chOff x="4449" y="3335"/>
            <a:chExt cx="260" cy="83"/>
          </a:xfrm>
          <a:solidFill>
            <a:schemeClr val="accent2"/>
          </a:solidFill>
        </p:grpSpPr>
        <p:sp>
          <p:nvSpPr>
            <p:cNvPr id="15" name="Freeform 6">
              <a:extLst>
                <a:ext uri="{FF2B5EF4-FFF2-40B4-BE49-F238E27FC236}">
                  <a16:creationId xmlns:a16="http://schemas.microsoft.com/office/drawing/2014/main" id="{BF9E5B90-1AEC-73F5-0602-14CA9A383DD2}"/>
                </a:ext>
              </a:extLst>
            </p:cNvPr>
            <p:cNvSpPr>
              <a:spLocks/>
            </p:cNvSpPr>
            <p:nvPr/>
          </p:nvSpPr>
          <p:spPr bwMode="auto">
            <a:xfrm>
              <a:off x="4449" y="3340"/>
              <a:ext cx="52" cy="69"/>
            </a:xfrm>
            <a:custGeom>
              <a:avLst/>
              <a:gdLst>
                <a:gd name="T0" fmla="*/ 0 w 52"/>
                <a:gd name="T1" fmla="*/ 0 h 69"/>
                <a:gd name="T2" fmla="*/ 0 w 52"/>
                <a:gd name="T3" fmla="*/ 0 h 69"/>
                <a:gd name="T4" fmla="*/ 10 w 52"/>
                <a:gd name="T5" fmla="*/ 0 h 69"/>
                <a:gd name="T6" fmla="*/ 13 w 52"/>
                <a:gd name="T7" fmla="*/ 13 h 69"/>
                <a:gd name="T8" fmla="*/ 26 w 52"/>
                <a:gd name="T9" fmla="*/ 5 h 69"/>
                <a:gd name="T10" fmla="*/ 43 w 52"/>
                <a:gd name="T11" fmla="*/ 21 h 69"/>
                <a:gd name="T12" fmla="*/ 51 w 52"/>
                <a:gd name="T13" fmla="*/ 68 h 69"/>
                <a:gd name="T14" fmla="*/ 50 w 52"/>
                <a:gd name="T15" fmla="*/ 68 h 69"/>
                <a:gd name="T16" fmla="*/ 16 w 52"/>
                <a:gd name="T17" fmla="*/ 48 h 69"/>
                <a:gd name="T18" fmla="*/ 0 w 52"/>
                <a:gd name="T19" fmla="*/ 0 h 69"/>
                <a:gd name="T20" fmla="*/ 0 w 52"/>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69"/>
                <a:gd name="T35" fmla="*/ 52 w 52"/>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69">
                  <a:moveTo>
                    <a:pt x="0" y="0"/>
                  </a:moveTo>
                  <a:lnTo>
                    <a:pt x="0" y="0"/>
                  </a:lnTo>
                  <a:lnTo>
                    <a:pt x="10" y="0"/>
                  </a:lnTo>
                  <a:lnTo>
                    <a:pt x="13" y="13"/>
                  </a:lnTo>
                  <a:lnTo>
                    <a:pt x="26" y="5"/>
                  </a:lnTo>
                  <a:lnTo>
                    <a:pt x="43" y="21"/>
                  </a:lnTo>
                  <a:lnTo>
                    <a:pt x="51" y="68"/>
                  </a:lnTo>
                  <a:lnTo>
                    <a:pt x="50" y="68"/>
                  </a:lnTo>
                  <a:lnTo>
                    <a:pt x="16" y="48"/>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6" name="Freeform 7">
              <a:extLst>
                <a:ext uri="{FF2B5EF4-FFF2-40B4-BE49-F238E27FC236}">
                  <a16:creationId xmlns:a16="http://schemas.microsoft.com/office/drawing/2014/main" id="{73103DF3-7B38-60DD-76F5-926F56E877E6}"/>
                </a:ext>
              </a:extLst>
            </p:cNvPr>
            <p:cNvSpPr>
              <a:spLocks/>
            </p:cNvSpPr>
            <p:nvPr/>
          </p:nvSpPr>
          <p:spPr bwMode="auto">
            <a:xfrm>
              <a:off x="4577" y="3335"/>
              <a:ext cx="132" cy="83"/>
            </a:xfrm>
            <a:custGeom>
              <a:avLst/>
              <a:gdLst>
                <a:gd name="T0" fmla="*/ 0 w 132"/>
                <a:gd name="T1" fmla="*/ 72 h 83"/>
                <a:gd name="T2" fmla="*/ 0 w 132"/>
                <a:gd name="T3" fmla="*/ 72 h 83"/>
                <a:gd name="T4" fmla="*/ 12 w 132"/>
                <a:gd name="T5" fmla="*/ 82 h 83"/>
                <a:gd name="T6" fmla="*/ 53 w 132"/>
                <a:gd name="T7" fmla="*/ 79 h 83"/>
                <a:gd name="T8" fmla="*/ 66 w 132"/>
                <a:gd name="T9" fmla="*/ 73 h 83"/>
                <a:gd name="T10" fmla="*/ 84 w 132"/>
                <a:gd name="T11" fmla="*/ 36 h 83"/>
                <a:gd name="T12" fmla="*/ 108 w 132"/>
                <a:gd name="T13" fmla="*/ 37 h 83"/>
                <a:gd name="T14" fmla="*/ 131 w 132"/>
                <a:gd name="T15" fmla="*/ 25 h 83"/>
                <a:gd name="T16" fmla="*/ 109 w 132"/>
                <a:gd name="T17" fmla="*/ 14 h 83"/>
                <a:gd name="T18" fmla="*/ 102 w 132"/>
                <a:gd name="T19" fmla="*/ 0 h 83"/>
                <a:gd name="T20" fmla="*/ 75 w 132"/>
                <a:gd name="T21" fmla="*/ 26 h 83"/>
                <a:gd name="T22" fmla="*/ 67 w 132"/>
                <a:gd name="T23" fmla="*/ 40 h 83"/>
                <a:gd name="T24" fmla="*/ 59 w 132"/>
                <a:gd name="T25" fmla="*/ 32 h 83"/>
                <a:gd name="T26" fmla="*/ 43 w 132"/>
                <a:gd name="T27" fmla="*/ 52 h 83"/>
                <a:gd name="T28" fmla="*/ 26 w 132"/>
                <a:gd name="T29" fmla="*/ 55 h 83"/>
                <a:gd name="T30" fmla="*/ 20 w 132"/>
                <a:gd name="T31" fmla="*/ 73 h 83"/>
                <a:gd name="T32" fmla="*/ 0 w 132"/>
                <a:gd name="T33" fmla="*/ 72 h 83"/>
                <a:gd name="T34" fmla="*/ 0 w 132"/>
                <a:gd name="T35" fmla="*/ 72 h 8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2"/>
                <a:gd name="T55" fmla="*/ 0 h 83"/>
                <a:gd name="T56" fmla="*/ 132 w 132"/>
                <a:gd name="T57" fmla="*/ 83 h 8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2" h="83">
                  <a:moveTo>
                    <a:pt x="0" y="72"/>
                  </a:moveTo>
                  <a:lnTo>
                    <a:pt x="0" y="72"/>
                  </a:lnTo>
                  <a:lnTo>
                    <a:pt x="12" y="82"/>
                  </a:lnTo>
                  <a:lnTo>
                    <a:pt x="53" y="79"/>
                  </a:lnTo>
                  <a:lnTo>
                    <a:pt x="66" y="73"/>
                  </a:lnTo>
                  <a:lnTo>
                    <a:pt x="84" y="36"/>
                  </a:lnTo>
                  <a:lnTo>
                    <a:pt x="108" y="37"/>
                  </a:lnTo>
                  <a:lnTo>
                    <a:pt x="131" y="25"/>
                  </a:lnTo>
                  <a:lnTo>
                    <a:pt x="109" y="14"/>
                  </a:lnTo>
                  <a:lnTo>
                    <a:pt x="102" y="0"/>
                  </a:lnTo>
                  <a:lnTo>
                    <a:pt x="75" y="26"/>
                  </a:lnTo>
                  <a:lnTo>
                    <a:pt x="67" y="40"/>
                  </a:lnTo>
                  <a:lnTo>
                    <a:pt x="59" y="32"/>
                  </a:lnTo>
                  <a:lnTo>
                    <a:pt x="43" y="52"/>
                  </a:lnTo>
                  <a:lnTo>
                    <a:pt x="26" y="55"/>
                  </a:lnTo>
                  <a:lnTo>
                    <a:pt x="20" y="73"/>
                  </a:lnTo>
                  <a:lnTo>
                    <a:pt x="0" y="7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17" name="Group 8">
            <a:extLst>
              <a:ext uri="{FF2B5EF4-FFF2-40B4-BE49-F238E27FC236}">
                <a16:creationId xmlns:a16="http://schemas.microsoft.com/office/drawing/2014/main" id="{2F3936FA-DE12-3B0E-D82E-7D19FCFE9E8A}"/>
              </a:ext>
            </a:extLst>
          </p:cNvPr>
          <p:cNvGrpSpPr>
            <a:grpSpLocks/>
          </p:cNvGrpSpPr>
          <p:nvPr/>
        </p:nvGrpSpPr>
        <p:grpSpPr bwMode="auto">
          <a:xfrm>
            <a:off x="5543338" y="5285072"/>
            <a:ext cx="719784" cy="239313"/>
            <a:chOff x="4380" y="3353"/>
            <a:chExt cx="629" cy="218"/>
          </a:xfrm>
          <a:solidFill>
            <a:schemeClr val="accent2"/>
          </a:solidFill>
        </p:grpSpPr>
        <p:sp>
          <p:nvSpPr>
            <p:cNvPr id="18" name="Freeform 9">
              <a:extLst>
                <a:ext uri="{FF2B5EF4-FFF2-40B4-BE49-F238E27FC236}">
                  <a16:creationId xmlns:a16="http://schemas.microsoft.com/office/drawing/2014/main" id="{858BE8C5-B8A3-AB1E-4287-9FFF497B166D}"/>
                </a:ext>
              </a:extLst>
            </p:cNvPr>
            <p:cNvSpPr>
              <a:spLocks/>
            </p:cNvSpPr>
            <p:nvPr/>
          </p:nvSpPr>
          <p:spPr bwMode="auto">
            <a:xfrm>
              <a:off x="4380" y="3353"/>
              <a:ext cx="149" cy="156"/>
            </a:xfrm>
            <a:custGeom>
              <a:avLst/>
              <a:gdLst>
                <a:gd name="T0" fmla="*/ 0 w 149"/>
                <a:gd name="T1" fmla="*/ 0 h 156"/>
                <a:gd name="T2" fmla="*/ 0 w 149"/>
                <a:gd name="T3" fmla="*/ 0 h 156"/>
                <a:gd name="T4" fmla="*/ 33 w 149"/>
                <a:gd name="T5" fmla="*/ 7 h 156"/>
                <a:gd name="T6" fmla="*/ 74 w 149"/>
                <a:gd name="T7" fmla="*/ 47 h 156"/>
                <a:gd name="T8" fmla="*/ 108 w 149"/>
                <a:gd name="T9" fmla="*/ 62 h 156"/>
                <a:gd name="T10" fmla="*/ 104 w 149"/>
                <a:gd name="T11" fmla="*/ 73 h 156"/>
                <a:gd name="T12" fmla="*/ 115 w 149"/>
                <a:gd name="T13" fmla="*/ 72 h 156"/>
                <a:gd name="T14" fmla="*/ 114 w 149"/>
                <a:gd name="T15" fmla="*/ 87 h 156"/>
                <a:gd name="T16" fmla="*/ 148 w 149"/>
                <a:gd name="T17" fmla="*/ 116 h 156"/>
                <a:gd name="T18" fmla="*/ 144 w 149"/>
                <a:gd name="T19" fmla="*/ 154 h 156"/>
                <a:gd name="T20" fmla="*/ 129 w 149"/>
                <a:gd name="T21" fmla="*/ 155 h 156"/>
                <a:gd name="T22" fmla="*/ 99 w 149"/>
                <a:gd name="T23" fmla="*/ 133 h 156"/>
                <a:gd name="T24" fmla="*/ 50 w 149"/>
                <a:gd name="T25" fmla="*/ 54 h 156"/>
                <a:gd name="T26" fmla="*/ 0 w 149"/>
                <a:gd name="T27" fmla="*/ 0 h 156"/>
                <a:gd name="T28" fmla="*/ 0 w 149"/>
                <a:gd name="T29" fmla="*/ 0 h 1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9"/>
                <a:gd name="T46" fmla="*/ 0 h 156"/>
                <a:gd name="T47" fmla="*/ 149 w 149"/>
                <a:gd name="T48" fmla="*/ 156 h 1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9" h="156">
                  <a:moveTo>
                    <a:pt x="0" y="0"/>
                  </a:moveTo>
                  <a:lnTo>
                    <a:pt x="0" y="0"/>
                  </a:lnTo>
                  <a:lnTo>
                    <a:pt x="33" y="7"/>
                  </a:lnTo>
                  <a:lnTo>
                    <a:pt x="74" y="47"/>
                  </a:lnTo>
                  <a:lnTo>
                    <a:pt x="108" y="62"/>
                  </a:lnTo>
                  <a:lnTo>
                    <a:pt x="104" y="73"/>
                  </a:lnTo>
                  <a:lnTo>
                    <a:pt x="115" y="72"/>
                  </a:lnTo>
                  <a:lnTo>
                    <a:pt x="114" y="87"/>
                  </a:lnTo>
                  <a:lnTo>
                    <a:pt x="148" y="116"/>
                  </a:lnTo>
                  <a:lnTo>
                    <a:pt x="144" y="154"/>
                  </a:lnTo>
                  <a:lnTo>
                    <a:pt x="129" y="155"/>
                  </a:lnTo>
                  <a:lnTo>
                    <a:pt x="99" y="133"/>
                  </a:lnTo>
                  <a:lnTo>
                    <a:pt x="50" y="54"/>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9" name="Freeform 10">
              <a:extLst>
                <a:ext uri="{FF2B5EF4-FFF2-40B4-BE49-F238E27FC236}">
                  <a16:creationId xmlns:a16="http://schemas.microsoft.com/office/drawing/2014/main" id="{2BDAD4D1-E7E8-0B23-8E5F-1C50C7318D6F}"/>
                </a:ext>
              </a:extLst>
            </p:cNvPr>
            <p:cNvSpPr>
              <a:spLocks/>
            </p:cNvSpPr>
            <p:nvPr/>
          </p:nvSpPr>
          <p:spPr bwMode="auto">
            <a:xfrm>
              <a:off x="4519" y="3510"/>
              <a:ext cx="125" cy="40"/>
            </a:xfrm>
            <a:custGeom>
              <a:avLst/>
              <a:gdLst>
                <a:gd name="T0" fmla="*/ 0 w 125"/>
                <a:gd name="T1" fmla="*/ 11 h 40"/>
                <a:gd name="T2" fmla="*/ 0 w 125"/>
                <a:gd name="T3" fmla="*/ 11 h 40"/>
                <a:gd name="T4" fmla="*/ 8 w 125"/>
                <a:gd name="T5" fmla="*/ 0 h 40"/>
                <a:gd name="T6" fmla="*/ 95 w 125"/>
                <a:gd name="T7" fmla="*/ 12 h 40"/>
                <a:gd name="T8" fmla="*/ 104 w 125"/>
                <a:gd name="T9" fmla="*/ 22 h 40"/>
                <a:gd name="T10" fmla="*/ 122 w 125"/>
                <a:gd name="T11" fmla="*/ 26 h 40"/>
                <a:gd name="T12" fmla="*/ 124 w 125"/>
                <a:gd name="T13" fmla="*/ 39 h 40"/>
                <a:gd name="T14" fmla="*/ 22 w 125"/>
                <a:gd name="T15" fmla="*/ 21 h 40"/>
                <a:gd name="T16" fmla="*/ 0 w 125"/>
                <a:gd name="T17" fmla="*/ 11 h 40"/>
                <a:gd name="T18" fmla="*/ 0 w 125"/>
                <a:gd name="T19" fmla="*/ 11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0"/>
                <a:gd name="T32" fmla="*/ 125 w 125"/>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0">
                  <a:moveTo>
                    <a:pt x="0" y="11"/>
                  </a:moveTo>
                  <a:lnTo>
                    <a:pt x="0" y="11"/>
                  </a:lnTo>
                  <a:lnTo>
                    <a:pt x="8" y="0"/>
                  </a:lnTo>
                  <a:lnTo>
                    <a:pt x="95" y="12"/>
                  </a:lnTo>
                  <a:lnTo>
                    <a:pt x="104" y="22"/>
                  </a:lnTo>
                  <a:lnTo>
                    <a:pt x="122" y="26"/>
                  </a:lnTo>
                  <a:lnTo>
                    <a:pt x="124" y="39"/>
                  </a:lnTo>
                  <a:lnTo>
                    <a:pt x="22" y="21"/>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0" name="Freeform 11">
              <a:extLst>
                <a:ext uri="{FF2B5EF4-FFF2-40B4-BE49-F238E27FC236}">
                  <a16:creationId xmlns:a16="http://schemas.microsoft.com/office/drawing/2014/main" id="{CD667DE6-4851-1AE8-0E2E-92465F9C5E35}"/>
                </a:ext>
              </a:extLst>
            </p:cNvPr>
            <p:cNvSpPr>
              <a:spLocks/>
            </p:cNvSpPr>
            <p:nvPr/>
          </p:nvSpPr>
          <p:spPr bwMode="auto">
            <a:xfrm>
              <a:off x="4568" y="3371"/>
              <a:ext cx="136" cy="116"/>
            </a:xfrm>
            <a:custGeom>
              <a:avLst/>
              <a:gdLst>
                <a:gd name="T0" fmla="*/ 0 w 136"/>
                <a:gd name="T1" fmla="*/ 52 h 116"/>
                <a:gd name="T2" fmla="*/ 0 w 136"/>
                <a:gd name="T3" fmla="*/ 52 h 116"/>
                <a:gd name="T4" fmla="*/ 9 w 136"/>
                <a:gd name="T5" fmla="*/ 36 h 116"/>
                <a:gd name="T6" fmla="*/ 21 w 136"/>
                <a:gd name="T7" fmla="*/ 46 h 116"/>
                <a:gd name="T8" fmla="*/ 62 w 136"/>
                <a:gd name="T9" fmla="*/ 43 h 116"/>
                <a:gd name="T10" fmla="*/ 75 w 136"/>
                <a:gd name="T11" fmla="*/ 37 h 116"/>
                <a:gd name="T12" fmla="*/ 93 w 136"/>
                <a:gd name="T13" fmla="*/ 0 h 116"/>
                <a:gd name="T14" fmla="*/ 117 w 136"/>
                <a:gd name="T15" fmla="*/ 1 h 116"/>
                <a:gd name="T16" fmla="*/ 112 w 136"/>
                <a:gd name="T17" fmla="*/ 11 h 116"/>
                <a:gd name="T18" fmla="*/ 135 w 136"/>
                <a:gd name="T19" fmla="*/ 46 h 116"/>
                <a:gd name="T20" fmla="*/ 122 w 136"/>
                <a:gd name="T21" fmla="*/ 43 h 116"/>
                <a:gd name="T22" fmla="*/ 99 w 136"/>
                <a:gd name="T23" fmla="*/ 82 h 116"/>
                <a:gd name="T24" fmla="*/ 95 w 136"/>
                <a:gd name="T25" fmla="*/ 107 h 116"/>
                <a:gd name="T26" fmla="*/ 81 w 136"/>
                <a:gd name="T27" fmla="*/ 115 h 116"/>
                <a:gd name="T28" fmla="*/ 55 w 136"/>
                <a:gd name="T29" fmla="*/ 100 h 116"/>
                <a:gd name="T30" fmla="*/ 40 w 136"/>
                <a:gd name="T31" fmla="*/ 107 h 116"/>
                <a:gd name="T32" fmla="*/ 37 w 136"/>
                <a:gd name="T33" fmla="*/ 95 h 116"/>
                <a:gd name="T34" fmla="*/ 17 w 136"/>
                <a:gd name="T35" fmla="*/ 97 h 116"/>
                <a:gd name="T36" fmla="*/ 0 w 136"/>
                <a:gd name="T37" fmla="*/ 52 h 116"/>
                <a:gd name="T38" fmla="*/ 0 w 136"/>
                <a:gd name="T39" fmla="*/ 52 h 1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6"/>
                <a:gd name="T61" fmla="*/ 0 h 116"/>
                <a:gd name="T62" fmla="*/ 136 w 136"/>
                <a:gd name="T63" fmla="*/ 116 h 1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6" h="116">
                  <a:moveTo>
                    <a:pt x="0" y="52"/>
                  </a:moveTo>
                  <a:lnTo>
                    <a:pt x="0" y="52"/>
                  </a:lnTo>
                  <a:lnTo>
                    <a:pt x="9" y="36"/>
                  </a:lnTo>
                  <a:lnTo>
                    <a:pt x="21" y="46"/>
                  </a:lnTo>
                  <a:lnTo>
                    <a:pt x="62" y="43"/>
                  </a:lnTo>
                  <a:lnTo>
                    <a:pt x="75" y="37"/>
                  </a:lnTo>
                  <a:lnTo>
                    <a:pt x="93" y="0"/>
                  </a:lnTo>
                  <a:lnTo>
                    <a:pt x="117" y="1"/>
                  </a:lnTo>
                  <a:lnTo>
                    <a:pt x="112" y="11"/>
                  </a:lnTo>
                  <a:lnTo>
                    <a:pt x="135" y="46"/>
                  </a:lnTo>
                  <a:lnTo>
                    <a:pt x="122" y="43"/>
                  </a:lnTo>
                  <a:lnTo>
                    <a:pt x="99" y="82"/>
                  </a:lnTo>
                  <a:lnTo>
                    <a:pt x="95" y="107"/>
                  </a:lnTo>
                  <a:lnTo>
                    <a:pt x="81" y="115"/>
                  </a:lnTo>
                  <a:lnTo>
                    <a:pt x="55" y="100"/>
                  </a:lnTo>
                  <a:lnTo>
                    <a:pt x="40" y="107"/>
                  </a:lnTo>
                  <a:lnTo>
                    <a:pt x="37" y="95"/>
                  </a:lnTo>
                  <a:lnTo>
                    <a:pt x="17" y="97"/>
                  </a:lnTo>
                  <a:lnTo>
                    <a:pt x="0" y="5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1" name="Freeform 12">
              <a:extLst>
                <a:ext uri="{FF2B5EF4-FFF2-40B4-BE49-F238E27FC236}">
                  <a16:creationId xmlns:a16="http://schemas.microsoft.com/office/drawing/2014/main" id="{6307464E-CE62-1D8E-704B-131B9F25B298}"/>
                </a:ext>
              </a:extLst>
            </p:cNvPr>
            <p:cNvSpPr>
              <a:spLocks/>
            </p:cNvSpPr>
            <p:nvPr/>
          </p:nvSpPr>
          <p:spPr bwMode="auto">
            <a:xfrm>
              <a:off x="4674" y="3544"/>
              <a:ext cx="34" cy="9"/>
            </a:xfrm>
            <a:custGeom>
              <a:avLst/>
              <a:gdLst>
                <a:gd name="T0" fmla="*/ 0 w 34"/>
                <a:gd name="T1" fmla="*/ 2 h 9"/>
                <a:gd name="T2" fmla="*/ 0 w 34"/>
                <a:gd name="T3" fmla="*/ 2 h 9"/>
                <a:gd name="T4" fmla="*/ 4 w 34"/>
                <a:gd name="T5" fmla="*/ 8 h 9"/>
                <a:gd name="T6" fmla="*/ 33 w 34"/>
                <a:gd name="T7" fmla="*/ 3 h 9"/>
                <a:gd name="T8" fmla="*/ 11 w 34"/>
                <a:gd name="T9" fmla="*/ 0 h 9"/>
                <a:gd name="T10" fmla="*/ 0 w 34"/>
                <a:gd name="T11" fmla="*/ 2 h 9"/>
                <a:gd name="T12" fmla="*/ 0 w 34"/>
                <a:gd name="T13" fmla="*/ 2 h 9"/>
                <a:gd name="T14" fmla="*/ 0 60000 65536"/>
                <a:gd name="T15" fmla="*/ 0 60000 65536"/>
                <a:gd name="T16" fmla="*/ 0 60000 65536"/>
                <a:gd name="T17" fmla="*/ 0 60000 65536"/>
                <a:gd name="T18" fmla="*/ 0 60000 65536"/>
                <a:gd name="T19" fmla="*/ 0 60000 65536"/>
                <a:gd name="T20" fmla="*/ 0 60000 65536"/>
                <a:gd name="T21" fmla="*/ 0 w 34"/>
                <a:gd name="T22" fmla="*/ 0 h 9"/>
                <a:gd name="T23" fmla="*/ 34 w 34"/>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9">
                  <a:moveTo>
                    <a:pt x="0" y="2"/>
                  </a:moveTo>
                  <a:lnTo>
                    <a:pt x="0" y="2"/>
                  </a:lnTo>
                  <a:lnTo>
                    <a:pt x="4" y="8"/>
                  </a:lnTo>
                  <a:lnTo>
                    <a:pt x="33" y="3"/>
                  </a:lnTo>
                  <a:lnTo>
                    <a:pt x="11" y="0"/>
                  </a:lnTo>
                  <a:lnTo>
                    <a:pt x="0" y="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2" name="Freeform 13">
              <a:extLst>
                <a:ext uri="{FF2B5EF4-FFF2-40B4-BE49-F238E27FC236}">
                  <a16:creationId xmlns:a16="http://schemas.microsoft.com/office/drawing/2014/main" id="{24895B4D-21B8-D961-A13C-C39635DF4A36}"/>
                </a:ext>
              </a:extLst>
            </p:cNvPr>
            <p:cNvSpPr>
              <a:spLocks/>
            </p:cNvSpPr>
            <p:nvPr/>
          </p:nvSpPr>
          <p:spPr bwMode="auto">
            <a:xfrm>
              <a:off x="4703" y="3405"/>
              <a:ext cx="85" cy="101"/>
            </a:xfrm>
            <a:custGeom>
              <a:avLst/>
              <a:gdLst>
                <a:gd name="T0" fmla="*/ 0 w 85"/>
                <a:gd name="T1" fmla="*/ 60 h 101"/>
                <a:gd name="T2" fmla="*/ 0 w 85"/>
                <a:gd name="T3" fmla="*/ 60 h 101"/>
                <a:gd name="T4" fmla="*/ 10 w 85"/>
                <a:gd name="T5" fmla="*/ 78 h 101"/>
                <a:gd name="T6" fmla="*/ 7 w 85"/>
                <a:gd name="T7" fmla="*/ 96 h 101"/>
                <a:gd name="T8" fmla="*/ 21 w 85"/>
                <a:gd name="T9" fmla="*/ 100 h 101"/>
                <a:gd name="T10" fmla="*/ 19 w 85"/>
                <a:gd name="T11" fmla="*/ 63 h 101"/>
                <a:gd name="T12" fmla="*/ 28 w 85"/>
                <a:gd name="T13" fmla="*/ 60 h 101"/>
                <a:gd name="T14" fmla="*/ 30 w 85"/>
                <a:gd name="T15" fmla="*/ 74 h 101"/>
                <a:gd name="T16" fmla="*/ 37 w 85"/>
                <a:gd name="T17" fmla="*/ 90 h 101"/>
                <a:gd name="T18" fmla="*/ 53 w 85"/>
                <a:gd name="T19" fmla="*/ 83 h 101"/>
                <a:gd name="T20" fmla="*/ 34 w 85"/>
                <a:gd name="T21" fmla="*/ 48 h 101"/>
                <a:gd name="T22" fmla="*/ 62 w 85"/>
                <a:gd name="T23" fmla="*/ 33 h 101"/>
                <a:gd name="T24" fmla="*/ 25 w 85"/>
                <a:gd name="T25" fmla="*/ 43 h 101"/>
                <a:gd name="T26" fmla="*/ 19 w 85"/>
                <a:gd name="T27" fmla="*/ 21 h 101"/>
                <a:gd name="T28" fmla="*/ 74 w 85"/>
                <a:gd name="T29" fmla="*/ 19 h 101"/>
                <a:gd name="T30" fmla="*/ 84 w 85"/>
                <a:gd name="T31" fmla="*/ 0 h 101"/>
                <a:gd name="T32" fmla="*/ 68 w 85"/>
                <a:gd name="T33" fmla="*/ 12 h 101"/>
                <a:gd name="T34" fmla="*/ 28 w 85"/>
                <a:gd name="T35" fmla="*/ 6 h 101"/>
                <a:gd name="T36" fmla="*/ 15 w 85"/>
                <a:gd name="T37" fmla="*/ 14 h 101"/>
                <a:gd name="T38" fmla="*/ 0 w 85"/>
                <a:gd name="T39" fmla="*/ 60 h 101"/>
                <a:gd name="T40" fmla="*/ 0 w 85"/>
                <a:gd name="T41" fmla="*/ 60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
                <a:gd name="T64" fmla="*/ 0 h 101"/>
                <a:gd name="T65" fmla="*/ 85 w 85"/>
                <a:gd name="T66" fmla="*/ 101 h 10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 h="101">
                  <a:moveTo>
                    <a:pt x="0" y="60"/>
                  </a:moveTo>
                  <a:lnTo>
                    <a:pt x="0" y="60"/>
                  </a:lnTo>
                  <a:lnTo>
                    <a:pt x="10" y="78"/>
                  </a:lnTo>
                  <a:lnTo>
                    <a:pt x="7" y="96"/>
                  </a:lnTo>
                  <a:lnTo>
                    <a:pt x="21" y="100"/>
                  </a:lnTo>
                  <a:lnTo>
                    <a:pt x="19" y="63"/>
                  </a:lnTo>
                  <a:lnTo>
                    <a:pt x="28" y="60"/>
                  </a:lnTo>
                  <a:lnTo>
                    <a:pt x="30" y="74"/>
                  </a:lnTo>
                  <a:lnTo>
                    <a:pt x="37" y="90"/>
                  </a:lnTo>
                  <a:lnTo>
                    <a:pt x="53" y="83"/>
                  </a:lnTo>
                  <a:lnTo>
                    <a:pt x="34" y="48"/>
                  </a:lnTo>
                  <a:lnTo>
                    <a:pt x="62" y="33"/>
                  </a:lnTo>
                  <a:lnTo>
                    <a:pt x="25" y="43"/>
                  </a:lnTo>
                  <a:lnTo>
                    <a:pt x="19" y="21"/>
                  </a:lnTo>
                  <a:lnTo>
                    <a:pt x="74" y="19"/>
                  </a:lnTo>
                  <a:lnTo>
                    <a:pt x="84" y="0"/>
                  </a:lnTo>
                  <a:lnTo>
                    <a:pt x="68" y="12"/>
                  </a:lnTo>
                  <a:lnTo>
                    <a:pt x="28" y="6"/>
                  </a:lnTo>
                  <a:lnTo>
                    <a:pt x="15" y="14"/>
                  </a:lnTo>
                  <a:lnTo>
                    <a:pt x="0" y="6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3" name="Freeform 14">
              <a:extLst>
                <a:ext uri="{FF2B5EF4-FFF2-40B4-BE49-F238E27FC236}">
                  <a16:creationId xmlns:a16="http://schemas.microsoft.com/office/drawing/2014/main" id="{60E507A3-7124-0167-0EF6-BB88A096A8E0}"/>
                </a:ext>
              </a:extLst>
            </p:cNvPr>
            <p:cNvSpPr>
              <a:spLocks/>
            </p:cNvSpPr>
            <p:nvPr/>
          </p:nvSpPr>
          <p:spPr bwMode="auto">
            <a:xfrm>
              <a:off x="4769" y="3545"/>
              <a:ext cx="48" cy="26"/>
            </a:xfrm>
            <a:custGeom>
              <a:avLst/>
              <a:gdLst>
                <a:gd name="T0" fmla="*/ 0 w 48"/>
                <a:gd name="T1" fmla="*/ 15 h 26"/>
                <a:gd name="T2" fmla="*/ 0 w 48"/>
                <a:gd name="T3" fmla="*/ 15 h 26"/>
                <a:gd name="T4" fmla="*/ 2 w 48"/>
                <a:gd name="T5" fmla="*/ 25 h 26"/>
                <a:gd name="T6" fmla="*/ 47 w 48"/>
                <a:gd name="T7" fmla="*/ 0 h 26"/>
                <a:gd name="T8" fmla="*/ 14 w 48"/>
                <a:gd name="T9" fmla="*/ 7 h 26"/>
                <a:gd name="T10" fmla="*/ 0 w 48"/>
                <a:gd name="T11" fmla="*/ 15 h 26"/>
                <a:gd name="T12" fmla="*/ 0 w 48"/>
                <a:gd name="T13" fmla="*/ 15 h 26"/>
                <a:gd name="T14" fmla="*/ 0 60000 65536"/>
                <a:gd name="T15" fmla="*/ 0 60000 65536"/>
                <a:gd name="T16" fmla="*/ 0 60000 65536"/>
                <a:gd name="T17" fmla="*/ 0 60000 65536"/>
                <a:gd name="T18" fmla="*/ 0 60000 65536"/>
                <a:gd name="T19" fmla="*/ 0 60000 65536"/>
                <a:gd name="T20" fmla="*/ 0 60000 65536"/>
                <a:gd name="T21" fmla="*/ 0 w 48"/>
                <a:gd name="T22" fmla="*/ 0 h 26"/>
                <a:gd name="T23" fmla="*/ 48 w 4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26">
                  <a:moveTo>
                    <a:pt x="0" y="15"/>
                  </a:moveTo>
                  <a:lnTo>
                    <a:pt x="0" y="15"/>
                  </a:lnTo>
                  <a:lnTo>
                    <a:pt x="2" y="25"/>
                  </a:lnTo>
                  <a:lnTo>
                    <a:pt x="47" y="0"/>
                  </a:lnTo>
                  <a:lnTo>
                    <a:pt x="14" y="7"/>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4" name="Freeform 15">
              <a:extLst>
                <a:ext uri="{FF2B5EF4-FFF2-40B4-BE49-F238E27FC236}">
                  <a16:creationId xmlns:a16="http://schemas.microsoft.com/office/drawing/2014/main" id="{73E276F9-5C72-68BF-985B-279FE01D462A}"/>
                </a:ext>
              </a:extLst>
            </p:cNvPr>
            <p:cNvSpPr>
              <a:spLocks/>
            </p:cNvSpPr>
            <p:nvPr/>
          </p:nvSpPr>
          <p:spPr bwMode="auto">
            <a:xfrm>
              <a:off x="4819" y="3400"/>
              <a:ext cx="17" cy="42"/>
            </a:xfrm>
            <a:custGeom>
              <a:avLst/>
              <a:gdLst>
                <a:gd name="T0" fmla="*/ 0 w 17"/>
                <a:gd name="T1" fmla="*/ 14 h 42"/>
                <a:gd name="T2" fmla="*/ 0 w 17"/>
                <a:gd name="T3" fmla="*/ 14 h 42"/>
                <a:gd name="T4" fmla="*/ 3 w 17"/>
                <a:gd name="T5" fmla="*/ 33 h 42"/>
                <a:gd name="T6" fmla="*/ 13 w 17"/>
                <a:gd name="T7" fmla="*/ 41 h 42"/>
                <a:gd name="T8" fmla="*/ 7 w 17"/>
                <a:gd name="T9" fmla="*/ 24 h 42"/>
                <a:gd name="T10" fmla="*/ 16 w 17"/>
                <a:gd name="T11" fmla="*/ 21 h 42"/>
                <a:gd name="T12" fmla="*/ 15 w 17"/>
                <a:gd name="T13" fmla="*/ 8 h 42"/>
                <a:gd name="T14" fmla="*/ 3 w 17"/>
                <a:gd name="T15" fmla="*/ 17 h 42"/>
                <a:gd name="T16" fmla="*/ 8 w 17"/>
                <a:gd name="T17" fmla="*/ 0 h 42"/>
                <a:gd name="T18" fmla="*/ 0 w 17"/>
                <a:gd name="T19" fmla="*/ 14 h 42"/>
                <a:gd name="T20" fmla="*/ 0 w 17"/>
                <a:gd name="T21" fmla="*/ 14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42"/>
                <a:gd name="T35" fmla="*/ 17 w 17"/>
                <a:gd name="T36" fmla="*/ 42 h 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42">
                  <a:moveTo>
                    <a:pt x="0" y="14"/>
                  </a:moveTo>
                  <a:lnTo>
                    <a:pt x="0" y="14"/>
                  </a:lnTo>
                  <a:lnTo>
                    <a:pt x="3" y="33"/>
                  </a:lnTo>
                  <a:lnTo>
                    <a:pt x="13" y="41"/>
                  </a:lnTo>
                  <a:lnTo>
                    <a:pt x="7" y="24"/>
                  </a:lnTo>
                  <a:lnTo>
                    <a:pt x="16" y="21"/>
                  </a:lnTo>
                  <a:lnTo>
                    <a:pt x="15" y="8"/>
                  </a:lnTo>
                  <a:lnTo>
                    <a:pt x="3" y="17"/>
                  </a:lnTo>
                  <a:lnTo>
                    <a:pt x="8"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6" name="Freeform 16">
              <a:extLst>
                <a:ext uri="{FF2B5EF4-FFF2-40B4-BE49-F238E27FC236}">
                  <a16:creationId xmlns:a16="http://schemas.microsoft.com/office/drawing/2014/main" id="{7AF4AF4D-28D4-C6F2-28BA-FD6955954333}"/>
                </a:ext>
              </a:extLst>
            </p:cNvPr>
            <p:cNvSpPr>
              <a:spLocks/>
            </p:cNvSpPr>
            <p:nvPr/>
          </p:nvSpPr>
          <p:spPr bwMode="auto">
            <a:xfrm>
              <a:off x="4826" y="3466"/>
              <a:ext cx="40" cy="14"/>
            </a:xfrm>
            <a:custGeom>
              <a:avLst/>
              <a:gdLst>
                <a:gd name="T0" fmla="*/ 0 w 40"/>
                <a:gd name="T1" fmla="*/ 5 h 14"/>
                <a:gd name="T2" fmla="*/ 0 w 40"/>
                <a:gd name="T3" fmla="*/ 5 h 14"/>
                <a:gd name="T4" fmla="*/ 22 w 40"/>
                <a:gd name="T5" fmla="*/ 0 h 14"/>
                <a:gd name="T6" fmla="*/ 39 w 40"/>
                <a:gd name="T7" fmla="*/ 13 h 14"/>
                <a:gd name="T8" fmla="*/ 0 w 40"/>
                <a:gd name="T9" fmla="*/ 5 h 14"/>
                <a:gd name="T10" fmla="*/ 0 w 40"/>
                <a:gd name="T11" fmla="*/ 5 h 14"/>
                <a:gd name="T12" fmla="*/ 0 60000 65536"/>
                <a:gd name="T13" fmla="*/ 0 60000 65536"/>
                <a:gd name="T14" fmla="*/ 0 60000 65536"/>
                <a:gd name="T15" fmla="*/ 0 60000 65536"/>
                <a:gd name="T16" fmla="*/ 0 60000 65536"/>
                <a:gd name="T17" fmla="*/ 0 60000 65536"/>
                <a:gd name="T18" fmla="*/ 0 w 40"/>
                <a:gd name="T19" fmla="*/ 0 h 14"/>
                <a:gd name="T20" fmla="*/ 40 w 40"/>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40" h="14">
                  <a:moveTo>
                    <a:pt x="0" y="5"/>
                  </a:moveTo>
                  <a:lnTo>
                    <a:pt x="0" y="5"/>
                  </a:lnTo>
                  <a:lnTo>
                    <a:pt x="22" y="0"/>
                  </a:lnTo>
                  <a:lnTo>
                    <a:pt x="39" y="13"/>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9" name="Freeform 17">
              <a:extLst>
                <a:ext uri="{FF2B5EF4-FFF2-40B4-BE49-F238E27FC236}">
                  <a16:creationId xmlns:a16="http://schemas.microsoft.com/office/drawing/2014/main" id="{0DBF46BE-42A0-333D-1481-12BF1D1386AB}"/>
                </a:ext>
              </a:extLst>
            </p:cNvPr>
            <p:cNvSpPr>
              <a:spLocks/>
            </p:cNvSpPr>
            <p:nvPr/>
          </p:nvSpPr>
          <p:spPr bwMode="auto">
            <a:xfrm>
              <a:off x="4865" y="3434"/>
              <a:ext cx="144" cy="119"/>
            </a:xfrm>
            <a:custGeom>
              <a:avLst/>
              <a:gdLst>
                <a:gd name="T0" fmla="*/ 0 w 144"/>
                <a:gd name="T1" fmla="*/ 15 h 119"/>
                <a:gd name="T2" fmla="*/ 0 w 144"/>
                <a:gd name="T3" fmla="*/ 15 h 119"/>
                <a:gd name="T4" fmla="*/ 21 w 144"/>
                <a:gd name="T5" fmla="*/ 26 h 119"/>
                <a:gd name="T6" fmla="*/ 42 w 144"/>
                <a:gd name="T7" fmla="*/ 23 h 119"/>
                <a:gd name="T8" fmla="*/ 16 w 144"/>
                <a:gd name="T9" fmla="*/ 32 h 119"/>
                <a:gd name="T10" fmla="*/ 28 w 144"/>
                <a:gd name="T11" fmla="*/ 51 h 119"/>
                <a:gd name="T12" fmla="*/ 41 w 144"/>
                <a:gd name="T13" fmla="*/ 35 h 119"/>
                <a:gd name="T14" fmla="*/ 49 w 144"/>
                <a:gd name="T15" fmla="*/ 51 h 119"/>
                <a:gd name="T16" fmla="*/ 100 w 144"/>
                <a:gd name="T17" fmla="*/ 69 h 119"/>
                <a:gd name="T18" fmla="*/ 113 w 144"/>
                <a:gd name="T19" fmla="*/ 98 h 119"/>
                <a:gd name="T20" fmla="*/ 103 w 144"/>
                <a:gd name="T21" fmla="*/ 97 h 119"/>
                <a:gd name="T22" fmla="*/ 95 w 144"/>
                <a:gd name="T23" fmla="*/ 110 h 119"/>
                <a:gd name="T24" fmla="*/ 126 w 144"/>
                <a:gd name="T25" fmla="*/ 104 h 119"/>
                <a:gd name="T26" fmla="*/ 143 w 144"/>
                <a:gd name="T27" fmla="*/ 118 h 119"/>
                <a:gd name="T28" fmla="*/ 141 w 144"/>
                <a:gd name="T29" fmla="*/ 30 h 119"/>
                <a:gd name="T30" fmla="*/ 97 w 144"/>
                <a:gd name="T31" fmla="*/ 15 h 119"/>
                <a:gd name="T32" fmla="*/ 61 w 144"/>
                <a:gd name="T33" fmla="*/ 41 h 119"/>
                <a:gd name="T34" fmla="*/ 47 w 144"/>
                <a:gd name="T35" fmla="*/ 27 h 119"/>
                <a:gd name="T36" fmla="*/ 43 w 144"/>
                <a:gd name="T37" fmla="*/ 6 h 119"/>
                <a:gd name="T38" fmla="*/ 21 w 144"/>
                <a:gd name="T39" fmla="*/ 0 h 119"/>
                <a:gd name="T40" fmla="*/ 0 w 144"/>
                <a:gd name="T41" fmla="*/ 15 h 119"/>
                <a:gd name="T42" fmla="*/ 0 w 144"/>
                <a:gd name="T43" fmla="*/ 15 h 1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4"/>
                <a:gd name="T67" fmla="*/ 0 h 119"/>
                <a:gd name="T68" fmla="*/ 144 w 144"/>
                <a:gd name="T69" fmla="*/ 119 h 11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4" h="119">
                  <a:moveTo>
                    <a:pt x="0" y="15"/>
                  </a:moveTo>
                  <a:lnTo>
                    <a:pt x="0" y="15"/>
                  </a:lnTo>
                  <a:lnTo>
                    <a:pt x="21" y="26"/>
                  </a:lnTo>
                  <a:lnTo>
                    <a:pt x="42" y="23"/>
                  </a:lnTo>
                  <a:lnTo>
                    <a:pt x="16" y="32"/>
                  </a:lnTo>
                  <a:lnTo>
                    <a:pt x="28" y="51"/>
                  </a:lnTo>
                  <a:lnTo>
                    <a:pt x="41" y="35"/>
                  </a:lnTo>
                  <a:lnTo>
                    <a:pt x="49" y="51"/>
                  </a:lnTo>
                  <a:lnTo>
                    <a:pt x="100" y="69"/>
                  </a:lnTo>
                  <a:lnTo>
                    <a:pt x="113" y="98"/>
                  </a:lnTo>
                  <a:lnTo>
                    <a:pt x="103" y="97"/>
                  </a:lnTo>
                  <a:lnTo>
                    <a:pt x="95" y="110"/>
                  </a:lnTo>
                  <a:lnTo>
                    <a:pt x="126" y="104"/>
                  </a:lnTo>
                  <a:lnTo>
                    <a:pt x="143" y="118"/>
                  </a:lnTo>
                  <a:lnTo>
                    <a:pt x="141" y="30"/>
                  </a:lnTo>
                  <a:lnTo>
                    <a:pt x="97" y="15"/>
                  </a:lnTo>
                  <a:lnTo>
                    <a:pt x="61" y="41"/>
                  </a:lnTo>
                  <a:lnTo>
                    <a:pt x="47" y="27"/>
                  </a:lnTo>
                  <a:lnTo>
                    <a:pt x="43" y="6"/>
                  </a:lnTo>
                  <a:lnTo>
                    <a:pt x="21" y="0"/>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0" name="Freeform 18">
              <a:extLst>
                <a:ext uri="{FF2B5EF4-FFF2-40B4-BE49-F238E27FC236}">
                  <a16:creationId xmlns:a16="http://schemas.microsoft.com/office/drawing/2014/main" id="{68379DB9-1D23-4A7E-956A-035E9E332697}"/>
                </a:ext>
              </a:extLst>
            </p:cNvPr>
            <p:cNvSpPr>
              <a:spLocks/>
            </p:cNvSpPr>
            <p:nvPr/>
          </p:nvSpPr>
          <p:spPr bwMode="auto">
            <a:xfrm>
              <a:off x="4871" y="3526"/>
              <a:ext cx="7" cy="11"/>
            </a:xfrm>
            <a:custGeom>
              <a:avLst/>
              <a:gdLst>
                <a:gd name="T0" fmla="*/ 0 w 7"/>
                <a:gd name="T1" fmla="*/ 10 h 11"/>
                <a:gd name="T2" fmla="*/ 0 w 7"/>
                <a:gd name="T3" fmla="*/ 10 h 11"/>
                <a:gd name="T4" fmla="*/ 3 w 7"/>
                <a:gd name="T5" fmla="*/ 0 h 11"/>
                <a:gd name="T6" fmla="*/ 6 w 7"/>
                <a:gd name="T7" fmla="*/ 6 h 11"/>
                <a:gd name="T8" fmla="*/ 0 w 7"/>
                <a:gd name="T9" fmla="*/ 10 h 11"/>
                <a:gd name="T10" fmla="*/ 0 w 7"/>
                <a:gd name="T11" fmla="*/ 10 h 11"/>
                <a:gd name="T12" fmla="*/ 0 60000 65536"/>
                <a:gd name="T13" fmla="*/ 0 60000 65536"/>
                <a:gd name="T14" fmla="*/ 0 60000 65536"/>
                <a:gd name="T15" fmla="*/ 0 60000 65536"/>
                <a:gd name="T16" fmla="*/ 0 60000 65536"/>
                <a:gd name="T17" fmla="*/ 0 60000 65536"/>
                <a:gd name="T18" fmla="*/ 0 w 7"/>
                <a:gd name="T19" fmla="*/ 0 h 11"/>
                <a:gd name="T20" fmla="*/ 7 w 7"/>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7" h="11">
                  <a:moveTo>
                    <a:pt x="0" y="10"/>
                  </a:moveTo>
                  <a:lnTo>
                    <a:pt x="0" y="10"/>
                  </a:lnTo>
                  <a:lnTo>
                    <a:pt x="3" y="0"/>
                  </a:lnTo>
                  <a:lnTo>
                    <a:pt x="6" y="6"/>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1" name="Freeform 599">
            <a:extLst>
              <a:ext uri="{FF2B5EF4-FFF2-40B4-BE49-F238E27FC236}">
                <a16:creationId xmlns:a16="http://schemas.microsoft.com/office/drawing/2014/main" id="{359FAC09-0983-8858-7A99-06E260F3D9C0}"/>
              </a:ext>
            </a:extLst>
          </p:cNvPr>
          <p:cNvSpPr>
            <a:spLocks/>
          </p:cNvSpPr>
          <p:nvPr/>
        </p:nvSpPr>
        <p:spPr bwMode="auto">
          <a:xfrm>
            <a:off x="4998772" y="4759147"/>
            <a:ext cx="223381" cy="154135"/>
          </a:xfrm>
          <a:custGeom>
            <a:avLst/>
            <a:gdLst>
              <a:gd name="T0" fmla="*/ 0 w 194"/>
              <a:gd name="T1" fmla="*/ 111880299 h 139"/>
              <a:gd name="T2" fmla="*/ 0 w 194"/>
              <a:gd name="T3" fmla="*/ 111880299 h 139"/>
              <a:gd name="T4" fmla="*/ 3134995 w 194"/>
              <a:gd name="T5" fmla="*/ 172905343 h 139"/>
              <a:gd name="T6" fmla="*/ 25079963 w 194"/>
              <a:gd name="T7" fmla="*/ 191552270 h 139"/>
              <a:gd name="T8" fmla="*/ 6269991 w 194"/>
              <a:gd name="T9" fmla="*/ 222064121 h 139"/>
              <a:gd name="T10" fmla="*/ 40754933 w 194"/>
              <a:gd name="T11" fmla="*/ 233930347 h 139"/>
              <a:gd name="T12" fmla="*/ 119129815 w 194"/>
              <a:gd name="T13" fmla="*/ 222064121 h 139"/>
              <a:gd name="T14" fmla="*/ 133237289 w 194"/>
              <a:gd name="T15" fmla="*/ 188161920 h 139"/>
              <a:gd name="T16" fmla="*/ 186530976 w 194"/>
              <a:gd name="T17" fmla="*/ 169514952 h 139"/>
              <a:gd name="T18" fmla="*/ 191233467 w 194"/>
              <a:gd name="T19" fmla="*/ 140696975 h 139"/>
              <a:gd name="T20" fmla="*/ 210043431 w 194"/>
              <a:gd name="T21" fmla="*/ 133916274 h 139"/>
              <a:gd name="T22" fmla="*/ 202205946 w 194"/>
              <a:gd name="T23" fmla="*/ 118659698 h 139"/>
              <a:gd name="T24" fmla="*/ 221015911 w 194"/>
              <a:gd name="T25" fmla="*/ 116965824 h 139"/>
              <a:gd name="T26" fmla="*/ 235123384 w 194"/>
              <a:gd name="T27" fmla="*/ 88147847 h 139"/>
              <a:gd name="T28" fmla="*/ 228853396 w 194"/>
              <a:gd name="T29" fmla="*/ 59329849 h 139"/>
              <a:gd name="T30" fmla="*/ 300958260 w 194"/>
              <a:gd name="T31" fmla="*/ 38989039 h 139"/>
              <a:gd name="T32" fmla="*/ 302525758 w 194"/>
              <a:gd name="T33" fmla="*/ 32208338 h 139"/>
              <a:gd name="T34" fmla="*/ 275878308 w 194"/>
              <a:gd name="T35" fmla="*/ 27122813 h 139"/>
              <a:gd name="T36" fmla="*/ 238258378 w 194"/>
              <a:gd name="T37" fmla="*/ 47463623 h 139"/>
              <a:gd name="T38" fmla="*/ 219448414 w 194"/>
              <a:gd name="T39" fmla="*/ 0 h 139"/>
              <a:gd name="T40" fmla="*/ 188098473 w 194"/>
              <a:gd name="T41" fmla="*/ 35598688 h 139"/>
              <a:gd name="T42" fmla="*/ 94049862 w 194"/>
              <a:gd name="T43" fmla="*/ 32208338 h 139"/>
              <a:gd name="T44" fmla="*/ 47024931 w 194"/>
              <a:gd name="T45" fmla="*/ 86452672 h 139"/>
              <a:gd name="T46" fmla="*/ 14107478 w 194"/>
              <a:gd name="T47" fmla="*/ 69500900 h 139"/>
              <a:gd name="T48" fmla="*/ 0 w 194"/>
              <a:gd name="T49" fmla="*/ 111880299 h 139"/>
              <a:gd name="T50" fmla="*/ 0 w 194"/>
              <a:gd name="T51" fmla="*/ 111880299 h 1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4"/>
              <a:gd name="T79" fmla="*/ 0 h 139"/>
              <a:gd name="T80" fmla="*/ 194 w 194"/>
              <a:gd name="T81" fmla="*/ 139 h 1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4" h="139">
                <a:moveTo>
                  <a:pt x="0" y="66"/>
                </a:moveTo>
                <a:lnTo>
                  <a:pt x="0" y="66"/>
                </a:lnTo>
                <a:lnTo>
                  <a:pt x="2" y="102"/>
                </a:lnTo>
                <a:lnTo>
                  <a:pt x="16" y="113"/>
                </a:lnTo>
                <a:lnTo>
                  <a:pt x="4" y="131"/>
                </a:lnTo>
                <a:lnTo>
                  <a:pt x="26" y="138"/>
                </a:lnTo>
                <a:lnTo>
                  <a:pt x="76" y="131"/>
                </a:lnTo>
                <a:lnTo>
                  <a:pt x="85" y="111"/>
                </a:lnTo>
                <a:lnTo>
                  <a:pt x="119" y="100"/>
                </a:lnTo>
                <a:lnTo>
                  <a:pt x="122" y="83"/>
                </a:lnTo>
                <a:lnTo>
                  <a:pt x="134" y="79"/>
                </a:lnTo>
                <a:lnTo>
                  <a:pt x="129" y="70"/>
                </a:lnTo>
                <a:lnTo>
                  <a:pt x="141" y="69"/>
                </a:lnTo>
                <a:lnTo>
                  <a:pt x="150" y="52"/>
                </a:lnTo>
                <a:lnTo>
                  <a:pt x="146" y="35"/>
                </a:lnTo>
                <a:lnTo>
                  <a:pt x="192" y="23"/>
                </a:lnTo>
                <a:lnTo>
                  <a:pt x="193" y="19"/>
                </a:lnTo>
                <a:lnTo>
                  <a:pt x="176" y="16"/>
                </a:lnTo>
                <a:lnTo>
                  <a:pt x="152" y="28"/>
                </a:lnTo>
                <a:lnTo>
                  <a:pt x="140" y="0"/>
                </a:lnTo>
                <a:lnTo>
                  <a:pt x="120" y="21"/>
                </a:lnTo>
                <a:lnTo>
                  <a:pt x="60" y="19"/>
                </a:lnTo>
                <a:lnTo>
                  <a:pt x="30" y="51"/>
                </a:lnTo>
                <a:lnTo>
                  <a:pt x="9" y="41"/>
                </a:lnTo>
                <a:lnTo>
                  <a:pt x="0" y="6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 name="Group 20">
            <a:extLst>
              <a:ext uri="{FF2B5EF4-FFF2-40B4-BE49-F238E27FC236}">
                <a16:creationId xmlns:a16="http://schemas.microsoft.com/office/drawing/2014/main" id="{B98620B0-3B82-51D5-7559-BED04A04E0FE}"/>
              </a:ext>
            </a:extLst>
          </p:cNvPr>
          <p:cNvGrpSpPr>
            <a:grpSpLocks/>
          </p:cNvGrpSpPr>
          <p:nvPr/>
        </p:nvGrpSpPr>
        <p:grpSpPr bwMode="auto">
          <a:xfrm>
            <a:off x="5820759" y="5531157"/>
            <a:ext cx="635106" cy="539470"/>
            <a:chOff x="4623" y="3575"/>
            <a:chExt cx="552" cy="485"/>
          </a:xfrm>
          <a:solidFill>
            <a:schemeClr val="accent2"/>
          </a:solidFill>
        </p:grpSpPr>
        <p:sp>
          <p:nvSpPr>
            <p:cNvPr id="33" name="Freeform 610">
              <a:extLst>
                <a:ext uri="{FF2B5EF4-FFF2-40B4-BE49-F238E27FC236}">
                  <a16:creationId xmlns:a16="http://schemas.microsoft.com/office/drawing/2014/main" id="{CBBD30F7-F39E-2932-B271-73926A8D4AD1}"/>
                </a:ext>
              </a:extLst>
            </p:cNvPr>
            <p:cNvSpPr>
              <a:spLocks/>
            </p:cNvSpPr>
            <p:nvPr/>
          </p:nvSpPr>
          <p:spPr bwMode="auto">
            <a:xfrm>
              <a:off x="4623" y="3575"/>
              <a:ext cx="552" cy="414"/>
            </a:xfrm>
            <a:custGeom>
              <a:avLst/>
              <a:gdLst>
                <a:gd name="T0" fmla="*/ 0 w 552"/>
                <a:gd name="T1" fmla="*/ 218 h 414"/>
                <a:gd name="T2" fmla="*/ 4 w 552"/>
                <a:gd name="T3" fmla="*/ 209 h 414"/>
                <a:gd name="T4" fmla="*/ 3 w 552"/>
                <a:gd name="T5" fmla="*/ 192 h 414"/>
                <a:gd name="T6" fmla="*/ 14 w 552"/>
                <a:gd name="T7" fmla="*/ 165 h 414"/>
                <a:gd name="T8" fmla="*/ 106 w 552"/>
                <a:gd name="T9" fmla="*/ 123 h 414"/>
                <a:gd name="T10" fmla="*/ 125 w 552"/>
                <a:gd name="T11" fmla="*/ 88 h 414"/>
                <a:gd name="T12" fmla="*/ 141 w 552"/>
                <a:gd name="T13" fmla="*/ 94 h 414"/>
                <a:gd name="T14" fmla="*/ 154 w 552"/>
                <a:gd name="T15" fmla="*/ 80 h 414"/>
                <a:gd name="T16" fmla="*/ 175 w 552"/>
                <a:gd name="T17" fmla="*/ 46 h 414"/>
                <a:gd name="T18" fmla="*/ 202 w 552"/>
                <a:gd name="T19" fmla="*/ 68 h 414"/>
                <a:gd name="T20" fmla="*/ 226 w 552"/>
                <a:gd name="T21" fmla="*/ 63 h 414"/>
                <a:gd name="T22" fmla="*/ 233 w 552"/>
                <a:gd name="T23" fmla="*/ 28 h 414"/>
                <a:gd name="T24" fmla="*/ 257 w 552"/>
                <a:gd name="T25" fmla="*/ 6 h 414"/>
                <a:gd name="T26" fmla="*/ 306 w 552"/>
                <a:gd name="T27" fmla="*/ 59 h 414"/>
                <a:gd name="T28" fmla="*/ 384 w 552"/>
                <a:gd name="T29" fmla="*/ 82 h 414"/>
                <a:gd name="T30" fmla="*/ 405 w 552"/>
                <a:gd name="T31" fmla="*/ 0 h 414"/>
                <a:gd name="T32" fmla="*/ 440 w 552"/>
                <a:gd name="T33" fmla="*/ 59 h 414"/>
                <a:gd name="T34" fmla="*/ 488 w 552"/>
                <a:gd name="T35" fmla="*/ 133 h 414"/>
                <a:gd name="T36" fmla="*/ 512 w 552"/>
                <a:gd name="T37" fmla="*/ 163 h 414"/>
                <a:gd name="T38" fmla="*/ 543 w 552"/>
                <a:gd name="T39" fmla="*/ 204 h 414"/>
                <a:gd name="T40" fmla="*/ 545 w 552"/>
                <a:gd name="T41" fmla="*/ 290 h 414"/>
                <a:gd name="T42" fmla="*/ 503 w 552"/>
                <a:gd name="T43" fmla="*/ 388 h 414"/>
                <a:gd name="T44" fmla="*/ 453 w 552"/>
                <a:gd name="T45" fmla="*/ 406 h 414"/>
                <a:gd name="T46" fmla="*/ 435 w 552"/>
                <a:gd name="T47" fmla="*/ 392 h 414"/>
                <a:gd name="T48" fmla="*/ 387 w 552"/>
                <a:gd name="T49" fmla="*/ 401 h 414"/>
                <a:gd name="T50" fmla="*/ 357 w 552"/>
                <a:gd name="T51" fmla="*/ 354 h 414"/>
                <a:gd name="T52" fmla="*/ 341 w 552"/>
                <a:gd name="T53" fmla="*/ 337 h 414"/>
                <a:gd name="T54" fmla="*/ 324 w 552"/>
                <a:gd name="T55" fmla="*/ 352 h 414"/>
                <a:gd name="T56" fmla="*/ 312 w 552"/>
                <a:gd name="T57" fmla="*/ 349 h 414"/>
                <a:gd name="T58" fmla="*/ 288 w 552"/>
                <a:gd name="T59" fmla="*/ 312 h 414"/>
                <a:gd name="T60" fmla="*/ 175 w 552"/>
                <a:gd name="T61" fmla="*/ 308 h 414"/>
                <a:gd name="T62" fmla="*/ 94 w 552"/>
                <a:gd name="T63" fmla="*/ 331 h 414"/>
                <a:gd name="T64" fmla="*/ 27 w 552"/>
                <a:gd name="T65" fmla="*/ 337 h 414"/>
                <a:gd name="T66" fmla="*/ 0 w 552"/>
                <a:gd name="T67" fmla="*/ 218 h 4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52"/>
                <a:gd name="T103" fmla="*/ 0 h 414"/>
                <a:gd name="T104" fmla="*/ 552 w 552"/>
                <a:gd name="T105" fmla="*/ 414 h 4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52" h="414">
                  <a:moveTo>
                    <a:pt x="0" y="218"/>
                  </a:moveTo>
                  <a:lnTo>
                    <a:pt x="0" y="218"/>
                  </a:lnTo>
                  <a:lnTo>
                    <a:pt x="9" y="221"/>
                  </a:lnTo>
                  <a:lnTo>
                    <a:pt x="4" y="209"/>
                  </a:lnTo>
                  <a:lnTo>
                    <a:pt x="15" y="215"/>
                  </a:lnTo>
                  <a:lnTo>
                    <a:pt x="3" y="192"/>
                  </a:lnTo>
                  <a:lnTo>
                    <a:pt x="11" y="155"/>
                  </a:lnTo>
                  <a:lnTo>
                    <a:pt x="14" y="165"/>
                  </a:lnTo>
                  <a:lnTo>
                    <a:pt x="48" y="136"/>
                  </a:lnTo>
                  <a:lnTo>
                    <a:pt x="106" y="123"/>
                  </a:lnTo>
                  <a:lnTo>
                    <a:pt x="125" y="101"/>
                  </a:lnTo>
                  <a:lnTo>
                    <a:pt x="125" y="88"/>
                  </a:lnTo>
                  <a:lnTo>
                    <a:pt x="133" y="78"/>
                  </a:lnTo>
                  <a:lnTo>
                    <a:pt x="141" y="94"/>
                  </a:lnTo>
                  <a:lnTo>
                    <a:pt x="141" y="76"/>
                  </a:lnTo>
                  <a:lnTo>
                    <a:pt x="154" y="80"/>
                  </a:lnTo>
                  <a:lnTo>
                    <a:pt x="155" y="67"/>
                  </a:lnTo>
                  <a:lnTo>
                    <a:pt x="175" y="46"/>
                  </a:lnTo>
                  <a:lnTo>
                    <a:pt x="197" y="48"/>
                  </a:lnTo>
                  <a:lnTo>
                    <a:pt x="202" y="68"/>
                  </a:lnTo>
                  <a:lnTo>
                    <a:pt x="210" y="56"/>
                  </a:lnTo>
                  <a:lnTo>
                    <a:pt x="226" y="63"/>
                  </a:lnTo>
                  <a:lnTo>
                    <a:pt x="220" y="49"/>
                  </a:lnTo>
                  <a:lnTo>
                    <a:pt x="233" y="28"/>
                  </a:lnTo>
                  <a:lnTo>
                    <a:pt x="265" y="20"/>
                  </a:lnTo>
                  <a:lnTo>
                    <a:pt x="257" y="6"/>
                  </a:lnTo>
                  <a:lnTo>
                    <a:pt x="319" y="23"/>
                  </a:lnTo>
                  <a:lnTo>
                    <a:pt x="306" y="59"/>
                  </a:lnTo>
                  <a:lnTo>
                    <a:pt x="368" y="97"/>
                  </a:lnTo>
                  <a:lnTo>
                    <a:pt x="384" y="82"/>
                  </a:lnTo>
                  <a:lnTo>
                    <a:pt x="390" y="19"/>
                  </a:lnTo>
                  <a:lnTo>
                    <a:pt x="405" y="0"/>
                  </a:lnTo>
                  <a:lnTo>
                    <a:pt x="418" y="49"/>
                  </a:lnTo>
                  <a:lnTo>
                    <a:pt x="440" y="59"/>
                  </a:lnTo>
                  <a:lnTo>
                    <a:pt x="454" y="115"/>
                  </a:lnTo>
                  <a:lnTo>
                    <a:pt x="488" y="133"/>
                  </a:lnTo>
                  <a:lnTo>
                    <a:pt x="499" y="165"/>
                  </a:lnTo>
                  <a:lnTo>
                    <a:pt x="512" y="163"/>
                  </a:lnTo>
                  <a:lnTo>
                    <a:pt x="515" y="179"/>
                  </a:lnTo>
                  <a:lnTo>
                    <a:pt x="543" y="204"/>
                  </a:lnTo>
                  <a:lnTo>
                    <a:pt x="551" y="247"/>
                  </a:lnTo>
                  <a:lnTo>
                    <a:pt x="545" y="290"/>
                  </a:lnTo>
                  <a:lnTo>
                    <a:pt x="521" y="326"/>
                  </a:lnTo>
                  <a:lnTo>
                    <a:pt x="503" y="388"/>
                  </a:lnTo>
                  <a:lnTo>
                    <a:pt x="472" y="395"/>
                  </a:lnTo>
                  <a:lnTo>
                    <a:pt x="453" y="406"/>
                  </a:lnTo>
                  <a:lnTo>
                    <a:pt x="454" y="413"/>
                  </a:lnTo>
                  <a:lnTo>
                    <a:pt x="435" y="392"/>
                  </a:lnTo>
                  <a:lnTo>
                    <a:pt x="413" y="408"/>
                  </a:lnTo>
                  <a:lnTo>
                    <a:pt x="387" y="401"/>
                  </a:lnTo>
                  <a:lnTo>
                    <a:pt x="367" y="386"/>
                  </a:lnTo>
                  <a:lnTo>
                    <a:pt x="357" y="354"/>
                  </a:lnTo>
                  <a:lnTo>
                    <a:pt x="341" y="358"/>
                  </a:lnTo>
                  <a:lnTo>
                    <a:pt x="341" y="337"/>
                  </a:lnTo>
                  <a:lnTo>
                    <a:pt x="336" y="351"/>
                  </a:lnTo>
                  <a:lnTo>
                    <a:pt x="324" y="352"/>
                  </a:lnTo>
                  <a:lnTo>
                    <a:pt x="336" y="311"/>
                  </a:lnTo>
                  <a:lnTo>
                    <a:pt x="312" y="349"/>
                  </a:lnTo>
                  <a:lnTo>
                    <a:pt x="301" y="341"/>
                  </a:lnTo>
                  <a:lnTo>
                    <a:pt x="288" y="312"/>
                  </a:lnTo>
                  <a:lnTo>
                    <a:pt x="248" y="295"/>
                  </a:lnTo>
                  <a:lnTo>
                    <a:pt x="175" y="308"/>
                  </a:lnTo>
                  <a:lnTo>
                    <a:pt x="144" y="330"/>
                  </a:lnTo>
                  <a:lnTo>
                    <a:pt x="94" y="331"/>
                  </a:lnTo>
                  <a:lnTo>
                    <a:pt x="65" y="350"/>
                  </a:lnTo>
                  <a:lnTo>
                    <a:pt x="27" y="337"/>
                  </a:lnTo>
                  <a:lnTo>
                    <a:pt x="35" y="297"/>
                  </a:lnTo>
                  <a:lnTo>
                    <a:pt x="0" y="2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 name="Freeform 611">
              <a:extLst>
                <a:ext uri="{FF2B5EF4-FFF2-40B4-BE49-F238E27FC236}">
                  <a16:creationId xmlns:a16="http://schemas.microsoft.com/office/drawing/2014/main" id="{311FFAFE-C125-8FF0-8812-96B3C0225AE0}"/>
                </a:ext>
              </a:extLst>
            </p:cNvPr>
            <p:cNvSpPr>
              <a:spLocks/>
            </p:cNvSpPr>
            <p:nvPr/>
          </p:nvSpPr>
          <p:spPr bwMode="auto">
            <a:xfrm>
              <a:off x="5055" y="4012"/>
              <a:ext cx="49" cy="48"/>
            </a:xfrm>
            <a:custGeom>
              <a:avLst/>
              <a:gdLst>
                <a:gd name="T0" fmla="*/ 0 w 49"/>
                <a:gd name="T1" fmla="*/ 8 h 48"/>
                <a:gd name="T2" fmla="*/ 0 w 49"/>
                <a:gd name="T3" fmla="*/ 8 h 48"/>
                <a:gd name="T4" fmla="*/ 1 w 49"/>
                <a:gd name="T5" fmla="*/ 0 h 48"/>
                <a:gd name="T6" fmla="*/ 25 w 49"/>
                <a:gd name="T7" fmla="*/ 7 h 48"/>
                <a:gd name="T8" fmla="*/ 44 w 49"/>
                <a:gd name="T9" fmla="*/ 1 h 48"/>
                <a:gd name="T10" fmla="*/ 48 w 49"/>
                <a:gd name="T11" fmla="*/ 13 h 48"/>
                <a:gd name="T12" fmla="*/ 48 w 49"/>
                <a:gd name="T13" fmla="*/ 27 h 48"/>
                <a:gd name="T14" fmla="*/ 30 w 49"/>
                <a:gd name="T15" fmla="*/ 47 h 48"/>
                <a:gd name="T16" fmla="*/ 18 w 49"/>
                <a:gd name="T17" fmla="*/ 46 h 48"/>
                <a:gd name="T18" fmla="*/ 0 w 49"/>
                <a:gd name="T19" fmla="*/ 8 h 48"/>
                <a:gd name="T20" fmla="*/ 0 w 49"/>
                <a:gd name="T21" fmla="*/ 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
                <a:gd name="T34" fmla="*/ 0 h 48"/>
                <a:gd name="T35" fmla="*/ 49 w 49"/>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 h="48">
                  <a:moveTo>
                    <a:pt x="0" y="8"/>
                  </a:moveTo>
                  <a:lnTo>
                    <a:pt x="0" y="8"/>
                  </a:lnTo>
                  <a:lnTo>
                    <a:pt x="1" y="0"/>
                  </a:lnTo>
                  <a:lnTo>
                    <a:pt x="25" y="7"/>
                  </a:lnTo>
                  <a:lnTo>
                    <a:pt x="44" y="1"/>
                  </a:lnTo>
                  <a:lnTo>
                    <a:pt x="48" y="13"/>
                  </a:lnTo>
                  <a:lnTo>
                    <a:pt x="48" y="27"/>
                  </a:lnTo>
                  <a:lnTo>
                    <a:pt x="30" y="47"/>
                  </a:lnTo>
                  <a:lnTo>
                    <a:pt x="18" y="46"/>
                  </a:lnTo>
                  <a:lnTo>
                    <a:pt x="0" y="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 name="Freeform 612">
            <a:extLst>
              <a:ext uri="{FF2B5EF4-FFF2-40B4-BE49-F238E27FC236}">
                <a16:creationId xmlns:a16="http://schemas.microsoft.com/office/drawing/2014/main" id="{15329A0D-6D78-86BA-FB85-F6E3191B32E8}"/>
              </a:ext>
            </a:extLst>
          </p:cNvPr>
          <p:cNvSpPr>
            <a:spLocks/>
          </p:cNvSpPr>
          <p:nvPr/>
        </p:nvSpPr>
        <p:spPr bwMode="auto">
          <a:xfrm>
            <a:off x="5426555" y="4959251"/>
            <a:ext cx="75921" cy="91940"/>
          </a:xfrm>
          <a:custGeom>
            <a:avLst/>
            <a:gdLst>
              <a:gd name="T0" fmla="*/ 0 w 66"/>
              <a:gd name="T1" fmla="*/ 43327448 h 82"/>
              <a:gd name="T2" fmla="*/ 0 w 66"/>
              <a:gd name="T3" fmla="*/ 43327448 h 82"/>
              <a:gd name="T4" fmla="*/ 14079776 w 66"/>
              <a:gd name="T5" fmla="*/ 57191119 h 82"/>
              <a:gd name="T6" fmla="*/ 21902016 w 66"/>
              <a:gd name="T7" fmla="*/ 123048514 h 82"/>
              <a:gd name="T8" fmla="*/ 46932174 w 66"/>
              <a:gd name="T9" fmla="*/ 117849802 h 82"/>
              <a:gd name="T10" fmla="*/ 62575392 w 66"/>
              <a:gd name="T11" fmla="*/ 90119827 h 82"/>
              <a:gd name="T12" fmla="*/ 79784558 w 66"/>
              <a:gd name="T13" fmla="*/ 97052321 h 82"/>
              <a:gd name="T14" fmla="*/ 92299652 w 66"/>
              <a:gd name="T15" fmla="*/ 140379749 h 82"/>
              <a:gd name="T16" fmla="*/ 101685332 w 66"/>
              <a:gd name="T17" fmla="*/ 116116020 h 82"/>
              <a:gd name="T18" fmla="*/ 90734955 w 66"/>
              <a:gd name="T19" fmla="*/ 69323642 h 82"/>
              <a:gd name="T20" fmla="*/ 79784558 w 66"/>
              <a:gd name="T21" fmla="*/ 86653580 h 82"/>
              <a:gd name="T22" fmla="*/ 67269483 w 66"/>
              <a:gd name="T23" fmla="*/ 65857395 h 82"/>
              <a:gd name="T24" fmla="*/ 92299652 w 66"/>
              <a:gd name="T25" fmla="*/ 36394944 h 82"/>
              <a:gd name="T26" fmla="*/ 43802780 w 66"/>
              <a:gd name="T27" fmla="*/ 32928697 h 82"/>
              <a:gd name="T28" fmla="*/ 12515079 w 66"/>
              <a:gd name="T29" fmla="*/ 0 h 82"/>
              <a:gd name="T30" fmla="*/ 3129395 w 66"/>
              <a:gd name="T31" fmla="*/ 19063705 h 82"/>
              <a:gd name="T32" fmla="*/ 14079776 w 66"/>
              <a:gd name="T33" fmla="*/ 32928697 h 82"/>
              <a:gd name="T34" fmla="*/ 0 w 66"/>
              <a:gd name="T35" fmla="*/ 43327448 h 82"/>
              <a:gd name="T36" fmla="*/ 0 w 66"/>
              <a:gd name="T37" fmla="*/ 43327448 h 8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82"/>
              <a:gd name="T59" fmla="*/ 66 w 66"/>
              <a:gd name="T60" fmla="*/ 82 h 8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82">
                <a:moveTo>
                  <a:pt x="0" y="25"/>
                </a:moveTo>
                <a:lnTo>
                  <a:pt x="0" y="25"/>
                </a:lnTo>
                <a:lnTo>
                  <a:pt x="9" y="33"/>
                </a:lnTo>
                <a:lnTo>
                  <a:pt x="14" y="71"/>
                </a:lnTo>
                <a:lnTo>
                  <a:pt x="30" y="68"/>
                </a:lnTo>
                <a:lnTo>
                  <a:pt x="40" y="52"/>
                </a:lnTo>
                <a:lnTo>
                  <a:pt x="51" y="56"/>
                </a:lnTo>
                <a:lnTo>
                  <a:pt x="59" y="81"/>
                </a:lnTo>
                <a:lnTo>
                  <a:pt x="65" y="67"/>
                </a:lnTo>
                <a:lnTo>
                  <a:pt x="58" y="40"/>
                </a:lnTo>
                <a:lnTo>
                  <a:pt x="51" y="50"/>
                </a:lnTo>
                <a:lnTo>
                  <a:pt x="43" y="38"/>
                </a:lnTo>
                <a:lnTo>
                  <a:pt x="59" y="21"/>
                </a:lnTo>
                <a:lnTo>
                  <a:pt x="28" y="19"/>
                </a:lnTo>
                <a:lnTo>
                  <a:pt x="8" y="0"/>
                </a:lnTo>
                <a:lnTo>
                  <a:pt x="2" y="11"/>
                </a:lnTo>
                <a:lnTo>
                  <a:pt x="9" y="19"/>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 name="Freeform 613">
            <a:extLst>
              <a:ext uri="{FF2B5EF4-FFF2-40B4-BE49-F238E27FC236}">
                <a16:creationId xmlns:a16="http://schemas.microsoft.com/office/drawing/2014/main" id="{F3C48CAE-0093-459D-1922-4740B796099A}"/>
              </a:ext>
            </a:extLst>
          </p:cNvPr>
          <p:cNvSpPr>
            <a:spLocks/>
          </p:cNvSpPr>
          <p:nvPr/>
        </p:nvSpPr>
        <p:spPr bwMode="auto">
          <a:xfrm>
            <a:off x="5442616" y="4930858"/>
            <a:ext cx="46720" cy="28393"/>
          </a:xfrm>
          <a:custGeom>
            <a:avLst/>
            <a:gdLst>
              <a:gd name="T0" fmla="*/ 0 w 42"/>
              <a:gd name="T1" fmla="*/ 27013506 h 24"/>
              <a:gd name="T2" fmla="*/ 0 w 42"/>
              <a:gd name="T3" fmla="*/ 27013506 h 24"/>
              <a:gd name="T4" fmla="*/ 7315200 w 42"/>
              <a:gd name="T5" fmla="*/ 44379820 h 24"/>
              <a:gd name="T6" fmla="*/ 59980283 w 42"/>
              <a:gd name="T7" fmla="*/ 36662076 h 24"/>
              <a:gd name="T8" fmla="*/ 57054446 w 42"/>
              <a:gd name="T9" fmla="*/ 13507447 h 24"/>
              <a:gd name="T10" fmla="*/ 19018550 w 42"/>
              <a:gd name="T11" fmla="*/ 0 h 24"/>
              <a:gd name="T12" fmla="*/ 0 w 42"/>
              <a:gd name="T13" fmla="*/ 27013506 h 24"/>
              <a:gd name="T14" fmla="*/ 0 w 42"/>
              <a:gd name="T15" fmla="*/ 27013506 h 24"/>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24"/>
              <a:gd name="T26" fmla="*/ 42 w 42"/>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24">
                <a:moveTo>
                  <a:pt x="0" y="14"/>
                </a:moveTo>
                <a:lnTo>
                  <a:pt x="0" y="14"/>
                </a:lnTo>
                <a:lnTo>
                  <a:pt x="5" y="23"/>
                </a:lnTo>
                <a:lnTo>
                  <a:pt x="41" y="19"/>
                </a:lnTo>
                <a:lnTo>
                  <a:pt x="39" y="7"/>
                </a:lnTo>
                <a:lnTo>
                  <a:pt x="1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 name="Freeform 614">
            <a:extLst>
              <a:ext uri="{FF2B5EF4-FFF2-40B4-BE49-F238E27FC236}">
                <a16:creationId xmlns:a16="http://schemas.microsoft.com/office/drawing/2014/main" id="{CC0039AC-EF25-6413-AA1C-A2F93C443482}"/>
              </a:ext>
            </a:extLst>
          </p:cNvPr>
          <p:cNvSpPr>
            <a:spLocks/>
          </p:cNvSpPr>
          <p:nvPr/>
        </p:nvSpPr>
        <p:spPr bwMode="auto">
          <a:xfrm>
            <a:off x="5835359" y="5293208"/>
            <a:ext cx="20440" cy="16225"/>
          </a:xfrm>
          <a:custGeom>
            <a:avLst/>
            <a:gdLst>
              <a:gd name="T0" fmla="*/ 0 w 17"/>
              <a:gd name="T1" fmla="*/ 9677400 h 15"/>
              <a:gd name="T2" fmla="*/ 0 w 17"/>
              <a:gd name="T3" fmla="*/ 9677400 h 15"/>
              <a:gd name="T4" fmla="*/ 13673603 w 17"/>
              <a:gd name="T5" fmla="*/ 22580604 h 15"/>
              <a:gd name="T6" fmla="*/ 27347207 w 17"/>
              <a:gd name="T7" fmla="*/ 0 h 15"/>
              <a:gd name="T8" fmla="*/ 0 w 17"/>
              <a:gd name="T9" fmla="*/ 9677400 h 15"/>
              <a:gd name="T10" fmla="*/ 0 w 17"/>
              <a:gd name="T11" fmla="*/ 9677400 h 15"/>
              <a:gd name="T12" fmla="*/ 0 60000 65536"/>
              <a:gd name="T13" fmla="*/ 0 60000 65536"/>
              <a:gd name="T14" fmla="*/ 0 60000 65536"/>
              <a:gd name="T15" fmla="*/ 0 60000 65536"/>
              <a:gd name="T16" fmla="*/ 0 60000 65536"/>
              <a:gd name="T17" fmla="*/ 0 60000 65536"/>
              <a:gd name="T18" fmla="*/ 0 w 17"/>
              <a:gd name="T19" fmla="*/ 0 h 15"/>
              <a:gd name="T20" fmla="*/ 17 w 17"/>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7" h="15">
                <a:moveTo>
                  <a:pt x="0" y="6"/>
                </a:moveTo>
                <a:lnTo>
                  <a:pt x="0" y="6"/>
                </a:lnTo>
                <a:lnTo>
                  <a:pt x="8" y="14"/>
                </a:lnTo>
                <a:lnTo>
                  <a:pt x="16" y="0"/>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 name="Freeform 615">
            <a:extLst>
              <a:ext uri="{FF2B5EF4-FFF2-40B4-BE49-F238E27FC236}">
                <a16:creationId xmlns:a16="http://schemas.microsoft.com/office/drawing/2014/main" id="{C405742B-9EF3-4940-EE97-A2CC07EFB0E2}"/>
              </a:ext>
            </a:extLst>
          </p:cNvPr>
          <p:cNvSpPr>
            <a:spLocks/>
          </p:cNvSpPr>
          <p:nvPr/>
        </p:nvSpPr>
        <p:spPr bwMode="auto">
          <a:xfrm>
            <a:off x="5493715" y="4932210"/>
            <a:ext cx="141621" cy="285283"/>
          </a:xfrm>
          <a:custGeom>
            <a:avLst/>
            <a:gdLst>
              <a:gd name="T0" fmla="*/ 0 w 124"/>
              <a:gd name="T1" fmla="*/ 180866331 h 254"/>
              <a:gd name="T2" fmla="*/ 0 w 124"/>
              <a:gd name="T3" fmla="*/ 180866331 h 254"/>
              <a:gd name="T4" fmla="*/ 9252940 w 124"/>
              <a:gd name="T5" fmla="*/ 156518251 h 254"/>
              <a:gd name="T6" fmla="*/ 63228222 w 124"/>
              <a:gd name="T7" fmla="*/ 41738375 h 254"/>
              <a:gd name="T8" fmla="*/ 101782356 w 124"/>
              <a:gd name="T9" fmla="*/ 26086159 h 254"/>
              <a:gd name="T10" fmla="*/ 109494173 w 124"/>
              <a:gd name="T11" fmla="*/ 0 h 254"/>
              <a:gd name="T12" fmla="*/ 135710623 w 124"/>
              <a:gd name="T13" fmla="*/ 15652222 h 254"/>
              <a:gd name="T14" fmla="*/ 137252987 w 124"/>
              <a:gd name="T15" fmla="*/ 38259519 h 254"/>
              <a:gd name="T16" fmla="*/ 114120021 w 124"/>
              <a:gd name="T17" fmla="*/ 107823492 h 254"/>
              <a:gd name="T18" fmla="*/ 138794108 w 124"/>
              <a:gd name="T19" fmla="*/ 102606526 h 254"/>
              <a:gd name="T20" fmla="*/ 151131773 w 124"/>
              <a:gd name="T21" fmla="*/ 149561857 h 254"/>
              <a:gd name="T22" fmla="*/ 189685926 w 124"/>
              <a:gd name="T23" fmla="*/ 163474645 h 254"/>
              <a:gd name="T24" fmla="*/ 169637687 w 124"/>
              <a:gd name="T25" fmla="*/ 186083297 h 254"/>
              <a:gd name="T26" fmla="*/ 124915322 w 124"/>
              <a:gd name="T27" fmla="*/ 215648302 h 254"/>
              <a:gd name="T28" fmla="*/ 114120021 w 124"/>
              <a:gd name="T29" fmla="*/ 243473879 h 254"/>
              <a:gd name="T30" fmla="*/ 138794108 w 124"/>
              <a:gd name="T31" fmla="*/ 297385605 h 254"/>
              <a:gd name="T32" fmla="*/ 129541170 w 124"/>
              <a:gd name="T33" fmla="*/ 328688719 h 254"/>
              <a:gd name="T34" fmla="*/ 158842347 w 124"/>
              <a:gd name="T35" fmla="*/ 398252743 h 254"/>
              <a:gd name="T36" fmla="*/ 137252987 w 124"/>
              <a:gd name="T37" fmla="*/ 439991109 h 254"/>
              <a:gd name="T38" fmla="*/ 115662384 w 124"/>
              <a:gd name="T39" fmla="*/ 290429210 h 254"/>
              <a:gd name="T40" fmla="*/ 97156508 w 124"/>
              <a:gd name="T41" fmla="*/ 266081171 h 254"/>
              <a:gd name="T42" fmla="*/ 66312948 w 124"/>
              <a:gd name="T43" fmla="*/ 306081427 h 254"/>
              <a:gd name="T44" fmla="*/ 43179983 w 124"/>
              <a:gd name="T45" fmla="*/ 299125033 h 254"/>
              <a:gd name="T46" fmla="*/ 47807072 w 124"/>
              <a:gd name="T47" fmla="*/ 243473879 h 254"/>
              <a:gd name="T48" fmla="*/ 0 w 124"/>
              <a:gd name="T49" fmla="*/ 180866331 h 254"/>
              <a:gd name="T50" fmla="*/ 0 w 124"/>
              <a:gd name="T51" fmla="*/ 180866331 h 25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4"/>
              <a:gd name="T79" fmla="*/ 0 h 254"/>
              <a:gd name="T80" fmla="*/ 124 w 124"/>
              <a:gd name="T81" fmla="*/ 254 h 25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4" h="254">
                <a:moveTo>
                  <a:pt x="0" y="104"/>
                </a:moveTo>
                <a:lnTo>
                  <a:pt x="0" y="104"/>
                </a:lnTo>
                <a:lnTo>
                  <a:pt x="6" y="90"/>
                </a:lnTo>
                <a:lnTo>
                  <a:pt x="41" y="24"/>
                </a:lnTo>
                <a:lnTo>
                  <a:pt x="66" y="15"/>
                </a:lnTo>
                <a:lnTo>
                  <a:pt x="71" y="0"/>
                </a:lnTo>
                <a:lnTo>
                  <a:pt x="88" y="9"/>
                </a:lnTo>
                <a:lnTo>
                  <a:pt x="89" y="22"/>
                </a:lnTo>
                <a:lnTo>
                  <a:pt x="74" y="62"/>
                </a:lnTo>
                <a:lnTo>
                  <a:pt x="90" y="59"/>
                </a:lnTo>
                <a:lnTo>
                  <a:pt x="98" y="86"/>
                </a:lnTo>
                <a:lnTo>
                  <a:pt x="123" y="94"/>
                </a:lnTo>
                <a:lnTo>
                  <a:pt x="110" y="107"/>
                </a:lnTo>
                <a:lnTo>
                  <a:pt x="81" y="124"/>
                </a:lnTo>
                <a:lnTo>
                  <a:pt x="74" y="140"/>
                </a:lnTo>
                <a:lnTo>
                  <a:pt x="90" y="171"/>
                </a:lnTo>
                <a:lnTo>
                  <a:pt x="84" y="189"/>
                </a:lnTo>
                <a:lnTo>
                  <a:pt x="103" y="229"/>
                </a:lnTo>
                <a:lnTo>
                  <a:pt x="89" y="253"/>
                </a:lnTo>
                <a:lnTo>
                  <a:pt x="75" y="167"/>
                </a:lnTo>
                <a:lnTo>
                  <a:pt x="63" y="153"/>
                </a:lnTo>
                <a:lnTo>
                  <a:pt x="43" y="176"/>
                </a:lnTo>
                <a:lnTo>
                  <a:pt x="28" y="172"/>
                </a:lnTo>
                <a:lnTo>
                  <a:pt x="31" y="140"/>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 name="Freeform 616">
            <a:extLst>
              <a:ext uri="{FF2B5EF4-FFF2-40B4-BE49-F238E27FC236}">
                <a16:creationId xmlns:a16="http://schemas.microsoft.com/office/drawing/2014/main" id="{6C314E65-BA29-7EDE-4D6E-CEE36A919EDB}"/>
              </a:ext>
            </a:extLst>
          </p:cNvPr>
          <p:cNvSpPr>
            <a:spLocks/>
          </p:cNvSpPr>
          <p:nvPr/>
        </p:nvSpPr>
        <p:spPr bwMode="auto">
          <a:xfrm>
            <a:off x="5654317" y="5148539"/>
            <a:ext cx="80301" cy="62194"/>
          </a:xfrm>
          <a:custGeom>
            <a:avLst/>
            <a:gdLst>
              <a:gd name="T0" fmla="*/ 0 w 70"/>
              <a:gd name="T1" fmla="*/ 18383734 h 59"/>
              <a:gd name="T2" fmla="*/ 0 w 70"/>
              <a:gd name="T3" fmla="*/ 18383734 h 59"/>
              <a:gd name="T4" fmla="*/ 7779587 w 70"/>
              <a:gd name="T5" fmla="*/ 62808929 h 59"/>
              <a:gd name="T6" fmla="*/ 21782099 w 70"/>
              <a:gd name="T7" fmla="*/ 85788301 h 59"/>
              <a:gd name="T8" fmla="*/ 43562951 w 70"/>
              <a:gd name="T9" fmla="*/ 88851637 h 59"/>
              <a:gd name="T10" fmla="*/ 107352573 w 70"/>
              <a:gd name="T11" fmla="*/ 47489774 h 59"/>
              <a:gd name="T12" fmla="*/ 104240490 w 70"/>
              <a:gd name="T13" fmla="*/ 0 h 59"/>
              <a:gd name="T14" fmla="*/ 56010037 w 70"/>
              <a:gd name="T15" fmla="*/ 7660199 h 59"/>
              <a:gd name="T16" fmla="*/ 15557927 w 70"/>
              <a:gd name="T17" fmla="*/ 6127912 h 59"/>
              <a:gd name="T18" fmla="*/ 0 w 70"/>
              <a:gd name="T19" fmla="*/ 18383734 h 59"/>
              <a:gd name="T20" fmla="*/ 0 w 70"/>
              <a:gd name="T21" fmla="*/ 18383734 h 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0"/>
              <a:gd name="T34" fmla="*/ 0 h 59"/>
              <a:gd name="T35" fmla="*/ 70 w 70"/>
              <a:gd name="T36" fmla="*/ 59 h 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0" h="59">
                <a:moveTo>
                  <a:pt x="0" y="12"/>
                </a:moveTo>
                <a:lnTo>
                  <a:pt x="0" y="12"/>
                </a:lnTo>
                <a:lnTo>
                  <a:pt x="5" y="41"/>
                </a:lnTo>
                <a:lnTo>
                  <a:pt x="14" y="56"/>
                </a:lnTo>
                <a:lnTo>
                  <a:pt x="28" y="58"/>
                </a:lnTo>
                <a:lnTo>
                  <a:pt x="69" y="31"/>
                </a:lnTo>
                <a:lnTo>
                  <a:pt x="67" y="0"/>
                </a:lnTo>
                <a:lnTo>
                  <a:pt x="36" y="5"/>
                </a:lnTo>
                <a:lnTo>
                  <a:pt x="10" y="4"/>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 name="Freeform 617">
            <a:extLst>
              <a:ext uri="{FF2B5EF4-FFF2-40B4-BE49-F238E27FC236}">
                <a16:creationId xmlns:a16="http://schemas.microsoft.com/office/drawing/2014/main" id="{E9CF28EA-1655-E9F3-F5E7-A2631BCC29B5}"/>
              </a:ext>
            </a:extLst>
          </p:cNvPr>
          <p:cNvSpPr>
            <a:spLocks/>
          </p:cNvSpPr>
          <p:nvPr/>
        </p:nvSpPr>
        <p:spPr bwMode="auto">
          <a:xfrm>
            <a:off x="5300994" y="5221549"/>
            <a:ext cx="29201" cy="55434"/>
          </a:xfrm>
          <a:custGeom>
            <a:avLst/>
            <a:gdLst>
              <a:gd name="T0" fmla="*/ 0 w 26"/>
              <a:gd name="T1" fmla="*/ 0 h 51"/>
              <a:gd name="T2" fmla="*/ 0 w 26"/>
              <a:gd name="T3" fmla="*/ 0 h 51"/>
              <a:gd name="T4" fmla="*/ 7456366 w 26"/>
              <a:gd name="T5" fmla="*/ 81436595 h 51"/>
              <a:gd name="T6" fmla="*/ 37280604 w 26"/>
              <a:gd name="T7" fmla="*/ 66777986 h 51"/>
              <a:gd name="T8" fmla="*/ 22367878 w 26"/>
              <a:gd name="T9" fmla="*/ 19545242 h 51"/>
              <a:gd name="T10" fmla="*/ 0 w 26"/>
              <a:gd name="T11" fmla="*/ 0 h 51"/>
              <a:gd name="T12" fmla="*/ 0 w 26"/>
              <a:gd name="T13" fmla="*/ 0 h 51"/>
              <a:gd name="T14" fmla="*/ 0 60000 65536"/>
              <a:gd name="T15" fmla="*/ 0 60000 65536"/>
              <a:gd name="T16" fmla="*/ 0 60000 65536"/>
              <a:gd name="T17" fmla="*/ 0 60000 65536"/>
              <a:gd name="T18" fmla="*/ 0 60000 65536"/>
              <a:gd name="T19" fmla="*/ 0 60000 65536"/>
              <a:gd name="T20" fmla="*/ 0 60000 65536"/>
              <a:gd name="T21" fmla="*/ 0 w 26"/>
              <a:gd name="T22" fmla="*/ 0 h 51"/>
              <a:gd name="T23" fmla="*/ 26 w 2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51">
                <a:moveTo>
                  <a:pt x="0" y="0"/>
                </a:moveTo>
                <a:lnTo>
                  <a:pt x="0" y="0"/>
                </a:lnTo>
                <a:lnTo>
                  <a:pt x="5" y="50"/>
                </a:lnTo>
                <a:lnTo>
                  <a:pt x="25" y="41"/>
                </a:lnTo>
                <a:lnTo>
                  <a:pt x="15"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 name="Group 29">
            <a:extLst>
              <a:ext uri="{FF2B5EF4-FFF2-40B4-BE49-F238E27FC236}">
                <a16:creationId xmlns:a16="http://schemas.microsoft.com/office/drawing/2014/main" id="{23906095-DBD1-0C8F-578A-9081EA447830}"/>
              </a:ext>
            </a:extLst>
          </p:cNvPr>
          <p:cNvGrpSpPr>
            <a:grpSpLocks/>
          </p:cNvGrpSpPr>
          <p:nvPr/>
        </p:nvGrpSpPr>
        <p:grpSpPr bwMode="auto">
          <a:xfrm>
            <a:off x="5204634" y="4473874"/>
            <a:ext cx="957768" cy="619243"/>
            <a:chOff x="4086" y="2626"/>
            <a:chExt cx="835" cy="555"/>
          </a:xfrm>
          <a:solidFill>
            <a:schemeClr val="accent2"/>
          </a:solidFill>
        </p:grpSpPr>
        <p:sp>
          <p:nvSpPr>
            <p:cNvPr id="319" name="Freeform 30">
              <a:extLst>
                <a:ext uri="{FF2B5EF4-FFF2-40B4-BE49-F238E27FC236}">
                  <a16:creationId xmlns:a16="http://schemas.microsoft.com/office/drawing/2014/main" id="{12304BDE-1C1F-5047-F801-E03D894B2139}"/>
                </a:ext>
              </a:extLst>
            </p:cNvPr>
            <p:cNvSpPr>
              <a:spLocks/>
            </p:cNvSpPr>
            <p:nvPr/>
          </p:nvSpPr>
          <p:spPr bwMode="auto">
            <a:xfrm>
              <a:off x="4086" y="2626"/>
              <a:ext cx="835" cy="526"/>
            </a:xfrm>
            <a:custGeom>
              <a:avLst/>
              <a:gdLst>
                <a:gd name="T0" fmla="*/ 0 w 835"/>
                <a:gd name="T1" fmla="*/ 250 h 526"/>
                <a:gd name="T2" fmla="*/ 35 w 835"/>
                <a:gd name="T3" fmla="*/ 226 h 526"/>
                <a:gd name="T4" fmla="*/ 95 w 835"/>
                <a:gd name="T5" fmla="*/ 177 h 526"/>
                <a:gd name="T6" fmla="*/ 118 w 835"/>
                <a:gd name="T7" fmla="*/ 145 h 526"/>
                <a:gd name="T8" fmla="*/ 162 w 835"/>
                <a:gd name="T9" fmla="*/ 114 h 526"/>
                <a:gd name="T10" fmla="*/ 192 w 835"/>
                <a:gd name="T11" fmla="*/ 81 h 526"/>
                <a:gd name="T12" fmla="*/ 225 w 835"/>
                <a:gd name="T13" fmla="*/ 106 h 526"/>
                <a:gd name="T14" fmla="*/ 293 w 835"/>
                <a:gd name="T15" fmla="*/ 160 h 526"/>
                <a:gd name="T16" fmla="*/ 368 w 835"/>
                <a:gd name="T17" fmla="*/ 185 h 526"/>
                <a:gd name="T18" fmla="*/ 499 w 835"/>
                <a:gd name="T19" fmla="*/ 187 h 526"/>
                <a:gd name="T20" fmla="*/ 522 w 835"/>
                <a:gd name="T21" fmla="*/ 151 h 526"/>
                <a:gd name="T22" fmla="*/ 588 w 835"/>
                <a:gd name="T23" fmla="*/ 123 h 526"/>
                <a:gd name="T24" fmla="*/ 607 w 835"/>
                <a:gd name="T25" fmla="*/ 98 h 526"/>
                <a:gd name="T26" fmla="*/ 572 w 835"/>
                <a:gd name="T27" fmla="*/ 78 h 526"/>
                <a:gd name="T28" fmla="*/ 602 w 835"/>
                <a:gd name="T29" fmla="*/ 72 h 526"/>
                <a:gd name="T30" fmla="*/ 642 w 835"/>
                <a:gd name="T31" fmla="*/ 28 h 526"/>
                <a:gd name="T32" fmla="*/ 681 w 835"/>
                <a:gd name="T33" fmla="*/ 0 h 526"/>
                <a:gd name="T34" fmla="*/ 734 w 835"/>
                <a:gd name="T35" fmla="*/ 69 h 526"/>
                <a:gd name="T36" fmla="*/ 783 w 835"/>
                <a:gd name="T37" fmla="*/ 104 h 526"/>
                <a:gd name="T38" fmla="*/ 811 w 835"/>
                <a:gd name="T39" fmla="*/ 147 h 526"/>
                <a:gd name="T40" fmla="*/ 785 w 835"/>
                <a:gd name="T41" fmla="*/ 177 h 526"/>
                <a:gd name="T42" fmla="*/ 770 w 835"/>
                <a:gd name="T43" fmla="*/ 185 h 526"/>
                <a:gd name="T44" fmla="*/ 744 w 835"/>
                <a:gd name="T45" fmla="*/ 210 h 526"/>
                <a:gd name="T46" fmla="*/ 691 w 835"/>
                <a:gd name="T47" fmla="*/ 232 h 526"/>
                <a:gd name="T48" fmla="*/ 663 w 835"/>
                <a:gd name="T49" fmla="*/ 226 h 526"/>
                <a:gd name="T50" fmla="*/ 602 w 835"/>
                <a:gd name="T51" fmla="*/ 247 h 526"/>
                <a:gd name="T52" fmla="*/ 618 w 835"/>
                <a:gd name="T53" fmla="*/ 276 h 526"/>
                <a:gd name="T54" fmla="*/ 668 w 835"/>
                <a:gd name="T55" fmla="*/ 274 h 526"/>
                <a:gd name="T56" fmla="*/ 622 w 835"/>
                <a:gd name="T57" fmla="*/ 312 h 526"/>
                <a:gd name="T58" fmla="*/ 633 w 835"/>
                <a:gd name="T59" fmla="*/ 355 h 526"/>
                <a:gd name="T60" fmla="*/ 634 w 835"/>
                <a:gd name="T61" fmla="*/ 382 h 526"/>
                <a:gd name="T62" fmla="*/ 613 w 835"/>
                <a:gd name="T63" fmla="*/ 463 h 526"/>
                <a:gd name="T64" fmla="*/ 552 w 835"/>
                <a:gd name="T65" fmla="*/ 493 h 526"/>
                <a:gd name="T66" fmla="*/ 543 w 835"/>
                <a:gd name="T67" fmla="*/ 489 h 526"/>
                <a:gd name="T68" fmla="*/ 499 w 835"/>
                <a:gd name="T69" fmla="*/ 510 h 526"/>
                <a:gd name="T70" fmla="*/ 490 w 835"/>
                <a:gd name="T71" fmla="*/ 506 h 526"/>
                <a:gd name="T72" fmla="*/ 429 w 835"/>
                <a:gd name="T73" fmla="*/ 484 h 526"/>
                <a:gd name="T74" fmla="*/ 380 w 835"/>
                <a:gd name="T75" fmla="*/ 494 h 526"/>
                <a:gd name="T76" fmla="*/ 375 w 835"/>
                <a:gd name="T77" fmla="*/ 506 h 526"/>
                <a:gd name="T78" fmla="*/ 342 w 835"/>
                <a:gd name="T79" fmla="*/ 471 h 526"/>
                <a:gd name="T80" fmla="*/ 341 w 835"/>
                <a:gd name="T81" fmla="*/ 434 h 526"/>
                <a:gd name="T82" fmla="*/ 323 w 835"/>
                <a:gd name="T83" fmla="*/ 412 h 526"/>
                <a:gd name="T84" fmla="*/ 305 w 835"/>
                <a:gd name="T85" fmla="*/ 392 h 526"/>
                <a:gd name="T86" fmla="*/ 220 w 835"/>
                <a:gd name="T87" fmla="*/ 410 h 526"/>
                <a:gd name="T88" fmla="*/ 205 w 835"/>
                <a:gd name="T89" fmla="*/ 414 h 526"/>
                <a:gd name="T90" fmla="*/ 166 w 835"/>
                <a:gd name="T91" fmla="*/ 416 h 526"/>
                <a:gd name="T92" fmla="*/ 100 w 835"/>
                <a:gd name="T93" fmla="*/ 381 h 526"/>
                <a:gd name="T94" fmla="*/ 65 w 835"/>
                <a:gd name="T95" fmla="*/ 347 h 526"/>
                <a:gd name="T96" fmla="*/ 71 w 835"/>
                <a:gd name="T97" fmla="*/ 325 h 526"/>
                <a:gd name="T98" fmla="*/ 75 w 835"/>
                <a:gd name="T99" fmla="*/ 295 h 526"/>
                <a:gd name="T100" fmla="*/ 13 w 835"/>
                <a:gd name="T101" fmla="*/ 278 h 526"/>
                <a:gd name="T102" fmla="*/ 14 w 835"/>
                <a:gd name="T103" fmla="*/ 256 h 526"/>
                <a:gd name="T104" fmla="*/ 0 w 835"/>
                <a:gd name="T105" fmla="*/ 250 h 52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835"/>
                <a:gd name="T160" fmla="*/ 0 h 526"/>
                <a:gd name="T161" fmla="*/ 835 w 835"/>
                <a:gd name="T162" fmla="*/ 526 h 52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835" h="526">
                  <a:moveTo>
                    <a:pt x="0" y="250"/>
                  </a:moveTo>
                  <a:lnTo>
                    <a:pt x="0" y="250"/>
                  </a:lnTo>
                  <a:lnTo>
                    <a:pt x="5" y="230"/>
                  </a:lnTo>
                  <a:lnTo>
                    <a:pt x="35" y="226"/>
                  </a:lnTo>
                  <a:lnTo>
                    <a:pt x="88" y="198"/>
                  </a:lnTo>
                  <a:lnTo>
                    <a:pt x="95" y="177"/>
                  </a:lnTo>
                  <a:lnTo>
                    <a:pt x="85" y="152"/>
                  </a:lnTo>
                  <a:lnTo>
                    <a:pt x="118" y="145"/>
                  </a:lnTo>
                  <a:lnTo>
                    <a:pt x="127" y="112"/>
                  </a:lnTo>
                  <a:lnTo>
                    <a:pt x="162" y="114"/>
                  </a:lnTo>
                  <a:lnTo>
                    <a:pt x="166" y="92"/>
                  </a:lnTo>
                  <a:lnTo>
                    <a:pt x="192" y="81"/>
                  </a:lnTo>
                  <a:lnTo>
                    <a:pt x="206" y="100"/>
                  </a:lnTo>
                  <a:lnTo>
                    <a:pt x="225" y="106"/>
                  </a:lnTo>
                  <a:lnTo>
                    <a:pt x="233" y="145"/>
                  </a:lnTo>
                  <a:lnTo>
                    <a:pt x="293" y="160"/>
                  </a:lnTo>
                  <a:lnTo>
                    <a:pt x="319" y="187"/>
                  </a:lnTo>
                  <a:lnTo>
                    <a:pt x="368" y="185"/>
                  </a:lnTo>
                  <a:lnTo>
                    <a:pt x="424" y="206"/>
                  </a:lnTo>
                  <a:lnTo>
                    <a:pt x="499" y="187"/>
                  </a:lnTo>
                  <a:lnTo>
                    <a:pt x="522" y="172"/>
                  </a:lnTo>
                  <a:lnTo>
                    <a:pt x="522" y="151"/>
                  </a:lnTo>
                  <a:lnTo>
                    <a:pt x="543" y="153"/>
                  </a:lnTo>
                  <a:lnTo>
                    <a:pt x="588" y="123"/>
                  </a:lnTo>
                  <a:lnTo>
                    <a:pt x="625" y="121"/>
                  </a:lnTo>
                  <a:lnTo>
                    <a:pt x="607" y="98"/>
                  </a:lnTo>
                  <a:lnTo>
                    <a:pt x="572" y="104"/>
                  </a:lnTo>
                  <a:lnTo>
                    <a:pt x="572" y="78"/>
                  </a:lnTo>
                  <a:lnTo>
                    <a:pt x="581" y="64"/>
                  </a:lnTo>
                  <a:lnTo>
                    <a:pt x="602" y="72"/>
                  </a:lnTo>
                  <a:lnTo>
                    <a:pt x="621" y="63"/>
                  </a:lnTo>
                  <a:lnTo>
                    <a:pt x="642" y="28"/>
                  </a:lnTo>
                  <a:lnTo>
                    <a:pt x="632" y="16"/>
                  </a:lnTo>
                  <a:lnTo>
                    <a:pt x="681" y="0"/>
                  </a:lnTo>
                  <a:lnTo>
                    <a:pt x="709" y="11"/>
                  </a:lnTo>
                  <a:lnTo>
                    <a:pt x="734" y="69"/>
                  </a:lnTo>
                  <a:lnTo>
                    <a:pt x="776" y="82"/>
                  </a:lnTo>
                  <a:lnTo>
                    <a:pt x="783" y="104"/>
                  </a:lnTo>
                  <a:lnTo>
                    <a:pt x="834" y="90"/>
                  </a:lnTo>
                  <a:lnTo>
                    <a:pt x="811" y="147"/>
                  </a:lnTo>
                  <a:lnTo>
                    <a:pt x="781" y="155"/>
                  </a:lnTo>
                  <a:lnTo>
                    <a:pt x="785" y="177"/>
                  </a:lnTo>
                  <a:lnTo>
                    <a:pt x="776" y="190"/>
                  </a:lnTo>
                  <a:lnTo>
                    <a:pt x="770" y="185"/>
                  </a:lnTo>
                  <a:lnTo>
                    <a:pt x="744" y="201"/>
                  </a:lnTo>
                  <a:lnTo>
                    <a:pt x="744" y="210"/>
                  </a:lnTo>
                  <a:lnTo>
                    <a:pt x="726" y="207"/>
                  </a:lnTo>
                  <a:lnTo>
                    <a:pt x="691" y="232"/>
                  </a:lnTo>
                  <a:lnTo>
                    <a:pt x="651" y="253"/>
                  </a:lnTo>
                  <a:lnTo>
                    <a:pt x="663" y="226"/>
                  </a:lnTo>
                  <a:lnTo>
                    <a:pt x="657" y="216"/>
                  </a:lnTo>
                  <a:lnTo>
                    <a:pt x="602" y="247"/>
                  </a:lnTo>
                  <a:lnTo>
                    <a:pt x="600" y="255"/>
                  </a:lnTo>
                  <a:lnTo>
                    <a:pt x="618" y="276"/>
                  </a:lnTo>
                  <a:lnTo>
                    <a:pt x="643" y="267"/>
                  </a:lnTo>
                  <a:lnTo>
                    <a:pt x="668" y="274"/>
                  </a:lnTo>
                  <a:lnTo>
                    <a:pt x="634" y="290"/>
                  </a:lnTo>
                  <a:lnTo>
                    <a:pt x="622" y="312"/>
                  </a:lnTo>
                  <a:lnTo>
                    <a:pt x="658" y="360"/>
                  </a:lnTo>
                  <a:lnTo>
                    <a:pt x="633" y="355"/>
                  </a:lnTo>
                  <a:lnTo>
                    <a:pt x="658" y="371"/>
                  </a:lnTo>
                  <a:lnTo>
                    <a:pt x="634" y="382"/>
                  </a:lnTo>
                  <a:lnTo>
                    <a:pt x="659" y="386"/>
                  </a:lnTo>
                  <a:lnTo>
                    <a:pt x="613" y="463"/>
                  </a:lnTo>
                  <a:lnTo>
                    <a:pt x="582" y="485"/>
                  </a:lnTo>
                  <a:lnTo>
                    <a:pt x="552" y="493"/>
                  </a:lnTo>
                  <a:lnTo>
                    <a:pt x="550" y="493"/>
                  </a:lnTo>
                  <a:lnTo>
                    <a:pt x="543" y="489"/>
                  </a:lnTo>
                  <a:lnTo>
                    <a:pt x="535" y="502"/>
                  </a:lnTo>
                  <a:lnTo>
                    <a:pt x="499" y="510"/>
                  </a:lnTo>
                  <a:lnTo>
                    <a:pt x="496" y="525"/>
                  </a:lnTo>
                  <a:lnTo>
                    <a:pt x="490" y="506"/>
                  </a:lnTo>
                  <a:lnTo>
                    <a:pt x="466" y="507"/>
                  </a:lnTo>
                  <a:lnTo>
                    <a:pt x="429" y="484"/>
                  </a:lnTo>
                  <a:lnTo>
                    <a:pt x="389" y="494"/>
                  </a:lnTo>
                  <a:lnTo>
                    <a:pt x="380" y="494"/>
                  </a:lnTo>
                  <a:lnTo>
                    <a:pt x="381" y="510"/>
                  </a:lnTo>
                  <a:lnTo>
                    <a:pt x="375" y="506"/>
                  </a:lnTo>
                  <a:lnTo>
                    <a:pt x="350" y="498"/>
                  </a:lnTo>
                  <a:lnTo>
                    <a:pt x="342" y="471"/>
                  </a:lnTo>
                  <a:lnTo>
                    <a:pt x="326" y="474"/>
                  </a:lnTo>
                  <a:lnTo>
                    <a:pt x="341" y="434"/>
                  </a:lnTo>
                  <a:lnTo>
                    <a:pt x="340" y="421"/>
                  </a:lnTo>
                  <a:lnTo>
                    <a:pt x="323" y="412"/>
                  </a:lnTo>
                  <a:lnTo>
                    <a:pt x="309" y="407"/>
                  </a:lnTo>
                  <a:lnTo>
                    <a:pt x="305" y="392"/>
                  </a:lnTo>
                  <a:lnTo>
                    <a:pt x="246" y="417"/>
                  </a:lnTo>
                  <a:lnTo>
                    <a:pt x="220" y="410"/>
                  </a:lnTo>
                  <a:lnTo>
                    <a:pt x="207" y="424"/>
                  </a:lnTo>
                  <a:lnTo>
                    <a:pt x="205" y="414"/>
                  </a:lnTo>
                  <a:lnTo>
                    <a:pt x="196" y="416"/>
                  </a:lnTo>
                  <a:lnTo>
                    <a:pt x="166" y="416"/>
                  </a:lnTo>
                  <a:lnTo>
                    <a:pt x="143" y="395"/>
                  </a:lnTo>
                  <a:lnTo>
                    <a:pt x="100" y="381"/>
                  </a:lnTo>
                  <a:lnTo>
                    <a:pt x="72" y="371"/>
                  </a:lnTo>
                  <a:lnTo>
                    <a:pt x="65" y="347"/>
                  </a:lnTo>
                  <a:lnTo>
                    <a:pt x="80" y="344"/>
                  </a:lnTo>
                  <a:lnTo>
                    <a:pt x="71" y="325"/>
                  </a:lnTo>
                  <a:lnTo>
                    <a:pt x="90" y="302"/>
                  </a:lnTo>
                  <a:lnTo>
                    <a:pt x="75" y="295"/>
                  </a:lnTo>
                  <a:lnTo>
                    <a:pt x="54" y="303"/>
                  </a:lnTo>
                  <a:lnTo>
                    <a:pt x="13" y="278"/>
                  </a:lnTo>
                  <a:lnTo>
                    <a:pt x="14" y="274"/>
                  </a:lnTo>
                  <a:lnTo>
                    <a:pt x="14" y="256"/>
                  </a:lnTo>
                  <a:lnTo>
                    <a:pt x="0" y="2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3" name="Freeform 31">
              <a:extLst>
                <a:ext uri="{FF2B5EF4-FFF2-40B4-BE49-F238E27FC236}">
                  <a16:creationId xmlns:a16="http://schemas.microsoft.com/office/drawing/2014/main" id="{7CA2276E-DF12-4728-DC63-40A3E66A37C6}"/>
                </a:ext>
              </a:extLst>
            </p:cNvPr>
            <p:cNvSpPr>
              <a:spLocks/>
            </p:cNvSpPr>
            <p:nvPr/>
          </p:nvSpPr>
          <p:spPr bwMode="auto">
            <a:xfrm>
              <a:off x="4564" y="3155"/>
              <a:ext cx="31" cy="26"/>
            </a:xfrm>
            <a:custGeom>
              <a:avLst/>
              <a:gdLst>
                <a:gd name="T0" fmla="*/ 0 w 31"/>
                <a:gd name="T1" fmla="*/ 19 h 26"/>
                <a:gd name="T2" fmla="*/ 0 w 31"/>
                <a:gd name="T3" fmla="*/ 19 h 26"/>
                <a:gd name="T4" fmla="*/ 9 w 31"/>
                <a:gd name="T5" fmla="*/ 0 h 26"/>
                <a:gd name="T6" fmla="*/ 30 w 31"/>
                <a:gd name="T7" fmla="*/ 4 h 26"/>
                <a:gd name="T8" fmla="*/ 13 w 31"/>
                <a:gd name="T9" fmla="*/ 25 h 26"/>
                <a:gd name="T10" fmla="*/ 0 w 31"/>
                <a:gd name="T11" fmla="*/ 19 h 26"/>
                <a:gd name="T12" fmla="*/ 0 w 31"/>
                <a:gd name="T13" fmla="*/ 19 h 26"/>
                <a:gd name="T14" fmla="*/ 0 60000 65536"/>
                <a:gd name="T15" fmla="*/ 0 60000 65536"/>
                <a:gd name="T16" fmla="*/ 0 60000 65536"/>
                <a:gd name="T17" fmla="*/ 0 60000 65536"/>
                <a:gd name="T18" fmla="*/ 0 60000 65536"/>
                <a:gd name="T19" fmla="*/ 0 60000 65536"/>
                <a:gd name="T20" fmla="*/ 0 60000 65536"/>
                <a:gd name="T21" fmla="*/ 0 w 31"/>
                <a:gd name="T22" fmla="*/ 0 h 26"/>
                <a:gd name="T23" fmla="*/ 31 w 31"/>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6">
                  <a:moveTo>
                    <a:pt x="0" y="19"/>
                  </a:moveTo>
                  <a:lnTo>
                    <a:pt x="0" y="19"/>
                  </a:lnTo>
                  <a:lnTo>
                    <a:pt x="9" y="0"/>
                  </a:lnTo>
                  <a:lnTo>
                    <a:pt x="30" y="4"/>
                  </a:lnTo>
                  <a:lnTo>
                    <a:pt x="13" y="25"/>
                  </a:lnTo>
                  <a:lnTo>
                    <a:pt x="0" y="1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24" name="Freeform 621">
            <a:extLst>
              <a:ext uri="{FF2B5EF4-FFF2-40B4-BE49-F238E27FC236}">
                <a16:creationId xmlns:a16="http://schemas.microsoft.com/office/drawing/2014/main" id="{74B2BA83-4FE7-4CB2-54AD-9C65087E2F85}"/>
              </a:ext>
            </a:extLst>
          </p:cNvPr>
          <p:cNvSpPr>
            <a:spLocks/>
          </p:cNvSpPr>
          <p:nvPr/>
        </p:nvSpPr>
        <p:spPr bwMode="auto">
          <a:xfrm>
            <a:off x="5930260" y="4984939"/>
            <a:ext cx="30660" cy="50027"/>
          </a:xfrm>
          <a:custGeom>
            <a:avLst/>
            <a:gdLst>
              <a:gd name="T0" fmla="*/ 0 w 25"/>
              <a:gd name="T1" fmla="*/ 29348570 h 46"/>
              <a:gd name="T2" fmla="*/ 0 w 25"/>
              <a:gd name="T3" fmla="*/ 29348570 h 46"/>
              <a:gd name="T4" fmla="*/ 16003094 w 25"/>
              <a:gd name="T5" fmla="*/ 73372696 h 46"/>
              <a:gd name="T6" fmla="*/ 42676691 w 25"/>
              <a:gd name="T7" fmla="*/ 0 h 46"/>
              <a:gd name="T8" fmla="*/ 19559484 w 25"/>
              <a:gd name="T9" fmla="*/ 1630618 h 46"/>
              <a:gd name="T10" fmla="*/ 0 w 25"/>
              <a:gd name="T11" fmla="*/ 29348570 h 46"/>
              <a:gd name="T12" fmla="*/ 0 w 25"/>
              <a:gd name="T13" fmla="*/ 29348570 h 46"/>
              <a:gd name="T14" fmla="*/ 0 60000 65536"/>
              <a:gd name="T15" fmla="*/ 0 60000 65536"/>
              <a:gd name="T16" fmla="*/ 0 60000 65536"/>
              <a:gd name="T17" fmla="*/ 0 60000 65536"/>
              <a:gd name="T18" fmla="*/ 0 60000 65536"/>
              <a:gd name="T19" fmla="*/ 0 60000 65536"/>
              <a:gd name="T20" fmla="*/ 0 60000 65536"/>
              <a:gd name="T21" fmla="*/ 0 w 25"/>
              <a:gd name="T22" fmla="*/ 0 h 46"/>
              <a:gd name="T23" fmla="*/ 25 w 25"/>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46">
                <a:moveTo>
                  <a:pt x="0" y="18"/>
                </a:moveTo>
                <a:lnTo>
                  <a:pt x="0" y="18"/>
                </a:lnTo>
                <a:lnTo>
                  <a:pt x="9" y="45"/>
                </a:lnTo>
                <a:lnTo>
                  <a:pt x="24" y="0"/>
                </a:lnTo>
                <a:lnTo>
                  <a:pt x="11" y="1"/>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5" name="Freeform 622">
            <a:extLst>
              <a:ext uri="{FF2B5EF4-FFF2-40B4-BE49-F238E27FC236}">
                <a16:creationId xmlns:a16="http://schemas.microsoft.com/office/drawing/2014/main" id="{EEFAD170-A471-0C7D-1DFA-56DCD3307AF1}"/>
              </a:ext>
            </a:extLst>
          </p:cNvPr>
          <p:cNvSpPr>
            <a:spLocks/>
          </p:cNvSpPr>
          <p:nvPr/>
        </p:nvSpPr>
        <p:spPr bwMode="auto">
          <a:xfrm>
            <a:off x="5117032" y="4802412"/>
            <a:ext cx="458443" cy="444826"/>
          </a:xfrm>
          <a:custGeom>
            <a:avLst/>
            <a:gdLst>
              <a:gd name="T0" fmla="*/ 0 w 401"/>
              <a:gd name="T1" fmla="*/ 310135055 h 399"/>
              <a:gd name="T2" fmla="*/ 64899953 w 401"/>
              <a:gd name="T3" fmla="*/ 294713849 h 399"/>
              <a:gd name="T4" fmla="*/ 50993623 w 401"/>
              <a:gd name="T5" fmla="*/ 203901388 h 399"/>
              <a:gd name="T6" fmla="*/ 140617183 w 401"/>
              <a:gd name="T7" fmla="*/ 128508783 h 399"/>
              <a:gd name="T8" fmla="*/ 152979608 w 401"/>
              <a:gd name="T9" fmla="*/ 94239436 h 399"/>
              <a:gd name="T10" fmla="*/ 125164463 w 401"/>
              <a:gd name="T11" fmla="*/ 32555890 h 399"/>
              <a:gd name="T12" fmla="*/ 202426860 w 401"/>
              <a:gd name="T13" fmla="*/ 13707744 h 399"/>
              <a:gd name="T14" fmla="*/ 258055907 w 401"/>
              <a:gd name="T15" fmla="*/ 11994277 h 399"/>
              <a:gd name="T16" fmla="*/ 242604430 w 401"/>
              <a:gd name="T17" fmla="*/ 83959921 h 399"/>
              <a:gd name="T18" fmla="*/ 230242005 w 401"/>
              <a:gd name="T19" fmla="*/ 130222251 h 399"/>
              <a:gd name="T20" fmla="*/ 251875316 w 401"/>
              <a:gd name="T21" fmla="*/ 185053247 h 399"/>
              <a:gd name="T22" fmla="*/ 418762536 w 401"/>
              <a:gd name="T23" fmla="*/ 243311137 h 399"/>
              <a:gd name="T24" fmla="*/ 435760404 w 401"/>
              <a:gd name="T25" fmla="*/ 203901388 h 399"/>
              <a:gd name="T26" fmla="*/ 446576438 w 401"/>
              <a:gd name="T27" fmla="*/ 236457268 h 399"/>
              <a:gd name="T28" fmla="*/ 499115190 w 401"/>
              <a:gd name="T29" fmla="*/ 209041790 h 399"/>
              <a:gd name="T30" fmla="*/ 596465711 w 401"/>
              <a:gd name="T31" fmla="*/ 191907116 h 399"/>
              <a:gd name="T32" fmla="*/ 610373284 w 401"/>
              <a:gd name="T33" fmla="*/ 226176463 h 399"/>
              <a:gd name="T34" fmla="*/ 517658205 w 401"/>
              <a:gd name="T35" fmla="*/ 354685288 h 399"/>
              <a:gd name="T36" fmla="*/ 496024894 w 401"/>
              <a:gd name="T37" fmla="*/ 325556261 h 399"/>
              <a:gd name="T38" fmla="*/ 508386076 w 401"/>
              <a:gd name="T39" fmla="*/ 275865708 h 399"/>
              <a:gd name="T40" fmla="*/ 429578570 w 401"/>
              <a:gd name="T41" fmla="*/ 239884202 h 399"/>
              <a:gd name="T42" fmla="*/ 431123717 w 401"/>
              <a:gd name="T43" fmla="*/ 272438773 h 399"/>
              <a:gd name="T44" fmla="*/ 431123717 w 401"/>
              <a:gd name="T45" fmla="*/ 296427316 h 399"/>
              <a:gd name="T46" fmla="*/ 420307683 w 401"/>
              <a:gd name="T47" fmla="*/ 351258353 h 399"/>
              <a:gd name="T48" fmla="*/ 256510760 w 401"/>
              <a:gd name="T49" fmla="*/ 505469106 h 399"/>
              <a:gd name="T50" fmla="*/ 194701121 w 401"/>
              <a:gd name="T51" fmla="*/ 681954934 h 399"/>
              <a:gd name="T52" fmla="*/ 128256001 w 401"/>
              <a:gd name="T53" fmla="*/ 507182573 h 399"/>
              <a:gd name="T54" fmla="*/ 97350561 w 401"/>
              <a:gd name="T55" fmla="*/ 346117951 h 399"/>
              <a:gd name="T56" fmla="*/ 78807526 w 401"/>
              <a:gd name="T57" fmla="*/ 371819961 h 399"/>
              <a:gd name="T58" fmla="*/ 18543021 w 401"/>
              <a:gd name="T59" fmla="*/ 344404484 h 399"/>
              <a:gd name="T60" fmla="*/ 18543021 w 401"/>
              <a:gd name="T61" fmla="*/ 330696663 h 399"/>
              <a:gd name="T62" fmla="*/ 0 w 401"/>
              <a:gd name="T63" fmla="*/ 310135055 h 3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01"/>
              <a:gd name="T97" fmla="*/ 0 h 399"/>
              <a:gd name="T98" fmla="*/ 401 w 401"/>
              <a:gd name="T99" fmla="*/ 399 h 39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01" h="399">
                <a:moveTo>
                  <a:pt x="0" y="181"/>
                </a:moveTo>
                <a:lnTo>
                  <a:pt x="0" y="181"/>
                </a:lnTo>
                <a:lnTo>
                  <a:pt x="11" y="172"/>
                </a:lnTo>
                <a:lnTo>
                  <a:pt x="42" y="172"/>
                </a:lnTo>
                <a:lnTo>
                  <a:pt x="20" y="130"/>
                </a:lnTo>
                <a:lnTo>
                  <a:pt x="33" y="119"/>
                </a:lnTo>
                <a:lnTo>
                  <a:pt x="51" y="120"/>
                </a:lnTo>
                <a:lnTo>
                  <a:pt x="91" y="75"/>
                </a:lnTo>
                <a:lnTo>
                  <a:pt x="88" y="62"/>
                </a:lnTo>
                <a:lnTo>
                  <a:pt x="99" y="55"/>
                </a:lnTo>
                <a:lnTo>
                  <a:pt x="81" y="41"/>
                </a:lnTo>
                <a:lnTo>
                  <a:pt x="81" y="19"/>
                </a:lnTo>
                <a:lnTo>
                  <a:pt x="120" y="19"/>
                </a:lnTo>
                <a:lnTo>
                  <a:pt x="131" y="8"/>
                </a:lnTo>
                <a:lnTo>
                  <a:pt x="152" y="0"/>
                </a:lnTo>
                <a:lnTo>
                  <a:pt x="167" y="7"/>
                </a:lnTo>
                <a:lnTo>
                  <a:pt x="148" y="30"/>
                </a:lnTo>
                <a:lnTo>
                  <a:pt x="157" y="49"/>
                </a:lnTo>
                <a:lnTo>
                  <a:pt x="142" y="52"/>
                </a:lnTo>
                <a:lnTo>
                  <a:pt x="149" y="76"/>
                </a:lnTo>
                <a:lnTo>
                  <a:pt x="177" y="86"/>
                </a:lnTo>
                <a:lnTo>
                  <a:pt x="163" y="108"/>
                </a:lnTo>
                <a:lnTo>
                  <a:pt x="200" y="129"/>
                </a:lnTo>
                <a:lnTo>
                  <a:pt x="271" y="142"/>
                </a:lnTo>
                <a:lnTo>
                  <a:pt x="273" y="121"/>
                </a:lnTo>
                <a:lnTo>
                  <a:pt x="282" y="119"/>
                </a:lnTo>
                <a:lnTo>
                  <a:pt x="284" y="129"/>
                </a:lnTo>
                <a:lnTo>
                  <a:pt x="289" y="138"/>
                </a:lnTo>
                <a:lnTo>
                  <a:pt x="325" y="134"/>
                </a:lnTo>
                <a:lnTo>
                  <a:pt x="323" y="122"/>
                </a:lnTo>
                <a:lnTo>
                  <a:pt x="382" y="97"/>
                </a:lnTo>
                <a:lnTo>
                  <a:pt x="386" y="112"/>
                </a:lnTo>
                <a:lnTo>
                  <a:pt x="400" y="117"/>
                </a:lnTo>
                <a:lnTo>
                  <a:pt x="395" y="132"/>
                </a:lnTo>
                <a:lnTo>
                  <a:pt x="370" y="141"/>
                </a:lnTo>
                <a:lnTo>
                  <a:pt x="335" y="207"/>
                </a:lnTo>
                <a:lnTo>
                  <a:pt x="328" y="180"/>
                </a:lnTo>
                <a:lnTo>
                  <a:pt x="321" y="190"/>
                </a:lnTo>
                <a:lnTo>
                  <a:pt x="313" y="178"/>
                </a:lnTo>
                <a:lnTo>
                  <a:pt x="329" y="161"/>
                </a:lnTo>
                <a:lnTo>
                  <a:pt x="298" y="159"/>
                </a:lnTo>
                <a:lnTo>
                  <a:pt x="278" y="140"/>
                </a:lnTo>
                <a:lnTo>
                  <a:pt x="272" y="151"/>
                </a:lnTo>
                <a:lnTo>
                  <a:pt x="279" y="159"/>
                </a:lnTo>
                <a:lnTo>
                  <a:pt x="270" y="165"/>
                </a:lnTo>
                <a:lnTo>
                  <a:pt x="279" y="173"/>
                </a:lnTo>
                <a:lnTo>
                  <a:pt x="284" y="211"/>
                </a:lnTo>
                <a:lnTo>
                  <a:pt x="272" y="205"/>
                </a:lnTo>
                <a:lnTo>
                  <a:pt x="249" y="234"/>
                </a:lnTo>
                <a:lnTo>
                  <a:pt x="166" y="295"/>
                </a:lnTo>
                <a:lnTo>
                  <a:pt x="160" y="369"/>
                </a:lnTo>
                <a:lnTo>
                  <a:pt x="126" y="398"/>
                </a:lnTo>
                <a:lnTo>
                  <a:pt x="95" y="341"/>
                </a:lnTo>
                <a:lnTo>
                  <a:pt x="83" y="296"/>
                </a:lnTo>
                <a:lnTo>
                  <a:pt x="72" y="285"/>
                </a:lnTo>
                <a:lnTo>
                  <a:pt x="63" y="202"/>
                </a:lnTo>
                <a:lnTo>
                  <a:pt x="56" y="199"/>
                </a:lnTo>
                <a:lnTo>
                  <a:pt x="51" y="217"/>
                </a:lnTo>
                <a:lnTo>
                  <a:pt x="32" y="223"/>
                </a:lnTo>
                <a:lnTo>
                  <a:pt x="12" y="201"/>
                </a:lnTo>
                <a:lnTo>
                  <a:pt x="31" y="189"/>
                </a:lnTo>
                <a:lnTo>
                  <a:pt x="12" y="193"/>
                </a:lnTo>
                <a:lnTo>
                  <a:pt x="0" y="18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6" name="Freeform 623">
            <a:extLst>
              <a:ext uri="{FF2B5EF4-FFF2-40B4-BE49-F238E27FC236}">
                <a16:creationId xmlns:a16="http://schemas.microsoft.com/office/drawing/2014/main" id="{95EE2FCF-A428-8F5C-6528-E191F4E7B89F}"/>
              </a:ext>
            </a:extLst>
          </p:cNvPr>
          <p:cNvSpPr>
            <a:spLocks/>
          </p:cNvSpPr>
          <p:nvPr/>
        </p:nvSpPr>
        <p:spPr bwMode="auto">
          <a:xfrm>
            <a:off x="4741810" y="4733457"/>
            <a:ext cx="300763" cy="251482"/>
          </a:xfrm>
          <a:custGeom>
            <a:avLst/>
            <a:gdLst>
              <a:gd name="T0" fmla="*/ 0 w 262"/>
              <a:gd name="T1" fmla="*/ 12162959 h 224"/>
              <a:gd name="T2" fmla="*/ 0 w 262"/>
              <a:gd name="T3" fmla="*/ 12162959 h 224"/>
              <a:gd name="T4" fmla="*/ 10905410 w 262"/>
              <a:gd name="T5" fmla="*/ 0 h 224"/>
              <a:gd name="T6" fmla="*/ 42065151 w 262"/>
              <a:gd name="T7" fmla="*/ 29539366 h 224"/>
              <a:gd name="T8" fmla="*/ 81014809 w 262"/>
              <a:gd name="T9" fmla="*/ 5213449 h 224"/>
              <a:gd name="T10" fmla="*/ 84130302 w 262"/>
              <a:gd name="T11" fmla="*/ 27801989 h 224"/>
              <a:gd name="T12" fmla="*/ 102825638 w 262"/>
              <a:gd name="T13" fmla="*/ 36490190 h 224"/>
              <a:gd name="T14" fmla="*/ 105942360 w 262"/>
              <a:gd name="T15" fmla="*/ 60817427 h 224"/>
              <a:gd name="T16" fmla="*/ 162028369 w 262"/>
              <a:gd name="T17" fmla="*/ 88619426 h 224"/>
              <a:gd name="T18" fmla="*/ 213442456 w 262"/>
              <a:gd name="T19" fmla="*/ 79931205 h 224"/>
              <a:gd name="T20" fmla="*/ 208767998 w 262"/>
              <a:gd name="T21" fmla="*/ 66029556 h 224"/>
              <a:gd name="T22" fmla="*/ 275760660 w 262"/>
              <a:gd name="T23" fmla="*/ 41703638 h 224"/>
              <a:gd name="T24" fmla="*/ 363007722 w 262"/>
              <a:gd name="T25" fmla="*/ 85143335 h 224"/>
              <a:gd name="T26" fmla="*/ 364565459 w 262"/>
              <a:gd name="T27" fmla="*/ 109470581 h 224"/>
              <a:gd name="T28" fmla="*/ 350543333 w 262"/>
              <a:gd name="T29" fmla="*/ 152911586 h 224"/>
              <a:gd name="T30" fmla="*/ 353658806 w 262"/>
              <a:gd name="T31" fmla="*/ 215466409 h 224"/>
              <a:gd name="T32" fmla="*/ 375470864 w 262"/>
              <a:gd name="T33" fmla="*/ 234580188 h 224"/>
              <a:gd name="T34" fmla="*/ 356775527 w 262"/>
              <a:gd name="T35" fmla="*/ 265856920 h 224"/>
              <a:gd name="T36" fmla="*/ 406630590 w 262"/>
              <a:gd name="T37" fmla="*/ 337099903 h 224"/>
              <a:gd name="T38" fmla="*/ 373913127 w 262"/>
              <a:gd name="T39" fmla="*/ 387491814 h 224"/>
              <a:gd name="T40" fmla="*/ 283550592 w 262"/>
              <a:gd name="T41" fmla="*/ 370115413 h 224"/>
              <a:gd name="T42" fmla="*/ 263297519 w 262"/>
              <a:gd name="T43" fmla="*/ 338837280 h 224"/>
              <a:gd name="T44" fmla="*/ 200978066 w 262"/>
              <a:gd name="T45" fmla="*/ 349264258 h 224"/>
              <a:gd name="T46" fmla="*/ 155797422 w 262"/>
              <a:gd name="T47" fmla="*/ 317986125 h 224"/>
              <a:gd name="T48" fmla="*/ 124637696 w 262"/>
              <a:gd name="T49" fmla="*/ 258907414 h 224"/>
              <a:gd name="T50" fmla="*/ 101267901 w 262"/>
              <a:gd name="T51" fmla="*/ 248480518 h 224"/>
              <a:gd name="T52" fmla="*/ 95035706 w 262"/>
              <a:gd name="T53" fmla="*/ 262382167 h 224"/>
              <a:gd name="T54" fmla="*/ 66992682 w 262"/>
              <a:gd name="T55" fmla="*/ 201564761 h 224"/>
              <a:gd name="T56" fmla="*/ 28043015 w 262"/>
              <a:gd name="T57" fmla="*/ 165074540 h 224"/>
              <a:gd name="T58" fmla="*/ 46739609 w 262"/>
              <a:gd name="T59" fmla="*/ 109470581 h 224"/>
              <a:gd name="T60" fmla="*/ 29601999 w 262"/>
              <a:gd name="T61" fmla="*/ 102519757 h 224"/>
              <a:gd name="T62" fmla="*/ 14022131 w 262"/>
              <a:gd name="T63" fmla="*/ 71243004 h 224"/>
              <a:gd name="T64" fmla="*/ 0 w 262"/>
              <a:gd name="T65" fmla="*/ 12162959 h 224"/>
              <a:gd name="T66" fmla="*/ 0 w 262"/>
              <a:gd name="T67" fmla="*/ 12162959 h 22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2"/>
              <a:gd name="T103" fmla="*/ 0 h 224"/>
              <a:gd name="T104" fmla="*/ 262 w 262"/>
              <a:gd name="T105" fmla="*/ 224 h 22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2" h="224">
                <a:moveTo>
                  <a:pt x="0" y="7"/>
                </a:moveTo>
                <a:lnTo>
                  <a:pt x="0" y="7"/>
                </a:lnTo>
                <a:lnTo>
                  <a:pt x="7" y="0"/>
                </a:lnTo>
                <a:lnTo>
                  <a:pt x="27" y="17"/>
                </a:lnTo>
                <a:lnTo>
                  <a:pt x="52" y="3"/>
                </a:lnTo>
                <a:lnTo>
                  <a:pt x="54" y="16"/>
                </a:lnTo>
                <a:lnTo>
                  <a:pt x="66" y="21"/>
                </a:lnTo>
                <a:lnTo>
                  <a:pt x="68" y="35"/>
                </a:lnTo>
                <a:lnTo>
                  <a:pt x="104" y="51"/>
                </a:lnTo>
                <a:lnTo>
                  <a:pt x="137" y="46"/>
                </a:lnTo>
                <a:lnTo>
                  <a:pt x="134" y="38"/>
                </a:lnTo>
                <a:lnTo>
                  <a:pt x="177" y="24"/>
                </a:lnTo>
                <a:lnTo>
                  <a:pt x="233" y="49"/>
                </a:lnTo>
                <a:lnTo>
                  <a:pt x="234" y="63"/>
                </a:lnTo>
                <a:lnTo>
                  <a:pt x="225" y="88"/>
                </a:lnTo>
                <a:lnTo>
                  <a:pt x="227" y="124"/>
                </a:lnTo>
                <a:lnTo>
                  <a:pt x="241" y="135"/>
                </a:lnTo>
                <a:lnTo>
                  <a:pt x="229" y="153"/>
                </a:lnTo>
                <a:lnTo>
                  <a:pt x="261" y="194"/>
                </a:lnTo>
                <a:lnTo>
                  <a:pt x="240" y="223"/>
                </a:lnTo>
                <a:lnTo>
                  <a:pt x="182" y="213"/>
                </a:lnTo>
                <a:lnTo>
                  <a:pt x="169" y="195"/>
                </a:lnTo>
                <a:lnTo>
                  <a:pt x="129" y="201"/>
                </a:lnTo>
                <a:lnTo>
                  <a:pt x="100" y="183"/>
                </a:lnTo>
                <a:lnTo>
                  <a:pt x="80" y="149"/>
                </a:lnTo>
                <a:lnTo>
                  <a:pt x="65" y="143"/>
                </a:lnTo>
                <a:lnTo>
                  <a:pt x="61" y="151"/>
                </a:lnTo>
                <a:lnTo>
                  <a:pt x="43" y="116"/>
                </a:lnTo>
                <a:lnTo>
                  <a:pt x="18" y="95"/>
                </a:lnTo>
                <a:lnTo>
                  <a:pt x="30" y="63"/>
                </a:lnTo>
                <a:lnTo>
                  <a:pt x="19" y="59"/>
                </a:lnTo>
                <a:lnTo>
                  <a:pt x="9" y="41"/>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7" name="Group 35">
            <a:extLst>
              <a:ext uri="{FF2B5EF4-FFF2-40B4-BE49-F238E27FC236}">
                <a16:creationId xmlns:a16="http://schemas.microsoft.com/office/drawing/2014/main" id="{640A791E-361B-F7F4-1FC2-A21FFD5F8C52}"/>
              </a:ext>
            </a:extLst>
          </p:cNvPr>
          <p:cNvGrpSpPr>
            <a:grpSpLocks/>
          </p:cNvGrpSpPr>
          <p:nvPr/>
        </p:nvGrpSpPr>
        <p:grpSpPr bwMode="auto">
          <a:xfrm>
            <a:off x="6080641" y="4633371"/>
            <a:ext cx="254042" cy="248776"/>
            <a:chOff x="4850" y="2769"/>
            <a:chExt cx="221" cy="223"/>
          </a:xfrm>
          <a:solidFill>
            <a:schemeClr val="accent2"/>
          </a:solidFill>
        </p:grpSpPr>
        <p:sp>
          <p:nvSpPr>
            <p:cNvPr id="328" name="Freeform 625">
              <a:extLst>
                <a:ext uri="{FF2B5EF4-FFF2-40B4-BE49-F238E27FC236}">
                  <a16:creationId xmlns:a16="http://schemas.microsoft.com/office/drawing/2014/main" id="{6CD50AAB-3522-B742-9EB9-C1947F86C066}"/>
                </a:ext>
              </a:extLst>
            </p:cNvPr>
            <p:cNvSpPr>
              <a:spLocks/>
            </p:cNvSpPr>
            <p:nvPr/>
          </p:nvSpPr>
          <p:spPr bwMode="auto">
            <a:xfrm>
              <a:off x="4850" y="2954"/>
              <a:ext cx="33" cy="38"/>
            </a:xfrm>
            <a:custGeom>
              <a:avLst/>
              <a:gdLst>
                <a:gd name="T0" fmla="*/ 0 w 33"/>
                <a:gd name="T1" fmla="*/ 10 h 38"/>
                <a:gd name="T2" fmla="*/ 0 w 33"/>
                <a:gd name="T3" fmla="*/ 10 h 38"/>
                <a:gd name="T4" fmla="*/ 1 w 33"/>
                <a:gd name="T5" fmla="*/ 19 h 38"/>
                <a:gd name="T6" fmla="*/ 8 w 33"/>
                <a:gd name="T7" fmla="*/ 10 h 38"/>
                <a:gd name="T8" fmla="*/ 12 w 33"/>
                <a:gd name="T9" fmla="*/ 15 h 38"/>
                <a:gd name="T10" fmla="*/ 8 w 33"/>
                <a:gd name="T11" fmla="*/ 37 h 38"/>
                <a:gd name="T12" fmla="*/ 23 w 33"/>
                <a:gd name="T13" fmla="*/ 37 h 38"/>
                <a:gd name="T14" fmla="*/ 32 w 33"/>
                <a:gd name="T15" fmla="*/ 14 h 38"/>
                <a:gd name="T16" fmla="*/ 27 w 33"/>
                <a:gd name="T17" fmla="*/ 1 h 38"/>
                <a:gd name="T18" fmla="*/ 12 w 33"/>
                <a:gd name="T19" fmla="*/ 0 h 38"/>
                <a:gd name="T20" fmla="*/ 0 w 33"/>
                <a:gd name="T21" fmla="*/ 10 h 38"/>
                <a:gd name="T22" fmla="*/ 0 w 33"/>
                <a:gd name="T23" fmla="*/ 10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8"/>
                <a:gd name="T38" fmla="*/ 33 w 33"/>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8">
                  <a:moveTo>
                    <a:pt x="0" y="10"/>
                  </a:moveTo>
                  <a:lnTo>
                    <a:pt x="0" y="10"/>
                  </a:lnTo>
                  <a:lnTo>
                    <a:pt x="1" y="19"/>
                  </a:lnTo>
                  <a:lnTo>
                    <a:pt x="8" y="10"/>
                  </a:lnTo>
                  <a:lnTo>
                    <a:pt x="12" y="15"/>
                  </a:lnTo>
                  <a:lnTo>
                    <a:pt x="8" y="37"/>
                  </a:lnTo>
                  <a:lnTo>
                    <a:pt x="23" y="37"/>
                  </a:lnTo>
                  <a:lnTo>
                    <a:pt x="32" y="14"/>
                  </a:lnTo>
                  <a:lnTo>
                    <a:pt x="27" y="1"/>
                  </a:lnTo>
                  <a:lnTo>
                    <a:pt x="12" y="0"/>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9" name="Freeform 626">
              <a:extLst>
                <a:ext uri="{FF2B5EF4-FFF2-40B4-BE49-F238E27FC236}">
                  <a16:creationId xmlns:a16="http://schemas.microsoft.com/office/drawing/2014/main" id="{86FD29E3-3417-A3EB-AB1A-DF9586567AC1}"/>
                </a:ext>
              </a:extLst>
            </p:cNvPr>
            <p:cNvSpPr>
              <a:spLocks/>
            </p:cNvSpPr>
            <p:nvPr/>
          </p:nvSpPr>
          <p:spPr bwMode="auto">
            <a:xfrm>
              <a:off x="4866" y="2835"/>
              <a:ext cx="155" cy="125"/>
            </a:xfrm>
            <a:custGeom>
              <a:avLst/>
              <a:gdLst>
                <a:gd name="T0" fmla="*/ 0 w 155"/>
                <a:gd name="T1" fmla="*/ 116 h 125"/>
                <a:gd name="T2" fmla="*/ 0 w 155"/>
                <a:gd name="T3" fmla="*/ 116 h 125"/>
                <a:gd name="T4" fmla="*/ 27 w 155"/>
                <a:gd name="T5" fmla="*/ 93 h 125"/>
                <a:gd name="T6" fmla="*/ 66 w 155"/>
                <a:gd name="T7" fmla="*/ 93 h 125"/>
                <a:gd name="T8" fmla="*/ 82 w 155"/>
                <a:gd name="T9" fmla="*/ 65 h 125"/>
                <a:gd name="T10" fmla="*/ 89 w 155"/>
                <a:gd name="T11" fmla="*/ 63 h 125"/>
                <a:gd name="T12" fmla="*/ 89 w 155"/>
                <a:gd name="T13" fmla="*/ 74 h 125"/>
                <a:gd name="T14" fmla="*/ 107 w 155"/>
                <a:gd name="T15" fmla="*/ 63 h 125"/>
                <a:gd name="T16" fmla="*/ 122 w 155"/>
                <a:gd name="T17" fmla="*/ 42 h 125"/>
                <a:gd name="T18" fmla="*/ 129 w 155"/>
                <a:gd name="T19" fmla="*/ 6 h 125"/>
                <a:gd name="T20" fmla="*/ 141 w 155"/>
                <a:gd name="T21" fmla="*/ 8 h 125"/>
                <a:gd name="T22" fmla="*/ 137 w 155"/>
                <a:gd name="T23" fmla="*/ 0 h 125"/>
                <a:gd name="T24" fmla="*/ 144 w 155"/>
                <a:gd name="T25" fmla="*/ 1 h 125"/>
                <a:gd name="T26" fmla="*/ 154 w 155"/>
                <a:gd name="T27" fmla="*/ 30 h 125"/>
                <a:gd name="T28" fmla="*/ 141 w 155"/>
                <a:gd name="T29" fmla="*/ 51 h 125"/>
                <a:gd name="T30" fmla="*/ 141 w 155"/>
                <a:gd name="T31" fmla="*/ 70 h 125"/>
                <a:gd name="T32" fmla="*/ 131 w 155"/>
                <a:gd name="T33" fmla="*/ 98 h 125"/>
                <a:gd name="T34" fmla="*/ 124 w 155"/>
                <a:gd name="T35" fmla="*/ 102 h 125"/>
                <a:gd name="T36" fmla="*/ 124 w 155"/>
                <a:gd name="T37" fmla="*/ 91 h 125"/>
                <a:gd name="T38" fmla="*/ 101 w 155"/>
                <a:gd name="T39" fmla="*/ 107 h 125"/>
                <a:gd name="T40" fmla="*/ 82 w 155"/>
                <a:gd name="T41" fmla="*/ 100 h 125"/>
                <a:gd name="T42" fmla="*/ 83 w 155"/>
                <a:gd name="T43" fmla="*/ 113 h 125"/>
                <a:gd name="T44" fmla="*/ 67 w 155"/>
                <a:gd name="T45" fmla="*/ 124 h 125"/>
                <a:gd name="T46" fmla="*/ 62 w 155"/>
                <a:gd name="T47" fmla="*/ 106 h 125"/>
                <a:gd name="T48" fmla="*/ 0 w 155"/>
                <a:gd name="T49" fmla="*/ 116 h 125"/>
                <a:gd name="T50" fmla="*/ 0 w 155"/>
                <a:gd name="T51" fmla="*/ 116 h 1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5"/>
                <a:gd name="T79" fmla="*/ 0 h 125"/>
                <a:gd name="T80" fmla="*/ 155 w 155"/>
                <a:gd name="T81" fmla="*/ 125 h 1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5" h="125">
                  <a:moveTo>
                    <a:pt x="0" y="116"/>
                  </a:moveTo>
                  <a:lnTo>
                    <a:pt x="0" y="116"/>
                  </a:lnTo>
                  <a:lnTo>
                    <a:pt x="27" y="93"/>
                  </a:lnTo>
                  <a:lnTo>
                    <a:pt x="66" y="93"/>
                  </a:lnTo>
                  <a:lnTo>
                    <a:pt x="82" y="65"/>
                  </a:lnTo>
                  <a:lnTo>
                    <a:pt x="89" y="63"/>
                  </a:lnTo>
                  <a:lnTo>
                    <a:pt x="89" y="74"/>
                  </a:lnTo>
                  <a:lnTo>
                    <a:pt x="107" y="63"/>
                  </a:lnTo>
                  <a:lnTo>
                    <a:pt x="122" y="42"/>
                  </a:lnTo>
                  <a:lnTo>
                    <a:pt x="129" y="6"/>
                  </a:lnTo>
                  <a:lnTo>
                    <a:pt x="141" y="8"/>
                  </a:lnTo>
                  <a:lnTo>
                    <a:pt x="137" y="0"/>
                  </a:lnTo>
                  <a:lnTo>
                    <a:pt x="144" y="1"/>
                  </a:lnTo>
                  <a:lnTo>
                    <a:pt x="154" y="30"/>
                  </a:lnTo>
                  <a:lnTo>
                    <a:pt x="141" y="51"/>
                  </a:lnTo>
                  <a:lnTo>
                    <a:pt x="141" y="70"/>
                  </a:lnTo>
                  <a:lnTo>
                    <a:pt x="131" y="98"/>
                  </a:lnTo>
                  <a:lnTo>
                    <a:pt x="124" y="102"/>
                  </a:lnTo>
                  <a:lnTo>
                    <a:pt x="124" y="91"/>
                  </a:lnTo>
                  <a:lnTo>
                    <a:pt x="101" y="107"/>
                  </a:lnTo>
                  <a:lnTo>
                    <a:pt x="82" y="100"/>
                  </a:lnTo>
                  <a:lnTo>
                    <a:pt x="83" y="113"/>
                  </a:lnTo>
                  <a:lnTo>
                    <a:pt x="67" y="124"/>
                  </a:lnTo>
                  <a:lnTo>
                    <a:pt x="62" y="106"/>
                  </a:lnTo>
                  <a:lnTo>
                    <a:pt x="0" y="1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0" name="Freeform 627">
              <a:extLst>
                <a:ext uri="{FF2B5EF4-FFF2-40B4-BE49-F238E27FC236}">
                  <a16:creationId xmlns:a16="http://schemas.microsoft.com/office/drawing/2014/main" id="{4EEBA8B6-67CC-A10F-82DF-D257B0CE9D2D}"/>
                </a:ext>
              </a:extLst>
            </p:cNvPr>
            <p:cNvSpPr>
              <a:spLocks/>
            </p:cNvSpPr>
            <p:nvPr/>
          </p:nvSpPr>
          <p:spPr bwMode="auto">
            <a:xfrm>
              <a:off x="4885" y="2948"/>
              <a:ext cx="32" cy="23"/>
            </a:xfrm>
            <a:custGeom>
              <a:avLst/>
              <a:gdLst>
                <a:gd name="T0" fmla="*/ 0 w 32"/>
                <a:gd name="T1" fmla="*/ 12 h 23"/>
                <a:gd name="T2" fmla="*/ 0 w 32"/>
                <a:gd name="T3" fmla="*/ 12 h 23"/>
                <a:gd name="T4" fmla="*/ 10 w 32"/>
                <a:gd name="T5" fmla="*/ 22 h 23"/>
                <a:gd name="T6" fmla="*/ 28 w 32"/>
                <a:gd name="T7" fmla="*/ 14 h 23"/>
                <a:gd name="T8" fmla="*/ 31 w 32"/>
                <a:gd name="T9" fmla="*/ 0 h 23"/>
                <a:gd name="T10" fmla="*/ 0 w 32"/>
                <a:gd name="T11" fmla="*/ 12 h 23"/>
                <a:gd name="T12" fmla="*/ 0 w 32"/>
                <a:gd name="T13" fmla="*/ 12 h 23"/>
                <a:gd name="T14" fmla="*/ 0 60000 65536"/>
                <a:gd name="T15" fmla="*/ 0 60000 65536"/>
                <a:gd name="T16" fmla="*/ 0 60000 65536"/>
                <a:gd name="T17" fmla="*/ 0 60000 65536"/>
                <a:gd name="T18" fmla="*/ 0 60000 65536"/>
                <a:gd name="T19" fmla="*/ 0 60000 65536"/>
                <a:gd name="T20" fmla="*/ 0 60000 65536"/>
                <a:gd name="T21" fmla="*/ 0 w 32"/>
                <a:gd name="T22" fmla="*/ 0 h 23"/>
                <a:gd name="T23" fmla="*/ 32 w 32"/>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3">
                  <a:moveTo>
                    <a:pt x="0" y="12"/>
                  </a:moveTo>
                  <a:lnTo>
                    <a:pt x="0" y="12"/>
                  </a:lnTo>
                  <a:lnTo>
                    <a:pt x="10" y="22"/>
                  </a:lnTo>
                  <a:lnTo>
                    <a:pt x="28" y="14"/>
                  </a:lnTo>
                  <a:lnTo>
                    <a:pt x="31"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1" name="Freeform 628">
              <a:extLst>
                <a:ext uri="{FF2B5EF4-FFF2-40B4-BE49-F238E27FC236}">
                  <a16:creationId xmlns:a16="http://schemas.microsoft.com/office/drawing/2014/main" id="{C01C48CD-0566-734C-7791-46E267C335FB}"/>
                </a:ext>
              </a:extLst>
            </p:cNvPr>
            <p:cNvSpPr>
              <a:spLocks/>
            </p:cNvSpPr>
            <p:nvPr/>
          </p:nvSpPr>
          <p:spPr bwMode="auto">
            <a:xfrm>
              <a:off x="4990" y="2769"/>
              <a:ext cx="81" cy="67"/>
            </a:xfrm>
            <a:custGeom>
              <a:avLst/>
              <a:gdLst>
                <a:gd name="T0" fmla="*/ 0 w 81"/>
                <a:gd name="T1" fmla="*/ 47 h 67"/>
                <a:gd name="T2" fmla="*/ 0 w 81"/>
                <a:gd name="T3" fmla="*/ 47 h 67"/>
                <a:gd name="T4" fmla="*/ 3 w 81"/>
                <a:gd name="T5" fmla="*/ 66 h 67"/>
                <a:gd name="T6" fmla="*/ 17 w 81"/>
                <a:gd name="T7" fmla="*/ 59 h 67"/>
                <a:gd name="T8" fmla="*/ 8 w 81"/>
                <a:gd name="T9" fmla="*/ 48 h 67"/>
                <a:gd name="T10" fmla="*/ 46 w 81"/>
                <a:gd name="T11" fmla="*/ 58 h 67"/>
                <a:gd name="T12" fmla="*/ 55 w 81"/>
                <a:gd name="T13" fmla="*/ 42 h 67"/>
                <a:gd name="T14" fmla="*/ 80 w 81"/>
                <a:gd name="T15" fmla="*/ 37 h 67"/>
                <a:gd name="T16" fmla="*/ 71 w 81"/>
                <a:gd name="T17" fmla="*/ 27 h 67"/>
                <a:gd name="T18" fmla="*/ 74 w 81"/>
                <a:gd name="T19" fmla="*/ 18 h 67"/>
                <a:gd name="T20" fmla="*/ 53 w 81"/>
                <a:gd name="T21" fmla="*/ 20 h 67"/>
                <a:gd name="T22" fmla="*/ 27 w 81"/>
                <a:gd name="T23" fmla="*/ 0 h 67"/>
                <a:gd name="T24" fmla="*/ 18 w 81"/>
                <a:gd name="T25" fmla="*/ 38 h 67"/>
                <a:gd name="T26" fmla="*/ 7 w 81"/>
                <a:gd name="T27" fmla="*/ 35 h 67"/>
                <a:gd name="T28" fmla="*/ 0 w 81"/>
                <a:gd name="T29" fmla="*/ 47 h 67"/>
                <a:gd name="T30" fmla="*/ 0 w 81"/>
                <a:gd name="T31" fmla="*/ 47 h 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1"/>
                <a:gd name="T49" fmla="*/ 0 h 67"/>
                <a:gd name="T50" fmla="*/ 81 w 81"/>
                <a:gd name="T51" fmla="*/ 67 h 6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1" h="67">
                  <a:moveTo>
                    <a:pt x="0" y="47"/>
                  </a:moveTo>
                  <a:lnTo>
                    <a:pt x="0" y="47"/>
                  </a:lnTo>
                  <a:lnTo>
                    <a:pt x="3" y="66"/>
                  </a:lnTo>
                  <a:lnTo>
                    <a:pt x="17" y="59"/>
                  </a:lnTo>
                  <a:lnTo>
                    <a:pt x="8" y="48"/>
                  </a:lnTo>
                  <a:lnTo>
                    <a:pt x="46" y="58"/>
                  </a:lnTo>
                  <a:lnTo>
                    <a:pt x="55" y="42"/>
                  </a:lnTo>
                  <a:lnTo>
                    <a:pt x="80" y="37"/>
                  </a:lnTo>
                  <a:lnTo>
                    <a:pt x="71" y="27"/>
                  </a:lnTo>
                  <a:lnTo>
                    <a:pt x="74" y="18"/>
                  </a:lnTo>
                  <a:lnTo>
                    <a:pt x="53" y="20"/>
                  </a:lnTo>
                  <a:lnTo>
                    <a:pt x="27" y="0"/>
                  </a:lnTo>
                  <a:lnTo>
                    <a:pt x="18" y="38"/>
                  </a:lnTo>
                  <a:lnTo>
                    <a:pt x="7" y="35"/>
                  </a:lnTo>
                  <a:lnTo>
                    <a:pt x="0" y="4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32" name="Freeform 629">
            <a:extLst>
              <a:ext uri="{FF2B5EF4-FFF2-40B4-BE49-F238E27FC236}">
                <a16:creationId xmlns:a16="http://schemas.microsoft.com/office/drawing/2014/main" id="{99C26B28-B718-1116-10E0-533C6EE464B2}"/>
              </a:ext>
            </a:extLst>
          </p:cNvPr>
          <p:cNvSpPr>
            <a:spLocks/>
          </p:cNvSpPr>
          <p:nvPr/>
        </p:nvSpPr>
        <p:spPr bwMode="auto">
          <a:xfrm>
            <a:off x="5997420" y="4680727"/>
            <a:ext cx="100740" cy="94643"/>
          </a:xfrm>
          <a:custGeom>
            <a:avLst/>
            <a:gdLst>
              <a:gd name="T0" fmla="*/ 0 w 87"/>
              <a:gd name="T1" fmla="*/ 82254980 h 84"/>
              <a:gd name="T2" fmla="*/ 0 w 87"/>
              <a:gd name="T3" fmla="*/ 82254980 h 84"/>
              <a:gd name="T4" fmla="*/ 25363482 w 87"/>
              <a:gd name="T5" fmla="*/ 94505205 h 84"/>
              <a:gd name="T6" fmla="*/ 9510832 w 87"/>
              <a:gd name="T7" fmla="*/ 136509117 h 84"/>
              <a:gd name="T8" fmla="*/ 47555429 w 87"/>
              <a:gd name="T9" fmla="*/ 145258884 h 84"/>
              <a:gd name="T10" fmla="*/ 87186425 w 87"/>
              <a:gd name="T11" fmla="*/ 120757154 h 84"/>
              <a:gd name="T12" fmla="*/ 69748624 w 87"/>
              <a:gd name="T13" fmla="*/ 87505655 h 84"/>
              <a:gd name="T14" fmla="*/ 115718915 w 87"/>
              <a:gd name="T15" fmla="*/ 56003032 h 84"/>
              <a:gd name="T16" fmla="*/ 136326972 w 87"/>
              <a:gd name="T17" fmla="*/ 14000427 h 84"/>
              <a:gd name="T18" fmla="*/ 134741833 w 87"/>
              <a:gd name="T19" fmla="*/ 8751093 h 84"/>
              <a:gd name="T20" fmla="*/ 125231004 w 87"/>
              <a:gd name="T21" fmla="*/ 0 h 84"/>
              <a:gd name="T22" fmla="*/ 84014889 w 87"/>
              <a:gd name="T23" fmla="*/ 28002177 h 84"/>
              <a:gd name="T24" fmla="*/ 84014889 w 87"/>
              <a:gd name="T25" fmla="*/ 43752828 h 84"/>
              <a:gd name="T26" fmla="*/ 55482379 w 87"/>
              <a:gd name="T27" fmla="*/ 38502163 h 84"/>
              <a:gd name="T28" fmla="*/ 0 w 87"/>
              <a:gd name="T29" fmla="*/ 82254980 h 84"/>
              <a:gd name="T30" fmla="*/ 0 w 87"/>
              <a:gd name="T31" fmla="*/ 82254980 h 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
              <a:gd name="T49" fmla="*/ 0 h 84"/>
              <a:gd name="T50" fmla="*/ 87 w 87"/>
              <a:gd name="T51" fmla="*/ 84 h 8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 h="84">
                <a:moveTo>
                  <a:pt x="0" y="47"/>
                </a:moveTo>
                <a:lnTo>
                  <a:pt x="0" y="47"/>
                </a:lnTo>
                <a:lnTo>
                  <a:pt x="16" y="54"/>
                </a:lnTo>
                <a:lnTo>
                  <a:pt x="6" y="78"/>
                </a:lnTo>
                <a:lnTo>
                  <a:pt x="30" y="83"/>
                </a:lnTo>
                <a:lnTo>
                  <a:pt x="55" y="69"/>
                </a:lnTo>
                <a:lnTo>
                  <a:pt x="44" y="50"/>
                </a:lnTo>
                <a:lnTo>
                  <a:pt x="73" y="32"/>
                </a:lnTo>
                <a:lnTo>
                  <a:pt x="86" y="8"/>
                </a:lnTo>
                <a:lnTo>
                  <a:pt x="85" y="5"/>
                </a:lnTo>
                <a:lnTo>
                  <a:pt x="79" y="0"/>
                </a:lnTo>
                <a:lnTo>
                  <a:pt x="53" y="16"/>
                </a:lnTo>
                <a:lnTo>
                  <a:pt x="53" y="25"/>
                </a:lnTo>
                <a:lnTo>
                  <a:pt x="35" y="22"/>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3" name="Freeform 630">
            <a:extLst>
              <a:ext uri="{FF2B5EF4-FFF2-40B4-BE49-F238E27FC236}">
                <a16:creationId xmlns:a16="http://schemas.microsoft.com/office/drawing/2014/main" id="{7CA4B497-B9D5-1505-7FE8-1D43071EA46B}"/>
              </a:ext>
            </a:extLst>
          </p:cNvPr>
          <p:cNvSpPr>
            <a:spLocks/>
          </p:cNvSpPr>
          <p:nvPr/>
        </p:nvSpPr>
        <p:spPr bwMode="auto">
          <a:xfrm>
            <a:off x="6028080" y="4759147"/>
            <a:ext cx="52561" cy="73011"/>
          </a:xfrm>
          <a:custGeom>
            <a:avLst/>
            <a:gdLst>
              <a:gd name="T0" fmla="*/ 0 w 48"/>
              <a:gd name="T1" fmla="*/ 109657851 h 66"/>
              <a:gd name="T2" fmla="*/ 0 w 48"/>
              <a:gd name="T3" fmla="*/ 109657851 h 66"/>
              <a:gd name="T4" fmla="*/ 7087791 w 48"/>
              <a:gd name="T5" fmla="*/ 23618536 h 66"/>
              <a:gd name="T6" fmla="*/ 42527939 w 48"/>
              <a:gd name="T7" fmla="*/ 0 h 66"/>
              <a:gd name="T8" fmla="*/ 66626182 w 48"/>
              <a:gd name="T9" fmla="*/ 67482449 h 66"/>
              <a:gd name="T10" fmla="*/ 42527939 w 48"/>
              <a:gd name="T11" fmla="*/ 99535812 h 66"/>
              <a:gd name="T12" fmla="*/ 0 w 48"/>
              <a:gd name="T13" fmla="*/ 109657851 h 66"/>
              <a:gd name="T14" fmla="*/ 0 w 48"/>
              <a:gd name="T15" fmla="*/ 109657851 h 66"/>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66"/>
              <a:gd name="T26" fmla="*/ 48 w 48"/>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66">
                <a:moveTo>
                  <a:pt x="0" y="65"/>
                </a:moveTo>
                <a:lnTo>
                  <a:pt x="0" y="65"/>
                </a:lnTo>
                <a:lnTo>
                  <a:pt x="5" y="14"/>
                </a:lnTo>
                <a:lnTo>
                  <a:pt x="30" y="0"/>
                </a:lnTo>
                <a:lnTo>
                  <a:pt x="47" y="40"/>
                </a:lnTo>
                <a:lnTo>
                  <a:pt x="30" y="59"/>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4" name="Freeform 631">
            <a:extLst>
              <a:ext uri="{FF2B5EF4-FFF2-40B4-BE49-F238E27FC236}">
                <a16:creationId xmlns:a16="http://schemas.microsoft.com/office/drawing/2014/main" id="{6978D2E0-1AD4-9D1F-4B8C-113DA4F867F0}"/>
              </a:ext>
            </a:extLst>
          </p:cNvPr>
          <p:cNvSpPr>
            <a:spLocks/>
          </p:cNvSpPr>
          <p:nvPr/>
        </p:nvSpPr>
        <p:spPr bwMode="auto">
          <a:xfrm>
            <a:off x="5620738" y="5025501"/>
            <a:ext cx="112420" cy="127093"/>
          </a:xfrm>
          <a:custGeom>
            <a:avLst/>
            <a:gdLst>
              <a:gd name="T0" fmla="*/ 0 w 99"/>
              <a:gd name="T1" fmla="*/ 42094425 h 115"/>
              <a:gd name="T2" fmla="*/ 0 w 99"/>
              <a:gd name="T3" fmla="*/ 42094425 h 115"/>
              <a:gd name="T4" fmla="*/ 19818444 w 99"/>
              <a:gd name="T5" fmla="*/ 69035380 h 115"/>
              <a:gd name="T6" fmla="*/ 13720178 w 99"/>
              <a:gd name="T7" fmla="*/ 116181404 h 115"/>
              <a:gd name="T8" fmla="*/ 67079713 w 99"/>
              <a:gd name="T9" fmla="*/ 95976345 h 115"/>
              <a:gd name="T10" fmla="*/ 89946687 w 99"/>
              <a:gd name="T11" fmla="*/ 116181404 h 115"/>
              <a:gd name="T12" fmla="*/ 109766361 w 99"/>
              <a:gd name="T13" fmla="*/ 163327409 h 115"/>
              <a:gd name="T14" fmla="*/ 102143220 w 99"/>
              <a:gd name="T15" fmla="*/ 191951392 h 115"/>
              <a:gd name="T16" fmla="*/ 149403240 w 99"/>
              <a:gd name="T17" fmla="*/ 183532509 h 115"/>
              <a:gd name="T18" fmla="*/ 126536285 w 99"/>
              <a:gd name="T19" fmla="*/ 121232994 h 115"/>
              <a:gd name="T20" fmla="*/ 76226495 w 99"/>
              <a:gd name="T21" fmla="*/ 75769967 h 115"/>
              <a:gd name="T22" fmla="*/ 89946687 w 99"/>
              <a:gd name="T23" fmla="*/ 50513318 h 115"/>
              <a:gd name="T24" fmla="*/ 62505087 w 99"/>
              <a:gd name="T25" fmla="*/ 35359838 h 115"/>
              <a:gd name="T26" fmla="*/ 41161773 w 99"/>
              <a:gd name="T27" fmla="*/ 0 h 115"/>
              <a:gd name="T28" fmla="*/ 27441590 w 99"/>
              <a:gd name="T29" fmla="*/ 0 h 115"/>
              <a:gd name="T30" fmla="*/ 28966466 w 99"/>
              <a:gd name="T31" fmla="*/ 26940955 h 115"/>
              <a:gd name="T32" fmla="*/ 19818444 w 99"/>
              <a:gd name="T33" fmla="*/ 20205065 h 115"/>
              <a:gd name="T34" fmla="*/ 0 w 99"/>
              <a:gd name="T35" fmla="*/ 42094425 h 115"/>
              <a:gd name="T36" fmla="*/ 0 w 99"/>
              <a:gd name="T37" fmla="*/ 42094425 h 1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9"/>
              <a:gd name="T58" fmla="*/ 0 h 115"/>
              <a:gd name="T59" fmla="*/ 99 w 99"/>
              <a:gd name="T60" fmla="*/ 115 h 11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9" h="115">
                <a:moveTo>
                  <a:pt x="0" y="25"/>
                </a:moveTo>
                <a:lnTo>
                  <a:pt x="0" y="25"/>
                </a:lnTo>
                <a:lnTo>
                  <a:pt x="13" y="41"/>
                </a:lnTo>
                <a:lnTo>
                  <a:pt x="9" y="69"/>
                </a:lnTo>
                <a:lnTo>
                  <a:pt x="44" y="57"/>
                </a:lnTo>
                <a:lnTo>
                  <a:pt x="59" y="69"/>
                </a:lnTo>
                <a:lnTo>
                  <a:pt x="72" y="97"/>
                </a:lnTo>
                <a:lnTo>
                  <a:pt x="67" y="114"/>
                </a:lnTo>
                <a:lnTo>
                  <a:pt x="98" y="109"/>
                </a:lnTo>
                <a:lnTo>
                  <a:pt x="83" y="72"/>
                </a:lnTo>
                <a:lnTo>
                  <a:pt x="50" y="45"/>
                </a:lnTo>
                <a:lnTo>
                  <a:pt x="59" y="30"/>
                </a:lnTo>
                <a:lnTo>
                  <a:pt x="41" y="21"/>
                </a:lnTo>
                <a:lnTo>
                  <a:pt x="27" y="0"/>
                </a:lnTo>
                <a:lnTo>
                  <a:pt x="18" y="0"/>
                </a:lnTo>
                <a:lnTo>
                  <a:pt x="19" y="16"/>
                </a:lnTo>
                <a:lnTo>
                  <a:pt x="13" y="12"/>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35" name="Group 43">
            <a:extLst>
              <a:ext uri="{FF2B5EF4-FFF2-40B4-BE49-F238E27FC236}">
                <a16:creationId xmlns:a16="http://schemas.microsoft.com/office/drawing/2014/main" id="{91F25DDA-B566-91C7-FB46-B5C2DB41C902}"/>
              </a:ext>
            </a:extLst>
          </p:cNvPr>
          <p:cNvGrpSpPr>
            <a:grpSpLocks/>
          </p:cNvGrpSpPr>
          <p:nvPr/>
        </p:nvGrpSpPr>
        <p:grpSpPr bwMode="auto">
          <a:xfrm>
            <a:off x="1845143" y="3676147"/>
            <a:ext cx="1384088" cy="1023508"/>
            <a:chOff x="1156" y="1908"/>
            <a:chExt cx="1207" cy="919"/>
          </a:xfrm>
          <a:solidFill>
            <a:schemeClr val="accent2"/>
          </a:solidFill>
        </p:grpSpPr>
        <p:sp>
          <p:nvSpPr>
            <p:cNvPr id="336" name="Freeform 633">
              <a:extLst>
                <a:ext uri="{FF2B5EF4-FFF2-40B4-BE49-F238E27FC236}">
                  <a16:creationId xmlns:a16="http://schemas.microsoft.com/office/drawing/2014/main" id="{9B38B644-6514-E793-A95A-4C97DA23FA36}"/>
                </a:ext>
              </a:extLst>
            </p:cNvPr>
            <p:cNvSpPr>
              <a:spLocks/>
            </p:cNvSpPr>
            <p:nvPr/>
          </p:nvSpPr>
          <p:spPr bwMode="auto">
            <a:xfrm>
              <a:off x="1156" y="2232"/>
              <a:ext cx="1166" cy="595"/>
            </a:xfrm>
            <a:custGeom>
              <a:avLst/>
              <a:gdLst>
                <a:gd name="T0" fmla="*/ 93 w 1166"/>
                <a:gd name="T1" fmla="*/ 82 h 595"/>
                <a:gd name="T2" fmla="*/ 110 w 1166"/>
                <a:gd name="T3" fmla="*/ 69 h 595"/>
                <a:gd name="T4" fmla="*/ 177 w 1166"/>
                <a:gd name="T5" fmla="*/ 35 h 595"/>
                <a:gd name="T6" fmla="*/ 250 w 1166"/>
                <a:gd name="T7" fmla="*/ 52 h 595"/>
                <a:gd name="T8" fmla="*/ 347 w 1166"/>
                <a:gd name="T9" fmla="*/ 95 h 595"/>
                <a:gd name="T10" fmla="*/ 453 w 1166"/>
                <a:gd name="T11" fmla="*/ 123 h 595"/>
                <a:gd name="T12" fmla="*/ 450 w 1166"/>
                <a:gd name="T13" fmla="*/ 93 h 595"/>
                <a:gd name="T14" fmla="*/ 515 w 1166"/>
                <a:gd name="T15" fmla="*/ 93 h 595"/>
                <a:gd name="T16" fmla="*/ 595 w 1166"/>
                <a:gd name="T17" fmla="*/ 105 h 595"/>
                <a:gd name="T18" fmla="*/ 597 w 1166"/>
                <a:gd name="T19" fmla="*/ 85 h 595"/>
                <a:gd name="T20" fmla="*/ 624 w 1166"/>
                <a:gd name="T21" fmla="*/ 114 h 595"/>
                <a:gd name="T22" fmla="*/ 632 w 1166"/>
                <a:gd name="T23" fmla="*/ 78 h 595"/>
                <a:gd name="T24" fmla="*/ 620 w 1166"/>
                <a:gd name="T25" fmla="*/ 18 h 595"/>
                <a:gd name="T26" fmla="*/ 676 w 1166"/>
                <a:gd name="T27" fmla="*/ 44 h 595"/>
                <a:gd name="T28" fmla="*/ 685 w 1166"/>
                <a:gd name="T29" fmla="*/ 61 h 595"/>
                <a:gd name="T30" fmla="*/ 721 w 1166"/>
                <a:gd name="T31" fmla="*/ 76 h 595"/>
                <a:gd name="T32" fmla="*/ 743 w 1166"/>
                <a:gd name="T33" fmla="*/ 109 h 595"/>
                <a:gd name="T34" fmla="*/ 797 w 1166"/>
                <a:gd name="T35" fmla="*/ 55 h 595"/>
                <a:gd name="T36" fmla="*/ 798 w 1166"/>
                <a:gd name="T37" fmla="*/ 85 h 595"/>
                <a:gd name="T38" fmla="*/ 783 w 1166"/>
                <a:gd name="T39" fmla="*/ 137 h 595"/>
                <a:gd name="T40" fmla="*/ 695 w 1166"/>
                <a:gd name="T41" fmla="*/ 143 h 595"/>
                <a:gd name="T42" fmla="*/ 698 w 1166"/>
                <a:gd name="T43" fmla="*/ 183 h 595"/>
                <a:gd name="T44" fmla="*/ 689 w 1166"/>
                <a:gd name="T45" fmla="*/ 208 h 595"/>
                <a:gd name="T46" fmla="*/ 661 w 1166"/>
                <a:gd name="T47" fmla="*/ 226 h 595"/>
                <a:gd name="T48" fmla="*/ 653 w 1166"/>
                <a:gd name="T49" fmla="*/ 293 h 595"/>
                <a:gd name="T50" fmla="*/ 759 w 1166"/>
                <a:gd name="T51" fmla="*/ 359 h 595"/>
                <a:gd name="T52" fmla="*/ 800 w 1166"/>
                <a:gd name="T53" fmla="*/ 404 h 595"/>
                <a:gd name="T54" fmla="*/ 817 w 1166"/>
                <a:gd name="T55" fmla="*/ 440 h 595"/>
                <a:gd name="T56" fmla="*/ 836 w 1166"/>
                <a:gd name="T57" fmla="*/ 375 h 595"/>
                <a:gd name="T58" fmla="*/ 849 w 1166"/>
                <a:gd name="T59" fmla="*/ 293 h 595"/>
                <a:gd name="T60" fmla="*/ 858 w 1166"/>
                <a:gd name="T61" fmla="*/ 252 h 595"/>
                <a:gd name="T62" fmla="*/ 900 w 1166"/>
                <a:gd name="T63" fmla="*/ 225 h 595"/>
                <a:gd name="T64" fmla="*/ 974 w 1166"/>
                <a:gd name="T65" fmla="*/ 248 h 595"/>
                <a:gd name="T66" fmla="*/ 980 w 1166"/>
                <a:gd name="T67" fmla="*/ 283 h 595"/>
                <a:gd name="T68" fmla="*/ 978 w 1166"/>
                <a:gd name="T69" fmla="*/ 312 h 595"/>
                <a:gd name="T70" fmla="*/ 1022 w 1166"/>
                <a:gd name="T71" fmla="*/ 300 h 595"/>
                <a:gd name="T72" fmla="*/ 1061 w 1166"/>
                <a:gd name="T73" fmla="*/ 285 h 595"/>
                <a:gd name="T74" fmla="*/ 1058 w 1166"/>
                <a:gd name="T75" fmla="*/ 300 h 595"/>
                <a:gd name="T76" fmla="*/ 1079 w 1166"/>
                <a:gd name="T77" fmla="*/ 316 h 595"/>
                <a:gd name="T78" fmla="*/ 1082 w 1166"/>
                <a:gd name="T79" fmla="*/ 336 h 595"/>
                <a:gd name="T80" fmla="*/ 1118 w 1166"/>
                <a:gd name="T81" fmla="*/ 362 h 595"/>
                <a:gd name="T82" fmla="*/ 1144 w 1166"/>
                <a:gd name="T83" fmla="*/ 381 h 595"/>
                <a:gd name="T84" fmla="*/ 1156 w 1166"/>
                <a:gd name="T85" fmla="*/ 400 h 595"/>
                <a:gd name="T86" fmla="*/ 985 w 1166"/>
                <a:gd name="T87" fmla="*/ 477 h 595"/>
                <a:gd name="T88" fmla="*/ 1047 w 1166"/>
                <a:gd name="T89" fmla="*/ 482 h 595"/>
                <a:gd name="T90" fmla="*/ 1053 w 1166"/>
                <a:gd name="T91" fmla="*/ 527 h 595"/>
                <a:gd name="T92" fmla="*/ 1108 w 1166"/>
                <a:gd name="T93" fmla="*/ 523 h 595"/>
                <a:gd name="T94" fmla="*/ 1022 w 1166"/>
                <a:gd name="T95" fmla="*/ 552 h 595"/>
                <a:gd name="T96" fmla="*/ 1010 w 1166"/>
                <a:gd name="T97" fmla="*/ 540 h 595"/>
                <a:gd name="T98" fmla="*/ 960 w 1166"/>
                <a:gd name="T99" fmla="*/ 539 h 595"/>
                <a:gd name="T100" fmla="*/ 846 w 1166"/>
                <a:gd name="T101" fmla="*/ 574 h 595"/>
                <a:gd name="T102" fmla="*/ 798 w 1166"/>
                <a:gd name="T103" fmla="*/ 582 h 595"/>
                <a:gd name="T104" fmla="*/ 820 w 1166"/>
                <a:gd name="T105" fmla="*/ 550 h 595"/>
                <a:gd name="T106" fmla="*/ 770 w 1166"/>
                <a:gd name="T107" fmla="*/ 518 h 595"/>
                <a:gd name="T108" fmla="*/ 735 w 1166"/>
                <a:gd name="T109" fmla="*/ 479 h 595"/>
                <a:gd name="T110" fmla="*/ 634 w 1166"/>
                <a:gd name="T111" fmla="*/ 480 h 595"/>
                <a:gd name="T112" fmla="*/ 244 w 1166"/>
                <a:gd name="T113" fmla="*/ 462 h 595"/>
                <a:gd name="T114" fmla="*/ 188 w 1166"/>
                <a:gd name="T115" fmla="*/ 431 h 595"/>
                <a:gd name="T116" fmla="*/ 149 w 1166"/>
                <a:gd name="T117" fmla="*/ 366 h 595"/>
                <a:gd name="T118" fmla="*/ 48 w 1166"/>
                <a:gd name="T119" fmla="*/ 291 h 595"/>
                <a:gd name="T120" fmla="*/ 0 w 1166"/>
                <a:gd name="T121" fmla="*/ 264 h 59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166"/>
                <a:gd name="T184" fmla="*/ 0 h 595"/>
                <a:gd name="T185" fmla="*/ 1166 w 1166"/>
                <a:gd name="T186" fmla="*/ 595 h 59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166" h="595">
                  <a:moveTo>
                    <a:pt x="0" y="264"/>
                  </a:moveTo>
                  <a:lnTo>
                    <a:pt x="0" y="264"/>
                  </a:lnTo>
                  <a:lnTo>
                    <a:pt x="0" y="55"/>
                  </a:lnTo>
                  <a:lnTo>
                    <a:pt x="93" y="82"/>
                  </a:lnTo>
                  <a:lnTo>
                    <a:pt x="88" y="71"/>
                  </a:lnTo>
                  <a:lnTo>
                    <a:pt x="98" y="64"/>
                  </a:lnTo>
                  <a:lnTo>
                    <a:pt x="154" y="42"/>
                  </a:lnTo>
                  <a:lnTo>
                    <a:pt x="110" y="69"/>
                  </a:lnTo>
                  <a:lnTo>
                    <a:pt x="136" y="62"/>
                  </a:lnTo>
                  <a:lnTo>
                    <a:pt x="136" y="67"/>
                  </a:lnTo>
                  <a:lnTo>
                    <a:pt x="183" y="43"/>
                  </a:lnTo>
                  <a:lnTo>
                    <a:pt x="177" y="35"/>
                  </a:lnTo>
                  <a:lnTo>
                    <a:pt x="207" y="64"/>
                  </a:lnTo>
                  <a:lnTo>
                    <a:pt x="227" y="47"/>
                  </a:lnTo>
                  <a:lnTo>
                    <a:pt x="225" y="64"/>
                  </a:lnTo>
                  <a:lnTo>
                    <a:pt x="250" y="52"/>
                  </a:lnTo>
                  <a:lnTo>
                    <a:pt x="319" y="73"/>
                  </a:lnTo>
                  <a:lnTo>
                    <a:pt x="351" y="72"/>
                  </a:lnTo>
                  <a:lnTo>
                    <a:pt x="369" y="85"/>
                  </a:lnTo>
                  <a:lnTo>
                    <a:pt x="347" y="95"/>
                  </a:lnTo>
                  <a:lnTo>
                    <a:pt x="360" y="100"/>
                  </a:lnTo>
                  <a:lnTo>
                    <a:pt x="422" y="94"/>
                  </a:lnTo>
                  <a:lnTo>
                    <a:pt x="450" y="112"/>
                  </a:lnTo>
                  <a:lnTo>
                    <a:pt x="453" y="123"/>
                  </a:lnTo>
                  <a:lnTo>
                    <a:pt x="460" y="116"/>
                  </a:lnTo>
                  <a:lnTo>
                    <a:pt x="450" y="100"/>
                  </a:lnTo>
                  <a:lnTo>
                    <a:pt x="479" y="80"/>
                  </a:lnTo>
                  <a:lnTo>
                    <a:pt x="450" y="93"/>
                  </a:lnTo>
                  <a:lnTo>
                    <a:pt x="440" y="87"/>
                  </a:lnTo>
                  <a:lnTo>
                    <a:pt x="475" y="72"/>
                  </a:lnTo>
                  <a:lnTo>
                    <a:pt x="494" y="93"/>
                  </a:lnTo>
                  <a:lnTo>
                    <a:pt x="515" y="93"/>
                  </a:lnTo>
                  <a:lnTo>
                    <a:pt x="528" y="102"/>
                  </a:lnTo>
                  <a:lnTo>
                    <a:pt x="582" y="100"/>
                  </a:lnTo>
                  <a:lnTo>
                    <a:pt x="580" y="93"/>
                  </a:lnTo>
                  <a:lnTo>
                    <a:pt x="595" y="105"/>
                  </a:lnTo>
                  <a:lnTo>
                    <a:pt x="598" y="95"/>
                  </a:lnTo>
                  <a:lnTo>
                    <a:pt x="586" y="99"/>
                  </a:lnTo>
                  <a:lnTo>
                    <a:pt x="577" y="86"/>
                  </a:lnTo>
                  <a:lnTo>
                    <a:pt x="597" y="85"/>
                  </a:lnTo>
                  <a:lnTo>
                    <a:pt x="605" y="94"/>
                  </a:lnTo>
                  <a:lnTo>
                    <a:pt x="613" y="91"/>
                  </a:lnTo>
                  <a:lnTo>
                    <a:pt x="609" y="106"/>
                  </a:lnTo>
                  <a:lnTo>
                    <a:pt x="624" y="114"/>
                  </a:lnTo>
                  <a:lnTo>
                    <a:pt x="620" y="93"/>
                  </a:lnTo>
                  <a:lnTo>
                    <a:pt x="648" y="81"/>
                  </a:lnTo>
                  <a:lnTo>
                    <a:pt x="640" y="71"/>
                  </a:lnTo>
                  <a:lnTo>
                    <a:pt x="632" y="78"/>
                  </a:lnTo>
                  <a:lnTo>
                    <a:pt x="646" y="61"/>
                  </a:lnTo>
                  <a:lnTo>
                    <a:pt x="607" y="48"/>
                  </a:lnTo>
                  <a:lnTo>
                    <a:pt x="611" y="17"/>
                  </a:lnTo>
                  <a:lnTo>
                    <a:pt x="620" y="18"/>
                  </a:lnTo>
                  <a:lnTo>
                    <a:pt x="625" y="0"/>
                  </a:lnTo>
                  <a:lnTo>
                    <a:pt x="655" y="17"/>
                  </a:lnTo>
                  <a:lnTo>
                    <a:pt x="656" y="29"/>
                  </a:lnTo>
                  <a:lnTo>
                    <a:pt x="676" y="44"/>
                  </a:lnTo>
                  <a:lnTo>
                    <a:pt x="663" y="44"/>
                  </a:lnTo>
                  <a:lnTo>
                    <a:pt x="668" y="49"/>
                  </a:lnTo>
                  <a:lnTo>
                    <a:pt x="661" y="56"/>
                  </a:lnTo>
                  <a:lnTo>
                    <a:pt x="685" y="61"/>
                  </a:lnTo>
                  <a:lnTo>
                    <a:pt x="677" y="64"/>
                  </a:lnTo>
                  <a:lnTo>
                    <a:pt x="692" y="90"/>
                  </a:lnTo>
                  <a:lnTo>
                    <a:pt x="704" y="67"/>
                  </a:lnTo>
                  <a:lnTo>
                    <a:pt x="721" y="76"/>
                  </a:lnTo>
                  <a:lnTo>
                    <a:pt x="726" y="91"/>
                  </a:lnTo>
                  <a:lnTo>
                    <a:pt x="717" y="95"/>
                  </a:lnTo>
                  <a:lnTo>
                    <a:pt x="733" y="114"/>
                  </a:lnTo>
                  <a:lnTo>
                    <a:pt x="743" y="109"/>
                  </a:lnTo>
                  <a:lnTo>
                    <a:pt x="755" y="81"/>
                  </a:lnTo>
                  <a:lnTo>
                    <a:pt x="769" y="78"/>
                  </a:lnTo>
                  <a:lnTo>
                    <a:pt x="758" y="53"/>
                  </a:lnTo>
                  <a:lnTo>
                    <a:pt x="797" y="55"/>
                  </a:lnTo>
                  <a:lnTo>
                    <a:pt x="814" y="69"/>
                  </a:lnTo>
                  <a:lnTo>
                    <a:pt x="807" y="77"/>
                  </a:lnTo>
                  <a:lnTo>
                    <a:pt x="815" y="81"/>
                  </a:lnTo>
                  <a:lnTo>
                    <a:pt x="798" y="85"/>
                  </a:lnTo>
                  <a:lnTo>
                    <a:pt x="813" y="117"/>
                  </a:lnTo>
                  <a:lnTo>
                    <a:pt x="788" y="134"/>
                  </a:lnTo>
                  <a:lnTo>
                    <a:pt x="779" y="126"/>
                  </a:lnTo>
                  <a:lnTo>
                    <a:pt x="783" y="137"/>
                  </a:lnTo>
                  <a:lnTo>
                    <a:pt x="743" y="129"/>
                  </a:lnTo>
                  <a:lnTo>
                    <a:pt x="751" y="140"/>
                  </a:lnTo>
                  <a:lnTo>
                    <a:pt x="735" y="156"/>
                  </a:lnTo>
                  <a:lnTo>
                    <a:pt x="695" y="143"/>
                  </a:lnTo>
                  <a:lnTo>
                    <a:pt x="710" y="156"/>
                  </a:lnTo>
                  <a:lnTo>
                    <a:pt x="739" y="159"/>
                  </a:lnTo>
                  <a:lnTo>
                    <a:pt x="719" y="185"/>
                  </a:lnTo>
                  <a:lnTo>
                    <a:pt x="698" y="183"/>
                  </a:lnTo>
                  <a:lnTo>
                    <a:pt x="688" y="197"/>
                  </a:lnTo>
                  <a:lnTo>
                    <a:pt x="650" y="185"/>
                  </a:lnTo>
                  <a:lnTo>
                    <a:pt x="685" y="197"/>
                  </a:lnTo>
                  <a:lnTo>
                    <a:pt x="689" y="208"/>
                  </a:lnTo>
                  <a:lnTo>
                    <a:pt x="663" y="212"/>
                  </a:lnTo>
                  <a:lnTo>
                    <a:pt x="668" y="215"/>
                  </a:lnTo>
                  <a:lnTo>
                    <a:pt x="661" y="216"/>
                  </a:lnTo>
                  <a:lnTo>
                    <a:pt x="661" y="226"/>
                  </a:lnTo>
                  <a:lnTo>
                    <a:pt x="633" y="241"/>
                  </a:lnTo>
                  <a:lnTo>
                    <a:pt x="627" y="289"/>
                  </a:lnTo>
                  <a:lnTo>
                    <a:pt x="638" y="300"/>
                  </a:lnTo>
                  <a:lnTo>
                    <a:pt x="653" y="293"/>
                  </a:lnTo>
                  <a:lnTo>
                    <a:pt x="659" y="330"/>
                  </a:lnTo>
                  <a:lnTo>
                    <a:pt x="681" y="322"/>
                  </a:lnTo>
                  <a:lnTo>
                    <a:pt x="707" y="333"/>
                  </a:lnTo>
                  <a:lnTo>
                    <a:pt x="759" y="359"/>
                  </a:lnTo>
                  <a:lnTo>
                    <a:pt x="755" y="370"/>
                  </a:lnTo>
                  <a:lnTo>
                    <a:pt x="761" y="362"/>
                  </a:lnTo>
                  <a:lnTo>
                    <a:pt x="800" y="364"/>
                  </a:lnTo>
                  <a:lnTo>
                    <a:pt x="800" y="404"/>
                  </a:lnTo>
                  <a:lnTo>
                    <a:pt x="812" y="417"/>
                  </a:lnTo>
                  <a:lnTo>
                    <a:pt x="803" y="420"/>
                  </a:lnTo>
                  <a:lnTo>
                    <a:pt x="823" y="427"/>
                  </a:lnTo>
                  <a:lnTo>
                    <a:pt x="817" y="440"/>
                  </a:lnTo>
                  <a:lnTo>
                    <a:pt x="836" y="439"/>
                  </a:lnTo>
                  <a:lnTo>
                    <a:pt x="862" y="418"/>
                  </a:lnTo>
                  <a:lnTo>
                    <a:pt x="851" y="413"/>
                  </a:lnTo>
                  <a:lnTo>
                    <a:pt x="836" y="375"/>
                  </a:lnTo>
                  <a:lnTo>
                    <a:pt x="885" y="342"/>
                  </a:lnTo>
                  <a:lnTo>
                    <a:pt x="877" y="342"/>
                  </a:lnTo>
                  <a:lnTo>
                    <a:pt x="867" y="303"/>
                  </a:lnTo>
                  <a:lnTo>
                    <a:pt x="849" y="293"/>
                  </a:lnTo>
                  <a:lnTo>
                    <a:pt x="872" y="277"/>
                  </a:lnTo>
                  <a:lnTo>
                    <a:pt x="864" y="269"/>
                  </a:lnTo>
                  <a:lnTo>
                    <a:pt x="868" y="255"/>
                  </a:lnTo>
                  <a:lnTo>
                    <a:pt x="858" y="252"/>
                  </a:lnTo>
                  <a:lnTo>
                    <a:pt x="868" y="238"/>
                  </a:lnTo>
                  <a:lnTo>
                    <a:pt x="857" y="229"/>
                  </a:lnTo>
                  <a:lnTo>
                    <a:pt x="863" y="216"/>
                  </a:lnTo>
                  <a:lnTo>
                    <a:pt x="900" y="225"/>
                  </a:lnTo>
                  <a:lnTo>
                    <a:pt x="916" y="218"/>
                  </a:lnTo>
                  <a:lnTo>
                    <a:pt x="947" y="238"/>
                  </a:lnTo>
                  <a:lnTo>
                    <a:pt x="947" y="246"/>
                  </a:lnTo>
                  <a:lnTo>
                    <a:pt x="974" y="248"/>
                  </a:lnTo>
                  <a:lnTo>
                    <a:pt x="977" y="267"/>
                  </a:lnTo>
                  <a:lnTo>
                    <a:pt x="953" y="268"/>
                  </a:lnTo>
                  <a:lnTo>
                    <a:pt x="973" y="271"/>
                  </a:lnTo>
                  <a:lnTo>
                    <a:pt x="980" y="283"/>
                  </a:lnTo>
                  <a:lnTo>
                    <a:pt x="958" y="300"/>
                  </a:lnTo>
                  <a:lnTo>
                    <a:pt x="990" y="292"/>
                  </a:lnTo>
                  <a:lnTo>
                    <a:pt x="992" y="306"/>
                  </a:lnTo>
                  <a:lnTo>
                    <a:pt x="978" y="312"/>
                  </a:lnTo>
                  <a:lnTo>
                    <a:pt x="998" y="297"/>
                  </a:lnTo>
                  <a:lnTo>
                    <a:pt x="1000" y="307"/>
                  </a:lnTo>
                  <a:lnTo>
                    <a:pt x="1018" y="292"/>
                  </a:lnTo>
                  <a:lnTo>
                    <a:pt x="1022" y="300"/>
                  </a:lnTo>
                  <a:lnTo>
                    <a:pt x="1035" y="279"/>
                  </a:lnTo>
                  <a:lnTo>
                    <a:pt x="1030" y="275"/>
                  </a:lnTo>
                  <a:lnTo>
                    <a:pt x="1045" y="264"/>
                  </a:lnTo>
                  <a:lnTo>
                    <a:pt x="1061" y="285"/>
                  </a:lnTo>
                  <a:lnTo>
                    <a:pt x="1047" y="291"/>
                  </a:lnTo>
                  <a:lnTo>
                    <a:pt x="1062" y="288"/>
                  </a:lnTo>
                  <a:lnTo>
                    <a:pt x="1068" y="297"/>
                  </a:lnTo>
                  <a:lnTo>
                    <a:pt x="1058" y="300"/>
                  </a:lnTo>
                  <a:lnTo>
                    <a:pt x="1071" y="301"/>
                  </a:lnTo>
                  <a:lnTo>
                    <a:pt x="1062" y="308"/>
                  </a:lnTo>
                  <a:lnTo>
                    <a:pt x="1072" y="306"/>
                  </a:lnTo>
                  <a:lnTo>
                    <a:pt x="1079" y="316"/>
                  </a:lnTo>
                  <a:lnTo>
                    <a:pt x="1074" y="320"/>
                  </a:lnTo>
                  <a:lnTo>
                    <a:pt x="1088" y="328"/>
                  </a:lnTo>
                  <a:lnTo>
                    <a:pt x="1066" y="336"/>
                  </a:lnTo>
                  <a:lnTo>
                    <a:pt x="1082" y="336"/>
                  </a:lnTo>
                  <a:lnTo>
                    <a:pt x="1079" y="344"/>
                  </a:lnTo>
                  <a:lnTo>
                    <a:pt x="1102" y="351"/>
                  </a:lnTo>
                  <a:lnTo>
                    <a:pt x="1110" y="369"/>
                  </a:lnTo>
                  <a:lnTo>
                    <a:pt x="1118" y="362"/>
                  </a:lnTo>
                  <a:lnTo>
                    <a:pt x="1142" y="375"/>
                  </a:lnTo>
                  <a:lnTo>
                    <a:pt x="1091" y="390"/>
                  </a:lnTo>
                  <a:lnTo>
                    <a:pt x="1102" y="399"/>
                  </a:lnTo>
                  <a:lnTo>
                    <a:pt x="1144" y="381"/>
                  </a:lnTo>
                  <a:lnTo>
                    <a:pt x="1144" y="396"/>
                  </a:lnTo>
                  <a:lnTo>
                    <a:pt x="1163" y="393"/>
                  </a:lnTo>
                  <a:lnTo>
                    <a:pt x="1165" y="400"/>
                  </a:lnTo>
                  <a:lnTo>
                    <a:pt x="1156" y="400"/>
                  </a:lnTo>
                  <a:lnTo>
                    <a:pt x="1165" y="418"/>
                  </a:lnTo>
                  <a:lnTo>
                    <a:pt x="1106" y="453"/>
                  </a:lnTo>
                  <a:lnTo>
                    <a:pt x="1021" y="453"/>
                  </a:lnTo>
                  <a:lnTo>
                    <a:pt x="985" y="477"/>
                  </a:lnTo>
                  <a:lnTo>
                    <a:pt x="955" y="513"/>
                  </a:lnTo>
                  <a:lnTo>
                    <a:pt x="985" y="486"/>
                  </a:lnTo>
                  <a:lnTo>
                    <a:pt x="1031" y="470"/>
                  </a:lnTo>
                  <a:lnTo>
                    <a:pt x="1047" y="482"/>
                  </a:lnTo>
                  <a:lnTo>
                    <a:pt x="1017" y="492"/>
                  </a:lnTo>
                  <a:lnTo>
                    <a:pt x="1041" y="497"/>
                  </a:lnTo>
                  <a:lnTo>
                    <a:pt x="1035" y="508"/>
                  </a:lnTo>
                  <a:lnTo>
                    <a:pt x="1053" y="527"/>
                  </a:lnTo>
                  <a:lnTo>
                    <a:pt x="1089" y="535"/>
                  </a:lnTo>
                  <a:lnTo>
                    <a:pt x="1098" y="510"/>
                  </a:lnTo>
                  <a:lnTo>
                    <a:pt x="1098" y="525"/>
                  </a:lnTo>
                  <a:lnTo>
                    <a:pt x="1108" y="523"/>
                  </a:lnTo>
                  <a:lnTo>
                    <a:pt x="1091" y="539"/>
                  </a:lnTo>
                  <a:lnTo>
                    <a:pt x="1049" y="550"/>
                  </a:lnTo>
                  <a:lnTo>
                    <a:pt x="1034" y="568"/>
                  </a:lnTo>
                  <a:lnTo>
                    <a:pt x="1022" y="552"/>
                  </a:lnTo>
                  <a:lnTo>
                    <a:pt x="1062" y="537"/>
                  </a:lnTo>
                  <a:lnTo>
                    <a:pt x="1041" y="538"/>
                  </a:lnTo>
                  <a:lnTo>
                    <a:pt x="1045" y="527"/>
                  </a:lnTo>
                  <a:lnTo>
                    <a:pt x="1010" y="540"/>
                  </a:lnTo>
                  <a:lnTo>
                    <a:pt x="1000" y="532"/>
                  </a:lnTo>
                  <a:lnTo>
                    <a:pt x="1000" y="510"/>
                  </a:lnTo>
                  <a:lnTo>
                    <a:pt x="977" y="503"/>
                  </a:lnTo>
                  <a:lnTo>
                    <a:pt x="960" y="539"/>
                  </a:lnTo>
                  <a:lnTo>
                    <a:pt x="891" y="552"/>
                  </a:lnTo>
                  <a:lnTo>
                    <a:pt x="843" y="566"/>
                  </a:lnTo>
                  <a:lnTo>
                    <a:pt x="835" y="572"/>
                  </a:lnTo>
                  <a:lnTo>
                    <a:pt x="846" y="574"/>
                  </a:lnTo>
                  <a:lnTo>
                    <a:pt x="849" y="579"/>
                  </a:lnTo>
                  <a:lnTo>
                    <a:pt x="791" y="594"/>
                  </a:lnTo>
                  <a:lnTo>
                    <a:pt x="794" y="587"/>
                  </a:lnTo>
                  <a:lnTo>
                    <a:pt x="798" y="582"/>
                  </a:lnTo>
                  <a:lnTo>
                    <a:pt x="800" y="576"/>
                  </a:lnTo>
                  <a:lnTo>
                    <a:pt x="809" y="571"/>
                  </a:lnTo>
                  <a:lnTo>
                    <a:pt x="810" y="539"/>
                  </a:lnTo>
                  <a:lnTo>
                    <a:pt x="820" y="550"/>
                  </a:lnTo>
                  <a:lnTo>
                    <a:pt x="837" y="546"/>
                  </a:lnTo>
                  <a:lnTo>
                    <a:pt x="823" y="527"/>
                  </a:lnTo>
                  <a:lnTo>
                    <a:pt x="773" y="518"/>
                  </a:lnTo>
                  <a:lnTo>
                    <a:pt x="770" y="518"/>
                  </a:lnTo>
                  <a:lnTo>
                    <a:pt x="765" y="493"/>
                  </a:lnTo>
                  <a:lnTo>
                    <a:pt x="755" y="495"/>
                  </a:lnTo>
                  <a:lnTo>
                    <a:pt x="746" y="480"/>
                  </a:lnTo>
                  <a:lnTo>
                    <a:pt x="735" y="479"/>
                  </a:lnTo>
                  <a:lnTo>
                    <a:pt x="735" y="488"/>
                  </a:lnTo>
                  <a:lnTo>
                    <a:pt x="722" y="475"/>
                  </a:lnTo>
                  <a:lnTo>
                    <a:pt x="699" y="493"/>
                  </a:lnTo>
                  <a:lnTo>
                    <a:pt x="634" y="480"/>
                  </a:lnTo>
                  <a:lnTo>
                    <a:pt x="626" y="468"/>
                  </a:lnTo>
                  <a:lnTo>
                    <a:pt x="625" y="476"/>
                  </a:lnTo>
                  <a:lnTo>
                    <a:pt x="249" y="476"/>
                  </a:lnTo>
                  <a:lnTo>
                    <a:pt x="244" y="462"/>
                  </a:lnTo>
                  <a:lnTo>
                    <a:pt x="224" y="458"/>
                  </a:lnTo>
                  <a:lnTo>
                    <a:pt x="225" y="449"/>
                  </a:lnTo>
                  <a:lnTo>
                    <a:pt x="183" y="437"/>
                  </a:lnTo>
                  <a:lnTo>
                    <a:pt x="188" y="431"/>
                  </a:lnTo>
                  <a:lnTo>
                    <a:pt x="178" y="414"/>
                  </a:lnTo>
                  <a:lnTo>
                    <a:pt x="168" y="413"/>
                  </a:lnTo>
                  <a:lnTo>
                    <a:pt x="145" y="377"/>
                  </a:lnTo>
                  <a:lnTo>
                    <a:pt x="149" y="366"/>
                  </a:lnTo>
                  <a:lnTo>
                    <a:pt x="150" y="347"/>
                  </a:lnTo>
                  <a:lnTo>
                    <a:pt x="124" y="336"/>
                  </a:lnTo>
                  <a:lnTo>
                    <a:pt x="76" y="273"/>
                  </a:lnTo>
                  <a:lnTo>
                    <a:pt x="48" y="291"/>
                  </a:lnTo>
                  <a:lnTo>
                    <a:pt x="41" y="283"/>
                  </a:lnTo>
                  <a:lnTo>
                    <a:pt x="39" y="281"/>
                  </a:lnTo>
                  <a:lnTo>
                    <a:pt x="26" y="264"/>
                  </a:lnTo>
                  <a:lnTo>
                    <a:pt x="0" y="26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7" name="Freeform 45">
              <a:extLst>
                <a:ext uri="{FF2B5EF4-FFF2-40B4-BE49-F238E27FC236}">
                  <a16:creationId xmlns:a16="http://schemas.microsoft.com/office/drawing/2014/main" id="{F1A276CA-E4AB-38FC-B4D8-113E279C3A68}"/>
                </a:ext>
              </a:extLst>
            </p:cNvPr>
            <p:cNvSpPr>
              <a:spLocks/>
            </p:cNvSpPr>
            <p:nvPr/>
          </p:nvSpPr>
          <p:spPr bwMode="auto">
            <a:xfrm>
              <a:off x="1330" y="2676"/>
              <a:ext cx="69" cy="40"/>
            </a:xfrm>
            <a:custGeom>
              <a:avLst/>
              <a:gdLst>
                <a:gd name="T0" fmla="*/ 0 w 69"/>
                <a:gd name="T1" fmla="*/ 0 h 40"/>
                <a:gd name="T2" fmla="*/ 0 w 69"/>
                <a:gd name="T3" fmla="*/ 0 h 40"/>
                <a:gd name="T4" fmla="*/ 37 w 69"/>
                <a:gd name="T5" fmla="*/ 8 h 40"/>
                <a:gd name="T6" fmla="*/ 68 w 69"/>
                <a:gd name="T7" fmla="*/ 39 h 40"/>
                <a:gd name="T8" fmla="*/ 50 w 69"/>
                <a:gd name="T9" fmla="*/ 33 h 40"/>
                <a:gd name="T10" fmla="*/ 0 w 69"/>
                <a:gd name="T11" fmla="*/ 0 h 40"/>
                <a:gd name="T12" fmla="*/ 0 w 69"/>
                <a:gd name="T13" fmla="*/ 0 h 40"/>
                <a:gd name="T14" fmla="*/ 0 60000 65536"/>
                <a:gd name="T15" fmla="*/ 0 60000 65536"/>
                <a:gd name="T16" fmla="*/ 0 60000 65536"/>
                <a:gd name="T17" fmla="*/ 0 60000 65536"/>
                <a:gd name="T18" fmla="*/ 0 60000 65536"/>
                <a:gd name="T19" fmla="*/ 0 60000 65536"/>
                <a:gd name="T20" fmla="*/ 0 60000 65536"/>
                <a:gd name="T21" fmla="*/ 0 w 69"/>
                <a:gd name="T22" fmla="*/ 0 h 40"/>
                <a:gd name="T23" fmla="*/ 69 w 69"/>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 h="40">
                  <a:moveTo>
                    <a:pt x="0" y="0"/>
                  </a:moveTo>
                  <a:lnTo>
                    <a:pt x="0" y="0"/>
                  </a:lnTo>
                  <a:lnTo>
                    <a:pt x="37" y="8"/>
                  </a:lnTo>
                  <a:lnTo>
                    <a:pt x="68" y="39"/>
                  </a:lnTo>
                  <a:lnTo>
                    <a:pt x="50" y="33"/>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8" name="Freeform 635">
              <a:extLst>
                <a:ext uri="{FF2B5EF4-FFF2-40B4-BE49-F238E27FC236}">
                  <a16:creationId xmlns:a16="http://schemas.microsoft.com/office/drawing/2014/main" id="{26D1DB65-5803-E919-4A23-4CEC338C634C}"/>
                </a:ext>
              </a:extLst>
            </p:cNvPr>
            <p:cNvSpPr>
              <a:spLocks/>
            </p:cNvSpPr>
            <p:nvPr/>
          </p:nvSpPr>
          <p:spPr bwMode="auto">
            <a:xfrm>
              <a:off x="1362" y="2165"/>
              <a:ext cx="144" cy="89"/>
            </a:xfrm>
            <a:custGeom>
              <a:avLst/>
              <a:gdLst>
                <a:gd name="T0" fmla="*/ 0 w 144"/>
                <a:gd name="T1" fmla="*/ 66 h 89"/>
                <a:gd name="T2" fmla="*/ 0 w 144"/>
                <a:gd name="T3" fmla="*/ 66 h 89"/>
                <a:gd name="T4" fmla="*/ 6 w 144"/>
                <a:gd name="T5" fmla="*/ 55 h 89"/>
                <a:gd name="T6" fmla="*/ 27 w 144"/>
                <a:gd name="T7" fmla="*/ 18 h 89"/>
                <a:gd name="T8" fmla="*/ 17 w 144"/>
                <a:gd name="T9" fmla="*/ 3 h 89"/>
                <a:gd name="T10" fmla="*/ 61 w 144"/>
                <a:gd name="T11" fmla="*/ 0 h 89"/>
                <a:gd name="T12" fmla="*/ 92 w 144"/>
                <a:gd name="T13" fmla="*/ 14 h 89"/>
                <a:gd name="T14" fmla="*/ 112 w 144"/>
                <a:gd name="T15" fmla="*/ 6 h 89"/>
                <a:gd name="T16" fmla="*/ 143 w 144"/>
                <a:gd name="T17" fmla="*/ 27 h 89"/>
                <a:gd name="T18" fmla="*/ 77 w 144"/>
                <a:gd name="T19" fmla="*/ 59 h 89"/>
                <a:gd name="T20" fmla="*/ 72 w 144"/>
                <a:gd name="T21" fmla="*/ 79 h 89"/>
                <a:gd name="T22" fmla="*/ 39 w 144"/>
                <a:gd name="T23" fmla="*/ 88 h 89"/>
                <a:gd name="T24" fmla="*/ 25 w 144"/>
                <a:gd name="T25" fmla="*/ 73 h 89"/>
                <a:gd name="T26" fmla="*/ 0 w 144"/>
                <a:gd name="T27" fmla="*/ 66 h 89"/>
                <a:gd name="T28" fmla="*/ 0 w 144"/>
                <a:gd name="T29" fmla="*/ 66 h 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4"/>
                <a:gd name="T46" fmla="*/ 0 h 89"/>
                <a:gd name="T47" fmla="*/ 144 w 144"/>
                <a:gd name="T48" fmla="*/ 89 h 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4" h="89">
                  <a:moveTo>
                    <a:pt x="0" y="66"/>
                  </a:moveTo>
                  <a:lnTo>
                    <a:pt x="0" y="66"/>
                  </a:lnTo>
                  <a:lnTo>
                    <a:pt x="6" y="55"/>
                  </a:lnTo>
                  <a:lnTo>
                    <a:pt x="27" y="18"/>
                  </a:lnTo>
                  <a:lnTo>
                    <a:pt x="17" y="3"/>
                  </a:lnTo>
                  <a:lnTo>
                    <a:pt x="61" y="0"/>
                  </a:lnTo>
                  <a:lnTo>
                    <a:pt x="92" y="14"/>
                  </a:lnTo>
                  <a:lnTo>
                    <a:pt x="112" y="6"/>
                  </a:lnTo>
                  <a:lnTo>
                    <a:pt x="143" y="27"/>
                  </a:lnTo>
                  <a:lnTo>
                    <a:pt x="77" y="59"/>
                  </a:lnTo>
                  <a:lnTo>
                    <a:pt x="72" y="79"/>
                  </a:lnTo>
                  <a:lnTo>
                    <a:pt x="39" y="88"/>
                  </a:lnTo>
                  <a:lnTo>
                    <a:pt x="25" y="73"/>
                  </a:lnTo>
                  <a:lnTo>
                    <a:pt x="0" y="6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9" name="Freeform 636">
              <a:extLst>
                <a:ext uri="{FF2B5EF4-FFF2-40B4-BE49-F238E27FC236}">
                  <a16:creationId xmlns:a16="http://schemas.microsoft.com/office/drawing/2014/main" id="{4DC9DFB4-FB75-3C8F-0C03-C66A1716BFE8}"/>
                </a:ext>
              </a:extLst>
            </p:cNvPr>
            <p:cNvSpPr>
              <a:spLocks/>
            </p:cNvSpPr>
            <p:nvPr/>
          </p:nvSpPr>
          <p:spPr bwMode="auto">
            <a:xfrm>
              <a:off x="1403" y="2082"/>
              <a:ext cx="101" cy="51"/>
            </a:xfrm>
            <a:custGeom>
              <a:avLst/>
              <a:gdLst>
                <a:gd name="T0" fmla="*/ 0 w 101"/>
                <a:gd name="T1" fmla="*/ 38 h 51"/>
                <a:gd name="T2" fmla="*/ 0 w 101"/>
                <a:gd name="T3" fmla="*/ 38 h 51"/>
                <a:gd name="T4" fmla="*/ 23 w 101"/>
                <a:gd name="T5" fmla="*/ 45 h 51"/>
                <a:gd name="T6" fmla="*/ 29 w 101"/>
                <a:gd name="T7" fmla="*/ 37 h 51"/>
                <a:gd name="T8" fmla="*/ 34 w 101"/>
                <a:gd name="T9" fmla="*/ 50 h 51"/>
                <a:gd name="T10" fmla="*/ 45 w 101"/>
                <a:gd name="T11" fmla="*/ 45 h 51"/>
                <a:gd name="T12" fmla="*/ 43 w 101"/>
                <a:gd name="T13" fmla="*/ 33 h 51"/>
                <a:gd name="T14" fmla="*/ 54 w 101"/>
                <a:gd name="T15" fmla="*/ 39 h 51"/>
                <a:gd name="T16" fmla="*/ 60 w 101"/>
                <a:gd name="T17" fmla="*/ 21 h 51"/>
                <a:gd name="T18" fmla="*/ 69 w 101"/>
                <a:gd name="T19" fmla="*/ 20 h 51"/>
                <a:gd name="T20" fmla="*/ 72 w 101"/>
                <a:gd name="T21" fmla="*/ 37 h 51"/>
                <a:gd name="T22" fmla="*/ 94 w 101"/>
                <a:gd name="T23" fmla="*/ 24 h 51"/>
                <a:gd name="T24" fmla="*/ 87 w 101"/>
                <a:gd name="T25" fmla="*/ 10 h 51"/>
                <a:gd name="T26" fmla="*/ 100 w 101"/>
                <a:gd name="T27" fmla="*/ 7 h 51"/>
                <a:gd name="T28" fmla="*/ 86 w 101"/>
                <a:gd name="T29" fmla="*/ 0 h 51"/>
                <a:gd name="T30" fmla="*/ 50 w 101"/>
                <a:gd name="T31" fmla="*/ 7 h 51"/>
                <a:gd name="T32" fmla="*/ 0 w 101"/>
                <a:gd name="T33" fmla="*/ 38 h 51"/>
                <a:gd name="T34" fmla="*/ 0 w 101"/>
                <a:gd name="T35" fmla="*/ 38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51"/>
                <a:gd name="T56" fmla="*/ 101 w 101"/>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51">
                  <a:moveTo>
                    <a:pt x="0" y="38"/>
                  </a:moveTo>
                  <a:lnTo>
                    <a:pt x="0" y="38"/>
                  </a:lnTo>
                  <a:lnTo>
                    <a:pt x="23" y="45"/>
                  </a:lnTo>
                  <a:lnTo>
                    <a:pt x="29" y="37"/>
                  </a:lnTo>
                  <a:lnTo>
                    <a:pt x="34" y="50"/>
                  </a:lnTo>
                  <a:lnTo>
                    <a:pt x="45" y="45"/>
                  </a:lnTo>
                  <a:lnTo>
                    <a:pt x="43" y="33"/>
                  </a:lnTo>
                  <a:lnTo>
                    <a:pt x="54" y="39"/>
                  </a:lnTo>
                  <a:lnTo>
                    <a:pt x="60" y="21"/>
                  </a:lnTo>
                  <a:lnTo>
                    <a:pt x="69" y="20"/>
                  </a:lnTo>
                  <a:lnTo>
                    <a:pt x="72" y="37"/>
                  </a:lnTo>
                  <a:lnTo>
                    <a:pt x="94" y="24"/>
                  </a:lnTo>
                  <a:lnTo>
                    <a:pt x="87" y="10"/>
                  </a:lnTo>
                  <a:lnTo>
                    <a:pt x="100" y="7"/>
                  </a:lnTo>
                  <a:lnTo>
                    <a:pt x="86" y="0"/>
                  </a:lnTo>
                  <a:lnTo>
                    <a:pt x="50" y="7"/>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0" name="Freeform 637">
              <a:extLst>
                <a:ext uri="{FF2B5EF4-FFF2-40B4-BE49-F238E27FC236}">
                  <a16:creationId xmlns:a16="http://schemas.microsoft.com/office/drawing/2014/main" id="{F85059D6-093B-5796-092E-CBFD1F6A41A3}"/>
                </a:ext>
              </a:extLst>
            </p:cNvPr>
            <p:cNvSpPr>
              <a:spLocks/>
            </p:cNvSpPr>
            <p:nvPr/>
          </p:nvSpPr>
          <p:spPr bwMode="auto">
            <a:xfrm>
              <a:off x="1457" y="2196"/>
              <a:ext cx="247" cy="122"/>
            </a:xfrm>
            <a:custGeom>
              <a:avLst/>
              <a:gdLst>
                <a:gd name="T0" fmla="*/ 0 w 247"/>
                <a:gd name="T1" fmla="*/ 39 h 122"/>
                <a:gd name="T2" fmla="*/ 0 w 247"/>
                <a:gd name="T3" fmla="*/ 39 h 122"/>
                <a:gd name="T4" fmla="*/ 12 w 247"/>
                <a:gd name="T5" fmla="*/ 29 h 122"/>
                <a:gd name="T6" fmla="*/ 6 w 247"/>
                <a:gd name="T7" fmla="*/ 24 h 122"/>
                <a:gd name="T8" fmla="*/ 35 w 247"/>
                <a:gd name="T9" fmla="*/ 7 h 122"/>
                <a:gd name="T10" fmla="*/ 59 w 247"/>
                <a:gd name="T11" fmla="*/ 0 h 122"/>
                <a:gd name="T12" fmla="*/ 67 w 247"/>
                <a:gd name="T13" fmla="*/ 13 h 122"/>
                <a:gd name="T14" fmla="*/ 59 w 247"/>
                <a:gd name="T15" fmla="*/ 20 h 122"/>
                <a:gd name="T16" fmla="*/ 81 w 247"/>
                <a:gd name="T17" fmla="*/ 10 h 122"/>
                <a:gd name="T18" fmla="*/ 105 w 247"/>
                <a:gd name="T19" fmla="*/ 18 h 122"/>
                <a:gd name="T20" fmla="*/ 96 w 247"/>
                <a:gd name="T21" fmla="*/ 27 h 122"/>
                <a:gd name="T22" fmla="*/ 124 w 247"/>
                <a:gd name="T23" fmla="*/ 21 h 122"/>
                <a:gd name="T24" fmla="*/ 116 w 247"/>
                <a:gd name="T25" fmla="*/ 11 h 122"/>
                <a:gd name="T26" fmla="*/ 127 w 247"/>
                <a:gd name="T27" fmla="*/ 12 h 122"/>
                <a:gd name="T28" fmla="*/ 149 w 247"/>
                <a:gd name="T29" fmla="*/ 44 h 122"/>
                <a:gd name="T30" fmla="*/ 157 w 247"/>
                <a:gd name="T31" fmla="*/ 37 h 122"/>
                <a:gd name="T32" fmla="*/ 148 w 247"/>
                <a:gd name="T33" fmla="*/ 1 h 122"/>
                <a:gd name="T34" fmla="*/ 166 w 247"/>
                <a:gd name="T35" fmla="*/ 2 h 122"/>
                <a:gd name="T36" fmla="*/ 186 w 247"/>
                <a:gd name="T37" fmla="*/ 14 h 122"/>
                <a:gd name="T38" fmla="*/ 197 w 247"/>
                <a:gd name="T39" fmla="*/ 58 h 122"/>
                <a:gd name="T40" fmla="*/ 246 w 247"/>
                <a:gd name="T41" fmla="*/ 80 h 122"/>
                <a:gd name="T42" fmla="*/ 245 w 247"/>
                <a:gd name="T43" fmla="*/ 91 h 122"/>
                <a:gd name="T44" fmla="*/ 232 w 247"/>
                <a:gd name="T45" fmla="*/ 86 h 122"/>
                <a:gd name="T46" fmla="*/ 217 w 247"/>
                <a:gd name="T47" fmla="*/ 94 h 122"/>
                <a:gd name="T48" fmla="*/ 238 w 247"/>
                <a:gd name="T49" fmla="*/ 104 h 122"/>
                <a:gd name="T50" fmla="*/ 219 w 247"/>
                <a:gd name="T51" fmla="*/ 114 h 122"/>
                <a:gd name="T52" fmla="*/ 187 w 247"/>
                <a:gd name="T53" fmla="*/ 109 h 122"/>
                <a:gd name="T54" fmla="*/ 169 w 247"/>
                <a:gd name="T55" fmla="*/ 97 h 122"/>
                <a:gd name="T56" fmla="*/ 128 w 247"/>
                <a:gd name="T57" fmla="*/ 117 h 122"/>
                <a:gd name="T58" fmla="*/ 78 w 247"/>
                <a:gd name="T59" fmla="*/ 121 h 122"/>
                <a:gd name="T60" fmla="*/ 68 w 247"/>
                <a:gd name="T61" fmla="*/ 102 h 122"/>
                <a:gd name="T62" fmla="*/ 40 w 247"/>
                <a:gd name="T63" fmla="*/ 100 h 122"/>
                <a:gd name="T64" fmla="*/ 22 w 247"/>
                <a:gd name="T65" fmla="*/ 84 h 122"/>
                <a:gd name="T66" fmla="*/ 93 w 247"/>
                <a:gd name="T67" fmla="*/ 74 h 122"/>
                <a:gd name="T68" fmla="*/ 19 w 247"/>
                <a:gd name="T69" fmla="*/ 69 h 122"/>
                <a:gd name="T70" fmla="*/ 9 w 247"/>
                <a:gd name="T71" fmla="*/ 59 h 122"/>
                <a:gd name="T72" fmla="*/ 47 w 247"/>
                <a:gd name="T73" fmla="*/ 48 h 122"/>
                <a:gd name="T74" fmla="*/ 12 w 247"/>
                <a:gd name="T75" fmla="*/ 49 h 122"/>
                <a:gd name="T76" fmla="*/ 15 w 247"/>
                <a:gd name="T77" fmla="*/ 44 h 122"/>
                <a:gd name="T78" fmla="*/ 0 w 247"/>
                <a:gd name="T79" fmla="*/ 39 h 122"/>
                <a:gd name="T80" fmla="*/ 0 w 247"/>
                <a:gd name="T81" fmla="*/ 39 h 1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47"/>
                <a:gd name="T124" fmla="*/ 0 h 122"/>
                <a:gd name="T125" fmla="*/ 247 w 247"/>
                <a:gd name="T126" fmla="*/ 122 h 1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47" h="122">
                  <a:moveTo>
                    <a:pt x="0" y="39"/>
                  </a:moveTo>
                  <a:lnTo>
                    <a:pt x="0" y="39"/>
                  </a:lnTo>
                  <a:lnTo>
                    <a:pt x="12" y="29"/>
                  </a:lnTo>
                  <a:lnTo>
                    <a:pt x="6" y="24"/>
                  </a:lnTo>
                  <a:lnTo>
                    <a:pt x="35" y="7"/>
                  </a:lnTo>
                  <a:lnTo>
                    <a:pt x="59" y="0"/>
                  </a:lnTo>
                  <a:lnTo>
                    <a:pt x="67" y="13"/>
                  </a:lnTo>
                  <a:lnTo>
                    <a:pt x="59" y="20"/>
                  </a:lnTo>
                  <a:lnTo>
                    <a:pt x="81" y="10"/>
                  </a:lnTo>
                  <a:lnTo>
                    <a:pt x="105" y="18"/>
                  </a:lnTo>
                  <a:lnTo>
                    <a:pt x="96" y="27"/>
                  </a:lnTo>
                  <a:lnTo>
                    <a:pt x="124" y="21"/>
                  </a:lnTo>
                  <a:lnTo>
                    <a:pt x="116" y="11"/>
                  </a:lnTo>
                  <a:lnTo>
                    <a:pt x="127" y="12"/>
                  </a:lnTo>
                  <a:lnTo>
                    <a:pt x="149" y="44"/>
                  </a:lnTo>
                  <a:lnTo>
                    <a:pt x="157" y="37"/>
                  </a:lnTo>
                  <a:lnTo>
                    <a:pt x="148" y="1"/>
                  </a:lnTo>
                  <a:lnTo>
                    <a:pt x="166" y="2"/>
                  </a:lnTo>
                  <a:lnTo>
                    <a:pt x="186" y="14"/>
                  </a:lnTo>
                  <a:lnTo>
                    <a:pt x="197" y="58"/>
                  </a:lnTo>
                  <a:lnTo>
                    <a:pt x="246" y="80"/>
                  </a:lnTo>
                  <a:lnTo>
                    <a:pt x="245" y="91"/>
                  </a:lnTo>
                  <a:lnTo>
                    <a:pt x="232" y="86"/>
                  </a:lnTo>
                  <a:lnTo>
                    <a:pt x="217" y="94"/>
                  </a:lnTo>
                  <a:lnTo>
                    <a:pt x="238" y="104"/>
                  </a:lnTo>
                  <a:lnTo>
                    <a:pt x="219" y="114"/>
                  </a:lnTo>
                  <a:lnTo>
                    <a:pt x="187" y="109"/>
                  </a:lnTo>
                  <a:lnTo>
                    <a:pt x="169" y="97"/>
                  </a:lnTo>
                  <a:lnTo>
                    <a:pt x="128" y="117"/>
                  </a:lnTo>
                  <a:lnTo>
                    <a:pt x="78" y="121"/>
                  </a:lnTo>
                  <a:lnTo>
                    <a:pt x="68" y="102"/>
                  </a:lnTo>
                  <a:lnTo>
                    <a:pt x="40" y="100"/>
                  </a:lnTo>
                  <a:lnTo>
                    <a:pt x="22" y="84"/>
                  </a:lnTo>
                  <a:lnTo>
                    <a:pt x="93" y="74"/>
                  </a:lnTo>
                  <a:lnTo>
                    <a:pt x="19" y="69"/>
                  </a:lnTo>
                  <a:lnTo>
                    <a:pt x="9" y="59"/>
                  </a:lnTo>
                  <a:lnTo>
                    <a:pt x="47" y="48"/>
                  </a:lnTo>
                  <a:lnTo>
                    <a:pt x="12" y="49"/>
                  </a:lnTo>
                  <a:lnTo>
                    <a:pt x="15" y="44"/>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1" name="Freeform 638">
              <a:extLst>
                <a:ext uri="{FF2B5EF4-FFF2-40B4-BE49-F238E27FC236}">
                  <a16:creationId xmlns:a16="http://schemas.microsoft.com/office/drawing/2014/main" id="{61D7F557-28F9-BBF8-9391-7ACFE485B261}"/>
                </a:ext>
              </a:extLst>
            </p:cNvPr>
            <p:cNvSpPr>
              <a:spLocks/>
            </p:cNvSpPr>
            <p:nvPr/>
          </p:nvSpPr>
          <p:spPr bwMode="auto">
            <a:xfrm>
              <a:off x="1475" y="2101"/>
              <a:ext cx="168" cy="68"/>
            </a:xfrm>
            <a:custGeom>
              <a:avLst/>
              <a:gdLst>
                <a:gd name="T0" fmla="*/ 0 w 168"/>
                <a:gd name="T1" fmla="*/ 44 h 68"/>
                <a:gd name="T2" fmla="*/ 0 w 168"/>
                <a:gd name="T3" fmla="*/ 44 h 68"/>
                <a:gd name="T4" fmla="*/ 6 w 168"/>
                <a:gd name="T5" fmla="*/ 38 h 68"/>
                <a:gd name="T6" fmla="*/ 34 w 168"/>
                <a:gd name="T7" fmla="*/ 32 h 68"/>
                <a:gd name="T8" fmla="*/ 6 w 168"/>
                <a:gd name="T9" fmla="*/ 33 h 68"/>
                <a:gd name="T10" fmla="*/ 39 w 168"/>
                <a:gd name="T11" fmla="*/ 27 h 68"/>
                <a:gd name="T12" fmla="*/ 12 w 168"/>
                <a:gd name="T13" fmla="*/ 27 h 68"/>
                <a:gd name="T14" fmla="*/ 14 w 168"/>
                <a:gd name="T15" fmla="*/ 19 h 68"/>
                <a:gd name="T16" fmla="*/ 40 w 168"/>
                <a:gd name="T17" fmla="*/ 19 h 68"/>
                <a:gd name="T18" fmla="*/ 22 w 168"/>
                <a:gd name="T19" fmla="*/ 17 h 68"/>
                <a:gd name="T20" fmla="*/ 36 w 168"/>
                <a:gd name="T21" fmla="*/ 10 h 68"/>
                <a:gd name="T22" fmla="*/ 70 w 168"/>
                <a:gd name="T23" fmla="*/ 19 h 68"/>
                <a:gd name="T24" fmla="*/ 87 w 168"/>
                <a:gd name="T25" fmla="*/ 36 h 68"/>
                <a:gd name="T26" fmla="*/ 118 w 168"/>
                <a:gd name="T27" fmla="*/ 37 h 68"/>
                <a:gd name="T28" fmla="*/ 106 w 168"/>
                <a:gd name="T29" fmla="*/ 27 h 68"/>
                <a:gd name="T30" fmla="*/ 113 w 168"/>
                <a:gd name="T31" fmla="*/ 20 h 68"/>
                <a:gd name="T32" fmla="*/ 99 w 168"/>
                <a:gd name="T33" fmla="*/ 12 h 68"/>
                <a:gd name="T34" fmla="*/ 121 w 168"/>
                <a:gd name="T35" fmla="*/ 0 h 68"/>
                <a:gd name="T36" fmla="*/ 131 w 168"/>
                <a:gd name="T37" fmla="*/ 14 h 68"/>
                <a:gd name="T38" fmla="*/ 124 w 168"/>
                <a:gd name="T39" fmla="*/ 21 h 68"/>
                <a:gd name="T40" fmla="*/ 136 w 168"/>
                <a:gd name="T41" fmla="*/ 23 h 68"/>
                <a:gd name="T42" fmla="*/ 132 w 168"/>
                <a:gd name="T43" fmla="*/ 31 h 68"/>
                <a:gd name="T44" fmla="*/ 147 w 168"/>
                <a:gd name="T45" fmla="*/ 33 h 68"/>
                <a:gd name="T46" fmla="*/ 156 w 168"/>
                <a:gd name="T47" fmla="*/ 23 h 68"/>
                <a:gd name="T48" fmla="*/ 167 w 168"/>
                <a:gd name="T49" fmla="*/ 35 h 68"/>
                <a:gd name="T50" fmla="*/ 158 w 168"/>
                <a:gd name="T51" fmla="*/ 50 h 68"/>
                <a:gd name="T52" fmla="*/ 122 w 168"/>
                <a:gd name="T53" fmla="*/ 49 h 68"/>
                <a:gd name="T54" fmla="*/ 67 w 168"/>
                <a:gd name="T55" fmla="*/ 67 h 68"/>
                <a:gd name="T56" fmla="*/ 45 w 168"/>
                <a:gd name="T57" fmla="*/ 57 h 68"/>
                <a:gd name="T58" fmla="*/ 91 w 168"/>
                <a:gd name="T59" fmla="*/ 42 h 68"/>
                <a:gd name="T60" fmla="*/ 51 w 168"/>
                <a:gd name="T61" fmla="*/ 51 h 68"/>
                <a:gd name="T62" fmla="*/ 58 w 168"/>
                <a:gd name="T63" fmla="*/ 39 h 68"/>
                <a:gd name="T64" fmla="*/ 38 w 168"/>
                <a:gd name="T65" fmla="*/ 52 h 68"/>
                <a:gd name="T66" fmla="*/ 14 w 168"/>
                <a:gd name="T67" fmla="*/ 49 h 68"/>
                <a:gd name="T68" fmla="*/ 0 w 168"/>
                <a:gd name="T69" fmla="*/ 44 h 68"/>
                <a:gd name="T70" fmla="*/ 0 w 168"/>
                <a:gd name="T71" fmla="*/ 44 h 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8"/>
                <a:gd name="T109" fmla="*/ 0 h 68"/>
                <a:gd name="T110" fmla="*/ 168 w 168"/>
                <a:gd name="T111" fmla="*/ 68 h 6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8" h="68">
                  <a:moveTo>
                    <a:pt x="0" y="44"/>
                  </a:moveTo>
                  <a:lnTo>
                    <a:pt x="0" y="44"/>
                  </a:lnTo>
                  <a:lnTo>
                    <a:pt x="6" y="38"/>
                  </a:lnTo>
                  <a:lnTo>
                    <a:pt x="34" y="32"/>
                  </a:lnTo>
                  <a:lnTo>
                    <a:pt x="6" y="33"/>
                  </a:lnTo>
                  <a:lnTo>
                    <a:pt x="39" y="27"/>
                  </a:lnTo>
                  <a:lnTo>
                    <a:pt x="12" y="27"/>
                  </a:lnTo>
                  <a:lnTo>
                    <a:pt x="14" y="19"/>
                  </a:lnTo>
                  <a:lnTo>
                    <a:pt x="40" y="19"/>
                  </a:lnTo>
                  <a:lnTo>
                    <a:pt x="22" y="17"/>
                  </a:lnTo>
                  <a:lnTo>
                    <a:pt x="36" y="10"/>
                  </a:lnTo>
                  <a:lnTo>
                    <a:pt x="70" y="19"/>
                  </a:lnTo>
                  <a:lnTo>
                    <a:pt x="87" y="36"/>
                  </a:lnTo>
                  <a:lnTo>
                    <a:pt x="118" y="37"/>
                  </a:lnTo>
                  <a:lnTo>
                    <a:pt x="106" y="27"/>
                  </a:lnTo>
                  <a:lnTo>
                    <a:pt x="113" y="20"/>
                  </a:lnTo>
                  <a:lnTo>
                    <a:pt x="99" y="12"/>
                  </a:lnTo>
                  <a:lnTo>
                    <a:pt x="121" y="0"/>
                  </a:lnTo>
                  <a:lnTo>
                    <a:pt x="131" y="14"/>
                  </a:lnTo>
                  <a:lnTo>
                    <a:pt x="124" y="21"/>
                  </a:lnTo>
                  <a:lnTo>
                    <a:pt x="136" y="23"/>
                  </a:lnTo>
                  <a:lnTo>
                    <a:pt x="132" y="31"/>
                  </a:lnTo>
                  <a:lnTo>
                    <a:pt x="147" y="33"/>
                  </a:lnTo>
                  <a:lnTo>
                    <a:pt x="156" y="23"/>
                  </a:lnTo>
                  <a:lnTo>
                    <a:pt x="167" y="35"/>
                  </a:lnTo>
                  <a:lnTo>
                    <a:pt x="158" y="50"/>
                  </a:lnTo>
                  <a:lnTo>
                    <a:pt x="122" y="49"/>
                  </a:lnTo>
                  <a:lnTo>
                    <a:pt x="67" y="67"/>
                  </a:lnTo>
                  <a:lnTo>
                    <a:pt x="45" y="57"/>
                  </a:lnTo>
                  <a:lnTo>
                    <a:pt x="91" y="42"/>
                  </a:lnTo>
                  <a:lnTo>
                    <a:pt x="51" y="51"/>
                  </a:lnTo>
                  <a:lnTo>
                    <a:pt x="58" y="39"/>
                  </a:lnTo>
                  <a:lnTo>
                    <a:pt x="38" y="52"/>
                  </a:lnTo>
                  <a:lnTo>
                    <a:pt x="14" y="49"/>
                  </a:lnTo>
                  <a:lnTo>
                    <a:pt x="0" y="4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2" name="Freeform 639">
              <a:extLst>
                <a:ext uri="{FF2B5EF4-FFF2-40B4-BE49-F238E27FC236}">
                  <a16:creationId xmlns:a16="http://schemas.microsoft.com/office/drawing/2014/main" id="{DFD42EB3-EAE6-E363-D909-4141E8685379}"/>
                </a:ext>
              </a:extLst>
            </p:cNvPr>
            <p:cNvSpPr>
              <a:spLocks/>
            </p:cNvSpPr>
            <p:nvPr/>
          </p:nvSpPr>
          <p:spPr bwMode="auto">
            <a:xfrm>
              <a:off x="1641" y="2031"/>
              <a:ext cx="87" cy="43"/>
            </a:xfrm>
            <a:custGeom>
              <a:avLst/>
              <a:gdLst>
                <a:gd name="T0" fmla="*/ 0 w 87"/>
                <a:gd name="T1" fmla="*/ 0 h 43"/>
                <a:gd name="T2" fmla="*/ 0 w 87"/>
                <a:gd name="T3" fmla="*/ 0 h 43"/>
                <a:gd name="T4" fmla="*/ 7 w 87"/>
                <a:gd name="T5" fmla="*/ 15 h 43"/>
                <a:gd name="T6" fmla="*/ 28 w 87"/>
                <a:gd name="T7" fmla="*/ 15 h 43"/>
                <a:gd name="T8" fmla="*/ 21 w 87"/>
                <a:gd name="T9" fmla="*/ 18 h 43"/>
                <a:gd name="T10" fmla="*/ 26 w 87"/>
                <a:gd name="T11" fmla="*/ 23 h 43"/>
                <a:gd name="T12" fmla="*/ 8 w 87"/>
                <a:gd name="T13" fmla="*/ 25 h 43"/>
                <a:gd name="T14" fmla="*/ 38 w 87"/>
                <a:gd name="T15" fmla="*/ 31 h 43"/>
                <a:gd name="T16" fmla="*/ 86 w 87"/>
                <a:gd name="T17" fmla="*/ 42 h 43"/>
                <a:gd name="T18" fmla="*/ 79 w 87"/>
                <a:gd name="T19" fmla="*/ 17 h 43"/>
                <a:gd name="T20" fmla="*/ 44 w 87"/>
                <a:gd name="T21" fmla="*/ 3 h 43"/>
                <a:gd name="T22" fmla="*/ 33 w 87"/>
                <a:gd name="T23" fmla="*/ 9 h 43"/>
                <a:gd name="T24" fmla="*/ 30 w 87"/>
                <a:gd name="T25" fmla="*/ 0 h 43"/>
                <a:gd name="T26" fmla="*/ 0 w 87"/>
                <a:gd name="T27" fmla="*/ 0 h 43"/>
                <a:gd name="T28" fmla="*/ 0 w 87"/>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7"/>
                <a:gd name="T46" fmla="*/ 0 h 43"/>
                <a:gd name="T47" fmla="*/ 87 w 87"/>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7" h="43">
                  <a:moveTo>
                    <a:pt x="0" y="0"/>
                  </a:moveTo>
                  <a:lnTo>
                    <a:pt x="0" y="0"/>
                  </a:lnTo>
                  <a:lnTo>
                    <a:pt x="7" y="15"/>
                  </a:lnTo>
                  <a:lnTo>
                    <a:pt x="28" y="15"/>
                  </a:lnTo>
                  <a:lnTo>
                    <a:pt x="21" y="18"/>
                  </a:lnTo>
                  <a:lnTo>
                    <a:pt x="26" y="23"/>
                  </a:lnTo>
                  <a:lnTo>
                    <a:pt x="8" y="25"/>
                  </a:lnTo>
                  <a:lnTo>
                    <a:pt x="38" y="31"/>
                  </a:lnTo>
                  <a:lnTo>
                    <a:pt x="86" y="42"/>
                  </a:lnTo>
                  <a:lnTo>
                    <a:pt x="79" y="17"/>
                  </a:lnTo>
                  <a:lnTo>
                    <a:pt x="44" y="3"/>
                  </a:lnTo>
                  <a:lnTo>
                    <a:pt x="33" y="9"/>
                  </a:lnTo>
                  <a:lnTo>
                    <a:pt x="30" y="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3" name="Freeform 640">
              <a:extLst>
                <a:ext uri="{FF2B5EF4-FFF2-40B4-BE49-F238E27FC236}">
                  <a16:creationId xmlns:a16="http://schemas.microsoft.com/office/drawing/2014/main" id="{20CD1F3E-E90A-B2AC-6439-1979BE84047D}"/>
                </a:ext>
              </a:extLst>
            </p:cNvPr>
            <p:cNvSpPr>
              <a:spLocks/>
            </p:cNvSpPr>
            <p:nvPr/>
          </p:nvSpPr>
          <p:spPr bwMode="auto">
            <a:xfrm>
              <a:off x="1681" y="2110"/>
              <a:ext cx="70" cy="43"/>
            </a:xfrm>
            <a:custGeom>
              <a:avLst/>
              <a:gdLst>
                <a:gd name="T0" fmla="*/ 0 w 70"/>
                <a:gd name="T1" fmla="*/ 28 h 43"/>
                <a:gd name="T2" fmla="*/ 0 w 70"/>
                <a:gd name="T3" fmla="*/ 28 h 43"/>
                <a:gd name="T4" fmla="*/ 8 w 70"/>
                <a:gd name="T5" fmla="*/ 18 h 43"/>
                <a:gd name="T6" fmla="*/ 21 w 70"/>
                <a:gd name="T7" fmla="*/ 19 h 43"/>
                <a:gd name="T8" fmla="*/ 4 w 70"/>
                <a:gd name="T9" fmla="*/ 9 h 43"/>
                <a:gd name="T10" fmla="*/ 8 w 70"/>
                <a:gd name="T11" fmla="*/ 3 h 43"/>
                <a:gd name="T12" fmla="*/ 36 w 70"/>
                <a:gd name="T13" fmla="*/ 17 h 43"/>
                <a:gd name="T14" fmla="*/ 20 w 70"/>
                <a:gd name="T15" fmla="*/ 2 h 43"/>
                <a:gd name="T16" fmla="*/ 62 w 70"/>
                <a:gd name="T17" fmla="*/ 0 h 43"/>
                <a:gd name="T18" fmla="*/ 69 w 70"/>
                <a:gd name="T19" fmla="*/ 31 h 43"/>
                <a:gd name="T20" fmla="*/ 61 w 70"/>
                <a:gd name="T21" fmla="*/ 26 h 43"/>
                <a:gd name="T22" fmla="*/ 60 w 70"/>
                <a:gd name="T23" fmla="*/ 42 h 43"/>
                <a:gd name="T24" fmla="*/ 27 w 70"/>
                <a:gd name="T25" fmla="*/ 41 h 43"/>
                <a:gd name="T26" fmla="*/ 33 w 70"/>
                <a:gd name="T27" fmla="*/ 36 h 43"/>
                <a:gd name="T28" fmla="*/ 24 w 70"/>
                <a:gd name="T29" fmla="*/ 30 h 43"/>
                <a:gd name="T30" fmla="*/ 48 w 70"/>
                <a:gd name="T31" fmla="*/ 22 h 43"/>
                <a:gd name="T32" fmla="*/ 0 w 70"/>
                <a:gd name="T33" fmla="*/ 28 h 43"/>
                <a:gd name="T34" fmla="*/ 0 w 70"/>
                <a:gd name="T35" fmla="*/ 28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0"/>
                <a:gd name="T55" fmla="*/ 0 h 43"/>
                <a:gd name="T56" fmla="*/ 70 w 70"/>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0" h="43">
                  <a:moveTo>
                    <a:pt x="0" y="28"/>
                  </a:moveTo>
                  <a:lnTo>
                    <a:pt x="0" y="28"/>
                  </a:lnTo>
                  <a:lnTo>
                    <a:pt x="8" y="18"/>
                  </a:lnTo>
                  <a:lnTo>
                    <a:pt x="21" y="19"/>
                  </a:lnTo>
                  <a:lnTo>
                    <a:pt x="4" y="9"/>
                  </a:lnTo>
                  <a:lnTo>
                    <a:pt x="8" y="3"/>
                  </a:lnTo>
                  <a:lnTo>
                    <a:pt x="36" y="17"/>
                  </a:lnTo>
                  <a:lnTo>
                    <a:pt x="20" y="2"/>
                  </a:lnTo>
                  <a:lnTo>
                    <a:pt x="62" y="0"/>
                  </a:lnTo>
                  <a:lnTo>
                    <a:pt x="69" y="31"/>
                  </a:lnTo>
                  <a:lnTo>
                    <a:pt x="61" y="26"/>
                  </a:lnTo>
                  <a:lnTo>
                    <a:pt x="60" y="42"/>
                  </a:lnTo>
                  <a:lnTo>
                    <a:pt x="27" y="41"/>
                  </a:lnTo>
                  <a:lnTo>
                    <a:pt x="33" y="36"/>
                  </a:lnTo>
                  <a:lnTo>
                    <a:pt x="24" y="30"/>
                  </a:lnTo>
                  <a:lnTo>
                    <a:pt x="48" y="22"/>
                  </a:lnTo>
                  <a:lnTo>
                    <a:pt x="0" y="2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4" name="Freeform 641">
              <a:extLst>
                <a:ext uri="{FF2B5EF4-FFF2-40B4-BE49-F238E27FC236}">
                  <a16:creationId xmlns:a16="http://schemas.microsoft.com/office/drawing/2014/main" id="{C768CAF1-D873-E4BA-1AC4-23EDAEFAC93B}"/>
                </a:ext>
              </a:extLst>
            </p:cNvPr>
            <p:cNvSpPr>
              <a:spLocks/>
            </p:cNvSpPr>
            <p:nvPr/>
          </p:nvSpPr>
          <p:spPr bwMode="auto">
            <a:xfrm>
              <a:off x="1683" y="2183"/>
              <a:ext cx="82" cy="67"/>
            </a:xfrm>
            <a:custGeom>
              <a:avLst/>
              <a:gdLst>
                <a:gd name="T0" fmla="*/ 0 w 82"/>
                <a:gd name="T1" fmla="*/ 33 h 67"/>
                <a:gd name="T2" fmla="*/ 0 w 82"/>
                <a:gd name="T3" fmla="*/ 33 h 67"/>
                <a:gd name="T4" fmla="*/ 4 w 82"/>
                <a:gd name="T5" fmla="*/ 24 h 67"/>
                <a:gd name="T6" fmla="*/ 31 w 82"/>
                <a:gd name="T7" fmla="*/ 29 h 67"/>
                <a:gd name="T8" fmla="*/ 27 w 82"/>
                <a:gd name="T9" fmla="*/ 19 h 67"/>
                <a:gd name="T10" fmla="*/ 34 w 82"/>
                <a:gd name="T11" fmla="*/ 19 h 67"/>
                <a:gd name="T12" fmla="*/ 16 w 82"/>
                <a:gd name="T13" fmla="*/ 14 h 67"/>
                <a:gd name="T14" fmla="*/ 25 w 82"/>
                <a:gd name="T15" fmla="*/ 11 h 67"/>
                <a:gd name="T16" fmla="*/ 17 w 82"/>
                <a:gd name="T17" fmla="*/ 5 h 67"/>
                <a:gd name="T18" fmla="*/ 68 w 82"/>
                <a:gd name="T19" fmla="*/ 0 h 67"/>
                <a:gd name="T20" fmla="*/ 70 w 82"/>
                <a:gd name="T21" fmla="*/ 14 h 67"/>
                <a:gd name="T22" fmla="*/ 54 w 82"/>
                <a:gd name="T23" fmla="*/ 26 h 67"/>
                <a:gd name="T24" fmla="*/ 78 w 82"/>
                <a:gd name="T25" fmla="*/ 29 h 67"/>
                <a:gd name="T26" fmla="*/ 81 w 82"/>
                <a:gd name="T27" fmla="*/ 53 h 67"/>
                <a:gd name="T28" fmla="*/ 46 w 82"/>
                <a:gd name="T29" fmla="*/ 66 h 67"/>
                <a:gd name="T30" fmla="*/ 31 w 82"/>
                <a:gd name="T31" fmla="*/ 47 h 67"/>
                <a:gd name="T32" fmla="*/ 0 w 82"/>
                <a:gd name="T33" fmla="*/ 33 h 67"/>
                <a:gd name="T34" fmla="*/ 0 w 82"/>
                <a:gd name="T35" fmla="*/ 33 h 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67"/>
                <a:gd name="T56" fmla="*/ 82 w 82"/>
                <a:gd name="T57" fmla="*/ 67 h 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67">
                  <a:moveTo>
                    <a:pt x="0" y="33"/>
                  </a:moveTo>
                  <a:lnTo>
                    <a:pt x="0" y="33"/>
                  </a:lnTo>
                  <a:lnTo>
                    <a:pt x="4" y="24"/>
                  </a:lnTo>
                  <a:lnTo>
                    <a:pt x="31" y="29"/>
                  </a:lnTo>
                  <a:lnTo>
                    <a:pt x="27" y="19"/>
                  </a:lnTo>
                  <a:lnTo>
                    <a:pt x="34" y="19"/>
                  </a:lnTo>
                  <a:lnTo>
                    <a:pt x="16" y="14"/>
                  </a:lnTo>
                  <a:lnTo>
                    <a:pt x="25" y="11"/>
                  </a:lnTo>
                  <a:lnTo>
                    <a:pt x="17" y="5"/>
                  </a:lnTo>
                  <a:lnTo>
                    <a:pt x="68" y="0"/>
                  </a:lnTo>
                  <a:lnTo>
                    <a:pt x="70" y="14"/>
                  </a:lnTo>
                  <a:lnTo>
                    <a:pt x="54" y="26"/>
                  </a:lnTo>
                  <a:lnTo>
                    <a:pt x="78" y="29"/>
                  </a:lnTo>
                  <a:lnTo>
                    <a:pt x="81" y="53"/>
                  </a:lnTo>
                  <a:lnTo>
                    <a:pt x="46" y="66"/>
                  </a:lnTo>
                  <a:lnTo>
                    <a:pt x="31" y="47"/>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5" name="Freeform 642">
              <a:extLst>
                <a:ext uri="{FF2B5EF4-FFF2-40B4-BE49-F238E27FC236}">
                  <a16:creationId xmlns:a16="http://schemas.microsoft.com/office/drawing/2014/main" id="{5DC733A9-CD76-55FC-3C61-6B3C3929E517}"/>
                </a:ext>
              </a:extLst>
            </p:cNvPr>
            <p:cNvSpPr>
              <a:spLocks/>
            </p:cNvSpPr>
            <p:nvPr/>
          </p:nvSpPr>
          <p:spPr bwMode="auto">
            <a:xfrm>
              <a:off x="1740" y="2042"/>
              <a:ext cx="49" cy="34"/>
            </a:xfrm>
            <a:custGeom>
              <a:avLst/>
              <a:gdLst>
                <a:gd name="T0" fmla="*/ 0 w 49"/>
                <a:gd name="T1" fmla="*/ 0 h 34"/>
                <a:gd name="T2" fmla="*/ 0 w 49"/>
                <a:gd name="T3" fmla="*/ 0 h 34"/>
                <a:gd name="T4" fmla="*/ 5 w 49"/>
                <a:gd name="T5" fmla="*/ 20 h 34"/>
                <a:gd name="T6" fmla="*/ 20 w 49"/>
                <a:gd name="T7" fmla="*/ 21 h 34"/>
                <a:gd name="T8" fmla="*/ 7 w 49"/>
                <a:gd name="T9" fmla="*/ 24 h 34"/>
                <a:gd name="T10" fmla="*/ 14 w 49"/>
                <a:gd name="T11" fmla="*/ 33 h 34"/>
                <a:gd name="T12" fmla="*/ 44 w 49"/>
                <a:gd name="T13" fmla="*/ 28 h 34"/>
                <a:gd name="T14" fmla="*/ 48 w 49"/>
                <a:gd name="T15" fmla="*/ 16 h 34"/>
                <a:gd name="T16" fmla="*/ 0 w 49"/>
                <a:gd name="T17" fmla="*/ 0 h 34"/>
                <a:gd name="T18" fmla="*/ 0 w 49"/>
                <a:gd name="T19" fmla="*/ 0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
                <a:gd name="T31" fmla="*/ 0 h 34"/>
                <a:gd name="T32" fmla="*/ 49 w 49"/>
                <a:gd name="T33" fmla="*/ 34 h 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 h="34">
                  <a:moveTo>
                    <a:pt x="0" y="0"/>
                  </a:moveTo>
                  <a:lnTo>
                    <a:pt x="0" y="0"/>
                  </a:lnTo>
                  <a:lnTo>
                    <a:pt x="5" y="20"/>
                  </a:lnTo>
                  <a:lnTo>
                    <a:pt x="20" y="21"/>
                  </a:lnTo>
                  <a:lnTo>
                    <a:pt x="7" y="24"/>
                  </a:lnTo>
                  <a:lnTo>
                    <a:pt x="14" y="33"/>
                  </a:lnTo>
                  <a:lnTo>
                    <a:pt x="44" y="28"/>
                  </a:lnTo>
                  <a:lnTo>
                    <a:pt x="48"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6" name="Freeform 643">
              <a:extLst>
                <a:ext uri="{FF2B5EF4-FFF2-40B4-BE49-F238E27FC236}">
                  <a16:creationId xmlns:a16="http://schemas.microsoft.com/office/drawing/2014/main" id="{0D84BCA1-6108-F823-1188-A4EF26CCFD27}"/>
                </a:ext>
              </a:extLst>
            </p:cNvPr>
            <p:cNvSpPr>
              <a:spLocks/>
            </p:cNvSpPr>
            <p:nvPr/>
          </p:nvSpPr>
          <p:spPr bwMode="auto">
            <a:xfrm>
              <a:off x="1757" y="2093"/>
              <a:ext cx="236" cy="76"/>
            </a:xfrm>
            <a:custGeom>
              <a:avLst/>
              <a:gdLst>
                <a:gd name="T0" fmla="*/ 0 w 236"/>
                <a:gd name="T1" fmla="*/ 12 h 76"/>
                <a:gd name="T2" fmla="*/ 0 w 236"/>
                <a:gd name="T3" fmla="*/ 12 h 76"/>
                <a:gd name="T4" fmla="*/ 15 w 236"/>
                <a:gd name="T5" fmla="*/ 0 h 76"/>
                <a:gd name="T6" fmla="*/ 35 w 236"/>
                <a:gd name="T7" fmla="*/ 7 h 76"/>
                <a:gd name="T8" fmla="*/ 49 w 236"/>
                <a:gd name="T9" fmla="*/ 12 h 76"/>
                <a:gd name="T10" fmla="*/ 45 w 236"/>
                <a:gd name="T11" fmla="*/ 21 h 76"/>
                <a:gd name="T12" fmla="*/ 72 w 236"/>
                <a:gd name="T13" fmla="*/ 13 h 76"/>
                <a:gd name="T14" fmla="*/ 89 w 236"/>
                <a:gd name="T15" fmla="*/ 21 h 76"/>
                <a:gd name="T16" fmla="*/ 75 w 236"/>
                <a:gd name="T17" fmla="*/ 21 h 76"/>
                <a:gd name="T18" fmla="*/ 105 w 236"/>
                <a:gd name="T19" fmla="*/ 26 h 76"/>
                <a:gd name="T20" fmla="*/ 72 w 236"/>
                <a:gd name="T21" fmla="*/ 28 h 76"/>
                <a:gd name="T22" fmla="*/ 89 w 236"/>
                <a:gd name="T23" fmla="*/ 34 h 76"/>
                <a:gd name="T24" fmla="*/ 76 w 236"/>
                <a:gd name="T25" fmla="*/ 40 h 76"/>
                <a:gd name="T26" fmla="*/ 93 w 236"/>
                <a:gd name="T27" fmla="*/ 35 h 76"/>
                <a:gd name="T28" fmla="*/ 107 w 236"/>
                <a:gd name="T29" fmla="*/ 49 h 76"/>
                <a:gd name="T30" fmla="*/ 111 w 236"/>
                <a:gd name="T31" fmla="*/ 43 h 76"/>
                <a:gd name="T32" fmla="*/ 154 w 236"/>
                <a:gd name="T33" fmla="*/ 49 h 76"/>
                <a:gd name="T34" fmla="*/ 199 w 236"/>
                <a:gd name="T35" fmla="*/ 35 h 76"/>
                <a:gd name="T36" fmla="*/ 235 w 236"/>
                <a:gd name="T37" fmla="*/ 52 h 76"/>
                <a:gd name="T38" fmla="*/ 224 w 236"/>
                <a:gd name="T39" fmla="*/ 59 h 76"/>
                <a:gd name="T40" fmla="*/ 228 w 236"/>
                <a:gd name="T41" fmla="*/ 72 h 76"/>
                <a:gd name="T42" fmla="*/ 206 w 236"/>
                <a:gd name="T43" fmla="*/ 75 h 76"/>
                <a:gd name="T44" fmla="*/ 182 w 236"/>
                <a:gd name="T45" fmla="*/ 63 h 76"/>
                <a:gd name="T46" fmla="*/ 182 w 236"/>
                <a:gd name="T47" fmla="*/ 72 h 76"/>
                <a:gd name="T48" fmla="*/ 169 w 236"/>
                <a:gd name="T49" fmla="*/ 73 h 76"/>
                <a:gd name="T50" fmla="*/ 116 w 236"/>
                <a:gd name="T51" fmla="*/ 75 h 76"/>
                <a:gd name="T52" fmla="*/ 111 w 236"/>
                <a:gd name="T53" fmla="*/ 64 h 76"/>
                <a:gd name="T54" fmla="*/ 98 w 236"/>
                <a:gd name="T55" fmla="*/ 73 h 76"/>
                <a:gd name="T56" fmla="*/ 82 w 236"/>
                <a:gd name="T57" fmla="*/ 64 h 76"/>
                <a:gd name="T58" fmla="*/ 71 w 236"/>
                <a:gd name="T59" fmla="*/ 71 h 76"/>
                <a:gd name="T60" fmla="*/ 51 w 236"/>
                <a:gd name="T61" fmla="*/ 22 h 76"/>
                <a:gd name="T62" fmla="*/ 26 w 236"/>
                <a:gd name="T63" fmla="*/ 27 h 76"/>
                <a:gd name="T64" fmla="*/ 0 w 236"/>
                <a:gd name="T65" fmla="*/ 12 h 76"/>
                <a:gd name="T66" fmla="*/ 0 w 236"/>
                <a:gd name="T67" fmla="*/ 12 h 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36"/>
                <a:gd name="T103" fmla="*/ 0 h 76"/>
                <a:gd name="T104" fmla="*/ 236 w 236"/>
                <a:gd name="T105" fmla="*/ 76 h 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36" h="76">
                  <a:moveTo>
                    <a:pt x="0" y="12"/>
                  </a:moveTo>
                  <a:lnTo>
                    <a:pt x="0" y="12"/>
                  </a:lnTo>
                  <a:lnTo>
                    <a:pt x="15" y="0"/>
                  </a:lnTo>
                  <a:lnTo>
                    <a:pt x="35" y="7"/>
                  </a:lnTo>
                  <a:lnTo>
                    <a:pt x="49" y="12"/>
                  </a:lnTo>
                  <a:lnTo>
                    <a:pt x="45" y="21"/>
                  </a:lnTo>
                  <a:lnTo>
                    <a:pt x="72" y="13"/>
                  </a:lnTo>
                  <a:lnTo>
                    <a:pt x="89" y="21"/>
                  </a:lnTo>
                  <a:lnTo>
                    <a:pt x="75" y="21"/>
                  </a:lnTo>
                  <a:lnTo>
                    <a:pt x="105" y="26"/>
                  </a:lnTo>
                  <a:lnTo>
                    <a:pt x="72" y="28"/>
                  </a:lnTo>
                  <a:lnTo>
                    <a:pt x="89" y="34"/>
                  </a:lnTo>
                  <a:lnTo>
                    <a:pt x="76" y="40"/>
                  </a:lnTo>
                  <a:lnTo>
                    <a:pt x="93" y="35"/>
                  </a:lnTo>
                  <a:lnTo>
                    <a:pt x="107" y="49"/>
                  </a:lnTo>
                  <a:lnTo>
                    <a:pt x="111" y="43"/>
                  </a:lnTo>
                  <a:lnTo>
                    <a:pt x="154" y="49"/>
                  </a:lnTo>
                  <a:lnTo>
                    <a:pt x="199" y="35"/>
                  </a:lnTo>
                  <a:lnTo>
                    <a:pt x="235" y="52"/>
                  </a:lnTo>
                  <a:lnTo>
                    <a:pt x="224" y="59"/>
                  </a:lnTo>
                  <a:lnTo>
                    <a:pt x="228" y="72"/>
                  </a:lnTo>
                  <a:lnTo>
                    <a:pt x="206" y="75"/>
                  </a:lnTo>
                  <a:lnTo>
                    <a:pt x="182" y="63"/>
                  </a:lnTo>
                  <a:lnTo>
                    <a:pt x="182" y="72"/>
                  </a:lnTo>
                  <a:lnTo>
                    <a:pt x="169" y="73"/>
                  </a:lnTo>
                  <a:lnTo>
                    <a:pt x="116" y="75"/>
                  </a:lnTo>
                  <a:lnTo>
                    <a:pt x="111" y="64"/>
                  </a:lnTo>
                  <a:lnTo>
                    <a:pt x="98" y="73"/>
                  </a:lnTo>
                  <a:lnTo>
                    <a:pt x="82" y="64"/>
                  </a:lnTo>
                  <a:lnTo>
                    <a:pt x="71" y="71"/>
                  </a:lnTo>
                  <a:lnTo>
                    <a:pt x="51" y="22"/>
                  </a:lnTo>
                  <a:lnTo>
                    <a:pt x="26" y="27"/>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7" name="Freeform 644">
              <a:extLst>
                <a:ext uri="{FF2B5EF4-FFF2-40B4-BE49-F238E27FC236}">
                  <a16:creationId xmlns:a16="http://schemas.microsoft.com/office/drawing/2014/main" id="{77116ADB-AD88-DAE9-0DFC-8A0E6684C7FA}"/>
                </a:ext>
              </a:extLst>
            </p:cNvPr>
            <p:cNvSpPr>
              <a:spLocks/>
            </p:cNvSpPr>
            <p:nvPr/>
          </p:nvSpPr>
          <p:spPr bwMode="auto">
            <a:xfrm>
              <a:off x="1767" y="1966"/>
              <a:ext cx="154" cy="100"/>
            </a:xfrm>
            <a:custGeom>
              <a:avLst/>
              <a:gdLst>
                <a:gd name="T0" fmla="*/ 0 w 154"/>
                <a:gd name="T1" fmla="*/ 31 h 100"/>
                <a:gd name="T2" fmla="*/ 0 w 154"/>
                <a:gd name="T3" fmla="*/ 31 h 100"/>
                <a:gd name="T4" fmla="*/ 37 w 154"/>
                <a:gd name="T5" fmla="*/ 26 h 100"/>
                <a:gd name="T6" fmla="*/ 17 w 154"/>
                <a:gd name="T7" fmla="*/ 12 h 100"/>
                <a:gd name="T8" fmla="*/ 50 w 154"/>
                <a:gd name="T9" fmla="*/ 6 h 100"/>
                <a:gd name="T10" fmla="*/ 24 w 154"/>
                <a:gd name="T11" fmla="*/ 0 h 100"/>
                <a:gd name="T12" fmla="*/ 65 w 154"/>
                <a:gd name="T13" fmla="*/ 8 h 100"/>
                <a:gd name="T14" fmla="*/ 77 w 154"/>
                <a:gd name="T15" fmla="*/ 26 h 100"/>
                <a:gd name="T16" fmla="*/ 98 w 154"/>
                <a:gd name="T17" fmla="*/ 27 h 100"/>
                <a:gd name="T18" fmla="*/ 106 w 154"/>
                <a:gd name="T19" fmla="*/ 40 h 100"/>
                <a:gd name="T20" fmla="*/ 108 w 154"/>
                <a:gd name="T21" fmla="*/ 31 h 100"/>
                <a:gd name="T22" fmla="*/ 118 w 154"/>
                <a:gd name="T23" fmla="*/ 31 h 100"/>
                <a:gd name="T24" fmla="*/ 114 w 154"/>
                <a:gd name="T25" fmla="*/ 40 h 100"/>
                <a:gd name="T26" fmla="*/ 126 w 154"/>
                <a:gd name="T27" fmla="*/ 46 h 100"/>
                <a:gd name="T28" fmla="*/ 118 w 154"/>
                <a:gd name="T29" fmla="*/ 55 h 100"/>
                <a:gd name="T30" fmla="*/ 142 w 154"/>
                <a:gd name="T31" fmla="*/ 54 h 100"/>
                <a:gd name="T32" fmla="*/ 153 w 154"/>
                <a:gd name="T33" fmla="*/ 67 h 100"/>
                <a:gd name="T34" fmla="*/ 124 w 154"/>
                <a:gd name="T35" fmla="*/ 71 h 100"/>
                <a:gd name="T36" fmla="*/ 116 w 154"/>
                <a:gd name="T37" fmla="*/ 83 h 100"/>
                <a:gd name="T38" fmla="*/ 110 w 154"/>
                <a:gd name="T39" fmla="*/ 71 h 100"/>
                <a:gd name="T40" fmla="*/ 102 w 154"/>
                <a:gd name="T41" fmla="*/ 99 h 100"/>
                <a:gd name="T42" fmla="*/ 84 w 154"/>
                <a:gd name="T43" fmla="*/ 84 h 100"/>
                <a:gd name="T44" fmla="*/ 93 w 154"/>
                <a:gd name="T45" fmla="*/ 99 h 100"/>
                <a:gd name="T46" fmla="*/ 57 w 154"/>
                <a:gd name="T47" fmla="*/ 97 h 100"/>
                <a:gd name="T48" fmla="*/ 46 w 154"/>
                <a:gd name="T49" fmla="*/ 89 h 100"/>
                <a:gd name="T50" fmla="*/ 63 w 154"/>
                <a:gd name="T51" fmla="*/ 88 h 100"/>
                <a:gd name="T52" fmla="*/ 45 w 154"/>
                <a:gd name="T53" fmla="*/ 85 h 100"/>
                <a:gd name="T54" fmla="*/ 40 w 154"/>
                <a:gd name="T55" fmla="*/ 81 h 100"/>
                <a:gd name="T56" fmla="*/ 50 w 154"/>
                <a:gd name="T57" fmla="*/ 80 h 100"/>
                <a:gd name="T58" fmla="*/ 34 w 154"/>
                <a:gd name="T59" fmla="*/ 74 h 100"/>
                <a:gd name="T60" fmla="*/ 83 w 154"/>
                <a:gd name="T61" fmla="*/ 65 h 100"/>
                <a:gd name="T62" fmla="*/ 24 w 154"/>
                <a:gd name="T63" fmla="*/ 67 h 100"/>
                <a:gd name="T64" fmla="*/ 13 w 154"/>
                <a:gd name="T65" fmla="*/ 57 h 100"/>
                <a:gd name="T66" fmla="*/ 34 w 154"/>
                <a:gd name="T67" fmla="*/ 53 h 100"/>
                <a:gd name="T68" fmla="*/ 2 w 154"/>
                <a:gd name="T69" fmla="*/ 46 h 100"/>
                <a:gd name="T70" fmla="*/ 9 w 154"/>
                <a:gd name="T71" fmla="*/ 45 h 100"/>
                <a:gd name="T72" fmla="*/ 0 w 154"/>
                <a:gd name="T73" fmla="*/ 38 h 100"/>
                <a:gd name="T74" fmla="*/ 37 w 154"/>
                <a:gd name="T75" fmla="*/ 38 h 100"/>
                <a:gd name="T76" fmla="*/ 0 w 154"/>
                <a:gd name="T77" fmla="*/ 31 h 100"/>
                <a:gd name="T78" fmla="*/ 0 w 154"/>
                <a:gd name="T79" fmla="*/ 31 h 1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54"/>
                <a:gd name="T121" fmla="*/ 0 h 100"/>
                <a:gd name="T122" fmla="*/ 154 w 154"/>
                <a:gd name="T123" fmla="*/ 100 h 10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54" h="100">
                  <a:moveTo>
                    <a:pt x="0" y="31"/>
                  </a:moveTo>
                  <a:lnTo>
                    <a:pt x="0" y="31"/>
                  </a:lnTo>
                  <a:lnTo>
                    <a:pt x="37" y="26"/>
                  </a:lnTo>
                  <a:lnTo>
                    <a:pt x="17" y="12"/>
                  </a:lnTo>
                  <a:lnTo>
                    <a:pt x="50" y="6"/>
                  </a:lnTo>
                  <a:lnTo>
                    <a:pt x="24" y="0"/>
                  </a:lnTo>
                  <a:lnTo>
                    <a:pt x="65" y="8"/>
                  </a:lnTo>
                  <a:lnTo>
                    <a:pt x="77" y="26"/>
                  </a:lnTo>
                  <a:lnTo>
                    <a:pt x="98" y="27"/>
                  </a:lnTo>
                  <a:lnTo>
                    <a:pt x="106" y="40"/>
                  </a:lnTo>
                  <a:lnTo>
                    <a:pt x="108" y="31"/>
                  </a:lnTo>
                  <a:lnTo>
                    <a:pt x="118" y="31"/>
                  </a:lnTo>
                  <a:lnTo>
                    <a:pt x="114" y="40"/>
                  </a:lnTo>
                  <a:lnTo>
                    <a:pt x="126" y="46"/>
                  </a:lnTo>
                  <a:lnTo>
                    <a:pt x="118" y="55"/>
                  </a:lnTo>
                  <a:lnTo>
                    <a:pt x="142" y="54"/>
                  </a:lnTo>
                  <a:lnTo>
                    <a:pt x="153" y="67"/>
                  </a:lnTo>
                  <a:lnTo>
                    <a:pt x="124" y="71"/>
                  </a:lnTo>
                  <a:lnTo>
                    <a:pt x="116" y="83"/>
                  </a:lnTo>
                  <a:lnTo>
                    <a:pt x="110" y="71"/>
                  </a:lnTo>
                  <a:lnTo>
                    <a:pt x="102" y="99"/>
                  </a:lnTo>
                  <a:lnTo>
                    <a:pt x="84" y="84"/>
                  </a:lnTo>
                  <a:lnTo>
                    <a:pt x="93" y="99"/>
                  </a:lnTo>
                  <a:lnTo>
                    <a:pt x="57" y="97"/>
                  </a:lnTo>
                  <a:lnTo>
                    <a:pt x="46" y="89"/>
                  </a:lnTo>
                  <a:lnTo>
                    <a:pt x="63" y="88"/>
                  </a:lnTo>
                  <a:lnTo>
                    <a:pt x="45" y="85"/>
                  </a:lnTo>
                  <a:lnTo>
                    <a:pt x="40" y="81"/>
                  </a:lnTo>
                  <a:lnTo>
                    <a:pt x="50" y="80"/>
                  </a:lnTo>
                  <a:lnTo>
                    <a:pt x="34" y="74"/>
                  </a:lnTo>
                  <a:lnTo>
                    <a:pt x="83" y="65"/>
                  </a:lnTo>
                  <a:lnTo>
                    <a:pt x="24" y="67"/>
                  </a:lnTo>
                  <a:lnTo>
                    <a:pt x="13" y="57"/>
                  </a:lnTo>
                  <a:lnTo>
                    <a:pt x="34" y="53"/>
                  </a:lnTo>
                  <a:lnTo>
                    <a:pt x="2" y="46"/>
                  </a:lnTo>
                  <a:lnTo>
                    <a:pt x="9" y="45"/>
                  </a:lnTo>
                  <a:lnTo>
                    <a:pt x="0" y="38"/>
                  </a:lnTo>
                  <a:lnTo>
                    <a:pt x="37" y="38"/>
                  </a:lnTo>
                  <a:lnTo>
                    <a:pt x="0" y="3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8" name="Freeform 645">
              <a:extLst>
                <a:ext uri="{FF2B5EF4-FFF2-40B4-BE49-F238E27FC236}">
                  <a16:creationId xmlns:a16="http://schemas.microsoft.com/office/drawing/2014/main" id="{45F94FA2-0E47-1E6B-714F-524317E4E78D}"/>
                </a:ext>
              </a:extLst>
            </p:cNvPr>
            <p:cNvSpPr>
              <a:spLocks/>
            </p:cNvSpPr>
            <p:nvPr/>
          </p:nvSpPr>
          <p:spPr bwMode="auto">
            <a:xfrm>
              <a:off x="1767" y="2137"/>
              <a:ext cx="38" cy="26"/>
            </a:xfrm>
            <a:custGeom>
              <a:avLst/>
              <a:gdLst>
                <a:gd name="T0" fmla="*/ 0 w 38"/>
                <a:gd name="T1" fmla="*/ 17 h 26"/>
                <a:gd name="T2" fmla="*/ 0 w 38"/>
                <a:gd name="T3" fmla="*/ 17 h 26"/>
                <a:gd name="T4" fmla="*/ 6 w 38"/>
                <a:gd name="T5" fmla="*/ 0 h 26"/>
                <a:gd name="T6" fmla="*/ 30 w 38"/>
                <a:gd name="T7" fmla="*/ 5 h 26"/>
                <a:gd name="T8" fmla="*/ 37 w 38"/>
                <a:gd name="T9" fmla="*/ 25 h 26"/>
                <a:gd name="T10" fmla="*/ 0 w 38"/>
                <a:gd name="T11" fmla="*/ 17 h 26"/>
                <a:gd name="T12" fmla="*/ 0 w 38"/>
                <a:gd name="T13" fmla="*/ 17 h 26"/>
                <a:gd name="T14" fmla="*/ 0 60000 65536"/>
                <a:gd name="T15" fmla="*/ 0 60000 65536"/>
                <a:gd name="T16" fmla="*/ 0 60000 65536"/>
                <a:gd name="T17" fmla="*/ 0 60000 65536"/>
                <a:gd name="T18" fmla="*/ 0 60000 65536"/>
                <a:gd name="T19" fmla="*/ 0 60000 65536"/>
                <a:gd name="T20" fmla="*/ 0 60000 65536"/>
                <a:gd name="T21" fmla="*/ 0 w 38"/>
                <a:gd name="T22" fmla="*/ 0 h 26"/>
                <a:gd name="T23" fmla="*/ 38 w 3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26">
                  <a:moveTo>
                    <a:pt x="0" y="17"/>
                  </a:moveTo>
                  <a:lnTo>
                    <a:pt x="0" y="17"/>
                  </a:lnTo>
                  <a:lnTo>
                    <a:pt x="6" y="0"/>
                  </a:lnTo>
                  <a:lnTo>
                    <a:pt x="30" y="5"/>
                  </a:lnTo>
                  <a:lnTo>
                    <a:pt x="37" y="25"/>
                  </a:lnTo>
                  <a:lnTo>
                    <a:pt x="0" y="1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9" name="Freeform 646">
              <a:extLst>
                <a:ext uri="{FF2B5EF4-FFF2-40B4-BE49-F238E27FC236}">
                  <a16:creationId xmlns:a16="http://schemas.microsoft.com/office/drawing/2014/main" id="{DEB9E08E-ABCE-4D07-6D62-1792389598D8}"/>
                </a:ext>
              </a:extLst>
            </p:cNvPr>
            <p:cNvSpPr>
              <a:spLocks/>
            </p:cNvSpPr>
            <p:nvPr/>
          </p:nvSpPr>
          <p:spPr bwMode="auto">
            <a:xfrm>
              <a:off x="1767" y="2075"/>
              <a:ext cx="43" cy="10"/>
            </a:xfrm>
            <a:custGeom>
              <a:avLst/>
              <a:gdLst>
                <a:gd name="T0" fmla="*/ 0 w 43"/>
                <a:gd name="T1" fmla="*/ 4 h 10"/>
                <a:gd name="T2" fmla="*/ 0 w 43"/>
                <a:gd name="T3" fmla="*/ 4 h 10"/>
                <a:gd name="T4" fmla="*/ 10 w 43"/>
                <a:gd name="T5" fmla="*/ 9 h 10"/>
                <a:gd name="T6" fmla="*/ 42 w 43"/>
                <a:gd name="T7" fmla="*/ 4 h 10"/>
                <a:gd name="T8" fmla="*/ 11 w 43"/>
                <a:gd name="T9" fmla="*/ 0 h 10"/>
                <a:gd name="T10" fmla="*/ 0 w 43"/>
                <a:gd name="T11" fmla="*/ 4 h 10"/>
                <a:gd name="T12" fmla="*/ 0 w 43"/>
                <a:gd name="T13" fmla="*/ 4 h 10"/>
                <a:gd name="T14" fmla="*/ 0 60000 65536"/>
                <a:gd name="T15" fmla="*/ 0 60000 65536"/>
                <a:gd name="T16" fmla="*/ 0 60000 65536"/>
                <a:gd name="T17" fmla="*/ 0 60000 65536"/>
                <a:gd name="T18" fmla="*/ 0 60000 65536"/>
                <a:gd name="T19" fmla="*/ 0 60000 65536"/>
                <a:gd name="T20" fmla="*/ 0 60000 65536"/>
                <a:gd name="T21" fmla="*/ 0 w 43"/>
                <a:gd name="T22" fmla="*/ 0 h 10"/>
                <a:gd name="T23" fmla="*/ 43 w 43"/>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0">
                  <a:moveTo>
                    <a:pt x="0" y="4"/>
                  </a:moveTo>
                  <a:lnTo>
                    <a:pt x="0" y="4"/>
                  </a:lnTo>
                  <a:lnTo>
                    <a:pt x="10" y="9"/>
                  </a:lnTo>
                  <a:lnTo>
                    <a:pt x="42" y="4"/>
                  </a:lnTo>
                  <a:lnTo>
                    <a:pt x="11" y="0"/>
                  </a:lnTo>
                  <a:lnTo>
                    <a:pt x="0" y="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0" name="Freeform 647">
              <a:extLst>
                <a:ext uri="{FF2B5EF4-FFF2-40B4-BE49-F238E27FC236}">
                  <a16:creationId xmlns:a16="http://schemas.microsoft.com/office/drawing/2014/main" id="{0D26E982-8C93-FA43-B5CF-6A51A53E2458}"/>
                </a:ext>
              </a:extLst>
            </p:cNvPr>
            <p:cNvSpPr>
              <a:spLocks/>
            </p:cNvSpPr>
            <p:nvPr/>
          </p:nvSpPr>
          <p:spPr bwMode="auto">
            <a:xfrm>
              <a:off x="1774" y="2179"/>
              <a:ext cx="75" cy="53"/>
            </a:xfrm>
            <a:custGeom>
              <a:avLst/>
              <a:gdLst>
                <a:gd name="T0" fmla="*/ 0 w 75"/>
                <a:gd name="T1" fmla="*/ 9 h 53"/>
                <a:gd name="T2" fmla="*/ 0 w 75"/>
                <a:gd name="T3" fmla="*/ 9 h 53"/>
                <a:gd name="T4" fmla="*/ 2 w 75"/>
                <a:gd name="T5" fmla="*/ 33 h 53"/>
                <a:gd name="T6" fmla="*/ 10 w 75"/>
                <a:gd name="T7" fmla="*/ 38 h 53"/>
                <a:gd name="T8" fmla="*/ 7 w 75"/>
                <a:gd name="T9" fmla="*/ 52 h 53"/>
                <a:gd name="T10" fmla="*/ 18 w 75"/>
                <a:gd name="T11" fmla="*/ 52 h 53"/>
                <a:gd name="T12" fmla="*/ 30 w 75"/>
                <a:gd name="T13" fmla="*/ 41 h 53"/>
                <a:gd name="T14" fmla="*/ 18 w 75"/>
                <a:gd name="T15" fmla="*/ 33 h 53"/>
                <a:gd name="T16" fmla="*/ 48 w 75"/>
                <a:gd name="T17" fmla="*/ 33 h 53"/>
                <a:gd name="T18" fmla="*/ 74 w 75"/>
                <a:gd name="T19" fmla="*/ 4 h 53"/>
                <a:gd name="T20" fmla="*/ 6 w 75"/>
                <a:gd name="T21" fmla="*/ 0 h 53"/>
                <a:gd name="T22" fmla="*/ 15 w 75"/>
                <a:gd name="T23" fmla="*/ 10 h 53"/>
                <a:gd name="T24" fmla="*/ 0 w 75"/>
                <a:gd name="T25" fmla="*/ 9 h 53"/>
                <a:gd name="T26" fmla="*/ 0 w 75"/>
                <a:gd name="T27" fmla="*/ 9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5"/>
                <a:gd name="T43" fmla="*/ 0 h 53"/>
                <a:gd name="T44" fmla="*/ 75 w 75"/>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5" h="53">
                  <a:moveTo>
                    <a:pt x="0" y="9"/>
                  </a:moveTo>
                  <a:lnTo>
                    <a:pt x="0" y="9"/>
                  </a:lnTo>
                  <a:lnTo>
                    <a:pt x="2" y="33"/>
                  </a:lnTo>
                  <a:lnTo>
                    <a:pt x="10" y="38"/>
                  </a:lnTo>
                  <a:lnTo>
                    <a:pt x="7" y="52"/>
                  </a:lnTo>
                  <a:lnTo>
                    <a:pt x="18" y="52"/>
                  </a:lnTo>
                  <a:lnTo>
                    <a:pt x="30" y="41"/>
                  </a:lnTo>
                  <a:lnTo>
                    <a:pt x="18" y="33"/>
                  </a:lnTo>
                  <a:lnTo>
                    <a:pt x="48" y="33"/>
                  </a:lnTo>
                  <a:lnTo>
                    <a:pt x="74" y="4"/>
                  </a:lnTo>
                  <a:lnTo>
                    <a:pt x="6" y="0"/>
                  </a:lnTo>
                  <a:lnTo>
                    <a:pt x="15" y="10"/>
                  </a:lnTo>
                  <a:lnTo>
                    <a:pt x="0" y="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1" name="Freeform 59">
              <a:extLst>
                <a:ext uri="{FF2B5EF4-FFF2-40B4-BE49-F238E27FC236}">
                  <a16:creationId xmlns:a16="http://schemas.microsoft.com/office/drawing/2014/main" id="{094868C4-CE2A-9414-ECCF-860A1CC4D315}"/>
                </a:ext>
              </a:extLst>
            </p:cNvPr>
            <p:cNvSpPr>
              <a:spLocks/>
            </p:cNvSpPr>
            <p:nvPr/>
          </p:nvSpPr>
          <p:spPr bwMode="auto">
            <a:xfrm>
              <a:off x="1824" y="1908"/>
              <a:ext cx="421" cy="214"/>
            </a:xfrm>
            <a:custGeom>
              <a:avLst/>
              <a:gdLst>
                <a:gd name="T0" fmla="*/ 37 w 421"/>
                <a:gd name="T1" fmla="*/ 50 h 214"/>
                <a:gd name="T2" fmla="*/ 31 w 421"/>
                <a:gd name="T3" fmla="*/ 58 h 214"/>
                <a:gd name="T4" fmla="*/ 36 w 421"/>
                <a:gd name="T5" fmla="*/ 68 h 214"/>
                <a:gd name="T6" fmla="*/ 66 w 421"/>
                <a:gd name="T7" fmla="*/ 83 h 214"/>
                <a:gd name="T8" fmla="*/ 89 w 421"/>
                <a:gd name="T9" fmla="*/ 71 h 214"/>
                <a:gd name="T10" fmla="*/ 135 w 421"/>
                <a:gd name="T11" fmla="*/ 72 h 214"/>
                <a:gd name="T12" fmla="*/ 166 w 421"/>
                <a:gd name="T13" fmla="*/ 75 h 214"/>
                <a:gd name="T14" fmla="*/ 172 w 421"/>
                <a:gd name="T15" fmla="*/ 74 h 214"/>
                <a:gd name="T16" fmla="*/ 142 w 421"/>
                <a:gd name="T17" fmla="*/ 111 h 214"/>
                <a:gd name="T18" fmla="*/ 111 w 421"/>
                <a:gd name="T19" fmla="*/ 93 h 214"/>
                <a:gd name="T20" fmla="*/ 90 w 421"/>
                <a:gd name="T21" fmla="*/ 103 h 214"/>
                <a:gd name="T22" fmla="*/ 100 w 421"/>
                <a:gd name="T23" fmla="*/ 131 h 214"/>
                <a:gd name="T24" fmla="*/ 132 w 421"/>
                <a:gd name="T25" fmla="*/ 145 h 214"/>
                <a:gd name="T26" fmla="*/ 62 w 421"/>
                <a:gd name="T27" fmla="*/ 157 h 214"/>
                <a:gd name="T28" fmla="*/ 88 w 421"/>
                <a:gd name="T29" fmla="*/ 158 h 214"/>
                <a:gd name="T30" fmla="*/ 109 w 421"/>
                <a:gd name="T31" fmla="*/ 157 h 214"/>
                <a:gd name="T32" fmla="*/ 88 w 421"/>
                <a:gd name="T33" fmla="*/ 167 h 214"/>
                <a:gd name="T34" fmla="*/ 132 w 421"/>
                <a:gd name="T35" fmla="*/ 159 h 214"/>
                <a:gd name="T36" fmla="*/ 51 w 421"/>
                <a:gd name="T37" fmla="*/ 168 h 214"/>
                <a:gd name="T38" fmla="*/ 39 w 421"/>
                <a:gd name="T39" fmla="*/ 207 h 214"/>
                <a:gd name="T40" fmla="*/ 72 w 421"/>
                <a:gd name="T41" fmla="*/ 202 h 214"/>
                <a:gd name="T42" fmla="*/ 93 w 421"/>
                <a:gd name="T43" fmla="*/ 203 h 214"/>
                <a:gd name="T44" fmla="*/ 126 w 421"/>
                <a:gd name="T45" fmla="*/ 207 h 214"/>
                <a:gd name="T46" fmla="*/ 149 w 421"/>
                <a:gd name="T47" fmla="*/ 205 h 214"/>
                <a:gd name="T48" fmla="*/ 191 w 421"/>
                <a:gd name="T49" fmla="*/ 193 h 214"/>
                <a:gd name="T50" fmla="*/ 135 w 421"/>
                <a:gd name="T51" fmla="*/ 184 h 214"/>
                <a:gd name="T52" fmla="*/ 188 w 421"/>
                <a:gd name="T53" fmla="*/ 162 h 214"/>
                <a:gd name="T54" fmla="*/ 204 w 421"/>
                <a:gd name="T55" fmla="*/ 155 h 214"/>
                <a:gd name="T56" fmla="*/ 235 w 421"/>
                <a:gd name="T57" fmla="*/ 142 h 214"/>
                <a:gd name="T58" fmla="*/ 217 w 421"/>
                <a:gd name="T59" fmla="*/ 129 h 214"/>
                <a:gd name="T60" fmla="*/ 237 w 421"/>
                <a:gd name="T61" fmla="*/ 125 h 214"/>
                <a:gd name="T62" fmla="*/ 235 w 421"/>
                <a:gd name="T63" fmla="*/ 108 h 214"/>
                <a:gd name="T64" fmla="*/ 268 w 421"/>
                <a:gd name="T65" fmla="*/ 98 h 214"/>
                <a:gd name="T66" fmla="*/ 305 w 421"/>
                <a:gd name="T67" fmla="*/ 90 h 214"/>
                <a:gd name="T68" fmla="*/ 341 w 421"/>
                <a:gd name="T69" fmla="*/ 53 h 214"/>
                <a:gd name="T70" fmla="*/ 357 w 421"/>
                <a:gd name="T71" fmla="*/ 50 h 214"/>
                <a:gd name="T72" fmla="*/ 393 w 421"/>
                <a:gd name="T73" fmla="*/ 23 h 214"/>
                <a:gd name="T74" fmla="*/ 345 w 421"/>
                <a:gd name="T75" fmla="*/ 6 h 214"/>
                <a:gd name="T76" fmla="*/ 249 w 421"/>
                <a:gd name="T77" fmla="*/ 11 h 214"/>
                <a:gd name="T78" fmla="*/ 219 w 421"/>
                <a:gd name="T79" fmla="*/ 19 h 214"/>
                <a:gd name="T80" fmla="*/ 154 w 421"/>
                <a:gd name="T81" fmla="*/ 7 h 214"/>
                <a:gd name="T82" fmla="*/ 147 w 421"/>
                <a:gd name="T83" fmla="*/ 21 h 214"/>
                <a:gd name="T84" fmla="*/ 117 w 421"/>
                <a:gd name="T85" fmla="*/ 23 h 214"/>
                <a:gd name="T86" fmla="*/ 65 w 421"/>
                <a:gd name="T87" fmla="*/ 33 h 214"/>
                <a:gd name="T88" fmla="*/ 0 w 421"/>
                <a:gd name="T89" fmla="*/ 50 h 21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21"/>
                <a:gd name="T136" fmla="*/ 0 h 214"/>
                <a:gd name="T137" fmla="*/ 421 w 421"/>
                <a:gd name="T138" fmla="*/ 214 h 21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21" h="214">
                  <a:moveTo>
                    <a:pt x="0" y="50"/>
                  </a:moveTo>
                  <a:lnTo>
                    <a:pt x="0" y="50"/>
                  </a:lnTo>
                  <a:lnTo>
                    <a:pt x="37" y="50"/>
                  </a:lnTo>
                  <a:lnTo>
                    <a:pt x="24" y="58"/>
                  </a:lnTo>
                  <a:lnTo>
                    <a:pt x="76" y="53"/>
                  </a:lnTo>
                  <a:lnTo>
                    <a:pt x="31" y="58"/>
                  </a:lnTo>
                  <a:lnTo>
                    <a:pt x="45" y="62"/>
                  </a:lnTo>
                  <a:lnTo>
                    <a:pt x="30" y="63"/>
                  </a:lnTo>
                  <a:lnTo>
                    <a:pt x="36" y="68"/>
                  </a:lnTo>
                  <a:lnTo>
                    <a:pt x="103" y="60"/>
                  </a:lnTo>
                  <a:lnTo>
                    <a:pt x="37" y="73"/>
                  </a:lnTo>
                  <a:lnTo>
                    <a:pt x="66" y="83"/>
                  </a:lnTo>
                  <a:lnTo>
                    <a:pt x="92" y="68"/>
                  </a:lnTo>
                  <a:lnTo>
                    <a:pt x="135" y="66"/>
                  </a:lnTo>
                  <a:lnTo>
                    <a:pt x="89" y="71"/>
                  </a:lnTo>
                  <a:lnTo>
                    <a:pt x="78" y="83"/>
                  </a:lnTo>
                  <a:lnTo>
                    <a:pt x="106" y="85"/>
                  </a:lnTo>
                  <a:lnTo>
                    <a:pt x="135" y="72"/>
                  </a:lnTo>
                  <a:lnTo>
                    <a:pt x="115" y="84"/>
                  </a:lnTo>
                  <a:lnTo>
                    <a:pt x="135" y="84"/>
                  </a:lnTo>
                  <a:lnTo>
                    <a:pt x="166" y="75"/>
                  </a:lnTo>
                  <a:lnTo>
                    <a:pt x="162" y="63"/>
                  </a:lnTo>
                  <a:lnTo>
                    <a:pt x="197" y="54"/>
                  </a:lnTo>
                  <a:lnTo>
                    <a:pt x="172" y="74"/>
                  </a:lnTo>
                  <a:lnTo>
                    <a:pt x="225" y="70"/>
                  </a:lnTo>
                  <a:lnTo>
                    <a:pt x="117" y="90"/>
                  </a:lnTo>
                  <a:lnTo>
                    <a:pt x="142" y="111"/>
                  </a:lnTo>
                  <a:lnTo>
                    <a:pt x="163" y="111"/>
                  </a:lnTo>
                  <a:lnTo>
                    <a:pt x="152" y="115"/>
                  </a:lnTo>
                  <a:lnTo>
                    <a:pt x="111" y="93"/>
                  </a:lnTo>
                  <a:lnTo>
                    <a:pt x="75" y="90"/>
                  </a:lnTo>
                  <a:lnTo>
                    <a:pt x="74" y="99"/>
                  </a:lnTo>
                  <a:lnTo>
                    <a:pt x="90" y="103"/>
                  </a:lnTo>
                  <a:lnTo>
                    <a:pt x="75" y="107"/>
                  </a:lnTo>
                  <a:lnTo>
                    <a:pt x="117" y="130"/>
                  </a:lnTo>
                  <a:lnTo>
                    <a:pt x="100" y="131"/>
                  </a:lnTo>
                  <a:lnTo>
                    <a:pt x="143" y="132"/>
                  </a:lnTo>
                  <a:lnTo>
                    <a:pt x="119" y="138"/>
                  </a:lnTo>
                  <a:lnTo>
                    <a:pt x="132" y="145"/>
                  </a:lnTo>
                  <a:lnTo>
                    <a:pt x="93" y="133"/>
                  </a:lnTo>
                  <a:lnTo>
                    <a:pt x="71" y="138"/>
                  </a:lnTo>
                  <a:lnTo>
                    <a:pt x="62" y="157"/>
                  </a:lnTo>
                  <a:lnTo>
                    <a:pt x="84" y="151"/>
                  </a:lnTo>
                  <a:lnTo>
                    <a:pt x="80" y="158"/>
                  </a:lnTo>
                  <a:lnTo>
                    <a:pt x="88" y="158"/>
                  </a:lnTo>
                  <a:lnTo>
                    <a:pt x="101" y="143"/>
                  </a:lnTo>
                  <a:lnTo>
                    <a:pt x="97" y="155"/>
                  </a:lnTo>
                  <a:lnTo>
                    <a:pt x="109" y="157"/>
                  </a:lnTo>
                  <a:lnTo>
                    <a:pt x="85" y="162"/>
                  </a:lnTo>
                  <a:lnTo>
                    <a:pt x="100" y="163"/>
                  </a:lnTo>
                  <a:lnTo>
                    <a:pt x="88" y="167"/>
                  </a:lnTo>
                  <a:lnTo>
                    <a:pt x="98" y="175"/>
                  </a:lnTo>
                  <a:lnTo>
                    <a:pt x="115" y="175"/>
                  </a:lnTo>
                  <a:lnTo>
                    <a:pt x="132" y="159"/>
                  </a:lnTo>
                  <a:lnTo>
                    <a:pt x="103" y="181"/>
                  </a:lnTo>
                  <a:lnTo>
                    <a:pt x="75" y="165"/>
                  </a:lnTo>
                  <a:lnTo>
                    <a:pt x="51" y="168"/>
                  </a:lnTo>
                  <a:lnTo>
                    <a:pt x="71" y="185"/>
                  </a:lnTo>
                  <a:lnTo>
                    <a:pt x="36" y="194"/>
                  </a:lnTo>
                  <a:lnTo>
                    <a:pt x="39" y="207"/>
                  </a:lnTo>
                  <a:lnTo>
                    <a:pt x="46" y="195"/>
                  </a:lnTo>
                  <a:lnTo>
                    <a:pt x="47" y="207"/>
                  </a:lnTo>
                  <a:lnTo>
                    <a:pt x="72" y="202"/>
                  </a:lnTo>
                  <a:lnTo>
                    <a:pt x="89" y="212"/>
                  </a:lnTo>
                  <a:lnTo>
                    <a:pt x="102" y="211"/>
                  </a:lnTo>
                  <a:lnTo>
                    <a:pt x="93" y="203"/>
                  </a:lnTo>
                  <a:lnTo>
                    <a:pt x="117" y="206"/>
                  </a:lnTo>
                  <a:lnTo>
                    <a:pt x="115" y="198"/>
                  </a:lnTo>
                  <a:lnTo>
                    <a:pt x="126" y="207"/>
                  </a:lnTo>
                  <a:lnTo>
                    <a:pt x="133" y="205"/>
                  </a:lnTo>
                  <a:lnTo>
                    <a:pt x="129" y="199"/>
                  </a:lnTo>
                  <a:lnTo>
                    <a:pt x="149" y="205"/>
                  </a:lnTo>
                  <a:lnTo>
                    <a:pt x="149" y="213"/>
                  </a:lnTo>
                  <a:lnTo>
                    <a:pt x="185" y="205"/>
                  </a:lnTo>
                  <a:lnTo>
                    <a:pt x="191" y="193"/>
                  </a:lnTo>
                  <a:lnTo>
                    <a:pt x="175" y="195"/>
                  </a:lnTo>
                  <a:lnTo>
                    <a:pt x="175" y="184"/>
                  </a:lnTo>
                  <a:lnTo>
                    <a:pt x="135" y="184"/>
                  </a:lnTo>
                  <a:lnTo>
                    <a:pt x="188" y="181"/>
                  </a:lnTo>
                  <a:lnTo>
                    <a:pt x="196" y="172"/>
                  </a:lnTo>
                  <a:lnTo>
                    <a:pt x="188" y="162"/>
                  </a:lnTo>
                  <a:lnTo>
                    <a:pt x="218" y="162"/>
                  </a:lnTo>
                  <a:lnTo>
                    <a:pt x="225" y="158"/>
                  </a:lnTo>
                  <a:lnTo>
                    <a:pt x="204" y="155"/>
                  </a:lnTo>
                  <a:lnTo>
                    <a:pt x="231" y="154"/>
                  </a:lnTo>
                  <a:lnTo>
                    <a:pt x="213" y="147"/>
                  </a:lnTo>
                  <a:lnTo>
                    <a:pt x="235" y="142"/>
                  </a:lnTo>
                  <a:lnTo>
                    <a:pt x="234" y="136"/>
                  </a:lnTo>
                  <a:lnTo>
                    <a:pt x="194" y="133"/>
                  </a:lnTo>
                  <a:lnTo>
                    <a:pt x="217" y="129"/>
                  </a:lnTo>
                  <a:lnTo>
                    <a:pt x="193" y="127"/>
                  </a:lnTo>
                  <a:lnTo>
                    <a:pt x="235" y="131"/>
                  </a:lnTo>
                  <a:lnTo>
                    <a:pt x="237" y="125"/>
                  </a:lnTo>
                  <a:lnTo>
                    <a:pt x="193" y="123"/>
                  </a:lnTo>
                  <a:lnTo>
                    <a:pt x="250" y="115"/>
                  </a:lnTo>
                  <a:lnTo>
                    <a:pt x="235" y="108"/>
                  </a:lnTo>
                  <a:lnTo>
                    <a:pt x="276" y="111"/>
                  </a:lnTo>
                  <a:lnTo>
                    <a:pt x="289" y="99"/>
                  </a:lnTo>
                  <a:lnTo>
                    <a:pt x="268" y="98"/>
                  </a:lnTo>
                  <a:lnTo>
                    <a:pt x="295" y="96"/>
                  </a:lnTo>
                  <a:lnTo>
                    <a:pt x="292" y="88"/>
                  </a:lnTo>
                  <a:lnTo>
                    <a:pt x="305" y="90"/>
                  </a:lnTo>
                  <a:lnTo>
                    <a:pt x="375" y="55"/>
                  </a:lnTo>
                  <a:lnTo>
                    <a:pt x="297" y="67"/>
                  </a:lnTo>
                  <a:lnTo>
                    <a:pt x="341" y="53"/>
                  </a:lnTo>
                  <a:lnTo>
                    <a:pt x="314" y="54"/>
                  </a:lnTo>
                  <a:lnTo>
                    <a:pt x="308" y="47"/>
                  </a:lnTo>
                  <a:lnTo>
                    <a:pt x="357" y="50"/>
                  </a:lnTo>
                  <a:lnTo>
                    <a:pt x="420" y="32"/>
                  </a:lnTo>
                  <a:lnTo>
                    <a:pt x="419" y="23"/>
                  </a:lnTo>
                  <a:lnTo>
                    <a:pt x="393" y="23"/>
                  </a:lnTo>
                  <a:lnTo>
                    <a:pt x="386" y="9"/>
                  </a:lnTo>
                  <a:lnTo>
                    <a:pt x="314" y="16"/>
                  </a:lnTo>
                  <a:lnTo>
                    <a:pt x="345" y="6"/>
                  </a:lnTo>
                  <a:lnTo>
                    <a:pt x="250" y="0"/>
                  </a:lnTo>
                  <a:lnTo>
                    <a:pt x="242" y="7"/>
                  </a:lnTo>
                  <a:lnTo>
                    <a:pt x="249" y="11"/>
                  </a:lnTo>
                  <a:lnTo>
                    <a:pt x="231" y="4"/>
                  </a:lnTo>
                  <a:lnTo>
                    <a:pt x="189" y="4"/>
                  </a:lnTo>
                  <a:lnTo>
                    <a:pt x="219" y="19"/>
                  </a:lnTo>
                  <a:lnTo>
                    <a:pt x="208" y="23"/>
                  </a:lnTo>
                  <a:lnTo>
                    <a:pt x="193" y="8"/>
                  </a:lnTo>
                  <a:lnTo>
                    <a:pt x="154" y="7"/>
                  </a:lnTo>
                  <a:lnTo>
                    <a:pt x="162" y="13"/>
                  </a:lnTo>
                  <a:lnTo>
                    <a:pt x="132" y="11"/>
                  </a:lnTo>
                  <a:lnTo>
                    <a:pt x="147" y="21"/>
                  </a:lnTo>
                  <a:lnTo>
                    <a:pt x="124" y="15"/>
                  </a:lnTo>
                  <a:lnTo>
                    <a:pt x="131" y="21"/>
                  </a:lnTo>
                  <a:lnTo>
                    <a:pt x="117" y="23"/>
                  </a:lnTo>
                  <a:lnTo>
                    <a:pt x="147" y="37"/>
                  </a:lnTo>
                  <a:lnTo>
                    <a:pt x="81" y="22"/>
                  </a:lnTo>
                  <a:lnTo>
                    <a:pt x="65" y="33"/>
                  </a:lnTo>
                  <a:lnTo>
                    <a:pt x="91" y="38"/>
                  </a:lnTo>
                  <a:lnTo>
                    <a:pt x="47" y="34"/>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2" name="Freeform 649">
              <a:extLst>
                <a:ext uri="{FF2B5EF4-FFF2-40B4-BE49-F238E27FC236}">
                  <a16:creationId xmlns:a16="http://schemas.microsoft.com/office/drawing/2014/main" id="{D87B3134-54C2-9FBE-B558-CF1C13359C4F}"/>
                </a:ext>
              </a:extLst>
            </p:cNvPr>
            <p:cNvSpPr>
              <a:spLocks/>
            </p:cNvSpPr>
            <p:nvPr/>
          </p:nvSpPr>
          <p:spPr bwMode="auto">
            <a:xfrm>
              <a:off x="1851" y="2184"/>
              <a:ext cx="392" cy="278"/>
            </a:xfrm>
            <a:custGeom>
              <a:avLst/>
              <a:gdLst>
                <a:gd name="T0" fmla="*/ 0 w 392"/>
                <a:gd name="T1" fmla="*/ 61 h 278"/>
                <a:gd name="T2" fmla="*/ 19 w 392"/>
                <a:gd name="T3" fmla="*/ 10 h 278"/>
                <a:gd name="T4" fmla="*/ 69 w 392"/>
                <a:gd name="T5" fmla="*/ 4 h 278"/>
                <a:gd name="T6" fmla="*/ 51 w 392"/>
                <a:gd name="T7" fmla="*/ 49 h 278"/>
                <a:gd name="T8" fmla="*/ 47 w 392"/>
                <a:gd name="T9" fmla="*/ 72 h 278"/>
                <a:gd name="T10" fmla="*/ 73 w 392"/>
                <a:gd name="T11" fmla="*/ 56 h 278"/>
                <a:gd name="T12" fmla="*/ 70 w 392"/>
                <a:gd name="T13" fmla="*/ 38 h 278"/>
                <a:gd name="T14" fmla="*/ 82 w 392"/>
                <a:gd name="T15" fmla="*/ 28 h 278"/>
                <a:gd name="T16" fmla="*/ 85 w 392"/>
                <a:gd name="T17" fmla="*/ 23 h 278"/>
                <a:gd name="T18" fmla="*/ 88 w 392"/>
                <a:gd name="T19" fmla="*/ 14 h 278"/>
                <a:gd name="T20" fmla="*/ 116 w 392"/>
                <a:gd name="T21" fmla="*/ 3 h 278"/>
                <a:gd name="T22" fmla="*/ 128 w 392"/>
                <a:gd name="T23" fmla="*/ 21 h 278"/>
                <a:gd name="T24" fmla="*/ 139 w 392"/>
                <a:gd name="T25" fmla="*/ 36 h 278"/>
                <a:gd name="T26" fmla="*/ 170 w 392"/>
                <a:gd name="T27" fmla="*/ 28 h 278"/>
                <a:gd name="T28" fmla="*/ 215 w 392"/>
                <a:gd name="T29" fmla="*/ 49 h 278"/>
                <a:gd name="T30" fmla="*/ 225 w 392"/>
                <a:gd name="T31" fmla="*/ 53 h 278"/>
                <a:gd name="T32" fmla="*/ 231 w 392"/>
                <a:gd name="T33" fmla="*/ 65 h 278"/>
                <a:gd name="T34" fmla="*/ 254 w 392"/>
                <a:gd name="T35" fmla="*/ 60 h 278"/>
                <a:gd name="T36" fmla="*/ 246 w 392"/>
                <a:gd name="T37" fmla="*/ 71 h 278"/>
                <a:gd name="T38" fmla="*/ 262 w 392"/>
                <a:gd name="T39" fmla="*/ 82 h 278"/>
                <a:gd name="T40" fmla="*/ 267 w 392"/>
                <a:gd name="T41" fmla="*/ 85 h 278"/>
                <a:gd name="T42" fmla="*/ 279 w 392"/>
                <a:gd name="T43" fmla="*/ 92 h 278"/>
                <a:gd name="T44" fmla="*/ 287 w 392"/>
                <a:gd name="T45" fmla="*/ 98 h 278"/>
                <a:gd name="T46" fmla="*/ 312 w 392"/>
                <a:gd name="T47" fmla="*/ 99 h 278"/>
                <a:gd name="T48" fmla="*/ 322 w 392"/>
                <a:gd name="T49" fmla="*/ 114 h 278"/>
                <a:gd name="T50" fmla="*/ 305 w 392"/>
                <a:gd name="T51" fmla="*/ 120 h 278"/>
                <a:gd name="T52" fmla="*/ 329 w 392"/>
                <a:gd name="T53" fmla="*/ 146 h 278"/>
                <a:gd name="T54" fmla="*/ 353 w 392"/>
                <a:gd name="T55" fmla="*/ 162 h 278"/>
                <a:gd name="T56" fmla="*/ 367 w 392"/>
                <a:gd name="T57" fmla="*/ 169 h 278"/>
                <a:gd name="T58" fmla="*/ 388 w 392"/>
                <a:gd name="T59" fmla="*/ 184 h 278"/>
                <a:gd name="T60" fmla="*/ 381 w 392"/>
                <a:gd name="T61" fmla="*/ 189 h 278"/>
                <a:gd name="T62" fmla="*/ 364 w 392"/>
                <a:gd name="T63" fmla="*/ 195 h 278"/>
                <a:gd name="T64" fmla="*/ 317 w 392"/>
                <a:gd name="T65" fmla="*/ 178 h 278"/>
                <a:gd name="T66" fmla="*/ 312 w 392"/>
                <a:gd name="T67" fmla="*/ 190 h 278"/>
                <a:gd name="T68" fmla="*/ 310 w 392"/>
                <a:gd name="T69" fmla="*/ 198 h 278"/>
                <a:gd name="T70" fmla="*/ 341 w 392"/>
                <a:gd name="T71" fmla="*/ 220 h 278"/>
                <a:gd name="T72" fmla="*/ 351 w 392"/>
                <a:gd name="T73" fmla="*/ 240 h 278"/>
                <a:gd name="T74" fmla="*/ 290 w 392"/>
                <a:gd name="T75" fmla="*/ 239 h 278"/>
                <a:gd name="T76" fmla="*/ 256 w 392"/>
                <a:gd name="T77" fmla="*/ 256 h 278"/>
                <a:gd name="T78" fmla="*/ 256 w 392"/>
                <a:gd name="T79" fmla="*/ 242 h 278"/>
                <a:gd name="T80" fmla="*/ 227 w 392"/>
                <a:gd name="T81" fmla="*/ 219 h 278"/>
                <a:gd name="T82" fmla="*/ 208 w 392"/>
                <a:gd name="T83" fmla="*/ 224 h 278"/>
                <a:gd name="T84" fmla="*/ 182 w 392"/>
                <a:gd name="T85" fmla="*/ 229 h 278"/>
                <a:gd name="T86" fmla="*/ 173 w 392"/>
                <a:gd name="T87" fmla="*/ 202 h 278"/>
                <a:gd name="T88" fmla="*/ 213 w 392"/>
                <a:gd name="T89" fmla="*/ 186 h 278"/>
                <a:gd name="T90" fmla="*/ 221 w 392"/>
                <a:gd name="T91" fmla="*/ 128 h 278"/>
                <a:gd name="T92" fmla="*/ 215 w 392"/>
                <a:gd name="T93" fmla="*/ 120 h 278"/>
                <a:gd name="T94" fmla="*/ 182 w 392"/>
                <a:gd name="T95" fmla="*/ 119 h 278"/>
                <a:gd name="T96" fmla="*/ 170 w 392"/>
                <a:gd name="T97" fmla="*/ 101 h 278"/>
                <a:gd name="T98" fmla="*/ 148 w 392"/>
                <a:gd name="T99" fmla="*/ 86 h 278"/>
                <a:gd name="T100" fmla="*/ 115 w 392"/>
                <a:gd name="T101" fmla="*/ 95 h 278"/>
                <a:gd name="T102" fmla="*/ 26 w 392"/>
                <a:gd name="T103" fmla="*/ 89 h 278"/>
                <a:gd name="T104" fmla="*/ 39 w 392"/>
                <a:gd name="T105" fmla="*/ 72 h 278"/>
                <a:gd name="T106" fmla="*/ 0 w 392"/>
                <a:gd name="T107" fmla="*/ 61 h 27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2"/>
                <a:gd name="T163" fmla="*/ 0 h 278"/>
                <a:gd name="T164" fmla="*/ 392 w 392"/>
                <a:gd name="T165" fmla="*/ 278 h 27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2" h="278">
                  <a:moveTo>
                    <a:pt x="0" y="61"/>
                  </a:moveTo>
                  <a:lnTo>
                    <a:pt x="0" y="61"/>
                  </a:lnTo>
                  <a:lnTo>
                    <a:pt x="3" y="32"/>
                  </a:lnTo>
                  <a:lnTo>
                    <a:pt x="19" y="10"/>
                  </a:lnTo>
                  <a:lnTo>
                    <a:pt x="47" y="0"/>
                  </a:lnTo>
                  <a:lnTo>
                    <a:pt x="69" y="4"/>
                  </a:lnTo>
                  <a:lnTo>
                    <a:pt x="45" y="32"/>
                  </a:lnTo>
                  <a:lnTo>
                    <a:pt x="51" y="49"/>
                  </a:lnTo>
                  <a:lnTo>
                    <a:pt x="69" y="65"/>
                  </a:lnTo>
                  <a:lnTo>
                    <a:pt x="47" y="72"/>
                  </a:lnTo>
                  <a:lnTo>
                    <a:pt x="70" y="71"/>
                  </a:lnTo>
                  <a:lnTo>
                    <a:pt x="73" y="56"/>
                  </a:lnTo>
                  <a:lnTo>
                    <a:pt x="56" y="47"/>
                  </a:lnTo>
                  <a:lnTo>
                    <a:pt x="70" y="38"/>
                  </a:lnTo>
                  <a:lnTo>
                    <a:pt x="59" y="25"/>
                  </a:lnTo>
                  <a:lnTo>
                    <a:pt x="82" y="28"/>
                  </a:lnTo>
                  <a:lnTo>
                    <a:pt x="61" y="21"/>
                  </a:lnTo>
                  <a:lnTo>
                    <a:pt x="85" y="23"/>
                  </a:lnTo>
                  <a:lnTo>
                    <a:pt x="69" y="13"/>
                  </a:lnTo>
                  <a:lnTo>
                    <a:pt x="88" y="14"/>
                  </a:lnTo>
                  <a:lnTo>
                    <a:pt x="100" y="4"/>
                  </a:lnTo>
                  <a:lnTo>
                    <a:pt x="116" y="3"/>
                  </a:lnTo>
                  <a:lnTo>
                    <a:pt x="117" y="16"/>
                  </a:lnTo>
                  <a:lnTo>
                    <a:pt x="128" y="21"/>
                  </a:lnTo>
                  <a:lnTo>
                    <a:pt x="124" y="49"/>
                  </a:lnTo>
                  <a:lnTo>
                    <a:pt x="139" y="36"/>
                  </a:lnTo>
                  <a:lnTo>
                    <a:pt x="148" y="41"/>
                  </a:lnTo>
                  <a:lnTo>
                    <a:pt x="170" y="28"/>
                  </a:lnTo>
                  <a:lnTo>
                    <a:pt x="202" y="36"/>
                  </a:lnTo>
                  <a:lnTo>
                    <a:pt x="215" y="49"/>
                  </a:lnTo>
                  <a:lnTo>
                    <a:pt x="206" y="56"/>
                  </a:lnTo>
                  <a:lnTo>
                    <a:pt x="225" y="53"/>
                  </a:lnTo>
                  <a:lnTo>
                    <a:pt x="219" y="61"/>
                  </a:lnTo>
                  <a:lnTo>
                    <a:pt x="231" y="65"/>
                  </a:lnTo>
                  <a:lnTo>
                    <a:pt x="240" y="55"/>
                  </a:lnTo>
                  <a:lnTo>
                    <a:pt x="254" y="60"/>
                  </a:lnTo>
                  <a:lnTo>
                    <a:pt x="258" y="69"/>
                  </a:lnTo>
                  <a:lnTo>
                    <a:pt x="246" y="71"/>
                  </a:lnTo>
                  <a:lnTo>
                    <a:pt x="265" y="71"/>
                  </a:lnTo>
                  <a:lnTo>
                    <a:pt x="262" y="82"/>
                  </a:lnTo>
                  <a:lnTo>
                    <a:pt x="276" y="76"/>
                  </a:lnTo>
                  <a:lnTo>
                    <a:pt x="267" y="85"/>
                  </a:lnTo>
                  <a:lnTo>
                    <a:pt x="295" y="83"/>
                  </a:lnTo>
                  <a:lnTo>
                    <a:pt x="279" y="92"/>
                  </a:lnTo>
                  <a:lnTo>
                    <a:pt x="292" y="92"/>
                  </a:lnTo>
                  <a:lnTo>
                    <a:pt x="287" y="98"/>
                  </a:lnTo>
                  <a:lnTo>
                    <a:pt x="300" y="89"/>
                  </a:lnTo>
                  <a:lnTo>
                    <a:pt x="312" y="99"/>
                  </a:lnTo>
                  <a:lnTo>
                    <a:pt x="290" y="107"/>
                  </a:lnTo>
                  <a:lnTo>
                    <a:pt x="322" y="114"/>
                  </a:lnTo>
                  <a:lnTo>
                    <a:pt x="294" y="116"/>
                  </a:lnTo>
                  <a:lnTo>
                    <a:pt x="305" y="120"/>
                  </a:lnTo>
                  <a:lnTo>
                    <a:pt x="296" y="129"/>
                  </a:lnTo>
                  <a:lnTo>
                    <a:pt x="329" y="146"/>
                  </a:lnTo>
                  <a:lnTo>
                    <a:pt x="345" y="143"/>
                  </a:lnTo>
                  <a:lnTo>
                    <a:pt x="353" y="162"/>
                  </a:lnTo>
                  <a:lnTo>
                    <a:pt x="369" y="161"/>
                  </a:lnTo>
                  <a:lnTo>
                    <a:pt x="367" y="169"/>
                  </a:lnTo>
                  <a:lnTo>
                    <a:pt x="391" y="174"/>
                  </a:lnTo>
                  <a:lnTo>
                    <a:pt x="388" y="184"/>
                  </a:lnTo>
                  <a:lnTo>
                    <a:pt x="376" y="183"/>
                  </a:lnTo>
                  <a:lnTo>
                    <a:pt x="381" y="189"/>
                  </a:lnTo>
                  <a:lnTo>
                    <a:pt x="375" y="199"/>
                  </a:lnTo>
                  <a:lnTo>
                    <a:pt x="364" y="195"/>
                  </a:lnTo>
                  <a:lnTo>
                    <a:pt x="362" y="214"/>
                  </a:lnTo>
                  <a:lnTo>
                    <a:pt x="317" y="178"/>
                  </a:lnTo>
                  <a:lnTo>
                    <a:pt x="300" y="182"/>
                  </a:lnTo>
                  <a:lnTo>
                    <a:pt x="312" y="190"/>
                  </a:lnTo>
                  <a:lnTo>
                    <a:pt x="303" y="199"/>
                  </a:lnTo>
                  <a:lnTo>
                    <a:pt x="310" y="198"/>
                  </a:lnTo>
                  <a:lnTo>
                    <a:pt x="320" y="216"/>
                  </a:lnTo>
                  <a:lnTo>
                    <a:pt x="341" y="220"/>
                  </a:lnTo>
                  <a:lnTo>
                    <a:pt x="340" y="231"/>
                  </a:lnTo>
                  <a:lnTo>
                    <a:pt x="351" y="240"/>
                  </a:lnTo>
                  <a:lnTo>
                    <a:pt x="345" y="264"/>
                  </a:lnTo>
                  <a:lnTo>
                    <a:pt x="290" y="239"/>
                  </a:lnTo>
                  <a:lnTo>
                    <a:pt x="327" y="277"/>
                  </a:lnTo>
                  <a:lnTo>
                    <a:pt x="256" y="256"/>
                  </a:lnTo>
                  <a:lnTo>
                    <a:pt x="246" y="243"/>
                  </a:lnTo>
                  <a:lnTo>
                    <a:pt x="256" y="242"/>
                  </a:lnTo>
                  <a:lnTo>
                    <a:pt x="233" y="234"/>
                  </a:lnTo>
                  <a:lnTo>
                    <a:pt x="227" y="219"/>
                  </a:lnTo>
                  <a:lnTo>
                    <a:pt x="209" y="214"/>
                  </a:lnTo>
                  <a:lnTo>
                    <a:pt x="208" y="224"/>
                  </a:lnTo>
                  <a:lnTo>
                    <a:pt x="198" y="219"/>
                  </a:lnTo>
                  <a:lnTo>
                    <a:pt x="182" y="229"/>
                  </a:lnTo>
                  <a:lnTo>
                    <a:pt x="163" y="219"/>
                  </a:lnTo>
                  <a:lnTo>
                    <a:pt x="173" y="202"/>
                  </a:lnTo>
                  <a:lnTo>
                    <a:pt x="225" y="202"/>
                  </a:lnTo>
                  <a:lnTo>
                    <a:pt x="213" y="186"/>
                  </a:lnTo>
                  <a:lnTo>
                    <a:pt x="242" y="161"/>
                  </a:lnTo>
                  <a:lnTo>
                    <a:pt x="221" y="128"/>
                  </a:lnTo>
                  <a:lnTo>
                    <a:pt x="207" y="125"/>
                  </a:lnTo>
                  <a:lnTo>
                    <a:pt x="215" y="120"/>
                  </a:lnTo>
                  <a:lnTo>
                    <a:pt x="183" y="129"/>
                  </a:lnTo>
                  <a:lnTo>
                    <a:pt x="182" y="119"/>
                  </a:lnTo>
                  <a:lnTo>
                    <a:pt x="194" y="114"/>
                  </a:lnTo>
                  <a:lnTo>
                    <a:pt x="170" y="101"/>
                  </a:lnTo>
                  <a:lnTo>
                    <a:pt x="170" y="91"/>
                  </a:lnTo>
                  <a:lnTo>
                    <a:pt x="148" y="86"/>
                  </a:lnTo>
                  <a:lnTo>
                    <a:pt x="153" y="100"/>
                  </a:lnTo>
                  <a:lnTo>
                    <a:pt x="115" y="95"/>
                  </a:lnTo>
                  <a:lnTo>
                    <a:pt x="125" y="102"/>
                  </a:lnTo>
                  <a:lnTo>
                    <a:pt x="26" y="89"/>
                  </a:lnTo>
                  <a:lnTo>
                    <a:pt x="8" y="71"/>
                  </a:lnTo>
                  <a:lnTo>
                    <a:pt x="39" y="72"/>
                  </a:lnTo>
                  <a:lnTo>
                    <a:pt x="0" y="6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3" name="Freeform 650">
              <a:extLst>
                <a:ext uri="{FF2B5EF4-FFF2-40B4-BE49-F238E27FC236}">
                  <a16:creationId xmlns:a16="http://schemas.microsoft.com/office/drawing/2014/main" id="{6049D67C-EF5D-F2E1-EBA4-D105F6208C57}"/>
                </a:ext>
              </a:extLst>
            </p:cNvPr>
            <p:cNvSpPr>
              <a:spLocks/>
            </p:cNvSpPr>
            <p:nvPr/>
          </p:nvSpPr>
          <p:spPr bwMode="auto">
            <a:xfrm>
              <a:off x="1890" y="2375"/>
              <a:ext cx="92" cy="62"/>
            </a:xfrm>
            <a:custGeom>
              <a:avLst/>
              <a:gdLst>
                <a:gd name="T0" fmla="*/ 0 w 92"/>
                <a:gd name="T1" fmla="*/ 50 h 62"/>
                <a:gd name="T2" fmla="*/ 0 w 92"/>
                <a:gd name="T3" fmla="*/ 50 h 62"/>
                <a:gd name="T4" fmla="*/ 14 w 92"/>
                <a:gd name="T5" fmla="*/ 38 h 62"/>
                <a:gd name="T6" fmla="*/ 22 w 92"/>
                <a:gd name="T7" fmla="*/ 0 h 62"/>
                <a:gd name="T8" fmla="*/ 30 w 92"/>
                <a:gd name="T9" fmla="*/ 14 h 62"/>
                <a:gd name="T10" fmla="*/ 51 w 92"/>
                <a:gd name="T11" fmla="*/ 17 h 62"/>
                <a:gd name="T12" fmla="*/ 91 w 92"/>
                <a:gd name="T13" fmla="*/ 45 h 62"/>
                <a:gd name="T14" fmla="*/ 86 w 92"/>
                <a:gd name="T15" fmla="*/ 54 h 62"/>
                <a:gd name="T16" fmla="*/ 49 w 92"/>
                <a:gd name="T17" fmla="*/ 41 h 62"/>
                <a:gd name="T18" fmla="*/ 27 w 92"/>
                <a:gd name="T19" fmla="*/ 61 h 62"/>
                <a:gd name="T20" fmla="*/ 21 w 92"/>
                <a:gd name="T21" fmla="*/ 45 h 62"/>
                <a:gd name="T22" fmla="*/ 0 w 92"/>
                <a:gd name="T23" fmla="*/ 50 h 62"/>
                <a:gd name="T24" fmla="*/ 0 w 92"/>
                <a:gd name="T25" fmla="*/ 50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62"/>
                <a:gd name="T41" fmla="*/ 92 w 92"/>
                <a:gd name="T42" fmla="*/ 62 h 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62">
                  <a:moveTo>
                    <a:pt x="0" y="50"/>
                  </a:moveTo>
                  <a:lnTo>
                    <a:pt x="0" y="50"/>
                  </a:lnTo>
                  <a:lnTo>
                    <a:pt x="14" y="38"/>
                  </a:lnTo>
                  <a:lnTo>
                    <a:pt x="22" y="0"/>
                  </a:lnTo>
                  <a:lnTo>
                    <a:pt x="30" y="14"/>
                  </a:lnTo>
                  <a:lnTo>
                    <a:pt x="51" y="17"/>
                  </a:lnTo>
                  <a:lnTo>
                    <a:pt x="91" y="45"/>
                  </a:lnTo>
                  <a:lnTo>
                    <a:pt x="86" y="54"/>
                  </a:lnTo>
                  <a:lnTo>
                    <a:pt x="49" y="41"/>
                  </a:lnTo>
                  <a:lnTo>
                    <a:pt x="27" y="61"/>
                  </a:lnTo>
                  <a:lnTo>
                    <a:pt x="21" y="45"/>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4" name="Freeform 651">
              <a:extLst>
                <a:ext uri="{FF2B5EF4-FFF2-40B4-BE49-F238E27FC236}">
                  <a16:creationId xmlns:a16="http://schemas.microsoft.com/office/drawing/2014/main" id="{B5C8B6D0-C645-B8D7-6BC5-6A9E5F4A8CAD}"/>
                </a:ext>
              </a:extLst>
            </p:cNvPr>
            <p:cNvSpPr>
              <a:spLocks/>
            </p:cNvSpPr>
            <p:nvPr/>
          </p:nvSpPr>
          <p:spPr bwMode="auto">
            <a:xfrm>
              <a:off x="2271" y="2661"/>
              <a:ext cx="92" cy="89"/>
            </a:xfrm>
            <a:custGeom>
              <a:avLst/>
              <a:gdLst>
                <a:gd name="T0" fmla="*/ 0 w 92"/>
                <a:gd name="T1" fmla="*/ 69 h 89"/>
                <a:gd name="T2" fmla="*/ 0 w 92"/>
                <a:gd name="T3" fmla="*/ 69 h 89"/>
                <a:gd name="T4" fmla="*/ 37 w 92"/>
                <a:gd name="T5" fmla="*/ 4 h 89"/>
                <a:gd name="T6" fmla="*/ 52 w 92"/>
                <a:gd name="T7" fmla="*/ 0 h 89"/>
                <a:gd name="T8" fmla="*/ 34 w 92"/>
                <a:gd name="T9" fmla="*/ 34 h 89"/>
                <a:gd name="T10" fmla="*/ 46 w 92"/>
                <a:gd name="T11" fmla="*/ 26 h 89"/>
                <a:gd name="T12" fmla="*/ 54 w 92"/>
                <a:gd name="T13" fmla="*/ 41 h 89"/>
                <a:gd name="T14" fmla="*/ 78 w 92"/>
                <a:gd name="T15" fmla="*/ 41 h 89"/>
                <a:gd name="T16" fmla="*/ 73 w 92"/>
                <a:gd name="T17" fmla="*/ 54 h 89"/>
                <a:gd name="T18" fmla="*/ 85 w 92"/>
                <a:gd name="T19" fmla="*/ 53 h 89"/>
                <a:gd name="T20" fmla="*/ 77 w 92"/>
                <a:gd name="T21" fmla="*/ 67 h 89"/>
                <a:gd name="T22" fmla="*/ 88 w 92"/>
                <a:gd name="T23" fmla="*/ 60 h 89"/>
                <a:gd name="T24" fmla="*/ 91 w 92"/>
                <a:gd name="T25" fmla="*/ 73 h 89"/>
                <a:gd name="T26" fmla="*/ 79 w 92"/>
                <a:gd name="T27" fmla="*/ 88 h 89"/>
                <a:gd name="T28" fmla="*/ 78 w 92"/>
                <a:gd name="T29" fmla="*/ 77 h 89"/>
                <a:gd name="T30" fmla="*/ 73 w 92"/>
                <a:gd name="T31" fmla="*/ 83 h 89"/>
                <a:gd name="T32" fmla="*/ 73 w 92"/>
                <a:gd name="T33" fmla="*/ 66 h 89"/>
                <a:gd name="T34" fmla="*/ 50 w 92"/>
                <a:gd name="T35" fmla="*/ 83 h 89"/>
                <a:gd name="T36" fmla="*/ 63 w 92"/>
                <a:gd name="T37" fmla="*/ 71 h 89"/>
                <a:gd name="T38" fmla="*/ 45 w 92"/>
                <a:gd name="T39" fmla="*/ 73 h 89"/>
                <a:gd name="T40" fmla="*/ 49 w 92"/>
                <a:gd name="T41" fmla="*/ 66 h 89"/>
                <a:gd name="T42" fmla="*/ 0 w 92"/>
                <a:gd name="T43" fmla="*/ 69 h 89"/>
                <a:gd name="T44" fmla="*/ 0 w 92"/>
                <a:gd name="T45" fmla="*/ 69 h 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2"/>
                <a:gd name="T70" fmla="*/ 0 h 89"/>
                <a:gd name="T71" fmla="*/ 92 w 92"/>
                <a:gd name="T72" fmla="*/ 89 h 8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2" h="89">
                  <a:moveTo>
                    <a:pt x="0" y="69"/>
                  </a:moveTo>
                  <a:lnTo>
                    <a:pt x="0" y="69"/>
                  </a:lnTo>
                  <a:lnTo>
                    <a:pt x="37" y="4"/>
                  </a:lnTo>
                  <a:lnTo>
                    <a:pt x="52" y="0"/>
                  </a:lnTo>
                  <a:lnTo>
                    <a:pt x="34" y="34"/>
                  </a:lnTo>
                  <a:lnTo>
                    <a:pt x="46" y="26"/>
                  </a:lnTo>
                  <a:lnTo>
                    <a:pt x="54" y="41"/>
                  </a:lnTo>
                  <a:lnTo>
                    <a:pt x="78" y="41"/>
                  </a:lnTo>
                  <a:lnTo>
                    <a:pt x="73" y="54"/>
                  </a:lnTo>
                  <a:lnTo>
                    <a:pt x="85" y="53"/>
                  </a:lnTo>
                  <a:lnTo>
                    <a:pt x="77" y="67"/>
                  </a:lnTo>
                  <a:lnTo>
                    <a:pt x="88" y="60"/>
                  </a:lnTo>
                  <a:lnTo>
                    <a:pt x="91" y="73"/>
                  </a:lnTo>
                  <a:lnTo>
                    <a:pt x="79" y="88"/>
                  </a:lnTo>
                  <a:lnTo>
                    <a:pt x="78" y="77"/>
                  </a:lnTo>
                  <a:lnTo>
                    <a:pt x="73" y="83"/>
                  </a:lnTo>
                  <a:lnTo>
                    <a:pt x="73" y="66"/>
                  </a:lnTo>
                  <a:lnTo>
                    <a:pt x="50" y="83"/>
                  </a:lnTo>
                  <a:lnTo>
                    <a:pt x="63" y="71"/>
                  </a:lnTo>
                  <a:lnTo>
                    <a:pt x="45" y="73"/>
                  </a:lnTo>
                  <a:lnTo>
                    <a:pt x="49" y="66"/>
                  </a:lnTo>
                  <a:lnTo>
                    <a:pt x="0" y="6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55" name="Freeform 652">
            <a:extLst>
              <a:ext uri="{FF2B5EF4-FFF2-40B4-BE49-F238E27FC236}">
                <a16:creationId xmlns:a16="http://schemas.microsoft.com/office/drawing/2014/main" id="{749F7193-E88E-48CA-015A-4D27A9367E17}"/>
              </a:ext>
            </a:extLst>
          </p:cNvPr>
          <p:cNvSpPr>
            <a:spLocks/>
          </p:cNvSpPr>
          <p:nvPr/>
        </p:nvSpPr>
        <p:spPr bwMode="auto">
          <a:xfrm>
            <a:off x="2909494" y="3659924"/>
            <a:ext cx="950468" cy="673324"/>
          </a:xfrm>
          <a:custGeom>
            <a:avLst/>
            <a:gdLst>
              <a:gd name="T0" fmla="*/ 91471449 w 830"/>
              <a:gd name="T1" fmla="*/ 245076928 h 606"/>
              <a:gd name="T2" fmla="*/ 182942897 w 830"/>
              <a:gd name="T3" fmla="*/ 205933045 h 606"/>
              <a:gd name="T4" fmla="*/ 148834854 w 830"/>
              <a:gd name="T5" fmla="*/ 199125753 h 606"/>
              <a:gd name="T6" fmla="*/ 243406691 w 830"/>
              <a:gd name="T7" fmla="*/ 132750054 h 606"/>
              <a:gd name="T8" fmla="*/ 275964501 w 830"/>
              <a:gd name="T9" fmla="*/ 88500049 h 606"/>
              <a:gd name="T10" fmla="*/ 410846402 w 830"/>
              <a:gd name="T11" fmla="*/ 86798879 h 606"/>
              <a:gd name="T12" fmla="*/ 455807010 w 830"/>
              <a:gd name="T13" fmla="*/ 76586617 h 606"/>
              <a:gd name="T14" fmla="*/ 576735842 w 830"/>
              <a:gd name="T15" fmla="*/ 86798879 h 606"/>
              <a:gd name="T16" fmla="*/ 561231411 w 830"/>
              <a:gd name="T17" fmla="*/ 44250025 h 606"/>
              <a:gd name="T18" fmla="*/ 607742213 w 830"/>
              <a:gd name="T19" fmla="*/ 39143894 h 606"/>
              <a:gd name="T20" fmla="*/ 617044622 w 830"/>
              <a:gd name="T21" fmla="*/ 15317063 h 606"/>
              <a:gd name="T22" fmla="*/ 702315412 w 830"/>
              <a:gd name="T23" fmla="*/ 20423184 h 606"/>
              <a:gd name="T24" fmla="*/ 976729641 w 830"/>
              <a:gd name="T25" fmla="*/ 15317063 h 606"/>
              <a:gd name="T26" fmla="*/ 767429787 w 830"/>
              <a:gd name="T27" fmla="*/ 39143894 h 606"/>
              <a:gd name="T28" fmla="*/ 1021690249 w 830"/>
              <a:gd name="T29" fmla="*/ 39143894 h 606"/>
              <a:gd name="T30" fmla="*/ 883708037 w 830"/>
              <a:gd name="T31" fmla="*/ 85096383 h 606"/>
              <a:gd name="T32" fmla="*/ 992232826 w 830"/>
              <a:gd name="T33" fmla="*/ 97009816 h 606"/>
              <a:gd name="T34" fmla="*/ 1017038421 w 830"/>
              <a:gd name="T35" fmla="*/ 171893978 h 606"/>
              <a:gd name="T36" fmla="*/ 1172075258 w 830"/>
              <a:gd name="T37" fmla="*/ 97009816 h 606"/>
              <a:gd name="T38" fmla="*/ 1227888469 w 830"/>
              <a:gd name="T39" fmla="*/ 151472062 h 606"/>
              <a:gd name="T40" fmla="*/ 1114711852 w 830"/>
              <a:gd name="T41" fmla="*/ 209336691 h 606"/>
              <a:gd name="T42" fmla="*/ 1141067641 w 830"/>
              <a:gd name="T43" fmla="*/ 234865991 h 606"/>
              <a:gd name="T44" fmla="*/ 1137967253 w 830"/>
              <a:gd name="T45" fmla="*/ 311452587 h 606"/>
              <a:gd name="T46" fmla="*/ 1158122266 w 830"/>
              <a:gd name="T47" fmla="*/ 354000198 h 606"/>
              <a:gd name="T48" fmla="*/ 1085254430 w 830"/>
              <a:gd name="T49" fmla="*/ 384635619 h 606"/>
              <a:gd name="T50" fmla="*/ 1128664844 w 830"/>
              <a:gd name="T51" fmla="*/ 437395390 h 606"/>
              <a:gd name="T52" fmla="*/ 1105409443 w 830"/>
              <a:gd name="T53" fmla="*/ 442501511 h 606"/>
              <a:gd name="T54" fmla="*/ 1066650856 w 830"/>
              <a:gd name="T55" fmla="*/ 473135628 h 606"/>
              <a:gd name="T56" fmla="*/ 1030992658 w 830"/>
              <a:gd name="T57" fmla="*/ 496962453 h 606"/>
              <a:gd name="T58" fmla="*/ 1018589860 w 830"/>
              <a:gd name="T59" fmla="*/ 546318578 h 606"/>
              <a:gd name="T60" fmla="*/ 1052696620 w 830"/>
              <a:gd name="T61" fmla="*/ 595674703 h 606"/>
              <a:gd name="T62" fmla="*/ 1086804624 w 830"/>
              <a:gd name="T63" fmla="*/ 641625878 h 606"/>
              <a:gd name="T64" fmla="*/ 1021690249 w 830"/>
              <a:gd name="T65" fmla="*/ 604184470 h 606"/>
              <a:gd name="T66" fmla="*/ 930218839 w 830"/>
              <a:gd name="T67" fmla="*/ 641625878 h 606"/>
              <a:gd name="T68" fmla="*/ 1071301438 w 830"/>
              <a:gd name="T69" fmla="*/ 662049057 h 606"/>
              <a:gd name="T70" fmla="*/ 855800809 w 830"/>
              <a:gd name="T71" fmla="*/ 714808992 h 606"/>
              <a:gd name="T72" fmla="*/ 786034606 w 830"/>
              <a:gd name="T73" fmla="*/ 805011475 h 606"/>
              <a:gd name="T74" fmla="*/ 759678817 w 830"/>
              <a:gd name="T75" fmla="*/ 806712646 h 606"/>
              <a:gd name="T76" fmla="*/ 696113390 w 830"/>
              <a:gd name="T77" fmla="*/ 857771246 h 606"/>
              <a:gd name="T78" fmla="*/ 686810981 w 830"/>
              <a:gd name="T79" fmla="*/ 900318776 h 606"/>
              <a:gd name="T80" fmla="*/ 654253171 w 830"/>
              <a:gd name="T81" fmla="*/ 924146905 h 606"/>
              <a:gd name="T82" fmla="*/ 638749829 w 830"/>
              <a:gd name="T83" fmla="*/ 1014348084 h 606"/>
              <a:gd name="T84" fmla="*/ 586037006 w 830"/>
              <a:gd name="T85" fmla="*/ 1002434672 h 606"/>
              <a:gd name="T86" fmla="*/ 524023019 w 830"/>
              <a:gd name="T87" fmla="*/ 982011493 h 606"/>
              <a:gd name="T88" fmla="*/ 455807010 w 830"/>
              <a:gd name="T89" fmla="*/ 905424897 h 606"/>
              <a:gd name="T90" fmla="*/ 443404213 w 830"/>
              <a:gd name="T91" fmla="*/ 885001717 h 606"/>
              <a:gd name="T92" fmla="*/ 406195820 w 830"/>
              <a:gd name="T93" fmla="*/ 769271238 h 606"/>
              <a:gd name="T94" fmla="*/ 462009031 w 830"/>
              <a:gd name="T95" fmla="*/ 723318758 h 606"/>
              <a:gd name="T96" fmla="*/ 479062411 w 830"/>
              <a:gd name="T97" fmla="*/ 658645412 h 606"/>
              <a:gd name="T98" fmla="*/ 458907398 w 830"/>
              <a:gd name="T99" fmla="*/ 636521062 h 606"/>
              <a:gd name="T100" fmla="*/ 434101803 w 830"/>
              <a:gd name="T101" fmla="*/ 610991761 h 606"/>
              <a:gd name="T102" fmla="*/ 410846402 w 830"/>
              <a:gd name="T103" fmla="*/ 575251524 h 606"/>
              <a:gd name="T104" fmla="*/ 386040807 w 830"/>
              <a:gd name="T105" fmla="*/ 575251524 h 606"/>
              <a:gd name="T106" fmla="*/ 378288592 w 830"/>
              <a:gd name="T107" fmla="*/ 513981986 h 606"/>
              <a:gd name="T108" fmla="*/ 306972117 w 830"/>
              <a:gd name="T109" fmla="*/ 410164919 h 606"/>
              <a:gd name="T110" fmla="*/ 128679841 w 830"/>
              <a:gd name="T111" fmla="*/ 384635619 h 606"/>
              <a:gd name="T112" fmla="*/ 103874246 w 830"/>
              <a:gd name="T113" fmla="*/ 364212440 h 606"/>
              <a:gd name="T114" fmla="*/ 155036875 w 830"/>
              <a:gd name="T115" fmla="*/ 335279412 h 606"/>
              <a:gd name="T116" fmla="*/ 0 w 830"/>
              <a:gd name="T117" fmla="*/ 289326933 h 60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830"/>
              <a:gd name="T178" fmla="*/ 0 h 606"/>
              <a:gd name="T179" fmla="*/ 830 w 830"/>
              <a:gd name="T180" fmla="*/ 606 h 60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830" h="606">
                <a:moveTo>
                  <a:pt x="0" y="170"/>
                </a:moveTo>
                <a:lnTo>
                  <a:pt x="0" y="170"/>
                </a:lnTo>
                <a:lnTo>
                  <a:pt x="5" y="161"/>
                </a:lnTo>
                <a:lnTo>
                  <a:pt x="59" y="144"/>
                </a:lnTo>
                <a:lnTo>
                  <a:pt x="93" y="144"/>
                </a:lnTo>
                <a:lnTo>
                  <a:pt x="112" y="130"/>
                </a:lnTo>
                <a:lnTo>
                  <a:pt x="107" y="126"/>
                </a:lnTo>
                <a:lnTo>
                  <a:pt x="118" y="121"/>
                </a:lnTo>
                <a:lnTo>
                  <a:pt x="108" y="118"/>
                </a:lnTo>
                <a:lnTo>
                  <a:pt x="127" y="112"/>
                </a:lnTo>
                <a:lnTo>
                  <a:pt x="120" y="108"/>
                </a:lnTo>
                <a:lnTo>
                  <a:pt x="96" y="117"/>
                </a:lnTo>
                <a:lnTo>
                  <a:pt x="72" y="105"/>
                </a:lnTo>
                <a:lnTo>
                  <a:pt x="103" y="98"/>
                </a:lnTo>
                <a:lnTo>
                  <a:pt x="120" y="79"/>
                </a:lnTo>
                <a:lnTo>
                  <a:pt x="157" y="78"/>
                </a:lnTo>
                <a:lnTo>
                  <a:pt x="155" y="57"/>
                </a:lnTo>
                <a:lnTo>
                  <a:pt x="183" y="57"/>
                </a:lnTo>
                <a:lnTo>
                  <a:pt x="211" y="72"/>
                </a:lnTo>
                <a:lnTo>
                  <a:pt x="178" y="52"/>
                </a:lnTo>
                <a:lnTo>
                  <a:pt x="240" y="40"/>
                </a:lnTo>
                <a:lnTo>
                  <a:pt x="255" y="49"/>
                </a:lnTo>
                <a:lnTo>
                  <a:pt x="257" y="67"/>
                </a:lnTo>
                <a:lnTo>
                  <a:pt x="265" y="51"/>
                </a:lnTo>
                <a:lnTo>
                  <a:pt x="305" y="63"/>
                </a:lnTo>
                <a:lnTo>
                  <a:pt x="291" y="54"/>
                </a:lnTo>
                <a:lnTo>
                  <a:pt x="311" y="55"/>
                </a:lnTo>
                <a:lnTo>
                  <a:pt x="294" y="45"/>
                </a:lnTo>
                <a:lnTo>
                  <a:pt x="289" y="36"/>
                </a:lnTo>
                <a:lnTo>
                  <a:pt x="298" y="35"/>
                </a:lnTo>
                <a:lnTo>
                  <a:pt x="378" y="60"/>
                </a:lnTo>
                <a:lnTo>
                  <a:pt x="372" y="51"/>
                </a:lnTo>
                <a:lnTo>
                  <a:pt x="389" y="50"/>
                </a:lnTo>
                <a:lnTo>
                  <a:pt x="378" y="43"/>
                </a:lnTo>
                <a:lnTo>
                  <a:pt x="405" y="45"/>
                </a:lnTo>
                <a:lnTo>
                  <a:pt x="362" y="26"/>
                </a:lnTo>
                <a:lnTo>
                  <a:pt x="440" y="36"/>
                </a:lnTo>
                <a:lnTo>
                  <a:pt x="422" y="26"/>
                </a:lnTo>
                <a:lnTo>
                  <a:pt x="377" y="24"/>
                </a:lnTo>
                <a:lnTo>
                  <a:pt x="392" y="23"/>
                </a:lnTo>
                <a:lnTo>
                  <a:pt x="364" y="14"/>
                </a:lnTo>
                <a:lnTo>
                  <a:pt x="397" y="16"/>
                </a:lnTo>
                <a:lnTo>
                  <a:pt x="383" y="12"/>
                </a:lnTo>
                <a:lnTo>
                  <a:pt x="398" y="9"/>
                </a:lnTo>
                <a:lnTo>
                  <a:pt x="455" y="26"/>
                </a:lnTo>
                <a:lnTo>
                  <a:pt x="449" y="20"/>
                </a:lnTo>
                <a:lnTo>
                  <a:pt x="474" y="14"/>
                </a:lnTo>
                <a:lnTo>
                  <a:pt x="453" y="12"/>
                </a:lnTo>
                <a:lnTo>
                  <a:pt x="452" y="4"/>
                </a:lnTo>
                <a:lnTo>
                  <a:pt x="466" y="0"/>
                </a:lnTo>
                <a:lnTo>
                  <a:pt x="619" y="4"/>
                </a:lnTo>
                <a:lnTo>
                  <a:pt x="630" y="9"/>
                </a:lnTo>
                <a:lnTo>
                  <a:pt x="626" y="12"/>
                </a:lnTo>
                <a:lnTo>
                  <a:pt x="523" y="13"/>
                </a:lnTo>
                <a:lnTo>
                  <a:pt x="535" y="18"/>
                </a:lnTo>
                <a:lnTo>
                  <a:pt x="495" y="23"/>
                </a:lnTo>
                <a:lnTo>
                  <a:pt x="640" y="14"/>
                </a:lnTo>
                <a:lnTo>
                  <a:pt x="645" y="22"/>
                </a:lnTo>
                <a:lnTo>
                  <a:pt x="626" y="27"/>
                </a:lnTo>
                <a:lnTo>
                  <a:pt x="659" y="23"/>
                </a:lnTo>
                <a:lnTo>
                  <a:pt x="697" y="33"/>
                </a:lnTo>
                <a:lnTo>
                  <a:pt x="640" y="49"/>
                </a:lnTo>
                <a:lnTo>
                  <a:pt x="548" y="47"/>
                </a:lnTo>
                <a:lnTo>
                  <a:pt x="570" y="50"/>
                </a:lnTo>
                <a:lnTo>
                  <a:pt x="531" y="57"/>
                </a:lnTo>
                <a:lnTo>
                  <a:pt x="531" y="65"/>
                </a:lnTo>
                <a:lnTo>
                  <a:pt x="632" y="52"/>
                </a:lnTo>
                <a:lnTo>
                  <a:pt x="640" y="57"/>
                </a:lnTo>
                <a:lnTo>
                  <a:pt x="619" y="70"/>
                </a:lnTo>
                <a:lnTo>
                  <a:pt x="684" y="50"/>
                </a:lnTo>
                <a:lnTo>
                  <a:pt x="688" y="69"/>
                </a:lnTo>
                <a:lnTo>
                  <a:pt x="656" y="101"/>
                </a:lnTo>
                <a:lnTo>
                  <a:pt x="718" y="64"/>
                </a:lnTo>
                <a:lnTo>
                  <a:pt x="718" y="70"/>
                </a:lnTo>
                <a:lnTo>
                  <a:pt x="747" y="69"/>
                </a:lnTo>
                <a:lnTo>
                  <a:pt x="756" y="57"/>
                </a:lnTo>
                <a:lnTo>
                  <a:pt x="789" y="55"/>
                </a:lnTo>
                <a:lnTo>
                  <a:pt x="829" y="66"/>
                </a:lnTo>
                <a:lnTo>
                  <a:pt x="790" y="82"/>
                </a:lnTo>
                <a:lnTo>
                  <a:pt x="792" y="89"/>
                </a:lnTo>
                <a:lnTo>
                  <a:pt x="702" y="98"/>
                </a:lnTo>
                <a:lnTo>
                  <a:pt x="774" y="99"/>
                </a:lnTo>
                <a:lnTo>
                  <a:pt x="715" y="113"/>
                </a:lnTo>
                <a:lnTo>
                  <a:pt x="719" y="123"/>
                </a:lnTo>
                <a:lnTo>
                  <a:pt x="759" y="113"/>
                </a:lnTo>
                <a:lnTo>
                  <a:pt x="730" y="126"/>
                </a:lnTo>
                <a:lnTo>
                  <a:pt x="726" y="142"/>
                </a:lnTo>
                <a:lnTo>
                  <a:pt x="736" y="138"/>
                </a:lnTo>
                <a:lnTo>
                  <a:pt x="708" y="153"/>
                </a:lnTo>
                <a:lnTo>
                  <a:pt x="698" y="183"/>
                </a:lnTo>
                <a:lnTo>
                  <a:pt x="713" y="177"/>
                </a:lnTo>
                <a:lnTo>
                  <a:pt x="734" y="183"/>
                </a:lnTo>
                <a:lnTo>
                  <a:pt x="715" y="183"/>
                </a:lnTo>
                <a:lnTo>
                  <a:pt x="715" y="192"/>
                </a:lnTo>
                <a:lnTo>
                  <a:pt x="746" y="196"/>
                </a:lnTo>
                <a:lnTo>
                  <a:pt x="747" y="208"/>
                </a:lnTo>
                <a:lnTo>
                  <a:pt x="700" y="205"/>
                </a:lnTo>
                <a:lnTo>
                  <a:pt x="713" y="210"/>
                </a:lnTo>
                <a:lnTo>
                  <a:pt x="687" y="214"/>
                </a:lnTo>
                <a:lnTo>
                  <a:pt x="700" y="226"/>
                </a:lnTo>
                <a:lnTo>
                  <a:pt x="724" y="227"/>
                </a:lnTo>
                <a:lnTo>
                  <a:pt x="710" y="234"/>
                </a:lnTo>
                <a:lnTo>
                  <a:pt x="729" y="241"/>
                </a:lnTo>
                <a:lnTo>
                  <a:pt x="728" y="257"/>
                </a:lnTo>
                <a:lnTo>
                  <a:pt x="693" y="247"/>
                </a:lnTo>
                <a:lnTo>
                  <a:pt x="714" y="255"/>
                </a:lnTo>
                <a:lnTo>
                  <a:pt x="701" y="261"/>
                </a:lnTo>
                <a:lnTo>
                  <a:pt x="713" y="260"/>
                </a:lnTo>
                <a:lnTo>
                  <a:pt x="710" y="270"/>
                </a:lnTo>
                <a:lnTo>
                  <a:pt x="735" y="275"/>
                </a:lnTo>
                <a:lnTo>
                  <a:pt x="695" y="272"/>
                </a:lnTo>
                <a:lnTo>
                  <a:pt x="688" y="278"/>
                </a:lnTo>
                <a:lnTo>
                  <a:pt x="718" y="290"/>
                </a:lnTo>
                <a:lnTo>
                  <a:pt x="714" y="301"/>
                </a:lnTo>
                <a:lnTo>
                  <a:pt x="689" y="307"/>
                </a:lnTo>
                <a:lnTo>
                  <a:pt x="665" y="292"/>
                </a:lnTo>
                <a:lnTo>
                  <a:pt x="629" y="305"/>
                </a:lnTo>
                <a:lnTo>
                  <a:pt x="655" y="313"/>
                </a:lnTo>
                <a:lnTo>
                  <a:pt x="630" y="320"/>
                </a:lnTo>
                <a:lnTo>
                  <a:pt x="657" y="321"/>
                </a:lnTo>
                <a:lnTo>
                  <a:pt x="648" y="336"/>
                </a:lnTo>
                <a:lnTo>
                  <a:pt x="659" y="327"/>
                </a:lnTo>
                <a:lnTo>
                  <a:pt x="688" y="340"/>
                </a:lnTo>
                <a:lnTo>
                  <a:pt x="679" y="350"/>
                </a:lnTo>
                <a:lnTo>
                  <a:pt x="695" y="346"/>
                </a:lnTo>
                <a:lnTo>
                  <a:pt x="688" y="356"/>
                </a:lnTo>
                <a:lnTo>
                  <a:pt x="699" y="351"/>
                </a:lnTo>
                <a:lnTo>
                  <a:pt x="701" y="377"/>
                </a:lnTo>
                <a:lnTo>
                  <a:pt x="688" y="368"/>
                </a:lnTo>
                <a:lnTo>
                  <a:pt x="688" y="377"/>
                </a:lnTo>
                <a:lnTo>
                  <a:pt x="675" y="377"/>
                </a:lnTo>
                <a:lnTo>
                  <a:pt x="659" y="355"/>
                </a:lnTo>
                <a:lnTo>
                  <a:pt x="619" y="344"/>
                </a:lnTo>
                <a:lnTo>
                  <a:pt x="647" y="358"/>
                </a:lnTo>
                <a:lnTo>
                  <a:pt x="611" y="365"/>
                </a:lnTo>
                <a:lnTo>
                  <a:pt x="600" y="377"/>
                </a:lnTo>
                <a:lnTo>
                  <a:pt x="634" y="380"/>
                </a:lnTo>
                <a:lnTo>
                  <a:pt x="605" y="387"/>
                </a:lnTo>
                <a:lnTo>
                  <a:pt x="649" y="378"/>
                </a:lnTo>
                <a:lnTo>
                  <a:pt x="691" y="389"/>
                </a:lnTo>
                <a:lnTo>
                  <a:pt x="636" y="419"/>
                </a:lnTo>
                <a:lnTo>
                  <a:pt x="584" y="432"/>
                </a:lnTo>
                <a:lnTo>
                  <a:pt x="565" y="433"/>
                </a:lnTo>
                <a:lnTo>
                  <a:pt x="552" y="420"/>
                </a:lnTo>
                <a:lnTo>
                  <a:pt x="558" y="433"/>
                </a:lnTo>
                <a:lnTo>
                  <a:pt x="543" y="441"/>
                </a:lnTo>
                <a:lnTo>
                  <a:pt x="523" y="473"/>
                </a:lnTo>
                <a:lnTo>
                  <a:pt x="507" y="473"/>
                </a:lnTo>
                <a:lnTo>
                  <a:pt x="503" y="482"/>
                </a:lnTo>
                <a:lnTo>
                  <a:pt x="487" y="484"/>
                </a:lnTo>
                <a:lnTo>
                  <a:pt x="480" y="480"/>
                </a:lnTo>
                <a:lnTo>
                  <a:pt x="490" y="474"/>
                </a:lnTo>
                <a:lnTo>
                  <a:pt x="479" y="473"/>
                </a:lnTo>
                <a:lnTo>
                  <a:pt x="473" y="489"/>
                </a:lnTo>
                <a:lnTo>
                  <a:pt x="448" y="491"/>
                </a:lnTo>
                <a:lnTo>
                  <a:pt x="449" y="504"/>
                </a:lnTo>
                <a:lnTo>
                  <a:pt x="433" y="505"/>
                </a:lnTo>
                <a:lnTo>
                  <a:pt x="447" y="515"/>
                </a:lnTo>
                <a:lnTo>
                  <a:pt x="429" y="518"/>
                </a:lnTo>
                <a:lnTo>
                  <a:pt x="443" y="529"/>
                </a:lnTo>
                <a:lnTo>
                  <a:pt x="431" y="529"/>
                </a:lnTo>
                <a:lnTo>
                  <a:pt x="440" y="532"/>
                </a:lnTo>
                <a:lnTo>
                  <a:pt x="431" y="545"/>
                </a:lnTo>
                <a:lnTo>
                  <a:pt x="422" y="543"/>
                </a:lnTo>
                <a:lnTo>
                  <a:pt x="429" y="549"/>
                </a:lnTo>
                <a:lnTo>
                  <a:pt x="412" y="554"/>
                </a:lnTo>
                <a:lnTo>
                  <a:pt x="422" y="572"/>
                </a:lnTo>
                <a:lnTo>
                  <a:pt x="412" y="596"/>
                </a:lnTo>
                <a:lnTo>
                  <a:pt x="400" y="597"/>
                </a:lnTo>
                <a:lnTo>
                  <a:pt x="409" y="605"/>
                </a:lnTo>
                <a:lnTo>
                  <a:pt x="381" y="605"/>
                </a:lnTo>
                <a:lnTo>
                  <a:pt x="378" y="589"/>
                </a:lnTo>
                <a:lnTo>
                  <a:pt x="339" y="591"/>
                </a:lnTo>
                <a:lnTo>
                  <a:pt x="348" y="587"/>
                </a:lnTo>
                <a:lnTo>
                  <a:pt x="328" y="580"/>
                </a:lnTo>
                <a:lnTo>
                  <a:pt x="338" y="577"/>
                </a:lnTo>
                <a:lnTo>
                  <a:pt x="323" y="577"/>
                </a:lnTo>
                <a:lnTo>
                  <a:pt x="328" y="564"/>
                </a:lnTo>
                <a:lnTo>
                  <a:pt x="320" y="567"/>
                </a:lnTo>
                <a:lnTo>
                  <a:pt x="294" y="532"/>
                </a:lnTo>
                <a:lnTo>
                  <a:pt x="294" y="522"/>
                </a:lnTo>
                <a:lnTo>
                  <a:pt x="313" y="510"/>
                </a:lnTo>
                <a:lnTo>
                  <a:pt x="305" y="507"/>
                </a:lnTo>
                <a:lnTo>
                  <a:pt x="286" y="520"/>
                </a:lnTo>
                <a:lnTo>
                  <a:pt x="286" y="494"/>
                </a:lnTo>
                <a:lnTo>
                  <a:pt x="268" y="480"/>
                </a:lnTo>
                <a:lnTo>
                  <a:pt x="273" y="460"/>
                </a:lnTo>
                <a:lnTo>
                  <a:pt x="262" y="452"/>
                </a:lnTo>
                <a:lnTo>
                  <a:pt x="277" y="434"/>
                </a:lnTo>
                <a:lnTo>
                  <a:pt x="268" y="432"/>
                </a:lnTo>
                <a:lnTo>
                  <a:pt x="301" y="432"/>
                </a:lnTo>
                <a:lnTo>
                  <a:pt x="298" y="425"/>
                </a:lnTo>
                <a:lnTo>
                  <a:pt x="275" y="426"/>
                </a:lnTo>
                <a:lnTo>
                  <a:pt x="309" y="410"/>
                </a:lnTo>
                <a:lnTo>
                  <a:pt x="301" y="405"/>
                </a:lnTo>
                <a:lnTo>
                  <a:pt x="309" y="387"/>
                </a:lnTo>
                <a:lnTo>
                  <a:pt x="281" y="387"/>
                </a:lnTo>
                <a:lnTo>
                  <a:pt x="251" y="372"/>
                </a:lnTo>
                <a:lnTo>
                  <a:pt x="305" y="380"/>
                </a:lnTo>
                <a:lnTo>
                  <a:pt x="296" y="374"/>
                </a:lnTo>
                <a:lnTo>
                  <a:pt x="305" y="371"/>
                </a:lnTo>
                <a:lnTo>
                  <a:pt x="284" y="360"/>
                </a:lnTo>
                <a:lnTo>
                  <a:pt x="291" y="355"/>
                </a:lnTo>
                <a:lnTo>
                  <a:pt x="280" y="359"/>
                </a:lnTo>
                <a:lnTo>
                  <a:pt x="288" y="352"/>
                </a:lnTo>
                <a:lnTo>
                  <a:pt x="274" y="352"/>
                </a:lnTo>
                <a:lnTo>
                  <a:pt x="289" y="347"/>
                </a:lnTo>
                <a:lnTo>
                  <a:pt x="265" y="338"/>
                </a:lnTo>
                <a:lnTo>
                  <a:pt x="260" y="352"/>
                </a:lnTo>
                <a:lnTo>
                  <a:pt x="240" y="352"/>
                </a:lnTo>
                <a:lnTo>
                  <a:pt x="236" y="347"/>
                </a:lnTo>
                <a:lnTo>
                  <a:pt x="249" y="338"/>
                </a:lnTo>
                <a:lnTo>
                  <a:pt x="239" y="338"/>
                </a:lnTo>
                <a:lnTo>
                  <a:pt x="251" y="316"/>
                </a:lnTo>
                <a:lnTo>
                  <a:pt x="237" y="312"/>
                </a:lnTo>
                <a:lnTo>
                  <a:pt x="244" y="302"/>
                </a:lnTo>
                <a:lnTo>
                  <a:pt x="221" y="275"/>
                </a:lnTo>
                <a:lnTo>
                  <a:pt x="229" y="274"/>
                </a:lnTo>
                <a:lnTo>
                  <a:pt x="198" y="250"/>
                </a:lnTo>
                <a:lnTo>
                  <a:pt x="198" y="241"/>
                </a:lnTo>
                <a:lnTo>
                  <a:pt x="165" y="229"/>
                </a:lnTo>
                <a:lnTo>
                  <a:pt x="134" y="222"/>
                </a:lnTo>
                <a:lnTo>
                  <a:pt x="106" y="234"/>
                </a:lnTo>
                <a:lnTo>
                  <a:pt x="83" y="226"/>
                </a:lnTo>
                <a:lnTo>
                  <a:pt x="91" y="235"/>
                </a:lnTo>
                <a:lnTo>
                  <a:pt x="67" y="231"/>
                </a:lnTo>
                <a:lnTo>
                  <a:pt x="46" y="222"/>
                </a:lnTo>
                <a:lnTo>
                  <a:pt x="67" y="214"/>
                </a:lnTo>
                <a:lnTo>
                  <a:pt x="21" y="205"/>
                </a:lnTo>
                <a:lnTo>
                  <a:pt x="38" y="198"/>
                </a:lnTo>
                <a:lnTo>
                  <a:pt x="93" y="200"/>
                </a:lnTo>
                <a:lnTo>
                  <a:pt x="100" y="197"/>
                </a:lnTo>
                <a:lnTo>
                  <a:pt x="90" y="192"/>
                </a:lnTo>
                <a:lnTo>
                  <a:pt x="99" y="187"/>
                </a:lnTo>
                <a:lnTo>
                  <a:pt x="50" y="191"/>
                </a:lnTo>
                <a:lnTo>
                  <a:pt x="0" y="1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6" name="Freeform 653">
            <a:extLst>
              <a:ext uri="{FF2B5EF4-FFF2-40B4-BE49-F238E27FC236}">
                <a16:creationId xmlns:a16="http://schemas.microsoft.com/office/drawing/2014/main" id="{9106CE49-5810-E4AF-67F9-E830E2528AA7}"/>
              </a:ext>
            </a:extLst>
          </p:cNvPr>
          <p:cNvSpPr>
            <a:spLocks/>
          </p:cNvSpPr>
          <p:nvPr/>
        </p:nvSpPr>
        <p:spPr bwMode="auto">
          <a:xfrm>
            <a:off x="3668701" y="4181819"/>
            <a:ext cx="173742" cy="77068"/>
          </a:xfrm>
          <a:custGeom>
            <a:avLst/>
            <a:gdLst>
              <a:gd name="T0" fmla="*/ 0 w 151"/>
              <a:gd name="T1" fmla="*/ 40104274 h 70"/>
              <a:gd name="T2" fmla="*/ 0 w 151"/>
              <a:gd name="T3" fmla="*/ 40104274 h 70"/>
              <a:gd name="T4" fmla="*/ 15652254 w 151"/>
              <a:gd name="T5" fmla="*/ 35091241 h 70"/>
              <a:gd name="T6" fmla="*/ 6260402 w 151"/>
              <a:gd name="T7" fmla="*/ 25065175 h 70"/>
              <a:gd name="T8" fmla="*/ 26607957 w 151"/>
              <a:gd name="T9" fmla="*/ 31749650 h 70"/>
              <a:gd name="T10" fmla="*/ 17217354 w 151"/>
              <a:gd name="T11" fmla="*/ 13367662 h 70"/>
              <a:gd name="T12" fmla="*/ 40695106 w 151"/>
              <a:gd name="T13" fmla="*/ 23395026 h 70"/>
              <a:gd name="T14" fmla="*/ 29739408 w 151"/>
              <a:gd name="T15" fmla="*/ 1671443 h 70"/>
              <a:gd name="T16" fmla="*/ 65737964 w 151"/>
              <a:gd name="T17" fmla="*/ 18381988 h 70"/>
              <a:gd name="T18" fmla="*/ 68868163 w 151"/>
              <a:gd name="T19" fmla="*/ 48460201 h 70"/>
              <a:gd name="T20" fmla="*/ 87650631 w 151"/>
              <a:gd name="T21" fmla="*/ 15039104 h 70"/>
              <a:gd name="T22" fmla="*/ 106433080 w 151"/>
              <a:gd name="T23" fmla="*/ 28408059 h 70"/>
              <a:gd name="T24" fmla="*/ 122085329 w 151"/>
              <a:gd name="T25" fmla="*/ 11697513 h 70"/>
              <a:gd name="T26" fmla="*/ 134607378 w 151"/>
              <a:gd name="T27" fmla="*/ 31749650 h 70"/>
              <a:gd name="T28" fmla="*/ 131477179 w 151"/>
              <a:gd name="T29" fmla="*/ 13367662 h 70"/>
              <a:gd name="T30" fmla="*/ 170607214 w 151"/>
              <a:gd name="T31" fmla="*/ 13367662 h 70"/>
              <a:gd name="T32" fmla="*/ 175302514 w 151"/>
              <a:gd name="T33" fmla="*/ 0 h 70"/>
              <a:gd name="T34" fmla="*/ 192519862 w 151"/>
              <a:gd name="T35" fmla="*/ 11697513 h 70"/>
              <a:gd name="T36" fmla="*/ 214432511 w 151"/>
              <a:gd name="T37" fmla="*/ 6684477 h 70"/>
              <a:gd name="T38" fmla="*/ 198780262 w 151"/>
              <a:gd name="T39" fmla="*/ 15039104 h 70"/>
              <a:gd name="T40" fmla="*/ 234780059 w 151"/>
              <a:gd name="T41" fmla="*/ 51801792 h 70"/>
              <a:gd name="T42" fmla="*/ 203475561 w 151"/>
              <a:gd name="T43" fmla="*/ 83551432 h 70"/>
              <a:gd name="T44" fmla="*/ 117390029 w 151"/>
              <a:gd name="T45" fmla="*/ 115301092 h 70"/>
              <a:gd name="T46" fmla="*/ 39130007 w 151"/>
              <a:gd name="T47" fmla="*/ 100261993 h 70"/>
              <a:gd name="T48" fmla="*/ 57912465 w 151"/>
              <a:gd name="T49" fmla="*/ 70183775 h 70"/>
              <a:gd name="T50" fmla="*/ 12522054 w 151"/>
              <a:gd name="T51" fmla="*/ 60157709 h 70"/>
              <a:gd name="T52" fmla="*/ 56347365 w 151"/>
              <a:gd name="T53" fmla="*/ 58486267 h 70"/>
              <a:gd name="T54" fmla="*/ 40695106 w 151"/>
              <a:gd name="T55" fmla="*/ 48460201 h 70"/>
              <a:gd name="T56" fmla="*/ 56347365 w 151"/>
              <a:gd name="T57" fmla="*/ 40104274 h 70"/>
              <a:gd name="T58" fmla="*/ 0 w 151"/>
              <a:gd name="T59" fmla="*/ 40104274 h 70"/>
              <a:gd name="T60" fmla="*/ 0 w 151"/>
              <a:gd name="T61" fmla="*/ 40104274 h 7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51"/>
              <a:gd name="T94" fmla="*/ 0 h 70"/>
              <a:gd name="T95" fmla="*/ 151 w 151"/>
              <a:gd name="T96" fmla="*/ 70 h 7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51" h="70">
                <a:moveTo>
                  <a:pt x="0" y="24"/>
                </a:moveTo>
                <a:lnTo>
                  <a:pt x="0" y="24"/>
                </a:lnTo>
                <a:lnTo>
                  <a:pt x="10" y="21"/>
                </a:lnTo>
                <a:lnTo>
                  <a:pt x="4" y="15"/>
                </a:lnTo>
                <a:lnTo>
                  <a:pt x="17" y="19"/>
                </a:lnTo>
                <a:lnTo>
                  <a:pt x="11" y="8"/>
                </a:lnTo>
                <a:lnTo>
                  <a:pt x="26" y="14"/>
                </a:lnTo>
                <a:lnTo>
                  <a:pt x="19" y="1"/>
                </a:lnTo>
                <a:lnTo>
                  <a:pt x="42" y="11"/>
                </a:lnTo>
                <a:lnTo>
                  <a:pt x="44" y="29"/>
                </a:lnTo>
                <a:lnTo>
                  <a:pt x="56" y="9"/>
                </a:lnTo>
                <a:lnTo>
                  <a:pt x="68" y="17"/>
                </a:lnTo>
                <a:lnTo>
                  <a:pt x="78" y="7"/>
                </a:lnTo>
                <a:lnTo>
                  <a:pt x="86" y="19"/>
                </a:lnTo>
                <a:lnTo>
                  <a:pt x="84" y="8"/>
                </a:lnTo>
                <a:lnTo>
                  <a:pt x="109" y="8"/>
                </a:lnTo>
                <a:lnTo>
                  <a:pt x="112" y="0"/>
                </a:lnTo>
                <a:lnTo>
                  <a:pt x="123" y="7"/>
                </a:lnTo>
                <a:lnTo>
                  <a:pt x="137" y="4"/>
                </a:lnTo>
                <a:lnTo>
                  <a:pt x="127" y="9"/>
                </a:lnTo>
                <a:lnTo>
                  <a:pt x="150" y="31"/>
                </a:lnTo>
                <a:lnTo>
                  <a:pt x="130" y="50"/>
                </a:lnTo>
                <a:lnTo>
                  <a:pt x="75" y="69"/>
                </a:lnTo>
                <a:lnTo>
                  <a:pt x="25" y="60"/>
                </a:lnTo>
                <a:lnTo>
                  <a:pt x="37" y="42"/>
                </a:lnTo>
                <a:lnTo>
                  <a:pt x="8" y="36"/>
                </a:lnTo>
                <a:lnTo>
                  <a:pt x="36" y="35"/>
                </a:lnTo>
                <a:lnTo>
                  <a:pt x="26" y="29"/>
                </a:lnTo>
                <a:lnTo>
                  <a:pt x="36" y="24"/>
                </a:lnTo>
                <a:lnTo>
                  <a:pt x="0" y="24"/>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7" name="Freeform 654">
            <a:extLst>
              <a:ext uri="{FF2B5EF4-FFF2-40B4-BE49-F238E27FC236}">
                <a16:creationId xmlns:a16="http://schemas.microsoft.com/office/drawing/2014/main" id="{51F03474-3B98-CC21-BBF7-4B6A7092F78C}"/>
              </a:ext>
            </a:extLst>
          </p:cNvPr>
          <p:cNvSpPr>
            <a:spLocks/>
          </p:cNvSpPr>
          <p:nvPr/>
        </p:nvSpPr>
        <p:spPr bwMode="auto">
          <a:xfrm>
            <a:off x="2218909" y="4859199"/>
            <a:ext cx="474503" cy="289340"/>
          </a:xfrm>
          <a:custGeom>
            <a:avLst/>
            <a:gdLst>
              <a:gd name="T0" fmla="*/ 0 w 412"/>
              <a:gd name="T1" fmla="*/ 5082858 h 261"/>
              <a:gd name="T2" fmla="*/ 0 w 412"/>
              <a:gd name="T3" fmla="*/ 5082858 h 261"/>
              <a:gd name="T4" fmla="*/ 29795363 w 412"/>
              <a:gd name="T5" fmla="*/ 72852125 h 261"/>
              <a:gd name="T6" fmla="*/ 65864618 w 412"/>
              <a:gd name="T7" fmla="*/ 105042701 h 261"/>
              <a:gd name="T8" fmla="*/ 64295518 w 412"/>
              <a:gd name="T9" fmla="*/ 123679407 h 261"/>
              <a:gd name="T10" fmla="*/ 45477599 w 412"/>
              <a:gd name="T11" fmla="*/ 127067544 h 261"/>
              <a:gd name="T12" fmla="*/ 86250404 w 412"/>
              <a:gd name="T13" fmla="*/ 142316113 h 261"/>
              <a:gd name="T14" fmla="*/ 108205270 w 412"/>
              <a:gd name="T15" fmla="*/ 174506710 h 261"/>
              <a:gd name="T16" fmla="*/ 106637423 w 412"/>
              <a:gd name="T17" fmla="*/ 199919690 h 261"/>
              <a:gd name="T18" fmla="*/ 152115002 w 412"/>
              <a:gd name="T19" fmla="*/ 242275958 h 261"/>
              <a:gd name="T20" fmla="*/ 163092435 w 412"/>
              <a:gd name="T21" fmla="*/ 228722108 h 261"/>
              <a:gd name="T22" fmla="*/ 53318085 w 412"/>
              <a:gd name="T23" fmla="*/ 62686412 h 261"/>
              <a:gd name="T24" fmla="*/ 47045445 w 412"/>
              <a:gd name="T25" fmla="*/ 18636711 h 261"/>
              <a:gd name="T26" fmla="*/ 70568158 w 412"/>
              <a:gd name="T27" fmla="*/ 28802429 h 261"/>
              <a:gd name="T28" fmla="*/ 111340964 w 412"/>
              <a:gd name="T29" fmla="*/ 101654564 h 261"/>
              <a:gd name="T30" fmla="*/ 169365114 w 412"/>
              <a:gd name="T31" fmla="*/ 155869963 h 261"/>
              <a:gd name="T32" fmla="*/ 166228168 w 412"/>
              <a:gd name="T33" fmla="*/ 176200127 h 261"/>
              <a:gd name="T34" fmla="*/ 246205893 w 412"/>
              <a:gd name="T35" fmla="*/ 250746952 h 261"/>
              <a:gd name="T36" fmla="*/ 255615479 w 412"/>
              <a:gd name="T37" fmla="*/ 282937507 h 261"/>
              <a:gd name="T38" fmla="*/ 246205893 w 412"/>
              <a:gd name="T39" fmla="*/ 303267631 h 261"/>
              <a:gd name="T40" fmla="*/ 265023813 w 412"/>
              <a:gd name="T41" fmla="*/ 332070050 h 261"/>
              <a:gd name="T42" fmla="*/ 417138854 w 412"/>
              <a:gd name="T43" fmla="*/ 410005092 h 261"/>
              <a:gd name="T44" fmla="*/ 484571299 w 412"/>
              <a:gd name="T45" fmla="*/ 403227517 h 261"/>
              <a:gd name="T46" fmla="*/ 528479779 w 412"/>
              <a:gd name="T47" fmla="*/ 440500929 h 261"/>
              <a:gd name="T48" fmla="*/ 545729852 w 412"/>
              <a:gd name="T49" fmla="*/ 404922236 h 261"/>
              <a:gd name="T50" fmla="*/ 567684718 w 412"/>
              <a:gd name="T51" fmla="*/ 403227517 h 261"/>
              <a:gd name="T52" fmla="*/ 545729852 w 412"/>
              <a:gd name="T53" fmla="*/ 372731680 h 261"/>
              <a:gd name="T54" fmla="*/ 594344377 w 412"/>
              <a:gd name="T55" fmla="*/ 360872550 h 261"/>
              <a:gd name="T56" fmla="*/ 613162297 w 412"/>
              <a:gd name="T57" fmla="*/ 347318700 h 261"/>
              <a:gd name="T58" fmla="*/ 617867090 w 412"/>
              <a:gd name="T59" fmla="*/ 340541043 h 261"/>
              <a:gd name="T60" fmla="*/ 624139730 w 412"/>
              <a:gd name="T61" fmla="*/ 357484413 h 261"/>
              <a:gd name="T62" fmla="*/ 644526749 w 412"/>
              <a:gd name="T63" fmla="*/ 282937507 h 261"/>
              <a:gd name="T64" fmla="*/ 617867090 w 412"/>
              <a:gd name="T65" fmla="*/ 272771795 h 261"/>
              <a:gd name="T66" fmla="*/ 569253817 w 412"/>
              <a:gd name="T67" fmla="*/ 282937507 h 261"/>
              <a:gd name="T68" fmla="*/ 544162005 w 412"/>
              <a:gd name="T69" fmla="*/ 347318700 h 261"/>
              <a:gd name="T70" fmla="*/ 481434353 w 412"/>
              <a:gd name="T71" fmla="*/ 354094974 h 261"/>
              <a:gd name="T72" fmla="*/ 454775946 w 412"/>
              <a:gd name="T73" fmla="*/ 338847625 h 261"/>
              <a:gd name="T74" fmla="*/ 414001908 w 412"/>
              <a:gd name="T75" fmla="*/ 259217945 h 261"/>
              <a:gd name="T76" fmla="*/ 412434061 w 412"/>
              <a:gd name="T77" fmla="*/ 199919690 h 261"/>
              <a:gd name="T78" fmla="*/ 426548440 w 412"/>
              <a:gd name="T79" fmla="*/ 171117271 h 261"/>
              <a:gd name="T80" fmla="*/ 384206555 w 412"/>
              <a:gd name="T81" fmla="*/ 155869963 h 261"/>
              <a:gd name="T82" fmla="*/ 330888489 w 412"/>
              <a:gd name="T83" fmla="*/ 72852125 h 261"/>
              <a:gd name="T84" fmla="*/ 285410832 w 412"/>
              <a:gd name="T85" fmla="*/ 89794132 h 261"/>
              <a:gd name="T86" fmla="*/ 227387973 w 412"/>
              <a:gd name="T87" fmla="*/ 22024853 h 261"/>
              <a:gd name="T88" fmla="*/ 130160136 w 412"/>
              <a:gd name="T89" fmla="*/ 35578703 h 261"/>
              <a:gd name="T90" fmla="*/ 48614545 w 412"/>
              <a:gd name="T91" fmla="*/ 0 h 261"/>
              <a:gd name="T92" fmla="*/ 0 w 412"/>
              <a:gd name="T93" fmla="*/ 5082858 h 261"/>
              <a:gd name="T94" fmla="*/ 0 w 412"/>
              <a:gd name="T95" fmla="*/ 5082858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61"/>
              <a:gd name="T146" fmla="*/ 412 w 412"/>
              <a:gd name="T147" fmla="*/ 261 h 26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61">
                <a:moveTo>
                  <a:pt x="0" y="3"/>
                </a:moveTo>
                <a:lnTo>
                  <a:pt x="0" y="3"/>
                </a:lnTo>
                <a:lnTo>
                  <a:pt x="19" y="43"/>
                </a:lnTo>
                <a:lnTo>
                  <a:pt x="42" y="62"/>
                </a:lnTo>
                <a:lnTo>
                  <a:pt x="41" y="73"/>
                </a:lnTo>
                <a:lnTo>
                  <a:pt x="29" y="75"/>
                </a:lnTo>
                <a:lnTo>
                  <a:pt x="55" y="84"/>
                </a:lnTo>
                <a:lnTo>
                  <a:pt x="69" y="103"/>
                </a:lnTo>
                <a:lnTo>
                  <a:pt x="68" y="118"/>
                </a:lnTo>
                <a:lnTo>
                  <a:pt x="97" y="143"/>
                </a:lnTo>
                <a:lnTo>
                  <a:pt x="104" y="135"/>
                </a:lnTo>
                <a:lnTo>
                  <a:pt x="34" y="37"/>
                </a:lnTo>
                <a:lnTo>
                  <a:pt x="30" y="11"/>
                </a:lnTo>
                <a:lnTo>
                  <a:pt x="45" y="17"/>
                </a:lnTo>
                <a:lnTo>
                  <a:pt x="71" y="60"/>
                </a:lnTo>
                <a:lnTo>
                  <a:pt x="108" y="92"/>
                </a:lnTo>
                <a:lnTo>
                  <a:pt x="106" y="104"/>
                </a:lnTo>
                <a:lnTo>
                  <a:pt x="157" y="148"/>
                </a:lnTo>
                <a:lnTo>
                  <a:pt x="163" y="167"/>
                </a:lnTo>
                <a:lnTo>
                  <a:pt x="157" y="179"/>
                </a:lnTo>
                <a:lnTo>
                  <a:pt x="169" y="196"/>
                </a:lnTo>
                <a:lnTo>
                  <a:pt x="266" y="242"/>
                </a:lnTo>
                <a:lnTo>
                  <a:pt x="309" y="238"/>
                </a:lnTo>
                <a:lnTo>
                  <a:pt x="337" y="260"/>
                </a:lnTo>
                <a:lnTo>
                  <a:pt x="348" y="239"/>
                </a:lnTo>
                <a:lnTo>
                  <a:pt x="362" y="238"/>
                </a:lnTo>
                <a:lnTo>
                  <a:pt x="348" y="220"/>
                </a:lnTo>
                <a:lnTo>
                  <a:pt x="379" y="213"/>
                </a:lnTo>
                <a:lnTo>
                  <a:pt x="391" y="205"/>
                </a:lnTo>
                <a:lnTo>
                  <a:pt x="394" y="201"/>
                </a:lnTo>
                <a:lnTo>
                  <a:pt x="398" y="211"/>
                </a:lnTo>
                <a:lnTo>
                  <a:pt x="411" y="167"/>
                </a:lnTo>
                <a:lnTo>
                  <a:pt x="394" y="161"/>
                </a:lnTo>
                <a:lnTo>
                  <a:pt x="363" y="167"/>
                </a:lnTo>
                <a:lnTo>
                  <a:pt x="347" y="205"/>
                </a:lnTo>
                <a:lnTo>
                  <a:pt x="307" y="209"/>
                </a:lnTo>
                <a:lnTo>
                  <a:pt x="290" y="200"/>
                </a:lnTo>
                <a:lnTo>
                  <a:pt x="264" y="153"/>
                </a:lnTo>
                <a:lnTo>
                  <a:pt x="263" y="118"/>
                </a:lnTo>
                <a:lnTo>
                  <a:pt x="272" y="101"/>
                </a:lnTo>
                <a:lnTo>
                  <a:pt x="245" y="92"/>
                </a:lnTo>
                <a:lnTo>
                  <a:pt x="211" y="43"/>
                </a:lnTo>
                <a:lnTo>
                  <a:pt x="182" y="53"/>
                </a:lnTo>
                <a:lnTo>
                  <a:pt x="145" y="13"/>
                </a:lnTo>
                <a:lnTo>
                  <a:pt x="83" y="21"/>
                </a:lnTo>
                <a:lnTo>
                  <a:pt x="3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8" name="Freeform 655">
            <a:extLst>
              <a:ext uri="{FF2B5EF4-FFF2-40B4-BE49-F238E27FC236}">
                <a16:creationId xmlns:a16="http://schemas.microsoft.com/office/drawing/2014/main" id="{5E0B3D84-322E-851F-8949-0F7097461CF4}"/>
              </a:ext>
            </a:extLst>
          </p:cNvPr>
          <p:cNvSpPr>
            <a:spLocks/>
          </p:cNvSpPr>
          <p:nvPr/>
        </p:nvSpPr>
        <p:spPr bwMode="auto">
          <a:xfrm>
            <a:off x="5425096" y="4464485"/>
            <a:ext cx="497864" cy="276999"/>
          </a:xfrm>
          <a:custGeom>
            <a:avLst/>
            <a:gdLst>
              <a:gd name="T0" fmla="*/ 0 w 434"/>
              <a:gd name="T1" fmla="*/ 97804222 h 183"/>
              <a:gd name="T2" fmla="*/ 0 w 434"/>
              <a:gd name="T3" fmla="*/ 97804222 h 183"/>
              <a:gd name="T4" fmla="*/ 21780710 w 434"/>
              <a:gd name="T5" fmla="*/ 130405179 h 183"/>
              <a:gd name="T6" fmla="*/ 51342202 w 434"/>
              <a:gd name="T7" fmla="*/ 140699736 h 183"/>
              <a:gd name="T8" fmla="*/ 63787960 w 434"/>
              <a:gd name="T9" fmla="*/ 207618979 h 183"/>
              <a:gd name="T10" fmla="*/ 157136156 w 434"/>
              <a:gd name="T11" fmla="*/ 233356025 h 183"/>
              <a:gd name="T12" fmla="*/ 197588027 w 434"/>
              <a:gd name="T13" fmla="*/ 279684804 h 183"/>
              <a:gd name="T14" fmla="*/ 273821727 w 434"/>
              <a:gd name="T15" fmla="*/ 276252848 h 183"/>
              <a:gd name="T16" fmla="*/ 360947101 w 434"/>
              <a:gd name="T17" fmla="*/ 312285761 h 183"/>
              <a:gd name="T18" fmla="*/ 477632633 w 434"/>
              <a:gd name="T19" fmla="*/ 279684804 h 183"/>
              <a:gd name="T20" fmla="*/ 513416994 w 434"/>
              <a:gd name="T21" fmla="*/ 253946448 h 183"/>
              <a:gd name="T22" fmla="*/ 513416994 w 434"/>
              <a:gd name="T23" fmla="*/ 217913535 h 183"/>
              <a:gd name="T24" fmla="*/ 546088045 w 434"/>
              <a:gd name="T25" fmla="*/ 221345491 h 183"/>
              <a:gd name="T26" fmla="*/ 616100113 w 434"/>
              <a:gd name="T27" fmla="*/ 169870047 h 183"/>
              <a:gd name="T28" fmla="*/ 673665330 w 434"/>
              <a:gd name="T29" fmla="*/ 166438092 h 183"/>
              <a:gd name="T30" fmla="*/ 645660348 w 434"/>
              <a:gd name="T31" fmla="*/ 126973224 h 183"/>
              <a:gd name="T32" fmla="*/ 591207349 w 434"/>
              <a:gd name="T33" fmla="*/ 137269090 h 183"/>
              <a:gd name="T34" fmla="*/ 591207349 w 434"/>
              <a:gd name="T35" fmla="*/ 92656289 h 183"/>
              <a:gd name="T36" fmla="*/ 605209762 w 434"/>
              <a:gd name="T37" fmla="*/ 68633890 h 183"/>
              <a:gd name="T38" fmla="*/ 566314585 w 434"/>
              <a:gd name="T39" fmla="*/ 61771289 h 183"/>
              <a:gd name="T40" fmla="*/ 465186875 w 434"/>
              <a:gd name="T41" fmla="*/ 89224334 h 183"/>
              <a:gd name="T42" fmla="*/ 378061578 w 434"/>
              <a:gd name="T43" fmla="*/ 49759445 h 183"/>
              <a:gd name="T44" fmla="*/ 320496438 w 434"/>
              <a:gd name="T45" fmla="*/ 54907378 h 183"/>
              <a:gd name="T46" fmla="*/ 300271146 w 434"/>
              <a:gd name="T47" fmla="*/ 22306411 h 183"/>
              <a:gd name="T48" fmla="*/ 244261492 w 434"/>
              <a:gd name="T49" fmla="*/ 0 h 183"/>
              <a:gd name="T50" fmla="*/ 214701257 w 434"/>
              <a:gd name="T51" fmla="*/ 24022389 h 183"/>
              <a:gd name="T52" fmla="*/ 213145849 w 434"/>
              <a:gd name="T53" fmla="*/ 68633890 h 183"/>
              <a:gd name="T54" fmla="*/ 85569928 w 434"/>
              <a:gd name="T55" fmla="*/ 48043467 h 183"/>
              <a:gd name="T56" fmla="*/ 0 w 434"/>
              <a:gd name="T57" fmla="*/ 97804222 h 183"/>
              <a:gd name="T58" fmla="*/ 0 w 434"/>
              <a:gd name="T59" fmla="*/ 97804222 h 18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34"/>
              <a:gd name="T91" fmla="*/ 0 h 183"/>
              <a:gd name="T92" fmla="*/ 434 w 434"/>
              <a:gd name="T93" fmla="*/ 183 h 18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34" h="183">
                <a:moveTo>
                  <a:pt x="0" y="57"/>
                </a:moveTo>
                <a:lnTo>
                  <a:pt x="0" y="57"/>
                </a:lnTo>
                <a:lnTo>
                  <a:pt x="14" y="76"/>
                </a:lnTo>
                <a:lnTo>
                  <a:pt x="33" y="82"/>
                </a:lnTo>
                <a:lnTo>
                  <a:pt x="41" y="121"/>
                </a:lnTo>
                <a:lnTo>
                  <a:pt x="101" y="136"/>
                </a:lnTo>
                <a:lnTo>
                  <a:pt x="127" y="163"/>
                </a:lnTo>
                <a:lnTo>
                  <a:pt x="176" y="161"/>
                </a:lnTo>
                <a:lnTo>
                  <a:pt x="232" y="182"/>
                </a:lnTo>
                <a:lnTo>
                  <a:pt x="307" y="163"/>
                </a:lnTo>
                <a:lnTo>
                  <a:pt x="330" y="148"/>
                </a:lnTo>
                <a:lnTo>
                  <a:pt x="330" y="127"/>
                </a:lnTo>
                <a:lnTo>
                  <a:pt x="351" y="129"/>
                </a:lnTo>
                <a:lnTo>
                  <a:pt x="396" y="99"/>
                </a:lnTo>
                <a:lnTo>
                  <a:pt x="433" y="97"/>
                </a:lnTo>
                <a:lnTo>
                  <a:pt x="415" y="74"/>
                </a:lnTo>
                <a:lnTo>
                  <a:pt x="380" y="80"/>
                </a:lnTo>
                <a:lnTo>
                  <a:pt x="380" y="54"/>
                </a:lnTo>
                <a:lnTo>
                  <a:pt x="389" y="40"/>
                </a:lnTo>
                <a:lnTo>
                  <a:pt x="364" y="36"/>
                </a:lnTo>
                <a:lnTo>
                  <a:pt x="299" y="52"/>
                </a:lnTo>
                <a:lnTo>
                  <a:pt x="243" y="29"/>
                </a:lnTo>
                <a:lnTo>
                  <a:pt x="206" y="32"/>
                </a:lnTo>
                <a:lnTo>
                  <a:pt x="193" y="13"/>
                </a:lnTo>
                <a:lnTo>
                  <a:pt x="157" y="0"/>
                </a:lnTo>
                <a:lnTo>
                  <a:pt x="138" y="14"/>
                </a:lnTo>
                <a:lnTo>
                  <a:pt x="137" y="40"/>
                </a:lnTo>
                <a:lnTo>
                  <a:pt x="55" y="28"/>
                </a:lnTo>
                <a:lnTo>
                  <a:pt x="0" y="57"/>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359" name="Freeform 656">
            <a:extLst>
              <a:ext uri="{FF2B5EF4-FFF2-40B4-BE49-F238E27FC236}">
                <a16:creationId xmlns:a16="http://schemas.microsoft.com/office/drawing/2014/main" id="{84B0808E-1EAA-7546-6786-E4597B89A775}"/>
              </a:ext>
            </a:extLst>
          </p:cNvPr>
          <p:cNvSpPr>
            <a:spLocks/>
          </p:cNvSpPr>
          <p:nvPr/>
        </p:nvSpPr>
        <p:spPr bwMode="auto">
          <a:xfrm>
            <a:off x="4865911" y="4986293"/>
            <a:ext cx="116801" cy="132501"/>
          </a:xfrm>
          <a:custGeom>
            <a:avLst/>
            <a:gdLst>
              <a:gd name="T0" fmla="*/ 0 w 105"/>
              <a:gd name="T1" fmla="*/ 143570889 h 119"/>
              <a:gd name="T2" fmla="*/ 0 w 105"/>
              <a:gd name="T3" fmla="*/ 143570889 h 119"/>
              <a:gd name="T4" fmla="*/ 20480870 w 105"/>
              <a:gd name="T5" fmla="*/ 201682754 h 119"/>
              <a:gd name="T6" fmla="*/ 57054450 w 105"/>
              <a:gd name="T7" fmla="*/ 193136590 h 119"/>
              <a:gd name="T8" fmla="*/ 114110109 w 105"/>
              <a:gd name="T9" fmla="*/ 141860872 h 119"/>
              <a:gd name="T10" fmla="*/ 112646586 w 105"/>
              <a:gd name="T11" fmla="*/ 117932397 h 119"/>
              <a:gd name="T12" fmla="*/ 150683680 w 105"/>
              <a:gd name="T13" fmla="*/ 73494155 h 119"/>
              <a:gd name="T14" fmla="*/ 152145994 w 105"/>
              <a:gd name="T15" fmla="*/ 59820554 h 119"/>
              <a:gd name="T16" fmla="*/ 131665133 w 105"/>
              <a:gd name="T17" fmla="*/ 34183359 h 119"/>
              <a:gd name="T18" fmla="*/ 84850527 w 105"/>
              <a:gd name="T19" fmla="*/ 0 h 119"/>
              <a:gd name="T20" fmla="*/ 73147160 w 105"/>
              <a:gd name="T21" fmla="*/ 1708710 h 119"/>
              <a:gd name="T22" fmla="*/ 78998834 w 105"/>
              <a:gd name="T23" fmla="*/ 18801043 h 119"/>
              <a:gd name="T24" fmla="*/ 62907334 w 105"/>
              <a:gd name="T25" fmla="*/ 54693117 h 119"/>
              <a:gd name="T26" fmla="*/ 73147160 w 105"/>
              <a:gd name="T27" fmla="*/ 71785445 h 119"/>
              <a:gd name="T28" fmla="*/ 58517973 w 105"/>
              <a:gd name="T29" fmla="*/ 119642415 h 119"/>
              <a:gd name="T30" fmla="*/ 0 w 105"/>
              <a:gd name="T31" fmla="*/ 143570889 h 119"/>
              <a:gd name="T32" fmla="*/ 0 w 105"/>
              <a:gd name="T33" fmla="*/ 143570889 h 1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5"/>
              <a:gd name="T52" fmla="*/ 0 h 119"/>
              <a:gd name="T53" fmla="*/ 105 w 105"/>
              <a:gd name="T54" fmla="*/ 119 h 1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5" h="119">
                <a:moveTo>
                  <a:pt x="0" y="84"/>
                </a:moveTo>
                <a:lnTo>
                  <a:pt x="0" y="84"/>
                </a:lnTo>
                <a:lnTo>
                  <a:pt x="14" y="118"/>
                </a:lnTo>
                <a:lnTo>
                  <a:pt x="39" y="113"/>
                </a:lnTo>
                <a:lnTo>
                  <a:pt x="78" y="83"/>
                </a:lnTo>
                <a:lnTo>
                  <a:pt x="77" y="69"/>
                </a:lnTo>
                <a:lnTo>
                  <a:pt x="103" y="43"/>
                </a:lnTo>
                <a:lnTo>
                  <a:pt x="104" y="35"/>
                </a:lnTo>
                <a:lnTo>
                  <a:pt x="90" y="20"/>
                </a:lnTo>
                <a:lnTo>
                  <a:pt x="58" y="0"/>
                </a:lnTo>
                <a:lnTo>
                  <a:pt x="50" y="1"/>
                </a:lnTo>
                <a:lnTo>
                  <a:pt x="54" y="11"/>
                </a:lnTo>
                <a:lnTo>
                  <a:pt x="43" y="32"/>
                </a:lnTo>
                <a:lnTo>
                  <a:pt x="50" y="42"/>
                </a:lnTo>
                <a:lnTo>
                  <a:pt x="40" y="70"/>
                </a:lnTo>
                <a:lnTo>
                  <a:pt x="0" y="8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0" name="Freeform 657">
            <a:extLst>
              <a:ext uri="{FF2B5EF4-FFF2-40B4-BE49-F238E27FC236}">
                <a16:creationId xmlns:a16="http://schemas.microsoft.com/office/drawing/2014/main" id="{6AAA1E86-4A61-D45F-BF6C-405BF17B0C50}"/>
              </a:ext>
            </a:extLst>
          </p:cNvPr>
          <p:cNvSpPr>
            <a:spLocks/>
          </p:cNvSpPr>
          <p:nvPr/>
        </p:nvSpPr>
        <p:spPr bwMode="auto">
          <a:xfrm>
            <a:off x="5303914" y="4898408"/>
            <a:ext cx="127022" cy="64899"/>
          </a:xfrm>
          <a:custGeom>
            <a:avLst/>
            <a:gdLst>
              <a:gd name="T0" fmla="*/ 0 w 111"/>
              <a:gd name="T1" fmla="*/ 39317863 h 57"/>
              <a:gd name="T2" fmla="*/ 0 w 111"/>
              <a:gd name="T3" fmla="*/ 39317863 h 57"/>
              <a:gd name="T4" fmla="*/ 21675035 w 111"/>
              <a:gd name="T5" fmla="*/ 0 h 57"/>
              <a:gd name="T6" fmla="*/ 88246756 w 111"/>
              <a:gd name="T7" fmla="*/ 25020341 h 57"/>
              <a:gd name="T8" fmla="*/ 123855015 w 111"/>
              <a:gd name="T9" fmla="*/ 62549509 h 57"/>
              <a:gd name="T10" fmla="*/ 170300826 w 111"/>
              <a:gd name="T11" fmla="*/ 62549509 h 57"/>
              <a:gd name="T12" fmla="*/ 167203860 w 111"/>
              <a:gd name="T13" fmla="*/ 100080026 h 57"/>
              <a:gd name="T14" fmla="*/ 57283304 w 111"/>
              <a:gd name="T15" fmla="*/ 76847032 h 57"/>
              <a:gd name="T16" fmla="*/ 0 w 111"/>
              <a:gd name="T17" fmla="*/ 39317863 h 57"/>
              <a:gd name="T18" fmla="*/ 0 w 111"/>
              <a:gd name="T19" fmla="*/ 39317863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1"/>
              <a:gd name="T31" fmla="*/ 0 h 57"/>
              <a:gd name="T32" fmla="*/ 111 w 111"/>
              <a:gd name="T33" fmla="*/ 57 h 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1" h="57">
                <a:moveTo>
                  <a:pt x="0" y="22"/>
                </a:moveTo>
                <a:lnTo>
                  <a:pt x="0" y="22"/>
                </a:lnTo>
                <a:lnTo>
                  <a:pt x="14" y="0"/>
                </a:lnTo>
                <a:lnTo>
                  <a:pt x="57" y="14"/>
                </a:lnTo>
                <a:lnTo>
                  <a:pt x="80" y="35"/>
                </a:lnTo>
                <a:lnTo>
                  <a:pt x="110" y="35"/>
                </a:lnTo>
                <a:lnTo>
                  <a:pt x="108" y="56"/>
                </a:lnTo>
                <a:lnTo>
                  <a:pt x="37"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1" name="Group 69">
            <a:extLst>
              <a:ext uri="{FF2B5EF4-FFF2-40B4-BE49-F238E27FC236}">
                <a16:creationId xmlns:a16="http://schemas.microsoft.com/office/drawing/2014/main" id="{D7DDE97D-3C71-7366-905B-BFA4526C5EBA}"/>
              </a:ext>
            </a:extLst>
          </p:cNvPr>
          <p:cNvGrpSpPr>
            <a:grpSpLocks/>
          </p:cNvGrpSpPr>
          <p:nvPr/>
        </p:nvGrpSpPr>
        <p:grpSpPr bwMode="auto">
          <a:xfrm>
            <a:off x="6655824" y="5909757"/>
            <a:ext cx="186879" cy="219035"/>
            <a:chOff x="5352" y="3915"/>
            <a:chExt cx="163" cy="197"/>
          </a:xfrm>
          <a:solidFill>
            <a:schemeClr val="accent2"/>
          </a:solidFill>
        </p:grpSpPr>
        <p:sp>
          <p:nvSpPr>
            <p:cNvPr id="362" name="Freeform 659">
              <a:extLst>
                <a:ext uri="{FF2B5EF4-FFF2-40B4-BE49-F238E27FC236}">
                  <a16:creationId xmlns:a16="http://schemas.microsoft.com/office/drawing/2014/main" id="{34B0A0EC-05BC-E2B4-CD8C-7C99DFD90C0B}"/>
                </a:ext>
              </a:extLst>
            </p:cNvPr>
            <p:cNvSpPr>
              <a:spLocks/>
            </p:cNvSpPr>
            <p:nvPr/>
          </p:nvSpPr>
          <p:spPr bwMode="auto">
            <a:xfrm>
              <a:off x="5352" y="4012"/>
              <a:ext cx="106" cy="100"/>
            </a:xfrm>
            <a:custGeom>
              <a:avLst/>
              <a:gdLst>
                <a:gd name="T0" fmla="*/ 0 w 106"/>
                <a:gd name="T1" fmla="*/ 87 h 100"/>
                <a:gd name="T2" fmla="*/ 0 w 106"/>
                <a:gd name="T3" fmla="*/ 87 h 100"/>
                <a:gd name="T4" fmla="*/ 22 w 106"/>
                <a:gd name="T5" fmla="*/ 56 h 100"/>
                <a:gd name="T6" fmla="*/ 60 w 106"/>
                <a:gd name="T7" fmla="*/ 34 h 100"/>
                <a:gd name="T8" fmla="*/ 79 w 106"/>
                <a:gd name="T9" fmla="*/ 0 h 100"/>
                <a:gd name="T10" fmla="*/ 91 w 106"/>
                <a:gd name="T11" fmla="*/ 10 h 100"/>
                <a:gd name="T12" fmla="*/ 104 w 106"/>
                <a:gd name="T13" fmla="*/ 6 h 100"/>
                <a:gd name="T14" fmla="*/ 105 w 106"/>
                <a:gd name="T15" fmla="*/ 18 h 100"/>
                <a:gd name="T16" fmla="*/ 85 w 106"/>
                <a:gd name="T17" fmla="*/ 41 h 100"/>
                <a:gd name="T18" fmla="*/ 90 w 106"/>
                <a:gd name="T19" fmla="*/ 52 h 100"/>
                <a:gd name="T20" fmla="*/ 67 w 106"/>
                <a:gd name="T21" fmla="*/ 56 h 100"/>
                <a:gd name="T22" fmla="*/ 57 w 106"/>
                <a:gd name="T23" fmla="*/ 89 h 100"/>
                <a:gd name="T24" fmla="*/ 34 w 106"/>
                <a:gd name="T25" fmla="*/ 99 h 100"/>
                <a:gd name="T26" fmla="*/ 0 w 106"/>
                <a:gd name="T27" fmla="*/ 87 h 100"/>
                <a:gd name="T28" fmla="*/ 0 w 106"/>
                <a:gd name="T29" fmla="*/ 8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0"/>
                <a:gd name="T47" fmla="*/ 106 w 106"/>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0">
                  <a:moveTo>
                    <a:pt x="0" y="87"/>
                  </a:moveTo>
                  <a:lnTo>
                    <a:pt x="0" y="87"/>
                  </a:lnTo>
                  <a:lnTo>
                    <a:pt x="22" y="56"/>
                  </a:lnTo>
                  <a:lnTo>
                    <a:pt x="60" y="34"/>
                  </a:lnTo>
                  <a:lnTo>
                    <a:pt x="79" y="0"/>
                  </a:lnTo>
                  <a:lnTo>
                    <a:pt x="91" y="10"/>
                  </a:lnTo>
                  <a:lnTo>
                    <a:pt x="104" y="6"/>
                  </a:lnTo>
                  <a:lnTo>
                    <a:pt x="105" y="18"/>
                  </a:lnTo>
                  <a:lnTo>
                    <a:pt x="85" y="41"/>
                  </a:lnTo>
                  <a:lnTo>
                    <a:pt x="90" y="52"/>
                  </a:lnTo>
                  <a:lnTo>
                    <a:pt x="67" y="56"/>
                  </a:lnTo>
                  <a:lnTo>
                    <a:pt x="57" y="89"/>
                  </a:lnTo>
                  <a:lnTo>
                    <a:pt x="34" y="99"/>
                  </a:lnTo>
                  <a:lnTo>
                    <a:pt x="0" y="8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3" name="Freeform 660">
              <a:extLst>
                <a:ext uri="{FF2B5EF4-FFF2-40B4-BE49-F238E27FC236}">
                  <a16:creationId xmlns:a16="http://schemas.microsoft.com/office/drawing/2014/main" id="{98608D9F-23D2-10EE-EE23-0125C905A446}"/>
                </a:ext>
              </a:extLst>
            </p:cNvPr>
            <p:cNvSpPr>
              <a:spLocks/>
            </p:cNvSpPr>
            <p:nvPr/>
          </p:nvSpPr>
          <p:spPr bwMode="auto">
            <a:xfrm>
              <a:off x="5435" y="3915"/>
              <a:ext cx="80" cy="110"/>
            </a:xfrm>
            <a:custGeom>
              <a:avLst/>
              <a:gdLst>
                <a:gd name="T0" fmla="*/ 0 w 80"/>
                <a:gd name="T1" fmla="*/ 0 h 110"/>
                <a:gd name="T2" fmla="*/ 0 w 80"/>
                <a:gd name="T3" fmla="*/ 0 h 110"/>
                <a:gd name="T4" fmla="*/ 22 w 80"/>
                <a:gd name="T5" fmla="*/ 13 h 110"/>
                <a:gd name="T6" fmla="*/ 28 w 80"/>
                <a:gd name="T7" fmla="*/ 37 h 110"/>
                <a:gd name="T8" fmla="*/ 37 w 80"/>
                <a:gd name="T9" fmla="*/ 43 h 110"/>
                <a:gd name="T10" fmla="*/ 43 w 80"/>
                <a:gd name="T11" fmla="*/ 33 h 110"/>
                <a:gd name="T12" fmla="*/ 47 w 80"/>
                <a:gd name="T13" fmla="*/ 50 h 110"/>
                <a:gd name="T14" fmla="*/ 79 w 80"/>
                <a:gd name="T15" fmla="*/ 50 h 110"/>
                <a:gd name="T16" fmla="*/ 73 w 80"/>
                <a:gd name="T17" fmla="*/ 74 h 110"/>
                <a:gd name="T18" fmla="*/ 57 w 80"/>
                <a:gd name="T19" fmla="*/ 77 h 110"/>
                <a:gd name="T20" fmla="*/ 43 w 80"/>
                <a:gd name="T21" fmla="*/ 108 h 110"/>
                <a:gd name="T22" fmla="*/ 28 w 80"/>
                <a:gd name="T23" fmla="*/ 109 h 110"/>
                <a:gd name="T24" fmla="*/ 35 w 80"/>
                <a:gd name="T25" fmla="*/ 98 h 110"/>
                <a:gd name="T26" fmla="*/ 15 w 80"/>
                <a:gd name="T27" fmla="*/ 75 h 110"/>
                <a:gd name="T28" fmla="*/ 31 w 80"/>
                <a:gd name="T29" fmla="*/ 56 h 110"/>
                <a:gd name="T30" fmla="*/ 28 w 80"/>
                <a:gd name="T31" fmla="*/ 40 h 110"/>
                <a:gd name="T32" fmla="*/ 0 w 80"/>
                <a:gd name="T33" fmla="*/ 0 h 110"/>
                <a:gd name="T34" fmla="*/ 0 w 80"/>
                <a:gd name="T35" fmla="*/ 0 h 1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0"/>
                <a:gd name="T55" fmla="*/ 0 h 110"/>
                <a:gd name="T56" fmla="*/ 80 w 80"/>
                <a:gd name="T57" fmla="*/ 110 h 1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0" h="110">
                  <a:moveTo>
                    <a:pt x="0" y="0"/>
                  </a:moveTo>
                  <a:lnTo>
                    <a:pt x="0" y="0"/>
                  </a:lnTo>
                  <a:lnTo>
                    <a:pt x="22" y="13"/>
                  </a:lnTo>
                  <a:lnTo>
                    <a:pt x="28" y="37"/>
                  </a:lnTo>
                  <a:lnTo>
                    <a:pt x="37" y="43"/>
                  </a:lnTo>
                  <a:lnTo>
                    <a:pt x="43" y="33"/>
                  </a:lnTo>
                  <a:lnTo>
                    <a:pt x="47" y="50"/>
                  </a:lnTo>
                  <a:lnTo>
                    <a:pt x="79" y="50"/>
                  </a:lnTo>
                  <a:lnTo>
                    <a:pt x="73" y="74"/>
                  </a:lnTo>
                  <a:lnTo>
                    <a:pt x="57" y="77"/>
                  </a:lnTo>
                  <a:lnTo>
                    <a:pt x="43" y="108"/>
                  </a:lnTo>
                  <a:lnTo>
                    <a:pt x="28" y="109"/>
                  </a:lnTo>
                  <a:lnTo>
                    <a:pt x="35" y="98"/>
                  </a:lnTo>
                  <a:lnTo>
                    <a:pt x="15" y="75"/>
                  </a:lnTo>
                  <a:lnTo>
                    <a:pt x="31" y="56"/>
                  </a:lnTo>
                  <a:lnTo>
                    <a:pt x="28" y="4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4" name="Freeform 661">
            <a:extLst>
              <a:ext uri="{FF2B5EF4-FFF2-40B4-BE49-F238E27FC236}">
                <a16:creationId xmlns:a16="http://schemas.microsoft.com/office/drawing/2014/main" id="{B9ABFF19-3188-685C-5F7B-F0C742EE4517}"/>
              </a:ext>
            </a:extLst>
          </p:cNvPr>
          <p:cNvSpPr>
            <a:spLocks/>
          </p:cNvSpPr>
          <p:nvPr/>
        </p:nvSpPr>
        <p:spPr bwMode="auto">
          <a:xfrm>
            <a:off x="5003151" y="4783484"/>
            <a:ext cx="264263" cy="221737"/>
          </a:xfrm>
          <a:custGeom>
            <a:avLst/>
            <a:gdLst>
              <a:gd name="T0" fmla="*/ 0 w 230"/>
              <a:gd name="T1" fmla="*/ 184855067 h 199"/>
              <a:gd name="T2" fmla="*/ 0 w 230"/>
              <a:gd name="T3" fmla="*/ 184855067 h 199"/>
              <a:gd name="T4" fmla="*/ 34336892 w 230"/>
              <a:gd name="T5" fmla="*/ 196837704 h 199"/>
              <a:gd name="T6" fmla="*/ 112372904 w 230"/>
              <a:gd name="T7" fmla="*/ 184855067 h 199"/>
              <a:gd name="T8" fmla="*/ 126419980 w 230"/>
              <a:gd name="T9" fmla="*/ 150623590 h 199"/>
              <a:gd name="T10" fmla="*/ 179485088 w 230"/>
              <a:gd name="T11" fmla="*/ 131794665 h 199"/>
              <a:gd name="T12" fmla="*/ 184167446 w 230"/>
              <a:gd name="T13" fmla="*/ 102696964 h 199"/>
              <a:gd name="T14" fmla="*/ 202895633 w 230"/>
              <a:gd name="T15" fmla="*/ 95850677 h 199"/>
              <a:gd name="T16" fmla="*/ 195092534 w 230"/>
              <a:gd name="T17" fmla="*/ 80446837 h 199"/>
              <a:gd name="T18" fmla="*/ 213821969 w 230"/>
              <a:gd name="T19" fmla="*/ 78734284 h 199"/>
              <a:gd name="T20" fmla="*/ 227867797 w 230"/>
              <a:gd name="T21" fmla="*/ 49636583 h 199"/>
              <a:gd name="T22" fmla="*/ 221625068 w 230"/>
              <a:gd name="T23" fmla="*/ 20538866 h 199"/>
              <a:gd name="T24" fmla="*/ 293419571 w 230"/>
              <a:gd name="T25" fmla="*/ 0 h 199"/>
              <a:gd name="T26" fmla="*/ 357409805 w 230"/>
              <a:gd name="T27" fmla="*/ 42790286 h 199"/>
              <a:gd name="T28" fmla="*/ 340240740 w 230"/>
              <a:gd name="T29" fmla="*/ 61617913 h 199"/>
              <a:gd name="T30" fmla="*/ 279372495 w 230"/>
              <a:gd name="T31" fmla="*/ 61617913 h 199"/>
              <a:gd name="T32" fmla="*/ 279372495 w 230"/>
              <a:gd name="T33" fmla="*/ 99274475 h 199"/>
              <a:gd name="T34" fmla="*/ 307465399 w 230"/>
              <a:gd name="T35" fmla="*/ 123237133 h 199"/>
              <a:gd name="T36" fmla="*/ 290297582 w 230"/>
              <a:gd name="T37" fmla="*/ 135218463 h 199"/>
              <a:gd name="T38" fmla="*/ 294979941 w 230"/>
              <a:gd name="T39" fmla="*/ 157469877 h 199"/>
              <a:gd name="T40" fmla="*/ 232550156 w 230"/>
              <a:gd name="T41" fmla="*/ 234492937 h 199"/>
              <a:gd name="T42" fmla="*/ 204457252 w 230"/>
              <a:gd name="T43" fmla="*/ 232781693 h 199"/>
              <a:gd name="T44" fmla="*/ 184167446 w 230"/>
              <a:gd name="T45" fmla="*/ 251609309 h 199"/>
              <a:gd name="T46" fmla="*/ 218503079 w 230"/>
              <a:gd name="T47" fmla="*/ 323497286 h 199"/>
              <a:gd name="T48" fmla="*/ 170120370 w 230"/>
              <a:gd name="T49" fmla="*/ 323497286 h 199"/>
              <a:gd name="T50" fmla="*/ 152952514 w 230"/>
              <a:gd name="T51" fmla="*/ 338902414 h 199"/>
              <a:gd name="T52" fmla="*/ 117055263 w 230"/>
              <a:gd name="T53" fmla="*/ 296110830 h 199"/>
              <a:gd name="T54" fmla="*/ 17167821 w 230"/>
              <a:gd name="T55" fmla="*/ 304669670 h 199"/>
              <a:gd name="T56" fmla="*/ 49943099 w 230"/>
              <a:gd name="T57" fmla="*/ 255031799 h 199"/>
              <a:gd name="T58" fmla="*/ 0 w 230"/>
              <a:gd name="T59" fmla="*/ 184855067 h 199"/>
              <a:gd name="T60" fmla="*/ 0 w 230"/>
              <a:gd name="T61" fmla="*/ 184855067 h 19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30"/>
              <a:gd name="T94" fmla="*/ 0 h 199"/>
              <a:gd name="T95" fmla="*/ 230 w 230"/>
              <a:gd name="T96" fmla="*/ 199 h 19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30" h="199">
                <a:moveTo>
                  <a:pt x="0" y="108"/>
                </a:moveTo>
                <a:lnTo>
                  <a:pt x="0" y="108"/>
                </a:lnTo>
                <a:lnTo>
                  <a:pt x="22" y="115"/>
                </a:lnTo>
                <a:lnTo>
                  <a:pt x="72" y="108"/>
                </a:lnTo>
                <a:lnTo>
                  <a:pt x="81" y="88"/>
                </a:lnTo>
                <a:lnTo>
                  <a:pt x="115" y="77"/>
                </a:lnTo>
                <a:lnTo>
                  <a:pt x="118" y="60"/>
                </a:lnTo>
                <a:lnTo>
                  <a:pt x="130" y="56"/>
                </a:lnTo>
                <a:lnTo>
                  <a:pt x="125" y="47"/>
                </a:lnTo>
                <a:lnTo>
                  <a:pt x="137" y="46"/>
                </a:lnTo>
                <a:lnTo>
                  <a:pt x="146" y="29"/>
                </a:lnTo>
                <a:lnTo>
                  <a:pt x="142" y="12"/>
                </a:lnTo>
                <a:lnTo>
                  <a:pt x="188" y="0"/>
                </a:lnTo>
                <a:lnTo>
                  <a:pt x="229" y="25"/>
                </a:lnTo>
                <a:lnTo>
                  <a:pt x="218" y="36"/>
                </a:lnTo>
                <a:lnTo>
                  <a:pt x="179" y="36"/>
                </a:lnTo>
                <a:lnTo>
                  <a:pt x="179" y="58"/>
                </a:lnTo>
                <a:lnTo>
                  <a:pt x="197" y="72"/>
                </a:lnTo>
                <a:lnTo>
                  <a:pt x="186" y="79"/>
                </a:lnTo>
                <a:lnTo>
                  <a:pt x="189" y="92"/>
                </a:lnTo>
                <a:lnTo>
                  <a:pt x="149" y="137"/>
                </a:lnTo>
                <a:lnTo>
                  <a:pt x="131" y="136"/>
                </a:lnTo>
                <a:lnTo>
                  <a:pt x="118" y="147"/>
                </a:lnTo>
                <a:lnTo>
                  <a:pt x="140" y="189"/>
                </a:lnTo>
                <a:lnTo>
                  <a:pt x="109" y="189"/>
                </a:lnTo>
                <a:lnTo>
                  <a:pt x="98" y="198"/>
                </a:lnTo>
                <a:lnTo>
                  <a:pt x="75" y="173"/>
                </a:lnTo>
                <a:lnTo>
                  <a:pt x="11" y="178"/>
                </a:lnTo>
                <a:lnTo>
                  <a:pt x="32" y="149"/>
                </a:lnTo>
                <a:lnTo>
                  <a:pt x="0" y="10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5" name="Group 364">
            <a:extLst>
              <a:ext uri="{FF2B5EF4-FFF2-40B4-BE49-F238E27FC236}">
                <a16:creationId xmlns:a16="http://schemas.microsoft.com/office/drawing/2014/main" id="{505DAE09-D070-FFAC-FB5C-9008E5600B5C}"/>
              </a:ext>
            </a:extLst>
          </p:cNvPr>
          <p:cNvGrpSpPr>
            <a:grpSpLocks/>
          </p:cNvGrpSpPr>
          <p:nvPr/>
        </p:nvGrpSpPr>
        <p:grpSpPr bwMode="auto">
          <a:xfrm>
            <a:off x="6260165" y="5408141"/>
            <a:ext cx="186880" cy="116277"/>
            <a:chOff x="5006" y="3464"/>
            <a:chExt cx="164" cy="107"/>
          </a:xfrm>
          <a:solidFill>
            <a:schemeClr val="accent2"/>
          </a:solidFill>
        </p:grpSpPr>
        <p:sp>
          <p:nvSpPr>
            <p:cNvPr id="366" name="Freeform 663">
              <a:extLst>
                <a:ext uri="{FF2B5EF4-FFF2-40B4-BE49-F238E27FC236}">
                  <a16:creationId xmlns:a16="http://schemas.microsoft.com/office/drawing/2014/main" id="{D63965DF-C31B-B97A-1911-4E5615AEC9C6}"/>
                </a:ext>
              </a:extLst>
            </p:cNvPr>
            <p:cNvSpPr>
              <a:spLocks/>
            </p:cNvSpPr>
            <p:nvPr/>
          </p:nvSpPr>
          <p:spPr bwMode="auto">
            <a:xfrm>
              <a:off x="5006" y="3464"/>
              <a:ext cx="136" cy="107"/>
            </a:xfrm>
            <a:custGeom>
              <a:avLst/>
              <a:gdLst>
                <a:gd name="T0" fmla="*/ 0 w 136"/>
                <a:gd name="T1" fmla="*/ 0 h 107"/>
                <a:gd name="T2" fmla="*/ 0 w 136"/>
                <a:gd name="T3" fmla="*/ 0 h 107"/>
                <a:gd name="T4" fmla="*/ 2 w 136"/>
                <a:gd name="T5" fmla="*/ 88 h 107"/>
                <a:gd name="T6" fmla="*/ 24 w 136"/>
                <a:gd name="T7" fmla="*/ 91 h 107"/>
                <a:gd name="T8" fmla="*/ 46 w 136"/>
                <a:gd name="T9" fmla="*/ 67 h 107"/>
                <a:gd name="T10" fmla="*/ 70 w 136"/>
                <a:gd name="T11" fmla="*/ 78 h 107"/>
                <a:gd name="T12" fmla="*/ 93 w 136"/>
                <a:gd name="T13" fmla="*/ 101 h 107"/>
                <a:gd name="T14" fmla="*/ 135 w 136"/>
                <a:gd name="T15" fmla="*/ 106 h 107"/>
                <a:gd name="T16" fmla="*/ 87 w 136"/>
                <a:gd name="T17" fmla="*/ 67 h 107"/>
                <a:gd name="T18" fmla="*/ 90 w 136"/>
                <a:gd name="T19" fmla="*/ 47 h 107"/>
                <a:gd name="T20" fmla="*/ 67 w 136"/>
                <a:gd name="T21" fmla="*/ 41 h 107"/>
                <a:gd name="T22" fmla="*/ 46 w 136"/>
                <a:gd name="T23" fmla="*/ 16 h 107"/>
                <a:gd name="T24" fmla="*/ 0 w 136"/>
                <a:gd name="T25" fmla="*/ 0 h 107"/>
                <a:gd name="T26" fmla="*/ 0 w 136"/>
                <a:gd name="T27" fmla="*/ 0 h 10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107"/>
                <a:gd name="T44" fmla="*/ 136 w 136"/>
                <a:gd name="T45" fmla="*/ 107 h 10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107">
                  <a:moveTo>
                    <a:pt x="0" y="0"/>
                  </a:moveTo>
                  <a:lnTo>
                    <a:pt x="0" y="0"/>
                  </a:lnTo>
                  <a:lnTo>
                    <a:pt x="2" y="88"/>
                  </a:lnTo>
                  <a:lnTo>
                    <a:pt x="24" y="91"/>
                  </a:lnTo>
                  <a:lnTo>
                    <a:pt x="46" y="67"/>
                  </a:lnTo>
                  <a:lnTo>
                    <a:pt x="70" y="78"/>
                  </a:lnTo>
                  <a:lnTo>
                    <a:pt x="93" y="101"/>
                  </a:lnTo>
                  <a:lnTo>
                    <a:pt x="135" y="106"/>
                  </a:lnTo>
                  <a:lnTo>
                    <a:pt x="87" y="67"/>
                  </a:lnTo>
                  <a:lnTo>
                    <a:pt x="90" y="47"/>
                  </a:lnTo>
                  <a:lnTo>
                    <a:pt x="67" y="41"/>
                  </a:lnTo>
                  <a:lnTo>
                    <a:pt x="46"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7" name="Freeform 75">
              <a:extLst>
                <a:ext uri="{FF2B5EF4-FFF2-40B4-BE49-F238E27FC236}">
                  <a16:creationId xmlns:a16="http://schemas.microsoft.com/office/drawing/2014/main" id="{B3CF7CF2-278F-B6F7-05BB-EEE5C906FC4B}"/>
                </a:ext>
              </a:extLst>
            </p:cNvPr>
            <p:cNvSpPr>
              <a:spLocks/>
            </p:cNvSpPr>
            <p:nvPr/>
          </p:nvSpPr>
          <p:spPr bwMode="auto">
            <a:xfrm>
              <a:off x="5105" y="3487"/>
              <a:ext cx="57" cy="28"/>
            </a:xfrm>
            <a:custGeom>
              <a:avLst/>
              <a:gdLst>
                <a:gd name="T0" fmla="*/ 0 w 57"/>
                <a:gd name="T1" fmla="*/ 18 h 28"/>
                <a:gd name="T2" fmla="*/ 0 w 57"/>
                <a:gd name="T3" fmla="*/ 18 h 28"/>
                <a:gd name="T4" fmla="*/ 33 w 57"/>
                <a:gd name="T5" fmla="*/ 27 h 28"/>
                <a:gd name="T6" fmla="*/ 56 w 57"/>
                <a:gd name="T7" fmla="*/ 8 h 28"/>
                <a:gd name="T8" fmla="*/ 47 w 57"/>
                <a:gd name="T9" fmla="*/ 0 h 28"/>
                <a:gd name="T10" fmla="*/ 40 w 57"/>
                <a:gd name="T11" fmla="*/ 10 h 28"/>
                <a:gd name="T12" fmla="*/ 0 w 57"/>
                <a:gd name="T13" fmla="*/ 18 h 28"/>
                <a:gd name="T14" fmla="*/ 0 w 57"/>
                <a:gd name="T15" fmla="*/ 18 h 28"/>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28"/>
                <a:gd name="T26" fmla="*/ 57 w 57"/>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28">
                  <a:moveTo>
                    <a:pt x="0" y="18"/>
                  </a:moveTo>
                  <a:lnTo>
                    <a:pt x="0" y="18"/>
                  </a:lnTo>
                  <a:lnTo>
                    <a:pt x="33" y="27"/>
                  </a:lnTo>
                  <a:lnTo>
                    <a:pt x="56" y="8"/>
                  </a:lnTo>
                  <a:lnTo>
                    <a:pt x="47" y="0"/>
                  </a:lnTo>
                  <a:lnTo>
                    <a:pt x="40" y="10"/>
                  </a:lnTo>
                  <a:lnTo>
                    <a:pt x="0" y="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8" name="Freeform 665">
              <a:extLst>
                <a:ext uri="{FF2B5EF4-FFF2-40B4-BE49-F238E27FC236}">
                  <a16:creationId xmlns:a16="http://schemas.microsoft.com/office/drawing/2014/main" id="{1DE425B8-7352-07B5-9AF9-615B39A0EE47}"/>
                </a:ext>
              </a:extLst>
            </p:cNvPr>
            <p:cNvSpPr>
              <a:spLocks/>
            </p:cNvSpPr>
            <p:nvPr/>
          </p:nvSpPr>
          <p:spPr bwMode="auto">
            <a:xfrm>
              <a:off x="5139" y="3466"/>
              <a:ext cx="31" cy="28"/>
            </a:xfrm>
            <a:custGeom>
              <a:avLst/>
              <a:gdLst>
                <a:gd name="T0" fmla="*/ 0 w 31"/>
                <a:gd name="T1" fmla="*/ 0 h 28"/>
                <a:gd name="T2" fmla="*/ 0 w 31"/>
                <a:gd name="T3" fmla="*/ 0 h 28"/>
                <a:gd name="T4" fmla="*/ 23 w 31"/>
                <a:gd name="T5" fmla="*/ 12 h 28"/>
                <a:gd name="T6" fmla="*/ 30 w 31"/>
                <a:gd name="T7" fmla="*/ 27 h 28"/>
                <a:gd name="T8" fmla="*/ 29 w 31"/>
                <a:gd name="T9" fmla="*/ 16 h 28"/>
                <a:gd name="T10" fmla="*/ 0 w 31"/>
                <a:gd name="T11" fmla="*/ 0 h 28"/>
                <a:gd name="T12" fmla="*/ 0 w 31"/>
                <a:gd name="T13" fmla="*/ 0 h 28"/>
                <a:gd name="T14" fmla="*/ 0 60000 65536"/>
                <a:gd name="T15" fmla="*/ 0 60000 65536"/>
                <a:gd name="T16" fmla="*/ 0 60000 65536"/>
                <a:gd name="T17" fmla="*/ 0 60000 65536"/>
                <a:gd name="T18" fmla="*/ 0 60000 65536"/>
                <a:gd name="T19" fmla="*/ 0 60000 65536"/>
                <a:gd name="T20" fmla="*/ 0 60000 65536"/>
                <a:gd name="T21" fmla="*/ 0 w 31"/>
                <a:gd name="T22" fmla="*/ 0 h 28"/>
                <a:gd name="T23" fmla="*/ 31 w 31"/>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8">
                  <a:moveTo>
                    <a:pt x="0" y="0"/>
                  </a:moveTo>
                  <a:lnTo>
                    <a:pt x="0" y="0"/>
                  </a:lnTo>
                  <a:lnTo>
                    <a:pt x="23" y="12"/>
                  </a:lnTo>
                  <a:lnTo>
                    <a:pt x="30" y="27"/>
                  </a:lnTo>
                  <a:lnTo>
                    <a:pt x="29"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369" name="Group 77">
            <a:extLst>
              <a:ext uri="{FF2B5EF4-FFF2-40B4-BE49-F238E27FC236}">
                <a16:creationId xmlns:a16="http://schemas.microsoft.com/office/drawing/2014/main" id="{568F9563-647E-E0F3-CDD2-F06BD9CF5BBB}"/>
              </a:ext>
            </a:extLst>
          </p:cNvPr>
          <p:cNvGrpSpPr>
            <a:grpSpLocks/>
          </p:cNvGrpSpPr>
          <p:nvPr/>
        </p:nvGrpSpPr>
        <p:grpSpPr bwMode="auto">
          <a:xfrm>
            <a:off x="5886531" y="5086363"/>
            <a:ext cx="141623" cy="200104"/>
            <a:chOff x="4680" y="3175"/>
            <a:chExt cx="125" cy="179"/>
          </a:xfrm>
          <a:solidFill>
            <a:schemeClr val="accent2"/>
          </a:solidFill>
        </p:grpSpPr>
        <p:sp>
          <p:nvSpPr>
            <p:cNvPr id="370" name="Freeform 667">
              <a:extLst>
                <a:ext uri="{FF2B5EF4-FFF2-40B4-BE49-F238E27FC236}">
                  <a16:creationId xmlns:a16="http://schemas.microsoft.com/office/drawing/2014/main" id="{29DA953F-4543-BFD0-19FF-3046513B470E}"/>
                </a:ext>
              </a:extLst>
            </p:cNvPr>
            <p:cNvSpPr>
              <a:spLocks/>
            </p:cNvSpPr>
            <p:nvPr/>
          </p:nvSpPr>
          <p:spPr bwMode="auto">
            <a:xfrm>
              <a:off x="4680" y="3275"/>
              <a:ext cx="32" cy="40"/>
            </a:xfrm>
            <a:custGeom>
              <a:avLst/>
              <a:gdLst>
                <a:gd name="T0" fmla="*/ 0 w 32"/>
                <a:gd name="T1" fmla="*/ 39 h 40"/>
                <a:gd name="T2" fmla="*/ 0 w 32"/>
                <a:gd name="T3" fmla="*/ 39 h 40"/>
                <a:gd name="T4" fmla="*/ 22 w 32"/>
                <a:gd name="T5" fmla="*/ 21 h 40"/>
                <a:gd name="T6" fmla="*/ 31 w 32"/>
                <a:gd name="T7" fmla="*/ 0 h 40"/>
                <a:gd name="T8" fmla="*/ 0 w 32"/>
                <a:gd name="T9" fmla="*/ 39 h 40"/>
                <a:gd name="T10" fmla="*/ 0 w 32"/>
                <a:gd name="T11" fmla="*/ 39 h 40"/>
                <a:gd name="T12" fmla="*/ 0 60000 65536"/>
                <a:gd name="T13" fmla="*/ 0 60000 65536"/>
                <a:gd name="T14" fmla="*/ 0 60000 65536"/>
                <a:gd name="T15" fmla="*/ 0 60000 65536"/>
                <a:gd name="T16" fmla="*/ 0 60000 65536"/>
                <a:gd name="T17" fmla="*/ 0 60000 65536"/>
                <a:gd name="T18" fmla="*/ 0 w 32"/>
                <a:gd name="T19" fmla="*/ 0 h 40"/>
                <a:gd name="T20" fmla="*/ 32 w 32"/>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32" h="40">
                  <a:moveTo>
                    <a:pt x="0" y="39"/>
                  </a:moveTo>
                  <a:lnTo>
                    <a:pt x="0" y="39"/>
                  </a:lnTo>
                  <a:lnTo>
                    <a:pt x="22" y="21"/>
                  </a:lnTo>
                  <a:lnTo>
                    <a:pt x="31" y="0"/>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1" name="Freeform 79">
              <a:extLst>
                <a:ext uri="{FF2B5EF4-FFF2-40B4-BE49-F238E27FC236}">
                  <a16:creationId xmlns:a16="http://schemas.microsoft.com/office/drawing/2014/main" id="{5705D01C-E5C8-EF11-86F5-82519EF0C60F}"/>
                </a:ext>
              </a:extLst>
            </p:cNvPr>
            <p:cNvSpPr>
              <a:spLocks/>
            </p:cNvSpPr>
            <p:nvPr/>
          </p:nvSpPr>
          <p:spPr bwMode="auto">
            <a:xfrm>
              <a:off x="4717" y="3175"/>
              <a:ext cx="57" cy="84"/>
            </a:xfrm>
            <a:custGeom>
              <a:avLst/>
              <a:gdLst>
                <a:gd name="T0" fmla="*/ 0 w 57"/>
                <a:gd name="T1" fmla="*/ 33 h 84"/>
                <a:gd name="T2" fmla="*/ 0 w 57"/>
                <a:gd name="T3" fmla="*/ 33 h 84"/>
                <a:gd name="T4" fmla="*/ 11 w 57"/>
                <a:gd name="T5" fmla="*/ 0 h 84"/>
                <a:gd name="T6" fmla="*/ 30 w 57"/>
                <a:gd name="T7" fmla="*/ 1 h 84"/>
                <a:gd name="T8" fmla="*/ 35 w 57"/>
                <a:gd name="T9" fmla="*/ 23 h 84"/>
                <a:gd name="T10" fmla="*/ 20 w 57"/>
                <a:gd name="T11" fmla="*/ 45 h 84"/>
                <a:gd name="T12" fmla="*/ 23 w 57"/>
                <a:gd name="T13" fmla="*/ 58 h 84"/>
                <a:gd name="T14" fmla="*/ 53 w 57"/>
                <a:gd name="T15" fmla="*/ 66 h 84"/>
                <a:gd name="T16" fmla="*/ 56 w 57"/>
                <a:gd name="T17" fmla="*/ 83 h 84"/>
                <a:gd name="T18" fmla="*/ 38 w 57"/>
                <a:gd name="T19" fmla="*/ 66 h 84"/>
                <a:gd name="T20" fmla="*/ 38 w 57"/>
                <a:gd name="T21" fmla="*/ 74 h 84"/>
                <a:gd name="T22" fmla="*/ 11 w 57"/>
                <a:gd name="T23" fmla="*/ 66 h 84"/>
                <a:gd name="T24" fmla="*/ 0 w 57"/>
                <a:gd name="T25" fmla="*/ 33 h 84"/>
                <a:gd name="T26" fmla="*/ 0 w 57"/>
                <a:gd name="T27" fmla="*/ 33 h 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7"/>
                <a:gd name="T43" fmla="*/ 0 h 84"/>
                <a:gd name="T44" fmla="*/ 57 w 57"/>
                <a:gd name="T45" fmla="*/ 84 h 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7" h="84">
                  <a:moveTo>
                    <a:pt x="0" y="33"/>
                  </a:moveTo>
                  <a:lnTo>
                    <a:pt x="0" y="33"/>
                  </a:lnTo>
                  <a:lnTo>
                    <a:pt x="11" y="0"/>
                  </a:lnTo>
                  <a:lnTo>
                    <a:pt x="30" y="1"/>
                  </a:lnTo>
                  <a:lnTo>
                    <a:pt x="35" y="23"/>
                  </a:lnTo>
                  <a:lnTo>
                    <a:pt x="20" y="45"/>
                  </a:lnTo>
                  <a:lnTo>
                    <a:pt x="23" y="58"/>
                  </a:lnTo>
                  <a:lnTo>
                    <a:pt x="53" y="66"/>
                  </a:lnTo>
                  <a:lnTo>
                    <a:pt x="56" y="83"/>
                  </a:lnTo>
                  <a:lnTo>
                    <a:pt x="38" y="66"/>
                  </a:lnTo>
                  <a:lnTo>
                    <a:pt x="38" y="74"/>
                  </a:lnTo>
                  <a:lnTo>
                    <a:pt x="11" y="66"/>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2" name="Freeform 669">
              <a:extLst>
                <a:ext uri="{FF2B5EF4-FFF2-40B4-BE49-F238E27FC236}">
                  <a16:creationId xmlns:a16="http://schemas.microsoft.com/office/drawing/2014/main" id="{824C98A8-1A09-EF8F-DC1B-26C703F5F4A3}"/>
                </a:ext>
              </a:extLst>
            </p:cNvPr>
            <p:cNvSpPr>
              <a:spLocks/>
            </p:cNvSpPr>
            <p:nvPr/>
          </p:nvSpPr>
          <p:spPr bwMode="auto">
            <a:xfrm>
              <a:off x="4722" y="3246"/>
              <a:ext cx="17" cy="18"/>
            </a:xfrm>
            <a:custGeom>
              <a:avLst/>
              <a:gdLst>
                <a:gd name="T0" fmla="*/ 0 w 17"/>
                <a:gd name="T1" fmla="*/ 0 h 18"/>
                <a:gd name="T2" fmla="*/ 0 w 17"/>
                <a:gd name="T3" fmla="*/ 0 h 18"/>
                <a:gd name="T4" fmla="*/ 8 w 17"/>
                <a:gd name="T5" fmla="*/ 0 h 18"/>
                <a:gd name="T6" fmla="*/ 16 w 17"/>
                <a:gd name="T7" fmla="*/ 3 h 18"/>
                <a:gd name="T8" fmla="*/ 12 w 17"/>
                <a:gd name="T9" fmla="*/ 17 h 18"/>
                <a:gd name="T10" fmla="*/ 0 w 17"/>
                <a:gd name="T11" fmla="*/ 0 h 18"/>
                <a:gd name="T12" fmla="*/ 0 w 17"/>
                <a:gd name="T13" fmla="*/ 0 h 18"/>
                <a:gd name="T14" fmla="*/ 0 60000 65536"/>
                <a:gd name="T15" fmla="*/ 0 60000 65536"/>
                <a:gd name="T16" fmla="*/ 0 60000 65536"/>
                <a:gd name="T17" fmla="*/ 0 60000 65536"/>
                <a:gd name="T18" fmla="*/ 0 60000 65536"/>
                <a:gd name="T19" fmla="*/ 0 60000 65536"/>
                <a:gd name="T20" fmla="*/ 0 60000 65536"/>
                <a:gd name="T21" fmla="*/ 0 w 17"/>
                <a:gd name="T22" fmla="*/ 0 h 18"/>
                <a:gd name="T23" fmla="*/ 17 w 17"/>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8">
                  <a:moveTo>
                    <a:pt x="0" y="0"/>
                  </a:moveTo>
                  <a:lnTo>
                    <a:pt x="0" y="0"/>
                  </a:lnTo>
                  <a:lnTo>
                    <a:pt x="8" y="0"/>
                  </a:lnTo>
                  <a:lnTo>
                    <a:pt x="16" y="3"/>
                  </a:lnTo>
                  <a:lnTo>
                    <a:pt x="12" y="17"/>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3" name="Freeform 81">
              <a:extLst>
                <a:ext uri="{FF2B5EF4-FFF2-40B4-BE49-F238E27FC236}">
                  <a16:creationId xmlns:a16="http://schemas.microsoft.com/office/drawing/2014/main" id="{46853E58-38AB-1ADD-9138-B9D50D0F8ACA}"/>
                </a:ext>
              </a:extLst>
            </p:cNvPr>
            <p:cNvSpPr>
              <a:spLocks/>
            </p:cNvSpPr>
            <p:nvPr/>
          </p:nvSpPr>
          <p:spPr bwMode="auto">
            <a:xfrm>
              <a:off x="4744" y="3267"/>
              <a:ext cx="15" cy="22"/>
            </a:xfrm>
            <a:custGeom>
              <a:avLst/>
              <a:gdLst>
                <a:gd name="T0" fmla="*/ 0 w 15"/>
                <a:gd name="T1" fmla="*/ 0 h 22"/>
                <a:gd name="T2" fmla="*/ 0 w 15"/>
                <a:gd name="T3" fmla="*/ 0 h 22"/>
                <a:gd name="T4" fmla="*/ 1 w 15"/>
                <a:gd name="T5" fmla="*/ 21 h 22"/>
                <a:gd name="T6" fmla="*/ 14 w 15"/>
                <a:gd name="T7" fmla="*/ 12 h 22"/>
                <a:gd name="T8" fmla="*/ 0 w 15"/>
                <a:gd name="T9" fmla="*/ 0 h 22"/>
                <a:gd name="T10" fmla="*/ 0 w 15"/>
                <a:gd name="T11" fmla="*/ 0 h 22"/>
                <a:gd name="T12" fmla="*/ 0 60000 65536"/>
                <a:gd name="T13" fmla="*/ 0 60000 65536"/>
                <a:gd name="T14" fmla="*/ 0 60000 65536"/>
                <a:gd name="T15" fmla="*/ 0 60000 65536"/>
                <a:gd name="T16" fmla="*/ 0 60000 65536"/>
                <a:gd name="T17" fmla="*/ 0 60000 65536"/>
                <a:gd name="T18" fmla="*/ 0 w 15"/>
                <a:gd name="T19" fmla="*/ 0 h 22"/>
                <a:gd name="T20" fmla="*/ 15 w 1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5" h="22">
                  <a:moveTo>
                    <a:pt x="0" y="0"/>
                  </a:moveTo>
                  <a:lnTo>
                    <a:pt x="0" y="0"/>
                  </a:lnTo>
                  <a:lnTo>
                    <a:pt x="1" y="21"/>
                  </a:lnTo>
                  <a:lnTo>
                    <a:pt x="14" y="12"/>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4" name="Freeform 671">
              <a:extLst>
                <a:ext uri="{FF2B5EF4-FFF2-40B4-BE49-F238E27FC236}">
                  <a16:creationId xmlns:a16="http://schemas.microsoft.com/office/drawing/2014/main" id="{4D145DED-F40E-B26B-3526-CA8B46B5601B}"/>
                </a:ext>
              </a:extLst>
            </p:cNvPr>
            <p:cNvSpPr>
              <a:spLocks/>
            </p:cNvSpPr>
            <p:nvPr/>
          </p:nvSpPr>
          <p:spPr bwMode="auto">
            <a:xfrm>
              <a:off x="4745" y="3297"/>
              <a:ext cx="60" cy="57"/>
            </a:xfrm>
            <a:custGeom>
              <a:avLst/>
              <a:gdLst>
                <a:gd name="T0" fmla="*/ 0 w 60"/>
                <a:gd name="T1" fmla="*/ 38 h 57"/>
                <a:gd name="T2" fmla="*/ 0 w 60"/>
                <a:gd name="T3" fmla="*/ 38 h 57"/>
                <a:gd name="T4" fmla="*/ 13 w 60"/>
                <a:gd name="T5" fmla="*/ 18 h 57"/>
                <a:gd name="T6" fmla="*/ 28 w 60"/>
                <a:gd name="T7" fmla="*/ 22 h 57"/>
                <a:gd name="T8" fmla="*/ 49 w 60"/>
                <a:gd name="T9" fmla="*/ 0 h 57"/>
                <a:gd name="T10" fmla="*/ 59 w 60"/>
                <a:gd name="T11" fmla="*/ 13 h 57"/>
                <a:gd name="T12" fmla="*/ 58 w 60"/>
                <a:gd name="T13" fmla="*/ 46 h 57"/>
                <a:gd name="T14" fmla="*/ 53 w 60"/>
                <a:gd name="T15" fmla="*/ 32 h 57"/>
                <a:gd name="T16" fmla="*/ 47 w 60"/>
                <a:gd name="T17" fmla="*/ 56 h 57"/>
                <a:gd name="T18" fmla="*/ 32 w 60"/>
                <a:gd name="T19" fmla="*/ 50 h 57"/>
                <a:gd name="T20" fmla="*/ 23 w 60"/>
                <a:gd name="T21" fmla="*/ 25 h 57"/>
                <a:gd name="T22" fmla="*/ 0 w 60"/>
                <a:gd name="T23" fmla="*/ 38 h 57"/>
                <a:gd name="T24" fmla="*/ 0 w 60"/>
                <a:gd name="T25" fmla="*/ 38 h 5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57"/>
                <a:gd name="T41" fmla="*/ 60 w 60"/>
                <a:gd name="T42" fmla="*/ 57 h 5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57">
                  <a:moveTo>
                    <a:pt x="0" y="38"/>
                  </a:moveTo>
                  <a:lnTo>
                    <a:pt x="0" y="38"/>
                  </a:lnTo>
                  <a:lnTo>
                    <a:pt x="13" y="18"/>
                  </a:lnTo>
                  <a:lnTo>
                    <a:pt x="28" y="22"/>
                  </a:lnTo>
                  <a:lnTo>
                    <a:pt x="49" y="0"/>
                  </a:lnTo>
                  <a:lnTo>
                    <a:pt x="59" y="13"/>
                  </a:lnTo>
                  <a:lnTo>
                    <a:pt x="58" y="46"/>
                  </a:lnTo>
                  <a:lnTo>
                    <a:pt x="53" y="32"/>
                  </a:lnTo>
                  <a:lnTo>
                    <a:pt x="47" y="56"/>
                  </a:lnTo>
                  <a:lnTo>
                    <a:pt x="32" y="50"/>
                  </a:lnTo>
                  <a:lnTo>
                    <a:pt x="23" y="25"/>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5" name="Freeform 672">
              <a:extLst>
                <a:ext uri="{FF2B5EF4-FFF2-40B4-BE49-F238E27FC236}">
                  <a16:creationId xmlns:a16="http://schemas.microsoft.com/office/drawing/2014/main" id="{A42B3C86-8054-CB00-69E8-20468D52D387}"/>
                </a:ext>
              </a:extLst>
            </p:cNvPr>
            <p:cNvSpPr>
              <a:spLocks/>
            </p:cNvSpPr>
            <p:nvPr/>
          </p:nvSpPr>
          <p:spPr bwMode="auto">
            <a:xfrm>
              <a:off x="4752" y="3283"/>
              <a:ext cx="14" cy="24"/>
            </a:xfrm>
            <a:custGeom>
              <a:avLst/>
              <a:gdLst>
                <a:gd name="T0" fmla="*/ 0 w 14"/>
                <a:gd name="T1" fmla="*/ 14 h 24"/>
                <a:gd name="T2" fmla="*/ 0 w 14"/>
                <a:gd name="T3" fmla="*/ 14 h 24"/>
                <a:gd name="T4" fmla="*/ 3 w 14"/>
                <a:gd name="T5" fmla="*/ 10 h 24"/>
                <a:gd name="T6" fmla="*/ 13 w 14"/>
                <a:gd name="T7" fmla="*/ 0 h 24"/>
                <a:gd name="T8" fmla="*/ 9 w 14"/>
                <a:gd name="T9" fmla="*/ 23 h 24"/>
                <a:gd name="T10" fmla="*/ 0 w 14"/>
                <a:gd name="T11" fmla="*/ 14 h 24"/>
                <a:gd name="T12" fmla="*/ 0 w 14"/>
                <a:gd name="T13" fmla="*/ 14 h 24"/>
                <a:gd name="T14" fmla="*/ 0 60000 65536"/>
                <a:gd name="T15" fmla="*/ 0 60000 65536"/>
                <a:gd name="T16" fmla="*/ 0 60000 65536"/>
                <a:gd name="T17" fmla="*/ 0 60000 65536"/>
                <a:gd name="T18" fmla="*/ 0 60000 65536"/>
                <a:gd name="T19" fmla="*/ 0 60000 65536"/>
                <a:gd name="T20" fmla="*/ 0 60000 65536"/>
                <a:gd name="T21" fmla="*/ 0 w 14"/>
                <a:gd name="T22" fmla="*/ 0 h 24"/>
                <a:gd name="T23" fmla="*/ 14 w 1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24">
                  <a:moveTo>
                    <a:pt x="0" y="14"/>
                  </a:moveTo>
                  <a:lnTo>
                    <a:pt x="0" y="14"/>
                  </a:lnTo>
                  <a:lnTo>
                    <a:pt x="3" y="10"/>
                  </a:lnTo>
                  <a:lnTo>
                    <a:pt x="13" y="0"/>
                  </a:lnTo>
                  <a:lnTo>
                    <a:pt x="9" y="23"/>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76" name="Freeform 673">
            <a:extLst>
              <a:ext uri="{FF2B5EF4-FFF2-40B4-BE49-F238E27FC236}">
                <a16:creationId xmlns:a16="http://schemas.microsoft.com/office/drawing/2014/main" id="{1568C558-D446-1671-8751-17418BD6CBD1}"/>
              </a:ext>
            </a:extLst>
          </p:cNvPr>
          <p:cNvSpPr>
            <a:spLocks/>
          </p:cNvSpPr>
          <p:nvPr/>
        </p:nvSpPr>
        <p:spPr bwMode="auto">
          <a:xfrm>
            <a:off x="4470248" y="3865437"/>
            <a:ext cx="2559400" cy="831516"/>
          </a:xfrm>
          <a:custGeom>
            <a:avLst/>
            <a:gdLst>
              <a:gd name="T0" fmla="*/ 37309631 w 2232"/>
              <a:gd name="T1" fmla="*/ 710412683 h 748"/>
              <a:gd name="T2" fmla="*/ 66845385 w 2232"/>
              <a:gd name="T3" fmla="*/ 442943307 h 748"/>
              <a:gd name="T4" fmla="*/ 129026444 w 2232"/>
              <a:gd name="T5" fmla="*/ 374798509 h 748"/>
              <a:gd name="T6" fmla="*/ 167890879 w 2232"/>
              <a:gd name="T7" fmla="*/ 560493703 h 748"/>
              <a:gd name="T8" fmla="*/ 300026834 w 2232"/>
              <a:gd name="T9" fmla="*/ 560493703 h 748"/>
              <a:gd name="T10" fmla="*/ 421280687 w 2232"/>
              <a:gd name="T11" fmla="*/ 431017413 h 748"/>
              <a:gd name="T12" fmla="*/ 592281039 w 2232"/>
              <a:gd name="T13" fmla="*/ 420796150 h 748"/>
              <a:gd name="T14" fmla="*/ 879870995 w 2232"/>
              <a:gd name="T15" fmla="*/ 419092823 h 748"/>
              <a:gd name="T16" fmla="*/ 881425770 w 2232"/>
              <a:gd name="T17" fmla="*/ 270877252 h 748"/>
              <a:gd name="T18" fmla="*/ 990243836 w 2232"/>
              <a:gd name="T19" fmla="*/ 408870255 h 748"/>
              <a:gd name="T20" fmla="*/ 1008898646 w 2232"/>
              <a:gd name="T21" fmla="*/ 398648993 h 748"/>
              <a:gd name="T22" fmla="*/ 1089734496 w 2232"/>
              <a:gd name="T23" fmla="*/ 417389497 h 748"/>
              <a:gd name="T24" fmla="*/ 1035326087 w 2232"/>
              <a:gd name="T25" fmla="*/ 238507527 h 748"/>
              <a:gd name="T26" fmla="*/ 1094397576 w 2232"/>
              <a:gd name="T27" fmla="*/ 247026768 h 748"/>
              <a:gd name="T28" fmla="*/ 1139479826 w 2232"/>
              <a:gd name="T29" fmla="*/ 195917844 h 748"/>
              <a:gd name="T30" fmla="*/ 1400642498 w 2232"/>
              <a:gd name="T31" fmla="*/ 78367386 h 748"/>
              <a:gd name="T32" fmla="*/ 1576305929 w 2232"/>
              <a:gd name="T33" fmla="*/ 56220229 h 748"/>
              <a:gd name="T34" fmla="*/ 1786169430 w 2232"/>
              <a:gd name="T35" fmla="*/ 47700987 h 748"/>
              <a:gd name="T36" fmla="*/ 1699115726 w 2232"/>
              <a:gd name="T37" fmla="*/ 223174980 h 748"/>
              <a:gd name="T38" fmla="*/ 1835914761 w 2232"/>
              <a:gd name="T39" fmla="*/ 209545759 h 748"/>
              <a:gd name="T40" fmla="*/ 2044223487 w 2232"/>
              <a:gd name="T41" fmla="*/ 218065001 h 748"/>
              <a:gd name="T42" fmla="*/ 2147483647 w 2232"/>
              <a:gd name="T43" fmla="*/ 284506472 h 748"/>
              <a:gd name="T44" fmla="*/ 2147483647 w 2232"/>
              <a:gd name="T45" fmla="*/ 267469294 h 748"/>
              <a:gd name="T46" fmla="*/ 2147483647 w 2232"/>
              <a:gd name="T47" fmla="*/ 371390551 h 748"/>
              <a:gd name="T48" fmla="*/ 2147483647 w 2232"/>
              <a:gd name="T49" fmla="*/ 361169288 h 748"/>
              <a:gd name="T50" fmla="*/ 2147483647 w 2232"/>
              <a:gd name="T51" fmla="*/ 459979180 h 748"/>
              <a:gd name="T52" fmla="*/ 2147483647 w 2232"/>
              <a:gd name="T53" fmla="*/ 562197029 h 748"/>
              <a:gd name="T54" fmla="*/ 2147483647 w 2232"/>
              <a:gd name="T55" fmla="*/ 492348905 h 748"/>
              <a:gd name="T56" fmla="*/ 2147483647 w 2232"/>
              <a:gd name="T57" fmla="*/ 613305954 h 748"/>
              <a:gd name="T58" fmla="*/ 2147483647 w 2232"/>
              <a:gd name="T59" fmla="*/ 725746535 h 748"/>
              <a:gd name="T60" fmla="*/ 2147483647 w 2232"/>
              <a:gd name="T61" fmla="*/ 850110236 h 748"/>
              <a:gd name="T62" fmla="*/ 2147483647 w 2232"/>
              <a:gd name="T63" fmla="*/ 982994484 h 748"/>
              <a:gd name="T64" fmla="*/ 2147483647 w 2232"/>
              <a:gd name="T65" fmla="*/ 689970157 h 748"/>
              <a:gd name="T66" fmla="*/ 2147483647 w 2232"/>
              <a:gd name="T67" fmla="*/ 662711553 h 748"/>
              <a:gd name="T68" fmla="*/ 2147483647 w 2232"/>
              <a:gd name="T69" fmla="*/ 747893692 h 748"/>
              <a:gd name="T70" fmla="*/ 2147483647 w 2232"/>
              <a:gd name="T71" fmla="*/ 919959665 h 748"/>
              <a:gd name="T72" fmla="*/ 2147483647 w 2232"/>
              <a:gd name="T73" fmla="*/ 974475243 h 748"/>
              <a:gd name="T74" fmla="*/ 2147483647 w 2232"/>
              <a:gd name="T75" fmla="*/ 1257278307 h 748"/>
              <a:gd name="T76" fmla="*/ 2135941517 w 2232"/>
              <a:gd name="T77" fmla="*/ 1051139282 h 748"/>
              <a:gd name="T78" fmla="*/ 1898097047 w 2232"/>
              <a:gd name="T79" fmla="*/ 1042621346 h 748"/>
              <a:gd name="T80" fmla="*/ 1507907035 w 2232"/>
              <a:gd name="T81" fmla="*/ 998327031 h 748"/>
              <a:gd name="T82" fmla="*/ 1147252456 w 2232"/>
              <a:gd name="T83" fmla="*/ 1042621346 h 748"/>
              <a:gd name="T84" fmla="*/ 1016671276 w 2232"/>
              <a:gd name="T85" fmla="*/ 1001733684 h 748"/>
              <a:gd name="T86" fmla="*/ 778825559 w 2232"/>
              <a:gd name="T87" fmla="*/ 877368677 h 748"/>
              <a:gd name="T88" fmla="*/ 620262008 w 2232"/>
              <a:gd name="T89" fmla="*/ 916553013 h 748"/>
              <a:gd name="T90" fmla="*/ 645134673 w 2232"/>
              <a:gd name="T91" fmla="*/ 1001733684 h 748"/>
              <a:gd name="T92" fmla="*/ 553416642 w 2232"/>
              <a:gd name="T93" fmla="*/ 993215747 h 748"/>
              <a:gd name="T94" fmla="*/ 415062832 w 2232"/>
              <a:gd name="T95" fmla="*/ 1013659578 h 748"/>
              <a:gd name="T96" fmla="*/ 401072348 w 2232"/>
              <a:gd name="T97" fmla="*/ 1097136923 h 748"/>
              <a:gd name="T98" fmla="*/ 452372453 w 2232"/>
              <a:gd name="T99" fmla="*/ 1161875068 h 748"/>
              <a:gd name="T100" fmla="*/ 411953282 w 2232"/>
              <a:gd name="T101" fmla="*/ 1253870349 h 748"/>
              <a:gd name="T102" fmla="*/ 290699429 w 2232"/>
              <a:gd name="T103" fmla="*/ 1206169383 h 748"/>
              <a:gd name="T104" fmla="*/ 272044619 w 2232"/>
              <a:gd name="T105" fmla="*/ 1092025639 h 748"/>
              <a:gd name="T106" fmla="*/ 138353849 w 2232"/>
              <a:gd name="T107" fmla="*/ 1000030358 h 748"/>
              <a:gd name="T108" fmla="*/ 93272845 w 2232"/>
              <a:gd name="T109" fmla="*/ 954032717 h 748"/>
              <a:gd name="T110" fmla="*/ 6217857 w 2232"/>
              <a:gd name="T111" fmla="*/ 880776635 h 7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232"/>
              <a:gd name="T169" fmla="*/ 0 h 748"/>
              <a:gd name="T170" fmla="*/ 2232 w 2232"/>
              <a:gd name="T171" fmla="*/ 748 h 7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232" h="748">
                <a:moveTo>
                  <a:pt x="8" y="492"/>
                </a:moveTo>
                <a:lnTo>
                  <a:pt x="13" y="474"/>
                </a:lnTo>
                <a:lnTo>
                  <a:pt x="22" y="458"/>
                </a:lnTo>
                <a:lnTo>
                  <a:pt x="15" y="439"/>
                </a:lnTo>
                <a:lnTo>
                  <a:pt x="15" y="428"/>
                </a:lnTo>
                <a:lnTo>
                  <a:pt x="46" y="423"/>
                </a:lnTo>
                <a:lnTo>
                  <a:pt x="24" y="417"/>
                </a:lnTo>
                <a:lnTo>
                  <a:pt x="25" y="409"/>
                </a:lnTo>
                <a:lnTo>
                  <a:pt x="11" y="411"/>
                </a:lnTo>
                <a:lnTo>
                  <a:pt x="63" y="367"/>
                </a:lnTo>
                <a:lnTo>
                  <a:pt x="40" y="321"/>
                </a:lnTo>
                <a:lnTo>
                  <a:pt x="46" y="299"/>
                </a:lnTo>
                <a:lnTo>
                  <a:pt x="32" y="274"/>
                </a:lnTo>
                <a:lnTo>
                  <a:pt x="43" y="260"/>
                </a:lnTo>
                <a:lnTo>
                  <a:pt x="24" y="241"/>
                </a:lnTo>
                <a:lnTo>
                  <a:pt x="29" y="225"/>
                </a:lnTo>
                <a:lnTo>
                  <a:pt x="55" y="207"/>
                </a:lnTo>
                <a:lnTo>
                  <a:pt x="69" y="205"/>
                </a:lnTo>
                <a:lnTo>
                  <a:pt x="86" y="209"/>
                </a:lnTo>
                <a:lnTo>
                  <a:pt x="71" y="213"/>
                </a:lnTo>
                <a:lnTo>
                  <a:pt x="83" y="220"/>
                </a:lnTo>
                <a:lnTo>
                  <a:pt x="123" y="222"/>
                </a:lnTo>
                <a:lnTo>
                  <a:pt x="195" y="259"/>
                </a:lnTo>
                <a:lnTo>
                  <a:pt x="196" y="277"/>
                </a:lnTo>
                <a:lnTo>
                  <a:pt x="166" y="294"/>
                </a:lnTo>
                <a:lnTo>
                  <a:pt x="69" y="271"/>
                </a:lnTo>
                <a:lnTo>
                  <a:pt x="109" y="298"/>
                </a:lnTo>
                <a:lnTo>
                  <a:pt x="108" y="329"/>
                </a:lnTo>
                <a:lnTo>
                  <a:pt x="146" y="344"/>
                </a:lnTo>
                <a:lnTo>
                  <a:pt x="157" y="342"/>
                </a:lnTo>
                <a:lnTo>
                  <a:pt x="151" y="329"/>
                </a:lnTo>
                <a:lnTo>
                  <a:pt x="133" y="324"/>
                </a:lnTo>
                <a:lnTo>
                  <a:pt x="138" y="313"/>
                </a:lnTo>
                <a:lnTo>
                  <a:pt x="155" y="325"/>
                </a:lnTo>
                <a:lnTo>
                  <a:pt x="193" y="329"/>
                </a:lnTo>
                <a:lnTo>
                  <a:pt x="177" y="304"/>
                </a:lnTo>
                <a:lnTo>
                  <a:pt x="212" y="284"/>
                </a:lnTo>
                <a:lnTo>
                  <a:pt x="237" y="298"/>
                </a:lnTo>
                <a:lnTo>
                  <a:pt x="236" y="243"/>
                </a:lnTo>
                <a:lnTo>
                  <a:pt x="226" y="234"/>
                </a:lnTo>
                <a:lnTo>
                  <a:pt x="268" y="247"/>
                </a:lnTo>
                <a:lnTo>
                  <a:pt x="271" y="253"/>
                </a:lnTo>
                <a:lnTo>
                  <a:pt x="248" y="263"/>
                </a:lnTo>
                <a:lnTo>
                  <a:pt x="271" y="281"/>
                </a:lnTo>
                <a:lnTo>
                  <a:pt x="290" y="260"/>
                </a:lnTo>
                <a:lnTo>
                  <a:pt x="368" y="227"/>
                </a:lnTo>
                <a:lnTo>
                  <a:pt x="380" y="226"/>
                </a:lnTo>
                <a:lnTo>
                  <a:pt x="368" y="231"/>
                </a:lnTo>
                <a:lnTo>
                  <a:pt x="381" y="247"/>
                </a:lnTo>
                <a:lnTo>
                  <a:pt x="438" y="226"/>
                </a:lnTo>
                <a:lnTo>
                  <a:pt x="451" y="241"/>
                </a:lnTo>
                <a:lnTo>
                  <a:pt x="464" y="230"/>
                </a:lnTo>
                <a:lnTo>
                  <a:pt x="457" y="212"/>
                </a:lnTo>
                <a:lnTo>
                  <a:pt x="465" y="206"/>
                </a:lnTo>
                <a:lnTo>
                  <a:pt x="509" y="215"/>
                </a:lnTo>
                <a:lnTo>
                  <a:pt x="566" y="246"/>
                </a:lnTo>
                <a:lnTo>
                  <a:pt x="577" y="231"/>
                </a:lnTo>
                <a:lnTo>
                  <a:pt x="565" y="215"/>
                </a:lnTo>
                <a:lnTo>
                  <a:pt x="547" y="211"/>
                </a:lnTo>
                <a:lnTo>
                  <a:pt x="554" y="186"/>
                </a:lnTo>
                <a:lnTo>
                  <a:pt x="542" y="183"/>
                </a:lnTo>
                <a:lnTo>
                  <a:pt x="546" y="171"/>
                </a:lnTo>
                <a:lnTo>
                  <a:pt x="567" y="159"/>
                </a:lnTo>
                <a:lnTo>
                  <a:pt x="581" y="129"/>
                </a:lnTo>
                <a:lnTo>
                  <a:pt x="610" y="130"/>
                </a:lnTo>
                <a:lnTo>
                  <a:pt x="625" y="134"/>
                </a:lnTo>
                <a:lnTo>
                  <a:pt x="614" y="166"/>
                </a:lnTo>
                <a:lnTo>
                  <a:pt x="626" y="181"/>
                </a:lnTo>
                <a:lnTo>
                  <a:pt x="622" y="225"/>
                </a:lnTo>
                <a:lnTo>
                  <a:pt x="637" y="240"/>
                </a:lnTo>
                <a:lnTo>
                  <a:pt x="631" y="256"/>
                </a:lnTo>
                <a:lnTo>
                  <a:pt x="609" y="268"/>
                </a:lnTo>
                <a:lnTo>
                  <a:pt x="616" y="274"/>
                </a:lnTo>
                <a:lnTo>
                  <a:pt x="586" y="280"/>
                </a:lnTo>
                <a:lnTo>
                  <a:pt x="618" y="291"/>
                </a:lnTo>
                <a:lnTo>
                  <a:pt x="653" y="256"/>
                </a:lnTo>
                <a:lnTo>
                  <a:pt x="649" y="234"/>
                </a:lnTo>
                <a:lnTo>
                  <a:pt x="661" y="231"/>
                </a:lnTo>
                <a:lnTo>
                  <a:pt x="680" y="227"/>
                </a:lnTo>
                <a:lnTo>
                  <a:pt x="689" y="239"/>
                </a:lnTo>
                <a:lnTo>
                  <a:pt x="688" y="256"/>
                </a:lnTo>
                <a:lnTo>
                  <a:pt x="711" y="261"/>
                </a:lnTo>
                <a:lnTo>
                  <a:pt x="693" y="255"/>
                </a:lnTo>
                <a:lnTo>
                  <a:pt x="701" y="245"/>
                </a:lnTo>
                <a:lnTo>
                  <a:pt x="694" y="231"/>
                </a:lnTo>
                <a:lnTo>
                  <a:pt x="641" y="221"/>
                </a:lnTo>
                <a:lnTo>
                  <a:pt x="649" y="187"/>
                </a:lnTo>
                <a:lnTo>
                  <a:pt x="631" y="166"/>
                </a:lnTo>
                <a:lnTo>
                  <a:pt x="657" y="146"/>
                </a:lnTo>
                <a:lnTo>
                  <a:pt x="654" y="132"/>
                </a:lnTo>
                <a:lnTo>
                  <a:pt x="666" y="140"/>
                </a:lnTo>
                <a:lnTo>
                  <a:pt x="660" y="167"/>
                </a:lnTo>
                <a:lnTo>
                  <a:pt x="668" y="171"/>
                </a:lnTo>
                <a:lnTo>
                  <a:pt x="704" y="180"/>
                </a:lnTo>
                <a:lnTo>
                  <a:pt x="672" y="157"/>
                </a:lnTo>
                <a:lnTo>
                  <a:pt x="696" y="158"/>
                </a:lnTo>
                <a:lnTo>
                  <a:pt x="691" y="149"/>
                </a:lnTo>
                <a:lnTo>
                  <a:pt x="704" y="145"/>
                </a:lnTo>
                <a:lnTo>
                  <a:pt x="770" y="162"/>
                </a:lnTo>
                <a:lnTo>
                  <a:pt x="757" y="174"/>
                </a:lnTo>
                <a:lnTo>
                  <a:pt x="756" y="192"/>
                </a:lnTo>
                <a:lnTo>
                  <a:pt x="769" y="202"/>
                </a:lnTo>
                <a:lnTo>
                  <a:pt x="776" y="162"/>
                </a:lnTo>
                <a:lnTo>
                  <a:pt x="740" y="142"/>
                </a:lnTo>
                <a:lnTo>
                  <a:pt x="733" y="115"/>
                </a:lnTo>
                <a:lnTo>
                  <a:pt x="816" y="105"/>
                </a:lnTo>
                <a:lnTo>
                  <a:pt x="806" y="79"/>
                </a:lnTo>
                <a:lnTo>
                  <a:pt x="816" y="85"/>
                </a:lnTo>
                <a:lnTo>
                  <a:pt x="830" y="75"/>
                </a:lnTo>
                <a:lnTo>
                  <a:pt x="820" y="72"/>
                </a:lnTo>
                <a:lnTo>
                  <a:pt x="908" y="51"/>
                </a:lnTo>
                <a:lnTo>
                  <a:pt x="901" y="46"/>
                </a:lnTo>
                <a:lnTo>
                  <a:pt x="941" y="43"/>
                </a:lnTo>
                <a:lnTo>
                  <a:pt x="941" y="50"/>
                </a:lnTo>
                <a:lnTo>
                  <a:pt x="951" y="50"/>
                </a:lnTo>
                <a:lnTo>
                  <a:pt x="980" y="41"/>
                </a:lnTo>
                <a:lnTo>
                  <a:pt x="994" y="46"/>
                </a:lnTo>
                <a:lnTo>
                  <a:pt x="981" y="35"/>
                </a:lnTo>
                <a:lnTo>
                  <a:pt x="1014" y="33"/>
                </a:lnTo>
                <a:lnTo>
                  <a:pt x="1015" y="19"/>
                </a:lnTo>
                <a:lnTo>
                  <a:pt x="1054" y="0"/>
                </a:lnTo>
                <a:lnTo>
                  <a:pt x="1081" y="11"/>
                </a:lnTo>
                <a:lnTo>
                  <a:pt x="1058" y="21"/>
                </a:lnTo>
                <a:lnTo>
                  <a:pt x="1098" y="20"/>
                </a:lnTo>
                <a:lnTo>
                  <a:pt x="1082" y="35"/>
                </a:lnTo>
                <a:lnTo>
                  <a:pt x="1149" y="28"/>
                </a:lnTo>
                <a:lnTo>
                  <a:pt x="1186" y="50"/>
                </a:lnTo>
                <a:lnTo>
                  <a:pt x="1181" y="59"/>
                </a:lnTo>
                <a:lnTo>
                  <a:pt x="1168" y="54"/>
                </a:lnTo>
                <a:lnTo>
                  <a:pt x="1185" y="61"/>
                </a:lnTo>
                <a:lnTo>
                  <a:pt x="1177" y="74"/>
                </a:lnTo>
                <a:lnTo>
                  <a:pt x="1054" y="139"/>
                </a:lnTo>
                <a:lnTo>
                  <a:pt x="1093" y="131"/>
                </a:lnTo>
                <a:lnTo>
                  <a:pt x="1085" y="123"/>
                </a:lnTo>
                <a:lnTo>
                  <a:pt x="1147" y="110"/>
                </a:lnTo>
                <a:lnTo>
                  <a:pt x="1130" y="113"/>
                </a:lnTo>
                <a:lnTo>
                  <a:pt x="1134" y="101"/>
                </a:lnTo>
                <a:lnTo>
                  <a:pt x="1168" y="110"/>
                </a:lnTo>
                <a:lnTo>
                  <a:pt x="1174" y="101"/>
                </a:lnTo>
                <a:lnTo>
                  <a:pt x="1181" y="123"/>
                </a:lnTo>
                <a:lnTo>
                  <a:pt x="1198" y="124"/>
                </a:lnTo>
                <a:lnTo>
                  <a:pt x="1183" y="115"/>
                </a:lnTo>
                <a:lnTo>
                  <a:pt x="1215" y="110"/>
                </a:lnTo>
                <a:lnTo>
                  <a:pt x="1255" y="115"/>
                </a:lnTo>
                <a:lnTo>
                  <a:pt x="1251" y="123"/>
                </a:lnTo>
                <a:lnTo>
                  <a:pt x="1285" y="129"/>
                </a:lnTo>
                <a:lnTo>
                  <a:pt x="1315" y="128"/>
                </a:lnTo>
                <a:lnTo>
                  <a:pt x="1316" y="108"/>
                </a:lnTo>
                <a:lnTo>
                  <a:pt x="1325" y="105"/>
                </a:lnTo>
                <a:lnTo>
                  <a:pt x="1401" y="128"/>
                </a:lnTo>
                <a:lnTo>
                  <a:pt x="1390" y="162"/>
                </a:lnTo>
                <a:lnTo>
                  <a:pt x="1426" y="186"/>
                </a:lnTo>
                <a:lnTo>
                  <a:pt x="1445" y="153"/>
                </a:lnTo>
                <a:lnTo>
                  <a:pt x="1458" y="167"/>
                </a:lnTo>
                <a:lnTo>
                  <a:pt x="1483" y="162"/>
                </a:lnTo>
                <a:lnTo>
                  <a:pt x="1517" y="174"/>
                </a:lnTo>
                <a:lnTo>
                  <a:pt x="1544" y="167"/>
                </a:lnTo>
                <a:lnTo>
                  <a:pt x="1541" y="153"/>
                </a:lnTo>
                <a:lnTo>
                  <a:pt x="1560" y="132"/>
                </a:lnTo>
                <a:lnTo>
                  <a:pt x="1674" y="147"/>
                </a:lnTo>
                <a:lnTo>
                  <a:pt x="1681" y="157"/>
                </a:lnTo>
                <a:lnTo>
                  <a:pt x="1667" y="162"/>
                </a:lnTo>
                <a:lnTo>
                  <a:pt x="1703" y="167"/>
                </a:lnTo>
                <a:lnTo>
                  <a:pt x="1717" y="183"/>
                </a:lnTo>
                <a:lnTo>
                  <a:pt x="1802" y="180"/>
                </a:lnTo>
                <a:lnTo>
                  <a:pt x="1818" y="192"/>
                </a:lnTo>
                <a:lnTo>
                  <a:pt x="1812" y="207"/>
                </a:lnTo>
                <a:lnTo>
                  <a:pt x="1837" y="218"/>
                </a:lnTo>
                <a:lnTo>
                  <a:pt x="1850" y="209"/>
                </a:lnTo>
                <a:lnTo>
                  <a:pt x="1910" y="216"/>
                </a:lnTo>
                <a:lnTo>
                  <a:pt x="1923" y="207"/>
                </a:lnTo>
                <a:lnTo>
                  <a:pt x="1930" y="221"/>
                </a:lnTo>
                <a:lnTo>
                  <a:pt x="1955" y="232"/>
                </a:lnTo>
                <a:lnTo>
                  <a:pt x="1967" y="224"/>
                </a:lnTo>
                <a:lnTo>
                  <a:pt x="1955" y="212"/>
                </a:lnTo>
                <a:lnTo>
                  <a:pt x="1962" y="202"/>
                </a:lnTo>
                <a:lnTo>
                  <a:pt x="2068" y="217"/>
                </a:lnTo>
                <a:lnTo>
                  <a:pt x="2138" y="257"/>
                </a:lnTo>
                <a:lnTo>
                  <a:pt x="2153" y="257"/>
                </a:lnTo>
                <a:lnTo>
                  <a:pt x="2171" y="289"/>
                </a:lnTo>
                <a:lnTo>
                  <a:pt x="2164" y="271"/>
                </a:lnTo>
                <a:lnTo>
                  <a:pt x="2175" y="270"/>
                </a:lnTo>
                <a:lnTo>
                  <a:pt x="2182" y="276"/>
                </a:lnTo>
                <a:lnTo>
                  <a:pt x="2202" y="274"/>
                </a:lnTo>
                <a:lnTo>
                  <a:pt x="2231" y="293"/>
                </a:lnTo>
                <a:lnTo>
                  <a:pt x="2190" y="313"/>
                </a:lnTo>
                <a:lnTo>
                  <a:pt x="2198" y="319"/>
                </a:lnTo>
                <a:lnTo>
                  <a:pt x="2184" y="322"/>
                </a:lnTo>
                <a:lnTo>
                  <a:pt x="2196" y="330"/>
                </a:lnTo>
                <a:lnTo>
                  <a:pt x="2171" y="330"/>
                </a:lnTo>
                <a:lnTo>
                  <a:pt x="2163" y="319"/>
                </a:lnTo>
                <a:lnTo>
                  <a:pt x="2153" y="323"/>
                </a:lnTo>
                <a:lnTo>
                  <a:pt x="2138" y="304"/>
                </a:lnTo>
                <a:lnTo>
                  <a:pt x="2110" y="305"/>
                </a:lnTo>
                <a:lnTo>
                  <a:pt x="2103" y="294"/>
                </a:lnTo>
                <a:lnTo>
                  <a:pt x="2110" y="289"/>
                </a:lnTo>
                <a:lnTo>
                  <a:pt x="2099" y="289"/>
                </a:lnTo>
                <a:lnTo>
                  <a:pt x="2090" y="293"/>
                </a:lnTo>
                <a:lnTo>
                  <a:pt x="2100" y="306"/>
                </a:lnTo>
                <a:lnTo>
                  <a:pt x="2094" y="313"/>
                </a:lnTo>
                <a:lnTo>
                  <a:pt x="2071" y="326"/>
                </a:lnTo>
                <a:lnTo>
                  <a:pt x="2055" y="324"/>
                </a:lnTo>
                <a:lnTo>
                  <a:pt x="2081" y="360"/>
                </a:lnTo>
                <a:lnTo>
                  <a:pt x="2077" y="374"/>
                </a:lnTo>
                <a:lnTo>
                  <a:pt x="2050" y="364"/>
                </a:lnTo>
                <a:lnTo>
                  <a:pt x="2051" y="370"/>
                </a:lnTo>
                <a:lnTo>
                  <a:pt x="2002" y="388"/>
                </a:lnTo>
                <a:lnTo>
                  <a:pt x="1958" y="425"/>
                </a:lnTo>
                <a:lnTo>
                  <a:pt x="1928" y="411"/>
                </a:lnTo>
                <a:lnTo>
                  <a:pt x="1900" y="426"/>
                </a:lnTo>
                <a:lnTo>
                  <a:pt x="1900" y="412"/>
                </a:lnTo>
                <a:lnTo>
                  <a:pt x="1885" y="427"/>
                </a:lnTo>
                <a:lnTo>
                  <a:pt x="1865" y="425"/>
                </a:lnTo>
                <a:lnTo>
                  <a:pt x="1845" y="461"/>
                </a:lnTo>
                <a:lnTo>
                  <a:pt x="1861" y="469"/>
                </a:lnTo>
                <a:lnTo>
                  <a:pt x="1854" y="480"/>
                </a:lnTo>
                <a:lnTo>
                  <a:pt x="1862" y="499"/>
                </a:lnTo>
                <a:lnTo>
                  <a:pt x="1848" y="496"/>
                </a:lnTo>
                <a:lnTo>
                  <a:pt x="1840" y="512"/>
                </a:lnTo>
                <a:lnTo>
                  <a:pt x="1845" y="526"/>
                </a:lnTo>
                <a:lnTo>
                  <a:pt x="1815" y="539"/>
                </a:lnTo>
                <a:lnTo>
                  <a:pt x="1818" y="555"/>
                </a:lnTo>
                <a:lnTo>
                  <a:pt x="1798" y="559"/>
                </a:lnTo>
                <a:lnTo>
                  <a:pt x="1792" y="577"/>
                </a:lnTo>
                <a:lnTo>
                  <a:pt x="1774" y="596"/>
                </a:lnTo>
                <a:lnTo>
                  <a:pt x="1759" y="526"/>
                </a:lnTo>
                <a:lnTo>
                  <a:pt x="1761" y="489"/>
                </a:lnTo>
                <a:lnTo>
                  <a:pt x="1774" y="466"/>
                </a:lnTo>
                <a:lnTo>
                  <a:pt x="1795" y="462"/>
                </a:lnTo>
                <a:lnTo>
                  <a:pt x="1843" y="415"/>
                </a:lnTo>
                <a:lnTo>
                  <a:pt x="1867" y="405"/>
                </a:lnTo>
                <a:lnTo>
                  <a:pt x="1874" y="378"/>
                </a:lnTo>
                <a:lnTo>
                  <a:pt x="1885" y="370"/>
                </a:lnTo>
                <a:lnTo>
                  <a:pt x="1866" y="370"/>
                </a:lnTo>
                <a:lnTo>
                  <a:pt x="1860" y="392"/>
                </a:lnTo>
                <a:lnTo>
                  <a:pt x="1819" y="411"/>
                </a:lnTo>
                <a:lnTo>
                  <a:pt x="1823" y="383"/>
                </a:lnTo>
                <a:lnTo>
                  <a:pt x="1779" y="389"/>
                </a:lnTo>
                <a:lnTo>
                  <a:pt x="1738" y="426"/>
                </a:lnTo>
                <a:lnTo>
                  <a:pt x="1746" y="441"/>
                </a:lnTo>
                <a:lnTo>
                  <a:pt x="1702" y="446"/>
                </a:lnTo>
                <a:lnTo>
                  <a:pt x="1696" y="442"/>
                </a:lnTo>
                <a:lnTo>
                  <a:pt x="1711" y="439"/>
                </a:lnTo>
                <a:lnTo>
                  <a:pt x="1674" y="430"/>
                </a:lnTo>
                <a:lnTo>
                  <a:pt x="1664" y="439"/>
                </a:lnTo>
                <a:lnTo>
                  <a:pt x="1580" y="440"/>
                </a:lnTo>
                <a:lnTo>
                  <a:pt x="1480" y="525"/>
                </a:lnTo>
                <a:lnTo>
                  <a:pt x="1500" y="529"/>
                </a:lnTo>
                <a:lnTo>
                  <a:pt x="1500" y="544"/>
                </a:lnTo>
                <a:lnTo>
                  <a:pt x="1512" y="534"/>
                </a:lnTo>
                <a:lnTo>
                  <a:pt x="1509" y="547"/>
                </a:lnTo>
                <a:lnTo>
                  <a:pt x="1524" y="540"/>
                </a:lnTo>
                <a:lnTo>
                  <a:pt x="1522" y="548"/>
                </a:lnTo>
                <a:lnTo>
                  <a:pt x="1527" y="534"/>
                </a:lnTo>
                <a:lnTo>
                  <a:pt x="1541" y="535"/>
                </a:lnTo>
                <a:lnTo>
                  <a:pt x="1563" y="553"/>
                </a:lnTo>
                <a:lnTo>
                  <a:pt x="1544" y="554"/>
                </a:lnTo>
                <a:lnTo>
                  <a:pt x="1561" y="560"/>
                </a:lnTo>
                <a:lnTo>
                  <a:pt x="1564" y="572"/>
                </a:lnTo>
                <a:lnTo>
                  <a:pt x="1551" y="599"/>
                </a:lnTo>
                <a:lnTo>
                  <a:pt x="1548" y="640"/>
                </a:lnTo>
                <a:lnTo>
                  <a:pt x="1478" y="725"/>
                </a:lnTo>
                <a:lnTo>
                  <a:pt x="1453" y="736"/>
                </a:lnTo>
                <a:lnTo>
                  <a:pt x="1434" y="725"/>
                </a:lnTo>
                <a:lnTo>
                  <a:pt x="1417" y="741"/>
                </a:lnTo>
                <a:lnTo>
                  <a:pt x="1416" y="738"/>
                </a:lnTo>
                <a:lnTo>
                  <a:pt x="1425" y="725"/>
                </a:lnTo>
                <a:lnTo>
                  <a:pt x="1421" y="703"/>
                </a:lnTo>
                <a:lnTo>
                  <a:pt x="1451" y="695"/>
                </a:lnTo>
                <a:lnTo>
                  <a:pt x="1474" y="638"/>
                </a:lnTo>
                <a:lnTo>
                  <a:pt x="1423" y="652"/>
                </a:lnTo>
                <a:lnTo>
                  <a:pt x="1416" y="630"/>
                </a:lnTo>
                <a:lnTo>
                  <a:pt x="1374" y="617"/>
                </a:lnTo>
                <a:lnTo>
                  <a:pt x="1349" y="559"/>
                </a:lnTo>
                <a:lnTo>
                  <a:pt x="1321" y="548"/>
                </a:lnTo>
                <a:lnTo>
                  <a:pt x="1272" y="564"/>
                </a:lnTo>
                <a:lnTo>
                  <a:pt x="1282" y="576"/>
                </a:lnTo>
                <a:lnTo>
                  <a:pt x="1261" y="611"/>
                </a:lnTo>
                <a:lnTo>
                  <a:pt x="1242" y="620"/>
                </a:lnTo>
                <a:lnTo>
                  <a:pt x="1221" y="612"/>
                </a:lnTo>
                <a:lnTo>
                  <a:pt x="1196" y="608"/>
                </a:lnTo>
                <a:lnTo>
                  <a:pt x="1131" y="624"/>
                </a:lnTo>
                <a:lnTo>
                  <a:pt x="1075" y="601"/>
                </a:lnTo>
                <a:lnTo>
                  <a:pt x="1038" y="604"/>
                </a:lnTo>
                <a:lnTo>
                  <a:pt x="1025" y="585"/>
                </a:lnTo>
                <a:lnTo>
                  <a:pt x="989" y="572"/>
                </a:lnTo>
                <a:lnTo>
                  <a:pt x="970" y="586"/>
                </a:lnTo>
                <a:lnTo>
                  <a:pt x="969" y="612"/>
                </a:lnTo>
                <a:lnTo>
                  <a:pt x="887" y="600"/>
                </a:lnTo>
                <a:lnTo>
                  <a:pt x="843" y="624"/>
                </a:lnTo>
                <a:lnTo>
                  <a:pt x="820" y="634"/>
                </a:lnTo>
                <a:lnTo>
                  <a:pt x="791" y="615"/>
                </a:lnTo>
                <a:lnTo>
                  <a:pt x="772" y="625"/>
                </a:lnTo>
                <a:lnTo>
                  <a:pt x="738" y="612"/>
                </a:lnTo>
                <a:lnTo>
                  <a:pt x="725" y="611"/>
                </a:lnTo>
                <a:lnTo>
                  <a:pt x="715" y="591"/>
                </a:lnTo>
                <a:lnTo>
                  <a:pt x="696" y="591"/>
                </a:lnTo>
                <a:lnTo>
                  <a:pt x="688" y="594"/>
                </a:lnTo>
                <a:lnTo>
                  <a:pt x="674" y="579"/>
                </a:lnTo>
                <a:lnTo>
                  <a:pt x="664" y="583"/>
                </a:lnTo>
                <a:lnTo>
                  <a:pt x="654" y="588"/>
                </a:lnTo>
                <a:lnTo>
                  <a:pt x="616" y="556"/>
                </a:lnTo>
                <a:lnTo>
                  <a:pt x="605" y="553"/>
                </a:lnTo>
                <a:lnTo>
                  <a:pt x="579" y="529"/>
                </a:lnTo>
                <a:lnTo>
                  <a:pt x="555" y="544"/>
                </a:lnTo>
                <a:lnTo>
                  <a:pt x="550" y="534"/>
                </a:lnTo>
                <a:lnTo>
                  <a:pt x="514" y="532"/>
                </a:lnTo>
                <a:lnTo>
                  <a:pt x="501" y="515"/>
                </a:lnTo>
                <a:lnTo>
                  <a:pt x="482" y="516"/>
                </a:lnTo>
                <a:lnTo>
                  <a:pt x="475" y="524"/>
                </a:lnTo>
                <a:lnTo>
                  <a:pt x="451" y="528"/>
                </a:lnTo>
                <a:lnTo>
                  <a:pt x="444" y="524"/>
                </a:lnTo>
                <a:lnTo>
                  <a:pt x="435" y="537"/>
                </a:lnTo>
                <a:lnTo>
                  <a:pt x="428" y="534"/>
                </a:lnTo>
                <a:lnTo>
                  <a:pt x="399" y="538"/>
                </a:lnTo>
                <a:lnTo>
                  <a:pt x="389" y="534"/>
                </a:lnTo>
                <a:lnTo>
                  <a:pt x="386" y="538"/>
                </a:lnTo>
                <a:lnTo>
                  <a:pt x="401" y="553"/>
                </a:lnTo>
                <a:lnTo>
                  <a:pt x="391" y="562"/>
                </a:lnTo>
                <a:lnTo>
                  <a:pt x="392" y="575"/>
                </a:lnTo>
                <a:lnTo>
                  <a:pt x="408" y="576"/>
                </a:lnTo>
                <a:lnTo>
                  <a:pt x="415" y="588"/>
                </a:lnTo>
                <a:lnTo>
                  <a:pt x="411" y="597"/>
                </a:lnTo>
                <a:lnTo>
                  <a:pt x="399" y="591"/>
                </a:lnTo>
                <a:lnTo>
                  <a:pt x="389" y="596"/>
                </a:lnTo>
                <a:lnTo>
                  <a:pt x="380" y="591"/>
                </a:lnTo>
                <a:lnTo>
                  <a:pt x="376" y="583"/>
                </a:lnTo>
                <a:lnTo>
                  <a:pt x="365" y="588"/>
                </a:lnTo>
                <a:lnTo>
                  <a:pt x="356" y="583"/>
                </a:lnTo>
                <a:lnTo>
                  <a:pt x="347" y="591"/>
                </a:lnTo>
                <a:lnTo>
                  <a:pt x="335" y="592"/>
                </a:lnTo>
                <a:lnTo>
                  <a:pt x="327" y="583"/>
                </a:lnTo>
                <a:lnTo>
                  <a:pt x="283" y="580"/>
                </a:lnTo>
                <a:lnTo>
                  <a:pt x="278" y="585"/>
                </a:lnTo>
                <a:lnTo>
                  <a:pt x="274" y="585"/>
                </a:lnTo>
                <a:lnTo>
                  <a:pt x="267" y="595"/>
                </a:lnTo>
                <a:lnTo>
                  <a:pt x="268" y="605"/>
                </a:lnTo>
                <a:lnTo>
                  <a:pt x="263" y="605"/>
                </a:lnTo>
                <a:lnTo>
                  <a:pt x="259" y="597"/>
                </a:lnTo>
                <a:lnTo>
                  <a:pt x="253" y="598"/>
                </a:lnTo>
                <a:lnTo>
                  <a:pt x="251" y="627"/>
                </a:lnTo>
                <a:lnTo>
                  <a:pt x="258" y="636"/>
                </a:lnTo>
                <a:lnTo>
                  <a:pt x="258" y="644"/>
                </a:lnTo>
                <a:lnTo>
                  <a:pt x="265" y="643"/>
                </a:lnTo>
                <a:lnTo>
                  <a:pt x="274" y="639"/>
                </a:lnTo>
                <a:lnTo>
                  <a:pt x="282" y="652"/>
                </a:lnTo>
                <a:lnTo>
                  <a:pt x="288" y="660"/>
                </a:lnTo>
                <a:lnTo>
                  <a:pt x="294" y="671"/>
                </a:lnTo>
                <a:lnTo>
                  <a:pt x="304" y="673"/>
                </a:lnTo>
                <a:lnTo>
                  <a:pt x="291" y="682"/>
                </a:lnTo>
                <a:lnTo>
                  <a:pt x="282" y="674"/>
                </a:lnTo>
                <a:lnTo>
                  <a:pt x="273" y="707"/>
                </a:lnTo>
                <a:lnTo>
                  <a:pt x="284" y="715"/>
                </a:lnTo>
                <a:lnTo>
                  <a:pt x="294" y="747"/>
                </a:lnTo>
                <a:lnTo>
                  <a:pt x="285" y="741"/>
                </a:lnTo>
                <a:lnTo>
                  <a:pt x="276" y="738"/>
                </a:lnTo>
                <a:lnTo>
                  <a:pt x="265" y="736"/>
                </a:lnTo>
                <a:lnTo>
                  <a:pt x="258" y="733"/>
                </a:lnTo>
                <a:lnTo>
                  <a:pt x="250" y="731"/>
                </a:lnTo>
                <a:lnTo>
                  <a:pt x="244" y="720"/>
                </a:lnTo>
                <a:lnTo>
                  <a:pt x="230" y="727"/>
                </a:lnTo>
                <a:lnTo>
                  <a:pt x="217" y="726"/>
                </a:lnTo>
                <a:lnTo>
                  <a:pt x="209" y="717"/>
                </a:lnTo>
                <a:lnTo>
                  <a:pt x="187" y="708"/>
                </a:lnTo>
                <a:lnTo>
                  <a:pt x="165" y="709"/>
                </a:lnTo>
                <a:lnTo>
                  <a:pt x="142" y="694"/>
                </a:lnTo>
                <a:lnTo>
                  <a:pt x="160" y="679"/>
                </a:lnTo>
                <a:lnTo>
                  <a:pt x="162" y="667"/>
                </a:lnTo>
                <a:lnTo>
                  <a:pt x="162" y="654"/>
                </a:lnTo>
                <a:lnTo>
                  <a:pt x="163" y="645"/>
                </a:lnTo>
                <a:lnTo>
                  <a:pt x="175" y="641"/>
                </a:lnTo>
                <a:lnTo>
                  <a:pt x="169" y="622"/>
                </a:lnTo>
                <a:lnTo>
                  <a:pt x="155" y="617"/>
                </a:lnTo>
                <a:lnTo>
                  <a:pt x="148" y="614"/>
                </a:lnTo>
                <a:lnTo>
                  <a:pt x="139" y="617"/>
                </a:lnTo>
                <a:lnTo>
                  <a:pt x="118" y="612"/>
                </a:lnTo>
                <a:lnTo>
                  <a:pt x="102" y="593"/>
                </a:lnTo>
                <a:lnTo>
                  <a:pt x="89" y="587"/>
                </a:lnTo>
                <a:lnTo>
                  <a:pt x="83" y="570"/>
                </a:lnTo>
                <a:lnTo>
                  <a:pt x="71" y="568"/>
                </a:lnTo>
                <a:lnTo>
                  <a:pt x="60" y="574"/>
                </a:lnTo>
                <a:lnTo>
                  <a:pt x="53" y="577"/>
                </a:lnTo>
                <a:lnTo>
                  <a:pt x="50" y="569"/>
                </a:lnTo>
                <a:lnTo>
                  <a:pt x="44" y="562"/>
                </a:lnTo>
                <a:lnTo>
                  <a:pt x="60" y="560"/>
                </a:lnTo>
                <a:lnTo>
                  <a:pt x="59" y="555"/>
                </a:lnTo>
                <a:lnTo>
                  <a:pt x="55" y="552"/>
                </a:lnTo>
                <a:lnTo>
                  <a:pt x="50" y="548"/>
                </a:lnTo>
                <a:lnTo>
                  <a:pt x="41" y="528"/>
                </a:lnTo>
                <a:lnTo>
                  <a:pt x="29" y="517"/>
                </a:lnTo>
                <a:lnTo>
                  <a:pt x="17" y="517"/>
                </a:lnTo>
                <a:lnTo>
                  <a:pt x="4" y="517"/>
                </a:lnTo>
                <a:lnTo>
                  <a:pt x="0" y="502"/>
                </a:lnTo>
                <a:lnTo>
                  <a:pt x="8" y="49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7" name="Freeform 674">
            <a:extLst>
              <a:ext uri="{FF2B5EF4-FFF2-40B4-BE49-F238E27FC236}">
                <a16:creationId xmlns:a16="http://schemas.microsoft.com/office/drawing/2014/main" id="{0ED6DCD3-AD1D-7325-E550-53A8F55726EC}"/>
              </a:ext>
            </a:extLst>
          </p:cNvPr>
          <p:cNvSpPr>
            <a:spLocks/>
          </p:cNvSpPr>
          <p:nvPr/>
        </p:nvSpPr>
        <p:spPr bwMode="auto">
          <a:xfrm>
            <a:off x="4781229" y="3755921"/>
            <a:ext cx="78840" cy="35154"/>
          </a:xfrm>
          <a:custGeom>
            <a:avLst/>
            <a:gdLst>
              <a:gd name="T0" fmla="*/ 0 w 69"/>
              <a:gd name="T1" fmla="*/ 37227388 h 31"/>
              <a:gd name="T2" fmla="*/ 0 w 69"/>
              <a:gd name="T3" fmla="*/ 37227388 h 31"/>
              <a:gd name="T4" fmla="*/ 21608912 w 69"/>
              <a:gd name="T5" fmla="*/ 24818262 h 31"/>
              <a:gd name="T6" fmla="*/ 6174684 w 69"/>
              <a:gd name="T7" fmla="*/ 15954786 h 31"/>
              <a:gd name="T8" fmla="*/ 80263432 w 69"/>
              <a:gd name="T9" fmla="*/ 0 h 31"/>
              <a:gd name="T10" fmla="*/ 94155865 w 69"/>
              <a:gd name="T11" fmla="*/ 1772162 h 31"/>
              <a:gd name="T12" fmla="*/ 78720382 w 69"/>
              <a:gd name="T13" fmla="*/ 14182624 h 31"/>
              <a:gd name="T14" fmla="*/ 104960937 w 69"/>
              <a:gd name="T15" fmla="*/ 14182624 h 31"/>
              <a:gd name="T16" fmla="*/ 37044375 w 69"/>
              <a:gd name="T17" fmla="*/ 42546536 h 31"/>
              <a:gd name="T18" fmla="*/ 21608912 w 69"/>
              <a:gd name="T19" fmla="*/ 53183511 h 31"/>
              <a:gd name="T20" fmla="*/ 24696253 w 69"/>
              <a:gd name="T21" fmla="*/ 39000881 h 31"/>
              <a:gd name="T22" fmla="*/ 0 w 69"/>
              <a:gd name="T23" fmla="*/ 37227388 h 31"/>
              <a:gd name="T24" fmla="*/ 0 w 69"/>
              <a:gd name="T25" fmla="*/ 37227388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9"/>
              <a:gd name="T40" fmla="*/ 0 h 31"/>
              <a:gd name="T41" fmla="*/ 69 w 69"/>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9" h="31">
                <a:moveTo>
                  <a:pt x="0" y="21"/>
                </a:moveTo>
                <a:lnTo>
                  <a:pt x="0" y="21"/>
                </a:lnTo>
                <a:lnTo>
                  <a:pt x="14" y="14"/>
                </a:lnTo>
                <a:lnTo>
                  <a:pt x="4" y="9"/>
                </a:lnTo>
                <a:lnTo>
                  <a:pt x="52" y="0"/>
                </a:lnTo>
                <a:lnTo>
                  <a:pt x="61" y="1"/>
                </a:lnTo>
                <a:lnTo>
                  <a:pt x="51" y="8"/>
                </a:lnTo>
                <a:lnTo>
                  <a:pt x="68" y="8"/>
                </a:lnTo>
                <a:lnTo>
                  <a:pt x="24" y="24"/>
                </a:lnTo>
                <a:lnTo>
                  <a:pt x="14" y="30"/>
                </a:lnTo>
                <a:lnTo>
                  <a:pt x="16"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8" name="Freeform 675">
            <a:extLst>
              <a:ext uri="{FF2B5EF4-FFF2-40B4-BE49-F238E27FC236}">
                <a16:creationId xmlns:a16="http://schemas.microsoft.com/office/drawing/2014/main" id="{EE29555A-FC19-50A4-82DD-375B0424EE44}"/>
              </a:ext>
            </a:extLst>
          </p:cNvPr>
          <p:cNvSpPr>
            <a:spLocks/>
          </p:cNvSpPr>
          <p:nvPr/>
        </p:nvSpPr>
        <p:spPr bwMode="auto">
          <a:xfrm>
            <a:off x="4804590" y="4106103"/>
            <a:ext cx="32120" cy="17577"/>
          </a:xfrm>
          <a:custGeom>
            <a:avLst/>
            <a:gdLst>
              <a:gd name="T0" fmla="*/ 0 w 28"/>
              <a:gd name="T1" fmla="*/ 24956500 h 16"/>
              <a:gd name="T2" fmla="*/ 0 w 28"/>
              <a:gd name="T3" fmla="*/ 24956500 h 16"/>
              <a:gd name="T4" fmla="*/ 12447022 w 28"/>
              <a:gd name="T5" fmla="*/ 0 h 16"/>
              <a:gd name="T6" fmla="*/ 42007299 w 28"/>
              <a:gd name="T7" fmla="*/ 13310219 h 16"/>
              <a:gd name="T8" fmla="*/ 0 w 28"/>
              <a:gd name="T9" fmla="*/ 24956500 h 16"/>
              <a:gd name="T10" fmla="*/ 0 w 28"/>
              <a:gd name="T11" fmla="*/ 24956500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0" y="15"/>
                </a:moveTo>
                <a:lnTo>
                  <a:pt x="0" y="15"/>
                </a:lnTo>
                <a:lnTo>
                  <a:pt x="8" y="0"/>
                </a:lnTo>
                <a:lnTo>
                  <a:pt x="27" y="8"/>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9" name="Freeform 676">
            <a:extLst>
              <a:ext uri="{FF2B5EF4-FFF2-40B4-BE49-F238E27FC236}">
                <a16:creationId xmlns:a16="http://schemas.microsoft.com/office/drawing/2014/main" id="{00CCAA9A-3A7A-A39E-5388-49BCB9D67498}"/>
              </a:ext>
            </a:extLst>
          </p:cNvPr>
          <p:cNvSpPr>
            <a:spLocks/>
          </p:cNvSpPr>
          <p:nvPr/>
        </p:nvSpPr>
        <p:spPr bwMode="auto">
          <a:xfrm>
            <a:off x="4855691" y="4004699"/>
            <a:ext cx="97821" cy="67603"/>
          </a:xfrm>
          <a:custGeom>
            <a:avLst/>
            <a:gdLst>
              <a:gd name="T0" fmla="*/ 0 w 84"/>
              <a:gd name="T1" fmla="*/ 47622488 h 63"/>
              <a:gd name="T2" fmla="*/ 0 w 84"/>
              <a:gd name="T3" fmla="*/ 47622488 h 63"/>
              <a:gd name="T4" fmla="*/ 11222458 w 84"/>
              <a:gd name="T5" fmla="*/ 69846223 h 63"/>
              <a:gd name="T6" fmla="*/ 25652236 w 84"/>
              <a:gd name="T7" fmla="*/ 61908725 h 63"/>
              <a:gd name="T8" fmla="*/ 41686311 w 84"/>
              <a:gd name="T9" fmla="*/ 76194962 h 63"/>
              <a:gd name="T10" fmla="*/ 54511791 w 84"/>
              <a:gd name="T11" fmla="*/ 69846223 h 63"/>
              <a:gd name="T12" fmla="*/ 49702711 w 84"/>
              <a:gd name="T13" fmla="*/ 95243717 h 63"/>
              <a:gd name="T14" fmla="*/ 133074048 w 84"/>
              <a:gd name="T15" fmla="*/ 98418716 h 63"/>
              <a:gd name="T16" fmla="*/ 101007183 w 84"/>
              <a:gd name="T17" fmla="*/ 80957460 h 63"/>
              <a:gd name="T18" fmla="*/ 84974383 w 84"/>
              <a:gd name="T19" fmla="*/ 50796228 h 63"/>
              <a:gd name="T20" fmla="*/ 86578676 w 84"/>
              <a:gd name="T21" fmla="*/ 17461241 h 63"/>
              <a:gd name="T22" fmla="*/ 107420556 w 84"/>
              <a:gd name="T23" fmla="*/ 0 h 63"/>
              <a:gd name="T24" fmla="*/ 35272928 w 84"/>
              <a:gd name="T25" fmla="*/ 6350001 h 63"/>
              <a:gd name="T26" fmla="*/ 17635831 w 84"/>
              <a:gd name="T27" fmla="*/ 47622488 h 63"/>
              <a:gd name="T28" fmla="*/ 0 w 84"/>
              <a:gd name="T29" fmla="*/ 47622488 h 63"/>
              <a:gd name="T30" fmla="*/ 0 w 84"/>
              <a:gd name="T31" fmla="*/ 47622488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4"/>
              <a:gd name="T49" fmla="*/ 0 h 63"/>
              <a:gd name="T50" fmla="*/ 84 w 84"/>
              <a:gd name="T51" fmla="*/ 63 h 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4" h="63">
                <a:moveTo>
                  <a:pt x="0" y="30"/>
                </a:moveTo>
                <a:lnTo>
                  <a:pt x="0" y="30"/>
                </a:lnTo>
                <a:lnTo>
                  <a:pt x="7" y="44"/>
                </a:lnTo>
                <a:lnTo>
                  <a:pt x="16" y="39"/>
                </a:lnTo>
                <a:lnTo>
                  <a:pt x="26" y="48"/>
                </a:lnTo>
                <a:lnTo>
                  <a:pt x="34" y="44"/>
                </a:lnTo>
                <a:lnTo>
                  <a:pt x="31" y="60"/>
                </a:lnTo>
                <a:lnTo>
                  <a:pt x="83" y="62"/>
                </a:lnTo>
                <a:lnTo>
                  <a:pt x="63" y="51"/>
                </a:lnTo>
                <a:lnTo>
                  <a:pt x="53" y="32"/>
                </a:lnTo>
                <a:lnTo>
                  <a:pt x="54" y="11"/>
                </a:lnTo>
                <a:lnTo>
                  <a:pt x="67" y="0"/>
                </a:lnTo>
                <a:lnTo>
                  <a:pt x="22" y="4"/>
                </a:lnTo>
                <a:lnTo>
                  <a:pt x="11" y="30"/>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0" name="Freeform 677">
            <a:extLst>
              <a:ext uri="{FF2B5EF4-FFF2-40B4-BE49-F238E27FC236}">
                <a16:creationId xmlns:a16="http://schemas.microsoft.com/office/drawing/2014/main" id="{AFC1E5B6-3DC0-97A4-39CF-DBEC5A1A58D8}"/>
              </a:ext>
            </a:extLst>
          </p:cNvPr>
          <p:cNvSpPr>
            <a:spLocks/>
          </p:cNvSpPr>
          <p:nvPr/>
        </p:nvSpPr>
        <p:spPr bwMode="auto">
          <a:xfrm>
            <a:off x="4890731" y="3888423"/>
            <a:ext cx="240902" cy="116277"/>
          </a:xfrm>
          <a:custGeom>
            <a:avLst/>
            <a:gdLst>
              <a:gd name="T0" fmla="*/ 0 w 211"/>
              <a:gd name="T1" fmla="*/ 154608593 h 103"/>
              <a:gd name="T2" fmla="*/ 0 w 211"/>
              <a:gd name="T3" fmla="*/ 154608593 h 103"/>
              <a:gd name="T4" fmla="*/ 30821668 w 211"/>
              <a:gd name="T5" fmla="*/ 158122454 h 103"/>
              <a:gd name="T6" fmla="*/ 10787834 w 211"/>
              <a:gd name="T7" fmla="*/ 173934207 h 103"/>
              <a:gd name="T8" fmla="*/ 64725751 w 211"/>
              <a:gd name="T9" fmla="*/ 179205661 h 103"/>
              <a:gd name="T10" fmla="*/ 66267578 w 211"/>
              <a:gd name="T11" fmla="*/ 158122454 h 103"/>
              <a:gd name="T12" fmla="*/ 81678427 w 211"/>
              <a:gd name="T13" fmla="*/ 163392583 h 103"/>
              <a:gd name="T14" fmla="*/ 66267578 w 211"/>
              <a:gd name="T15" fmla="*/ 151094733 h 103"/>
              <a:gd name="T16" fmla="*/ 87842014 w 211"/>
              <a:gd name="T17" fmla="*/ 154608593 h 103"/>
              <a:gd name="T18" fmla="*/ 81678427 w 211"/>
              <a:gd name="T19" fmla="*/ 131767835 h 103"/>
              <a:gd name="T20" fmla="*/ 94006842 w 211"/>
              <a:gd name="T21" fmla="*/ 145823279 h 103"/>
              <a:gd name="T22" fmla="*/ 107877085 w 211"/>
              <a:gd name="T23" fmla="*/ 133525428 h 103"/>
              <a:gd name="T24" fmla="*/ 98629843 w 211"/>
              <a:gd name="T25" fmla="*/ 117713717 h 103"/>
              <a:gd name="T26" fmla="*/ 130993329 w 211"/>
              <a:gd name="T27" fmla="*/ 119469985 h 103"/>
              <a:gd name="T28" fmla="*/ 123287914 w 211"/>
              <a:gd name="T29" fmla="*/ 110685996 h 103"/>
              <a:gd name="T30" fmla="*/ 137156916 w 211"/>
              <a:gd name="T31" fmla="*/ 114199856 h 103"/>
              <a:gd name="T32" fmla="*/ 146404158 w 211"/>
              <a:gd name="T33" fmla="*/ 94872959 h 103"/>
              <a:gd name="T34" fmla="*/ 306677318 w 211"/>
              <a:gd name="T35" fmla="*/ 38652480 h 103"/>
              <a:gd name="T36" fmla="*/ 323629975 w 211"/>
              <a:gd name="T37" fmla="*/ 15811716 h 103"/>
              <a:gd name="T38" fmla="*/ 292807075 w 211"/>
              <a:gd name="T39" fmla="*/ 0 h 103"/>
              <a:gd name="T40" fmla="*/ 225000171 w 211"/>
              <a:gd name="T41" fmla="*/ 36894887 h 103"/>
              <a:gd name="T42" fmla="*/ 154109573 w 211"/>
              <a:gd name="T43" fmla="*/ 36894887 h 103"/>
              <a:gd name="T44" fmla="*/ 80136580 w 211"/>
              <a:gd name="T45" fmla="*/ 84331356 h 103"/>
              <a:gd name="T46" fmla="*/ 40068911 w 211"/>
              <a:gd name="T47" fmla="*/ 91359098 h 103"/>
              <a:gd name="T48" fmla="*/ 41609507 w 211"/>
              <a:gd name="T49" fmla="*/ 110685996 h 103"/>
              <a:gd name="T50" fmla="*/ 63185164 w 211"/>
              <a:gd name="T51" fmla="*/ 114199856 h 103"/>
              <a:gd name="T52" fmla="*/ 38527083 w 211"/>
              <a:gd name="T53" fmla="*/ 114199856 h 103"/>
              <a:gd name="T54" fmla="*/ 49314921 w 211"/>
              <a:gd name="T55" fmla="*/ 122983846 h 103"/>
              <a:gd name="T56" fmla="*/ 30821668 w 211"/>
              <a:gd name="T57" fmla="*/ 133525428 h 103"/>
              <a:gd name="T58" fmla="*/ 52397336 w 211"/>
              <a:gd name="T59" fmla="*/ 142309418 h 103"/>
              <a:gd name="T60" fmla="*/ 0 w 211"/>
              <a:gd name="T61" fmla="*/ 154608593 h 103"/>
              <a:gd name="T62" fmla="*/ 0 w 211"/>
              <a:gd name="T63" fmla="*/ 154608593 h 1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103"/>
              <a:gd name="T98" fmla="*/ 211 w 211"/>
              <a:gd name="T99" fmla="*/ 103 h 1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103">
                <a:moveTo>
                  <a:pt x="0" y="88"/>
                </a:moveTo>
                <a:lnTo>
                  <a:pt x="0" y="88"/>
                </a:lnTo>
                <a:lnTo>
                  <a:pt x="20" y="90"/>
                </a:lnTo>
                <a:lnTo>
                  <a:pt x="7" y="99"/>
                </a:lnTo>
                <a:lnTo>
                  <a:pt x="42" y="102"/>
                </a:lnTo>
                <a:lnTo>
                  <a:pt x="43" y="90"/>
                </a:lnTo>
                <a:lnTo>
                  <a:pt x="53" y="93"/>
                </a:lnTo>
                <a:lnTo>
                  <a:pt x="43" y="86"/>
                </a:lnTo>
                <a:lnTo>
                  <a:pt x="57" y="88"/>
                </a:lnTo>
                <a:lnTo>
                  <a:pt x="53" y="75"/>
                </a:lnTo>
                <a:lnTo>
                  <a:pt x="61" y="83"/>
                </a:lnTo>
                <a:lnTo>
                  <a:pt x="70" y="76"/>
                </a:lnTo>
                <a:lnTo>
                  <a:pt x="64" y="67"/>
                </a:lnTo>
                <a:lnTo>
                  <a:pt x="85" y="68"/>
                </a:lnTo>
                <a:lnTo>
                  <a:pt x="80" y="63"/>
                </a:lnTo>
                <a:lnTo>
                  <a:pt x="89" y="65"/>
                </a:lnTo>
                <a:lnTo>
                  <a:pt x="95" y="54"/>
                </a:lnTo>
                <a:lnTo>
                  <a:pt x="199" y="22"/>
                </a:lnTo>
                <a:lnTo>
                  <a:pt x="210" y="9"/>
                </a:lnTo>
                <a:lnTo>
                  <a:pt x="190" y="0"/>
                </a:lnTo>
                <a:lnTo>
                  <a:pt x="146" y="21"/>
                </a:lnTo>
                <a:lnTo>
                  <a:pt x="100" y="21"/>
                </a:lnTo>
                <a:lnTo>
                  <a:pt x="52" y="48"/>
                </a:lnTo>
                <a:lnTo>
                  <a:pt x="26" y="52"/>
                </a:lnTo>
                <a:lnTo>
                  <a:pt x="27" y="63"/>
                </a:lnTo>
                <a:lnTo>
                  <a:pt x="41" y="65"/>
                </a:lnTo>
                <a:lnTo>
                  <a:pt x="25" y="65"/>
                </a:lnTo>
                <a:lnTo>
                  <a:pt x="32" y="70"/>
                </a:lnTo>
                <a:lnTo>
                  <a:pt x="20" y="76"/>
                </a:lnTo>
                <a:lnTo>
                  <a:pt x="34" y="8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1" name="Freeform 678">
            <a:extLst>
              <a:ext uri="{FF2B5EF4-FFF2-40B4-BE49-F238E27FC236}">
                <a16:creationId xmlns:a16="http://schemas.microsoft.com/office/drawing/2014/main" id="{3934AB26-1A84-9BAA-2603-2655D5DA0DE8}"/>
              </a:ext>
            </a:extLst>
          </p:cNvPr>
          <p:cNvSpPr>
            <a:spLocks/>
          </p:cNvSpPr>
          <p:nvPr/>
        </p:nvSpPr>
        <p:spPr bwMode="auto">
          <a:xfrm>
            <a:off x="5029432" y="3741049"/>
            <a:ext cx="46720" cy="21633"/>
          </a:xfrm>
          <a:custGeom>
            <a:avLst/>
            <a:gdLst>
              <a:gd name="T0" fmla="*/ 0 w 41"/>
              <a:gd name="T1" fmla="*/ 20480869 h 21"/>
              <a:gd name="T2" fmla="*/ 0 w 41"/>
              <a:gd name="T3" fmla="*/ 20480869 h 21"/>
              <a:gd name="T4" fmla="*/ 18421813 w 41"/>
              <a:gd name="T5" fmla="*/ 29258380 h 21"/>
              <a:gd name="T6" fmla="*/ 61407284 w 41"/>
              <a:gd name="T7" fmla="*/ 19018550 h 21"/>
              <a:gd name="T8" fmla="*/ 35309714 w 41"/>
              <a:gd name="T9" fmla="*/ 0 h 21"/>
              <a:gd name="T10" fmla="*/ 0 w 41"/>
              <a:gd name="T11" fmla="*/ 20480869 h 21"/>
              <a:gd name="T12" fmla="*/ 0 w 41"/>
              <a:gd name="T13" fmla="*/ 20480869 h 21"/>
              <a:gd name="T14" fmla="*/ 0 60000 65536"/>
              <a:gd name="T15" fmla="*/ 0 60000 65536"/>
              <a:gd name="T16" fmla="*/ 0 60000 65536"/>
              <a:gd name="T17" fmla="*/ 0 60000 65536"/>
              <a:gd name="T18" fmla="*/ 0 60000 65536"/>
              <a:gd name="T19" fmla="*/ 0 60000 65536"/>
              <a:gd name="T20" fmla="*/ 0 60000 65536"/>
              <a:gd name="T21" fmla="*/ 0 w 41"/>
              <a:gd name="T22" fmla="*/ 0 h 21"/>
              <a:gd name="T23" fmla="*/ 41 w 4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21">
                <a:moveTo>
                  <a:pt x="0" y="14"/>
                </a:moveTo>
                <a:lnTo>
                  <a:pt x="0" y="14"/>
                </a:lnTo>
                <a:lnTo>
                  <a:pt x="12" y="20"/>
                </a:lnTo>
                <a:lnTo>
                  <a:pt x="40" y="13"/>
                </a:lnTo>
                <a:lnTo>
                  <a:pt x="2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2" name="Freeform 679">
            <a:extLst>
              <a:ext uri="{FF2B5EF4-FFF2-40B4-BE49-F238E27FC236}">
                <a16:creationId xmlns:a16="http://schemas.microsoft.com/office/drawing/2014/main" id="{867CC169-715D-C2DD-34A0-75DDCC9CFDF0}"/>
              </a:ext>
            </a:extLst>
          </p:cNvPr>
          <p:cNvSpPr>
            <a:spLocks/>
          </p:cNvSpPr>
          <p:nvPr/>
        </p:nvSpPr>
        <p:spPr bwMode="auto">
          <a:xfrm>
            <a:off x="5474736" y="3785666"/>
            <a:ext cx="43801" cy="14872"/>
          </a:xfrm>
          <a:custGeom>
            <a:avLst/>
            <a:gdLst>
              <a:gd name="T0" fmla="*/ 0 w 38"/>
              <a:gd name="T1" fmla="*/ 0 h 14"/>
              <a:gd name="T2" fmla="*/ 0 w 38"/>
              <a:gd name="T3" fmla="*/ 0 h 14"/>
              <a:gd name="T4" fmla="*/ 25132214 w 38"/>
              <a:gd name="T5" fmla="*/ 15557395 h 14"/>
              <a:gd name="T6" fmla="*/ 17277847 w 38"/>
              <a:gd name="T7" fmla="*/ 20224737 h 14"/>
              <a:gd name="T8" fmla="*/ 39268060 w 38"/>
              <a:gd name="T9" fmla="*/ 20224737 h 14"/>
              <a:gd name="T10" fmla="*/ 58117536 w 38"/>
              <a:gd name="T11" fmla="*/ 9334686 h 14"/>
              <a:gd name="T12" fmla="*/ 0 w 38"/>
              <a:gd name="T13" fmla="*/ 0 h 14"/>
              <a:gd name="T14" fmla="*/ 0 w 38"/>
              <a:gd name="T15" fmla="*/ 0 h 14"/>
              <a:gd name="T16" fmla="*/ 0 60000 65536"/>
              <a:gd name="T17" fmla="*/ 0 60000 65536"/>
              <a:gd name="T18" fmla="*/ 0 60000 65536"/>
              <a:gd name="T19" fmla="*/ 0 60000 65536"/>
              <a:gd name="T20" fmla="*/ 0 60000 65536"/>
              <a:gd name="T21" fmla="*/ 0 60000 65536"/>
              <a:gd name="T22" fmla="*/ 0 60000 65536"/>
              <a:gd name="T23" fmla="*/ 0 60000 65536"/>
              <a:gd name="T24" fmla="*/ 0 w 38"/>
              <a:gd name="T25" fmla="*/ 0 h 14"/>
              <a:gd name="T26" fmla="*/ 38 w 38"/>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 h="14">
                <a:moveTo>
                  <a:pt x="0" y="0"/>
                </a:moveTo>
                <a:lnTo>
                  <a:pt x="0" y="0"/>
                </a:lnTo>
                <a:lnTo>
                  <a:pt x="16" y="10"/>
                </a:lnTo>
                <a:lnTo>
                  <a:pt x="11" y="13"/>
                </a:lnTo>
                <a:lnTo>
                  <a:pt x="25" y="13"/>
                </a:lnTo>
                <a:lnTo>
                  <a:pt x="37" y="6"/>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3" name="Freeform 680">
            <a:extLst>
              <a:ext uri="{FF2B5EF4-FFF2-40B4-BE49-F238E27FC236}">
                <a16:creationId xmlns:a16="http://schemas.microsoft.com/office/drawing/2014/main" id="{79E7DA41-B9E6-A76A-6D81-4ACA5F00DC29}"/>
              </a:ext>
            </a:extLst>
          </p:cNvPr>
          <p:cNvSpPr>
            <a:spLocks/>
          </p:cNvSpPr>
          <p:nvPr/>
        </p:nvSpPr>
        <p:spPr bwMode="auto">
          <a:xfrm>
            <a:off x="5483497" y="3745104"/>
            <a:ext cx="100740" cy="41913"/>
          </a:xfrm>
          <a:custGeom>
            <a:avLst/>
            <a:gdLst>
              <a:gd name="T0" fmla="*/ 0 w 88"/>
              <a:gd name="T1" fmla="*/ 51992477 h 38"/>
              <a:gd name="T2" fmla="*/ 0 w 88"/>
              <a:gd name="T3" fmla="*/ 51992477 h 38"/>
              <a:gd name="T4" fmla="*/ 35635620 w 88"/>
              <a:gd name="T5" fmla="*/ 16772225 h 38"/>
              <a:gd name="T6" fmla="*/ 86764515 w 88"/>
              <a:gd name="T7" fmla="*/ 0 h 38"/>
              <a:gd name="T8" fmla="*/ 134795229 w 88"/>
              <a:gd name="T9" fmla="*/ 30188970 h 38"/>
              <a:gd name="T10" fmla="*/ 119301972 w 88"/>
              <a:gd name="T11" fmla="*/ 35220247 h 38"/>
              <a:gd name="T12" fmla="*/ 122400126 w 88"/>
              <a:gd name="T13" fmla="*/ 48638292 h 38"/>
              <a:gd name="T14" fmla="*/ 52678585 w 88"/>
              <a:gd name="T15" fmla="*/ 62055032 h 38"/>
              <a:gd name="T16" fmla="*/ 0 w 88"/>
              <a:gd name="T17" fmla="*/ 51992477 h 38"/>
              <a:gd name="T18" fmla="*/ 0 w 88"/>
              <a:gd name="T19" fmla="*/ 5199247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8"/>
              <a:gd name="T31" fmla="*/ 0 h 38"/>
              <a:gd name="T32" fmla="*/ 88 w 88"/>
              <a:gd name="T33" fmla="*/ 38 h 3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8" h="38">
                <a:moveTo>
                  <a:pt x="0" y="31"/>
                </a:moveTo>
                <a:lnTo>
                  <a:pt x="0" y="31"/>
                </a:lnTo>
                <a:lnTo>
                  <a:pt x="23" y="10"/>
                </a:lnTo>
                <a:lnTo>
                  <a:pt x="56" y="0"/>
                </a:lnTo>
                <a:lnTo>
                  <a:pt x="87" y="18"/>
                </a:lnTo>
                <a:lnTo>
                  <a:pt x="77" y="21"/>
                </a:lnTo>
                <a:lnTo>
                  <a:pt x="79" y="29"/>
                </a:lnTo>
                <a:lnTo>
                  <a:pt x="34" y="37"/>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4" name="Freeform 681">
            <a:extLst>
              <a:ext uri="{FF2B5EF4-FFF2-40B4-BE49-F238E27FC236}">
                <a16:creationId xmlns:a16="http://schemas.microsoft.com/office/drawing/2014/main" id="{46B54B0C-826F-7A83-DB9E-A013756213A0}"/>
              </a:ext>
            </a:extLst>
          </p:cNvPr>
          <p:cNvSpPr>
            <a:spLocks/>
          </p:cNvSpPr>
          <p:nvPr/>
        </p:nvSpPr>
        <p:spPr bwMode="auto">
          <a:xfrm>
            <a:off x="5503936" y="3781609"/>
            <a:ext cx="110961" cy="50027"/>
          </a:xfrm>
          <a:custGeom>
            <a:avLst/>
            <a:gdLst>
              <a:gd name="T0" fmla="*/ 0 w 98"/>
              <a:gd name="T1" fmla="*/ 32371164 h 45"/>
              <a:gd name="T2" fmla="*/ 0 w 98"/>
              <a:gd name="T3" fmla="*/ 32371164 h 45"/>
              <a:gd name="T4" fmla="*/ 27281675 w 98"/>
              <a:gd name="T5" fmla="*/ 37482673 h 45"/>
              <a:gd name="T6" fmla="*/ 45470282 w 98"/>
              <a:gd name="T7" fmla="*/ 63040231 h 45"/>
              <a:gd name="T8" fmla="*/ 60626625 w 98"/>
              <a:gd name="T9" fmla="*/ 54520614 h 45"/>
              <a:gd name="T10" fmla="*/ 121253251 w 98"/>
              <a:gd name="T11" fmla="*/ 74966652 h 45"/>
              <a:gd name="T12" fmla="*/ 142472871 w 98"/>
              <a:gd name="T13" fmla="*/ 66447034 h 45"/>
              <a:gd name="T14" fmla="*/ 125799785 w 98"/>
              <a:gd name="T15" fmla="*/ 47705703 h 45"/>
              <a:gd name="T16" fmla="*/ 137925106 w 98"/>
              <a:gd name="T17" fmla="*/ 52817212 h 45"/>
              <a:gd name="T18" fmla="*/ 147019404 w 98"/>
              <a:gd name="T19" fmla="*/ 22149450 h 45"/>
              <a:gd name="T20" fmla="*/ 115189975 w 98"/>
              <a:gd name="T21" fmla="*/ 6814914 h 45"/>
              <a:gd name="T22" fmla="*/ 83361776 w 98"/>
              <a:gd name="T23" fmla="*/ 28964361 h 45"/>
              <a:gd name="T24" fmla="*/ 109127929 w 98"/>
              <a:gd name="T25" fmla="*/ 17037935 h 45"/>
              <a:gd name="T26" fmla="*/ 93971586 w 98"/>
              <a:gd name="T27" fmla="*/ 0 h 45"/>
              <a:gd name="T28" fmla="*/ 42438028 w 98"/>
              <a:gd name="T29" fmla="*/ 6814914 h 45"/>
              <a:gd name="T30" fmla="*/ 0 w 98"/>
              <a:gd name="T31" fmla="*/ 32371164 h 45"/>
              <a:gd name="T32" fmla="*/ 0 w 98"/>
              <a:gd name="T33" fmla="*/ 32371164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8"/>
              <a:gd name="T52" fmla="*/ 0 h 45"/>
              <a:gd name="T53" fmla="*/ 98 w 98"/>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8" h="45">
                <a:moveTo>
                  <a:pt x="0" y="19"/>
                </a:moveTo>
                <a:lnTo>
                  <a:pt x="0" y="19"/>
                </a:lnTo>
                <a:lnTo>
                  <a:pt x="18" y="22"/>
                </a:lnTo>
                <a:lnTo>
                  <a:pt x="30" y="37"/>
                </a:lnTo>
                <a:lnTo>
                  <a:pt x="40" y="32"/>
                </a:lnTo>
                <a:lnTo>
                  <a:pt x="80" y="44"/>
                </a:lnTo>
                <a:lnTo>
                  <a:pt x="94" y="39"/>
                </a:lnTo>
                <a:lnTo>
                  <a:pt x="83" y="28"/>
                </a:lnTo>
                <a:lnTo>
                  <a:pt x="91" y="31"/>
                </a:lnTo>
                <a:lnTo>
                  <a:pt x="97" y="13"/>
                </a:lnTo>
                <a:lnTo>
                  <a:pt x="76" y="4"/>
                </a:lnTo>
                <a:lnTo>
                  <a:pt x="55" y="17"/>
                </a:lnTo>
                <a:lnTo>
                  <a:pt x="72" y="10"/>
                </a:lnTo>
                <a:lnTo>
                  <a:pt x="62" y="0"/>
                </a:lnTo>
                <a:lnTo>
                  <a:pt x="28" y="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5" name="Freeform 682">
            <a:extLst>
              <a:ext uri="{FF2B5EF4-FFF2-40B4-BE49-F238E27FC236}">
                <a16:creationId xmlns:a16="http://schemas.microsoft.com/office/drawing/2014/main" id="{D38E5C9C-659A-C404-D244-4823345AE590}"/>
              </a:ext>
            </a:extLst>
          </p:cNvPr>
          <p:cNvSpPr>
            <a:spLocks/>
          </p:cNvSpPr>
          <p:nvPr/>
        </p:nvSpPr>
        <p:spPr bwMode="auto">
          <a:xfrm>
            <a:off x="5609056" y="3807299"/>
            <a:ext cx="93441" cy="50027"/>
          </a:xfrm>
          <a:custGeom>
            <a:avLst/>
            <a:gdLst>
              <a:gd name="T0" fmla="*/ 0 w 82"/>
              <a:gd name="T1" fmla="*/ 61957319 h 46"/>
              <a:gd name="T2" fmla="*/ 0 w 82"/>
              <a:gd name="T3" fmla="*/ 61957319 h 46"/>
              <a:gd name="T4" fmla="*/ 9210906 w 82"/>
              <a:gd name="T5" fmla="*/ 73370170 h 46"/>
              <a:gd name="T6" fmla="*/ 113603665 w 82"/>
              <a:gd name="T7" fmla="*/ 58696140 h 46"/>
              <a:gd name="T8" fmla="*/ 124349719 w 82"/>
              <a:gd name="T9" fmla="*/ 34239839 h 46"/>
              <a:gd name="T10" fmla="*/ 95181857 w 82"/>
              <a:gd name="T11" fmla="*/ 14674035 h 46"/>
              <a:gd name="T12" fmla="*/ 70618188 w 82"/>
              <a:gd name="T13" fmla="*/ 22825711 h 46"/>
              <a:gd name="T14" fmla="*/ 73688489 w 82"/>
              <a:gd name="T15" fmla="*/ 6522361 h 46"/>
              <a:gd name="T16" fmla="*/ 59872134 w 82"/>
              <a:gd name="T17" fmla="*/ 0 h 46"/>
              <a:gd name="T18" fmla="*/ 12281210 w 82"/>
              <a:gd name="T19" fmla="*/ 53804371 h 46"/>
              <a:gd name="T20" fmla="*/ 0 w 82"/>
              <a:gd name="T21" fmla="*/ 61957319 h 46"/>
              <a:gd name="T22" fmla="*/ 0 w 82"/>
              <a:gd name="T23" fmla="*/ 61957319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
              <a:gd name="T37" fmla="*/ 0 h 46"/>
              <a:gd name="T38" fmla="*/ 82 w 82"/>
              <a:gd name="T39" fmla="*/ 46 h 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 h="46">
                <a:moveTo>
                  <a:pt x="0" y="38"/>
                </a:moveTo>
                <a:lnTo>
                  <a:pt x="0" y="38"/>
                </a:lnTo>
                <a:lnTo>
                  <a:pt x="6" y="45"/>
                </a:lnTo>
                <a:lnTo>
                  <a:pt x="74" y="36"/>
                </a:lnTo>
                <a:lnTo>
                  <a:pt x="81" y="21"/>
                </a:lnTo>
                <a:lnTo>
                  <a:pt x="62" y="9"/>
                </a:lnTo>
                <a:lnTo>
                  <a:pt x="46" y="14"/>
                </a:lnTo>
                <a:lnTo>
                  <a:pt x="48" y="4"/>
                </a:lnTo>
                <a:lnTo>
                  <a:pt x="39" y="0"/>
                </a:lnTo>
                <a:lnTo>
                  <a:pt x="8" y="33"/>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6" name="Freeform 683">
            <a:extLst>
              <a:ext uri="{FF2B5EF4-FFF2-40B4-BE49-F238E27FC236}">
                <a16:creationId xmlns:a16="http://schemas.microsoft.com/office/drawing/2014/main" id="{7B883237-366F-F5E2-0E68-4A24C28582C2}"/>
              </a:ext>
            </a:extLst>
          </p:cNvPr>
          <p:cNvSpPr>
            <a:spLocks/>
          </p:cNvSpPr>
          <p:nvPr/>
        </p:nvSpPr>
        <p:spPr bwMode="auto">
          <a:xfrm>
            <a:off x="6190142" y="3911407"/>
            <a:ext cx="105121" cy="48674"/>
          </a:xfrm>
          <a:custGeom>
            <a:avLst/>
            <a:gdLst>
              <a:gd name="T0" fmla="*/ 0 w 92"/>
              <a:gd name="T1" fmla="*/ 40628330 h 43"/>
              <a:gd name="T2" fmla="*/ 0 w 92"/>
              <a:gd name="T3" fmla="*/ 40628330 h 43"/>
              <a:gd name="T4" fmla="*/ 27783597 w 92"/>
              <a:gd name="T5" fmla="*/ 1766334 h 43"/>
              <a:gd name="T6" fmla="*/ 47849462 w 92"/>
              <a:gd name="T7" fmla="*/ 0 h 43"/>
              <a:gd name="T8" fmla="*/ 80263441 w 92"/>
              <a:gd name="T9" fmla="*/ 28262669 h 43"/>
              <a:gd name="T10" fmla="*/ 84895093 w 92"/>
              <a:gd name="T11" fmla="*/ 7065335 h 43"/>
              <a:gd name="T12" fmla="*/ 120396413 w 92"/>
              <a:gd name="T13" fmla="*/ 24730003 h 43"/>
              <a:gd name="T14" fmla="*/ 117309072 w 92"/>
              <a:gd name="T15" fmla="*/ 51226339 h 43"/>
              <a:gd name="T16" fmla="*/ 140462268 w 92"/>
              <a:gd name="T17" fmla="*/ 61824337 h 43"/>
              <a:gd name="T18" fmla="*/ 66372268 w 92"/>
              <a:gd name="T19" fmla="*/ 65358332 h 43"/>
              <a:gd name="T20" fmla="*/ 61741877 w 92"/>
              <a:gd name="T21" fmla="*/ 54759005 h 43"/>
              <a:gd name="T22" fmla="*/ 49393754 w 92"/>
              <a:gd name="T23" fmla="*/ 74189998 h 43"/>
              <a:gd name="T24" fmla="*/ 0 w 92"/>
              <a:gd name="T25" fmla="*/ 40628330 h 43"/>
              <a:gd name="T26" fmla="*/ 0 w 92"/>
              <a:gd name="T27" fmla="*/ 40628330 h 4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2"/>
              <a:gd name="T43" fmla="*/ 0 h 43"/>
              <a:gd name="T44" fmla="*/ 92 w 92"/>
              <a:gd name="T45" fmla="*/ 43 h 4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2" h="43">
                <a:moveTo>
                  <a:pt x="0" y="23"/>
                </a:moveTo>
                <a:lnTo>
                  <a:pt x="0" y="23"/>
                </a:lnTo>
                <a:lnTo>
                  <a:pt x="18" y="1"/>
                </a:lnTo>
                <a:lnTo>
                  <a:pt x="31" y="0"/>
                </a:lnTo>
                <a:lnTo>
                  <a:pt x="52" y="16"/>
                </a:lnTo>
                <a:lnTo>
                  <a:pt x="55" y="4"/>
                </a:lnTo>
                <a:lnTo>
                  <a:pt x="78" y="14"/>
                </a:lnTo>
                <a:lnTo>
                  <a:pt x="76" y="29"/>
                </a:lnTo>
                <a:lnTo>
                  <a:pt x="91" y="35"/>
                </a:lnTo>
                <a:lnTo>
                  <a:pt x="43" y="37"/>
                </a:lnTo>
                <a:lnTo>
                  <a:pt x="40" y="31"/>
                </a:lnTo>
                <a:lnTo>
                  <a:pt x="32" y="4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7" name="Freeform 684">
            <a:extLst>
              <a:ext uri="{FF2B5EF4-FFF2-40B4-BE49-F238E27FC236}">
                <a16:creationId xmlns:a16="http://schemas.microsoft.com/office/drawing/2014/main" id="{592EE26A-4674-D13F-EB37-F58D4407D371}"/>
              </a:ext>
            </a:extLst>
          </p:cNvPr>
          <p:cNvSpPr>
            <a:spLocks/>
          </p:cNvSpPr>
          <p:nvPr/>
        </p:nvSpPr>
        <p:spPr bwMode="auto">
          <a:xfrm>
            <a:off x="6263142" y="3912760"/>
            <a:ext cx="64240" cy="35154"/>
          </a:xfrm>
          <a:custGeom>
            <a:avLst/>
            <a:gdLst>
              <a:gd name="T0" fmla="*/ 0 w 57"/>
              <a:gd name="T1" fmla="*/ 0 h 30"/>
              <a:gd name="T2" fmla="*/ 0 w 57"/>
              <a:gd name="T3" fmla="*/ 0 h 30"/>
              <a:gd name="T4" fmla="*/ 28531889 w 57"/>
              <a:gd name="T5" fmla="*/ 20821862 h 30"/>
              <a:gd name="T6" fmla="*/ 21023629 w 57"/>
              <a:gd name="T7" fmla="*/ 39751953 h 30"/>
              <a:gd name="T8" fmla="*/ 34538987 w 57"/>
              <a:gd name="T9" fmla="*/ 54894382 h 30"/>
              <a:gd name="T10" fmla="*/ 60068552 w 57"/>
              <a:gd name="T11" fmla="*/ 54894382 h 30"/>
              <a:gd name="T12" fmla="*/ 84095739 w 57"/>
              <a:gd name="T13" fmla="*/ 34072515 h 30"/>
              <a:gd name="T14" fmla="*/ 0 w 57"/>
              <a:gd name="T15" fmla="*/ 0 h 30"/>
              <a:gd name="T16" fmla="*/ 0 w 57"/>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
              <a:gd name="T28" fmla="*/ 0 h 30"/>
              <a:gd name="T29" fmla="*/ 57 w 57"/>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 h="30">
                <a:moveTo>
                  <a:pt x="0" y="0"/>
                </a:moveTo>
                <a:lnTo>
                  <a:pt x="0" y="0"/>
                </a:lnTo>
                <a:lnTo>
                  <a:pt x="19" y="11"/>
                </a:lnTo>
                <a:lnTo>
                  <a:pt x="14" y="21"/>
                </a:lnTo>
                <a:lnTo>
                  <a:pt x="23" y="29"/>
                </a:lnTo>
                <a:lnTo>
                  <a:pt x="40" y="29"/>
                </a:lnTo>
                <a:lnTo>
                  <a:pt x="56" y="18"/>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8" name="Freeform 685">
            <a:extLst>
              <a:ext uri="{FF2B5EF4-FFF2-40B4-BE49-F238E27FC236}">
                <a16:creationId xmlns:a16="http://schemas.microsoft.com/office/drawing/2014/main" id="{DF78AB6F-0E9E-CFB6-5B08-4F52BC0282D0}"/>
              </a:ext>
            </a:extLst>
          </p:cNvPr>
          <p:cNvSpPr>
            <a:spLocks/>
          </p:cNvSpPr>
          <p:nvPr/>
        </p:nvSpPr>
        <p:spPr bwMode="auto">
          <a:xfrm>
            <a:off x="6268983" y="4458991"/>
            <a:ext cx="48180" cy="166302"/>
          </a:xfrm>
          <a:custGeom>
            <a:avLst/>
            <a:gdLst>
              <a:gd name="T0" fmla="*/ 0 w 43"/>
              <a:gd name="T1" fmla="*/ 65259437 h 149"/>
              <a:gd name="T2" fmla="*/ 0 w 43"/>
              <a:gd name="T3" fmla="*/ 65259437 h 149"/>
              <a:gd name="T4" fmla="*/ 10389683 w 43"/>
              <a:gd name="T5" fmla="*/ 96172434 h 149"/>
              <a:gd name="T6" fmla="*/ 10389683 w 43"/>
              <a:gd name="T7" fmla="*/ 254170820 h 149"/>
              <a:gd name="T8" fmla="*/ 20779367 w 43"/>
              <a:gd name="T9" fmla="*/ 235278901 h 149"/>
              <a:gd name="T10" fmla="*/ 37107049 w 43"/>
              <a:gd name="T11" fmla="*/ 247301269 h 149"/>
              <a:gd name="T12" fmla="*/ 19295470 w 43"/>
              <a:gd name="T13" fmla="*/ 204365925 h 149"/>
              <a:gd name="T14" fmla="*/ 29685153 w 43"/>
              <a:gd name="T15" fmla="*/ 159715118 h 149"/>
              <a:gd name="T16" fmla="*/ 62339309 w 43"/>
              <a:gd name="T17" fmla="*/ 173454260 h 149"/>
              <a:gd name="T18" fmla="*/ 31169045 w 43"/>
              <a:gd name="T19" fmla="*/ 89302883 h 149"/>
              <a:gd name="T20" fmla="*/ 20779367 w 43"/>
              <a:gd name="T21" fmla="*/ 0 h 149"/>
              <a:gd name="T22" fmla="*/ 0 w 43"/>
              <a:gd name="T23" fmla="*/ 65259437 h 149"/>
              <a:gd name="T24" fmla="*/ 0 w 43"/>
              <a:gd name="T25" fmla="*/ 65259437 h 1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149"/>
              <a:gd name="T41" fmla="*/ 43 w 43"/>
              <a:gd name="T42" fmla="*/ 149 h 14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149">
                <a:moveTo>
                  <a:pt x="0" y="38"/>
                </a:moveTo>
                <a:lnTo>
                  <a:pt x="0" y="38"/>
                </a:lnTo>
                <a:lnTo>
                  <a:pt x="7" y="56"/>
                </a:lnTo>
                <a:lnTo>
                  <a:pt x="7" y="148"/>
                </a:lnTo>
                <a:lnTo>
                  <a:pt x="14" y="137"/>
                </a:lnTo>
                <a:lnTo>
                  <a:pt x="25" y="144"/>
                </a:lnTo>
                <a:lnTo>
                  <a:pt x="13" y="119"/>
                </a:lnTo>
                <a:lnTo>
                  <a:pt x="20" y="93"/>
                </a:lnTo>
                <a:lnTo>
                  <a:pt x="42" y="101"/>
                </a:lnTo>
                <a:lnTo>
                  <a:pt x="21" y="52"/>
                </a:lnTo>
                <a:lnTo>
                  <a:pt x="14" y="0"/>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9" name="Freeform 686">
            <a:extLst>
              <a:ext uri="{FF2B5EF4-FFF2-40B4-BE49-F238E27FC236}">
                <a16:creationId xmlns:a16="http://schemas.microsoft.com/office/drawing/2014/main" id="{F8ACBEDE-D148-FC3A-D54E-EBB443402B79}"/>
              </a:ext>
            </a:extLst>
          </p:cNvPr>
          <p:cNvSpPr>
            <a:spLocks/>
          </p:cNvSpPr>
          <p:nvPr/>
        </p:nvSpPr>
        <p:spPr bwMode="auto">
          <a:xfrm>
            <a:off x="6340522" y="3933039"/>
            <a:ext cx="73000" cy="24337"/>
          </a:xfrm>
          <a:custGeom>
            <a:avLst/>
            <a:gdLst>
              <a:gd name="T0" fmla="*/ 0 w 64"/>
              <a:gd name="T1" fmla="*/ 0 h 22"/>
              <a:gd name="T2" fmla="*/ 0 w 64"/>
              <a:gd name="T3" fmla="*/ 0 h 22"/>
              <a:gd name="T4" fmla="*/ 16920514 w 64"/>
              <a:gd name="T5" fmla="*/ 23618538 h 22"/>
              <a:gd name="T6" fmla="*/ 61526777 w 64"/>
              <a:gd name="T7" fmla="*/ 35427802 h 22"/>
              <a:gd name="T8" fmla="*/ 96905705 w 64"/>
              <a:gd name="T9" fmla="*/ 28680208 h 22"/>
              <a:gd name="T10" fmla="*/ 0 w 64"/>
              <a:gd name="T11" fmla="*/ 0 h 22"/>
              <a:gd name="T12" fmla="*/ 0 w 64"/>
              <a:gd name="T13" fmla="*/ 0 h 22"/>
              <a:gd name="T14" fmla="*/ 0 60000 65536"/>
              <a:gd name="T15" fmla="*/ 0 60000 65536"/>
              <a:gd name="T16" fmla="*/ 0 60000 65536"/>
              <a:gd name="T17" fmla="*/ 0 60000 65536"/>
              <a:gd name="T18" fmla="*/ 0 60000 65536"/>
              <a:gd name="T19" fmla="*/ 0 60000 65536"/>
              <a:gd name="T20" fmla="*/ 0 60000 65536"/>
              <a:gd name="T21" fmla="*/ 0 w 64"/>
              <a:gd name="T22" fmla="*/ 0 h 22"/>
              <a:gd name="T23" fmla="*/ 64 w 64"/>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22">
                <a:moveTo>
                  <a:pt x="0" y="0"/>
                </a:moveTo>
                <a:lnTo>
                  <a:pt x="0" y="0"/>
                </a:lnTo>
                <a:lnTo>
                  <a:pt x="11" y="14"/>
                </a:lnTo>
                <a:lnTo>
                  <a:pt x="40" y="21"/>
                </a:lnTo>
                <a:lnTo>
                  <a:pt x="63" y="17"/>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90" name="Group 98">
            <a:extLst>
              <a:ext uri="{FF2B5EF4-FFF2-40B4-BE49-F238E27FC236}">
                <a16:creationId xmlns:a16="http://schemas.microsoft.com/office/drawing/2014/main" id="{F0C12FF1-0495-462A-16D2-B3E6D623D6AE}"/>
              </a:ext>
            </a:extLst>
          </p:cNvPr>
          <p:cNvGrpSpPr>
            <a:grpSpLocks/>
          </p:cNvGrpSpPr>
          <p:nvPr/>
        </p:nvGrpSpPr>
        <p:grpSpPr bwMode="auto">
          <a:xfrm>
            <a:off x="4220584" y="3769446"/>
            <a:ext cx="258423" cy="131150"/>
            <a:chOff x="3227" y="1992"/>
            <a:chExt cx="225" cy="118"/>
          </a:xfrm>
          <a:solidFill>
            <a:schemeClr val="accent2"/>
          </a:solidFill>
        </p:grpSpPr>
        <p:sp>
          <p:nvSpPr>
            <p:cNvPr id="391" name="Freeform 688">
              <a:extLst>
                <a:ext uri="{FF2B5EF4-FFF2-40B4-BE49-F238E27FC236}">
                  <a16:creationId xmlns:a16="http://schemas.microsoft.com/office/drawing/2014/main" id="{582F724E-BA9B-CE0F-2B9C-CA29E9A12530}"/>
                </a:ext>
              </a:extLst>
            </p:cNvPr>
            <p:cNvSpPr>
              <a:spLocks/>
            </p:cNvSpPr>
            <p:nvPr/>
          </p:nvSpPr>
          <p:spPr bwMode="auto">
            <a:xfrm>
              <a:off x="3227" y="2006"/>
              <a:ext cx="146" cy="104"/>
            </a:xfrm>
            <a:custGeom>
              <a:avLst/>
              <a:gdLst>
                <a:gd name="T0" fmla="*/ 0 w 146"/>
                <a:gd name="T1" fmla="*/ 13 h 104"/>
                <a:gd name="T2" fmla="*/ 0 w 146"/>
                <a:gd name="T3" fmla="*/ 13 h 104"/>
                <a:gd name="T4" fmla="*/ 1 w 146"/>
                <a:gd name="T5" fmla="*/ 25 h 104"/>
                <a:gd name="T6" fmla="*/ 16 w 146"/>
                <a:gd name="T7" fmla="*/ 25 h 104"/>
                <a:gd name="T8" fmla="*/ 12 w 146"/>
                <a:gd name="T9" fmla="*/ 31 h 104"/>
                <a:gd name="T10" fmla="*/ 22 w 146"/>
                <a:gd name="T11" fmla="*/ 35 h 104"/>
                <a:gd name="T12" fmla="*/ 8 w 146"/>
                <a:gd name="T13" fmla="*/ 34 h 104"/>
                <a:gd name="T14" fmla="*/ 34 w 146"/>
                <a:gd name="T15" fmla="*/ 45 h 104"/>
                <a:gd name="T16" fmla="*/ 23 w 146"/>
                <a:gd name="T17" fmla="*/ 49 h 104"/>
                <a:gd name="T18" fmla="*/ 31 w 146"/>
                <a:gd name="T19" fmla="*/ 57 h 104"/>
                <a:gd name="T20" fmla="*/ 53 w 146"/>
                <a:gd name="T21" fmla="*/ 52 h 104"/>
                <a:gd name="T22" fmla="*/ 53 w 146"/>
                <a:gd name="T23" fmla="*/ 42 h 104"/>
                <a:gd name="T24" fmla="*/ 64 w 146"/>
                <a:gd name="T25" fmla="*/ 38 h 104"/>
                <a:gd name="T26" fmla="*/ 66 w 146"/>
                <a:gd name="T27" fmla="*/ 50 h 104"/>
                <a:gd name="T28" fmla="*/ 80 w 146"/>
                <a:gd name="T29" fmla="*/ 42 h 104"/>
                <a:gd name="T30" fmla="*/ 77 w 146"/>
                <a:gd name="T31" fmla="*/ 50 h 104"/>
                <a:gd name="T32" fmla="*/ 90 w 146"/>
                <a:gd name="T33" fmla="*/ 50 h 104"/>
                <a:gd name="T34" fmla="*/ 40 w 146"/>
                <a:gd name="T35" fmla="*/ 62 h 104"/>
                <a:gd name="T36" fmla="*/ 43 w 146"/>
                <a:gd name="T37" fmla="*/ 71 h 104"/>
                <a:gd name="T38" fmla="*/ 84 w 146"/>
                <a:gd name="T39" fmla="*/ 64 h 104"/>
                <a:gd name="T40" fmla="*/ 55 w 146"/>
                <a:gd name="T41" fmla="*/ 73 h 104"/>
                <a:gd name="T42" fmla="*/ 72 w 146"/>
                <a:gd name="T43" fmla="*/ 78 h 104"/>
                <a:gd name="T44" fmla="*/ 44 w 146"/>
                <a:gd name="T45" fmla="*/ 82 h 104"/>
                <a:gd name="T46" fmla="*/ 86 w 146"/>
                <a:gd name="T47" fmla="*/ 103 h 104"/>
                <a:gd name="T48" fmla="*/ 113 w 146"/>
                <a:gd name="T49" fmla="*/ 50 h 104"/>
                <a:gd name="T50" fmla="*/ 145 w 146"/>
                <a:gd name="T51" fmla="*/ 37 h 104"/>
                <a:gd name="T52" fmla="*/ 109 w 146"/>
                <a:gd name="T53" fmla="*/ 28 h 104"/>
                <a:gd name="T54" fmla="*/ 104 w 146"/>
                <a:gd name="T55" fmla="*/ 15 h 104"/>
                <a:gd name="T56" fmla="*/ 94 w 146"/>
                <a:gd name="T57" fmla="*/ 23 h 104"/>
                <a:gd name="T58" fmla="*/ 99 w 146"/>
                <a:gd name="T59" fmla="*/ 10 h 104"/>
                <a:gd name="T60" fmla="*/ 75 w 146"/>
                <a:gd name="T61" fmla="*/ 0 h 104"/>
                <a:gd name="T62" fmla="*/ 67 w 146"/>
                <a:gd name="T63" fmla="*/ 10 h 104"/>
                <a:gd name="T64" fmla="*/ 78 w 146"/>
                <a:gd name="T65" fmla="*/ 35 h 104"/>
                <a:gd name="T66" fmla="*/ 51 w 146"/>
                <a:gd name="T67" fmla="*/ 10 h 104"/>
                <a:gd name="T68" fmla="*/ 43 w 146"/>
                <a:gd name="T69" fmla="*/ 15 h 104"/>
                <a:gd name="T70" fmla="*/ 48 w 146"/>
                <a:gd name="T71" fmla="*/ 28 h 104"/>
                <a:gd name="T72" fmla="*/ 22 w 146"/>
                <a:gd name="T73" fmla="*/ 16 h 104"/>
                <a:gd name="T74" fmla="*/ 40 w 146"/>
                <a:gd name="T75" fmla="*/ 9 h 104"/>
                <a:gd name="T76" fmla="*/ 0 w 146"/>
                <a:gd name="T77" fmla="*/ 13 h 104"/>
                <a:gd name="T78" fmla="*/ 0 w 146"/>
                <a:gd name="T79" fmla="*/ 13 h 10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6"/>
                <a:gd name="T121" fmla="*/ 0 h 104"/>
                <a:gd name="T122" fmla="*/ 146 w 146"/>
                <a:gd name="T123" fmla="*/ 104 h 10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6" h="104">
                  <a:moveTo>
                    <a:pt x="0" y="13"/>
                  </a:moveTo>
                  <a:lnTo>
                    <a:pt x="0" y="13"/>
                  </a:lnTo>
                  <a:lnTo>
                    <a:pt x="1" y="25"/>
                  </a:lnTo>
                  <a:lnTo>
                    <a:pt x="16" y="25"/>
                  </a:lnTo>
                  <a:lnTo>
                    <a:pt x="12" y="31"/>
                  </a:lnTo>
                  <a:lnTo>
                    <a:pt x="22" y="35"/>
                  </a:lnTo>
                  <a:lnTo>
                    <a:pt x="8" y="34"/>
                  </a:lnTo>
                  <a:lnTo>
                    <a:pt x="34" y="45"/>
                  </a:lnTo>
                  <a:lnTo>
                    <a:pt x="23" y="49"/>
                  </a:lnTo>
                  <a:lnTo>
                    <a:pt x="31" y="57"/>
                  </a:lnTo>
                  <a:lnTo>
                    <a:pt x="53" y="52"/>
                  </a:lnTo>
                  <a:lnTo>
                    <a:pt x="53" y="42"/>
                  </a:lnTo>
                  <a:lnTo>
                    <a:pt x="64" y="38"/>
                  </a:lnTo>
                  <a:lnTo>
                    <a:pt x="66" y="50"/>
                  </a:lnTo>
                  <a:lnTo>
                    <a:pt x="80" y="42"/>
                  </a:lnTo>
                  <a:lnTo>
                    <a:pt x="77" y="50"/>
                  </a:lnTo>
                  <a:lnTo>
                    <a:pt x="90" y="50"/>
                  </a:lnTo>
                  <a:lnTo>
                    <a:pt x="40" y="62"/>
                  </a:lnTo>
                  <a:lnTo>
                    <a:pt x="43" y="71"/>
                  </a:lnTo>
                  <a:lnTo>
                    <a:pt x="84" y="64"/>
                  </a:lnTo>
                  <a:lnTo>
                    <a:pt x="55" y="73"/>
                  </a:lnTo>
                  <a:lnTo>
                    <a:pt x="72" y="78"/>
                  </a:lnTo>
                  <a:lnTo>
                    <a:pt x="44" y="82"/>
                  </a:lnTo>
                  <a:lnTo>
                    <a:pt x="86" y="103"/>
                  </a:lnTo>
                  <a:lnTo>
                    <a:pt x="113" y="50"/>
                  </a:lnTo>
                  <a:lnTo>
                    <a:pt x="145" y="37"/>
                  </a:lnTo>
                  <a:lnTo>
                    <a:pt x="109" y="28"/>
                  </a:lnTo>
                  <a:lnTo>
                    <a:pt x="104" y="15"/>
                  </a:lnTo>
                  <a:lnTo>
                    <a:pt x="94" y="23"/>
                  </a:lnTo>
                  <a:lnTo>
                    <a:pt x="99" y="10"/>
                  </a:lnTo>
                  <a:lnTo>
                    <a:pt x="75" y="0"/>
                  </a:lnTo>
                  <a:lnTo>
                    <a:pt x="67" y="10"/>
                  </a:lnTo>
                  <a:lnTo>
                    <a:pt x="78" y="35"/>
                  </a:lnTo>
                  <a:lnTo>
                    <a:pt x="51" y="10"/>
                  </a:lnTo>
                  <a:lnTo>
                    <a:pt x="43" y="15"/>
                  </a:lnTo>
                  <a:lnTo>
                    <a:pt x="48" y="28"/>
                  </a:lnTo>
                  <a:lnTo>
                    <a:pt x="22" y="16"/>
                  </a:lnTo>
                  <a:lnTo>
                    <a:pt x="40" y="9"/>
                  </a:lnTo>
                  <a:lnTo>
                    <a:pt x="0" y="1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2" name="Freeform 689">
              <a:extLst>
                <a:ext uri="{FF2B5EF4-FFF2-40B4-BE49-F238E27FC236}">
                  <a16:creationId xmlns:a16="http://schemas.microsoft.com/office/drawing/2014/main" id="{EC21D29F-59D6-5240-05B0-3B55F3A030CA}"/>
                </a:ext>
              </a:extLst>
            </p:cNvPr>
            <p:cNvSpPr>
              <a:spLocks/>
            </p:cNvSpPr>
            <p:nvPr/>
          </p:nvSpPr>
          <p:spPr bwMode="auto">
            <a:xfrm>
              <a:off x="3320" y="1992"/>
              <a:ext cx="132" cy="44"/>
            </a:xfrm>
            <a:custGeom>
              <a:avLst/>
              <a:gdLst>
                <a:gd name="T0" fmla="*/ 0 w 132"/>
                <a:gd name="T1" fmla="*/ 11 h 44"/>
                <a:gd name="T2" fmla="*/ 0 w 132"/>
                <a:gd name="T3" fmla="*/ 11 h 44"/>
                <a:gd name="T4" fmla="*/ 19 w 132"/>
                <a:gd name="T5" fmla="*/ 15 h 44"/>
                <a:gd name="T6" fmla="*/ 7 w 132"/>
                <a:gd name="T7" fmla="*/ 20 h 44"/>
                <a:gd name="T8" fmla="*/ 12 w 132"/>
                <a:gd name="T9" fmla="*/ 24 h 44"/>
                <a:gd name="T10" fmla="*/ 60 w 132"/>
                <a:gd name="T11" fmla="*/ 23 h 44"/>
                <a:gd name="T12" fmla="*/ 30 w 132"/>
                <a:gd name="T13" fmla="*/ 29 h 44"/>
                <a:gd name="T14" fmla="*/ 78 w 132"/>
                <a:gd name="T15" fmla="*/ 43 h 44"/>
                <a:gd name="T16" fmla="*/ 110 w 132"/>
                <a:gd name="T17" fmla="*/ 35 h 44"/>
                <a:gd name="T18" fmla="*/ 131 w 132"/>
                <a:gd name="T19" fmla="*/ 20 h 44"/>
                <a:gd name="T20" fmla="*/ 125 w 132"/>
                <a:gd name="T21" fmla="*/ 12 h 44"/>
                <a:gd name="T22" fmla="*/ 94 w 132"/>
                <a:gd name="T23" fmla="*/ 13 h 44"/>
                <a:gd name="T24" fmla="*/ 99 w 132"/>
                <a:gd name="T25" fmla="*/ 5 h 44"/>
                <a:gd name="T26" fmla="*/ 74 w 132"/>
                <a:gd name="T27" fmla="*/ 13 h 44"/>
                <a:gd name="T28" fmla="*/ 71 w 132"/>
                <a:gd name="T29" fmla="*/ 0 h 44"/>
                <a:gd name="T30" fmla="*/ 65 w 132"/>
                <a:gd name="T31" fmla="*/ 17 h 44"/>
                <a:gd name="T32" fmla="*/ 30 w 132"/>
                <a:gd name="T33" fmla="*/ 0 h 44"/>
                <a:gd name="T34" fmla="*/ 31 w 132"/>
                <a:gd name="T35" fmla="*/ 10 h 44"/>
                <a:gd name="T36" fmla="*/ 20 w 132"/>
                <a:gd name="T37" fmla="*/ 5 h 44"/>
                <a:gd name="T38" fmla="*/ 25 w 132"/>
                <a:gd name="T39" fmla="*/ 15 h 44"/>
                <a:gd name="T40" fmla="*/ 0 w 132"/>
                <a:gd name="T41" fmla="*/ 11 h 44"/>
                <a:gd name="T42" fmla="*/ 0 w 132"/>
                <a:gd name="T43" fmla="*/ 11 h 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2"/>
                <a:gd name="T67" fmla="*/ 0 h 44"/>
                <a:gd name="T68" fmla="*/ 132 w 132"/>
                <a:gd name="T69" fmla="*/ 44 h 4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2" h="44">
                  <a:moveTo>
                    <a:pt x="0" y="11"/>
                  </a:moveTo>
                  <a:lnTo>
                    <a:pt x="0" y="11"/>
                  </a:lnTo>
                  <a:lnTo>
                    <a:pt x="19" y="15"/>
                  </a:lnTo>
                  <a:lnTo>
                    <a:pt x="7" y="20"/>
                  </a:lnTo>
                  <a:lnTo>
                    <a:pt x="12" y="24"/>
                  </a:lnTo>
                  <a:lnTo>
                    <a:pt x="60" y="23"/>
                  </a:lnTo>
                  <a:lnTo>
                    <a:pt x="30" y="29"/>
                  </a:lnTo>
                  <a:lnTo>
                    <a:pt x="78" y="43"/>
                  </a:lnTo>
                  <a:lnTo>
                    <a:pt x="110" y="35"/>
                  </a:lnTo>
                  <a:lnTo>
                    <a:pt x="131" y="20"/>
                  </a:lnTo>
                  <a:lnTo>
                    <a:pt x="125" y="12"/>
                  </a:lnTo>
                  <a:lnTo>
                    <a:pt x="94" y="13"/>
                  </a:lnTo>
                  <a:lnTo>
                    <a:pt x="99" y="5"/>
                  </a:lnTo>
                  <a:lnTo>
                    <a:pt x="74" y="13"/>
                  </a:lnTo>
                  <a:lnTo>
                    <a:pt x="71" y="0"/>
                  </a:lnTo>
                  <a:lnTo>
                    <a:pt x="65" y="17"/>
                  </a:lnTo>
                  <a:lnTo>
                    <a:pt x="30" y="0"/>
                  </a:lnTo>
                  <a:lnTo>
                    <a:pt x="31" y="10"/>
                  </a:lnTo>
                  <a:lnTo>
                    <a:pt x="20" y="5"/>
                  </a:lnTo>
                  <a:lnTo>
                    <a:pt x="25" y="15"/>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3" name="Freeform 690">
              <a:extLst>
                <a:ext uri="{FF2B5EF4-FFF2-40B4-BE49-F238E27FC236}">
                  <a16:creationId xmlns:a16="http://schemas.microsoft.com/office/drawing/2014/main" id="{4AFB650E-25F3-534F-6DFD-FF580D2213C7}"/>
                </a:ext>
              </a:extLst>
            </p:cNvPr>
            <p:cNvSpPr>
              <a:spLocks/>
            </p:cNvSpPr>
            <p:nvPr/>
          </p:nvSpPr>
          <p:spPr bwMode="auto">
            <a:xfrm>
              <a:off x="3365" y="2062"/>
              <a:ext cx="57" cy="29"/>
            </a:xfrm>
            <a:custGeom>
              <a:avLst/>
              <a:gdLst>
                <a:gd name="T0" fmla="*/ 0 w 57"/>
                <a:gd name="T1" fmla="*/ 22 h 29"/>
                <a:gd name="T2" fmla="*/ 0 w 57"/>
                <a:gd name="T3" fmla="*/ 22 h 29"/>
                <a:gd name="T4" fmla="*/ 5 w 57"/>
                <a:gd name="T5" fmla="*/ 8 h 29"/>
                <a:gd name="T6" fmla="*/ 28 w 57"/>
                <a:gd name="T7" fmla="*/ 0 h 29"/>
                <a:gd name="T8" fmla="*/ 32 w 57"/>
                <a:gd name="T9" fmla="*/ 8 h 29"/>
                <a:gd name="T10" fmla="*/ 56 w 57"/>
                <a:gd name="T11" fmla="*/ 14 h 29"/>
                <a:gd name="T12" fmla="*/ 22 w 57"/>
                <a:gd name="T13" fmla="*/ 28 h 29"/>
                <a:gd name="T14" fmla="*/ 28 w 57"/>
                <a:gd name="T15" fmla="*/ 21 h 29"/>
                <a:gd name="T16" fmla="*/ 0 w 57"/>
                <a:gd name="T17" fmla="*/ 22 h 29"/>
                <a:gd name="T18" fmla="*/ 0 w 57"/>
                <a:gd name="T19" fmla="*/ 22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29"/>
                <a:gd name="T32" fmla="*/ 57 w 57"/>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29">
                  <a:moveTo>
                    <a:pt x="0" y="22"/>
                  </a:moveTo>
                  <a:lnTo>
                    <a:pt x="0" y="22"/>
                  </a:lnTo>
                  <a:lnTo>
                    <a:pt x="5" y="8"/>
                  </a:lnTo>
                  <a:lnTo>
                    <a:pt x="28" y="0"/>
                  </a:lnTo>
                  <a:lnTo>
                    <a:pt x="32" y="8"/>
                  </a:lnTo>
                  <a:lnTo>
                    <a:pt x="56" y="14"/>
                  </a:lnTo>
                  <a:lnTo>
                    <a:pt x="22" y="28"/>
                  </a:lnTo>
                  <a:lnTo>
                    <a:pt x="28" y="21"/>
                  </a:lnTo>
                  <a:lnTo>
                    <a:pt x="0" y="2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94" name="Freeform 691">
            <a:extLst>
              <a:ext uri="{FF2B5EF4-FFF2-40B4-BE49-F238E27FC236}">
                <a16:creationId xmlns:a16="http://schemas.microsoft.com/office/drawing/2014/main" id="{E6429D68-7B03-FC29-9F8A-8BBCBABB97C2}"/>
              </a:ext>
            </a:extLst>
          </p:cNvPr>
          <p:cNvSpPr>
            <a:spLocks/>
          </p:cNvSpPr>
          <p:nvPr/>
        </p:nvSpPr>
        <p:spPr bwMode="auto">
          <a:xfrm>
            <a:off x="5579857" y="5052543"/>
            <a:ext cx="125561" cy="233907"/>
          </a:xfrm>
          <a:custGeom>
            <a:avLst/>
            <a:gdLst>
              <a:gd name="T0" fmla="*/ 0 w 109"/>
              <a:gd name="T1" fmla="*/ 56982790 h 209"/>
              <a:gd name="T2" fmla="*/ 0 w 109"/>
              <a:gd name="T3" fmla="*/ 56982790 h 209"/>
              <a:gd name="T4" fmla="*/ 10982123 w 109"/>
              <a:gd name="T5" fmla="*/ 29354730 h 209"/>
              <a:gd name="T6" fmla="*/ 56477515 w 109"/>
              <a:gd name="T7" fmla="*/ 0 h 209"/>
              <a:gd name="T8" fmla="*/ 76872341 w 109"/>
              <a:gd name="T9" fmla="*/ 27628059 h 209"/>
              <a:gd name="T10" fmla="*/ 70597203 w 109"/>
              <a:gd name="T11" fmla="*/ 75977484 h 209"/>
              <a:gd name="T12" fmla="*/ 125505307 w 109"/>
              <a:gd name="T13" fmla="*/ 55256119 h 209"/>
              <a:gd name="T14" fmla="*/ 149037702 w 109"/>
              <a:gd name="T15" fmla="*/ 75977484 h 209"/>
              <a:gd name="T16" fmla="*/ 169431313 w 109"/>
              <a:gd name="T17" fmla="*/ 124325605 h 209"/>
              <a:gd name="T18" fmla="*/ 161587978 w 109"/>
              <a:gd name="T19" fmla="*/ 153680325 h 209"/>
              <a:gd name="T20" fmla="*/ 120798327 w 109"/>
              <a:gd name="T21" fmla="*/ 151953654 h 209"/>
              <a:gd name="T22" fmla="*/ 105110482 w 109"/>
              <a:gd name="T23" fmla="*/ 165768336 h 209"/>
              <a:gd name="T24" fmla="*/ 112955031 w 109"/>
              <a:gd name="T25" fmla="*/ 215843148 h 209"/>
              <a:gd name="T26" fmla="*/ 58045674 w 109"/>
              <a:gd name="T27" fmla="*/ 172675061 h 209"/>
              <a:gd name="T28" fmla="*/ 34514522 w 109"/>
              <a:gd name="T29" fmla="*/ 250377881 h 209"/>
              <a:gd name="T30" fmla="*/ 61183243 w 109"/>
              <a:gd name="T31" fmla="*/ 319448661 h 209"/>
              <a:gd name="T32" fmla="*/ 98835344 w 109"/>
              <a:gd name="T33" fmla="*/ 345348807 h 209"/>
              <a:gd name="T34" fmla="*/ 78440499 w 109"/>
              <a:gd name="T35" fmla="*/ 359163489 h 209"/>
              <a:gd name="T36" fmla="*/ 73734772 w 109"/>
              <a:gd name="T37" fmla="*/ 336715370 h 209"/>
              <a:gd name="T38" fmla="*/ 58045674 w 109"/>
              <a:gd name="T39" fmla="*/ 336715370 h 209"/>
              <a:gd name="T40" fmla="*/ 15687850 w 109"/>
              <a:gd name="T41" fmla="*/ 298727295 h 209"/>
              <a:gd name="T42" fmla="*/ 23532404 w 109"/>
              <a:gd name="T43" fmla="*/ 252104552 h 209"/>
              <a:gd name="T44" fmla="*/ 45495397 w 109"/>
              <a:gd name="T45" fmla="*/ 210663135 h 209"/>
              <a:gd name="T46" fmla="*/ 15687850 w 109"/>
              <a:gd name="T47" fmla="*/ 141593628 h 209"/>
              <a:gd name="T48" fmla="*/ 25100562 w 109"/>
              <a:gd name="T49" fmla="*/ 110512237 h 209"/>
              <a:gd name="T50" fmla="*/ 0 w 109"/>
              <a:gd name="T51" fmla="*/ 56982790 h 209"/>
              <a:gd name="T52" fmla="*/ 0 w 109"/>
              <a:gd name="T53" fmla="*/ 56982790 h 20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9"/>
              <a:gd name="T82" fmla="*/ 0 h 209"/>
              <a:gd name="T83" fmla="*/ 109 w 109"/>
              <a:gd name="T84" fmla="*/ 209 h 20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9" h="209">
                <a:moveTo>
                  <a:pt x="0" y="33"/>
                </a:moveTo>
                <a:lnTo>
                  <a:pt x="0" y="33"/>
                </a:lnTo>
                <a:lnTo>
                  <a:pt x="7" y="17"/>
                </a:lnTo>
                <a:lnTo>
                  <a:pt x="36" y="0"/>
                </a:lnTo>
                <a:lnTo>
                  <a:pt x="49" y="16"/>
                </a:lnTo>
                <a:lnTo>
                  <a:pt x="45" y="44"/>
                </a:lnTo>
                <a:lnTo>
                  <a:pt x="80" y="32"/>
                </a:lnTo>
                <a:lnTo>
                  <a:pt x="95" y="44"/>
                </a:lnTo>
                <a:lnTo>
                  <a:pt x="108" y="72"/>
                </a:lnTo>
                <a:lnTo>
                  <a:pt x="103" y="89"/>
                </a:lnTo>
                <a:lnTo>
                  <a:pt x="77" y="88"/>
                </a:lnTo>
                <a:lnTo>
                  <a:pt x="67" y="96"/>
                </a:lnTo>
                <a:lnTo>
                  <a:pt x="72" y="125"/>
                </a:lnTo>
                <a:lnTo>
                  <a:pt x="37" y="100"/>
                </a:lnTo>
                <a:lnTo>
                  <a:pt x="22" y="145"/>
                </a:lnTo>
                <a:lnTo>
                  <a:pt x="39" y="185"/>
                </a:lnTo>
                <a:lnTo>
                  <a:pt x="63" y="200"/>
                </a:lnTo>
                <a:lnTo>
                  <a:pt x="50" y="208"/>
                </a:lnTo>
                <a:lnTo>
                  <a:pt x="47" y="195"/>
                </a:lnTo>
                <a:lnTo>
                  <a:pt x="37" y="195"/>
                </a:lnTo>
                <a:lnTo>
                  <a:pt x="10" y="173"/>
                </a:lnTo>
                <a:lnTo>
                  <a:pt x="15" y="146"/>
                </a:lnTo>
                <a:lnTo>
                  <a:pt x="29" y="122"/>
                </a:lnTo>
                <a:lnTo>
                  <a:pt x="10" y="82"/>
                </a:lnTo>
                <a:lnTo>
                  <a:pt x="16" y="64"/>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5" name="Freeform 692">
            <a:extLst>
              <a:ext uri="{FF2B5EF4-FFF2-40B4-BE49-F238E27FC236}">
                <a16:creationId xmlns:a16="http://schemas.microsoft.com/office/drawing/2014/main" id="{CE787DFE-3EE1-4046-CBB6-CAA27D29BE00}"/>
              </a:ext>
            </a:extLst>
          </p:cNvPr>
          <p:cNvSpPr>
            <a:spLocks/>
          </p:cNvSpPr>
          <p:nvPr/>
        </p:nvSpPr>
        <p:spPr bwMode="auto">
          <a:xfrm>
            <a:off x="4462947" y="4694249"/>
            <a:ext cx="290543" cy="109515"/>
          </a:xfrm>
          <a:custGeom>
            <a:avLst/>
            <a:gdLst>
              <a:gd name="T0" fmla="*/ 0 w 252"/>
              <a:gd name="T1" fmla="*/ 55671680 h 99"/>
              <a:gd name="T2" fmla="*/ 0 w 252"/>
              <a:gd name="T3" fmla="*/ 55671680 h 99"/>
              <a:gd name="T4" fmla="*/ 17287462 w 252"/>
              <a:gd name="T5" fmla="*/ 97848223 h 99"/>
              <a:gd name="T6" fmla="*/ 1572043 w 252"/>
              <a:gd name="T7" fmla="*/ 102908575 h 99"/>
              <a:gd name="T8" fmla="*/ 17287462 w 252"/>
              <a:gd name="T9" fmla="*/ 109657442 h 99"/>
              <a:gd name="T10" fmla="*/ 23573131 w 252"/>
              <a:gd name="T11" fmla="*/ 136650313 h 99"/>
              <a:gd name="T12" fmla="*/ 45575473 w 252"/>
              <a:gd name="T13" fmla="*/ 133275879 h 99"/>
              <a:gd name="T14" fmla="*/ 23573131 w 252"/>
              <a:gd name="T15" fmla="*/ 145085098 h 99"/>
              <a:gd name="T16" fmla="*/ 48718305 w 252"/>
              <a:gd name="T17" fmla="*/ 140023447 h 99"/>
              <a:gd name="T18" fmla="*/ 75435513 w 252"/>
              <a:gd name="T19" fmla="*/ 156894316 h 99"/>
              <a:gd name="T20" fmla="*/ 100580697 w 252"/>
              <a:gd name="T21" fmla="*/ 138336230 h 99"/>
              <a:gd name="T22" fmla="*/ 139869232 w 252"/>
              <a:gd name="T23" fmla="*/ 161954668 h 99"/>
              <a:gd name="T24" fmla="*/ 207447058 w 252"/>
              <a:gd name="T25" fmla="*/ 138336230 h 99"/>
              <a:gd name="T26" fmla="*/ 205876268 w 252"/>
              <a:gd name="T27" fmla="*/ 165329101 h 99"/>
              <a:gd name="T28" fmla="*/ 218448850 w 252"/>
              <a:gd name="T29" fmla="*/ 138336230 h 99"/>
              <a:gd name="T30" fmla="*/ 347317583 w 252"/>
              <a:gd name="T31" fmla="*/ 133275879 h 99"/>
              <a:gd name="T32" fmla="*/ 394463826 w 252"/>
              <a:gd name="T33" fmla="*/ 129901445 h 99"/>
              <a:gd name="T34" fmla="*/ 380320454 w 252"/>
              <a:gd name="T35" fmla="*/ 72542549 h 99"/>
              <a:gd name="T36" fmla="*/ 391320994 w 252"/>
              <a:gd name="T37" fmla="*/ 60733330 h 99"/>
              <a:gd name="T38" fmla="*/ 350460415 w 252"/>
              <a:gd name="T39" fmla="*/ 11809224 h 99"/>
              <a:gd name="T40" fmla="*/ 323743129 w 252"/>
              <a:gd name="T41" fmla="*/ 11809224 h 99"/>
              <a:gd name="T42" fmla="*/ 253022511 w 252"/>
              <a:gd name="T43" fmla="*/ 32053232 h 99"/>
              <a:gd name="T44" fmla="*/ 190159600 w 252"/>
              <a:gd name="T45" fmla="*/ 0 h 99"/>
              <a:gd name="T46" fmla="*/ 150871025 w 252"/>
              <a:gd name="T47" fmla="*/ 1687217 h 99"/>
              <a:gd name="T48" fmla="*/ 102152740 w 252"/>
              <a:gd name="T49" fmla="*/ 30366016 h 99"/>
              <a:gd name="T50" fmla="*/ 61290888 w 252"/>
              <a:gd name="T51" fmla="*/ 21931231 h 99"/>
              <a:gd name="T52" fmla="*/ 73863470 w 252"/>
              <a:gd name="T53" fmla="*/ 37114883 h 99"/>
              <a:gd name="T54" fmla="*/ 0 w 252"/>
              <a:gd name="T55" fmla="*/ 55671680 h 99"/>
              <a:gd name="T56" fmla="*/ 0 w 252"/>
              <a:gd name="T57" fmla="*/ 5567168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2"/>
              <a:gd name="T88" fmla="*/ 0 h 99"/>
              <a:gd name="T89" fmla="*/ 252 w 252"/>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2" h="99">
                <a:moveTo>
                  <a:pt x="0" y="33"/>
                </a:moveTo>
                <a:lnTo>
                  <a:pt x="0" y="33"/>
                </a:lnTo>
                <a:lnTo>
                  <a:pt x="11" y="58"/>
                </a:lnTo>
                <a:lnTo>
                  <a:pt x="1" y="61"/>
                </a:lnTo>
                <a:lnTo>
                  <a:pt x="11" y="65"/>
                </a:lnTo>
                <a:lnTo>
                  <a:pt x="15" y="81"/>
                </a:lnTo>
                <a:lnTo>
                  <a:pt x="29" y="79"/>
                </a:lnTo>
                <a:lnTo>
                  <a:pt x="15" y="86"/>
                </a:lnTo>
                <a:lnTo>
                  <a:pt x="31" y="83"/>
                </a:lnTo>
                <a:lnTo>
                  <a:pt x="48" y="93"/>
                </a:lnTo>
                <a:lnTo>
                  <a:pt x="64" y="82"/>
                </a:lnTo>
                <a:lnTo>
                  <a:pt x="89" y="96"/>
                </a:lnTo>
                <a:lnTo>
                  <a:pt x="132" y="82"/>
                </a:lnTo>
                <a:lnTo>
                  <a:pt x="131" y="98"/>
                </a:lnTo>
                <a:lnTo>
                  <a:pt x="139" y="82"/>
                </a:lnTo>
                <a:lnTo>
                  <a:pt x="221" y="79"/>
                </a:lnTo>
                <a:lnTo>
                  <a:pt x="251" y="77"/>
                </a:lnTo>
                <a:lnTo>
                  <a:pt x="242" y="43"/>
                </a:lnTo>
                <a:lnTo>
                  <a:pt x="249" y="36"/>
                </a:lnTo>
                <a:lnTo>
                  <a:pt x="223" y="7"/>
                </a:lnTo>
                <a:lnTo>
                  <a:pt x="206" y="7"/>
                </a:lnTo>
                <a:lnTo>
                  <a:pt x="161" y="19"/>
                </a:lnTo>
                <a:lnTo>
                  <a:pt x="121" y="0"/>
                </a:lnTo>
                <a:lnTo>
                  <a:pt x="96" y="1"/>
                </a:lnTo>
                <a:lnTo>
                  <a:pt x="65" y="18"/>
                </a:lnTo>
                <a:lnTo>
                  <a:pt x="39" y="13"/>
                </a:lnTo>
                <a:lnTo>
                  <a:pt x="47" y="22"/>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6" name="Freeform 693">
            <a:extLst>
              <a:ext uri="{FF2B5EF4-FFF2-40B4-BE49-F238E27FC236}">
                <a16:creationId xmlns:a16="http://schemas.microsoft.com/office/drawing/2014/main" id="{55DB1638-DAB2-DBA5-B6F2-E08F02F2A2E8}"/>
              </a:ext>
            </a:extLst>
          </p:cNvPr>
          <p:cNvSpPr>
            <a:spLocks/>
          </p:cNvSpPr>
          <p:nvPr/>
        </p:nvSpPr>
        <p:spPr bwMode="auto">
          <a:xfrm>
            <a:off x="1423202" y="4054726"/>
            <a:ext cx="465745" cy="393448"/>
          </a:xfrm>
          <a:custGeom>
            <a:avLst/>
            <a:gdLst>
              <a:gd name="T0" fmla="*/ 0 w 408"/>
              <a:gd name="T1" fmla="*/ 228607924 h 355"/>
              <a:gd name="T2" fmla="*/ 24649159 w 408"/>
              <a:gd name="T3" fmla="*/ 243848794 h 355"/>
              <a:gd name="T4" fmla="*/ 103220134 w 408"/>
              <a:gd name="T5" fmla="*/ 264168652 h 355"/>
              <a:gd name="T6" fmla="*/ 152519673 w 408"/>
              <a:gd name="T7" fmla="*/ 260782660 h 355"/>
              <a:gd name="T8" fmla="*/ 146357076 w 408"/>
              <a:gd name="T9" fmla="*/ 304810972 h 355"/>
              <a:gd name="T10" fmla="*/ 38514693 w 408"/>
              <a:gd name="T11" fmla="*/ 379319803 h 355"/>
              <a:gd name="T12" fmla="*/ 43136961 w 408"/>
              <a:gd name="T13" fmla="*/ 382707097 h 355"/>
              <a:gd name="T14" fmla="*/ 90894939 w 408"/>
              <a:gd name="T15" fmla="*/ 401333959 h 355"/>
              <a:gd name="T16" fmla="*/ 87814261 w 408"/>
              <a:gd name="T17" fmla="*/ 440281982 h 355"/>
              <a:gd name="T18" fmla="*/ 137113800 w 408"/>
              <a:gd name="T19" fmla="*/ 401333959 h 355"/>
              <a:gd name="T20" fmla="*/ 134031881 w 408"/>
              <a:gd name="T21" fmla="*/ 460603141 h 355"/>
              <a:gd name="T22" fmla="*/ 164843666 w 408"/>
              <a:gd name="T23" fmla="*/ 453829855 h 355"/>
              <a:gd name="T24" fmla="*/ 198737332 w 408"/>
              <a:gd name="T25" fmla="*/ 465683431 h 355"/>
              <a:gd name="T26" fmla="*/ 237252015 w 408"/>
              <a:gd name="T27" fmla="*/ 462296138 h 355"/>
              <a:gd name="T28" fmla="*/ 164843666 w 408"/>
              <a:gd name="T29" fmla="*/ 552045758 h 355"/>
              <a:gd name="T30" fmla="*/ 124788605 w 408"/>
              <a:gd name="T31" fmla="*/ 568979624 h 355"/>
              <a:gd name="T32" fmla="*/ 134031881 w 408"/>
              <a:gd name="T33" fmla="*/ 577447208 h 355"/>
              <a:gd name="T34" fmla="*/ 197196993 w 408"/>
              <a:gd name="T35" fmla="*/ 558819044 h 355"/>
              <a:gd name="T36" fmla="*/ 212602866 w 408"/>
              <a:gd name="T37" fmla="*/ 546965468 h 355"/>
              <a:gd name="T38" fmla="*/ 306578444 w 408"/>
              <a:gd name="T39" fmla="*/ 469069424 h 355"/>
              <a:gd name="T40" fmla="*/ 360500319 w 408"/>
              <a:gd name="T41" fmla="*/ 384400093 h 355"/>
              <a:gd name="T42" fmla="*/ 363580997 w 408"/>
              <a:gd name="T43" fmla="*/ 384400093 h 355"/>
              <a:gd name="T44" fmla="*/ 375906192 w 408"/>
              <a:gd name="T45" fmla="*/ 392867677 h 355"/>
              <a:gd name="T46" fmla="*/ 348175124 w 408"/>
              <a:gd name="T47" fmla="*/ 404721253 h 355"/>
              <a:gd name="T48" fmla="*/ 357418400 w 408"/>
              <a:gd name="T49" fmla="*/ 436895989 h 355"/>
              <a:gd name="T50" fmla="*/ 406717939 w 408"/>
              <a:gd name="T51" fmla="*/ 430121402 h 355"/>
              <a:gd name="T52" fmla="*/ 406717939 w 408"/>
              <a:gd name="T53" fmla="*/ 403026956 h 355"/>
              <a:gd name="T54" fmla="*/ 419043134 w 408"/>
              <a:gd name="T55" fmla="*/ 399640963 h 355"/>
              <a:gd name="T56" fmla="*/ 445232622 w 408"/>
              <a:gd name="T57" fmla="*/ 406414249 h 355"/>
              <a:gd name="T58" fmla="*/ 582346383 w 408"/>
              <a:gd name="T59" fmla="*/ 440281982 h 355"/>
              <a:gd name="T60" fmla="*/ 606995532 w 408"/>
              <a:gd name="T61" fmla="*/ 433508695 h 355"/>
              <a:gd name="T62" fmla="*/ 616238808 w 408"/>
              <a:gd name="T63" fmla="*/ 460603141 h 355"/>
              <a:gd name="T64" fmla="*/ 606995532 w 408"/>
              <a:gd name="T65" fmla="*/ 421655119 h 355"/>
              <a:gd name="T66" fmla="*/ 566940510 w 408"/>
              <a:gd name="T67" fmla="*/ 67735485 h 355"/>
              <a:gd name="T68" fmla="*/ 332769251 w 408"/>
              <a:gd name="T69" fmla="*/ 22014166 h 355"/>
              <a:gd name="T70" fmla="*/ 264983083 w 408"/>
              <a:gd name="T71" fmla="*/ 25401460 h 355"/>
              <a:gd name="T72" fmla="*/ 263442744 w 408"/>
              <a:gd name="T73" fmla="*/ 8467586 h 355"/>
              <a:gd name="T74" fmla="*/ 212602866 w 408"/>
              <a:gd name="T75" fmla="*/ 22014166 h 355"/>
              <a:gd name="T76" fmla="*/ 171006263 w 408"/>
              <a:gd name="T77" fmla="*/ 45721329 h 355"/>
              <a:gd name="T78" fmla="*/ 127869283 w 408"/>
              <a:gd name="T79" fmla="*/ 44028332 h 355"/>
              <a:gd name="T80" fmla="*/ 117085668 w 408"/>
              <a:gd name="T81" fmla="*/ 55881908 h 355"/>
              <a:gd name="T82" fmla="*/ 38514693 w 408"/>
              <a:gd name="T83" fmla="*/ 103297535 h 355"/>
              <a:gd name="T84" fmla="*/ 24649159 w 408"/>
              <a:gd name="T85" fmla="*/ 121924397 h 355"/>
              <a:gd name="T86" fmla="*/ 180249539 w 408"/>
              <a:gd name="T87" fmla="*/ 194740192 h 355"/>
              <a:gd name="T88" fmla="*/ 127869283 w 408"/>
              <a:gd name="T89" fmla="*/ 203206474 h 355"/>
              <a:gd name="T90" fmla="*/ 130951202 w 408"/>
              <a:gd name="T91" fmla="*/ 213367054 h 355"/>
              <a:gd name="T92" fmla="*/ 90894939 w 408"/>
              <a:gd name="T93" fmla="*/ 189659902 h 355"/>
              <a:gd name="T94" fmla="*/ 0 w 408"/>
              <a:gd name="T95" fmla="*/ 228607924 h 35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08"/>
              <a:gd name="T145" fmla="*/ 0 h 355"/>
              <a:gd name="T146" fmla="*/ 408 w 408"/>
              <a:gd name="T147" fmla="*/ 355 h 35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08" h="355">
                <a:moveTo>
                  <a:pt x="0" y="135"/>
                </a:moveTo>
                <a:lnTo>
                  <a:pt x="0" y="135"/>
                </a:lnTo>
                <a:lnTo>
                  <a:pt x="26" y="142"/>
                </a:lnTo>
                <a:lnTo>
                  <a:pt x="16" y="144"/>
                </a:lnTo>
                <a:lnTo>
                  <a:pt x="27" y="157"/>
                </a:lnTo>
                <a:lnTo>
                  <a:pt x="67" y="156"/>
                </a:lnTo>
                <a:lnTo>
                  <a:pt x="73" y="165"/>
                </a:lnTo>
                <a:lnTo>
                  <a:pt x="99" y="154"/>
                </a:lnTo>
                <a:lnTo>
                  <a:pt x="90" y="159"/>
                </a:lnTo>
                <a:lnTo>
                  <a:pt x="95" y="180"/>
                </a:lnTo>
                <a:lnTo>
                  <a:pt x="40" y="201"/>
                </a:lnTo>
                <a:lnTo>
                  <a:pt x="25" y="224"/>
                </a:lnTo>
                <a:lnTo>
                  <a:pt x="38" y="220"/>
                </a:lnTo>
                <a:lnTo>
                  <a:pt x="28" y="226"/>
                </a:lnTo>
                <a:lnTo>
                  <a:pt x="38" y="234"/>
                </a:lnTo>
                <a:lnTo>
                  <a:pt x="59" y="237"/>
                </a:lnTo>
                <a:lnTo>
                  <a:pt x="47" y="249"/>
                </a:lnTo>
                <a:lnTo>
                  <a:pt x="57" y="260"/>
                </a:lnTo>
                <a:lnTo>
                  <a:pt x="67" y="261"/>
                </a:lnTo>
                <a:lnTo>
                  <a:pt x="89" y="237"/>
                </a:lnTo>
                <a:lnTo>
                  <a:pt x="76" y="249"/>
                </a:lnTo>
                <a:lnTo>
                  <a:pt x="87" y="272"/>
                </a:lnTo>
                <a:lnTo>
                  <a:pt x="81" y="282"/>
                </a:lnTo>
                <a:lnTo>
                  <a:pt x="107" y="268"/>
                </a:lnTo>
                <a:lnTo>
                  <a:pt x="124" y="285"/>
                </a:lnTo>
                <a:lnTo>
                  <a:pt x="129" y="275"/>
                </a:lnTo>
                <a:lnTo>
                  <a:pt x="135" y="282"/>
                </a:lnTo>
                <a:lnTo>
                  <a:pt x="154" y="273"/>
                </a:lnTo>
                <a:lnTo>
                  <a:pt x="127" y="317"/>
                </a:lnTo>
                <a:lnTo>
                  <a:pt x="107" y="326"/>
                </a:lnTo>
                <a:lnTo>
                  <a:pt x="107" y="335"/>
                </a:lnTo>
                <a:lnTo>
                  <a:pt x="81" y="336"/>
                </a:lnTo>
                <a:lnTo>
                  <a:pt x="63" y="354"/>
                </a:lnTo>
                <a:lnTo>
                  <a:pt x="87" y="341"/>
                </a:lnTo>
                <a:lnTo>
                  <a:pt x="113" y="341"/>
                </a:lnTo>
                <a:lnTo>
                  <a:pt x="128" y="330"/>
                </a:lnTo>
                <a:lnTo>
                  <a:pt x="121" y="321"/>
                </a:lnTo>
                <a:lnTo>
                  <a:pt x="138" y="323"/>
                </a:lnTo>
                <a:lnTo>
                  <a:pt x="189" y="290"/>
                </a:lnTo>
                <a:lnTo>
                  <a:pt x="199" y="277"/>
                </a:lnTo>
                <a:lnTo>
                  <a:pt x="190" y="268"/>
                </a:lnTo>
                <a:lnTo>
                  <a:pt x="234" y="227"/>
                </a:lnTo>
                <a:lnTo>
                  <a:pt x="241" y="207"/>
                </a:lnTo>
                <a:lnTo>
                  <a:pt x="236" y="227"/>
                </a:lnTo>
                <a:lnTo>
                  <a:pt x="254" y="223"/>
                </a:lnTo>
                <a:lnTo>
                  <a:pt x="244" y="232"/>
                </a:lnTo>
                <a:lnTo>
                  <a:pt x="259" y="236"/>
                </a:lnTo>
                <a:lnTo>
                  <a:pt x="226" y="239"/>
                </a:lnTo>
                <a:lnTo>
                  <a:pt x="220" y="258"/>
                </a:lnTo>
                <a:lnTo>
                  <a:pt x="232" y="258"/>
                </a:lnTo>
                <a:lnTo>
                  <a:pt x="221" y="271"/>
                </a:lnTo>
                <a:lnTo>
                  <a:pt x="264" y="254"/>
                </a:lnTo>
                <a:lnTo>
                  <a:pt x="270" y="243"/>
                </a:lnTo>
                <a:lnTo>
                  <a:pt x="264" y="238"/>
                </a:lnTo>
                <a:lnTo>
                  <a:pt x="274" y="228"/>
                </a:lnTo>
                <a:lnTo>
                  <a:pt x="272" y="236"/>
                </a:lnTo>
                <a:lnTo>
                  <a:pt x="294" y="231"/>
                </a:lnTo>
                <a:lnTo>
                  <a:pt x="289" y="240"/>
                </a:lnTo>
                <a:lnTo>
                  <a:pt x="325" y="254"/>
                </a:lnTo>
                <a:lnTo>
                  <a:pt x="378" y="260"/>
                </a:lnTo>
                <a:lnTo>
                  <a:pt x="387" y="252"/>
                </a:lnTo>
                <a:lnTo>
                  <a:pt x="394" y="256"/>
                </a:lnTo>
                <a:lnTo>
                  <a:pt x="385" y="264"/>
                </a:lnTo>
                <a:lnTo>
                  <a:pt x="400" y="272"/>
                </a:lnTo>
                <a:lnTo>
                  <a:pt x="407" y="266"/>
                </a:lnTo>
                <a:lnTo>
                  <a:pt x="394" y="249"/>
                </a:lnTo>
                <a:lnTo>
                  <a:pt x="368" y="249"/>
                </a:lnTo>
                <a:lnTo>
                  <a:pt x="368" y="40"/>
                </a:lnTo>
                <a:lnTo>
                  <a:pt x="222" y="23"/>
                </a:lnTo>
                <a:lnTo>
                  <a:pt x="216" y="13"/>
                </a:lnTo>
                <a:lnTo>
                  <a:pt x="176" y="6"/>
                </a:lnTo>
                <a:lnTo>
                  <a:pt x="172" y="15"/>
                </a:lnTo>
                <a:lnTo>
                  <a:pt x="160" y="12"/>
                </a:lnTo>
                <a:lnTo>
                  <a:pt x="171" y="5"/>
                </a:lnTo>
                <a:lnTo>
                  <a:pt x="154" y="0"/>
                </a:lnTo>
                <a:lnTo>
                  <a:pt x="138" y="13"/>
                </a:lnTo>
                <a:lnTo>
                  <a:pt x="112" y="15"/>
                </a:lnTo>
                <a:lnTo>
                  <a:pt x="111" y="27"/>
                </a:lnTo>
                <a:lnTo>
                  <a:pt x="108" y="20"/>
                </a:lnTo>
                <a:lnTo>
                  <a:pt x="83" y="26"/>
                </a:lnTo>
                <a:lnTo>
                  <a:pt x="87" y="36"/>
                </a:lnTo>
                <a:lnTo>
                  <a:pt x="76" y="33"/>
                </a:lnTo>
                <a:lnTo>
                  <a:pt x="61" y="53"/>
                </a:lnTo>
                <a:lnTo>
                  <a:pt x="25" y="61"/>
                </a:lnTo>
                <a:lnTo>
                  <a:pt x="27" y="70"/>
                </a:lnTo>
                <a:lnTo>
                  <a:pt x="16" y="72"/>
                </a:lnTo>
                <a:lnTo>
                  <a:pt x="59" y="101"/>
                </a:lnTo>
                <a:lnTo>
                  <a:pt x="117" y="115"/>
                </a:lnTo>
                <a:lnTo>
                  <a:pt x="81" y="111"/>
                </a:lnTo>
                <a:lnTo>
                  <a:pt x="83" y="120"/>
                </a:lnTo>
                <a:lnTo>
                  <a:pt x="97" y="120"/>
                </a:lnTo>
                <a:lnTo>
                  <a:pt x="85" y="126"/>
                </a:lnTo>
                <a:lnTo>
                  <a:pt x="59" y="125"/>
                </a:lnTo>
                <a:lnTo>
                  <a:pt x="59" y="112"/>
                </a:lnTo>
                <a:lnTo>
                  <a:pt x="46" y="114"/>
                </a:lnTo>
                <a:lnTo>
                  <a:pt x="0" y="1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7" name="Freeform 694">
            <a:extLst>
              <a:ext uri="{FF2B5EF4-FFF2-40B4-BE49-F238E27FC236}">
                <a16:creationId xmlns:a16="http://schemas.microsoft.com/office/drawing/2014/main" id="{4C93EA11-A7CF-BF47-DE55-7AEC00816158}"/>
              </a:ext>
            </a:extLst>
          </p:cNvPr>
          <p:cNvSpPr>
            <a:spLocks/>
          </p:cNvSpPr>
          <p:nvPr/>
        </p:nvSpPr>
        <p:spPr bwMode="auto">
          <a:xfrm>
            <a:off x="1629065" y="4384628"/>
            <a:ext cx="40881" cy="24337"/>
          </a:xfrm>
          <a:custGeom>
            <a:avLst/>
            <a:gdLst>
              <a:gd name="T0" fmla="*/ 0 w 36"/>
              <a:gd name="T1" fmla="*/ 15183716 h 22"/>
              <a:gd name="T2" fmla="*/ 0 w 36"/>
              <a:gd name="T3" fmla="*/ 15183716 h 22"/>
              <a:gd name="T4" fmla="*/ 15245114 w 36"/>
              <a:gd name="T5" fmla="*/ 35427802 h 22"/>
              <a:gd name="T6" fmla="*/ 53358518 w 36"/>
              <a:gd name="T7" fmla="*/ 6747597 h 22"/>
              <a:gd name="T8" fmla="*/ 16769995 w 36"/>
              <a:gd name="T9" fmla="*/ 0 h 22"/>
              <a:gd name="T10" fmla="*/ 21343409 w 36"/>
              <a:gd name="T11" fmla="*/ 13496492 h 22"/>
              <a:gd name="T12" fmla="*/ 0 w 36"/>
              <a:gd name="T13" fmla="*/ 15183716 h 22"/>
              <a:gd name="T14" fmla="*/ 0 w 36"/>
              <a:gd name="T15" fmla="*/ 15183716 h 22"/>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2"/>
              <a:gd name="T26" fmla="*/ 36 w 36"/>
              <a:gd name="T27" fmla="*/ 22 h 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2">
                <a:moveTo>
                  <a:pt x="0" y="9"/>
                </a:moveTo>
                <a:lnTo>
                  <a:pt x="0" y="9"/>
                </a:lnTo>
                <a:lnTo>
                  <a:pt x="10" y="21"/>
                </a:lnTo>
                <a:lnTo>
                  <a:pt x="35" y="4"/>
                </a:lnTo>
                <a:lnTo>
                  <a:pt x="11" y="0"/>
                </a:lnTo>
                <a:lnTo>
                  <a:pt x="14" y="8"/>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8" name="Freeform 695">
            <a:extLst>
              <a:ext uri="{FF2B5EF4-FFF2-40B4-BE49-F238E27FC236}">
                <a16:creationId xmlns:a16="http://schemas.microsoft.com/office/drawing/2014/main" id="{0CA2F45E-8689-50DD-E482-B92BF4C19B3C}"/>
              </a:ext>
            </a:extLst>
          </p:cNvPr>
          <p:cNvSpPr>
            <a:spLocks/>
          </p:cNvSpPr>
          <p:nvPr/>
        </p:nvSpPr>
        <p:spPr bwMode="auto">
          <a:xfrm>
            <a:off x="1888946" y="4340011"/>
            <a:ext cx="128481" cy="110869"/>
          </a:xfrm>
          <a:custGeom>
            <a:avLst/>
            <a:gdLst>
              <a:gd name="T0" fmla="*/ 0 w 110"/>
              <a:gd name="T1" fmla="*/ 17289607 h 99"/>
              <a:gd name="T2" fmla="*/ 0 w 110"/>
              <a:gd name="T3" fmla="*/ 17289607 h 99"/>
              <a:gd name="T4" fmla="*/ 6451601 w 110"/>
              <a:gd name="T5" fmla="*/ 41495580 h 99"/>
              <a:gd name="T6" fmla="*/ 30645101 w 110"/>
              <a:gd name="T7" fmla="*/ 51868825 h 99"/>
              <a:gd name="T8" fmla="*/ 41935408 w 110"/>
              <a:gd name="T9" fmla="*/ 43223367 h 99"/>
              <a:gd name="T10" fmla="*/ 20967704 w 110"/>
              <a:gd name="T11" fmla="*/ 31121030 h 99"/>
              <a:gd name="T12" fmla="*/ 41935408 w 110"/>
              <a:gd name="T13" fmla="*/ 31121030 h 99"/>
              <a:gd name="T14" fmla="*/ 59677303 w 110"/>
              <a:gd name="T15" fmla="*/ 51868825 h 99"/>
              <a:gd name="T16" fmla="*/ 54838605 w 110"/>
              <a:gd name="T17" fmla="*/ 15560515 h 99"/>
              <a:gd name="T18" fmla="*/ 69354701 w 110"/>
              <a:gd name="T19" fmla="*/ 48410642 h 99"/>
              <a:gd name="T20" fmla="*/ 106451410 w 110"/>
              <a:gd name="T21" fmla="*/ 67429335 h 99"/>
              <a:gd name="T22" fmla="*/ 99999812 w 110"/>
              <a:gd name="T23" fmla="*/ 89906232 h 99"/>
              <a:gd name="T24" fmla="*/ 141935200 w 110"/>
              <a:gd name="T25" fmla="*/ 119298160 h 99"/>
              <a:gd name="T26" fmla="*/ 130644903 w 110"/>
              <a:gd name="T27" fmla="*/ 143504128 h 99"/>
              <a:gd name="T28" fmla="*/ 153225497 w 110"/>
              <a:gd name="T29" fmla="*/ 124485435 h 99"/>
              <a:gd name="T30" fmla="*/ 156451296 w 110"/>
              <a:gd name="T31" fmla="*/ 169437873 h 99"/>
              <a:gd name="T32" fmla="*/ 174193231 w 110"/>
              <a:gd name="T33" fmla="*/ 160793729 h 99"/>
              <a:gd name="T34" fmla="*/ 175806131 w 110"/>
              <a:gd name="T35" fmla="*/ 127943618 h 99"/>
              <a:gd name="T36" fmla="*/ 133870703 w 110"/>
              <a:gd name="T37" fmla="*/ 108924925 h 99"/>
              <a:gd name="T38" fmla="*/ 56451504 w 110"/>
              <a:gd name="T39" fmla="*/ 0 h 99"/>
              <a:gd name="T40" fmla="*/ 11290302 w 110"/>
              <a:gd name="T41" fmla="*/ 31121030 h 99"/>
              <a:gd name="T42" fmla="*/ 0 w 110"/>
              <a:gd name="T43" fmla="*/ 17289607 h 99"/>
              <a:gd name="T44" fmla="*/ 0 w 110"/>
              <a:gd name="T45" fmla="*/ 17289607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0"/>
              <a:gd name="T70" fmla="*/ 0 h 99"/>
              <a:gd name="T71" fmla="*/ 110 w 110"/>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0" h="99">
                <a:moveTo>
                  <a:pt x="0" y="10"/>
                </a:moveTo>
                <a:lnTo>
                  <a:pt x="0" y="10"/>
                </a:lnTo>
                <a:lnTo>
                  <a:pt x="4" y="24"/>
                </a:lnTo>
                <a:lnTo>
                  <a:pt x="19" y="30"/>
                </a:lnTo>
                <a:lnTo>
                  <a:pt x="26" y="25"/>
                </a:lnTo>
                <a:lnTo>
                  <a:pt x="13" y="18"/>
                </a:lnTo>
                <a:lnTo>
                  <a:pt x="26" y="18"/>
                </a:lnTo>
                <a:lnTo>
                  <a:pt x="37" y="30"/>
                </a:lnTo>
                <a:lnTo>
                  <a:pt x="34" y="9"/>
                </a:lnTo>
                <a:lnTo>
                  <a:pt x="43" y="28"/>
                </a:lnTo>
                <a:lnTo>
                  <a:pt x="66" y="39"/>
                </a:lnTo>
                <a:lnTo>
                  <a:pt x="62" y="52"/>
                </a:lnTo>
                <a:lnTo>
                  <a:pt x="88" y="69"/>
                </a:lnTo>
                <a:lnTo>
                  <a:pt x="81" y="83"/>
                </a:lnTo>
                <a:lnTo>
                  <a:pt x="95" y="72"/>
                </a:lnTo>
                <a:lnTo>
                  <a:pt x="97" y="98"/>
                </a:lnTo>
                <a:lnTo>
                  <a:pt x="108" y="93"/>
                </a:lnTo>
                <a:lnTo>
                  <a:pt x="109" y="74"/>
                </a:lnTo>
                <a:lnTo>
                  <a:pt x="83" y="63"/>
                </a:lnTo>
                <a:lnTo>
                  <a:pt x="35" y="0"/>
                </a:lnTo>
                <a:lnTo>
                  <a:pt x="7" y="18"/>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9" name="Freeform 696">
            <a:extLst>
              <a:ext uri="{FF2B5EF4-FFF2-40B4-BE49-F238E27FC236}">
                <a16:creationId xmlns:a16="http://schemas.microsoft.com/office/drawing/2014/main" id="{F0BA6A9A-C9C6-5AC6-90FB-505733FDB8F3}"/>
              </a:ext>
            </a:extLst>
          </p:cNvPr>
          <p:cNvSpPr>
            <a:spLocks/>
          </p:cNvSpPr>
          <p:nvPr/>
        </p:nvSpPr>
        <p:spPr bwMode="auto">
          <a:xfrm>
            <a:off x="1918146" y="4376515"/>
            <a:ext cx="23360" cy="18928"/>
          </a:xfrm>
          <a:custGeom>
            <a:avLst/>
            <a:gdLst>
              <a:gd name="T0" fmla="*/ 0 w 20"/>
              <a:gd name="T1" fmla="*/ 0 h 16"/>
              <a:gd name="T2" fmla="*/ 0 w 20"/>
              <a:gd name="T3" fmla="*/ 0 h 16"/>
              <a:gd name="T4" fmla="*/ 9677399 w 20"/>
              <a:gd name="T5" fmla="*/ 28942503 h 16"/>
              <a:gd name="T6" fmla="*/ 11290301 w 20"/>
              <a:gd name="T7" fmla="*/ 13505854 h 16"/>
              <a:gd name="T8" fmla="*/ 30645098 w 20"/>
              <a:gd name="T9" fmla="*/ 27013096 h 16"/>
              <a:gd name="T10" fmla="*/ 12903200 w 20"/>
              <a:gd name="T11" fmla="*/ 13505854 h 16"/>
              <a:gd name="T12" fmla="*/ 29032199 w 20"/>
              <a:gd name="T13" fmla="*/ 3858815 h 16"/>
              <a:gd name="T14" fmla="*/ 0 w 20"/>
              <a:gd name="T15" fmla="*/ 0 h 16"/>
              <a:gd name="T16" fmla="*/ 0 w 20"/>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16"/>
              <a:gd name="T29" fmla="*/ 20 w 20"/>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16">
                <a:moveTo>
                  <a:pt x="0" y="0"/>
                </a:moveTo>
                <a:lnTo>
                  <a:pt x="0" y="0"/>
                </a:lnTo>
                <a:lnTo>
                  <a:pt x="6" y="15"/>
                </a:lnTo>
                <a:lnTo>
                  <a:pt x="7" y="7"/>
                </a:lnTo>
                <a:lnTo>
                  <a:pt x="19" y="14"/>
                </a:lnTo>
                <a:lnTo>
                  <a:pt x="8" y="7"/>
                </a:lnTo>
                <a:lnTo>
                  <a:pt x="18"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0" name="Freeform 697">
            <a:extLst>
              <a:ext uri="{FF2B5EF4-FFF2-40B4-BE49-F238E27FC236}">
                <a16:creationId xmlns:a16="http://schemas.microsoft.com/office/drawing/2014/main" id="{10BA08D3-9D43-69A0-19C4-748FF515DECE}"/>
              </a:ext>
            </a:extLst>
          </p:cNvPr>
          <p:cNvSpPr>
            <a:spLocks/>
          </p:cNvSpPr>
          <p:nvPr/>
        </p:nvSpPr>
        <p:spPr bwMode="auto">
          <a:xfrm>
            <a:off x="1926906" y="4391389"/>
            <a:ext cx="14600" cy="28393"/>
          </a:xfrm>
          <a:custGeom>
            <a:avLst/>
            <a:gdLst>
              <a:gd name="T0" fmla="*/ 0 w 12"/>
              <a:gd name="T1" fmla="*/ 0 h 25"/>
              <a:gd name="T2" fmla="*/ 0 w 12"/>
              <a:gd name="T3" fmla="*/ 0 h 25"/>
              <a:gd name="T4" fmla="*/ 17500864 w 12"/>
              <a:gd name="T5" fmla="*/ 7112783 h 25"/>
              <a:gd name="T6" fmla="*/ 19251082 w 12"/>
              <a:gd name="T7" fmla="*/ 42676691 h 25"/>
              <a:gd name="T8" fmla="*/ 0 w 12"/>
              <a:gd name="T9" fmla="*/ 0 h 25"/>
              <a:gd name="T10" fmla="*/ 0 w 12"/>
              <a:gd name="T11" fmla="*/ 0 h 25"/>
              <a:gd name="T12" fmla="*/ 0 60000 65536"/>
              <a:gd name="T13" fmla="*/ 0 60000 65536"/>
              <a:gd name="T14" fmla="*/ 0 60000 65536"/>
              <a:gd name="T15" fmla="*/ 0 60000 65536"/>
              <a:gd name="T16" fmla="*/ 0 60000 65536"/>
              <a:gd name="T17" fmla="*/ 0 60000 65536"/>
              <a:gd name="T18" fmla="*/ 0 w 12"/>
              <a:gd name="T19" fmla="*/ 0 h 25"/>
              <a:gd name="T20" fmla="*/ 12 w 12"/>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12" h="25">
                <a:moveTo>
                  <a:pt x="0" y="0"/>
                </a:moveTo>
                <a:lnTo>
                  <a:pt x="0" y="0"/>
                </a:lnTo>
                <a:lnTo>
                  <a:pt x="10" y="4"/>
                </a:lnTo>
                <a:lnTo>
                  <a:pt x="11" y="2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1" name="Freeform 698">
            <a:extLst>
              <a:ext uri="{FF2B5EF4-FFF2-40B4-BE49-F238E27FC236}">
                <a16:creationId xmlns:a16="http://schemas.microsoft.com/office/drawing/2014/main" id="{0684D25C-733F-AA66-F021-682A0B7F3CB5}"/>
              </a:ext>
            </a:extLst>
          </p:cNvPr>
          <p:cNvSpPr>
            <a:spLocks/>
          </p:cNvSpPr>
          <p:nvPr/>
        </p:nvSpPr>
        <p:spPr bwMode="auto">
          <a:xfrm>
            <a:off x="1941506" y="4377868"/>
            <a:ext cx="18980" cy="18928"/>
          </a:xfrm>
          <a:custGeom>
            <a:avLst/>
            <a:gdLst>
              <a:gd name="T0" fmla="*/ 0 w 15"/>
              <a:gd name="T1" fmla="*/ 0 h 16"/>
              <a:gd name="T2" fmla="*/ 0 w 15"/>
              <a:gd name="T3" fmla="*/ 0 h 16"/>
              <a:gd name="T4" fmla="*/ 5677928 w 15"/>
              <a:gd name="T5" fmla="*/ 28942503 h 16"/>
              <a:gd name="T6" fmla="*/ 20821357 w 15"/>
              <a:gd name="T7" fmla="*/ 28942503 h 16"/>
              <a:gd name="T8" fmla="*/ 13250332 w 15"/>
              <a:gd name="T9" fmla="*/ 3858815 h 16"/>
              <a:gd name="T10" fmla="*/ 26499288 w 15"/>
              <a:gd name="T11" fmla="*/ 21224870 h 16"/>
              <a:gd name="T12" fmla="*/ 15142056 w 15"/>
              <a:gd name="T13" fmla="*/ 0 h 16"/>
              <a:gd name="T14" fmla="*/ 0 w 15"/>
              <a:gd name="T15" fmla="*/ 0 h 16"/>
              <a:gd name="T16" fmla="*/ 0 w 15"/>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6"/>
              <a:gd name="T29" fmla="*/ 15 w 15"/>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6">
                <a:moveTo>
                  <a:pt x="0" y="0"/>
                </a:moveTo>
                <a:lnTo>
                  <a:pt x="0" y="0"/>
                </a:lnTo>
                <a:lnTo>
                  <a:pt x="3" y="15"/>
                </a:lnTo>
                <a:lnTo>
                  <a:pt x="11" y="15"/>
                </a:lnTo>
                <a:lnTo>
                  <a:pt x="7" y="2"/>
                </a:lnTo>
                <a:lnTo>
                  <a:pt x="14" y="11"/>
                </a:lnTo>
                <a:lnTo>
                  <a:pt x="8" y="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2" name="Freeform 699">
            <a:extLst>
              <a:ext uri="{FF2B5EF4-FFF2-40B4-BE49-F238E27FC236}">
                <a16:creationId xmlns:a16="http://schemas.microsoft.com/office/drawing/2014/main" id="{88B85779-FDB3-F660-8974-0C565B4B63DE}"/>
              </a:ext>
            </a:extLst>
          </p:cNvPr>
          <p:cNvSpPr>
            <a:spLocks/>
          </p:cNvSpPr>
          <p:nvPr/>
        </p:nvSpPr>
        <p:spPr bwMode="auto">
          <a:xfrm>
            <a:off x="1956108" y="4402205"/>
            <a:ext cx="13139" cy="12168"/>
          </a:xfrm>
          <a:custGeom>
            <a:avLst/>
            <a:gdLst>
              <a:gd name="T0" fmla="*/ 0 w 13"/>
              <a:gd name="T1" fmla="*/ 0 h 11"/>
              <a:gd name="T2" fmla="*/ 0 w 13"/>
              <a:gd name="T3" fmla="*/ 0 h 11"/>
              <a:gd name="T4" fmla="*/ 14493612 w 13"/>
              <a:gd name="T5" fmla="*/ 16869050 h 11"/>
              <a:gd name="T6" fmla="*/ 14493612 w 13"/>
              <a:gd name="T7" fmla="*/ 1687165 h 11"/>
              <a:gd name="T8" fmla="*/ 0 w 13"/>
              <a:gd name="T9" fmla="*/ 0 h 11"/>
              <a:gd name="T10" fmla="*/ 0 w 13"/>
              <a:gd name="T11" fmla="*/ 0 h 11"/>
              <a:gd name="T12" fmla="*/ 0 60000 65536"/>
              <a:gd name="T13" fmla="*/ 0 60000 65536"/>
              <a:gd name="T14" fmla="*/ 0 60000 65536"/>
              <a:gd name="T15" fmla="*/ 0 60000 65536"/>
              <a:gd name="T16" fmla="*/ 0 60000 65536"/>
              <a:gd name="T17" fmla="*/ 0 60000 65536"/>
              <a:gd name="T18" fmla="*/ 0 w 13"/>
              <a:gd name="T19" fmla="*/ 0 h 11"/>
              <a:gd name="T20" fmla="*/ 13 w 13"/>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3" h="11">
                <a:moveTo>
                  <a:pt x="0" y="0"/>
                </a:moveTo>
                <a:lnTo>
                  <a:pt x="0" y="0"/>
                </a:lnTo>
                <a:lnTo>
                  <a:pt x="12" y="10"/>
                </a:lnTo>
                <a:lnTo>
                  <a:pt x="12"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3" name="Freeform 700">
            <a:extLst>
              <a:ext uri="{FF2B5EF4-FFF2-40B4-BE49-F238E27FC236}">
                <a16:creationId xmlns:a16="http://schemas.microsoft.com/office/drawing/2014/main" id="{99DBFBF0-567D-CDCE-ECFE-6CE118D64717}"/>
              </a:ext>
            </a:extLst>
          </p:cNvPr>
          <p:cNvSpPr>
            <a:spLocks/>
          </p:cNvSpPr>
          <p:nvPr/>
        </p:nvSpPr>
        <p:spPr bwMode="auto">
          <a:xfrm>
            <a:off x="1960487" y="4417078"/>
            <a:ext cx="20440" cy="29745"/>
          </a:xfrm>
          <a:custGeom>
            <a:avLst/>
            <a:gdLst>
              <a:gd name="T0" fmla="*/ 0 w 19"/>
              <a:gd name="T1" fmla="*/ 0 h 26"/>
              <a:gd name="T2" fmla="*/ 0 w 19"/>
              <a:gd name="T3" fmla="*/ 0 h 26"/>
              <a:gd name="T4" fmla="*/ 19155607 w 19"/>
              <a:gd name="T5" fmla="*/ 14434772 h 26"/>
              <a:gd name="T6" fmla="*/ 24628808 w 19"/>
              <a:gd name="T7" fmla="*/ 45109675 h 26"/>
              <a:gd name="T8" fmla="*/ 0 w 19"/>
              <a:gd name="T9" fmla="*/ 0 h 26"/>
              <a:gd name="T10" fmla="*/ 0 w 19"/>
              <a:gd name="T11" fmla="*/ 0 h 26"/>
              <a:gd name="T12" fmla="*/ 0 60000 65536"/>
              <a:gd name="T13" fmla="*/ 0 60000 65536"/>
              <a:gd name="T14" fmla="*/ 0 60000 65536"/>
              <a:gd name="T15" fmla="*/ 0 60000 65536"/>
              <a:gd name="T16" fmla="*/ 0 60000 65536"/>
              <a:gd name="T17" fmla="*/ 0 60000 65536"/>
              <a:gd name="T18" fmla="*/ 0 w 19"/>
              <a:gd name="T19" fmla="*/ 0 h 26"/>
              <a:gd name="T20" fmla="*/ 19 w 19"/>
              <a:gd name="T21" fmla="*/ 26 h 26"/>
            </a:gdLst>
            <a:ahLst/>
            <a:cxnLst>
              <a:cxn ang="T12">
                <a:pos x="T0" y="T1"/>
              </a:cxn>
              <a:cxn ang="T13">
                <a:pos x="T2" y="T3"/>
              </a:cxn>
              <a:cxn ang="T14">
                <a:pos x="T4" y="T5"/>
              </a:cxn>
              <a:cxn ang="T15">
                <a:pos x="T6" y="T7"/>
              </a:cxn>
              <a:cxn ang="T16">
                <a:pos x="T8" y="T9"/>
              </a:cxn>
              <a:cxn ang="T17">
                <a:pos x="T10" y="T11"/>
              </a:cxn>
            </a:cxnLst>
            <a:rect l="T18" t="T19" r="T20" b="T21"/>
            <a:pathLst>
              <a:path w="19" h="26">
                <a:moveTo>
                  <a:pt x="0" y="0"/>
                </a:moveTo>
                <a:lnTo>
                  <a:pt x="0" y="0"/>
                </a:lnTo>
                <a:lnTo>
                  <a:pt x="14" y="8"/>
                </a:lnTo>
                <a:lnTo>
                  <a:pt x="18" y="25"/>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4" name="Freeform 701">
            <a:extLst>
              <a:ext uri="{FF2B5EF4-FFF2-40B4-BE49-F238E27FC236}">
                <a16:creationId xmlns:a16="http://schemas.microsoft.com/office/drawing/2014/main" id="{74AD24B6-892E-163B-7DAA-BB8F46CD1D67}"/>
              </a:ext>
            </a:extLst>
          </p:cNvPr>
          <p:cNvSpPr>
            <a:spLocks/>
          </p:cNvSpPr>
          <p:nvPr/>
        </p:nvSpPr>
        <p:spPr bwMode="auto">
          <a:xfrm>
            <a:off x="1991147" y="4426542"/>
            <a:ext cx="13139" cy="14872"/>
          </a:xfrm>
          <a:custGeom>
            <a:avLst/>
            <a:gdLst>
              <a:gd name="T0" fmla="*/ 0 w 10"/>
              <a:gd name="T1" fmla="*/ 10841576 h 15"/>
              <a:gd name="T2" fmla="*/ 0 w 10"/>
              <a:gd name="T3" fmla="*/ 10841576 h 15"/>
              <a:gd name="T4" fmla="*/ 8165020 w 10"/>
              <a:gd name="T5" fmla="*/ 0 h 15"/>
              <a:gd name="T6" fmla="*/ 18370223 w 10"/>
              <a:gd name="T7" fmla="*/ 18973045 h 15"/>
              <a:gd name="T8" fmla="*/ 0 w 10"/>
              <a:gd name="T9" fmla="*/ 10841576 h 15"/>
              <a:gd name="T10" fmla="*/ 0 w 10"/>
              <a:gd name="T11" fmla="*/ 10841576 h 15"/>
              <a:gd name="T12" fmla="*/ 0 60000 65536"/>
              <a:gd name="T13" fmla="*/ 0 60000 65536"/>
              <a:gd name="T14" fmla="*/ 0 60000 65536"/>
              <a:gd name="T15" fmla="*/ 0 60000 65536"/>
              <a:gd name="T16" fmla="*/ 0 60000 65536"/>
              <a:gd name="T17" fmla="*/ 0 60000 65536"/>
              <a:gd name="T18" fmla="*/ 0 w 10"/>
              <a:gd name="T19" fmla="*/ 0 h 15"/>
              <a:gd name="T20" fmla="*/ 10 w 10"/>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0" h="15">
                <a:moveTo>
                  <a:pt x="0" y="8"/>
                </a:moveTo>
                <a:lnTo>
                  <a:pt x="0" y="8"/>
                </a:lnTo>
                <a:lnTo>
                  <a:pt x="4" y="0"/>
                </a:lnTo>
                <a:lnTo>
                  <a:pt x="9" y="14"/>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5" name="Freeform 702">
            <a:extLst>
              <a:ext uri="{FF2B5EF4-FFF2-40B4-BE49-F238E27FC236}">
                <a16:creationId xmlns:a16="http://schemas.microsoft.com/office/drawing/2014/main" id="{76656D49-BC73-8874-601F-71828A008644}"/>
              </a:ext>
            </a:extLst>
          </p:cNvPr>
          <p:cNvSpPr>
            <a:spLocks/>
          </p:cNvSpPr>
          <p:nvPr/>
        </p:nvSpPr>
        <p:spPr bwMode="auto">
          <a:xfrm>
            <a:off x="2100648" y="4557691"/>
            <a:ext cx="903749" cy="425899"/>
          </a:xfrm>
          <a:custGeom>
            <a:avLst/>
            <a:gdLst>
              <a:gd name="T0" fmla="*/ 0 w 787"/>
              <a:gd name="T1" fmla="*/ 35986208 h 382"/>
              <a:gd name="T2" fmla="*/ 31180509 w 787"/>
              <a:gd name="T3" fmla="*/ 94251414 h 382"/>
              <a:gd name="T4" fmla="*/ 6235603 w 787"/>
              <a:gd name="T5" fmla="*/ 260475223 h 382"/>
              <a:gd name="T6" fmla="*/ 57684942 w 787"/>
              <a:gd name="T7" fmla="*/ 322166221 h 382"/>
              <a:gd name="T8" fmla="*/ 88865460 w 787"/>
              <a:gd name="T9" fmla="*/ 414704110 h 382"/>
              <a:gd name="T10" fmla="*/ 162140632 w 787"/>
              <a:gd name="T11" fmla="*/ 469540844 h 382"/>
              <a:gd name="T12" fmla="*/ 291542490 w 787"/>
              <a:gd name="T13" fmla="*/ 500386343 h 382"/>
              <a:gd name="T14" fmla="*/ 445888036 w 787"/>
              <a:gd name="T15" fmla="*/ 555223077 h 382"/>
              <a:gd name="T16" fmla="*/ 544108107 w 787"/>
              <a:gd name="T17" fmla="*/ 622056083 h 382"/>
              <a:gd name="T18" fmla="*/ 581525455 w 787"/>
              <a:gd name="T19" fmla="*/ 589497017 h 382"/>
              <a:gd name="T20" fmla="*/ 629855728 w 787"/>
              <a:gd name="T21" fmla="*/ 538087416 h 382"/>
              <a:gd name="T22" fmla="*/ 748343529 w 787"/>
              <a:gd name="T23" fmla="*/ 555223077 h 382"/>
              <a:gd name="T24" fmla="*/ 728075955 w 787"/>
              <a:gd name="T25" fmla="*/ 524377578 h 382"/>
              <a:gd name="T26" fmla="*/ 776406228 w 787"/>
              <a:gd name="T27" fmla="*/ 508954173 h 382"/>
              <a:gd name="T28" fmla="*/ 866831174 w 787"/>
              <a:gd name="T29" fmla="*/ 531231842 h 382"/>
              <a:gd name="T30" fmla="*/ 893335597 w 787"/>
              <a:gd name="T31" fmla="*/ 596351282 h 382"/>
              <a:gd name="T32" fmla="*/ 938548070 w 787"/>
              <a:gd name="T33" fmla="*/ 651188016 h 382"/>
              <a:gd name="T34" fmla="*/ 916720971 w 787"/>
              <a:gd name="T35" fmla="*/ 508954173 h 382"/>
              <a:gd name="T36" fmla="*/ 1041444217 w 787"/>
              <a:gd name="T37" fmla="*/ 387285743 h 382"/>
              <a:gd name="T38" fmla="*/ 1039885941 w 787"/>
              <a:gd name="T39" fmla="*/ 375289471 h 382"/>
              <a:gd name="T40" fmla="*/ 1028971767 w 787"/>
              <a:gd name="T41" fmla="*/ 325593353 h 382"/>
              <a:gd name="T42" fmla="*/ 1028971767 w 787"/>
              <a:gd name="T43" fmla="*/ 320452655 h 382"/>
              <a:gd name="T44" fmla="*/ 1036768141 w 787"/>
              <a:gd name="T45" fmla="*/ 282752891 h 382"/>
              <a:gd name="T46" fmla="*/ 1055476190 w 787"/>
              <a:gd name="T47" fmla="*/ 308457692 h 382"/>
              <a:gd name="T48" fmla="*/ 1057035715 w 787"/>
              <a:gd name="T49" fmla="*/ 296461420 h 382"/>
              <a:gd name="T50" fmla="*/ 1164609186 w 787"/>
              <a:gd name="T51" fmla="*/ 222775459 h 382"/>
              <a:gd name="T52" fmla="*/ 1158373586 w 787"/>
              <a:gd name="T53" fmla="*/ 167937375 h 382"/>
              <a:gd name="T54" fmla="*/ 1225411908 w 787"/>
              <a:gd name="T55" fmla="*/ 123383347 h 382"/>
              <a:gd name="T56" fmla="*/ 1209821659 w 787"/>
              <a:gd name="T57" fmla="*/ 71973725 h 382"/>
              <a:gd name="T58" fmla="*/ 1147459412 w 787"/>
              <a:gd name="T59" fmla="*/ 121669781 h 382"/>
              <a:gd name="T60" fmla="*/ 1032090816 w 787"/>
              <a:gd name="T61" fmla="*/ 171365816 h 382"/>
              <a:gd name="T62" fmla="*/ 974405894 w 787"/>
              <a:gd name="T63" fmla="*/ 190215085 h 382"/>
              <a:gd name="T64" fmla="*/ 885540472 w 787"/>
              <a:gd name="T65" fmla="*/ 226202591 h 382"/>
              <a:gd name="T66" fmla="*/ 888658272 w 787"/>
              <a:gd name="T67" fmla="*/ 203924923 h 382"/>
              <a:gd name="T68" fmla="*/ 898012922 w 787"/>
              <a:gd name="T69" fmla="*/ 185074386 h 382"/>
              <a:gd name="T70" fmla="*/ 866831174 w 787"/>
              <a:gd name="T71" fmla="*/ 167937375 h 382"/>
              <a:gd name="T72" fmla="*/ 841886275 w 787"/>
              <a:gd name="T73" fmla="*/ 109673509 h 382"/>
              <a:gd name="T74" fmla="*/ 807587976 w 787"/>
              <a:gd name="T75" fmla="*/ 217633452 h 382"/>
              <a:gd name="T76" fmla="*/ 781083553 w 787"/>
              <a:gd name="T77" fmla="*/ 183360820 h 382"/>
              <a:gd name="T78" fmla="*/ 782643077 w 787"/>
              <a:gd name="T79" fmla="*/ 133664744 h 382"/>
              <a:gd name="T80" fmla="*/ 865272898 w 787"/>
              <a:gd name="T81" fmla="*/ 101105678 h 382"/>
              <a:gd name="T82" fmla="*/ 851240924 w 787"/>
              <a:gd name="T83" fmla="*/ 85682254 h 382"/>
              <a:gd name="T84" fmla="*/ 782643077 w 787"/>
              <a:gd name="T85" fmla="*/ 58263887 h 382"/>
              <a:gd name="T86" fmla="*/ 692218131 w 787"/>
              <a:gd name="T87" fmla="*/ 83968688 h 382"/>
              <a:gd name="T88" fmla="*/ 639210377 w 787"/>
              <a:gd name="T89" fmla="*/ 20564108 h 382"/>
              <a:gd name="T90" fmla="*/ 625178404 w 787"/>
              <a:gd name="T91" fmla="*/ 13709843 h 382"/>
              <a:gd name="T92" fmla="*/ 51448093 w 787"/>
              <a:gd name="T93" fmla="*/ 39414649 h 382"/>
              <a:gd name="T94" fmla="*/ 42094692 w 787"/>
              <a:gd name="T95" fmla="*/ 37699774 h 382"/>
              <a:gd name="T96" fmla="*/ 0 w 787"/>
              <a:gd name="T97" fmla="*/ 35986208 h 38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87"/>
              <a:gd name="T148" fmla="*/ 0 h 382"/>
              <a:gd name="T149" fmla="*/ 787 w 787"/>
              <a:gd name="T150" fmla="*/ 382 h 38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87" h="382">
                <a:moveTo>
                  <a:pt x="0" y="21"/>
                </a:moveTo>
                <a:lnTo>
                  <a:pt x="0" y="21"/>
                </a:lnTo>
                <a:lnTo>
                  <a:pt x="9" y="52"/>
                </a:lnTo>
                <a:lnTo>
                  <a:pt x="20" y="55"/>
                </a:lnTo>
                <a:lnTo>
                  <a:pt x="11" y="57"/>
                </a:lnTo>
                <a:lnTo>
                  <a:pt x="4" y="152"/>
                </a:lnTo>
                <a:lnTo>
                  <a:pt x="24" y="188"/>
                </a:lnTo>
                <a:lnTo>
                  <a:pt x="37" y="188"/>
                </a:lnTo>
                <a:lnTo>
                  <a:pt x="32" y="202"/>
                </a:lnTo>
                <a:lnTo>
                  <a:pt x="57" y="242"/>
                </a:lnTo>
                <a:lnTo>
                  <a:pt x="83" y="251"/>
                </a:lnTo>
                <a:lnTo>
                  <a:pt x="104" y="274"/>
                </a:lnTo>
                <a:lnTo>
                  <a:pt x="135" y="271"/>
                </a:lnTo>
                <a:lnTo>
                  <a:pt x="187" y="292"/>
                </a:lnTo>
                <a:lnTo>
                  <a:pt x="249" y="284"/>
                </a:lnTo>
                <a:lnTo>
                  <a:pt x="286" y="324"/>
                </a:lnTo>
                <a:lnTo>
                  <a:pt x="315" y="314"/>
                </a:lnTo>
                <a:lnTo>
                  <a:pt x="349" y="363"/>
                </a:lnTo>
                <a:lnTo>
                  <a:pt x="376" y="372"/>
                </a:lnTo>
                <a:lnTo>
                  <a:pt x="373" y="344"/>
                </a:lnTo>
                <a:lnTo>
                  <a:pt x="401" y="327"/>
                </a:lnTo>
                <a:lnTo>
                  <a:pt x="404" y="314"/>
                </a:lnTo>
                <a:lnTo>
                  <a:pt x="445" y="314"/>
                </a:lnTo>
                <a:lnTo>
                  <a:pt x="480" y="324"/>
                </a:lnTo>
                <a:lnTo>
                  <a:pt x="481" y="308"/>
                </a:lnTo>
                <a:lnTo>
                  <a:pt x="467" y="306"/>
                </a:lnTo>
                <a:lnTo>
                  <a:pt x="497" y="305"/>
                </a:lnTo>
                <a:lnTo>
                  <a:pt x="498" y="297"/>
                </a:lnTo>
                <a:lnTo>
                  <a:pt x="501" y="307"/>
                </a:lnTo>
                <a:lnTo>
                  <a:pt x="556" y="310"/>
                </a:lnTo>
                <a:lnTo>
                  <a:pt x="571" y="324"/>
                </a:lnTo>
                <a:lnTo>
                  <a:pt x="573" y="348"/>
                </a:lnTo>
                <a:lnTo>
                  <a:pt x="591" y="381"/>
                </a:lnTo>
                <a:lnTo>
                  <a:pt x="602" y="380"/>
                </a:lnTo>
                <a:lnTo>
                  <a:pt x="606" y="355"/>
                </a:lnTo>
                <a:lnTo>
                  <a:pt x="588" y="297"/>
                </a:lnTo>
                <a:lnTo>
                  <a:pt x="599" y="273"/>
                </a:lnTo>
                <a:lnTo>
                  <a:pt x="668" y="226"/>
                </a:lnTo>
                <a:lnTo>
                  <a:pt x="655" y="221"/>
                </a:lnTo>
                <a:lnTo>
                  <a:pt x="667" y="219"/>
                </a:lnTo>
                <a:lnTo>
                  <a:pt x="657" y="204"/>
                </a:lnTo>
                <a:lnTo>
                  <a:pt x="660" y="190"/>
                </a:lnTo>
                <a:lnTo>
                  <a:pt x="646" y="180"/>
                </a:lnTo>
                <a:lnTo>
                  <a:pt x="660" y="187"/>
                </a:lnTo>
                <a:lnTo>
                  <a:pt x="655" y="170"/>
                </a:lnTo>
                <a:lnTo>
                  <a:pt x="665" y="165"/>
                </a:lnTo>
                <a:lnTo>
                  <a:pt x="667" y="202"/>
                </a:lnTo>
                <a:lnTo>
                  <a:pt x="677" y="180"/>
                </a:lnTo>
                <a:lnTo>
                  <a:pt x="671" y="163"/>
                </a:lnTo>
                <a:lnTo>
                  <a:pt x="678" y="173"/>
                </a:lnTo>
                <a:lnTo>
                  <a:pt x="692" y="143"/>
                </a:lnTo>
                <a:lnTo>
                  <a:pt x="747" y="130"/>
                </a:lnTo>
                <a:lnTo>
                  <a:pt x="733" y="121"/>
                </a:lnTo>
                <a:lnTo>
                  <a:pt x="743" y="98"/>
                </a:lnTo>
                <a:lnTo>
                  <a:pt x="785" y="81"/>
                </a:lnTo>
                <a:lnTo>
                  <a:pt x="786" y="72"/>
                </a:lnTo>
                <a:lnTo>
                  <a:pt x="776" y="64"/>
                </a:lnTo>
                <a:lnTo>
                  <a:pt x="776" y="42"/>
                </a:lnTo>
                <a:lnTo>
                  <a:pt x="753" y="35"/>
                </a:lnTo>
                <a:lnTo>
                  <a:pt x="736" y="71"/>
                </a:lnTo>
                <a:lnTo>
                  <a:pt x="667" y="84"/>
                </a:lnTo>
                <a:lnTo>
                  <a:pt x="662" y="100"/>
                </a:lnTo>
                <a:lnTo>
                  <a:pt x="622" y="106"/>
                </a:lnTo>
                <a:lnTo>
                  <a:pt x="625" y="111"/>
                </a:lnTo>
                <a:lnTo>
                  <a:pt x="585" y="133"/>
                </a:lnTo>
                <a:lnTo>
                  <a:pt x="568" y="132"/>
                </a:lnTo>
                <a:lnTo>
                  <a:pt x="567" y="126"/>
                </a:lnTo>
                <a:lnTo>
                  <a:pt x="570" y="119"/>
                </a:lnTo>
                <a:lnTo>
                  <a:pt x="574" y="114"/>
                </a:lnTo>
                <a:lnTo>
                  <a:pt x="576" y="108"/>
                </a:lnTo>
                <a:lnTo>
                  <a:pt x="570" y="91"/>
                </a:lnTo>
                <a:lnTo>
                  <a:pt x="556" y="98"/>
                </a:lnTo>
                <a:lnTo>
                  <a:pt x="561" y="71"/>
                </a:lnTo>
                <a:lnTo>
                  <a:pt x="540" y="64"/>
                </a:lnTo>
                <a:lnTo>
                  <a:pt x="524" y="81"/>
                </a:lnTo>
                <a:lnTo>
                  <a:pt x="518" y="127"/>
                </a:lnTo>
                <a:lnTo>
                  <a:pt x="505" y="128"/>
                </a:lnTo>
                <a:lnTo>
                  <a:pt x="501" y="107"/>
                </a:lnTo>
                <a:lnTo>
                  <a:pt x="511" y="72"/>
                </a:lnTo>
                <a:lnTo>
                  <a:pt x="502" y="78"/>
                </a:lnTo>
                <a:lnTo>
                  <a:pt x="519" y="60"/>
                </a:lnTo>
                <a:lnTo>
                  <a:pt x="555" y="59"/>
                </a:lnTo>
                <a:lnTo>
                  <a:pt x="549" y="50"/>
                </a:lnTo>
                <a:lnTo>
                  <a:pt x="546" y="50"/>
                </a:lnTo>
                <a:lnTo>
                  <a:pt x="493" y="45"/>
                </a:lnTo>
                <a:lnTo>
                  <a:pt x="502" y="34"/>
                </a:lnTo>
                <a:lnTo>
                  <a:pt x="469" y="49"/>
                </a:lnTo>
                <a:lnTo>
                  <a:pt x="444" y="49"/>
                </a:lnTo>
                <a:lnTo>
                  <a:pt x="475" y="25"/>
                </a:lnTo>
                <a:lnTo>
                  <a:pt x="410" y="12"/>
                </a:lnTo>
                <a:lnTo>
                  <a:pt x="402" y="0"/>
                </a:lnTo>
                <a:lnTo>
                  <a:pt x="401" y="8"/>
                </a:lnTo>
                <a:lnTo>
                  <a:pt x="25" y="8"/>
                </a:lnTo>
                <a:lnTo>
                  <a:pt x="33" y="23"/>
                </a:lnTo>
                <a:lnTo>
                  <a:pt x="24" y="35"/>
                </a:lnTo>
                <a:lnTo>
                  <a:pt x="27"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6" name="Freeform 703">
            <a:extLst>
              <a:ext uri="{FF2B5EF4-FFF2-40B4-BE49-F238E27FC236}">
                <a16:creationId xmlns:a16="http://schemas.microsoft.com/office/drawing/2014/main" id="{A46C9D63-D518-BBFB-93D3-8AE40A941E3B}"/>
              </a:ext>
            </a:extLst>
          </p:cNvPr>
          <p:cNvSpPr>
            <a:spLocks/>
          </p:cNvSpPr>
          <p:nvPr/>
        </p:nvSpPr>
        <p:spPr bwMode="auto">
          <a:xfrm>
            <a:off x="6991688" y="4252126"/>
            <a:ext cx="51101" cy="16225"/>
          </a:xfrm>
          <a:custGeom>
            <a:avLst/>
            <a:gdLst>
              <a:gd name="T0" fmla="*/ 0 w 43"/>
              <a:gd name="T1" fmla="*/ 7406368 h 14"/>
              <a:gd name="T2" fmla="*/ 0 w 43"/>
              <a:gd name="T3" fmla="*/ 7406368 h 14"/>
              <a:gd name="T4" fmla="*/ 41742022 w 43"/>
              <a:gd name="T5" fmla="*/ 0 h 14"/>
              <a:gd name="T6" fmla="*/ 70126962 w 43"/>
              <a:gd name="T7" fmla="*/ 11108871 h 14"/>
              <a:gd name="T8" fmla="*/ 55099114 w 43"/>
              <a:gd name="T9" fmla="*/ 24069679 h 14"/>
              <a:gd name="T10" fmla="*/ 0 w 43"/>
              <a:gd name="T11" fmla="*/ 7406368 h 14"/>
              <a:gd name="T12" fmla="*/ 0 w 43"/>
              <a:gd name="T13" fmla="*/ 7406368 h 14"/>
              <a:gd name="T14" fmla="*/ 0 60000 65536"/>
              <a:gd name="T15" fmla="*/ 0 60000 65536"/>
              <a:gd name="T16" fmla="*/ 0 60000 65536"/>
              <a:gd name="T17" fmla="*/ 0 60000 65536"/>
              <a:gd name="T18" fmla="*/ 0 60000 65536"/>
              <a:gd name="T19" fmla="*/ 0 60000 65536"/>
              <a:gd name="T20" fmla="*/ 0 60000 65536"/>
              <a:gd name="T21" fmla="*/ 0 w 43"/>
              <a:gd name="T22" fmla="*/ 0 h 14"/>
              <a:gd name="T23" fmla="*/ 43 w 43"/>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4">
                <a:moveTo>
                  <a:pt x="0" y="4"/>
                </a:moveTo>
                <a:lnTo>
                  <a:pt x="0" y="4"/>
                </a:lnTo>
                <a:lnTo>
                  <a:pt x="25" y="0"/>
                </a:lnTo>
                <a:lnTo>
                  <a:pt x="42" y="6"/>
                </a:lnTo>
                <a:lnTo>
                  <a:pt x="33" y="13"/>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7" name="Freeform 704">
            <a:extLst>
              <a:ext uri="{FF2B5EF4-FFF2-40B4-BE49-F238E27FC236}">
                <a16:creationId xmlns:a16="http://schemas.microsoft.com/office/drawing/2014/main" id="{2341D17C-A6B7-4F80-6B90-2666F484A0BC}"/>
              </a:ext>
            </a:extLst>
          </p:cNvPr>
          <p:cNvSpPr>
            <a:spLocks/>
          </p:cNvSpPr>
          <p:nvPr/>
        </p:nvSpPr>
        <p:spPr bwMode="auto">
          <a:xfrm>
            <a:off x="2998895" y="5086827"/>
            <a:ext cx="24138" cy="8900"/>
          </a:xfrm>
          <a:custGeom>
            <a:avLst/>
            <a:gdLst>
              <a:gd name="T0" fmla="*/ 0 w 21"/>
              <a:gd name="T1" fmla="*/ 0 h 8"/>
              <a:gd name="T2" fmla="*/ 0 w 21"/>
              <a:gd name="T3" fmla="*/ 0 h 8"/>
              <a:gd name="T4" fmla="*/ 2 w 21"/>
              <a:gd name="T5" fmla="*/ 7 h 8"/>
              <a:gd name="T6" fmla="*/ 20 w 21"/>
              <a:gd name="T7" fmla="*/ 4 h 8"/>
              <a:gd name="T8" fmla="*/ 0 w 21"/>
              <a:gd name="T9" fmla="*/ 0 h 8"/>
              <a:gd name="T10" fmla="*/ 0 w 21"/>
              <a:gd name="T11" fmla="*/ 0 h 8"/>
              <a:gd name="T12" fmla="*/ 0 60000 65536"/>
              <a:gd name="T13" fmla="*/ 0 60000 65536"/>
              <a:gd name="T14" fmla="*/ 0 60000 65536"/>
              <a:gd name="T15" fmla="*/ 0 60000 65536"/>
              <a:gd name="T16" fmla="*/ 0 60000 65536"/>
              <a:gd name="T17" fmla="*/ 0 60000 65536"/>
              <a:gd name="T18" fmla="*/ 0 w 21"/>
              <a:gd name="T19" fmla="*/ 0 h 8"/>
              <a:gd name="T20" fmla="*/ 21 w 21"/>
              <a:gd name="T21" fmla="*/ 8 h 8"/>
            </a:gdLst>
            <a:ahLst/>
            <a:cxnLst>
              <a:cxn ang="T12">
                <a:pos x="T0" y="T1"/>
              </a:cxn>
              <a:cxn ang="T13">
                <a:pos x="T2" y="T3"/>
              </a:cxn>
              <a:cxn ang="T14">
                <a:pos x="T4" y="T5"/>
              </a:cxn>
              <a:cxn ang="T15">
                <a:pos x="T6" y="T7"/>
              </a:cxn>
              <a:cxn ang="T16">
                <a:pos x="T8" y="T9"/>
              </a:cxn>
              <a:cxn ang="T17">
                <a:pos x="T10" y="T11"/>
              </a:cxn>
            </a:cxnLst>
            <a:rect l="T18" t="T19" r="T20" b="T21"/>
            <a:pathLst>
              <a:path w="21" h="8">
                <a:moveTo>
                  <a:pt x="0" y="0"/>
                </a:moveTo>
                <a:lnTo>
                  <a:pt x="0" y="0"/>
                </a:lnTo>
                <a:lnTo>
                  <a:pt x="2" y="7"/>
                </a:lnTo>
                <a:lnTo>
                  <a:pt x="20" y="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8" name="Freeform 705">
            <a:extLst>
              <a:ext uri="{FF2B5EF4-FFF2-40B4-BE49-F238E27FC236}">
                <a16:creationId xmlns:a16="http://schemas.microsoft.com/office/drawing/2014/main" id="{61BB4970-CA67-7BEC-D3B3-9F7334D4506C}"/>
              </a:ext>
            </a:extLst>
          </p:cNvPr>
          <p:cNvSpPr>
            <a:spLocks/>
          </p:cNvSpPr>
          <p:nvPr/>
        </p:nvSpPr>
        <p:spPr bwMode="auto">
          <a:xfrm>
            <a:off x="2902345" y="5702047"/>
            <a:ext cx="310339" cy="535119"/>
          </a:xfrm>
          <a:custGeom>
            <a:avLst/>
            <a:gdLst>
              <a:gd name="T0" fmla="*/ 0 w 270"/>
              <a:gd name="T1" fmla="*/ 444 h 481"/>
              <a:gd name="T2" fmla="*/ 0 w 270"/>
              <a:gd name="T3" fmla="*/ 444 h 481"/>
              <a:gd name="T4" fmla="*/ 3 w 270"/>
              <a:gd name="T5" fmla="*/ 455 h 481"/>
              <a:gd name="T6" fmla="*/ 14 w 270"/>
              <a:gd name="T7" fmla="*/ 451 h 481"/>
              <a:gd name="T8" fmla="*/ 18 w 270"/>
              <a:gd name="T9" fmla="*/ 475 h 481"/>
              <a:gd name="T10" fmla="*/ 68 w 270"/>
              <a:gd name="T11" fmla="*/ 480 h 481"/>
              <a:gd name="T12" fmla="*/ 54 w 270"/>
              <a:gd name="T13" fmla="*/ 468 h 481"/>
              <a:gd name="T14" fmla="*/ 64 w 270"/>
              <a:gd name="T15" fmla="*/ 435 h 481"/>
              <a:gd name="T16" fmla="*/ 74 w 270"/>
              <a:gd name="T17" fmla="*/ 442 h 481"/>
              <a:gd name="T18" fmla="*/ 105 w 270"/>
              <a:gd name="T19" fmla="*/ 396 h 481"/>
              <a:gd name="T20" fmla="*/ 81 w 270"/>
              <a:gd name="T21" fmla="*/ 370 h 481"/>
              <a:gd name="T22" fmla="*/ 108 w 270"/>
              <a:gd name="T23" fmla="*/ 354 h 481"/>
              <a:gd name="T24" fmla="*/ 112 w 270"/>
              <a:gd name="T25" fmla="*/ 331 h 481"/>
              <a:gd name="T26" fmla="*/ 124 w 270"/>
              <a:gd name="T27" fmla="*/ 320 h 481"/>
              <a:gd name="T28" fmla="*/ 113 w 270"/>
              <a:gd name="T29" fmla="*/ 316 h 481"/>
              <a:gd name="T30" fmla="*/ 134 w 270"/>
              <a:gd name="T31" fmla="*/ 316 h 481"/>
              <a:gd name="T32" fmla="*/ 131 w 270"/>
              <a:gd name="T33" fmla="*/ 305 h 481"/>
              <a:gd name="T34" fmla="*/ 122 w 270"/>
              <a:gd name="T35" fmla="*/ 312 h 481"/>
              <a:gd name="T36" fmla="*/ 113 w 270"/>
              <a:gd name="T37" fmla="*/ 304 h 481"/>
              <a:gd name="T38" fmla="*/ 112 w 270"/>
              <a:gd name="T39" fmla="*/ 287 h 481"/>
              <a:gd name="T40" fmla="*/ 149 w 270"/>
              <a:gd name="T41" fmla="*/ 288 h 481"/>
              <a:gd name="T42" fmla="*/ 152 w 270"/>
              <a:gd name="T43" fmla="*/ 253 h 481"/>
              <a:gd name="T44" fmla="*/ 210 w 270"/>
              <a:gd name="T45" fmla="*/ 247 h 481"/>
              <a:gd name="T46" fmla="*/ 227 w 270"/>
              <a:gd name="T47" fmla="*/ 223 h 481"/>
              <a:gd name="T48" fmla="*/ 204 w 270"/>
              <a:gd name="T49" fmla="*/ 178 h 481"/>
              <a:gd name="T50" fmla="*/ 216 w 270"/>
              <a:gd name="T51" fmla="*/ 122 h 481"/>
              <a:gd name="T52" fmla="*/ 269 w 270"/>
              <a:gd name="T53" fmla="*/ 76 h 481"/>
              <a:gd name="T54" fmla="*/ 267 w 270"/>
              <a:gd name="T55" fmla="*/ 55 h 481"/>
              <a:gd name="T56" fmla="*/ 256 w 270"/>
              <a:gd name="T57" fmla="*/ 55 h 481"/>
              <a:gd name="T58" fmla="*/ 242 w 270"/>
              <a:gd name="T59" fmla="*/ 79 h 481"/>
              <a:gd name="T60" fmla="*/ 205 w 270"/>
              <a:gd name="T61" fmla="*/ 78 h 481"/>
              <a:gd name="T62" fmla="*/ 213 w 270"/>
              <a:gd name="T63" fmla="*/ 50 h 481"/>
              <a:gd name="T64" fmla="*/ 147 w 270"/>
              <a:gd name="T65" fmla="*/ 7 h 481"/>
              <a:gd name="T66" fmla="*/ 125 w 270"/>
              <a:gd name="T67" fmla="*/ 3 h 481"/>
              <a:gd name="T68" fmla="*/ 123 w 270"/>
              <a:gd name="T69" fmla="*/ 12 h 481"/>
              <a:gd name="T70" fmla="*/ 98 w 270"/>
              <a:gd name="T71" fmla="*/ 0 h 481"/>
              <a:gd name="T72" fmla="*/ 84 w 270"/>
              <a:gd name="T73" fmla="*/ 15 h 481"/>
              <a:gd name="T74" fmla="*/ 82 w 270"/>
              <a:gd name="T75" fmla="*/ 32 h 481"/>
              <a:gd name="T76" fmla="*/ 67 w 270"/>
              <a:gd name="T77" fmla="*/ 39 h 481"/>
              <a:gd name="T78" fmla="*/ 68 w 270"/>
              <a:gd name="T79" fmla="*/ 73 h 481"/>
              <a:gd name="T80" fmla="*/ 51 w 270"/>
              <a:gd name="T81" fmla="*/ 91 h 481"/>
              <a:gd name="T82" fmla="*/ 39 w 270"/>
              <a:gd name="T83" fmla="*/ 138 h 481"/>
              <a:gd name="T84" fmla="*/ 48 w 270"/>
              <a:gd name="T85" fmla="*/ 182 h 481"/>
              <a:gd name="T86" fmla="*/ 31 w 270"/>
              <a:gd name="T87" fmla="*/ 220 h 481"/>
              <a:gd name="T88" fmla="*/ 18 w 270"/>
              <a:gd name="T89" fmla="*/ 313 h 481"/>
              <a:gd name="T90" fmla="*/ 28 w 270"/>
              <a:gd name="T91" fmla="*/ 348 h 481"/>
              <a:gd name="T92" fmla="*/ 19 w 270"/>
              <a:gd name="T93" fmla="*/ 351 h 481"/>
              <a:gd name="T94" fmla="*/ 23 w 270"/>
              <a:gd name="T95" fmla="*/ 381 h 481"/>
              <a:gd name="T96" fmla="*/ 0 w 270"/>
              <a:gd name="T97" fmla="*/ 444 h 481"/>
              <a:gd name="T98" fmla="*/ 0 w 270"/>
              <a:gd name="T99" fmla="*/ 444 h 4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70"/>
              <a:gd name="T151" fmla="*/ 0 h 481"/>
              <a:gd name="T152" fmla="*/ 270 w 270"/>
              <a:gd name="T153" fmla="*/ 481 h 4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70" h="481">
                <a:moveTo>
                  <a:pt x="0" y="444"/>
                </a:moveTo>
                <a:lnTo>
                  <a:pt x="0" y="444"/>
                </a:lnTo>
                <a:lnTo>
                  <a:pt x="3" y="455"/>
                </a:lnTo>
                <a:lnTo>
                  <a:pt x="14" y="451"/>
                </a:lnTo>
                <a:lnTo>
                  <a:pt x="18" y="475"/>
                </a:lnTo>
                <a:lnTo>
                  <a:pt x="68" y="480"/>
                </a:lnTo>
                <a:lnTo>
                  <a:pt x="54" y="468"/>
                </a:lnTo>
                <a:lnTo>
                  <a:pt x="64" y="435"/>
                </a:lnTo>
                <a:lnTo>
                  <a:pt x="74" y="442"/>
                </a:lnTo>
                <a:lnTo>
                  <a:pt x="105" y="396"/>
                </a:lnTo>
                <a:lnTo>
                  <a:pt x="81" y="370"/>
                </a:lnTo>
                <a:lnTo>
                  <a:pt x="108" y="354"/>
                </a:lnTo>
                <a:lnTo>
                  <a:pt x="112" y="331"/>
                </a:lnTo>
                <a:lnTo>
                  <a:pt x="124" y="320"/>
                </a:lnTo>
                <a:lnTo>
                  <a:pt x="113" y="316"/>
                </a:lnTo>
                <a:lnTo>
                  <a:pt x="134" y="316"/>
                </a:lnTo>
                <a:lnTo>
                  <a:pt x="131" y="305"/>
                </a:lnTo>
                <a:lnTo>
                  <a:pt x="122" y="312"/>
                </a:lnTo>
                <a:lnTo>
                  <a:pt x="113" y="304"/>
                </a:lnTo>
                <a:lnTo>
                  <a:pt x="112" y="287"/>
                </a:lnTo>
                <a:lnTo>
                  <a:pt x="149" y="288"/>
                </a:lnTo>
                <a:lnTo>
                  <a:pt x="152" y="253"/>
                </a:lnTo>
                <a:lnTo>
                  <a:pt x="210" y="247"/>
                </a:lnTo>
                <a:lnTo>
                  <a:pt x="227" y="223"/>
                </a:lnTo>
                <a:lnTo>
                  <a:pt x="204" y="178"/>
                </a:lnTo>
                <a:lnTo>
                  <a:pt x="216" y="122"/>
                </a:lnTo>
                <a:lnTo>
                  <a:pt x="269" y="76"/>
                </a:lnTo>
                <a:lnTo>
                  <a:pt x="267" y="55"/>
                </a:lnTo>
                <a:lnTo>
                  <a:pt x="256" y="55"/>
                </a:lnTo>
                <a:lnTo>
                  <a:pt x="242" y="79"/>
                </a:lnTo>
                <a:lnTo>
                  <a:pt x="205" y="78"/>
                </a:lnTo>
                <a:lnTo>
                  <a:pt x="213" y="50"/>
                </a:lnTo>
                <a:lnTo>
                  <a:pt x="147" y="7"/>
                </a:lnTo>
                <a:lnTo>
                  <a:pt x="125" y="3"/>
                </a:lnTo>
                <a:lnTo>
                  <a:pt x="123" y="12"/>
                </a:lnTo>
                <a:lnTo>
                  <a:pt x="98" y="0"/>
                </a:lnTo>
                <a:lnTo>
                  <a:pt x="84" y="15"/>
                </a:lnTo>
                <a:lnTo>
                  <a:pt x="82" y="32"/>
                </a:lnTo>
                <a:lnTo>
                  <a:pt x="67" y="39"/>
                </a:lnTo>
                <a:lnTo>
                  <a:pt x="68" y="73"/>
                </a:lnTo>
                <a:lnTo>
                  <a:pt x="51" y="91"/>
                </a:lnTo>
                <a:lnTo>
                  <a:pt x="39" y="138"/>
                </a:lnTo>
                <a:lnTo>
                  <a:pt x="48" y="182"/>
                </a:lnTo>
                <a:lnTo>
                  <a:pt x="31" y="220"/>
                </a:lnTo>
                <a:lnTo>
                  <a:pt x="18" y="313"/>
                </a:lnTo>
                <a:lnTo>
                  <a:pt x="28" y="348"/>
                </a:lnTo>
                <a:lnTo>
                  <a:pt x="19" y="351"/>
                </a:lnTo>
                <a:lnTo>
                  <a:pt x="23" y="381"/>
                </a:lnTo>
                <a:lnTo>
                  <a:pt x="0" y="44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9" name="Freeform 706">
            <a:extLst>
              <a:ext uri="{FF2B5EF4-FFF2-40B4-BE49-F238E27FC236}">
                <a16:creationId xmlns:a16="http://schemas.microsoft.com/office/drawing/2014/main" id="{F19A3172-148F-4463-B2F4-FA087F681706}"/>
              </a:ext>
            </a:extLst>
          </p:cNvPr>
          <p:cNvSpPr>
            <a:spLocks/>
          </p:cNvSpPr>
          <p:nvPr/>
        </p:nvSpPr>
        <p:spPr bwMode="auto">
          <a:xfrm>
            <a:off x="2975907" y="6244953"/>
            <a:ext cx="56321" cy="46726"/>
          </a:xfrm>
          <a:custGeom>
            <a:avLst/>
            <a:gdLst>
              <a:gd name="T0" fmla="*/ 0 w 49"/>
              <a:gd name="T1" fmla="*/ 0 h 42"/>
              <a:gd name="T2" fmla="*/ 0 w 49"/>
              <a:gd name="T3" fmla="*/ 0 h 42"/>
              <a:gd name="T4" fmla="*/ 2 w 49"/>
              <a:gd name="T5" fmla="*/ 41 h 42"/>
              <a:gd name="T6" fmla="*/ 48 w 49"/>
              <a:gd name="T7" fmla="*/ 37 h 42"/>
              <a:gd name="T8" fmla="*/ 11 w 49"/>
              <a:gd name="T9" fmla="*/ 20 h 42"/>
              <a:gd name="T10" fmla="*/ 0 w 49"/>
              <a:gd name="T11" fmla="*/ 0 h 42"/>
              <a:gd name="T12" fmla="*/ 0 w 49"/>
              <a:gd name="T13" fmla="*/ 0 h 42"/>
              <a:gd name="T14" fmla="*/ 0 60000 65536"/>
              <a:gd name="T15" fmla="*/ 0 60000 65536"/>
              <a:gd name="T16" fmla="*/ 0 60000 65536"/>
              <a:gd name="T17" fmla="*/ 0 60000 65536"/>
              <a:gd name="T18" fmla="*/ 0 60000 65536"/>
              <a:gd name="T19" fmla="*/ 0 60000 65536"/>
              <a:gd name="T20" fmla="*/ 0 60000 65536"/>
              <a:gd name="T21" fmla="*/ 0 w 49"/>
              <a:gd name="T22" fmla="*/ 0 h 42"/>
              <a:gd name="T23" fmla="*/ 49 w 49"/>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42">
                <a:moveTo>
                  <a:pt x="0" y="0"/>
                </a:moveTo>
                <a:lnTo>
                  <a:pt x="0" y="0"/>
                </a:lnTo>
                <a:lnTo>
                  <a:pt x="2" y="41"/>
                </a:lnTo>
                <a:lnTo>
                  <a:pt x="48" y="37"/>
                </a:lnTo>
                <a:lnTo>
                  <a:pt x="11" y="2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0" name="Freeform 707">
            <a:extLst>
              <a:ext uri="{FF2B5EF4-FFF2-40B4-BE49-F238E27FC236}">
                <a16:creationId xmlns:a16="http://schemas.microsoft.com/office/drawing/2014/main" id="{A28D9523-4D0E-E88E-276F-E6EEBA745F61}"/>
              </a:ext>
            </a:extLst>
          </p:cNvPr>
          <p:cNvSpPr>
            <a:spLocks/>
          </p:cNvSpPr>
          <p:nvPr/>
        </p:nvSpPr>
        <p:spPr bwMode="auto">
          <a:xfrm>
            <a:off x="2959815" y="5514032"/>
            <a:ext cx="189652" cy="205815"/>
          </a:xfrm>
          <a:custGeom>
            <a:avLst/>
            <a:gdLst>
              <a:gd name="T0" fmla="*/ 0 w 165"/>
              <a:gd name="T1" fmla="*/ 18 h 185"/>
              <a:gd name="T2" fmla="*/ 0 w 165"/>
              <a:gd name="T3" fmla="*/ 18 h 185"/>
              <a:gd name="T4" fmla="*/ 13 w 165"/>
              <a:gd name="T5" fmla="*/ 38 h 185"/>
              <a:gd name="T6" fmla="*/ 4 w 165"/>
              <a:gd name="T7" fmla="*/ 80 h 185"/>
              <a:gd name="T8" fmla="*/ 13 w 165"/>
              <a:gd name="T9" fmla="*/ 84 h 185"/>
              <a:gd name="T10" fmla="*/ 9 w 165"/>
              <a:gd name="T11" fmla="*/ 91 h 185"/>
              <a:gd name="T12" fmla="*/ 1 w 165"/>
              <a:gd name="T13" fmla="*/ 108 h 185"/>
              <a:gd name="T14" fmla="*/ 16 w 165"/>
              <a:gd name="T15" fmla="*/ 133 h 185"/>
              <a:gd name="T16" fmla="*/ 24 w 165"/>
              <a:gd name="T17" fmla="*/ 183 h 185"/>
              <a:gd name="T18" fmla="*/ 34 w 165"/>
              <a:gd name="T19" fmla="*/ 184 h 185"/>
              <a:gd name="T20" fmla="*/ 48 w 165"/>
              <a:gd name="T21" fmla="*/ 169 h 185"/>
              <a:gd name="T22" fmla="*/ 73 w 165"/>
              <a:gd name="T23" fmla="*/ 181 h 185"/>
              <a:gd name="T24" fmla="*/ 75 w 165"/>
              <a:gd name="T25" fmla="*/ 172 h 185"/>
              <a:gd name="T26" fmla="*/ 97 w 165"/>
              <a:gd name="T27" fmla="*/ 176 h 185"/>
              <a:gd name="T28" fmla="*/ 106 w 165"/>
              <a:gd name="T29" fmla="*/ 139 h 185"/>
              <a:gd name="T30" fmla="*/ 145 w 165"/>
              <a:gd name="T31" fmla="*/ 133 h 185"/>
              <a:gd name="T32" fmla="*/ 159 w 165"/>
              <a:gd name="T33" fmla="*/ 145 h 185"/>
              <a:gd name="T34" fmla="*/ 164 w 165"/>
              <a:gd name="T35" fmla="*/ 117 h 185"/>
              <a:gd name="T36" fmla="*/ 155 w 165"/>
              <a:gd name="T37" fmla="*/ 93 h 185"/>
              <a:gd name="T38" fmla="*/ 132 w 165"/>
              <a:gd name="T39" fmla="*/ 91 h 185"/>
              <a:gd name="T40" fmla="*/ 122 w 165"/>
              <a:gd name="T41" fmla="*/ 55 h 185"/>
              <a:gd name="T42" fmla="*/ 62 w 165"/>
              <a:gd name="T43" fmla="*/ 31 h 185"/>
              <a:gd name="T44" fmla="*/ 58 w 165"/>
              <a:gd name="T45" fmla="*/ 0 h 185"/>
              <a:gd name="T46" fmla="*/ 17 w 165"/>
              <a:gd name="T47" fmla="*/ 19 h 185"/>
              <a:gd name="T48" fmla="*/ 0 w 165"/>
              <a:gd name="T49" fmla="*/ 18 h 185"/>
              <a:gd name="T50" fmla="*/ 0 w 165"/>
              <a:gd name="T51" fmla="*/ 18 h 18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5"/>
              <a:gd name="T79" fmla="*/ 0 h 185"/>
              <a:gd name="T80" fmla="*/ 165 w 165"/>
              <a:gd name="T81" fmla="*/ 185 h 18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5" h="185">
                <a:moveTo>
                  <a:pt x="0" y="18"/>
                </a:moveTo>
                <a:lnTo>
                  <a:pt x="0" y="18"/>
                </a:lnTo>
                <a:lnTo>
                  <a:pt x="13" y="38"/>
                </a:lnTo>
                <a:lnTo>
                  <a:pt x="4" y="80"/>
                </a:lnTo>
                <a:lnTo>
                  <a:pt x="13" y="84"/>
                </a:lnTo>
                <a:lnTo>
                  <a:pt x="9" y="91"/>
                </a:lnTo>
                <a:lnTo>
                  <a:pt x="1" y="108"/>
                </a:lnTo>
                <a:lnTo>
                  <a:pt x="16" y="133"/>
                </a:lnTo>
                <a:lnTo>
                  <a:pt x="24" y="183"/>
                </a:lnTo>
                <a:lnTo>
                  <a:pt x="34" y="184"/>
                </a:lnTo>
                <a:lnTo>
                  <a:pt x="48" y="169"/>
                </a:lnTo>
                <a:lnTo>
                  <a:pt x="73" y="181"/>
                </a:lnTo>
                <a:lnTo>
                  <a:pt x="75" y="172"/>
                </a:lnTo>
                <a:lnTo>
                  <a:pt x="97" y="176"/>
                </a:lnTo>
                <a:lnTo>
                  <a:pt x="106" y="139"/>
                </a:lnTo>
                <a:lnTo>
                  <a:pt x="145" y="133"/>
                </a:lnTo>
                <a:lnTo>
                  <a:pt x="159" y="145"/>
                </a:lnTo>
                <a:lnTo>
                  <a:pt x="164" y="117"/>
                </a:lnTo>
                <a:lnTo>
                  <a:pt x="155" y="93"/>
                </a:lnTo>
                <a:lnTo>
                  <a:pt x="132" y="91"/>
                </a:lnTo>
                <a:lnTo>
                  <a:pt x="122" y="55"/>
                </a:lnTo>
                <a:lnTo>
                  <a:pt x="62" y="31"/>
                </a:lnTo>
                <a:lnTo>
                  <a:pt x="58" y="0"/>
                </a:lnTo>
                <a:lnTo>
                  <a:pt x="17" y="19"/>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1" name="Freeform 708">
            <a:extLst>
              <a:ext uri="{FF2B5EF4-FFF2-40B4-BE49-F238E27FC236}">
                <a16:creationId xmlns:a16="http://schemas.microsoft.com/office/drawing/2014/main" id="{C092DCF7-0E92-BB00-D764-A6257FD35504}"/>
              </a:ext>
            </a:extLst>
          </p:cNvPr>
          <p:cNvSpPr>
            <a:spLocks/>
          </p:cNvSpPr>
          <p:nvPr/>
        </p:nvSpPr>
        <p:spPr bwMode="auto">
          <a:xfrm>
            <a:off x="2895449" y="5291529"/>
            <a:ext cx="612633" cy="605207"/>
          </a:xfrm>
          <a:custGeom>
            <a:avLst/>
            <a:gdLst>
              <a:gd name="T0" fmla="*/ 0 w 533"/>
              <a:gd name="T1" fmla="*/ 172 h 544"/>
              <a:gd name="T2" fmla="*/ 30 w 533"/>
              <a:gd name="T3" fmla="*/ 205 h 544"/>
              <a:gd name="T4" fmla="*/ 45 w 533"/>
              <a:gd name="T5" fmla="*/ 218 h 544"/>
              <a:gd name="T6" fmla="*/ 73 w 533"/>
              <a:gd name="T7" fmla="*/ 219 h 544"/>
              <a:gd name="T8" fmla="*/ 118 w 533"/>
              <a:gd name="T9" fmla="*/ 231 h 544"/>
              <a:gd name="T10" fmla="*/ 188 w 533"/>
              <a:gd name="T11" fmla="*/ 291 h 544"/>
              <a:gd name="T12" fmla="*/ 220 w 533"/>
              <a:gd name="T13" fmla="*/ 317 h 544"/>
              <a:gd name="T14" fmla="*/ 218 w 533"/>
              <a:gd name="T15" fmla="*/ 372 h 544"/>
              <a:gd name="T16" fmla="*/ 250 w 533"/>
              <a:gd name="T17" fmla="*/ 396 h 544"/>
              <a:gd name="T18" fmla="*/ 262 w 533"/>
              <a:gd name="T19" fmla="*/ 424 h 544"/>
              <a:gd name="T20" fmla="*/ 275 w 533"/>
              <a:gd name="T21" fmla="*/ 445 h 544"/>
              <a:gd name="T22" fmla="*/ 232 w 533"/>
              <a:gd name="T23" fmla="*/ 488 h 544"/>
              <a:gd name="T24" fmla="*/ 281 w 533"/>
              <a:gd name="T25" fmla="*/ 529 h 544"/>
              <a:gd name="T26" fmla="*/ 343 w 533"/>
              <a:gd name="T27" fmla="*/ 462 h 544"/>
              <a:gd name="T28" fmla="*/ 399 w 533"/>
              <a:gd name="T29" fmla="*/ 384 h 544"/>
              <a:gd name="T30" fmla="*/ 445 w 533"/>
              <a:gd name="T31" fmla="*/ 371 h 544"/>
              <a:gd name="T32" fmla="*/ 475 w 533"/>
              <a:gd name="T33" fmla="*/ 249 h 544"/>
              <a:gd name="T34" fmla="*/ 532 w 533"/>
              <a:gd name="T35" fmla="*/ 166 h 544"/>
              <a:gd name="T36" fmla="*/ 502 w 533"/>
              <a:gd name="T37" fmla="*/ 137 h 544"/>
              <a:gd name="T38" fmla="*/ 401 w 533"/>
              <a:gd name="T39" fmla="*/ 106 h 544"/>
              <a:gd name="T40" fmla="*/ 365 w 533"/>
              <a:gd name="T41" fmla="*/ 78 h 544"/>
              <a:gd name="T42" fmla="*/ 334 w 533"/>
              <a:gd name="T43" fmla="*/ 102 h 544"/>
              <a:gd name="T44" fmla="*/ 305 w 533"/>
              <a:gd name="T45" fmla="*/ 98 h 544"/>
              <a:gd name="T46" fmla="*/ 306 w 533"/>
              <a:gd name="T47" fmla="*/ 75 h 544"/>
              <a:gd name="T48" fmla="*/ 305 w 533"/>
              <a:gd name="T49" fmla="*/ 15 h 544"/>
              <a:gd name="T50" fmla="*/ 265 w 533"/>
              <a:gd name="T51" fmla="*/ 39 h 544"/>
              <a:gd name="T52" fmla="*/ 198 w 533"/>
              <a:gd name="T53" fmla="*/ 49 h 544"/>
              <a:gd name="T54" fmla="*/ 194 w 533"/>
              <a:gd name="T55" fmla="*/ 9 h 544"/>
              <a:gd name="T56" fmla="*/ 147 w 533"/>
              <a:gd name="T57" fmla="*/ 16 h 544"/>
              <a:gd name="T58" fmla="*/ 131 w 533"/>
              <a:gd name="T59" fmla="*/ 37 h 544"/>
              <a:gd name="T60" fmla="*/ 111 w 533"/>
              <a:gd name="T61" fmla="*/ 59 h 544"/>
              <a:gd name="T62" fmla="*/ 87 w 533"/>
              <a:gd name="T63" fmla="*/ 42 h 544"/>
              <a:gd name="T64" fmla="*/ 65 w 533"/>
              <a:gd name="T65" fmla="*/ 61 h 544"/>
              <a:gd name="T66" fmla="*/ 59 w 533"/>
              <a:gd name="T67" fmla="*/ 87 h 544"/>
              <a:gd name="T68" fmla="*/ 19 w 533"/>
              <a:gd name="T69" fmla="*/ 140 h 544"/>
              <a:gd name="T70" fmla="*/ 0 w 533"/>
              <a:gd name="T71" fmla="*/ 172 h 54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33"/>
              <a:gd name="T109" fmla="*/ 0 h 544"/>
              <a:gd name="T110" fmla="*/ 533 w 533"/>
              <a:gd name="T111" fmla="*/ 544 h 54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33" h="544">
                <a:moveTo>
                  <a:pt x="0" y="172"/>
                </a:moveTo>
                <a:lnTo>
                  <a:pt x="0" y="172"/>
                </a:lnTo>
                <a:lnTo>
                  <a:pt x="11" y="197"/>
                </a:lnTo>
                <a:lnTo>
                  <a:pt x="30" y="205"/>
                </a:lnTo>
                <a:lnTo>
                  <a:pt x="45" y="196"/>
                </a:lnTo>
                <a:lnTo>
                  <a:pt x="45" y="218"/>
                </a:lnTo>
                <a:lnTo>
                  <a:pt x="56" y="218"/>
                </a:lnTo>
                <a:lnTo>
                  <a:pt x="73" y="219"/>
                </a:lnTo>
                <a:lnTo>
                  <a:pt x="114" y="200"/>
                </a:lnTo>
                <a:lnTo>
                  <a:pt x="118" y="231"/>
                </a:lnTo>
                <a:lnTo>
                  <a:pt x="178" y="255"/>
                </a:lnTo>
                <a:lnTo>
                  <a:pt x="188" y="291"/>
                </a:lnTo>
                <a:lnTo>
                  <a:pt x="211" y="293"/>
                </a:lnTo>
                <a:lnTo>
                  <a:pt x="220" y="317"/>
                </a:lnTo>
                <a:lnTo>
                  <a:pt x="215" y="345"/>
                </a:lnTo>
                <a:lnTo>
                  <a:pt x="218" y="372"/>
                </a:lnTo>
                <a:lnTo>
                  <a:pt x="246" y="377"/>
                </a:lnTo>
                <a:lnTo>
                  <a:pt x="250" y="396"/>
                </a:lnTo>
                <a:lnTo>
                  <a:pt x="264" y="399"/>
                </a:lnTo>
                <a:lnTo>
                  <a:pt x="262" y="424"/>
                </a:lnTo>
                <a:lnTo>
                  <a:pt x="273" y="424"/>
                </a:lnTo>
                <a:lnTo>
                  <a:pt x="275" y="445"/>
                </a:lnTo>
                <a:lnTo>
                  <a:pt x="222" y="491"/>
                </a:lnTo>
                <a:lnTo>
                  <a:pt x="232" y="488"/>
                </a:lnTo>
                <a:lnTo>
                  <a:pt x="273" y="517"/>
                </a:lnTo>
                <a:lnTo>
                  <a:pt x="281" y="529"/>
                </a:lnTo>
                <a:lnTo>
                  <a:pt x="278" y="543"/>
                </a:lnTo>
                <a:lnTo>
                  <a:pt x="343" y="462"/>
                </a:lnTo>
                <a:lnTo>
                  <a:pt x="347" y="421"/>
                </a:lnTo>
                <a:lnTo>
                  <a:pt x="399" y="384"/>
                </a:lnTo>
                <a:lnTo>
                  <a:pt x="432" y="384"/>
                </a:lnTo>
                <a:lnTo>
                  <a:pt x="445" y="371"/>
                </a:lnTo>
                <a:lnTo>
                  <a:pt x="472" y="310"/>
                </a:lnTo>
                <a:lnTo>
                  <a:pt x="475" y="249"/>
                </a:lnTo>
                <a:lnTo>
                  <a:pt x="527" y="191"/>
                </a:lnTo>
                <a:lnTo>
                  <a:pt x="532" y="166"/>
                </a:lnTo>
                <a:lnTo>
                  <a:pt x="524" y="141"/>
                </a:lnTo>
                <a:lnTo>
                  <a:pt x="502" y="137"/>
                </a:lnTo>
                <a:lnTo>
                  <a:pt x="468" y="111"/>
                </a:lnTo>
                <a:lnTo>
                  <a:pt x="401" y="106"/>
                </a:lnTo>
                <a:lnTo>
                  <a:pt x="395" y="90"/>
                </a:lnTo>
                <a:lnTo>
                  <a:pt x="365" y="78"/>
                </a:lnTo>
                <a:lnTo>
                  <a:pt x="352" y="79"/>
                </a:lnTo>
                <a:lnTo>
                  <a:pt x="334" y="102"/>
                </a:lnTo>
                <a:lnTo>
                  <a:pt x="334" y="94"/>
                </a:lnTo>
                <a:lnTo>
                  <a:pt x="305" y="98"/>
                </a:lnTo>
                <a:lnTo>
                  <a:pt x="317" y="93"/>
                </a:lnTo>
                <a:lnTo>
                  <a:pt x="306" y="75"/>
                </a:lnTo>
                <a:lnTo>
                  <a:pt x="327" y="48"/>
                </a:lnTo>
                <a:lnTo>
                  <a:pt x="305" y="15"/>
                </a:lnTo>
                <a:lnTo>
                  <a:pt x="285" y="41"/>
                </a:lnTo>
                <a:lnTo>
                  <a:pt x="265" y="39"/>
                </a:lnTo>
                <a:lnTo>
                  <a:pt x="237" y="43"/>
                </a:lnTo>
                <a:lnTo>
                  <a:pt x="198" y="49"/>
                </a:lnTo>
                <a:lnTo>
                  <a:pt x="191" y="35"/>
                </a:lnTo>
                <a:lnTo>
                  <a:pt x="194" y="9"/>
                </a:lnTo>
                <a:lnTo>
                  <a:pt x="181" y="0"/>
                </a:lnTo>
                <a:lnTo>
                  <a:pt x="147" y="16"/>
                </a:lnTo>
                <a:lnTo>
                  <a:pt x="124" y="11"/>
                </a:lnTo>
                <a:lnTo>
                  <a:pt x="131" y="37"/>
                </a:lnTo>
                <a:lnTo>
                  <a:pt x="144" y="40"/>
                </a:lnTo>
                <a:lnTo>
                  <a:pt x="111" y="59"/>
                </a:lnTo>
                <a:lnTo>
                  <a:pt x="95" y="52"/>
                </a:lnTo>
                <a:lnTo>
                  <a:pt x="87" y="42"/>
                </a:lnTo>
                <a:lnTo>
                  <a:pt x="55" y="47"/>
                </a:lnTo>
                <a:lnTo>
                  <a:pt x="65" y="61"/>
                </a:lnTo>
                <a:lnTo>
                  <a:pt x="52" y="63"/>
                </a:lnTo>
                <a:lnTo>
                  <a:pt x="59" y="87"/>
                </a:lnTo>
                <a:lnTo>
                  <a:pt x="53" y="126"/>
                </a:lnTo>
                <a:lnTo>
                  <a:pt x="19" y="140"/>
                </a:lnTo>
                <a:lnTo>
                  <a:pt x="0" y="1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2" name="Freeform 709">
            <a:extLst>
              <a:ext uri="{FF2B5EF4-FFF2-40B4-BE49-F238E27FC236}">
                <a16:creationId xmlns:a16="http://schemas.microsoft.com/office/drawing/2014/main" id="{8F468F01-980B-2DAE-5303-6FF9728ADDBA}"/>
              </a:ext>
            </a:extLst>
          </p:cNvPr>
          <p:cNvSpPr>
            <a:spLocks/>
          </p:cNvSpPr>
          <p:nvPr/>
        </p:nvSpPr>
        <p:spPr bwMode="auto">
          <a:xfrm>
            <a:off x="2654074" y="5086827"/>
            <a:ext cx="14942" cy="41163"/>
          </a:xfrm>
          <a:custGeom>
            <a:avLst/>
            <a:gdLst>
              <a:gd name="T0" fmla="*/ 0 w 13"/>
              <a:gd name="T1" fmla="*/ 8 h 37"/>
              <a:gd name="T2" fmla="*/ 0 w 13"/>
              <a:gd name="T3" fmla="*/ 8 h 37"/>
              <a:gd name="T4" fmla="*/ 5 w 13"/>
              <a:gd name="T5" fmla="*/ 36 h 37"/>
              <a:gd name="T6" fmla="*/ 12 w 13"/>
              <a:gd name="T7" fmla="*/ 0 h 37"/>
              <a:gd name="T8" fmla="*/ 0 w 13"/>
              <a:gd name="T9" fmla="*/ 8 h 37"/>
              <a:gd name="T10" fmla="*/ 0 w 13"/>
              <a:gd name="T11" fmla="*/ 8 h 37"/>
              <a:gd name="T12" fmla="*/ 0 60000 65536"/>
              <a:gd name="T13" fmla="*/ 0 60000 65536"/>
              <a:gd name="T14" fmla="*/ 0 60000 65536"/>
              <a:gd name="T15" fmla="*/ 0 60000 65536"/>
              <a:gd name="T16" fmla="*/ 0 60000 65536"/>
              <a:gd name="T17" fmla="*/ 0 60000 65536"/>
              <a:gd name="T18" fmla="*/ 0 w 13"/>
              <a:gd name="T19" fmla="*/ 0 h 37"/>
              <a:gd name="T20" fmla="*/ 13 w 13"/>
              <a:gd name="T21" fmla="*/ 37 h 37"/>
            </a:gdLst>
            <a:ahLst/>
            <a:cxnLst>
              <a:cxn ang="T12">
                <a:pos x="T0" y="T1"/>
              </a:cxn>
              <a:cxn ang="T13">
                <a:pos x="T2" y="T3"/>
              </a:cxn>
              <a:cxn ang="T14">
                <a:pos x="T4" y="T5"/>
              </a:cxn>
              <a:cxn ang="T15">
                <a:pos x="T6" y="T7"/>
              </a:cxn>
              <a:cxn ang="T16">
                <a:pos x="T8" y="T9"/>
              </a:cxn>
              <a:cxn ang="T17">
                <a:pos x="T10" y="T11"/>
              </a:cxn>
            </a:cxnLst>
            <a:rect l="T18" t="T19" r="T20" b="T21"/>
            <a:pathLst>
              <a:path w="13" h="37">
                <a:moveTo>
                  <a:pt x="0" y="8"/>
                </a:moveTo>
                <a:lnTo>
                  <a:pt x="0" y="8"/>
                </a:lnTo>
                <a:lnTo>
                  <a:pt x="5" y="36"/>
                </a:lnTo>
                <a:lnTo>
                  <a:pt x="12"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3" name="Freeform 710">
            <a:extLst>
              <a:ext uri="{FF2B5EF4-FFF2-40B4-BE49-F238E27FC236}">
                <a16:creationId xmlns:a16="http://schemas.microsoft.com/office/drawing/2014/main" id="{9B9E70D4-26C7-8110-DC24-4E92DCBFFE51}"/>
              </a:ext>
            </a:extLst>
          </p:cNvPr>
          <p:cNvSpPr>
            <a:spLocks/>
          </p:cNvSpPr>
          <p:nvPr/>
        </p:nvSpPr>
        <p:spPr bwMode="auto">
          <a:xfrm>
            <a:off x="2867863" y="5634183"/>
            <a:ext cx="132182" cy="635245"/>
          </a:xfrm>
          <a:custGeom>
            <a:avLst/>
            <a:gdLst>
              <a:gd name="T0" fmla="*/ 0 w 115"/>
              <a:gd name="T1" fmla="*/ 445 h 571"/>
              <a:gd name="T2" fmla="*/ 0 w 115"/>
              <a:gd name="T3" fmla="*/ 445 h 571"/>
              <a:gd name="T4" fmla="*/ 9 w 115"/>
              <a:gd name="T5" fmla="*/ 430 h 571"/>
              <a:gd name="T6" fmla="*/ 24 w 115"/>
              <a:gd name="T7" fmla="*/ 441 h 571"/>
              <a:gd name="T8" fmla="*/ 39 w 115"/>
              <a:gd name="T9" fmla="*/ 412 h 571"/>
              <a:gd name="T10" fmla="*/ 33 w 115"/>
              <a:gd name="T11" fmla="*/ 400 h 571"/>
              <a:gd name="T12" fmla="*/ 45 w 115"/>
              <a:gd name="T13" fmla="*/ 360 h 571"/>
              <a:gd name="T14" fmla="*/ 24 w 115"/>
              <a:gd name="T15" fmla="*/ 357 h 571"/>
              <a:gd name="T16" fmla="*/ 27 w 115"/>
              <a:gd name="T17" fmla="*/ 292 h 571"/>
              <a:gd name="T18" fmla="*/ 55 w 115"/>
              <a:gd name="T19" fmla="*/ 224 h 571"/>
              <a:gd name="T20" fmla="*/ 54 w 115"/>
              <a:gd name="T21" fmla="*/ 166 h 571"/>
              <a:gd name="T22" fmla="*/ 74 w 115"/>
              <a:gd name="T23" fmla="*/ 58 h 571"/>
              <a:gd name="T24" fmla="*/ 68 w 115"/>
              <a:gd name="T25" fmla="*/ 9 h 571"/>
              <a:gd name="T26" fmla="*/ 81 w 115"/>
              <a:gd name="T27" fmla="*/ 0 h 571"/>
              <a:gd name="T28" fmla="*/ 96 w 115"/>
              <a:gd name="T29" fmla="*/ 25 h 571"/>
              <a:gd name="T30" fmla="*/ 104 w 115"/>
              <a:gd name="T31" fmla="*/ 75 h 571"/>
              <a:gd name="T32" fmla="*/ 114 w 115"/>
              <a:gd name="T33" fmla="*/ 76 h 571"/>
              <a:gd name="T34" fmla="*/ 112 w 115"/>
              <a:gd name="T35" fmla="*/ 93 h 571"/>
              <a:gd name="T36" fmla="*/ 97 w 115"/>
              <a:gd name="T37" fmla="*/ 100 h 571"/>
              <a:gd name="T38" fmla="*/ 98 w 115"/>
              <a:gd name="T39" fmla="*/ 134 h 571"/>
              <a:gd name="T40" fmla="*/ 81 w 115"/>
              <a:gd name="T41" fmla="*/ 152 h 571"/>
              <a:gd name="T42" fmla="*/ 69 w 115"/>
              <a:gd name="T43" fmla="*/ 199 h 571"/>
              <a:gd name="T44" fmla="*/ 78 w 115"/>
              <a:gd name="T45" fmla="*/ 243 h 571"/>
              <a:gd name="T46" fmla="*/ 61 w 115"/>
              <a:gd name="T47" fmla="*/ 281 h 571"/>
              <a:gd name="T48" fmla="*/ 48 w 115"/>
              <a:gd name="T49" fmla="*/ 374 h 571"/>
              <a:gd name="T50" fmla="*/ 58 w 115"/>
              <a:gd name="T51" fmla="*/ 409 h 571"/>
              <a:gd name="T52" fmla="*/ 49 w 115"/>
              <a:gd name="T53" fmla="*/ 412 h 571"/>
              <a:gd name="T54" fmla="*/ 53 w 115"/>
              <a:gd name="T55" fmla="*/ 442 h 571"/>
              <a:gd name="T56" fmla="*/ 30 w 115"/>
              <a:gd name="T57" fmla="*/ 505 h 571"/>
              <a:gd name="T58" fmla="*/ 33 w 115"/>
              <a:gd name="T59" fmla="*/ 516 h 571"/>
              <a:gd name="T60" fmla="*/ 44 w 115"/>
              <a:gd name="T61" fmla="*/ 512 h 571"/>
              <a:gd name="T62" fmla="*/ 48 w 115"/>
              <a:gd name="T63" fmla="*/ 536 h 571"/>
              <a:gd name="T64" fmla="*/ 98 w 115"/>
              <a:gd name="T65" fmla="*/ 541 h 571"/>
              <a:gd name="T66" fmla="*/ 65 w 115"/>
              <a:gd name="T67" fmla="*/ 551 h 571"/>
              <a:gd name="T68" fmla="*/ 61 w 115"/>
              <a:gd name="T69" fmla="*/ 570 h 571"/>
              <a:gd name="T70" fmla="*/ 46 w 115"/>
              <a:gd name="T71" fmla="*/ 565 h 571"/>
              <a:gd name="T72" fmla="*/ 62 w 115"/>
              <a:gd name="T73" fmla="*/ 553 h 571"/>
              <a:gd name="T74" fmla="*/ 38 w 115"/>
              <a:gd name="T75" fmla="*/ 548 h 571"/>
              <a:gd name="T76" fmla="*/ 35 w 115"/>
              <a:gd name="T77" fmla="*/ 527 h 571"/>
              <a:gd name="T78" fmla="*/ 29 w 115"/>
              <a:gd name="T79" fmla="*/ 537 h 571"/>
              <a:gd name="T80" fmla="*/ 20 w 115"/>
              <a:gd name="T81" fmla="*/ 518 h 571"/>
              <a:gd name="T82" fmla="*/ 25 w 115"/>
              <a:gd name="T83" fmla="*/ 513 h 571"/>
              <a:gd name="T84" fmla="*/ 14 w 115"/>
              <a:gd name="T85" fmla="*/ 504 h 571"/>
              <a:gd name="T86" fmla="*/ 24 w 115"/>
              <a:gd name="T87" fmla="*/ 494 h 571"/>
              <a:gd name="T88" fmla="*/ 15 w 115"/>
              <a:gd name="T89" fmla="*/ 466 h 571"/>
              <a:gd name="T90" fmla="*/ 32 w 115"/>
              <a:gd name="T91" fmla="*/ 469 h 571"/>
              <a:gd name="T92" fmla="*/ 15 w 115"/>
              <a:gd name="T93" fmla="*/ 455 h 571"/>
              <a:gd name="T94" fmla="*/ 19 w 115"/>
              <a:gd name="T95" fmla="*/ 444 h 571"/>
              <a:gd name="T96" fmla="*/ 0 w 115"/>
              <a:gd name="T97" fmla="*/ 445 h 571"/>
              <a:gd name="T98" fmla="*/ 0 w 115"/>
              <a:gd name="T99" fmla="*/ 445 h 57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5"/>
              <a:gd name="T151" fmla="*/ 0 h 571"/>
              <a:gd name="T152" fmla="*/ 115 w 115"/>
              <a:gd name="T153" fmla="*/ 571 h 57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5" h="571">
                <a:moveTo>
                  <a:pt x="0" y="445"/>
                </a:moveTo>
                <a:lnTo>
                  <a:pt x="0" y="445"/>
                </a:lnTo>
                <a:lnTo>
                  <a:pt x="9" y="430"/>
                </a:lnTo>
                <a:lnTo>
                  <a:pt x="24" y="441"/>
                </a:lnTo>
                <a:lnTo>
                  <a:pt x="39" y="412"/>
                </a:lnTo>
                <a:lnTo>
                  <a:pt x="33" y="400"/>
                </a:lnTo>
                <a:lnTo>
                  <a:pt x="45" y="360"/>
                </a:lnTo>
                <a:lnTo>
                  <a:pt x="24" y="357"/>
                </a:lnTo>
                <a:lnTo>
                  <a:pt x="27" y="292"/>
                </a:lnTo>
                <a:lnTo>
                  <a:pt x="55" y="224"/>
                </a:lnTo>
                <a:lnTo>
                  <a:pt x="54" y="166"/>
                </a:lnTo>
                <a:lnTo>
                  <a:pt x="74" y="58"/>
                </a:lnTo>
                <a:lnTo>
                  <a:pt x="68" y="9"/>
                </a:lnTo>
                <a:lnTo>
                  <a:pt x="81" y="0"/>
                </a:lnTo>
                <a:lnTo>
                  <a:pt x="96" y="25"/>
                </a:lnTo>
                <a:lnTo>
                  <a:pt x="104" y="75"/>
                </a:lnTo>
                <a:lnTo>
                  <a:pt x="114" y="76"/>
                </a:lnTo>
                <a:lnTo>
                  <a:pt x="112" y="93"/>
                </a:lnTo>
                <a:lnTo>
                  <a:pt x="97" y="100"/>
                </a:lnTo>
                <a:lnTo>
                  <a:pt x="98" y="134"/>
                </a:lnTo>
                <a:lnTo>
                  <a:pt x="81" y="152"/>
                </a:lnTo>
                <a:lnTo>
                  <a:pt x="69" y="199"/>
                </a:lnTo>
                <a:lnTo>
                  <a:pt x="78" y="243"/>
                </a:lnTo>
                <a:lnTo>
                  <a:pt x="61" y="281"/>
                </a:lnTo>
                <a:lnTo>
                  <a:pt x="48" y="374"/>
                </a:lnTo>
                <a:lnTo>
                  <a:pt x="58" y="409"/>
                </a:lnTo>
                <a:lnTo>
                  <a:pt x="49" y="412"/>
                </a:lnTo>
                <a:lnTo>
                  <a:pt x="53" y="442"/>
                </a:lnTo>
                <a:lnTo>
                  <a:pt x="30" y="505"/>
                </a:lnTo>
                <a:lnTo>
                  <a:pt x="33" y="516"/>
                </a:lnTo>
                <a:lnTo>
                  <a:pt x="44" y="512"/>
                </a:lnTo>
                <a:lnTo>
                  <a:pt x="48" y="536"/>
                </a:lnTo>
                <a:lnTo>
                  <a:pt x="98" y="541"/>
                </a:lnTo>
                <a:lnTo>
                  <a:pt x="65" y="551"/>
                </a:lnTo>
                <a:lnTo>
                  <a:pt x="61" y="570"/>
                </a:lnTo>
                <a:lnTo>
                  <a:pt x="46" y="565"/>
                </a:lnTo>
                <a:lnTo>
                  <a:pt x="62" y="553"/>
                </a:lnTo>
                <a:lnTo>
                  <a:pt x="38" y="548"/>
                </a:lnTo>
                <a:lnTo>
                  <a:pt x="35" y="527"/>
                </a:lnTo>
                <a:lnTo>
                  <a:pt x="29" y="537"/>
                </a:lnTo>
                <a:lnTo>
                  <a:pt x="20" y="518"/>
                </a:lnTo>
                <a:lnTo>
                  <a:pt x="25" y="513"/>
                </a:lnTo>
                <a:lnTo>
                  <a:pt x="14" y="504"/>
                </a:lnTo>
                <a:lnTo>
                  <a:pt x="24" y="494"/>
                </a:lnTo>
                <a:lnTo>
                  <a:pt x="15" y="466"/>
                </a:lnTo>
                <a:lnTo>
                  <a:pt x="32" y="469"/>
                </a:lnTo>
                <a:lnTo>
                  <a:pt x="15" y="455"/>
                </a:lnTo>
                <a:lnTo>
                  <a:pt x="19" y="444"/>
                </a:lnTo>
                <a:lnTo>
                  <a:pt x="0" y="4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4" name="Freeform 711">
            <a:extLst>
              <a:ext uri="{FF2B5EF4-FFF2-40B4-BE49-F238E27FC236}">
                <a16:creationId xmlns:a16="http://schemas.microsoft.com/office/drawing/2014/main" id="{E7F19B09-81BF-CF02-0D85-41CD8FC2A1F5}"/>
              </a:ext>
            </a:extLst>
          </p:cNvPr>
          <p:cNvSpPr>
            <a:spLocks/>
          </p:cNvSpPr>
          <p:nvPr/>
        </p:nvSpPr>
        <p:spPr bwMode="auto">
          <a:xfrm>
            <a:off x="2874759" y="6165965"/>
            <a:ext cx="11494" cy="24476"/>
          </a:xfrm>
          <a:custGeom>
            <a:avLst/>
            <a:gdLst>
              <a:gd name="T0" fmla="*/ 0 w 10"/>
              <a:gd name="T1" fmla="*/ 9 h 22"/>
              <a:gd name="T2" fmla="*/ 0 w 10"/>
              <a:gd name="T3" fmla="*/ 9 h 22"/>
              <a:gd name="T4" fmla="*/ 4 w 10"/>
              <a:gd name="T5" fmla="*/ 0 h 22"/>
              <a:gd name="T6" fmla="*/ 9 w 10"/>
              <a:gd name="T7" fmla="*/ 21 h 22"/>
              <a:gd name="T8" fmla="*/ 0 w 10"/>
              <a:gd name="T9" fmla="*/ 9 h 22"/>
              <a:gd name="T10" fmla="*/ 0 w 10"/>
              <a:gd name="T11" fmla="*/ 9 h 22"/>
              <a:gd name="T12" fmla="*/ 0 60000 65536"/>
              <a:gd name="T13" fmla="*/ 0 60000 65536"/>
              <a:gd name="T14" fmla="*/ 0 60000 65536"/>
              <a:gd name="T15" fmla="*/ 0 60000 65536"/>
              <a:gd name="T16" fmla="*/ 0 60000 65536"/>
              <a:gd name="T17" fmla="*/ 0 60000 65536"/>
              <a:gd name="T18" fmla="*/ 0 w 10"/>
              <a:gd name="T19" fmla="*/ 0 h 22"/>
              <a:gd name="T20" fmla="*/ 10 w 10"/>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0" h="22">
                <a:moveTo>
                  <a:pt x="0" y="9"/>
                </a:moveTo>
                <a:lnTo>
                  <a:pt x="0" y="9"/>
                </a:lnTo>
                <a:lnTo>
                  <a:pt x="4" y="0"/>
                </a:lnTo>
                <a:lnTo>
                  <a:pt x="9" y="2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5" name="Freeform 712">
            <a:extLst>
              <a:ext uri="{FF2B5EF4-FFF2-40B4-BE49-F238E27FC236}">
                <a16:creationId xmlns:a16="http://schemas.microsoft.com/office/drawing/2014/main" id="{D3B9FE4D-175B-AE4F-DCA2-9F7D60733672}"/>
              </a:ext>
            </a:extLst>
          </p:cNvPr>
          <p:cNvSpPr>
            <a:spLocks/>
          </p:cNvSpPr>
          <p:nvPr/>
        </p:nvSpPr>
        <p:spPr bwMode="auto">
          <a:xfrm>
            <a:off x="2886254" y="6036913"/>
            <a:ext cx="10345" cy="31151"/>
          </a:xfrm>
          <a:custGeom>
            <a:avLst/>
            <a:gdLst>
              <a:gd name="T0" fmla="*/ 0 w 9"/>
              <a:gd name="T1" fmla="*/ 23 h 28"/>
              <a:gd name="T2" fmla="*/ 0 w 9"/>
              <a:gd name="T3" fmla="*/ 23 h 28"/>
              <a:gd name="T4" fmla="*/ 8 w 9"/>
              <a:gd name="T5" fmla="*/ 0 h 28"/>
              <a:gd name="T6" fmla="*/ 8 w 9"/>
              <a:gd name="T7" fmla="*/ 27 h 28"/>
              <a:gd name="T8" fmla="*/ 0 w 9"/>
              <a:gd name="T9" fmla="*/ 23 h 28"/>
              <a:gd name="T10" fmla="*/ 0 w 9"/>
              <a:gd name="T11" fmla="*/ 23 h 28"/>
              <a:gd name="T12" fmla="*/ 0 60000 65536"/>
              <a:gd name="T13" fmla="*/ 0 60000 65536"/>
              <a:gd name="T14" fmla="*/ 0 60000 65536"/>
              <a:gd name="T15" fmla="*/ 0 60000 65536"/>
              <a:gd name="T16" fmla="*/ 0 60000 65536"/>
              <a:gd name="T17" fmla="*/ 0 60000 65536"/>
              <a:gd name="T18" fmla="*/ 0 w 9"/>
              <a:gd name="T19" fmla="*/ 0 h 28"/>
              <a:gd name="T20" fmla="*/ 9 w 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9" h="28">
                <a:moveTo>
                  <a:pt x="0" y="23"/>
                </a:moveTo>
                <a:lnTo>
                  <a:pt x="0" y="23"/>
                </a:lnTo>
                <a:lnTo>
                  <a:pt x="8" y="0"/>
                </a:lnTo>
                <a:lnTo>
                  <a:pt x="8" y="2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6" name="Freeform 713">
            <a:extLst>
              <a:ext uri="{FF2B5EF4-FFF2-40B4-BE49-F238E27FC236}">
                <a16:creationId xmlns:a16="http://schemas.microsoft.com/office/drawing/2014/main" id="{99ABD4A4-0EAB-42EF-B3F3-810E9249FB3B}"/>
              </a:ext>
            </a:extLst>
          </p:cNvPr>
          <p:cNvSpPr>
            <a:spLocks/>
          </p:cNvSpPr>
          <p:nvPr/>
        </p:nvSpPr>
        <p:spPr bwMode="auto">
          <a:xfrm>
            <a:off x="2896598" y="6260528"/>
            <a:ext cx="21839" cy="14463"/>
          </a:xfrm>
          <a:custGeom>
            <a:avLst/>
            <a:gdLst>
              <a:gd name="T0" fmla="*/ 0 w 19"/>
              <a:gd name="T1" fmla="*/ 0 h 13"/>
              <a:gd name="T2" fmla="*/ 0 w 19"/>
              <a:gd name="T3" fmla="*/ 0 h 13"/>
              <a:gd name="T4" fmla="*/ 18 w 19"/>
              <a:gd name="T5" fmla="*/ 3 h 13"/>
              <a:gd name="T6" fmla="*/ 18 w 19"/>
              <a:gd name="T7" fmla="*/ 12 h 13"/>
              <a:gd name="T8" fmla="*/ 0 w 19"/>
              <a:gd name="T9" fmla="*/ 0 h 13"/>
              <a:gd name="T10" fmla="*/ 0 w 19"/>
              <a:gd name="T11" fmla="*/ 0 h 13"/>
              <a:gd name="T12" fmla="*/ 0 60000 65536"/>
              <a:gd name="T13" fmla="*/ 0 60000 65536"/>
              <a:gd name="T14" fmla="*/ 0 60000 65536"/>
              <a:gd name="T15" fmla="*/ 0 60000 65536"/>
              <a:gd name="T16" fmla="*/ 0 60000 65536"/>
              <a:gd name="T17" fmla="*/ 0 60000 65536"/>
              <a:gd name="T18" fmla="*/ 0 w 19"/>
              <a:gd name="T19" fmla="*/ 0 h 13"/>
              <a:gd name="T20" fmla="*/ 19 w 19"/>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9" h="13">
                <a:moveTo>
                  <a:pt x="0" y="0"/>
                </a:moveTo>
                <a:lnTo>
                  <a:pt x="0" y="0"/>
                </a:lnTo>
                <a:lnTo>
                  <a:pt x="18" y="3"/>
                </a:lnTo>
                <a:lnTo>
                  <a:pt x="18"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7" name="Freeform 714">
            <a:extLst>
              <a:ext uri="{FF2B5EF4-FFF2-40B4-BE49-F238E27FC236}">
                <a16:creationId xmlns:a16="http://schemas.microsoft.com/office/drawing/2014/main" id="{CA932C6C-813D-6BDC-A866-164EE1CF4F44}"/>
              </a:ext>
            </a:extLst>
          </p:cNvPr>
          <p:cNvSpPr>
            <a:spLocks/>
          </p:cNvSpPr>
          <p:nvPr/>
        </p:nvSpPr>
        <p:spPr bwMode="auto">
          <a:xfrm>
            <a:off x="2901196" y="6230491"/>
            <a:ext cx="32184" cy="31151"/>
          </a:xfrm>
          <a:custGeom>
            <a:avLst/>
            <a:gdLst>
              <a:gd name="T0" fmla="*/ 0 w 28"/>
              <a:gd name="T1" fmla="*/ 5 h 28"/>
              <a:gd name="T2" fmla="*/ 0 w 28"/>
              <a:gd name="T3" fmla="*/ 5 h 28"/>
              <a:gd name="T4" fmla="*/ 7 w 28"/>
              <a:gd name="T5" fmla="*/ 0 h 28"/>
              <a:gd name="T6" fmla="*/ 6 w 28"/>
              <a:gd name="T7" fmla="*/ 13 h 28"/>
              <a:gd name="T8" fmla="*/ 27 w 28"/>
              <a:gd name="T9" fmla="*/ 17 h 28"/>
              <a:gd name="T10" fmla="*/ 14 w 28"/>
              <a:gd name="T11" fmla="*/ 27 h 28"/>
              <a:gd name="T12" fmla="*/ 0 w 28"/>
              <a:gd name="T13" fmla="*/ 5 h 28"/>
              <a:gd name="T14" fmla="*/ 0 w 28"/>
              <a:gd name="T15" fmla="*/ 5 h 28"/>
              <a:gd name="T16" fmla="*/ 0 60000 65536"/>
              <a:gd name="T17" fmla="*/ 0 60000 65536"/>
              <a:gd name="T18" fmla="*/ 0 60000 65536"/>
              <a:gd name="T19" fmla="*/ 0 60000 65536"/>
              <a:gd name="T20" fmla="*/ 0 60000 65536"/>
              <a:gd name="T21" fmla="*/ 0 60000 65536"/>
              <a:gd name="T22" fmla="*/ 0 60000 65536"/>
              <a:gd name="T23" fmla="*/ 0 60000 65536"/>
              <a:gd name="T24" fmla="*/ 0 w 28"/>
              <a:gd name="T25" fmla="*/ 0 h 28"/>
              <a:gd name="T26" fmla="*/ 28 w 28"/>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 h="28">
                <a:moveTo>
                  <a:pt x="0" y="5"/>
                </a:moveTo>
                <a:lnTo>
                  <a:pt x="0" y="5"/>
                </a:lnTo>
                <a:lnTo>
                  <a:pt x="7" y="0"/>
                </a:lnTo>
                <a:lnTo>
                  <a:pt x="6" y="13"/>
                </a:lnTo>
                <a:lnTo>
                  <a:pt x="27" y="17"/>
                </a:lnTo>
                <a:lnTo>
                  <a:pt x="14" y="2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8" name="Freeform 715">
            <a:extLst>
              <a:ext uri="{FF2B5EF4-FFF2-40B4-BE49-F238E27FC236}">
                <a16:creationId xmlns:a16="http://schemas.microsoft.com/office/drawing/2014/main" id="{935541FC-B985-BB13-363F-067A9C6C3FE8}"/>
              </a:ext>
            </a:extLst>
          </p:cNvPr>
          <p:cNvSpPr>
            <a:spLocks/>
          </p:cNvSpPr>
          <p:nvPr/>
        </p:nvSpPr>
        <p:spPr bwMode="auto">
          <a:xfrm>
            <a:off x="2923034" y="6270541"/>
            <a:ext cx="18390" cy="8900"/>
          </a:xfrm>
          <a:custGeom>
            <a:avLst/>
            <a:gdLst>
              <a:gd name="T0" fmla="*/ 0 w 16"/>
              <a:gd name="T1" fmla="*/ 5 h 8"/>
              <a:gd name="T2" fmla="*/ 0 w 16"/>
              <a:gd name="T3" fmla="*/ 5 h 8"/>
              <a:gd name="T4" fmla="*/ 4 w 16"/>
              <a:gd name="T5" fmla="*/ 0 h 8"/>
              <a:gd name="T6" fmla="*/ 15 w 16"/>
              <a:gd name="T7" fmla="*/ 7 h 8"/>
              <a:gd name="T8" fmla="*/ 0 w 16"/>
              <a:gd name="T9" fmla="*/ 5 h 8"/>
              <a:gd name="T10" fmla="*/ 0 w 16"/>
              <a:gd name="T11" fmla="*/ 5 h 8"/>
              <a:gd name="T12" fmla="*/ 0 60000 65536"/>
              <a:gd name="T13" fmla="*/ 0 60000 65536"/>
              <a:gd name="T14" fmla="*/ 0 60000 65536"/>
              <a:gd name="T15" fmla="*/ 0 60000 65536"/>
              <a:gd name="T16" fmla="*/ 0 60000 65536"/>
              <a:gd name="T17" fmla="*/ 0 60000 65536"/>
              <a:gd name="T18" fmla="*/ 0 w 16"/>
              <a:gd name="T19" fmla="*/ 0 h 8"/>
              <a:gd name="T20" fmla="*/ 16 w 16"/>
              <a:gd name="T21" fmla="*/ 8 h 8"/>
            </a:gdLst>
            <a:ahLst/>
            <a:cxnLst>
              <a:cxn ang="T12">
                <a:pos x="T0" y="T1"/>
              </a:cxn>
              <a:cxn ang="T13">
                <a:pos x="T2" y="T3"/>
              </a:cxn>
              <a:cxn ang="T14">
                <a:pos x="T4" y="T5"/>
              </a:cxn>
              <a:cxn ang="T15">
                <a:pos x="T6" y="T7"/>
              </a:cxn>
              <a:cxn ang="T16">
                <a:pos x="T8" y="T9"/>
              </a:cxn>
              <a:cxn ang="T17">
                <a:pos x="T10" y="T11"/>
              </a:cxn>
            </a:cxnLst>
            <a:rect l="T18" t="T19" r="T20" b="T21"/>
            <a:pathLst>
              <a:path w="16" h="8">
                <a:moveTo>
                  <a:pt x="0" y="5"/>
                </a:moveTo>
                <a:lnTo>
                  <a:pt x="0" y="5"/>
                </a:lnTo>
                <a:lnTo>
                  <a:pt x="4" y="0"/>
                </a:lnTo>
                <a:lnTo>
                  <a:pt x="15" y="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9" name="Freeform 716">
            <a:extLst>
              <a:ext uri="{FF2B5EF4-FFF2-40B4-BE49-F238E27FC236}">
                <a16:creationId xmlns:a16="http://schemas.microsoft.com/office/drawing/2014/main" id="{B204DF34-B4D7-0B75-2A18-49BE33B93BDA}"/>
              </a:ext>
            </a:extLst>
          </p:cNvPr>
          <p:cNvSpPr>
            <a:spLocks/>
          </p:cNvSpPr>
          <p:nvPr/>
        </p:nvSpPr>
        <p:spPr bwMode="auto">
          <a:xfrm>
            <a:off x="2934528" y="6244953"/>
            <a:ext cx="44827" cy="46726"/>
          </a:xfrm>
          <a:custGeom>
            <a:avLst/>
            <a:gdLst>
              <a:gd name="T0" fmla="*/ 0 w 39"/>
              <a:gd name="T1" fmla="*/ 34 h 42"/>
              <a:gd name="T2" fmla="*/ 0 w 39"/>
              <a:gd name="T3" fmla="*/ 34 h 42"/>
              <a:gd name="T4" fmla="*/ 6 w 39"/>
              <a:gd name="T5" fmla="*/ 27 h 42"/>
              <a:gd name="T6" fmla="*/ 26 w 39"/>
              <a:gd name="T7" fmla="*/ 31 h 42"/>
              <a:gd name="T8" fmla="*/ 17 w 39"/>
              <a:gd name="T9" fmla="*/ 21 h 42"/>
              <a:gd name="T10" fmla="*/ 27 w 39"/>
              <a:gd name="T11" fmla="*/ 14 h 42"/>
              <a:gd name="T12" fmla="*/ 12 w 39"/>
              <a:gd name="T13" fmla="*/ 12 h 42"/>
              <a:gd name="T14" fmla="*/ 12 w 39"/>
              <a:gd name="T15" fmla="*/ 2 h 42"/>
              <a:gd name="T16" fmla="*/ 36 w 39"/>
              <a:gd name="T17" fmla="*/ 0 h 42"/>
              <a:gd name="T18" fmla="*/ 38 w 39"/>
              <a:gd name="T19" fmla="*/ 41 h 42"/>
              <a:gd name="T20" fmla="*/ 0 w 39"/>
              <a:gd name="T21" fmla="*/ 34 h 42"/>
              <a:gd name="T22" fmla="*/ 0 w 39"/>
              <a:gd name="T23" fmla="*/ 34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42"/>
              <a:gd name="T38" fmla="*/ 39 w 39"/>
              <a:gd name="T39" fmla="*/ 42 h 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42">
                <a:moveTo>
                  <a:pt x="0" y="34"/>
                </a:moveTo>
                <a:lnTo>
                  <a:pt x="0" y="34"/>
                </a:lnTo>
                <a:lnTo>
                  <a:pt x="6" y="27"/>
                </a:lnTo>
                <a:lnTo>
                  <a:pt x="26" y="31"/>
                </a:lnTo>
                <a:lnTo>
                  <a:pt x="17" y="21"/>
                </a:lnTo>
                <a:lnTo>
                  <a:pt x="27" y="14"/>
                </a:lnTo>
                <a:lnTo>
                  <a:pt x="12" y="12"/>
                </a:lnTo>
                <a:lnTo>
                  <a:pt x="12" y="2"/>
                </a:lnTo>
                <a:lnTo>
                  <a:pt x="36" y="0"/>
                </a:lnTo>
                <a:lnTo>
                  <a:pt x="38" y="41"/>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0" name="Freeform 717">
            <a:extLst>
              <a:ext uri="{FF2B5EF4-FFF2-40B4-BE49-F238E27FC236}">
                <a16:creationId xmlns:a16="http://schemas.microsoft.com/office/drawing/2014/main" id="{E3101285-D8DD-DBAA-96F3-ADEA613202AD}"/>
              </a:ext>
            </a:extLst>
          </p:cNvPr>
          <p:cNvSpPr>
            <a:spLocks/>
          </p:cNvSpPr>
          <p:nvPr/>
        </p:nvSpPr>
        <p:spPr bwMode="auto">
          <a:xfrm>
            <a:off x="2817289" y="5181390"/>
            <a:ext cx="188503" cy="251428"/>
          </a:xfrm>
          <a:custGeom>
            <a:avLst/>
            <a:gdLst>
              <a:gd name="T0" fmla="*/ 0 w 164"/>
              <a:gd name="T1" fmla="*/ 150 h 226"/>
              <a:gd name="T2" fmla="*/ 0 w 164"/>
              <a:gd name="T3" fmla="*/ 150 h 226"/>
              <a:gd name="T4" fmla="*/ 20 w 164"/>
              <a:gd name="T5" fmla="*/ 166 h 226"/>
              <a:gd name="T6" fmla="*/ 49 w 164"/>
              <a:gd name="T7" fmla="*/ 170 h 226"/>
              <a:gd name="T8" fmla="*/ 78 w 164"/>
              <a:gd name="T9" fmla="*/ 200 h 226"/>
              <a:gd name="T10" fmla="*/ 117 w 164"/>
              <a:gd name="T11" fmla="*/ 203 h 226"/>
              <a:gd name="T12" fmla="*/ 111 w 164"/>
              <a:gd name="T13" fmla="*/ 219 h 226"/>
              <a:gd name="T14" fmla="*/ 121 w 164"/>
              <a:gd name="T15" fmla="*/ 225 h 226"/>
              <a:gd name="T16" fmla="*/ 127 w 164"/>
              <a:gd name="T17" fmla="*/ 186 h 226"/>
              <a:gd name="T18" fmla="*/ 120 w 164"/>
              <a:gd name="T19" fmla="*/ 162 h 226"/>
              <a:gd name="T20" fmla="*/ 133 w 164"/>
              <a:gd name="T21" fmla="*/ 160 h 226"/>
              <a:gd name="T22" fmla="*/ 123 w 164"/>
              <a:gd name="T23" fmla="*/ 146 h 226"/>
              <a:gd name="T24" fmla="*/ 155 w 164"/>
              <a:gd name="T25" fmla="*/ 141 h 226"/>
              <a:gd name="T26" fmla="*/ 163 w 164"/>
              <a:gd name="T27" fmla="*/ 151 h 226"/>
              <a:gd name="T28" fmla="*/ 151 w 164"/>
              <a:gd name="T29" fmla="*/ 131 h 226"/>
              <a:gd name="T30" fmla="*/ 155 w 164"/>
              <a:gd name="T31" fmla="*/ 84 h 226"/>
              <a:gd name="T32" fmla="*/ 128 w 164"/>
              <a:gd name="T33" fmla="*/ 86 h 226"/>
              <a:gd name="T34" fmla="*/ 120 w 164"/>
              <a:gd name="T35" fmla="*/ 74 h 226"/>
              <a:gd name="T36" fmla="*/ 93 w 164"/>
              <a:gd name="T37" fmla="*/ 71 h 226"/>
              <a:gd name="T38" fmla="*/ 76 w 164"/>
              <a:gd name="T39" fmla="*/ 44 h 226"/>
              <a:gd name="T40" fmla="*/ 102 w 164"/>
              <a:gd name="T41" fmla="*/ 8 h 226"/>
              <a:gd name="T42" fmla="*/ 98 w 164"/>
              <a:gd name="T43" fmla="*/ 0 h 226"/>
              <a:gd name="T44" fmla="*/ 52 w 164"/>
              <a:gd name="T45" fmla="*/ 20 h 226"/>
              <a:gd name="T46" fmla="*/ 27 w 164"/>
              <a:gd name="T47" fmla="*/ 60 h 226"/>
              <a:gd name="T48" fmla="*/ 19 w 164"/>
              <a:gd name="T49" fmla="*/ 50 h 226"/>
              <a:gd name="T50" fmla="*/ 13 w 164"/>
              <a:gd name="T51" fmla="*/ 70 h 226"/>
              <a:gd name="T52" fmla="*/ 19 w 164"/>
              <a:gd name="T53" fmla="*/ 115 h 226"/>
              <a:gd name="T54" fmla="*/ 25 w 164"/>
              <a:gd name="T55" fmla="*/ 115 h 226"/>
              <a:gd name="T56" fmla="*/ 0 w 164"/>
              <a:gd name="T57" fmla="*/ 150 h 226"/>
              <a:gd name="T58" fmla="*/ 0 w 164"/>
              <a:gd name="T59" fmla="*/ 150 h 22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4"/>
              <a:gd name="T91" fmla="*/ 0 h 226"/>
              <a:gd name="T92" fmla="*/ 164 w 164"/>
              <a:gd name="T93" fmla="*/ 226 h 22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4" h="226">
                <a:moveTo>
                  <a:pt x="0" y="150"/>
                </a:moveTo>
                <a:lnTo>
                  <a:pt x="0" y="150"/>
                </a:lnTo>
                <a:lnTo>
                  <a:pt x="20" y="166"/>
                </a:lnTo>
                <a:lnTo>
                  <a:pt x="49" y="170"/>
                </a:lnTo>
                <a:lnTo>
                  <a:pt x="78" y="200"/>
                </a:lnTo>
                <a:lnTo>
                  <a:pt x="117" y="203"/>
                </a:lnTo>
                <a:lnTo>
                  <a:pt x="111" y="219"/>
                </a:lnTo>
                <a:lnTo>
                  <a:pt x="121" y="225"/>
                </a:lnTo>
                <a:lnTo>
                  <a:pt x="127" y="186"/>
                </a:lnTo>
                <a:lnTo>
                  <a:pt x="120" y="162"/>
                </a:lnTo>
                <a:lnTo>
                  <a:pt x="133" y="160"/>
                </a:lnTo>
                <a:lnTo>
                  <a:pt x="123" y="146"/>
                </a:lnTo>
                <a:lnTo>
                  <a:pt x="155" y="141"/>
                </a:lnTo>
                <a:lnTo>
                  <a:pt x="163" y="151"/>
                </a:lnTo>
                <a:lnTo>
                  <a:pt x="151" y="131"/>
                </a:lnTo>
                <a:lnTo>
                  <a:pt x="155" y="84"/>
                </a:lnTo>
                <a:lnTo>
                  <a:pt x="128" y="86"/>
                </a:lnTo>
                <a:lnTo>
                  <a:pt x="120" y="74"/>
                </a:lnTo>
                <a:lnTo>
                  <a:pt x="93" y="71"/>
                </a:lnTo>
                <a:lnTo>
                  <a:pt x="76" y="44"/>
                </a:lnTo>
                <a:lnTo>
                  <a:pt x="102" y="8"/>
                </a:lnTo>
                <a:lnTo>
                  <a:pt x="98" y="0"/>
                </a:lnTo>
                <a:lnTo>
                  <a:pt x="52" y="20"/>
                </a:lnTo>
                <a:lnTo>
                  <a:pt x="27" y="60"/>
                </a:lnTo>
                <a:lnTo>
                  <a:pt x="19" y="50"/>
                </a:lnTo>
                <a:lnTo>
                  <a:pt x="13" y="70"/>
                </a:lnTo>
                <a:lnTo>
                  <a:pt x="19" y="115"/>
                </a:lnTo>
                <a:lnTo>
                  <a:pt x="25" y="115"/>
                </a:lnTo>
                <a:lnTo>
                  <a:pt x="0" y="15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1" name="Freeform 718">
            <a:extLst>
              <a:ext uri="{FF2B5EF4-FFF2-40B4-BE49-F238E27FC236}">
                <a16:creationId xmlns:a16="http://schemas.microsoft.com/office/drawing/2014/main" id="{3B302022-024E-0AB2-02F9-F6749FEBC720}"/>
              </a:ext>
            </a:extLst>
          </p:cNvPr>
          <p:cNvSpPr>
            <a:spLocks/>
          </p:cNvSpPr>
          <p:nvPr/>
        </p:nvSpPr>
        <p:spPr bwMode="auto">
          <a:xfrm>
            <a:off x="2709245" y="5202528"/>
            <a:ext cx="50574" cy="41163"/>
          </a:xfrm>
          <a:custGeom>
            <a:avLst/>
            <a:gdLst>
              <a:gd name="T0" fmla="*/ 0 w 44"/>
              <a:gd name="T1" fmla="*/ 0 h 37"/>
              <a:gd name="T2" fmla="*/ 0 w 44"/>
              <a:gd name="T3" fmla="*/ 0 h 37"/>
              <a:gd name="T4" fmla="*/ 1 w 44"/>
              <a:gd name="T5" fmla="*/ 14 h 37"/>
              <a:gd name="T6" fmla="*/ 10 w 44"/>
              <a:gd name="T7" fmla="*/ 12 h 37"/>
              <a:gd name="T8" fmla="*/ 37 w 44"/>
              <a:gd name="T9" fmla="*/ 36 h 37"/>
              <a:gd name="T10" fmla="*/ 43 w 44"/>
              <a:gd name="T11" fmla="*/ 18 h 37"/>
              <a:gd name="T12" fmla="*/ 28 w 44"/>
              <a:gd name="T13" fmla="*/ 1 h 37"/>
              <a:gd name="T14" fmla="*/ 0 w 44"/>
              <a:gd name="T15" fmla="*/ 0 h 37"/>
              <a:gd name="T16" fmla="*/ 0 w 44"/>
              <a:gd name="T17" fmla="*/ 0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
              <a:gd name="T28" fmla="*/ 0 h 37"/>
              <a:gd name="T29" fmla="*/ 44 w 44"/>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 h="37">
                <a:moveTo>
                  <a:pt x="0" y="0"/>
                </a:moveTo>
                <a:lnTo>
                  <a:pt x="0" y="0"/>
                </a:lnTo>
                <a:lnTo>
                  <a:pt x="1" y="14"/>
                </a:lnTo>
                <a:lnTo>
                  <a:pt x="10" y="12"/>
                </a:lnTo>
                <a:lnTo>
                  <a:pt x="37" y="36"/>
                </a:lnTo>
                <a:lnTo>
                  <a:pt x="43" y="18"/>
                </a:lnTo>
                <a:lnTo>
                  <a:pt x="28"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2" name="Freeform 719">
            <a:extLst>
              <a:ext uri="{FF2B5EF4-FFF2-40B4-BE49-F238E27FC236}">
                <a16:creationId xmlns:a16="http://schemas.microsoft.com/office/drawing/2014/main" id="{DD7F6081-5B2C-762D-99DD-A4B236B95894}"/>
              </a:ext>
            </a:extLst>
          </p:cNvPr>
          <p:cNvSpPr>
            <a:spLocks/>
          </p:cNvSpPr>
          <p:nvPr/>
        </p:nvSpPr>
        <p:spPr bwMode="auto">
          <a:xfrm>
            <a:off x="2720739" y="5014513"/>
            <a:ext cx="170112" cy="52288"/>
          </a:xfrm>
          <a:custGeom>
            <a:avLst/>
            <a:gdLst>
              <a:gd name="T0" fmla="*/ 0 w 148"/>
              <a:gd name="T1" fmla="*/ 18 h 47"/>
              <a:gd name="T2" fmla="*/ 0 w 148"/>
              <a:gd name="T3" fmla="*/ 18 h 47"/>
              <a:gd name="T4" fmla="*/ 20 w 148"/>
              <a:gd name="T5" fmla="*/ 2 h 47"/>
              <a:gd name="T6" fmla="*/ 58 w 148"/>
              <a:gd name="T7" fmla="*/ 0 h 47"/>
              <a:gd name="T8" fmla="*/ 147 w 148"/>
              <a:gd name="T9" fmla="*/ 39 h 47"/>
              <a:gd name="T10" fmla="*/ 99 w 148"/>
              <a:gd name="T11" fmla="*/ 46 h 47"/>
              <a:gd name="T12" fmla="*/ 107 w 148"/>
              <a:gd name="T13" fmla="*/ 37 h 47"/>
              <a:gd name="T14" fmla="*/ 84 w 148"/>
              <a:gd name="T15" fmla="*/ 22 h 47"/>
              <a:gd name="T16" fmla="*/ 40 w 148"/>
              <a:gd name="T17" fmla="*/ 14 h 47"/>
              <a:gd name="T18" fmla="*/ 42 w 148"/>
              <a:gd name="T19" fmla="*/ 7 h 47"/>
              <a:gd name="T20" fmla="*/ 0 w 148"/>
              <a:gd name="T21" fmla="*/ 18 h 47"/>
              <a:gd name="T22" fmla="*/ 0 w 148"/>
              <a:gd name="T23" fmla="*/ 18 h 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47"/>
              <a:gd name="T38" fmla="*/ 148 w 148"/>
              <a:gd name="T39" fmla="*/ 47 h 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47">
                <a:moveTo>
                  <a:pt x="0" y="18"/>
                </a:moveTo>
                <a:lnTo>
                  <a:pt x="0" y="18"/>
                </a:lnTo>
                <a:lnTo>
                  <a:pt x="20" y="2"/>
                </a:lnTo>
                <a:lnTo>
                  <a:pt x="58" y="0"/>
                </a:lnTo>
                <a:lnTo>
                  <a:pt x="147" y="39"/>
                </a:lnTo>
                <a:lnTo>
                  <a:pt x="99" y="46"/>
                </a:lnTo>
                <a:lnTo>
                  <a:pt x="107" y="37"/>
                </a:lnTo>
                <a:lnTo>
                  <a:pt x="84" y="22"/>
                </a:lnTo>
                <a:lnTo>
                  <a:pt x="40" y="14"/>
                </a:lnTo>
                <a:lnTo>
                  <a:pt x="42" y="7"/>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3" name="Freeform 720">
            <a:extLst>
              <a:ext uri="{FF2B5EF4-FFF2-40B4-BE49-F238E27FC236}">
                <a16:creationId xmlns:a16="http://schemas.microsoft.com/office/drawing/2014/main" id="{E5A62FF4-5DDE-157D-663D-159A7B407F8F}"/>
              </a:ext>
            </a:extLst>
          </p:cNvPr>
          <p:cNvSpPr>
            <a:spLocks/>
          </p:cNvSpPr>
          <p:nvPr/>
        </p:nvSpPr>
        <p:spPr bwMode="auto">
          <a:xfrm>
            <a:off x="2926483" y="5065689"/>
            <a:ext cx="54022" cy="30038"/>
          </a:xfrm>
          <a:custGeom>
            <a:avLst/>
            <a:gdLst>
              <a:gd name="T0" fmla="*/ 0 w 47"/>
              <a:gd name="T1" fmla="*/ 0 h 27"/>
              <a:gd name="T2" fmla="*/ 0 w 47"/>
              <a:gd name="T3" fmla="*/ 0 h 27"/>
              <a:gd name="T4" fmla="*/ 0 w 47"/>
              <a:gd name="T5" fmla="*/ 26 h 27"/>
              <a:gd name="T6" fmla="*/ 46 w 47"/>
              <a:gd name="T7" fmla="*/ 17 h 27"/>
              <a:gd name="T8" fmla="*/ 26 w 47"/>
              <a:gd name="T9" fmla="*/ 3 h 27"/>
              <a:gd name="T10" fmla="*/ 0 w 47"/>
              <a:gd name="T11" fmla="*/ 0 h 27"/>
              <a:gd name="T12" fmla="*/ 0 w 47"/>
              <a:gd name="T13" fmla="*/ 0 h 27"/>
              <a:gd name="T14" fmla="*/ 0 60000 65536"/>
              <a:gd name="T15" fmla="*/ 0 60000 65536"/>
              <a:gd name="T16" fmla="*/ 0 60000 65536"/>
              <a:gd name="T17" fmla="*/ 0 60000 65536"/>
              <a:gd name="T18" fmla="*/ 0 60000 65536"/>
              <a:gd name="T19" fmla="*/ 0 60000 65536"/>
              <a:gd name="T20" fmla="*/ 0 60000 65536"/>
              <a:gd name="T21" fmla="*/ 0 w 47"/>
              <a:gd name="T22" fmla="*/ 0 h 27"/>
              <a:gd name="T23" fmla="*/ 47 w 47"/>
              <a:gd name="T24" fmla="*/ 27 h 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7">
                <a:moveTo>
                  <a:pt x="0" y="0"/>
                </a:moveTo>
                <a:lnTo>
                  <a:pt x="0" y="0"/>
                </a:lnTo>
                <a:lnTo>
                  <a:pt x="0" y="26"/>
                </a:lnTo>
                <a:lnTo>
                  <a:pt x="46" y="17"/>
                </a:lnTo>
                <a:lnTo>
                  <a:pt x="26" y="3"/>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4" name="Freeform 721">
            <a:extLst>
              <a:ext uri="{FF2B5EF4-FFF2-40B4-BE49-F238E27FC236}">
                <a16:creationId xmlns:a16="http://schemas.microsoft.com/office/drawing/2014/main" id="{65A6EFAA-AF01-DDAC-21F5-3492DEE31CE3}"/>
              </a:ext>
            </a:extLst>
          </p:cNvPr>
          <p:cNvSpPr>
            <a:spLocks/>
          </p:cNvSpPr>
          <p:nvPr/>
        </p:nvSpPr>
        <p:spPr bwMode="auto">
          <a:xfrm>
            <a:off x="2786255" y="5348267"/>
            <a:ext cx="88504" cy="95676"/>
          </a:xfrm>
          <a:custGeom>
            <a:avLst/>
            <a:gdLst>
              <a:gd name="T0" fmla="*/ 0 w 77"/>
              <a:gd name="T1" fmla="*/ 32 h 86"/>
              <a:gd name="T2" fmla="*/ 0 w 77"/>
              <a:gd name="T3" fmla="*/ 32 h 86"/>
              <a:gd name="T4" fmla="*/ 1 w 77"/>
              <a:gd name="T5" fmla="*/ 49 h 86"/>
              <a:gd name="T6" fmla="*/ 14 w 77"/>
              <a:gd name="T7" fmla="*/ 53 h 86"/>
              <a:gd name="T8" fmla="*/ 7 w 77"/>
              <a:gd name="T9" fmla="*/ 67 h 86"/>
              <a:gd name="T10" fmla="*/ 4 w 77"/>
              <a:gd name="T11" fmla="*/ 81 h 86"/>
              <a:gd name="T12" fmla="*/ 22 w 77"/>
              <a:gd name="T13" fmla="*/ 85 h 86"/>
              <a:gd name="T14" fmla="*/ 38 w 77"/>
              <a:gd name="T15" fmla="*/ 61 h 86"/>
              <a:gd name="T16" fmla="*/ 69 w 77"/>
              <a:gd name="T17" fmla="*/ 42 h 86"/>
              <a:gd name="T18" fmla="*/ 76 w 77"/>
              <a:gd name="T19" fmla="*/ 20 h 86"/>
              <a:gd name="T20" fmla="*/ 47 w 77"/>
              <a:gd name="T21" fmla="*/ 16 h 86"/>
              <a:gd name="T22" fmla="*/ 27 w 77"/>
              <a:gd name="T23" fmla="*/ 0 h 86"/>
              <a:gd name="T24" fmla="*/ 9 w 77"/>
              <a:gd name="T25" fmla="*/ 8 h 86"/>
              <a:gd name="T26" fmla="*/ 0 w 77"/>
              <a:gd name="T27" fmla="*/ 32 h 86"/>
              <a:gd name="T28" fmla="*/ 0 w 77"/>
              <a:gd name="T29" fmla="*/ 32 h 8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6"/>
              <a:gd name="T47" fmla="*/ 77 w 77"/>
              <a:gd name="T48" fmla="*/ 86 h 8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6">
                <a:moveTo>
                  <a:pt x="0" y="32"/>
                </a:moveTo>
                <a:lnTo>
                  <a:pt x="0" y="32"/>
                </a:lnTo>
                <a:lnTo>
                  <a:pt x="1" y="49"/>
                </a:lnTo>
                <a:lnTo>
                  <a:pt x="14" y="53"/>
                </a:lnTo>
                <a:lnTo>
                  <a:pt x="7" y="67"/>
                </a:lnTo>
                <a:lnTo>
                  <a:pt x="4" y="81"/>
                </a:lnTo>
                <a:lnTo>
                  <a:pt x="22" y="85"/>
                </a:lnTo>
                <a:lnTo>
                  <a:pt x="38" y="61"/>
                </a:lnTo>
                <a:lnTo>
                  <a:pt x="69" y="42"/>
                </a:lnTo>
                <a:lnTo>
                  <a:pt x="76" y="20"/>
                </a:lnTo>
                <a:lnTo>
                  <a:pt x="47" y="16"/>
                </a:lnTo>
                <a:lnTo>
                  <a:pt x="27" y="0"/>
                </a:lnTo>
                <a:lnTo>
                  <a:pt x="9" y="8"/>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5" name="Freeform 722">
            <a:extLst>
              <a:ext uri="{FF2B5EF4-FFF2-40B4-BE49-F238E27FC236}">
                <a16:creationId xmlns:a16="http://schemas.microsoft.com/office/drawing/2014/main" id="{6C103EE8-ADEC-5789-0D6A-444AD9542FF4}"/>
              </a:ext>
            </a:extLst>
          </p:cNvPr>
          <p:cNvSpPr>
            <a:spLocks/>
          </p:cNvSpPr>
          <p:nvPr/>
        </p:nvSpPr>
        <p:spPr bwMode="auto">
          <a:xfrm>
            <a:off x="2640280" y="5149128"/>
            <a:ext cx="37930" cy="16687"/>
          </a:xfrm>
          <a:custGeom>
            <a:avLst/>
            <a:gdLst>
              <a:gd name="T0" fmla="*/ 0 w 33"/>
              <a:gd name="T1" fmla="*/ 11 h 15"/>
              <a:gd name="T2" fmla="*/ 0 w 33"/>
              <a:gd name="T3" fmla="*/ 11 h 15"/>
              <a:gd name="T4" fmla="*/ 9 w 33"/>
              <a:gd name="T5" fmla="*/ 0 h 15"/>
              <a:gd name="T6" fmla="*/ 32 w 33"/>
              <a:gd name="T7" fmla="*/ 14 h 15"/>
              <a:gd name="T8" fmla="*/ 0 w 33"/>
              <a:gd name="T9" fmla="*/ 11 h 15"/>
              <a:gd name="T10" fmla="*/ 0 w 33"/>
              <a:gd name="T11" fmla="*/ 11 h 15"/>
              <a:gd name="T12" fmla="*/ 0 60000 65536"/>
              <a:gd name="T13" fmla="*/ 0 60000 65536"/>
              <a:gd name="T14" fmla="*/ 0 60000 65536"/>
              <a:gd name="T15" fmla="*/ 0 60000 65536"/>
              <a:gd name="T16" fmla="*/ 0 60000 65536"/>
              <a:gd name="T17" fmla="*/ 0 60000 65536"/>
              <a:gd name="T18" fmla="*/ 0 w 33"/>
              <a:gd name="T19" fmla="*/ 0 h 15"/>
              <a:gd name="T20" fmla="*/ 33 w 33"/>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33" h="15">
                <a:moveTo>
                  <a:pt x="0" y="11"/>
                </a:moveTo>
                <a:lnTo>
                  <a:pt x="0" y="11"/>
                </a:lnTo>
                <a:lnTo>
                  <a:pt x="9" y="0"/>
                </a:lnTo>
                <a:lnTo>
                  <a:pt x="32" y="14"/>
                </a:lnTo>
                <a:lnTo>
                  <a:pt x="0" y="1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6" name="Freeform 723">
            <a:extLst>
              <a:ext uri="{FF2B5EF4-FFF2-40B4-BE49-F238E27FC236}">
                <a16:creationId xmlns:a16="http://schemas.microsoft.com/office/drawing/2014/main" id="{EEDF1D2F-A198-1BDB-F817-5B392D99BD52}"/>
              </a:ext>
            </a:extLst>
          </p:cNvPr>
          <p:cNvSpPr>
            <a:spLocks/>
          </p:cNvSpPr>
          <p:nvPr/>
        </p:nvSpPr>
        <p:spPr bwMode="auto">
          <a:xfrm>
            <a:off x="3098893" y="6219365"/>
            <a:ext cx="25287" cy="14463"/>
          </a:xfrm>
          <a:custGeom>
            <a:avLst/>
            <a:gdLst>
              <a:gd name="T0" fmla="*/ 0 w 22"/>
              <a:gd name="T1" fmla="*/ 12 h 13"/>
              <a:gd name="T2" fmla="*/ 0 w 22"/>
              <a:gd name="T3" fmla="*/ 12 h 13"/>
              <a:gd name="T4" fmla="*/ 12 w 22"/>
              <a:gd name="T5" fmla="*/ 5 h 13"/>
              <a:gd name="T6" fmla="*/ 6 w 22"/>
              <a:gd name="T7" fmla="*/ 0 h 13"/>
              <a:gd name="T8" fmla="*/ 21 w 22"/>
              <a:gd name="T9" fmla="*/ 1 h 13"/>
              <a:gd name="T10" fmla="*/ 0 w 22"/>
              <a:gd name="T11" fmla="*/ 12 h 13"/>
              <a:gd name="T12" fmla="*/ 0 w 22"/>
              <a:gd name="T13" fmla="*/ 12 h 13"/>
              <a:gd name="T14" fmla="*/ 0 60000 65536"/>
              <a:gd name="T15" fmla="*/ 0 60000 65536"/>
              <a:gd name="T16" fmla="*/ 0 60000 65536"/>
              <a:gd name="T17" fmla="*/ 0 60000 65536"/>
              <a:gd name="T18" fmla="*/ 0 60000 65536"/>
              <a:gd name="T19" fmla="*/ 0 60000 65536"/>
              <a:gd name="T20" fmla="*/ 0 60000 65536"/>
              <a:gd name="T21" fmla="*/ 0 w 22"/>
              <a:gd name="T22" fmla="*/ 0 h 13"/>
              <a:gd name="T23" fmla="*/ 22 w 22"/>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13">
                <a:moveTo>
                  <a:pt x="0" y="12"/>
                </a:moveTo>
                <a:lnTo>
                  <a:pt x="0" y="12"/>
                </a:lnTo>
                <a:lnTo>
                  <a:pt x="12" y="5"/>
                </a:lnTo>
                <a:lnTo>
                  <a:pt x="6" y="0"/>
                </a:lnTo>
                <a:lnTo>
                  <a:pt x="21" y="1"/>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7" name="Freeform 724">
            <a:extLst>
              <a:ext uri="{FF2B5EF4-FFF2-40B4-BE49-F238E27FC236}">
                <a16:creationId xmlns:a16="http://schemas.microsoft.com/office/drawing/2014/main" id="{3C23F008-A36D-C20A-7379-9B023D616660}"/>
              </a:ext>
            </a:extLst>
          </p:cNvPr>
          <p:cNvSpPr>
            <a:spLocks/>
          </p:cNvSpPr>
          <p:nvPr/>
        </p:nvSpPr>
        <p:spPr bwMode="auto">
          <a:xfrm>
            <a:off x="3118433" y="6217140"/>
            <a:ext cx="28735" cy="17800"/>
          </a:xfrm>
          <a:custGeom>
            <a:avLst/>
            <a:gdLst>
              <a:gd name="T0" fmla="*/ 0 w 25"/>
              <a:gd name="T1" fmla="*/ 15 h 16"/>
              <a:gd name="T2" fmla="*/ 0 w 25"/>
              <a:gd name="T3" fmla="*/ 15 h 16"/>
              <a:gd name="T4" fmla="*/ 11 w 25"/>
              <a:gd name="T5" fmla="*/ 0 h 16"/>
              <a:gd name="T6" fmla="*/ 24 w 25"/>
              <a:gd name="T7" fmla="*/ 5 h 16"/>
              <a:gd name="T8" fmla="*/ 0 w 25"/>
              <a:gd name="T9" fmla="*/ 15 h 16"/>
              <a:gd name="T10" fmla="*/ 0 w 25"/>
              <a:gd name="T11" fmla="*/ 15 h 16"/>
              <a:gd name="T12" fmla="*/ 0 60000 65536"/>
              <a:gd name="T13" fmla="*/ 0 60000 65536"/>
              <a:gd name="T14" fmla="*/ 0 60000 65536"/>
              <a:gd name="T15" fmla="*/ 0 60000 65536"/>
              <a:gd name="T16" fmla="*/ 0 60000 65536"/>
              <a:gd name="T17" fmla="*/ 0 60000 65536"/>
              <a:gd name="T18" fmla="*/ 0 w 25"/>
              <a:gd name="T19" fmla="*/ 0 h 16"/>
              <a:gd name="T20" fmla="*/ 25 w 25"/>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5" h="16">
                <a:moveTo>
                  <a:pt x="0" y="15"/>
                </a:moveTo>
                <a:lnTo>
                  <a:pt x="0" y="15"/>
                </a:lnTo>
                <a:lnTo>
                  <a:pt x="11" y="0"/>
                </a:lnTo>
                <a:lnTo>
                  <a:pt x="24" y="5"/>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8" name="Freeform 725">
            <a:extLst>
              <a:ext uri="{FF2B5EF4-FFF2-40B4-BE49-F238E27FC236}">
                <a16:creationId xmlns:a16="http://schemas.microsoft.com/office/drawing/2014/main" id="{8E8DFFDC-8DF1-1253-B58C-86AB5BBCFA96}"/>
              </a:ext>
            </a:extLst>
          </p:cNvPr>
          <p:cNvSpPr>
            <a:spLocks/>
          </p:cNvSpPr>
          <p:nvPr/>
        </p:nvSpPr>
        <p:spPr bwMode="auto">
          <a:xfrm>
            <a:off x="3200041" y="5284854"/>
            <a:ext cx="47126" cy="53401"/>
          </a:xfrm>
          <a:custGeom>
            <a:avLst/>
            <a:gdLst>
              <a:gd name="T0" fmla="*/ 0 w 41"/>
              <a:gd name="T1" fmla="*/ 45 h 48"/>
              <a:gd name="T2" fmla="*/ 0 w 41"/>
              <a:gd name="T3" fmla="*/ 45 h 48"/>
              <a:gd name="T4" fmla="*/ 6 w 41"/>
              <a:gd name="T5" fmla="*/ 0 h 48"/>
              <a:gd name="T6" fmla="*/ 40 w 41"/>
              <a:gd name="T7" fmla="*/ 21 h 48"/>
              <a:gd name="T8" fmla="*/ 20 w 41"/>
              <a:gd name="T9" fmla="*/ 47 h 48"/>
              <a:gd name="T10" fmla="*/ 0 w 41"/>
              <a:gd name="T11" fmla="*/ 45 h 48"/>
              <a:gd name="T12" fmla="*/ 0 w 41"/>
              <a:gd name="T13" fmla="*/ 45 h 48"/>
              <a:gd name="T14" fmla="*/ 0 60000 65536"/>
              <a:gd name="T15" fmla="*/ 0 60000 65536"/>
              <a:gd name="T16" fmla="*/ 0 60000 65536"/>
              <a:gd name="T17" fmla="*/ 0 60000 65536"/>
              <a:gd name="T18" fmla="*/ 0 60000 65536"/>
              <a:gd name="T19" fmla="*/ 0 60000 65536"/>
              <a:gd name="T20" fmla="*/ 0 60000 65536"/>
              <a:gd name="T21" fmla="*/ 0 w 41"/>
              <a:gd name="T22" fmla="*/ 0 h 48"/>
              <a:gd name="T23" fmla="*/ 41 w 4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48">
                <a:moveTo>
                  <a:pt x="0" y="45"/>
                </a:moveTo>
                <a:lnTo>
                  <a:pt x="0" y="45"/>
                </a:lnTo>
                <a:lnTo>
                  <a:pt x="6" y="0"/>
                </a:lnTo>
                <a:lnTo>
                  <a:pt x="40" y="21"/>
                </a:lnTo>
                <a:lnTo>
                  <a:pt x="20" y="47"/>
                </a:lnTo>
                <a:lnTo>
                  <a:pt x="0" y="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9" name="Freeform 726">
            <a:extLst>
              <a:ext uri="{FF2B5EF4-FFF2-40B4-BE49-F238E27FC236}">
                <a16:creationId xmlns:a16="http://schemas.microsoft.com/office/drawing/2014/main" id="{2A77859A-C157-AC48-6E3C-BE297CF1FF25}"/>
              </a:ext>
            </a:extLst>
          </p:cNvPr>
          <p:cNvSpPr>
            <a:spLocks/>
          </p:cNvSpPr>
          <p:nvPr/>
        </p:nvSpPr>
        <p:spPr bwMode="auto">
          <a:xfrm>
            <a:off x="2605798" y="5095727"/>
            <a:ext cx="63217" cy="66751"/>
          </a:xfrm>
          <a:custGeom>
            <a:avLst/>
            <a:gdLst>
              <a:gd name="T0" fmla="*/ 0 w 55"/>
              <a:gd name="T1" fmla="*/ 47 h 60"/>
              <a:gd name="T2" fmla="*/ 0 w 55"/>
              <a:gd name="T3" fmla="*/ 47 h 60"/>
              <a:gd name="T4" fmla="*/ 11 w 55"/>
              <a:gd name="T5" fmla="*/ 26 h 60"/>
              <a:gd name="T6" fmla="*/ 25 w 55"/>
              <a:gd name="T7" fmla="*/ 25 h 60"/>
              <a:gd name="T8" fmla="*/ 11 w 55"/>
              <a:gd name="T9" fmla="*/ 7 h 60"/>
              <a:gd name="T10" fmla="*/ 42 w 55"/>
              <a:gd name="T11" fmla="*/ 0 h 60"/>
              <a:gd name="T12" fmla="*/ 47 w 55"/>
              <a:gd name="T13" fmla="*/ 28 h 60"/>
              <a:gd name="T14" fmla="*/ 54 w 55"/>
              <a:gd name="T15" fmla="*/ 30 h 60"/>
              <a:gd name="T16" fmla="*/ 39 w 55"/>
              <a:gd name="T17" fmla="*/ 48 h 60"/>
              <a:gd name="T18" fmla="*/ 30 w 55"/>
              <a:gd name="T19" fmla="*/ 59 h 60"/>
              <a:gd name="T20" fmla="*/ 0 w 55"/>
              <a:gd name="T21" fmla="*/ 47 h 60"/>
              <a:gd name="T22" fmla="*/ 0 w 55"/>
              <a:gd name="T23" fmla="*/ 47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
              <a:gd name="T37" fmla="*/ 0 h 60"/>
              <a:gd name="T38" fmla="*/ 55 w 55"/>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 h="60">
                <a:moveTo>
                  <a:pt x="0" y="47"/>
                </a:moveTo>
                <a:lnTo>
                  <a:pt x="0" y="47"/>
                </a:lnTo>
                <a:lnTo>
                  <a:pt x="11" y="26"/>
                </a:lnTo>
                <a:lnTo>
                  <a:pt x="25" y="25"/>
                </a:lnTo>
                <a:lnTo>
                  <a:pt x="11" y="7"/>
                </a:lnTo>
                <a:lnTo>
                  <a:pt x="42" y="0"/>
                </a:lnTo>
                <a:lnTo>
                  <a:pt x="47" y="28"/>
                </a:lnTo>
                <a:lnTo>
                  <a:pt x="54" y="30"/>
                </a:lnTo>
                <a:lnTo>
                  <a:pt x="39" y="48"/>
                </a:lnTo>
                <a:lnTo>
                  <a:pt x="30" y="59"/>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0" name="Freeform 727">
            <a:extLst>
              <a:ext uri="{FF2B5EF4-FFF2-40B4-BE49-F238E27FC236}">
                <a16:creationId xmlns:a16="http://schemas.microsoft.com/office/drawing/2014/main" id="{BD97B3E1-5802-E98C-5765-52826C99422F}"/>
              </a:ext>
            </a:extLst>
          </p:cNvPr>
          <p:cNvSpPr>
            <a:spLocks/>
          </p:cNvSpPr>
          <p:nvPr/>
        </p:nvSpPr>
        <p:spPr bwMode="auto">
          <a:xfrm>
            <a:off x="3093146" y="5242579"/>
            <a:ext cx="75861" cy="104576"/>
          </a:xfrm>
          <a:custGeom>
            <a:avLst/>
            <a:gdLst>
              <a:gd name="T0" fmla="*/ 0 w 66"/>
              <a:gd name="T1" fmla="*/ 31 h 94"/>
              <a:gd name="T2" fmla="*/ 0 w 66"/>
              <a:gd name="T3" fmla="*/ 31 h 94"/>
              <a:gd name="T4" fmla="*/ 9 w 66"/>
              <a:gd name="T5" fmla="*/ 44 h 94"/>
              <a:gd name="T6" fmla="*/ 22 w 66"/>
              <a:gd name="T7" fmla="*/ 53 h 94"/>
              <a:gd name="T8" fmla="*/ 19 w 66"/>
              <a:gd name="T9" fmla="*/ 79 h 94"/>
              <a:gd name="T10" fmla="*/ 26 w 66"/>
              <a:gd name="T11" fmla="*/ 93 h 94"/>
              <a:gd name="T12" fmla="*/ 65 w 66"/>
              <a:gd name="T13" fmla="*/ 87 h 94"/>
              <a:gd name="T14" fmla="*/ 43 w 66"/>
              <a:gd name="T15" fmla="*/ 59 h 94"/>
              <a:gd name="T16" fmla="*/ 58 w 66"/>
              <a:gd name="T17" fmla="*/ 34 h 94"/>
              <a:gd name="T18" fmla="*/ 19 w 66"/>
              <a:gd name="T19" fmla="*/ 0 h 94"/>
              <a:gd name="T20" fmla="*/ 6 w 66"/>
              <a:gd name="T21" fmla="*/ 10 h 94"/>
              <a:gd name="T22" fmla="*/ 11 w 66"/>
              <a:gd name="T23" fmla="*/ 19 h 94"/>
              <a:gd name="T24" fmla="*/ 0 w 66"/>
              <a:gd name="T25" fmla="*/ 31 h 94"/>
              <a:gd name="T26" fmla="*/ 0 w 66"/>
              <a:gd name="T27" fmla="*/ 31 h 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
              <a:gd name="T43" fmla="*/ 0 h 94"/>
              <a:gd name="T44" fmla="*/ 66 w 66"/>
              <a:gd name="T45" fmla="*/ 94 h 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 h="94">
                <a:moveTo>
                  <a:pt x="0" y="31"/>
                </a:moveTo>
                <a:lnTo>
                  <a:pt x="0" y="31"/>
                </a:lnTo>
                <a:lnTo>
                  <a:pt x="9" y="44"/>
                </a:lnTo>
                <a:lnTo>
                  <a:pt x="22" y="53"/>
                </a:lnTo>
                <a:lnTo>
                  <a:pt x="19" y="79"/>
                </a:lnTo>
                <a:lnTo>
                  <a:pt x="26" y="93"/>
                </a:lnTo>
                <a:lnTo>
                  <a:pt x="65" y="87"/>
                </a:lnTo>
                <a:lnTo>
                  <a:pt x="43" y="59"/>
                </a:lnTo>
                <a:lnTo>
                  <a:pt x="58" y="34"/>
                </a:lnTo>
                <a:lnTo>
                  <a:pt x="19" y="0"/>
                </a:lnTo>
                <a:lnTo>
                  <a:pt x="6" y="10"/>
                </a:lnTo>
                <a:lnTo>
                  <a:pt x="11" y="19"/>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1" name="Freeform 728">
            <a:extLst>
              <a:ext uri="{FF2B5EF4-FFF2-40B4-BE49-F238E27FC236}">
                <a16:creationId xmlns:a16="http://schemas.microsoft.com/office/drawing/2014/main" id="{581E7917-DFF7-13C2-F2D4-D80C5DD7097B}"/>
              </a:ext>
            </a:extLst>
          </p:cNvPr>
          <p:cNvSpPr>
            <a:spLocks/>
          </p:cNvSpPr>
          <p:nvPr/>
        </p:nvSpPr>
        <p:spPr bwMode="auto">
          <a:xfrm>
            <a:off x="2886254" y="5065689"/>
            <a:ext cx="41378" cy="30038"/>
          </a:xfrm>
          <a:custGeom>
            <a:avLst/>
            <a:gdLst>
              <a:gd name="T0" fmla="*/ 0 w 36"/>
              <a:gd name="T1" fmla="*/ 19 h 27"/>
              <a:gd name="T2" fmla="*/ 0 w 36"/>
              <a:gd name="T3" fmla="*/ 19 h 27"/>
              <a:gd name="T4" fmla="*/ 27 w 36"/>
              <a:gd name="T5" fmla="*/ 19 h 27"/>
              <a:gd name="T6" fmla="*/ 14 w 36"/>
              <a:gd name="T7" fmla="*/ 2 h 27"/>
              <a:gd name="T8" fmla="*/ 35 w 36"/>
              <a:gd name="T9" fmla="*/ 0 h 27"/>
              <a:gd name="T10" fmla="*/ 35 w 36"/>
              <a:gd name="T11" fmla="*/ 26 h 27"/>
              <a:gd name="T12" fmla="*/ 0 w 36"/>
              <a:gd name="T13" fmla="*/ 19 h 27"/>
              <a:gd name="T14" fmla="*/ 0 w 36"/>
              <a:gd name="T15" fmla="*/ 19 h 27"/>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7"/>
              <a:gd name="T26" fmla="*/ 36 w 36"/>
              <a:gd name="T27" fmla="*/ 27 h 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7">
                <a:moveTo>
                  <a:pt x="0" y="19"/>
                </a:moveTo>
                <a:lnTo>
                  <a:pt x="0" y="19"/>
                </a:lnTo>
                <a:lnTo>
                  <a:pt x="27" y="19"/>
                </a:lnTo>
                <a:lnTo>
                  <a:pt x="14" y="2"/>
                </a:lnTo>
                <a:lnTo>
                  <a:pt x="35" y="0"/>
                </a:lnTo>
                <a:lnTo>
                  <a:pt x="35" y="26"/>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2" name="Freeform 729">
            <a:extLst>
              <a:ext uri="{FF2B5EF4-FFF2-40B4-BE49-F238E27FC236}">
                <a16:creationId xmlns:a16="http://schemas.microsoft.com/office/drawing/2014/main" id="{6AEFD078-81B5-95D8-9C94-991FA9170CFD}"/>
              </a:ext>
            </a:extLst>
          </p:cNvPr>
          <p:cNvSpPr>
            <a:spLocks/>
          </p:cNvSpPr>
          <p:nvPr/>
        </p:nvSpPr>
        <p:spPr bwMode="auto">
          <a:xfrm>
            <a:off x="2650625" y="5126877"/>
            <a:ext cx="97700" cy="46726"/>
          </a:xfrm>
          <a:custGeom>
            <a:avLst/>
            <a:gdLst>
              <a:gd name="T0" fmla="*/ 0 w 85"/>
              <a:gd name="T1" fmla="*/ 20 h 42"/>
              <a:gd name="T2" fmla="*/ 0 w 85"/>
              <a:gd name="T3" fmla="*/ 20 h 42"/>
              <a:gd name="T4" fmla="*/ 15 w 85"/>
              <a:gd name="T5" fmla="*/ 2 h 42"/>
              <a:gd name="T6" fmla="*/ 60 w 85"/>
              <a:gd name="T7" fmla="*/ 0 h 42"/>
              <a:gd name="T8" fmla="*/ 84 w 85"/>
              <a:gd name="T9" fmla="*/ 13 h 42"/>
              <a:gd name="T10" fmla="*/ 64 w 85"/>
              <a:gd name="T11" fmla="*/ 15 h 42"/>
              <a:gd name="T12" fmla="*/ 29 w 85"/>
              <a:gd name="T13" fmla="*/ 41 h 42"/>
              <a:gd name="T14" fmla="*/ 23 w 85"/>
              <a:gd name="T15" fmla="*/ 34 h 42"/>
              <a:gd name="T16" fmla="*/ 0 w 85"/>
              <a:gd name="T17" fmla="*/ 20 h 42"/>
              <a:gd name="T18" fmla="*/ 0 w 85"/>
              <a:gd name="T19" fmla="*/ 2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5"/>
              <a:gd name="T31" fmla="*/ 0 h 42"/>
              <a:gd name="T32" fmla="*/ 85 w 8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5" h="42">
                <a:moveTo>
                  <a:pt x="0" y="20"/>
                </a:moveTo>
                <a:lnTo>
                  <a:pt x="0" y="20"/>
                </a:lnTo>
                <a:lnTo>
                  <a:pt x="15" y="2"/>
                </a:lnTo>
                <a:lnTo>
                  <a:pt x="60" y="0"/>
                </a:lnTo>
                <a:lnTo>
                  <a:pt x="84" y="13"/>
                </a:lnTo>
                <a:lnTo>
                  <a:pt x="64" y="15"/>
                </a:lnTo>
                <a:lnTo>
                  <a:pt x="29" y="41"/>
                </a:lnTo>
                <a:lnTo>
                  <a:pt x="23" y="3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3" name="Freeform 730">
            <a:extLst>
              <a:ext uri="{FF2B5EF4-FFF2-40B4-BE49-F238E27FC236}">
                <a16:creationId xmlns:a16="http://schemas.microsoft.com/office/drawing/2014/main" id="{26E4D31E-061A-090B-3B83-E0B95BE377CC}"/>
              </a:ext>
            </a:extLst>
          </p:cNvPr>
          <p:cNvSpPr>
            <a:spLocks/>
          </p:cNvSpPr>
          <p:nvPr/>
        </p:nvSpPr>
        <p:spPr bwMode="auto">
          <a:xfrm>
            <a:off x="2683958" y="5141340"/>
            <a:ext cx="64367" cy="63413"/>
          </a:xfrm>
          <a:custGeom>
            <a:avLst/>
            <a:gdLst>
              <a:gd name="T0" fmla="*/ 0 w 56"/>
              <a:gd name="T1" fmla="*/ 28 h 57"/>
              <a:gd name="T2" fmla="*/ 0 w 56"/>
              <a:gd name="T3" fmla="*/ 28 h 57"/>
              <a:gd name="T4" fmla="*/ 22 w 56"/>
              <a:gd name="T5" fmla="*/ 55 h 57"/>
              <a:gd name="T6" fmla="*/ 50 w 56"/>
              <a:gd name="T7" fmla="*/ 56 h 57"/>
              <a:gd name="T8" fmla="*/ 55 w 56"/>
              <a:gd name="T9" fmla="*/ 0 h 57"/>
              <a:gd name="T10" fmla="*/ 35 w 56"/>
              <a:gd name="T11" fmla="*/ 2 h 57"/>
              <a:gd name="T12" fmla="*/ 0 w 56"/>
              <a:gd name="T13" fmla="*/ 28 h 57"/>
              <a:gd name="T14" fmla="*/ 0 w 56"/>
              <a:gd name="T15" fmla="*/ 28 h 57"/>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57"/>
              <a:gd name="T26" fmla="*/ 56 w 56"/>
              <a:gd name="T27" fmla="*/ 57 h 5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57">
                <a:moveTo>
                  <a:pt x="0" y="28"/>
                </a:moveTo>
                <a:lnTo>
                  <a:pt x="0" y="28"/>
                </a:lnTo>
                <a:lnTo>
                  <a:pt x="22" y="55"/>
                </a:lnTo>
                <a:lnTo>
                  <a:pt x="50" y="56"/>
                </a:lnTo>
                <a:lnTo>
                  <a:pt x="55" y="0"/>
                </a:lnTo>
                <a:lnTo>
                  <a:pt x="35" y="2"/>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4" name="Freeform 731">
            <a:extLst>
              <a:ext uri="{FF2B5EF4-FFF2-40B4-BE49-F238E27FC236}">
                <a16:creationId xmlns:a16="http://schemas.microsoft.com/office/drawing/2014/main" id="{F087090F-BE05-A7F2-57E2-353DEBA8D76C}"/>
              </a:ext>
            </a:extLst>
          </p:cNvPr>
          <p:cNvSpPr>
            <a:spLocks/>
          </p:cNvSpPr>
          <p:nvPr/>
        </p:nvSpPr>
        <p:spPr bwMode="auto">
          <a:xfrm>
            <a:off x="2751773" y="5222553"/>
            <a:ext cx="88504" cy="38938"/>
          </a:xfrm>
          <a:custGeom>
            <a:avLst/>
            <a:gdLst>
              <a:gd name="T0" fmla="*/ 0 w 77"/>
              <a:gd name="T1" fmla="*/ 18 h 35"/>
              <a:gd name="T2" fmla="*/ 0 w 77"/>
              <a:gd name="T3" fmla="*/ 18 h 35"/>
              <a:gd name="T4" fmla="*/ 6 w 77"/>
              <a:gd name="T5" fmla="*/ 0 h 35"/>
              <a:gd name="T6" fmla="*/ 22 w 77"/>
              <a:gd name="T7" fmla="*/ 11 h 35"/>
              <a:gd name="T8" fmla="*/ 51 w 77"/>
              <a:gd name="T9" fmla="*/ 0 h 35"/>
              <a:gd name="T10" fmla="*/ 76 w 77"/>
              <a:gd name="T11" fmla="*/ 13 h 35"/>
              <a:gd name="T12" fmla="*/ 70 w 77"/>
              <a:gd name="T13" fmla="*/ 33 h 35"/>
              <a:gd name="T14" fmla="*/ 67 w 77"/>
              <a:gd name="T15" fmla="*/ 17 h 35"/>
              <a:gd name="T16" fmla="*/ 51 w 77"/>
              <a:gd name="T17" fmla="*/ 11 h 35"/>
              <a:gd name="T18" fmla="*/ 36 w 77"/>
              <a:gd name="T19" fmla="*/ 21 h 35"/>
              <a:gd name="T20" fmla="*/ 39 w 77"/>
              <a:gd name="T21" fmla="*/ 30 h 35"/>
              <a:gd name="T22" fmla="*/ 33 w 77"/>
              <a:gd name="T23" fmla="*/ 34 h 35"/>
              <a:gd name="T24" fmla="*/ 0 w 77"/>
              <a:gd name="T25" fmla="*/ 18 h 35"/>
              <a:gd name="T26" fmla="*/ 0 w 77"/>
              <a:gd name="T27" fmla="*/ 18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
              <a:gd name="T43" fmla="*/ 0 h 35"/>
              <a:gd name="T44" fmla="*/ 77 w 77"/>
              <a:gd name="T45" fmla="*/ 35 h 3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 h="35">
                <a:moveTo>
                  <a:pt x="0" y="18"/>
                </a:moveTo>
                <a:lnTo>
                  <a:pt x="0" y="18"/>
                </a:lnTo>
                <a:lnTo>
                  <a:pt x="6" y="0"/>
                </a:lnTo>
                <a:lnTo>
                  <a:pt x="22" y="11"/>
                </a:lnTo>
                <a:lnTo>
                  <a:pt x="51" y="0"/>
                </a:lnTo>
                <a:lnTo>
                  <a:pt x="76" y="13"/>
                </a:lnTo>
                <a:lnTo>
                  <a:pt x="70" y="33"/>
                </a:lnTo>
                <a:lnTo>
                  <a:pt x="67" y="17"/>
                </a:lnTo>
                <a:lnTo>
                  <a:pt x="51" y="11"/>
                </a:lnTo>
                <a:lnTo>
                  <a:pt x="36" y="21"/>
                </a:lnTo>
                <a:lnTo>
                  <a:pt x="39" y="30"/>
                </a:lnTo>
                <a:lnTo>
                  <a:pt x="33" y="34"/>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5" name="Freeform 732">
            <a:extLst>
              <a:ext uri="{FF2B5EF4-FFF2-40B4-BE49-F238E27FC236}">
                <a16:creationId xmlns:a16="http://schemas.microsoft.com/office/drawing/2014/main" id="{D3A699EB-E23D-E983-92A1-90E9F6E1FB13}"/>
              </a:ext>
            </a:extLst>
          </p:cNvPr>
          <p:cNvSpPr>
            <a:spLocks/>
          </p:cNvSpPr>
          <p:nvPr/>
        </p:nvSpPr>
        <p:spPr bwMode="auto">
          <a:xfrm>
            <a:off x="3071307" y="5588023"/>
            <a:ext cx="128733" cy="276999"/>
          </a:xfrm>
          <a:custGeom>
            <a:avLst/>
            <a:gdLst>
              <a:gd name="T0" fmla="*/ 0 w 112"/>
              <a:gd name="T1" fmla="*/ 43 h 116"/>
              <a:gd name="T2" fmla="*/ 0 w 112"/>
              <a:gd name="T3" fmla="*/ 43 h 116"/>
              <a:gd name="T4" fmla="*/ 9 w 112"/>
              <a:gd name="T5" fmla="*/ 6 h 116"/>
              <a:gd name="T6" fmla="*/ 48 w 112"/>
              <a:gd name="T7" fmla="*/ 0 h 116"/>
              <a:gd name="T8" fmla="*/ 62 w 112"/>
              <a:gd name="T9" fmla="*/ 12 h 116"/>
              <a:gd name="T10" fmla="*/ 65 w 112"/>
              <a:gd name="T11" fmla="*/ 39 h 116"/>
              <a:gd name="T12" fmla="*/ 93 w 112"/>
              <a:gd name="T13" fmla="*/ 44 h 116"/>
              <a:gd name="T14" fmla="*/ 97 w 112"/>
              <a:gd name="T15" fmla="*/ 63 h 116"/>
              <a:gd name="T16" fmla="*/ 111 w 112"/>
              <a:gd name="T17" fmla="*/ 66 h 116"/>
              <a:gd name="T18" fmla="*/ 109 w 112"/>
              <a:gd name="T19" fmla="*/ 91 h 116"/>
              <a:gd name="T20" fmla="*/ 95 w 112"/>
              <a:gd name="T21" fmla="*/ 115 h 116"/>
              <a:gd name="T22" fmla="*/ 58 w 112"/>
              <a:gd name="T23" fmla="*/ 114 h 116"/>
              <a:gd name="T24" fmla="*/ 66 w 112"/>
              <a:gd name="T25" fmla="*/ 86 h 116"/>
              <a:gd name="T26" fmla="*/ 0 w 112"/>
              <a:gd name="T27" fmla="*/ 43 h 116"/>
              <a:gd name="T28" fmla="*/ 0 w 112"/>
              <a:gd name="T29" fmla="*/ 43 h 1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2"/>
              <a:gd name="T46" fmla="*/ 0 h 116"/>
              <a:gd name="T47" fmla="*/ 112 w 112"/>
              <a:gd name="T48" fmla="*/ 116 h 1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2" h="116">
                <a:moveTo>
                  <a:pt x="0" y="43"/>
                </a:moveTo>
                <a:lnTo>
                  <a:pt x="0" y="43"/>
                </a:lnTo>
                <a:lnTo>
                  <a:pt x="9" y="6"/>
                </a:lnTo>
                <a:lnTo>
                  <a:pt x="48" y="0"/>
                </a:lnTo>
                <a:lnTo>
                  <a:pt x="62" y="12"/>
                </a:lnTo>
                <a:lnTo>
                  <a:pt x="65" y="39"/>
                </a:lnTo>
                <a:lnTo>
                  <a:pt x="93" y="44"/>
                </a:lnTo>
                <a:lnTo>
                  <a:pt x="97" y="63"/>
                </a:lnTo>
                <a:lnTo>
                  <a:pt x="111" y="66"/>
                </a:lnTo>
                <a:lnTo>
                  <a:pt x="109" y="91"/>
                </a:lnTo>
                <a:lnTo>
                  <a:pt x="95" y="115"/>
                </a:lnTo>
                <a:lnTo>
                  <a:pt x="58" y="114"/>
                </a:lnTo>
                <a:lnTo>
                  <a:pt x="66" y="86"/>
                </a:lnTo>
                <a:lnTo>
                  <a:pt x="0" y="43"/>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436" name="Freeform 733">
            <a:extLst>
              <a:ext uri="{FF2B5EF4-FFF2-40B4-BE49-F238E27FC236}">
                <a16:creationId xmlns:a16="http://schemas.microsoft.com/office/drawing/2014/main" id="{DE639E82-1AF2-C30B-7F0E-5A90B0D8460E}"/>
              </a:ext>
            </a:extLst>
          </p:cNvPr>
          <p:cNvSpPr>
            <a:spLocks/>
          </p:cNvSpPr>
          <p:nvPr/>
        </p:nvSpPr>
        <p:spPr bwMode="auto">
          <a:xfrm>
            <a:off x="2778209" y="5370518"/>
            <a:ext cx="197698" cy="274791"/>
          </a:xfrm>
          <a:custGeom>
            <a:avLst/>
            <a:gdLst>
              <a:gd name="T0" fmla="*/ 0 w 172"/>
              <a:gd name="T1" fmla="*/ 58 h 247"/>
              <a:gd name="T2" fmla="*/ 0 w 172"/>
              <a:gd name="T3" fmla="*/ 58 h 247"/>
              <a:gd name="T4" fmla="*/ 3 w 172"/>
              <a:gd name="T5" fmla="*/ 78 h 247"/>
              <a:gd name="T6" fmla="*/ 34 w 172"/>
              <a:gd name="T7" fmla="*/ 112 h 247"/>
              <a:gd name="T8" fmla="*/ 68 w 172"/>
              <a:gd name="T9" fmla="*/ 193 h 247"/>
              <a:gd name="T10" fmla="*/ 146 w 172"/>
              <a:gd name="T11" fmla="*/ 246 h 247"/>
              <a:gd name="T12" fmla="*/ 159 w 172"/>
              <a:gd name="T13" fmla="*/ 237 h 247"/>
              <a:gd name="T14" fmla="*/ 167 w 172"/>
              <a:gd name="T15" fmla="*/ 220 h 247"/>
              <a:gd name="T16" fmla="*/ 155 w 172"/>
              <a:gd name="T17" fmla="*/ 213 h 247"/>
              <a:gd name="T18" fmla="*/ 162 w 172"/>
              <a:gd name="T19" fmla="*/ 209 h 247"/>
              <a:gd name="T20" fmla="*/ 171 w 172"/>
              <a:gd name="T21" fmla="*/ 167 h 247"/>
              <a:gd name="T22" fmla="*/ 158 w 172"/>
              <a:gd name="T23" fmla="*/ 147 h 247"/>
              <a:gd name="T24" fmla="*/ 147 w 172"/>
              <a:gd name="T25" fmla="*/ 147 h 247"/>
              <a:gd name="T26" fmla="*/ 147 w 172"/>
              <a:gd name="T27" fmla="*/ 125 h 247"/>
              <a:gd name="T28" fmla="*/ 132 w 172"/>
              <a:gd name="T29" fmla="*/ 134 h 247"/>
              <a:gd name="T30" fmla="*/ 113 w 172"/>
              <a:gd name="T31" fmla="*/ 126 h 247"/>
              <a:gd name="T32" fmla="*/ 102 w 172"/>
              <a:gd name="T33" fmla="*/ 101 h 247"/>
              <a:gd name="T34" fmla="*/ 121 w 172"/>
              <a:gd name="T35" fmla="*/ 69 h 247"/>
              <a:gd name="T36" fmla="*/ 155 w 172"/>
              <a:gd name="T37" fmla="*/ 55 h 247"/>
              <a:gd name="T38" fmla="*/ 145 w 172"/>
              <a:gd name="T39" fmla="*/ 49 h 247"/>
              <a:gd name="T40" fmla="*/ 151 w 172"/>
              <a:gd name="T41" fmla="*/ 33 h 247"/>
              <a:gd name="T42" fmla="*/ 112 w 172"/>
              <a:gd name="T43" fmla="*/ 30 h 247"/>
              <a:gd name="T44" fmla="*/ 83 w 172"/>
              <a:gd name="T45" fmla="*/ 0 h 247"/>
              <a:gd name="T46" fmla="*/ 76 w 172"/>
              <a:gd name="T47" fmla="*/ 22 h 247"/>
              <a:gd name="T48" fmla="*/ 45 w 172"/>
              <a:gd name="T49" fmla="*/ 41 h 247"/>
              <a:gd name="T50" fmla="*/ 29 w 172"/>
              <a:gd name="T51" fmla="*/ 65 h 247"/>
              <a:gd name="T52" fmla="*/ 11 w 172"/>
              <a:gd name="T53" fmla="*/ 61 h 247"/>
              <a:gd name="T54" fmla="*/ 14 w 172"/>
              <a:gd name="T55" fmla="*/ 47 h 247"/>
              <a:gd name="T56" fmla="*/ 0 w 172"/>
              <a:gd name="T57" fmla="*/ 58 h 247"/>
              <a:gd name="T58" fmla="*/ 0 w 172"/>
              <a:gd name="T59" fmla="*/ 58 h 24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2"/>
              <a:gd name="T91" fmla="*/ 0 h 247"/>
              <a:gd name="T92" fmla="*/ 172 w 172"/>
              <a:gd name="T93" fmla="*/ 247 h 24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2" h="247">
                <a:moveTo>
                  <a:pt x="0" y="58"/>
                </a:moveTo>
                <a:lnTo>
                  <a:pt x="0" y="58"/>
                </a:lnTo>
                <a:lnTo>
                  <a:pt x="3" y="78"/>
                </a:lnTo>
                <a:lnTo>
                  <a:pt x="34" y="112"/>
                </a:lnTo>
                <a:lnTo>
                  <a:pt x="68" y="193"/>
                </a:lnTo>
                <a:lnTo>
                  <a:pt x="146" y="246"/>
                </a:lnTo>
                <a:lnTo>
                  <a:pt x="159" y="237"/>
                </a:lnTo>
                <a:lnTo>
                  <a:pt x="167" y="220"/>
                </a:lnTo>
                <a:lnTo>
                  <a:pt x="155" y="213"/>
                </a:lnTo>
                <a:lnTo>
                  <a:pt x="162" y="209"/>
                </a:lnTo>
                <a:lnTo>
                  <a:pt x="171" y="167"/>
                </a:lnTo>
                <a:lnTo>
                  <a:pt x="158" y="147"/>
                </a:lnTo>
                <a:lnTo>
                  <a:pt x="147" y="147"/>
                </a:lnTo>
                <a:lnTo>
                  <a:pt x="147" y="125"/>
                </a:lnTo>
                <a:lnTo>
                  <a:pt x="132" y="134"/>
                </a:lnTo>
                <a:lnTo>
                  <a:pt x="113" y="126"/>
                </a:lnTo>
                <a:lnTo>
                  <a:pt x="102" y="101"/>
                </a:lnTo>
                <a:lnTo>
                  <a:pt x="121" y="69"/>
                </a:lnTo>
                <a:lnTo>
                  <a:pt x="155" y="55"/>
                </a:lnTo>
                <a:lnTo>
                  <a:pt x="145" y="49"/>
                </a:lnTo>
                <a:lnTo>
                  <a:pt x="151" y="33"/>
                </a:lnTo>
                <a:lnTo>
                  <a:pt x="112" y="30"/>
                </a:lnTo>
                <a:lnTo>
                  <a:pt x="83" y="0"/>
                </a:lnTo>
                <a:lnTo>
                  <a:pt x="76" y="22"/>
                </a:lnTo>
                <a:lnTo>
                  <a:pt x="45" y="41"/>
                </a:lnTo>
                <a:lnTo>
                  <a:pt x="29" y="65"/>
                </a:lnTo>
                <a:lnTo>
                  <a:pt x="11" y="61"/>
                </a:lnTo>
                <a:lnTo>
                  <a:pt x="14" y="4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7" name="Freeform 734">
            <a:extLst>
              <a:ext uri="{FF2B5EF4-FFF2-40B4-BE49-F238E27FC236}">
                <a16:creationId xmlns:a16="http://schemas.microsoft.com/office/drawing/2014/main" id="{7E9AF055-415A-A3A3-BCA6-B2C3AF3DA8BE}"/>
              </a:ext>
            </a:extLst>
          </p:cNvPr>
          <p:cNvSpPr>
            <a:spLocks/>
          </p:cNvSpPr>
          <p:nvPr/>
        </p:nvSpPr>
        <p:spPr bwMode="auto">
          <a:xfrm>
            <a:off x="3142571" y="5280404"/>
            <a:ext cx="65516" cy="60076"/>
          </a:xfrm>
          <a:custGeom>
            <a:avLst/>
            <a:gdLst>
              <a:gd name="T0" fmla="*/ 0 w 57"/>
              <a:gd name="T1" fmla="*/ 25 h 54"/>
              <a:gd name="T2" fmla="*/ 0 w 57"/>
              <a:gd name="T3" fmla="*/ 25 h 54"/>
              <a:gd name="T4" fmla="*/ 15 w 57"/>
              <a:gd name="T5" fmla="*/ 0 h 54"/>
              <a:gd name="T6" fmla="*/ 56 w 57"/>
              <a:gd name="T7" fmla="*/ 4 h 54"/>
              <a:gd name="T8" fmla="*/ 50 w 57"/>
              <a:gd name="T9" fmla="*/ 49 h 54"/>
              <a:gd name="T10" fmla="*/ 22 w 57"/>
              <a:gd name="T11" fmla="*/ 53 h 54"/>
              <a:gd name="T12" fmla="*/ 0 w 57"/>
              <a:gd name="T13" fmla="*/ 25 h 54"/>
              <a:gd name="T14" fmla="*/ 0 w 57"/>
              <a:gd name="T15" fmla="*/ 25 h 54"/>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54"/>
              <a:gd name="T26" fmla="*/ 57 w 57"/>
              <a:gd name="T27" fmla="*/ 54 h 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54">
                <a:moveTo>
                  <a:pt x="0" y="25"/>
                </a:moveTo>
                <a:lnTo>
                  <a:pt x="0" y="25"/>
                </a:lnTo>
                <a:lnTo>
                  <a:pt x="15" y="0"/>
                </a:lnTo>
                <a:lnTo>
                  <a:pt x="56" y="4"/>
                </a:lnTo>
                <a:lnTo>
                  <a:pt x="50" y="49"/>
                </a:lnTo>
                <a:lnTo>
                  <a:pt x="22" y="53"/>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8" name="Freeform 735">
            <a:extLst>
              <a:ext uri="{FF2B5EF4-FFF2-40B4-BE49-F238E27FC236}">
                <a16:creationId xmlns:a16="http://schemas.microsoft.com/office/drawing/2014/main" id="{22046AD9-4A2C-399F-E008-8B185E6E72A2}"/>
              </a:ext>
            </a:extLst>
          </p:cNvPr>
          <p:cNvSpPr>
            <a:spLocks/>
          </p:cNvSpPr>
          <p:nvPr/>
        </p:nvSpPr>
        <p:spPr bwMode="auto">
          <a:xfrm>
            <a:off x="3081652" y="5205866"/>
            <a:ext cx="16091" cy="12238"/>
          </a:xfrm>
          <a:custGeom>
            <a:avLst/>
            <a:gdLst>
              <a:gd name="T0" fmla="*/ 0 w 14"/>
              <a:gd name="T1" fmla="*/ 10 h 11"/>
              <a:gd name="T2" fmla="*/ 0 w 14"/>
              <a:gd name="T3" fmla="*/ 10 h 11"/>
              <a:gd name="T4" fmla="*/ 12 w 14"/>
              <a:gd name="T5" fmla="*/ 8 h 11"/>
              <a:gd name="T6" fmla="*/ 13 w 14"/>
              <a:gd name="T7" fmla="*/ 0 h 11"/>
              <a:gd name="T8" fmla="*/ 0 w 14"/>
              <a:gd name="T9" fmla="*/ 10 h 11"/>
              <a:gd name="T10" fmla="*/ 0 w 14"/>
              <a:gd name="T11" fmla="*/ 10 h 11"/>
              <a:gd name="T12" fmla="*/ 0 60000 65536"/>
              <a:gd name="T13" fmla="*/ 0 60000 65536"/>
              <a:gd name="T14" fmla="*/ 0 60000 65536"/>
              <a:gd name="T15" fmla="*/ 0 60000 65536"/>
              <a:gd name="T16" fmla="*/ 0 60000 65536"/>
              <a:gd name="T17" fmla="*/ 0 60000 65536"/>
              <a:gd name="T18" fmla="*/ 0 w 14"/>
              <a:gd name="T19" fmla="*/ 0 h 11"/>
              <a:gd name="T20" fmla="*/ 14 w 14"/>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4" h="11">
                <a:moveTo>
                  <a:pt x="0" y="10"/>
                </a:moveTo>
                <a:lnTo>
                  <a:pt x="0" y="10"/>
                </a:lnTo>
                <a:lnTo>
                  <a:pt x="12" y="8"/>
                </a:lnTo>
                <a:lnTo>
                  <a:pt x="13"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9" name="Freeform 736">
            <a:extLst>
              <a:ext uri="{FF2B5EF4-FFF2-40B4-BE49-F238E27FC236}">
                <a16:creationId xmlns:a16="http://schemas.microsoft.com/office/drawing/2014/main" id="{2DE28119-EE20-00F5-EBBF-79AB724C3978}"/>
              </a:ext>
            </a:extLst>
          </p:cNvPr>
          <p:cNvSpPr>
            <a:spLocks/>
          </p:cNvSpPr>
          <p:nvPr/>
        </p:nvSpPr>
        <p:spPr bwMode="auto">
          <a:xfrm>
            <a:off x="3136824" y="5834436"/>
            <a:ext cx="82757" cy="82326"/>
          </a:xfrm>
          <a:custGeom>
            <a:avLst/>
            <a:gdLst>
              <a:gd name="T0" fmla="*/ 0 w 72"/>
              <a:gd name="T1" fmla="*/ 59 h 74"/>
              <a:gd name="T2" fmla="*/ 0 w 72"/>
              <a:gd name="T3" fmla="*/ 59 h 74"/>
              <a:gd name="T4" fmla="*/ 12 w 72"/>
              <a:gd name="T5" fmla="*/ 3 h 74"/>
              <a:gd name="T6" fmla="*/ 22 w 72"/>
              <a:gd name="T7" fmla="*/ 0 h 74"/>
              <a:gd name="T8" fmla="*/ 63 w 72"/>
              <a:gd name="T9" fmla="*/ 29 h 74"/>
              <a:gd name="T10" fmla="*/ 71 w 72"/>
              <a:gd name="T11" fmla="*/ 41 h 74"/>
              <a:gd name="T12" fmla="*/ 68 w 72"/>
              <a:gd name="T13" fmla="*/ 55 h 74"/>
              <a:gd name="T14" fmla="*/ 49 w 72"/>
              <a:gd name="T15" fmla="*/ 73 h 74"/>
              <a:gd name="T16" fmla="*/ 0 w 72"/>
              <a:gd name="T17" fmla="*/ 59 h 74"/>
              <a:gd name="T18" fmla="*/ 0 w 72"/>
              <a:gd name="T19" fmla="*/ 59 h 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
              <a:gd name="T31" fmla="*/ 0 h 74"/>
              <a:gd name="T32" fmla="*/ 72 w 72"/>
              <a:gd name="T33" fmla="*/ 74 h 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 h="74">
                <a:moveTo>
                  <a:pt x="0" y="59"/>
                </a:moveTo>
                <a:lnTo>
                  <a:pt x="0" y="59"/>
                </a:lnTo>
                <a:lnTo>
                  <a:pt x="12" y="3"/>
                </a:lnTo>
                <a:lnTo>
                  <a:pt x="22" y="0"/>
                </a:lnTo>
                <a:lnTo>
                  <a:pt x="63" y="29"/>
                </a:lnTo>
                <a:lnTo>
                  <a:pt x="71" y="41"/>
                </a:lnTo>
                <a:lnTo>
                  <a:pt x="68" y="55"/>
                </a:lnTo>
                <a:lnTo>
                  <a:pt x="49" y="73"/>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0" name="Freeform 737">
            <a:extLst>
              <a:ext uri="{FF2B5EF4-FFF2-40B4-BE49-F238E27FC236}">
                <a16:creationId xmlns:a16="http://schemas.microsoft.com/office/drawing/2014/main" id="{721900BE-30AE-B6A6-97B3-7A10D574E7F7}"/>
              </a:ext>
            </a:extLst>
          </p:cNvPr>
          <p:cNvSpPr>
            <a:spLocks/>
          </p:cNvSpPr>
          <p:nvPr/>
        </p:nvSpPr>
        <p:spPr bwMode="auto">
          <a:xfrm>
            <a:off x="2904644" y="5183616"/>
            <a:ext cx="211491" cy="174664"/>
          </a:xfrm>
          <a:custGeom>
            <a:avLst/>
            <a:gdLst>
              <a:gd name="T0" fmla="*/ 0 w 184"/>
              <a:gd name="T1" fmla="*/ 42 h 157"/>
              <a:gd name="T2" fmla="*/ 0 w 184"/>
              <a:gd name="T3" fmla="*/ 42 h 157"/>
              <a:gd name="T4" fmla="*/ 17 w 184"/>
              <a:gd name="T5" fmla="*/ 69 h 157"/>
              <a:gd name="T6" fmla="*/ 44 w 184"/>
              <a:gd name="T7" fmla="*/ 72 h 157"/>
              <a:gd name="T8" fmla="*/ 52 w 184"/>
              <a:gd name="T9" fmla="*/ 84 h 157"/>
              <a:gd name="T10" fmla="*/ 79 w 184"/>
              <a:gd name="T11" fmla="*/ 82 h 157"/>
              <a:gd name="T12" fmla="*/ 75 w 184"/>
              <a:gd name="T13" fmla="*/ 129 h 157"/>
              <a:gd name="T14" fmla="*/ 87 w 184"/>
              <a:gd name="T15" fmla="*/ 149 h 157"/>
              <a:gd name="T16" fmla="*/ 103 w 184"/>
              <a:gd name="T17" fmla="*/ 156 h 157"/>
              <a:gd name="T18" fmla="*/ 136 w 184"/>
              <a:gd name="T19" fmla="*/ 137 h 157"/>
              <a:gd name="T20" fmla="*/ 123 w 184"/>
              <a:gd name="T21" fmla="*/ 134 h 157"/>
              <a:gd name="T22" fmla="*/ 116 w 184"/>
              <a:gd name="T23" fmla="*/ 108 h 157"/>
              <a:gd name="T24" fmla="*/ 139 w 184"/>
              <a:gd name="T25" fmla="*/ 113 h 157"/>
              <a:gd name="T26" fmla="*/ 173 w 184"/>
              <a:gd name="T27" fmla="*/ 97 h 157"/>
              <a:gd name="T28" fmla="*/ 164 w 184"/>
              <a:gd name="T29" fmla="*/ 84 h 157"/>
              <a:gd name="T30" fmla="*/ 175 w 184"/>
              <a:gd name="T31" fmla="*/ 72 h 157"/>
              <a:gd name="T32" fmla="*/ 170 w 184"/>
              <a:gd name="T33" fmla="*/ 63 h 157"/>
              <a:gd name="T34" fmla="*/ 183 w 184"/>
              <a:gd name="T35" fmla="*/ 53 h 157"/>
              <a:gd name="T36" fmla="*/ 167 w 184"/>
              <a:gd name="T37" fmla="*/ 51 h 157"/>
              <a:gd name="T38" fmla="*/ 167 w 184"/>
              <a:gd name="T39" fmla="*/ 39 h 157"/>
              <a:gd name="T40" fmla="*/ 141 w 184"/>
              <a:gd name="T41" fmla="*/ 25 h 157"/>
              <a:gd name="T42" fmla="*/ 152 w 184"/>
              <a:gd name="T43" fmla="*/ 21 h 157"/>
              <a:gd name="T44" fmla="*/ 72 w 184"/>
              <a:gd name="T45" fmla="*/ 24 h 157"/>
              <a:gd name="T46" fmla="*/ 46 w 184"/>
              <a:gd name="T47" fmla="*/ 0 h 157"/>
              <a:gd name="T48" fmla="*/ 47 w 184"/>
              <a:gd name="T49" fmla="*/ 11 h 157"/>
              <a:gd name="T50" fmla="*/ 24 w 184"/>
              <a:gd name="T51" fmla="*/ 20 h 157"/>
              <a:gd name="T52" fmla="*/ 31 w 184"/>
              <a:gd name="T53" fmla="*/ 39 h 157"/>
              <a:gd name="T54" fmla="*/ 22 w 184"/>
              <a:gd name="T55" fmla="*/ 46 h 157"/>
              <a:gd name="T56" fmla="*/ 17 w 184"/>
              <a:gd name="T57" fmla="*/ 29 h 157"/>
              <a:gd name="T58" fmla="*/ 26 w 184"/>
              <a:gd name="T59" fmla="*/ 6 h 157"/>
              <a:gd name="T60" fmla="*/ 0 w 184"/>
              <a:gd name="T61" fmla="*/ 42 h 157"/>
              <a:gd name="T62" fmla="*/ 0 w 184"/>
              <a:gd name="T63" fmla="*/ 42 h 15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57"/>
              <a:gd name="T98" fmla="*/ 184 w 184"/>
              <a:gd name="T99" fmla="*/ 157 h 15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57">
                <a:moveTo>
                  <a:pt x="0" y="42"/>
                </a:moveTo>
                <a:lnTo>
                  <a:pt x="0" y="42"/>
                </a:lnTo>
                <a:lnTo>
                  <a:pt x="17" y="69"/>
                </a:lnTo>
                <a:lnTo>
                  <a:pt x="44" y="72"/>
                </a:lnTo>
                <a:lnTo>
                  <a:pt x="52" y="84"/>
                </a:lnTo>
                <a:lnTo>
                  <a:pt x="79" y="82"/>
                </a:lnTo>
                <a:lnTo>
                  <a:pt x="75" y="129"/>
                </a:lnTo>
                <a:lnTo>
                  <a:pt x="87" y="149"/>
                </a:lnTo>
                <a:lnTo>
                  <a:pt x="103" y="156"/>
                </a:lnTo>
                <a:lnTo>
                  <a:pt x="136" y="137"/>
                </a:lnTo>
                <a:lnTo>
                  <a:pt x="123" y="134"/>
                </a:lnTo>
                <a:lnTo>
                  <a:pt x="116" y="108"/>
                </a:lnTo>
                <a:lnTo>
                  <a:pt x="139" y="113"/>
                </a:lnTo>
                <a:lnTo>
                  <a:pt x="173" y="97"/>
                </a:lnTo>
                <a:lnTo>
                  <a:pt x="164" y="84"/>
                </a:lnTo>
                <a:lnTo>
                  <a:pt x="175" y="72"/>
                </a:lnTo>
                <a:lnTo>
                  <a:pt x="170" y="63"/>
                </a:lnTo>
                <a:lnTo>
                  <a:pt x="183" y="53"/>
                </a:lnTo>
                <a:lnTo>
                  <a:pt x="167" y="51"/>
                </a:lnTo>
                <a:lnTo>
                  <a:pt x="167" y="39"/>
                </a:lnTo>
                <a:lnTo>
                  <a:pt x="141" y="25"/>
                </a:lnTo>
                <a:lnTo>
                  <a:pt x="152" y="21"/>
                </a:lnTo>
                <a:lnTo>
                  <a:pt x="72" y="24"/>
                </a:lnTo>
                <a:lnTo>
                  <a:pt x="46" y="0"/>
                </a:lnTo>
                <a:lnTo>
                  <a:pt x="47" y="11"/>
                </a:lnTo>
                <a:lnTo>
                  <a:pt x="24" y="20"/>
                </a:lnTo>
                <a:lnTo>
                  <a:pt x="31" y="39"/>
                </a:lnTo>
                <a:lnTo>
                  <a:pt x="22" y="46"/>
                </a:lnTo>
                <a:lnTo>
                  <a:pt x="17" y="29"/>
                </a:lnTo>
                <a:lnTo>
                  <a:pt x="26" y="6"/>
                </a:lnTo>
                <a:lnTo>
                  <a:pt x="0" y="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1" name="Freeform 738">
            <a:extLst>
              <a:ext uri="{FF2B5EF4-FFF2-40B4-BE49-F238E27FC236}">
                <a16:creationId xmlns:a16="http://schemas.microsoft.com/office/drawing/2014/main" id="{D6B63F8C-EA66-37B7-BC73-1F80934072F4}"/>
              </a:ext>
            </a:extLst>
          </p:cNvPr>
          <p:cNvSpPr>
            <a:spLocks/>
          </p:cNvSpPr>
          <p:nvPr/>
        </p:nvSpPr>
        <p:spPr bwMode="auto">
          <a:xfrm>
            <a:off x="5649937" y="5014686"/>
            <a:ext cx="109500" cy="225795"/>
          </a:xfrm>
          <a:custGeom>
            <a:avLst/>
            <a:gdLst>
              <a:gd name="T0" fmla="*/ 0 w 95"/>
              <a:gd name="T1" fmla="*/ 17056038 h 203"/>
              <a:gd name="T2" fmla="*/ 0 w 95"/>
              <a:gd name="T3" fmla="*/ 17056038 h 203"/>
              <a:gd name="T4" fmla="*/ 21990127 w 95"/>
              <a:gd name="T5" fmla="*/ 52872417 h 203"/>
              <a:gd name="T6" fmla="*/ 50262967 w 95"/>
              <a:gd name="T7" fmla="*/ 68222847 h 203"/>
              <a:gd name="T8" fmla="*/ 36127169 w 95"/>
              <a:gd name="T9" fmla="*/ 93806917 h 203"/>
              <a:gd name="T10" fmla="*/ 87960510 w 95"/>
              <a:gd name="T11" fmla="*/ 139856901 h 203"/>
              <a:gd name="T12" fmla="*/ 111520992 w 95"/>
              <a:gd name="T13" fmla="*/ 202962959 h 203"/>
              <a:gd name="T14" fmla="*/ 114662975 w 95"/>
              <a:gd name="T15" fmla="*/ 255835356 h 203"/>
              <a:gd name="T16" fmla="*/ 50262967 w 95"/>
              <a:gd name="T17" fmla="*/ 301886645 h 203"/>
              <a:gd name="T18" fmla="*/ 59687661 w 95"/>
              <a:gd name="T19" fmla="*/ 344525504 h 203"/>
              <a:gd name="T20" fmla="*/ 80106161 w 95"/>
              <a:gd name="T21" fmla="*/ 315530166 h 203"/>
              <a:gd name="T22" fmla="*/ 92672857 w 95"/>
              <a:gd name="T23" fmla="*/ 324058182 h 203"/>
              <a:gd name="T24" fmla="*/ 97385204 w 95"/>
              <a:gd name="T25" fmla="*/ 303592249 h 203"/>
              <a:gd name="T26" fmla="*/ 147648151 w 95"/>
              <a:gd name="T27" fmla="*/ 272891389 h 203"/>
              <a:gd name="T28" fmla="*/ 141365440 w 95"/>
              <a:gd name="T29" fmla="*/ 185906926 h 203"/>
              <a:gd name="T30" fmla="*/ 72253084 w 95"/>
              <a:gd name="T31" fmla="*/ 105744835 h 203"/>
              <a:gd name="T32" fmla="*/ 80106161 w 95"/>
              <a:gd name="T33" fmla="*/ 78456467 h 203"/>
              <a:gd name="T34" fmla="*/ 120945686 w 95"/>
              <a:gd name="T35" fmla="*/ 39227581 h 203"/>
              <a:gd name="T36" fmla="*/ 62828390 w 95"/>
              <a:gd name="T37" fmla="*/ 0 h 203"/>
              <a:gd name="T38" fmla="*/ 0 w 95"/>
              <a:gd name="T39" fmla="*/ 17056038 h 203"/>
              <a:gd name="T40" fmla="*/ 0 w 95"/>
              <a:gd name="T41" fmla="*/ 17056038 h 2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5"/>
              <a:gd name="T64" fmla="*/ 0 h 203"/>
              <a:gd name="T65" fmla="*/ 95 w 95"/>
              <a:gd name="T66" fmla="*/ 203 h 2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5" h="203">
                <a:moveTo>
                  <a:pt x="0" y="10"/>
                </a:moveTo>
                <a:lnTo>
                  <a:pt x="0" y="10"/>
                </a:lnTo>
                <a:lnTo>
                  <a:pt x="14" y="31"/>
                </a:lnTo>
                <a:lnTo>
                  <a:pt x="32" y="40"/>
                </a:lnTo>
                <a:lnTo>
                  <a:pt x="23" y="55"/>
                </a:lnTo>
                <a:lnTo>
                  <a:pt x="56" y="82"/>
                </a:lnTo>
                <a:lnTo>
                  <a:pt x="71" y="119"/>
                </a:lnTo>
                <a:lnTo>
                  <a:pt x="73" y="150"/>
                </a:lnTo>
                <a:lnTo>
                  <a:pt x="32" y="177"/>
                </a:lnTo>
                <a:lnTo>
                  <a:pt x="38" y="202"/>
                </a:lnTo>
                <a:lnTo>
                  <a:pt x="51" y="185"/>
                </a:lnTo>
                <a:lnTo>
                  <a:pt x="59" y="190"/>
                </a:lnTo>
                <a:lnTo>
                  <a:pt x="62" y="178"/>
                </a:lnTo>
                <a:lnTo>
                  <a:pt x="94" y="160"/>
                </a:lnTo>
                <a:lnTo>
                  <a:pt x="90" y="109"/>
                </a:lnTo>
                <a:lnTo>
                  <a:pt x="46" y="62"/>
                </a:lnTo>
                <a:lnTo>
                  <a:pt x="51" y="46"/>
                </a:lnTo>
                <a:lnTo>
                  <a:pt x="77" y="23"/>
                </a:lnTo>
                <a:lnTo>
                  <a:pt x="40"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2" name="Freeform 739">
            <a:extLst>
              <a:ext uri="{FF2B5EF4-FFF2-40B4-BE49-F238E27FC236}">
                <a16:creationId xmlns:a16="http://schemas.microsoft.com/office/drawing/2014/main" id="{9B725DA7-3E3E-1808-7D9D-BF23EF2A61D2}"/>
              </a:ext>
            </a:extLst>
          </p:cNvPr>
          <p:cNvSpPr>
            <a:spLocks/>
          </p:cNvSpPr>
          <p:nvPr/>
        </p:nvSpPr>
        <p:spPr bwMode="auto">
          <a:xfrm>
            <a:off x="4658588" y="4653688"/>
            <a:ext cx="116801" cy="51378"/>
          </a:xfrm>
          <a:custGeom>
            <a:avLst/>
            <a:gdLst>
              <a:gd name="T0" fmla="*/ 0 w 102"/>
              <a:gd name="T1" fmla="*/ 3439837 h 46"/>
              <a:gd name="T2" fmla="*/ 37206018 w 102"/>
              <a:gd name="T3" fmla="*/ 0 h 46"/>
              <a:gd name="T4" fmla="*/ 72863135 w 102"/>
              <a:gd name="T5" fmla="*/ 15478608 h 46"/>
              <a:gd name="T6" fmla="*/ 86814474 w 102"/>
              <a:gd name="T7" fmla="*/ 32676478 h 46"/>
              <a:gd name="T8" fmla="*/ 105418723 w 102"/>
              <a:gd name="T9" fmla="*/ 32676478 h 46"/>
              <a:gd name="T10" fmla="*/ 119371288 w 102"/>
              <a:gd name="T11" fmla="*/ 24077546 h 46"/>
              <a:gd name="T12" fmla="*/ 128672167 w 102"/>
              <a:gd name="T13" fmla="*/ 22356972 h 46"/>
              <a:gd name="T14" fmla="*/ 137974292 w 102"/>
              <a:gd name="T15" fmla="*/ 39556149 h 46"/>
              <a:gd name="T16" fmla="*/ 155027149 w 102"/>
              <a:gd name="T17" fmla="*/ 44715256 h 46"/>
              <a:gd name="T18" fmla="*/ 150376710 w 102"/>
              <a:gd name="T19" fmla="*/ 51593615 h 46"/>
              <a:gd name="T20" fmla="*/ 156577296 w 102"/>
              <a:gd name="T21" fmla="*/ 65352956 h 46"/>
              <a:gd name="T22" fmla="*/ 155027149 w 102"/>
              <a:gd name="T23" fmla="*/ 75671151 h 46"/>
              <a:gd name="T24" fmla="*/ 137974292 w 102"/>
              <a:gd name="T25" fmla="*/ 60192548 h 46"/>
              <a:gd name="T26" fmla="*/ 128672167 w 102"/>
              <a:gd name="T27" fmla="*/ 55033451 h 46"/>
              <a:gd name="T28" fmla="*/ 119371288 w 102"/>
              <a:gd name="T29" fmla="*/ 55033451 h 46"/>
              <a:gd name="T30" fmla="*/ 114719603 w 102"/>
              <a:gd name="T31" fmla="*/ 72231316 h 46"/>
              <a:gd name="T32" fmla="*/ 103868576 w 102"/>
              <a:gd name="T33" fmla="*/ 67072218 h 46"/>
              <a:gd name="T34" fmla="*/ 83714181 w 102"/>
              <a:gd name="T35" fmla="*/ 77391724 h 46"/>
              <a:gd name="T36" fmla="*/ 58910570 w 102"/>
              <a:gd name="T37" fmla="*/ 75671151 h 46"/>
              <a:gd name="T38" fmla="*/ 58910570 w 102"/>
              <a:gd name="T39" fmla="*/ 44715256 h 46"/>
              <a:gd name="T40" fmla="*/ 20153156 w 102"/>
              <a:gd name="T41" fmla="*/ 17197870 h 46"/>
              <a:gd name="T42" fmla="*/ 0 w 102"/>
              <a:gd name="T43" fmla="*/ 3439837 h 46"/>
              <a:gd name="T44" fmla="*/ 0 w 102"/>
              <a:gd name="T45" fmla="*/ 3439837 h 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2"/>
              <a:gd name="T70" fmla="*/ 0 h 46"/>
              <a:gd name="T71" fmla="*/ 102 w 102"/>
              <a:gd name="T72" fmla="*/ 46 h 4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2" h="46">
                <a:moveTo>
                  <a:pt x="0" y="2"/>
                </a:moveTo>
                <a:lnTo>
                  <a:pt x="24" y="0"/>
                </a:lnTo>
                <a:lnTo>
                  <a:pt x="47" y="9"/>
                </a:lnTo>
                <a:lnTo>
                  <a:pt x="56" y="19"/>
                </a:lnTo>
                <a:lnTo>
                  <a:pt x="68" y="19"/>
                </a:lnTo>
                <a:lnTo>
                  <a:pt x="77" y="14"/>
                </a:lnTo>
                <a:lnTo>
                  <a:pt x="83" y="13"/>
                </a:lnTo>
                <a:lnTo>
                  <a:pt x="89" y="23"/>
                </a:lnTo>
                <a:lnTo>
                  <a:pt x="100" y="26"/>
                </a:lnTo>
                <a:lnTo>
                  <a:pt x="97" y="30"/>
                </a:lnTo>
                <a:lnTo>
                  <a:pt x="101" y="38"/>
                </a:lnTo>
                <a:lnTo>
                  <a:pt x="100" y="44"/>
                </a:lnTo>
                <a:lnTo>
                  <a:pt x="89" y="35"/>
                </a:lnTo>
                <a:lnTo>
                  <a:pt x="83" y="32"/>
                </a:lnTo>
                <a:lnTo>
                  <a:pt x="77" y="32"/>
                </a:lnTo>
                <a:lnTo>
                  <a:pt x="74" y="42"/>
                </a:lnTo>
                <a:lnTo>
                  <a:pt x="67" y="39"/>
                </a:lnTo>
                <a:lnTo>
                  <a:pt x="54" y="45"/>
                </a:lnTo>
                <a:lnTo>
                  <a:pt x="38" y="44"/>
                </a:lnTo>
                <a:lnTo>
                  <a:pt x="38" y="26"/>
                </a:lnTo>
                <a:lnTo>
                  <a:pt x="13" y="10"/>
                </a:lnTo>
                <a:lnTo>
                  <a:pt x="0"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3" name="Freeform 740">
            <a:extLst>
              <a:ext uri="{FF2B5EF4-FFF2-40B4-BE49-F238E27FC236}">
                <a16:creationId xmlns:a16="http://schemas.microsoft.com/office/drawing/2014/main" id="{505E5557-70F8-246D-BDBA-59A1DBA8FEFA}"/>
              </a:ext>
            </a:extLst>
          </p:cNvPr>
          <p:cNvSpPr>
            <a:spLocks/>
          </p:cNvSpPr>
          <p:nvPr/>
        </p:nvSpPr>
        <p:spPr bwMode="auto">
          <a:xfrm>
            <a:off x="4741810" y="4682080"/>
            <a:ext cx="96360" cy="77068"/>
          </a:xfrm>
          <a:custGeom>
            <a:avLst/>
            <a:gdLst>
              <a:gd name="T0" fmla="*/ 48621765 w 85"/>
              <a:gd name="T1" fmla="*/ 3439855 h 69"/>
              <a:gd name="T2" fmla="*/ 54698713 w 85"/>
              <a:gd name="T3" fmla="*/ 3439855 h 69"/>
              <a:gd name="T4" fmla="*/ 74451875 w 85"/>
              <a:gd name="T5" fmla="*/ 10319564 h 69"/>
              <a:gd name="T6" fmla="*/ 92683970 w 85"/>
              <a:gd name="T7" fmla="*/ 25796947 h 69"/>
              <a:gd name="T8" fmla="*/ 103320478 w 85"/>
              <a:gd name="T9" fmla="*/ 44715498 h 69"/>
              <a:gd name="T10" fmla="*/ 127630734 w 85"/>
              <a:gd name="T11" fmla="*/ 65353310 h 69"/>
              <a:gd name="T12" fmla="*/ 115475606 w 85"/>
              <a:gd name="T13" fmla="*/ 70512435 h 69"/>
              <a:gd name="T14" fmla="*/ 106358952 w 85"/>
              <a:gd name="T15" fmla="*/ 84271851 h 69"/>
              <a:gd name="T16" fmla="*/ 104840331 w 85"/>
              <a:gd name="T17" fmla="*/ 91150268 h 69"/>
              <a:gd name="T18" fmla="*/ 100282004 w 85"/>
              <a:gd name="T19" fmla="*/ 116948516 h 69"/>
              <a:gd name="T20" fmla="*/ 82048695 w 85"/>
              <a:gd name="T21" fmla="*/ 110068809 h 69"/>
              <a:gd name="T22" fmla="*/ 79010202 w 85"/>
              <a:gd name="T23" fmla="*/ 87710414 h 69"/>
              <a:gd name="T24" fmla="*/ 60776893 w 85"/>
              <a:gd name="T25" fmla="*/ 96310704 h 69"/>
              <a:gd name="T26" fmla="*/ 44063438 w 85"/>
              <a:gd name="T27" fmla="*/ 108348226 h 69"/>
              <a:gd name="T28" fmla="*/ 33426921 w 85"/>
              <a:gd name="T29" fmla="*/ 106628955 h 69"/>
              <a:gd name="T30" fmla="*/ 24310266 w 85"/>
              <a:gd name="T31" fmla="*/ 94590122 h 69"/>
              <a:gd name="T32" fmla="*/ 18233314 w 85"/>
              <a:gd name="T33" fmla="*/ 84271851 h 69"/>
              <a:gd name="T34" fmla="*/ 25830119 w 85"/>
              <a:gd name="T35" fmla="*/ 73952289 h 69"/>
              <a:gd name="T36" fmla="*/ 30388447 w 85"/>
              <a:gd name="T37" fmla="*/ 82551268 h 69"/>
              <a:gd name="T38" fmla="*/ 53180092 w 85"/>
              <a:gd name="T39" fmla="*/ 94590122 h 69"/>
              <a:gd name="T40" fmla="*/ 57738419 w 85"/>
              <a:gd name="T41" fmla="*/ 84271851 h 69"/>
              <a:gd name="T42" fmla="*/ 36466627 w 85"/>
              <a:gd name="T43" fmla="*/ 65353310 h 69"/>
              <a:gd name="T44" fmla="*/ 30388447 w 85"/>
              <a:gd name="T45" fmla="*/ 49874623 h 69"/>
              <a:gd name="T46" fmla="*/ 22791646 w 85"/>
              <a:gd name="T47" fmla="*/ 44715498 h 69"/>
              <a:gd name="T48" fmla="*/ 22791646 w 85"/>
              <a:gd name="T49" fmla="*/ 34395926 h 69"/>
              <a:gd name="T50" fmla="*/ 13674986 w 85"/>
              <a:gd name="T51" fmla="*/ 30957384 h 69"/>
              <a:gd name="T52" fmla="*/ 0 w 85"/>
              <a:gd name="T53" fmla="*/ 29236801 h 69"/>
              <a:gd name="T54" fmla="*/ 4558328 w 85"/>
              <a:gd name="T55" fmla="*/ 17197963 h 69"/>
              <a:gd name="T56" fmla="*/ 6078183 w 85"/>
              <a:gd name="T57" fmla="*/ 10319564 h 69"/>
              <a:gd name="T58" fmla="*/ 16713460 w 85"/>
              <a:gd name="T59" fmla="*/ 10319564 h 69"/>
              <a:gd name="T60" fmla="*/ 22791646 w 85"/>
              <a:gd name="T61" fmla="*/ 15478692 h 69"/>
              <a:gd name="T62" fmla="*/ 39505101 w 85"/>
              <a:gd name="T63" fmla="*/ 30957384 h 69"/>
              <a:gd name="T64" fmla="*/ 41023731 w 85"/>
              <a:gd name="T65" fmla="*/ 20637817 h 69"/>
              <a:gd name="T66" fmla="*/ 34946774 w 85"/>
              <a:gd name="T67" fmla="*/ 8598982 h 69"/>
              <a:gd name="T68" fmla="*/ 39505101 w 85"/>
              <a:gd name="T69" fmla="*/ 0 h 69"/>
              <a:gd name="T70" fmla="*/ 48621765 w 85"/>
              <a:gd name="T71" fmla="*/ 3439855 h 69"/>
              <a:gd name="T72" fmla="*/ 48621765 w 85"/>
              <a:gd name="T73" fmla="*/ 3439855 h 6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5"/>
              <a:gd name="T112" fmla="*/ 0 h 69"/>
              <a:gd name="T113" fmla="*/ 85 w 85"/>
              <a:gd name="T114" fmla="*/ 69 h 6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5" h="69">
                <a:moveTo>
                  <a:pt x="32" y="2"/>
                </a:moveTo>
                <a:lnTo>
                  <a:pt x="36" y="2"/>
                </a:lnTo>
                <a:lnTo>
                  <a:pt x="49" y="6"/>
                </a:lnTo>
                <a:lnTo>
                  <a:pt x="61" y="15"/>
                </a:lnTo>
                <a:lnTo>
                  <a:pt x="68" y="26"/>
                </a:lnTo>
                <a:lnTo>
                  <a:pt x="84" y="38"/>
                </a:lnTo>
                <a:lnTo>
                  <a:pt x="76" y="41"/>
                </a:lnTo>
                <a:lnTo>
                  <a:pt x="70" y="49"/>
                </a:lnTo>
                <a:lnTo>
                  <a:pt x="69" y="53"/>
                </a:lnTo>
                <a:lnTo>
                  <a:pt x="66" y="68"/>
                </a:lnTo>
                <a:lnTo>
                  <a:pt x="54" y="64"/>
                </a:lnTo>
                <a:lnTo>
                  <a:pt x="52" y="51"/>
                </a:lnTo>
                <a:lnTo>
                  <a:pt x="40" y="56"/>
                </a:lnTo>
                <a:lnTo>
                  <a:pt x="29" y="63"/>
                </a:lnTo>
                <a:lnTo>
                  <a:pt x="22" y="62"/>
                </a:lnTo>
                <a:lnTo>
                  <a:pt x="16" y="55"/>
                </a:lnTo>
                <a:lnTo>
                  <a:pt x="12" y="49"/>
                </a:lnTo>
                <a:lnTo>
                  <a:pt x="17" y="43"/>
                </a:lnTo>
                <a:lnTo>
                  <a:pt x="20" y="48"/>
                </a:lnTo>
                <a:lnTo>
                  <a:pt x="35" y="55"/>
                </a:lnTo>
                <a:lnTo>
                  <a:pt x="38" y="49"/>
                </a:lnTo>
                <a:lnTo>
                  <a:pt x="24" y="38"/>
                </a:lnTo>
                <a:lnTo>
                  <a:pt x="20" y="29"/>
                </a:lnTo>
                <a:lnTo>
                  <a:pt x="15" y="26"/>
                </a:lnTo>
                <a:lnTo>
                  <a:pt x="15" y="20"/>
                </a:lnTo>
                <a:lnTo>
                  <a:pt x="9" y="18"/>
                </a:lnTo>
                <a:lnTo>
                  <a:pt x="0" y="17"/>
                </a:lnTo>
                <a:lnTo>
                  <a:pt x="3" y="10"/>
                </a:lnTo>
                <a:lnTo>
                  <a:pt x="4" y="6"/>
                </a:lnTo>
                <a:lnTo>
                  <a:pt x="11" y="6"/>
                </a:lnTo>
                <a:lnTo>
                  <a:pt x="15" y="9"/>
                </a:lnTo>
                <a:lnTo>
                  <a:pt x="26" y="18"/>
                </a:lnTo>
                <a:lnTo>
                  <a:pt x="27" y="12"/>
                </a:lnTo>
                <a:lnTo>
                  <a:pt x="23" y="5"/>
                </a:lnTo>
                <a:lnTo>
                  <a:pt x="26" y="0"/>
                </a:lnTo>
                <a:lnTo>
                  <a:pt x="32"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4" name="Freeform 741">
            <a:extLst>
              <a:ext uri="{FF2B5EF4-FFF2-40B4-BE49-F238E27FC236}">
                <a16:creationId xmlns:a16="http://schemas.microsoft.com/office/drawing/2014/main" id="{7654F90E-7443-736C-17E0-FAD04231CF36}"/>
              </a:ext>
            </a:extLst>
          </p:cNvPr>
          <p:cNvSpPr>
            <a:spLocks/>
          </p:cNvSpPr>
          <p:nvPr/>
        </p:nvSpPr>
        <p:spPr bwMode="auto">
          <a:xfrm>
            <a:off x="4719909" y="4696953"/>
            <a:ext cx="68622" cy="47322"/>
          </a:xfrm>
          <a:custGeom>
            <a:avLst/>
            <a:gdLst>
              <a:gd name="T0" fmla="*/ 0 w 57"/>
              <a:gd name="T1" fmla="*/ 10017957 h 43"/>
              <a:gd name="T2" fmla="*/ 11994369 w 57"/>
              <a:gd name="T3" fmla="*/ 21705362 h 43"/>
              <a:gd name="T4" fmla="*/ 25702218 w 57"/>
              <a:gd name="T5" fmla="*/ 38401091 h 43"/>
              <a:gd name="T6" fmla="*/ 47977476 w 57"/>
              <a:gd name="T7" fmla="*/ 61775897 h 43"/>
              <a:gd name="T8" fmla="*/ 61685320 w 57"/>
              <a:gd name="T9" fmla="*/ 48419056 h 43"/>
              <a:gd name="T10" fmla="*/ 63398800 w 57"/>
              <a:gd name="T11" fmla="*/ 60106454 h 43"/>
              <a:gd name="T12" fmla="*/ 73679684 w 57"/>
              <a:gd name="T13" fmla="*/ 61775897 h 43"/>
              <a:gd name="T14" fmla="*/ 89101029 w 57"/>
              <a:gd name="T15" fmla="*/ 70124408 h 43"/>
              <a:gd name="T16" fmla="*/ 95954951 w 57"/>
              <a:gd name="T17" fmla="*/ 60106454 h 43"/>
              <a:gd name="T18" fmla="*/ 71966203 w 57"/>
              <a:gd name="T19" fmla="*/ 41739979 h 43"/>
              <a:gd name="T20" fmla="*/ 66825762 w 57"/>
              <a:gd name="T21" fmla="*/ 26713693 h 43"/>
              <a:gd name="T22" fmla="*/ 56544878 w 57"/>
              <a:gd name="T23" fmla="*/ 21705362 h 43"/>
              <a:gd name="T24" fmla="*/ 56544878 w 57"/>
              <a:gd name="T25" fmla="*/ 11687403 h 43"/>
              <a:gd name="T26" fmla="*/ 46263995 w 57"/>
              <a:gd name="T27" fmla="*/ 8348513 h 43"/>
              <a:gd name="T28" fmla="*/ 30842660 w 57"/>
              <a:gd name="T29" fmla="*/ 5008332 h 43"/>
              <a:gd name="T30" fmla="*/ 17134811 w 57"/>
              <a:gd name="T31" fmla="*/ 0 h 43"/>
              <a:gd name="T32" fmla="*/ 5140443 w 57"/>
              <a:gd name="T33" fmla="*/ 1669444 h 43"/>
              <a:gd name="T34" fmla="*/ 0 w 57"/>
              <a:gd name="T35" fmla="*/ 10017957 h 43"/>
              <a:gd name="T36" fmla="*/ 0 w 57"/>
              <a:gd name="T37" fmla="*/ 10017957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7"/>
              <a:gd name="T58" fmla="*/ 0 h 43"/>
              <a:gd name="T59" fmla="*/ 57 w 57"/>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7" h="43">
                <a:moveTo>
                  <a:pt x="0" y="6"/>
                </a:moveTo>
                <a:lnTo>
                  <a:pt x="7" y="13"/>
                </a:lnTo>
                <a:lnTo>
                  <a:pt x="15" y="23"/>
                </a:lnTo>
                <a:lnTo>
                  <a:pt x="28" y="37"/>
                </a:lnTo>
                <a:lnTo>
                  <a:pt x="36" y="29"/>
                </a:lnTo>
                <a:lnTo>
                  <a:pt x="37" y="36"/>
                </a:lnTo>
                <a:lnTo>
                  <a:pt x="43" y="37"/>
                </a:lnTo>
                <a:lnTo>
                  <a:pt x="52" y="42"/>
                </a:lnTo>
                <a:lnTo>
                  <a:pt x="56" y="36"/>
                </a:lnTo>
                <a:lnTo>
                  <a:pt x="42" y="25"/>
                </a:lnTo>
                <a:lnTo>
                  <a:pt x="39" y="16"/>
                </a:lnTo>
                <a:lnTo>
                  <a:pt x="33" y="13"/>
                </a:lnTo>
                <a:lnTo>
                  <a:pt x="33" y="7"/>
                </a:lnTo>
                <a:lnTo>
                  <a:pt x="27" y="5"/>
                </a:lnTo>
                <a:lnTo>
                  <a:pt x="18" y="3"/>
                </a:lnTo>
                <a:lnTo>
                  <a:pt x="10" y="0"/>
                </a:lnTo>
                <a:lnTo>
                  <a:pt x="3" y="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5" name="Freeform 742">
            <a:extLst>
              <a:ext uri="{FF2B5EF4-FFF2-40B4-BE49-F238E27FC236}">
                <a16:creationId xmlns:a16="http://schemas.microsoft.com/office/drawing/2014/main" id="{8F7052F2-CA4D-B8D5-5B72-342F6EE8243E}"/>
              </a:ext>
            </a:extLst>
          </p:cNvPr>
          <p:cNvSpPr>
            <a:spLocks/>
          </p:cNvSpPr>
          <p:nvPr/>
        </p:nvSpPr>
        <p:spPr bwMode="auto">
          <a:xfrm>
            <a:off x="4757870" y="4436007"/>
            <a:ext cx="654085" cy="274468"/>
          </a:xfrm>
          <a:custGeom>
            <a:avLst/>
            <a:gdLst>
              <a:gd name="T0" fmla="*/ 837896752 w 572"/>
              <a:gd name="T1" fmla="*/ 173329062 h 246"/>
              <a:gd name="T2" fmla="*/ 749778861 w 572"/>
              <a:gd name="T3" fmla="*/ 163032328 h 246"/>
              <a:gd name="T4" fmla="*/ 717313589 w 572"/>
              <a:gd name="T5" fmla="*/ 130426133 h 246"/>
              <a:gd name="T6" fmla="*/ 675574125 w 572"/>
              <a:gd name="T7" fmla="*/ 135574479 h 246"/>
              <a:gd name="T8" fmla="*/ 635379996 w 572"/>
              <a:gd name="T9" fmla="*/ 121845555 h 246"/>
              <a:gd name="T10" fmla="*/ 562720752 w 572"/>
              <a:gd name="T11" fmla="*/ 70362068 h 246"/>
              <a:gd name="T12" fmla="*/ 471510634 w 572"/>
              <a:gd name="T13" fmla="*/ 51483487 h 246"/>
              <a:gd name="T14" fmla="*/ 408126826 w 572"/>
              <a:gd name="T15" fmla="*/ 30890090 h 246"/>
              <a:gd name="T16" fmla="*/ 344743018 w 572"/>
              <a:gd name="T17" fmla="*/ 17161161 h 246"/>
              <a:gd name="T18" fmla="*/ 284452602 w 572"/>
              <a:gd name="T19" fmla="*/ 36038437 h 246"/>
              <a:gd name="T20" fmla="*/ 216431076 w 572"/>
              <a:gd name="T21" fmla="*/ 36038437 h 246"/>
              <a:gd name="T22" fmla="*/ 216431076 w 572"/>
              <a:gd name="T23" fmla="*/ 84090992 h 246"/>
              <a:gd name="T24" fmla="*/ 242711894 w 572"/>
              <a:gd name="T25" fmla="*/ 106400515 h 246"/>
              <a:gd name="T26" fmla="*/ 242711894 w 572"/>
              <a:gd name="T27" fmla="*/ 139006710 h 246"/>
              <a:gd name="T28" fmla="*/ 216431076 w 572"/>
              <a:gd name="T29" fmla="*/ 140722826 h 246"/>
              <a:gd name="T30" fmla="*/ 177782595 w 572"/>
              <a:gd name="T31" fmla="*/ 123561671 h 246"/>
              <a:gd name="T32" fmla="*/ 151501738 w 572"/>
              <a:gd name="T33" fmla="*/ 130426133 h 246"/>
              <a:gd name="T34" fmla="*/ 120583201 w 572"/>
              <a:gd name="T35" fmla="*/ 118413324 h 246"/>
              <a:gd name="T36" fmla="*/ 46378446 w 572"/>
              <a:gd name="T37" fmla="*/ 116697208 h 246"/>
              <a:gd name="T38" fmla="*/ 30918546 w 572"/>
              <a:gd name="T39" fmla="*/ 133858364 h 246"/>
              <a:gd name="T40" fmla="*/ 27826320 w 572"/>
              <a:gd name="T41" fmla="*/ 156167866 h 246"/>
              <a:gd name="T42" fmla="*/ 4637720 w 572"/>
              <a:gd name="T43" fmla="*/ 145871173 h 246"/>
              <a:gd name="T44" fmla="*/ 0 w 572"/>
              <a:gd name="T45" fmla="*/ 192206333 h 246"/>
              <a:gd name="T46" fmla="*/ 12367668 w 572"/>
              <a:gd name="T47" fmla="*/ 224813839 h 246"/>
              <a:gd name="T48" fmla="*/ 40193983 w 572"/>
              <a:gd name="T49" fmla="*/ 223097723 h 246"/>
              <a:gd name="T50" fmla="*/ 66474811 w 572"/>
              <a:gd name="T51" fmla="*/ 269432843 h 246"/>
              <a:gd name="T52" fmla="*/ 160777174 w 572"/>
              <a:gd name="T53" fmla="*/ 252271688 h 246"/>
              <a:gd name="T54" fmla="*/ 153047229 w 572"/>
              <a:gd name="T55" fmla="*/ 302039039 h 246"/>
              <a:gd name="T56" fmla="*/ 105123311 w 572"/>
              <a:gd name="T57" fmla="*/ 327780772 h 246"/>
              <a:gd name="T58" fmla="*/ 157684948 w 572"/>
              <a:gd name="T59" fmla="*/ 375833399 h 246"/>
              <a:gd name="T60" fmla="*/ 194787976 w 572"/>
              <a:gd name="T61" fmla="*/ 380981746 h 246"/>
              <a:gd name="T62" fmla="*/ 222614286 w 572"/>
              <a:gd name="T63" fmla="*/ 387846208 h 246"/>
              <a:gd name="T64" fmla="*/ 222614286 w 572"/>
              <a:gd name="T65" fmla="*/ 293458461 h 246"/>
              <a:gd name="T66" fmla="*/ 259717276 w 572"/>
              <a:gd name="T67" fmla="*/ 264284497 h 246"/>
              <a:gd name="T68" fmla="*/ 272084939 w 572"/>
              <a:gd name="T69" fmla="*/ 252271688 h 246"/>
              <a:gd name="T70" fmla="*/ 290635812 w 572"/>
              <a:gd name="T71" fmla="*/ 260852265 h 246"/>
              <a:gd name="T72" fmla="*/ 299911249 w 572"/>
              <a:gd name="T73" fmla="*/ 267716728 h 246"/>
              <a:gd name="T74" fmla="*/ 323101084 w 572"/>
              <a:gd name="T75" fmla="*/ 307187385 h 246"/>
              <a:gd name="T76" fmla="*/ 343197526 w 572"/>
              <a:gd name="T77" fmla="*/ 332929119 h 246"/>
              <a:gd name="T78" fmla="*/ 394213671 w 572"/>
              <a:gd name="T79" fmla="*/ 332929119 h 246"/>
              <a:gd name="T80" fmla="*/ 414311279 w 572"/>
              <a:gd name="T81" fmla="*/ 398142901 h 246"/>
              <a:gd name="T82" fmla="*/ 435954379 w 572"/>
              <a:gd name="T83" fmla="*/ 420452403 h 246"/>
              <a:gd name="T84" fmla="*/ 486969280 w 572"/>
              <a:gd name="T85" fmla="*/ 410155710 h 246"/>
              <a:gd name="T86" fmla="*/ 547260862 w 572"/>
              <a:gd name="T87" fmla="*/ 410155710 h 246"/>
              <a:gd name="T88" fmla="*/ 544169878 w 572"/>
              <a:gd name="T89" fmla="*/ 382697861 h 246"/>
              <a:gd name="T90" fmla="*/ 554990807 w 572"/>
              <a:gd name="T91" fmla="*/ 368968937 h 246"/>
              <a:gd name="T92" fmla="*/ 592093796 w 572"/>
              <a:gd name="T93" fmla="*/ 374117284 h 246"/>
              <a:gd name="T94" fmla="*/ 644655433 w 572"/>
              <a:gd name="T95" fmla="*/ 360388359 h 246"/>
              <a:gd name="T96" fmla="*/ 732773479 w 572"/>
              <a:gd name="T97" fmla="*/ 379265630 h 246"/>
              <a:gd name="T98" fmla="*/ 732773479 w 572"/>
              <a:gd name="T99" fmla="*/ 319200194 h 246"/>
              <a:gd name="T100" fmla="*/ 799248270 w 572"/>
              <a:gd name="T101" fmla="*/ 252271688 h 246"/>
              <a:gd name="T102" fmla="*/ 861086587 w 572"/>
              <a:gd name="T103" fmla="*/ 216233261 h 24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2"/>
              <a:gd name="T157" fmla="*/ 0 h 246"/>
              <a:gd name="T158" fmla="*/ 572 w 572"/>
              <a:gd name="T159" fmla="*/ 246 h 24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2" h="246">
                <a:moveTo>
                  <a:pt x="557" y="126"/>
                </a:moveTo>
                <a:lnTo>
                  <a:pt x="571" y="121"/>
                </a:lnTo>
                <a:lnTo>
                  <a:pt x="542" y="101"/>
                </a:lnTo>
                <a:lnTo>
                  <a:pt x="524" y="109"/>
                </a:lnTo>
                <a:lnTo>
                  <a:pt x="497" y="102"/>
                </a:lnTo>
                <a:lnTo>
                  <a:pt x="485" y="95"/>
                </a:lnTo>
                <a:lnTo>
                  <a:pt x="474" y="95"/>
                </a:lnTo>
                <a:lnTo>
                  <a:pt x="467" y="84"/>
                </a:lnTo>
                <a:lnTo>
                  <a:pt x="464" y="76"/>
                </a:lnTo>
                <a:lnTo>
                  <a:pt x="454" y="76"/>
                </a:lnTo>
                <a:lnTo>
                  <a:pt x="446" y="76"/>
                </a:lnTo>
                <a:lnTo>
                  <a:pt x="437" y="79"/>
                </a:lnTo>
                <a:lnTo>
                  <a:pt x="424" y="66"/>
                </a:lnTo>
                <a:lnTo>
                  <a:pt x="418" y="68"/>
                </a:lnTo>
                <a:lnTo>
                  <a:pt x="411" y="71"/>
                </a:lnTo>
                <a:lnTo>
                  <a:pt x="404" y="73"/>
                </a:lnTo>
                <a:lnTo>
                  <a:pt x="392" y="63"/>
                </a:lnTo>
                <a:lnTo>
                  <a:pt x="364" y="41"/>
                </a:lnTo>
                <a:lnTo>
                  <a:pt x="342" y="27"/>
                </a:lnTo>
                <a:lnTo>
                  <a:pt x="328" y="15"/>
                </a:lnTo>
                <a:lnTo>
                  <a:pt x="305" y="30"/>
                </a:lnTo>
                <a:lnTo>
                  <a:pt x="301" y="19"/>
                </a:lnTo>
                <a:lnTo>
                  <a:pt x="268" y="18"/>
                </a:lnTo>
                <a:lnTo>
                  <a:pt x="264" y="18"/>
                </a:lnTo>
                <a:lnTo>
                  <a:pt x="249" y="0"/>
                </a:lnTo>
                <a:lnTo>
                  <a:pt x="233" y="2"/>
                </a:lnTo>
                <a:lnTo>
                  <a:pt x="223" y="10"/>
                </a:lnTo>
                <a:lnTo>
                  <a:pt x="202" y="14"/>
                </a:lnTo>
                <a:lnTo>
                  <a:pt x="195" y="10"/>
                </a:lnTo>
                <a:lnTo>
                  <a:pt x="184" y="21"/>
                </a:lnTo>
                <a:lnTo>
                  <a:pt x="176" y="19"/>
                </a:lnTo>
                <a:lnTo>
                  <a:pt x="146" y="22"/>
                </a:lnTo>
                <a:lnTo>
                  <a:pt x="140" y="21"/>
                </a:lnTo>
                <a:lnTo>
                  <a:pt x="136" y="23"/>
                </a:lnTo>
                <a:lnTo>
                  <a:pt x="148" y="36"/>
                </a:lnTo>
                <a:lnTo>
                  <a:pt x="140" y="49"/>
                </a:lnTo>
                <a:lnTo>
                  <a:pt x="141" y="58"/>
                </a:lnTo>
                <a:lnTo>
                  <a:pt x="141" y="62"/>
                </a:lnTo>
                <a:lnTo>
                  <a:pt x="157" y="62"/>
                </a:lnTo>
                <a:lnTo>
                  <a:pt x="162" y="71"/>
                </a:lnTo>
                <a:lnTo>
                  <a:pt x="162" y="79"/>
                </a:lnTo>
                <a:lnTo>
                  <a:pt x="157" y="81"/>
                </a:lnTo>
                <a:lnTo>
                  <a:pt x="151" y="76"/>
                </a:lnTo>
                <a:lnTo>
                  <a:pt x="144" y="79"/>
                </a:lnTo>
                <a:lnTo>
                  <a:pt x="140" y="82"/>
                </a:lnTo>
                <a:lnTo>
                  <a:pt x="129" y="76"/>
                </a:lnTo>
                <a:lnTo>
                  <a:pt x="125" y="69"/>
                </a:lnTo>
                <a:lnTo>
                  <a:pt x="115" y="72"/>
                </a:lnTo>
                <a:lnTo>
                  <a:pt x="115" y="75"/>
                </a:lnTo>
                <a:lnTo>
                  <a:pt x="108" y="69"/>
                </a:lnTo>
                <a:lnTo>
                  <a:pt x="98" y="76"/>
                </a:lnTo>
                <a:lnTo>
                  <a:pt x="86" y="79"/>
                </a:lnTo>
                <a:lnTo>
                  <a:pt x="82" y="76"/>
                </a:lnTo>
                <a:lnTo>
                  <a:pt x="78" y="69"/>
                </a:lnTo>
                <a:lnTo>
                  <a:pt x="63" y="68"/>
                </a:lnTo>
                <a:lnTo>
                  <a:pt x="36" y="66"/>
                </a:lnTo>
                <a:lnTo>
                  <a:pt x="30" y="68"/>
                </a:lnTo>
                <a:lnTo>
                  <a:pt x="28" y="72"/>
                </a:lnTo>
                <a:lnTo>
                  <a:pt x="24" y="71"/>
                </a:lnTo>
                <a:lnTo>
                  <a:pt x="20" y="78"/>
                </a:lnTo>
                <a:lnTo>
                  <a:pt x="16" y="84"/>
                </a:lnTo>
                <a:lnTo>
                  <a:pt x="16" y="86"/>
                </a:lnTo>
                <a:lnTo>
                  <a:pt x="18" y="91"/>
                </a:lnTo>
                <a:lnTo>
                  <a:pt x="14" y="93"/>
                </a:lnTo>
                <a:lnTo>
                  <a:pt x="9" y="84"/>
                </a:lnTo>
                <a:lnTo>
                  <a:pt x="3" y="85"/>
                </a:lnTo>
                <a:lnTo>
                  <a:pt x="0" y="98"/>
                </a:lnTo>
                <a:lnTo>
                  <a:pt x="0" y="105"/>
                </a:lnTo>
                <a:lnTo>
                  <a:pt x="0" y="112"/>
                </a:lnTo>
                <a:lnTo>
                  <a:pt x="4" y="118"/>
                </a:lnTo>
                <a:lnTo>
                  <a:pt x="8" y="123"/>
                </a:lnTo>
                <a:lnTo>
                  <a:pt x="8" y="131"/>
                </a:lnTo>
                <a:lnTo>
                  <a:pt x="14" y="130"/>
                </a:lnTo>
                <a:lnTo>
                  <a:pt x="22" y="124"/>
                </a:lnTo>
                <a:lnTo>
                  <a:pt x="26" y="130"/>
                </a:lnTo>
                <a:lnTo>
                  <a:pt x="32" y="137"/>
                </a:lnTo>
                <a:lnTo>
                  <a:pt x="37" y="144"/>
                </a:lnTo>
                <a:lnTo>
                  <a:pt x="43" y="157"/>
                </a:lnTo>
                <a:lnTo>
                  <a:pt x="55" y="154"/>
                </a:lnTo>
                <a:lnTo>
                  <a:pt x="74" y="150"/>
                </a:lnTo>
                <a:lnTo>
                  <a:pt x="104" y="147"/>
                </a:lnTo>
                <a:lnTo>
                  <a:pt x="111" y="156"/>
                </a:lnTo>
                <a:lnTo>
                  <a:pt x="112" y="172"/>
                </a:lnTo>
                <a:lnTo>
                  <a:pt x="99" y="176"/>
                </a:lnTo>
                <a:lnTo>
                  <a:pt x="86" y="179"/>
                </a:lnTo>
                <a:lnTo>
                  <a:pt x="87" y="191"/>
                </a:lnTo>
                <a:lnTo>
                  <a:pt x="68" y="191"/>
                </a:lnTo>
                <a:lnTo>
                  <a:pt x="86" y="215"/>
                </a:lnTo>
                <a:lnTo>
                  <a:pt x="94" y="217"/>
                </a:lnTo>
                <a:lnTo>
                  <a:pt x="102" y="219"/>
                </a:lnTo>
                <a:lnTo>
                  <a:pt x="106" y="229"/>
                </a:lnTo>
                <a:lnTo>
                  <a:pt x="110" y="225"/>
                </a:lnTo>
                <a:lnTo>
                  <a:pt x="126" y="222"/>
                </a:lnTo>
                <a:lnTo>
                  <a:pt x="134" y="226"/>
                </a:lnTo>
                <a:lnTo>
                  <a:pt x="140" y="231"/>
                </a:lnTo>
                <a:lnTo>
                  <a:pt x="144" y="226"/>
                </a:lnTo>
                <a:lnTo>
                  <a:pt x="155" y="228"/>
                </a:lnTo>
                <a:lnTo>
                  <a:pt x="137" y="174"/>
                </a:lnTo>
                <a:lnTo>
                  <a:pt x="144" y="171"/>
                </a:lnTo>
                <a:lnTo>
                  <a:pt x="167" y="159"/>
                </a:lnTo>
                <a:lnTo>
                  <a:pt x="171" y="158"/>
                </a:lnTo>
                <a:lnTo>
                  <a:pt x="168" y="154"/>
                </a:lnTo>
                <a:lnTo>
                  <a:pt x="173" y="156"/>
                </a:lnTo>
                <a:lnTo>
                  <a:pt x="173" y="150"/>
                </a:lnTo>
                <a:lnTo>
                  <a:pt x="176" y="147"/>
                </a:lnTo>
                <a:lnTo>
                  <a:pt x="178" y="148"/>
                </a:lnTo>
                <a:lnTo>
                  <a:pt x="183" y="148"/>
                </a:lnTo>
                <a:lnTo>
                  <a:pt x="188" y="152"/>
                </a:lnTo>
                <a:lnTo>
                  <a:pt x="195" y="145"/>
                </a:lnTo>
                <a:lnTo>
                  <a:pt x="198" y="147"/>
                </a:lnTo>
                <a:lnTo>
                  <a:pt x="194" y="156"/>
                </a:lnTo>
                <a:lnTo>
                  <a:pt x="197" y="169"/>
                </a:lnTo>
                <a:lnTo>
                  <a:pt x="209" y="176"/>
                </a:lnTo>
                <a:lnTo>
                  <a:pt x="209" y="179"/>
                </a:lnTo>
                <a:lnTo>
                  <a:pt x="205" y="185"/>
                </a:lnTo>
                <a:lnTo>
                  <a:pt x="207" y="188"/>
                </a:lnTo>
                <a:lnTo>
                  <a:pt x="222" y="194"/>
                </a:lnTo>
                <a:lnTo>
                  <a:pt x="226" y="202"/>
                </a:lnTo>
                <a:lnTo>
                  <a:pt x="240" y="197"/>
                </a:lnTo>
                <a:lnTo>
                  <a:pt x="255" y="194"/>
                </a:lnTo>
                <a:lnTo>
                  <a:pt x="268" y="218"/>
                </a:lnTo>
                <a:lnTo>
                  <a:pt x="272" y="229"/>
                </a:lnTo>
                <a:lnTo>
                  <a:pt x="268" y="232"/>
                </a:lnTo>
                <a:lnTo>
                  <a:pt x="266" y="236"/>
                </a:lnTo>
                <a:lnTo>
                  <a:pt x="278" y="240"/>
                </a:lnTo>
                <a:lnTo>
                  <a:pt x="282" y="245"/>
                </a:lnTo>
                <a:lnTo>
                  <a:pt x="298" y="240"/>
                </a:lnTo>
                <a:lnTo>
                  <a:pt x="304" y="245"/>
                </a:lnTo>
                <a:lnTo>
                  <a:pt x="315" y="239"/>
                </a:lnTo>
                <a:lnTo>
                  <a:pt x="323" y="238"/>
                </a:lnTo>
                <a:lnTo>
                  <a:pt x="333" y="239"/>
                </a:lnTo>
                <a:lnTo>
                  <a:pt x="354" y="239"/>
                </a:lnTo>
                <a:lnTo>
                  <a:pt x="349" y="235"/>
                </a:lnTo>
                <a:lnTo>
                  <a:pt x="349" y="228"/>
                </a:lnTo>
                <a:lnTo>
                  <a:pt x="352" y="223"/>
                </a:lnTo>
                <a:lnTo>
                  <a:pt x="352" y="219"/>
                </a:lnTo>
                <a:lnTo>
                  <a:pt x="345" y="216"/>
                </a:lnTo>
                <a:lnTo>
                  <a:pt x="359" y="215"/>
                </a:lnTo>
                <a:lnTo>
                  <a:pt x="371" y="216"/>
                </a:lnTo>
                <a:lnTo>
                  <a:pt x="373" y="219"/>
                </a:lnTo>
                <a:lnTo>
                  <a:pt x="383" y="218"/>
                </a:lnTo>
                <a:lnTo>
                  <a:pt x="376" y="207"/>
                </a:lnTo>
                <a:lnTo>
                  <a:pt x="383" y="206"/>
                </a:lnTo>
                <a:lnTo>
                  <a:pt x="417" y="210"/>
                </a:lnTo>
                <a:lnTo>
                  <a:pt x="444" y="212"/>
                </a:lnTo>
                <a:lnTo>
                  <a:pt x="464" y="221"/>
                </a:lnTo>
                <a:lnTo>
                  <a:pt x="474" y="221"/>
                </a:lnTo>
                <a:lnTo>
                  <a:pt x="478" y="231"/>
                </a:lnTo>
                <a:lnTo>
                  <a:pt x="485" y="210"/>
                </a:lnTo>
                <a:lnTo>
                  <a:pt x="474" y="186"/>
                </a:lnTo>
                <a:lnTo>
                  <a:pt x="508" y="179"/>
                </a:lnTo>
                <a:lnTo>
                  <a:pt x="512" y="166"/>
                </a:lnTo>
                <a:lnTo>
                  <a:pt x="517" y="147"/>
                </a:lnTo>
                <a:lnTo>
                  <a:pt x="552" y="148"/>
                </a:lnTo>
                <a:lnTo>
                  <a:pt x="557" y="12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6" name="Freeform 743">
            <a:extLst>
              <a:ext uri="{FF2B5EF4-FFF2-40B4-BE49-F238E27FC236}">
                <a16:creationId xmlns:a16="http://schemas.microsoft.com/office/drawing/2014/main" id="{A0FDC1FF-F90F-21A3-02DC-D37D9DD71679}"/>
              </a:ext>
            </a:extLst>
          </p:cNvPr>
          <p:cNvSpPr>
            <a:spLocks/>
          </p:cNvSpPr>
          <p:nvPr/>
        </p:nvSpPr>
        <p:spPr bwMode="auto">
          <a:xfrm>
            <a:off x="4915550" y="4614477"/>
            <a:ext cx="287623" cy="169007"/>
          </a:xfrm>
          <a:custGeom>
            <a:avLst/>
            <a:gdLst>
              <a:gd name="T0" fmla="*/ 37557332 w 250"/>
              <a:gd name="T1" fmla="*/ 114387181 h 153"/>
              <a:gd name="T2" fmla="*/ 43817105 w 250"/>
              <a:gd name="T3" fmla="*/ 95883169 h 153"/>
              <a:gd name="T4" fmla="*/ 53205497 w 250"/>
              <a:gd name="T5" fmla="*/ 87472254 h 153"/>
              <a:gd name="T6" fmla="*/ 70419843 w 250"/>
              <a:gd name="T7" fmla="*/ 90836620 h 153"/>
              <a:gd name="T8" fmla="*/ 89197899 w 250"/>
              <a:gd name="T9" fmla="*/ 97565352 h 153"/>
              <a:gd name="T10" fmla="*/ 93892720 w 250"/>
              <a:gd name="T11" fmla="*/ 102611900 h 153"/>
              <a:gd name="T12" fmla="*/ 106412245 w 250"/>
              <a:gd name="T13" fmla="*/ 114387181 h 153"/>
              <a:gd name="T14" fmla="*/ 115800637 w 250"/>
              <a:gd name="T15" fmla="*/ 144665176 h 153"/>
              <a:gd name="T16" fmla="*/ 129885103 w 250"/>
              <a:gd name="T17" fmla="*/ 141300810 h 153"/>
              <a:gd name="T18" fmla="*/ 151793020 w 250"/>
              <a:gd name="T19" fmla="*/ 144665176 h 153"/>
              <a:gd name="T20" fmla="*/ 183090619 w 250"/>
              <a:gd name="T21" fmla="*/ 178308874 h 153"/>
              <a:gd name="T22" fmla="*/ 215953120 w 250"/>
              <a:gd name="T23" fmla="*/ 198495069 h 153"/>
              <a:gd name="T24" fmla="*/ 247250681 w 250"/>
              <a:gd name="T25" fmla="*/ 220362150 h 153"/>
              <a:gd name="T26" fmla="*/ 259770205 w 250"/>
              <a:gd name="T27" fmla="*/ 255687991 h 153"/>
              <a:gd name="T28" fmla="*/ 278548241 w 250"/>
              <a:gd name="T29" fmla="*/ 227090881 h 153"/>
              <a:gd name="T30" fmla="*/ 281678122 w 250"/>
              <a:gd name="T31" fmla="*/ 201859435 h 153"/>
              <a:gd name="T32" fmla="*/ 269159849 w 250"/>
              <a:gd name="T33" fmla="*/ 163169188 h 153"/>
              <a:gd name="T34" fmla="*/ 295762587 w 250"/>
              <a:gd name="T35" fmla="*/ 154758273 h 153"/>
              <a:gd name="T36" fmla="*/ 328625167 w 250"/>
              <a:gd name="T37" fmla="*/ 163169188 h 153"/>
              <a:gd name="T38" fmla="*/ 381830644 w 250"/>
              <a:gd name="T39" fmla="*/ 158122639 h 153"/>
              <a:gd name="T40" fmla="*/ 381830644 w 250"/>
              <a:gd name="T41" fmla="*/ 136254261 h 153"/>
              <a:gd name="T42" fmla="*/ 317670504 w 250"/>
              <a:gd name="T43" fmla="*/ 136254261 h 153"/>
              <a:gd name="T44" fmla="*/ 286372944 w 250"/>
              <a:gd name="T45" fmla="*/ 132889895 h 153"/>
              <a:gd name="T46" fmla="*/ 258205265 w 250"/>
              <a:gd name="T47" fmla="*/ 144665176 h 153"/>
              <a:gd name="T48" fmla="*/ 239427229 w 250"/>
              <a:gd name="T49" fmla="*/ 141300810 h 153"/>
              <a:gd name="T50" fmla="*/ 223777823 w 250"/>
              <a:gd name="T51" fmla="*/ 142982993 h 153"/>
              <a:gd name="T52" fmla="*/ 204999787 w 250"/>
              <a:gd name="T53" fmla="*/ 132889895 h 153"/>
              <a:gd name="T54" fmla="*/ 204999787 w 250"/>
              <a:gd name="T55" fmla="*/ 124480278 h 153"/>
              <a:gd name="T56" fmla="*/ 201869906 w 250"/>
              <a:gd name="T57" fmla="*/ 95883169 h 153"/>
              <a:gd name="T58" fmla="*/ 140839687 w 250"/>
              <a:gd name="T59" fmla="*/ 72332588 h 153"/>
              <a:gd name="T60" fmla="*/ 109542126 w 250"/>
              <a:gd name="T61" fmla="*/ 50464210 h 153"/>
              <a:gd name="T62" fmla="*/ 70419843 w 250"/>
              <a:gd name="T63" fmla="*/ 60557308 h 153"/>
              <a:gd name="T64" fmla="*/ 45382045 w 250"/>
              <a:gd name="T65" fmla="*/ 26914936 h 153"/>
              <a:gd name="T66" fmla="*/ 46946986 w 250"/>
              <a:gd name="T67" fmla="*/ 0 h 153"/>
              <a:gd name="T68" fmla="*/ 28167689 w 250"/>
              <a:gd name="T69" fmla="*/ 117751546 h 15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50"/>
              <a:gd name="T106" fmla="*/ 0 h 153"/>
              <a:gd name="T107" fmla="*/ 250 w 250"/>
              <a:gd name="T108" fmla="*/ 153 h 15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50" h="153">
                <a:moveTo>
                  <a:pt x="18" y="70"/>
                </a:moveTo>
                <a:lnTo>
                  <a:pt x="24" y="68"/>
                </a:lnTo>
                <a:lnTo>
                  <a:pt x="26" y="62"/>
                </a:lnTo>
                <a:lnTo>
                  <a:pt x="28" y="57"/>
                </a:lnTo>
                <a:lnTo>
                  <a:pt x="36" y="60"/>
                </a:lnTo>
                <a:lnTo>
                  <a:pt x="34" y="52"/>
                </a:lnTo>
                <a:lnTo>
                  <a:pt x="41" y="49"/>
                </a:lnTo>
                <a:lnTo>
                  <a:pt x="45" y="54"/>
                </a:lnTo>
                <a:lnTo>
                  <a:pt x="51" y="54"/>
                </a:lnTo>
                <a:lnTo>
                  <a:pt x="57" y="58"/>
                </a:lnTo>
                <a:lnTo>
                  <a:pt x="60" y="60"/>
                </a:lnTo>
                <a:lnTo>
                  <a:pt x="60" y="61"/>
                </a:lnTo>
                <a:lnTo>
                  <a:pt x="61" y="66"/>
                </a:lnTo>
                <a:lnTo>
                  <a:pt x="68" y="68"/>
                </a:lnTo>
                <a:lnTo>
                  <a:pt x="68" y="75"/>
                </a:lnTo>
                <a:lnTo>
                  <a:pt x="74" y="86"/>
                </a:lnTo>
                <a:lnTo>
                  <a:pt x="81" y="87"/>
                </a:lnTo>
                <a:lnTo>
                  <a:pt x="83" y="84"/>
                </a:lnTo>
                <a:lnTo>
                  <a:pt x="91" y="80"/>
                </a:lnTo>
                <a:lnTo>
                  <a:pt x="97" y="86"/>
                </a:lnTo>
                <a:lnTo>
                  <a:pt x="105" y="94"/>
                </a:lnTo>
                <a:lnTo>
                  <a:pt x="117" y="106"/>
                </a:lnTo>
                <a:lnTo>
                  <a:pt x="137" y="111"/>
                </a:lnTo>
                <a:lnTo>
                  <a:pt x="138" y="118"/>
                </a:lnTo>
                <a:lnTo>
                  <a:pt x="151" y="124"/>
                </a:lnTo>
                <a:lnTo>
                  <a:pt x="158" y="131"/>
                </a:lnTo>
                <a:lnTo>
                  <a:pt x="153" y="152"/>
                </a:lnTo>
                <a:lnTo>
                  <a:pt x="166" y="152"/>
                </a:lnTo>
                <a:lnTo>
                  <a:pt x="173" y="141"/>
                </a:lnTo>
                <a:lnTo>
                  <a:pt x="178" y="135"/>
                </a:lnTo>
                <a:lnTo>
                  <a:pt x="182" y="130"/>
                </a:lnTo>
                <a:lnTo>
                  <a:pt x="180" y="120"/>
                </a:lnTo>
                <a:lnTo>
                  <a:pt x="170" y="116"/>
                </a:lnTo>
                <a:lnTo>
                  <a:pt x="172" y="97"/>
                </a:lnTo>
                <a:lnTo>
                  <a:pt x="181" y="90"/>
                </a:lnTo>
                <a:lnTo>
                  <a:pt x="189" y="92"/>
                </a:lnTo>
                <a:lnTo>
                  <a:pt x="207" y="89"/>
                </a:lnTo>
                <a:lnTo>
                  <a:pt x="210" y="97"/>
                </a:lnTo>
                <a:lnTo>
                  <a:pt x="221" y="96"/>
                </a:lnTo>
                <a:lnTo>
                  <a:pt x="244" y="94"/>
                </a:lnTo>
                <a:lnTo>
                  <a:pt x="249" y="86"/>
                </a:lnTo>
                <a:lnTo>
                  <a:pt x="244" y="81"/>
                </a:lnTo>
                <a:lnTo>
                  <a:pt x="229" y="81"/>
                </a:lnTo>
                <a:lnTo>
                  <a:pt x="203" y="81"/>
                </a:lnTo>
                <a:lnTo>
                  <a:pt x="193" y="81"/>
                </a:lnTo>
                <a:lnTo>
                  <a:pt x="183" y="79"/>
                </a:lnTo>
                <a:lnTo>
                  <a:pt x="167" y="87"/>
                </a:lnTo>
                <a:lnTo>
                  <a:pt x="165" y="86"/>
                </a:lnTo>
                <a:lnTo>
                  <a:pt x="161" y="82"/>
                </a:lnTo>
                <a:lnTo>
                  <a:pt x="153" y="84"/>
                </a:lnTo>
                <a:lnTo>
                  <a:pt x="145" y="87"/>
                </a:lnTo>
                <a:lnTo>
                  <a:pt x="143" y="85"/>
                </a:lnTo>
                <a:lnTo>
                  <a:pt x="141" y="82"/>
                </a:lnTo>
                <a:lnTo>
                  <a:pt x="131" y="79"/>
                </a:lnTo>
                <a:lnTo>
                  <a:pt x="129" y="78"/>
                </a:lnTo>
                <a:lnTo>
                  <a:pt x="131" y="74"/>
                </a:lnTo>
                <a:lnTo>
                  <a:pt x="136" y="71"/>
                </a:lnTo>
                <a:lnTo>
                  <a:pt x="129" y="57"/>
                </a:lnTo>
                <a:lnTo>
                  <a:pt x="118" y="36"/>
                </a:lnTo>
                <a:lnTo>
                  <a:pt x="90" y="43"/>
                </a:lnTo>
                <a:lnTo>
                  <a:pt x="83" y="36"/>
                </a:lnTo>
                <a:lnTo>
                  <a:pt x="70" y="30"/>
                </a:lnTo>
                <a:lnTo>
                  <a:pt x="58" y="39"/>
                </a:lnTo>
                <a:lnTo>
                  <a:pt x="45" y="36"/>
                </a:lnTo>
                <a:lnTo>
                  <a:pt x="32" y="27"/>
                </a:lnTo>
                <a:lnTo>
                  <a:pt x="29" y="16"/>
                </a:lnTo>
                <a:lnTo>
                  <a:pt x="31" y="8"/>
                </a:lnTo>
                <a:lnTo>
                  <a:pt x="30" y="0"/>
                </a:lnTo>
                <a:lnTo>
                  <a:pt x="0" y="16"/>
                </a:lnTo>
                <a:lnTo>
                  <a:pt x="18" y="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7" name="Freeform 744">
            <a:extLst>
              <a:ext uri="{FF2B5EF4-FFF2-40B4-BE49-F238E27FC236}">
                <a16:creationId xmlns:a16="http://schemas.microsoft.com/office/drawing/2014/main" id="{AA4AC2F0-E5CD-403F-DDF0-25455E8F1BCD}"/>
              </a:ext>
            </a:extLst>
          </p:cNvPr>
          <p:cNvSpPr>
            <a:spLocks/>
          </p:cNvSpPr>
          <p:nvPr/>
        </p:nvSpPr>
        <p:spPr bwMode="auto">
          <a:xfrm>
            <a:off x="4876131" y="4667208"/>
            <a:ext cx="220462" cy="150078"/>
          </a:xfrm>
          <a:custGeom>
            <a:avLst/>
            <a:gdLst>
              <a:gd name="T0" fmla="*/ 0 w 191"/>
              <a:gd name="T1" fmla="*/ 32855643 h 134"/>
              <a:gd name="T2" fmla="*/ 1575071 w 191"/>
              <a:gd name="T3" fmla="*/ 63983358 h 134"/>
              <a:gd name="T4" fmla="*/ 17325780 w 191"/>
              <a:gd name="T5" fmla="*/ 44960360 h 134"/>
              <a:gd name="T6" fmla="*/ 39378027 w 191"/>
              <a:gd name="T7" fmla="*/ 69171089 h 134"/>
              <a:gd name="T8" fmla="*/ 29927604 w 191"/>
              <a:gd name="T9" fmla="*/ 83005040 h 134"/>
              <a:gd name="T10" fmla="*/ 3150142 w 191"/>
              <a:gd name="T11" fmla="*/ 69171089 h 134"/>
              <a:gd name="T12" fmla="*/ 0 w 191"/>
              <a:gd name="T13" fmla="*/ 89922036 h 134"/>
              <a:gd name="T14" fmla="*/ 3150142 w 191"/>
              <a:gd name="T15" fmla="*/ 102026743 h 134"/>
              <a:gd name="T16" fmla="*/ 17325780 w 191"/>
              <a:gd name="T17" fmla="*/ 103755986 h 134"/>
              <a:gd name="T18" fmla="*/ 11025498 w 191"/>
              <a:gd name="T19" fmla="*/ 117589937 h 134"/>
              <a:gd name="T20" fmla="*/ 23627322 w 191"/>
              <a:gd name="T21" fmla="*/ 126236156 h 134"/>
              <a:gd name="T22" fmla="*/ 23627322 w 191"/>
              <a:gd name="T23" fmla="*/ 167738009 h 134"/>
              <a:gd name="T24" fmla="*/ 64580420 w 191"/>
              <a:gd name="T25" fmla="*/ 155633302 h 134"/>
              <a:gd name="T26" fmla="*/ 88206497 w 191"/>
              <a:gd name="T27" fmla="*/ 143528595 h 134"/>
              <a:gd name="T28" fmla="*/ 141760149 w 191"/>
              <a:gd name="T29" fmla="*/ 171196496 h 134"/>
              <a:gd name="T30" fmla="*/ 173262853 w 191"/>
              <a:gd name="T31" fmla="*/ 186761047 h 134"/>
              <a:gd name="T32" fmla="*/ 181138205 w 191"/>
              <a:gd name="T33" fmla="*/ 195407266 h 134"/>
              <a:gd name="T34" fmla="*/ 184288346 w 191"/>
              <a:gd name="T35" fmla="*/ 214428948 h 134"/>
              <a:gd name="T36" fmla="*/ 215791011 w 191"/>
              <a:gd name="T37" fmla="*/ 229992143 h 134"/>
              <a:gd name="T38" fmla="*/ 261469310 w 191"/>
              <a:gd name="T39" fmla="*/ 174655025 h 134"/>
              <a:gd name="T40" fmla="*/ 291396905 w 191"/>
              <a:gd name="T41" fmla="*/ 174655025 h 134"/>
              <a:gd name="T42" fmla="*/ 296122116 w 191"/>
              <a:gd name="T43" fmla="*/ 152174814 h 134"/>
              <a:gd name="T44" fmla="*/ 299272257 w 191"/>
              <a:gd name="T45" fmla="*/ 141799351 h 134"/>
              <a:gd name="T46" fmla="*/ 289821834 w 191"/>
              <a:gd name="T47" fmla="*/ 127965400 h 134"/>
              <a:gd name="T48" fmla="*/ 267769592 w 191"/>
              <a:gd name="T49" fmla="*/ 119319181 h 134"/>
              <a:gd name="T50" fmla="*/ 266194522 w 191"/>
              <a:gd name="T51" fmla="*/ 107214474 h 134"/>
              <a:gd name="T52" fmla="*/ 234691857 w 191"/>
              <a:gd name="T53" fmla="*/ 98568255 h 134"/>
              <a:gd name="T54" fmla="*/ 215791011 w 191"/>
              <a:gd name="T55" fmla="*/ 77817308 h 134"/>
              <a:gd name="T56" fmla="*/ 207915658 w 191"/>
              <a:gd name="T57" fmla="*/ 65712601 h 134"/>
              <a:gd name="T58" fmla="*/ 193738769 w 191"/>
              <a:gd name="T59" fmla="*/ 53606580 h 134"/>
              <a:gd name="T60" fmla="*/ 184288346 w 191"/>
              <a:gd name="T61" fmla="*/ 60524870 h 134"/>
              <a:gd name="T62" fmla="*/ 177988064 w 191"/>
              <a:gd name="T63" fmla="*/ 65712601 h 134"/>
              <a:gd name="T64" fmla="*/ 166962571 w 191"/>
              <a:gd name="T65" fmla="*/ 63983358 h 134"/>
              <a:gd name="T66" fmla="*/ 157512109 w 191"/>
              <a:gd name="T67" fmla="*/ 44960360 h 134"/>
              <a:gd name="T68" fmla="*/ 157512109 w 191"/>
              <a:gd name="T69" fmla="*/ 32855643 h 134"/>
              <a:gd name="T70" fmla="*/ 146485360 w 191"/>
              <a:gd name="T71" fmla="*/ 29397156 h 134"/>
              <a:gd name="T72" fmla="*/ 143335219 w 191"/>
              <a:gd name="T73" fmla="*/ 19021687 h 134"/>
              <a:gd name="T74" fmla="*/ 130734655 w 191"/>
              <a:gd name="T75" fmla="*/ 8646222 h 134"/>
              <a:gd name="T76" fmla="*/ 121284232 w 191"/>
              <a:gd name="T77" fmla="*/ 8646222 h 134"/>
              <a:gd name="T78" fmla="*/ 114983950 w 191"/>
              <a:gd name="T79" fmla="*/ 0 h 134"/>
              <a:gd name="T80" fmla="*/ 103957202 w 191"/>
              <a:gd name="T81" fmla="*/ 5187733 h 134"/>
              <a:gd name="T82" fmla="*/ 107108598 w 191"/>
              <a:gd name="T83" fmla="*/ 19021687 h 134"/>
              <a:gd name="T84" fmla="*/ 102382131 w 191"/>
              <a:gd name="T85" fmla="*/ 15563200 h 134"/>
              <a:gd name="T86" fmla="*/ 94506779 w 191"/>
              <a:gd name="T87" fmla="*/ 13833956 h 134"/>
              <a:gd name="T88" fmla="*/ 88206497 w 191"/>
              <a:gd name="T89" fmla="*/ 32855643 h 134"/>
              <a:gd name="T90" fmla="*/ 75605913 w 191"/>
              <a:gd name="T91" fmla="*/ 36314131 h 134"/>
              <a:gd name="T92" fmla="*/ 64580420 w 191"/>
              <a:gd name="T93" fmla="*/ 32855643 h 134"/>
              <a:gd name="T94" fmla="*/ 55128742 w 191"/>
              <a:gd name="T95" fmla="*/ 41501862 h 134"/>
              <a:gd name="T96" fmla="*/ 45678319 w 191"/>
              <a:gd name="T97" fmla="*/ 32855643 h 134"/>
              <a:gd name="T98" fmla="*/ 31502675 w 191"/>
              <a:gd name="T99" fmla="*/ 24209424 h 134"/>
              <a:gd name="T100" fmla="*/ 0 w 191"/>
              <a:gd name="T101" fmla="*/ 32855643 h 134"/>
              <a:gd name="T102" fmla="*/ 0 w 191"/>
              <a:gd name="T103" fmla="*/ 32855643 h 13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91"/>
              <a:gd name="T157" fmla="*/ 0 h 134"/>
              <a:gd name="T158" fmla="*/ 191 w 191"/>
              <a:gd name="T159" fmla="*/ 134 h 13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91" h="134">
                <a:moveTo>
                  <a:pt x="0" y="19"/>
                </a:moveTo>
                <a:lnTo>
                  <a:pt x="1" y="37"/>
                </a:lnTo>
                <a:lnTo>
                  <a:pt x="11" y="26"/>
                </a:lnTo>
                <a:lnTo>
                  <a:pt x="25" y="40"/>
                </a:lnTo>
                <a:lnTo>
                  <a:pt x="19" y="48"/>
                </a:lnTo>
                <a:lnTo>
                  <a:pt x="2" y="40"/>
                </a:lnTo>
                <a:lnTo>
                  <a:pt x="0" y="52"/>
                </a:lnTo>
                <a:lnTo>
                  <a:pt x="2" y="59"/>
                </a:lnTo>
                <a:lnTo>
                  <a:pt x="11" y="60"/>
                </a:lnTo>
                <a:lnTo>
                  <a:pt x="7" y="68"/>
                </a:lnTo>
                <a:lnTo>
                  <a:pt x="15" y="73"/>
                </a:lnTo>
                <a:lnTo>
                  <a:pt x="15" y="97"/>
                </a:lnTo>
                <a:lnTo>
                  <a:pt x="41" y="90"/>
                </a:lnTo>
                <a:lnTo>
                  <a:pt x="56" y="83"/>
                </a:lnTo>
                <a:lnTo>
                  <a:pt x="90" y="99"/>
                </a:lnTo>
                <a:lnTo>
                  <a:pt x="110" y="108"/>
                </a:lnTo>
                <a:lnTo>
                  <a:pt x="115" y="113"/>
                </a:lnTo>
                <a:lnTo>
                  <a:pt x="117" y="124"/>
                </a:lnTo>
                <a:lnTo>
                  <a:pt x="137" y="133"/>
                </a:lnTo>
                <a:lnTo>
                  <a:pt x="166" y="101"/>
                </a:lnTo>
                <a:lnTo>
                  <a:pt x="185" y="101"/>
                </a:lnTo>
                <a:lnTo>
                  <a:pt x="188" y="88"/>
                </a:lnTo>
                <a:lnTo>
                  <a:pt x="190" y="82"/>
                </a:lnTo>
                <a:lnTo>
                  <a:pt x="184" y="74"/>
                </a:lnTo>
                <a:lnTo>
                  <a:pt x="170" y="69"/>
                </a:lnTo>
                <a:lnTo>
                  <a:pt x="169" y="62"/>
                </a:lnTo>
                <a:lnTo>
                  <a:pt x="149" y="57"/>
                </a:lnTo>
                <a:lnTo>
                  <a:pt x="137" y="45"/>
                </a:lnTo>
                <a:lnTo>
                  <a:pt x="132" y="38"/>
                </a:lnTo>
                <a:lnTo>
                  <a:pt x="123" y="31"/>
                </a:lnTo>
                <a:lnTo>
                  <a:pt x="117" y="35"/>
                </a:lnTo>
                <a:lnTo>
                  <a:pt x="113" y="38"/>
                </a:lnTo>
                <a:lnTo>
                  <a:pt x="106" y="37"/>
                </a:lnTo>
                <a:lnTo>
                  <a:pt x="100" y="26"/>
                </a:lnTo>
                <a:lnTo>
                  <a:pt x="100" y="19"/>
                </a:lnTo>
                <a:lnTo>
                  <a:pt x="93" y="17"/>
                </a:lnTo>
                <a:lnTo>
                  <a:pt x="91" y="11"/>
                </a:lnTo>
                <a:lnTo>
                  <a:pt x="83" y="5"/>
                </a:lnTo>
                <a:lnTo>
                  <a:pt x="77" y="5"/>
                </a:lnTo>
                <a:lnTo>
                  <a:pt x="73" y="0"/>
                </a:lnTo>
                <a:lnTo>
                  <a:pt x="66" y="3"/>
                </a:lnTo>
                <a:lnTo>
                  <a:pt x="68" y="11"/>
                </a:lnTo>
                <a:lnTo>
                  <a:pt x="65" y="9"/>
                </a:lnTo>
                <a:lnTo>
                  <a:pt x="60" y="8"/>
                </a:lnTo>
                <a:lnTo>
                  <a:pt x="56" y="19"/>
                </a:lnTo>
                <a:lnTo>
                  <a:pt x="48" y="21"/>
                </a:lnTo>
                <a:lnTo>
                  <a:pt x="41" y="19"/>
                </a:lnTo>
                <a:lnTo>
                  <a:pt x="35" y="24"/>
                </a:lnTo>
                <a:lnTo>
                  <a:pt x="29" y="19"/>
                </a:lnTo>
                <a:lnTo>
                  <a:pt x="20" y="1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8" name="Freeform 745">
            <a:extLst>
              <a:ext uri="{FF2B5EF4-FFF2-40B4-BE49-F238E27FC236}">
                <a16:creationId xmlns:a16="http://schemas.microsoft.com/office/drawing/2014/main" id="{36BD077B-86D8-7FA9-DF0B-025039769FAF}"/>
              </a:ext>
            </a:extLst>
          </p:cNvPr>
          <p:cNvSpPr>
            <a:spLocks/>
          </p:cNvSpPr>
          <p:nvPr/>
        </p:nvSpPr>
        <p:spPr bwMode="auto">
          <a:xfrm>
            <a:off x="5124332" y="4665855"/>
            <a:ext cx="181042" cy="77068"/>
          </a:xfrm>
          <a:custGeom>
            <a:avLst/>
            <a:gdLst>
              <a:gd name="T0" fmla="*/ 62060649 w 160"/>
              <a:gd name="T1" fmla="*/ 82551268 h 69"/>
              <a:gd name="T2" fmla="*/ 43896322 w 160"/>
              <a:gd name="T3" fmla="*/ 82551268 h 69"/>
              <a:gd name="T4" fmla="*/ 9082166 w 160"/>
              <a:gd name="T5" fmla="*/ 87710414 h 69"/>
              <a:gd name="T6" fmla="*/ 0 w 160"/>
              <a:gd name="T7" fmla="*/ 99749247 h 69"/>
              <a:gd name="T8" fmla="*/ 9082166 w 160"/>
              <a:gd name="T9" fmla="*/ 104909684 h 69"/>
              <a:gd name="T10" fmla="*/ 16649818 w 160"/>
              <a:gd name="T11" fmla="*/ 110068809 h 69"/>
              <a:gd name="T12" fmla="*/ 65087217 w 160"/>
              <a:gd name="T13" fmla="*/ 108348226 h 69"/>
              <a:gd name="T14" fmla="*/ 96874808 w 160"/>
              <a:gd name="T15" fmla="*/ 108348226 h 69"/>
              <a:gd name="T16" fmla="*/ 112011337 w 160"/>
              <a:gd name="T17" fmla="*/ 116948516 h 69"/>
              <a:gd name="T18" fmla="*/ 116552418 w 160"/>
              <a:gd name="T19" fmla="*/ 101469830 h 69"/>
              <a:gd name="T20" fmla="*/ 130175663 w 160"/>
              <a:gd name="T21" fmla="*/ 99749247 h 69"/>
              <a:gd name="T22" fmla="*/ 149853274 w 160"/>
              <a:gd name="T23" fmla="*/ 94590122 h 69"/>
              <a:gd name="T24" fmla="*/ 166503125 w 160"/>
              <a:gd name="T25" fmla="*/ 91150268 h 69"/>
              <a:gd name="T26" fmla="*/ 196777413 w 160"/>
              <a:gd name="T27" fmla="*/ 72233018 h 69"/>
              <a:gd name="T28" fmla="*/ 230078269 w 160"/>
              <a:gd name="T29" fmla="*/ 53314477 h 69"/>
              <a:gd name="T30" fmla="*/ 240673716 w 160"/>
              <a:gd name="T31" fmla="*/ 42996227 h 69"/>
              <a:gd name="T32" fmla="*/ 236132635 w 160"/>
              <a:gd name="T33" fmla="*/ 25796947 h 69"/>
              <a:gd name="T34" fmla="*/ 220996106 w 160"/>
              <a:gd name="T35" fmla="*/ 25796947 h 69"/>
              <a:gd name="T36" fmla="*/ 205859577 w 160"/>
              <a:gd name="T37" fmla="*/ 17197963 h 69"/>
              <a:gd name="T38" fmla="*/ 189208534 w 160"/>
              <a:gd name="T39" fmla="*/ 10319564 h 69"/>
              <a:gd name="T40" fmla="*/ 149853274 w 160"/>
              <a:gd name="T41" fmla="*/ 6879710 h 69"/>
              <a:gd name="T42" fmla="*/ 98388092 w 160"/>
              <a:gd name="T43" fmla="*/ 0 h 69"/>
              <a:gd name="T44" fmla="*/ 89305928 w 160"/>
              <a:gd name="T45" fmla="*/ 1719272 h 69"/>
              <a:gd name="T46" fmla="*/ 92333726 w 160"/>
              <a:gd name="T47" fmla="*/ 10319564 h 69"/>
              <a:gd name="T48" fmla="*/ 98388092 w 160"/>
              <a:gd name="T49" fmla="*/ 20637817 h 69"/>
              <a:gd name="T50" fmla="*/ 83251563 w 160"/>
              <a:gd name="T51" fmla="*/ 22357093 h 69"/>
              <a:gd name="T52" fmla="*/ 80224976 w 160"/>
              <a:gd name="T53" fmla="*/ 17197963 h 69"/>
              <a:gd name="T54" fmla="*/ 63573933 w 160"/>
              <a:gd name="T55" fmla="*/ 15478692 h 69"/>
              <a:gd name="T56" fmla="*/ 40868524 w 160"/>
              <a:gd name="T57" fmla="*/ 17197963 h 69"/>
              <a:gd name="T58" fmla="*/ 51465202 w 160"/>
              <a:gd name="T59" fmla="*/ 22357093 h 69"/>
              <a:gd name="T60" fmla="*/ 52978486 w 160"/>
              <a:gd name="T61" fmla="*/ 29236801 h 69"/>
              <a:gd name="T62" fmla="*/ 46924120 w 160"/>
              <a:gd name="T63" fmla="*/ 37835780 h 69"/>
              <a:gd name="T64" fmla="*/ 46924120 w 160"/>
              <a:gd name="T65" fmla="*/ 49874623 h 69"/>
              <a:gd name="T66" fmla="*/ 54491769 w 160"/>
              <a:gd name="T67" fmla="*/ 56754331 h 69"/>
              <a:gd name="T68" fmla="*/ 83251563 w 160"/>
              <a:gd name="T69" fmla="*/ 56754331 h 69"/>
              <a:gd name="T70" fmla="*/ 93847010 w 160"/>
              <a:gd name="T71" fmla="*/ 56754331 h 69"/>
              <a:gd name="T72" fmla="*/ 102929173 w 160"/>
              <a:gd name="T73" fmla="*/ 67072582 h 69"/>
              <a:gd name="T74" fmla="*/ 93847010 w 160"/>
              <a:gd name="T75" fmla="*/ 80831997 h 69"/>
              <a:gd name="T76" fmla="*/ 83251563 w 160"/>
              <a:gd name="T77" fmla="*/ 80831997 h 69"/>
              <a:gd name="T78" fmla="*/ 72656096 w 160"/>
              <a:gd name="T79" fmla="*/ 79111414 h 69"/>
              <a:gd name="T80" fmla="*/ 68115014 w 160"/>
              <a:gd name="T81" fmla="*/ 80831997 h 69"/>
              <a:gd name="T82" fmla="*/ 62060649 w 160"/>
              <a:gd name="T83" fmla="*/ 82551268 h 69"/>
              <a:gd name="T84" fmla="*/ 62060649 w 160"/>
              <a:gd name="T85" fmla="*/ 82551268 h 6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60"/>
              <a:gd name="T130" fmla="*/ 0 h 69"/>
              <a:gd name="T131" fmla="*/ 160 w 160"/>
              <a:gd name="T132" fmla="*/ 69 h 6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60" h="69">
                <a:moveTo>
                  <a:pt x="41" y="48"/>
                </a:moveTo>
                <a:lnTo>
                  <a:pt x="29" y="48"/>
                </a:lnTo>
                <a:lnTo>
                  <a:pt x="6" y="51"/>
                </a:lnTo>
                <a:lnTo>
                  <a:pt x="0" y="58"/>
                </a:lnTo>
                <a:lnTo>
                  <a:pt x="6" y="61"/>
                </a:lnTo>
                <a:lnTo>
                  <a:pt x="11" y="64"/>
                </a:lnTo>
                <a:lnTo>
                  <a:pt x="43" y="63"/>
                </a:lnTo>
                <a:lnTo>
                  <a:pt x="64" y="63"/>
                </a:lnTo>
                <a:lnTo>
                  <a:pt x="74" y="68"/>
                </a:lnTo>
                <a:lnTo>
                  <a:pt x="77" y="59"/>
                </a:lnTo>
                <a:lnTo>
                  <a:pt x="86" y="58"/>
                </a:lnTo>
                <a:lnTo>
                  <a:pt x="99" y="55"/>
                </a:lnTo>
                <a:lnTo>
                  <a:pt x="110" y="53"/>
                </a:lnTo>
                <a:lnTo>
                  <a:pt x="130" y="42"/>
                </a:lnTo>
                <a:lnTo>
                  <a:pt x="152" y="31"/>
                </a:lnTo>
                <a:lnTo>
                  <a:pt x="159" y="25"/>
                </a:lnTo>
                <a:lnTo>
                  <a:pt x="156" y="15"/>
                </a:lnTo>
                <a:lnTo>
                  <a:pt x="146" y="15"/>
                </a:lnTo>
                <a:lnTo>
                  <a:pt x="136" y="10"/>
                </a:lnTo>
                <a:lnTo>
                  <a:pt x="125" y="6"/>
                </a:lnTo>
                <a:lnTo>
                  <a:pt x="99" y="4"/>
                </a:lnTo>
                <a:lnTo>
                  <a:pt x="65" y="0"/>
                </a:lnTo>
                <a:lnTo>
                  <a:pt x="59" y="1"/>
                </a:lnTo>
                <a:lnTo>
                  <a:pt x="61" y="6"/>
                </a:lnTo>
                <a:lnTo>
                  <a:pt x="65" y="12"/>
                </a:lnTo>
                <a:lnTo>
                  <a:pt x="55" y="13"/>
                </a:lnTo>
                <a:lnTo>
                  <a:pt x="53" y="10"/>
                </a:lnTo>
                <a:lnTo>
                  <a:pt x="42" y="9"/>
                </a:lnTo>
                <a:lnTo>
                  <a:pt x="27" y="10"/>
                </a:lnTo>
                <a:lnTo>
                  <a:pt x="34" y="13"/>
                </a:lnTo>
                <a:lnTo>
                  <a:pt x="35" y="17"/>
                </a:lnTo>
                <a:lnTo>
                  <a:pt x="31" y="22"/>
                </a:lnTo>
                <a:lnTo>
                  <a:pt x="31" y="29"/>
                </a:lnTo>
                <a:lnTo>
                  <a:pt x="36" y="33"/>
                </a:lnTo>
                <a:lnTo>
                  <a:pt x="55" y="33"/>
                </a:lnTo>
                <a:lnTo>
                  <a:pt x="62" y="33"/>
                </a:lnTo>
                <a:lnTo>
                  <a:pt x="68" y="39"/>
                </a:lnTo>
                <a:lnTo>
                  <a:pt x="62" y="47"/>
                </a:lnTo>
                <a:lnTo>
                  <a:pt x="55" y="47"/>
                </a:lnTo>
                <a:lnTo>
                  <a:pt x="48" y="46"/>
                </a:lnTo>
                <a:lnTo>
                  <a:pt x="45" y="47"/>
                </a:lnTo>
                <a:lnTo>
                  <a:pt x="41" y="4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9" name="Freeform 746">
            <a:extLst>
              <a:ext uri="{FF2B5EF4-FFF2-40B4-BE49-F238E27FC236}">
                <a16:creationId xmlns:a16="http://schemas.microsoft.com/office/drawing/2014/main" id="{61DE6529-19E9-C1EB-AFE0-8590E2B5AB90}"/>
              </a:ext>
            </a:extLst>
          </p:cNvPr>
          <p:cNvSpPr>
            <a:spLocks/>
          </p:cNvSpPr>
          <p:nvPr/>
        </p:nvSpPr>
        <p:spPr bwMode="auto">
          <a:xfrm>
            <a:off x="5106812" y="4713178"/>
            <a:ext cx="116801" cy="79771"/>
          </a:xfrm>
          <a:custGeom>
            <a:avLst/>
            <a:gdLst>
              <a:gd name="T0" fmla="*/ 0 w 102"/>
              <a:gd name="T1" fmla="*/ 102674656 h 71"/>
              <a:gd name="T2" fmla="*/ 1550147 w 102"/>
              <a:gd name="T3" fmla="*/ 107894661 h 71"/>
              <a:gd name="T4" fmla="*/ 12402423 w 102"/>
              <a:gd name="T5" fmla="*/ 109635982 h 71"/>
              <a:gd name="T6" fmla="*/ 40307556 w 102"/>
              <a:gd name="T7" fmla="*/ 111375984 h 71"/>
              <a:gd name="T8" fmla="*/ 72863135 w 102"/>
              <a:gd name="T9" fmla="*/ 73090648 h 71"/>
              <a:gd name="T10" fmla="*/ 82164034 w 102"/>
              <a:gd name="T11" fmla="*/ 97453332 h 71"/>
              <a:gd name="T12" fmla="*/ 91466159 w 102"/>
              <a:gd name="T13" fmla="*/ 121817314 h 71"/>
              <a:gd name="T14" fmla="*/ 111619309 w 102"/>
              <a:gd name="T15" fmla="*/ 111375984 h 71"/>
              <a:gd name="T16" fmla="*/ 133322607 w 102"/>
              <a:gd name="T17" fmla="*/ 102674656 h 71"/>
              <a:gd name="T18" fmla="*/ 155027149 w 102"/>
              <a:gd name="T19" fmla="*/ 109635982 h 71"/>
              <a:gd name="T20" fmla="*/ 156577296 w 102"/>
              <a:gd name="T21" fmla="*/ 73090648 h 71"/>
              <a:gd name="T22" fmla="*/ 141074585 w 102"/>
              <a:gd name="T23" fmla="*/ 66129322 h 71"/>
              <a:gd name="T24" fmla="*/ 131772460 w 102"/>
              <a:gd name="T25" fmla="*/ 67869323 h 71"/>
              <a:gd name="T26" fmla="*/ 137974292 w 102"/>
              <a:gd name="T27" fmla="*/ 45246662 h 71"/>
              <a:gd name="T28" fmla="*/ 119371288 w 102"/>
              <a:gd name="T29" fmla="*/ 40025327 h 71"/>
              <a:gd name="T30" fmla="*/ 103868576 w 102"/>
              <a:gd name="T31" fmla="*/ 38285326 h 71"/>
              <a:gd name="T32" fmla="*/ 82164034 w 102"/>
              <a:gd name="T33" fmla="*/ 38285326 h 71"/>
              <a:gd name="T34" fmla="*/ 65111157 w 102"/>
              <a:gd name="T35" fmla="*/ 38285326 h 71"/>
              <a:gd name="T36" fmla="*/ 43407859 w 102"/>
              <a:gd name="T37" fmla="*/ 38285326 h 71"/>
              <a:gd name="T38" fmla="*/ 26354992 w 102"/>
              <a:gd name="T39" fmla="*/ 34805322 h 71"/>
              <a:gd name="T40" fmla="*/ 23253454 w 102"/>
              <a:gd name="T41" fmla="*/ 31324000 h 71"/>
              <a:gd name="T42" fmla="*/ 26354992 w 102"/>
              <a:gd name="T43" fmla="*/ 22622672 h 71"/>
              <a:gd name="T44" fmla="*/ 34105725 w 102"/>
              <a:gd name="T45" fmla="*/ 17402661 h 71"/>
              <a:gd name="T46" fmla="*/ 63561010 w 102"/>
              <a:gd name="T47" fmla="*/ 10441332 h 71"/>
              <a:gd name="T48" fmla="*/ 62010864 w 102"/>
              <a:gd name="T49" fmla="*/ 0 h 71"/>
              <a:gd name="T50" fmla="*/ 40307556 w 102"/>
              <a:gd name="T51" fmla="*/ 3480005 h 71"/>
              <a:gd name="T52" fmla="*/ 20153156 w 102"/>
              <a:gd name="T53" fmla="*/ 1740002 h 71"/>
              <a:gd name="T54" fmla="*/ 7750735 w 102"/>
              <a:gd name="T55" fmla="*/ 13921338 h 71"/>
              <a:gd name="T56" fmla="*/ 3100294 w 102"/>
              <a:gd name="T57" fmla="*/ 38285326 h 71"/>
              <a:gd name="T58" fmla="*/ 4650441 w 102"/>
              <a:gd name="T59" fmla="*/ 45246662 h 71"/>
              <a:gd name="T60" fmla="*/ 3100294 w 102"/>
              <a:gd name="T61" fmla="*/ 46986664 h 71"/>
              <a:gd name="T62" fmla="*/ 17052863 w 102"/>
              <a:gd name="T63" fmla="*/ 50466668 h 71"/>
              <a:gd name="T64" fmla="*/ 23253454 w 102"/>
              <a:gd name="T65" fmla="*/ 64389320 h 71"/>
              <a:gd name="T66" fmla="*/ 20153156 w 102"/>
              <a:gd name="T67" fmla="*/ 80050655 h 71"/>
              <a:gd name="T68" fmla="*/ 15502716 w 102"/>
              <a:gd name="T69" fmla="*/ 81791976 h 71"/>
              <a:gd name="T70" fmla="*/ 10852276 w 102"/>
              <a:gd name="T71" fmla="*/ 88752004 h 71"/>
              <a:gd name="T72" fmla="*/ 0 w 102"/>
              <a:gd name="T73" fmla="*/ 102674656 h 71"/>
              <a:gd name="T74" fmla="*/ 0 w 102"/>
              <a:gd name="T75" fmla="*/ 102674656 h 7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2"/>
              <a:gd name="T115" fmla="*/ 0 h 71"/>
              <a:gd name="T116" fmla="*/ 102 w 102"/>
              <a:gd name="T117" fmla="*/ 71 h 7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2" h="71">
                <a:moveTo>
                  <a:pt x="0" y="59"/>
                </a:moveTo>
                <a:lnTo>
                  <a:pt x="1" y="62"/>
                </a:lnTo>
                <a:lnTo>
                  <a:pt x="8" y="63"/>
                </a:lnTo>
                <a:lnTo>
                  <a:pt x="26" y="64"/>
                </a:lnTo>
                <a:lnTo>
                  <a:pt x="47" y="42"/>
                </a:lnTo>
                <a:lnTo>
                  <a:pt x="53" y="56"/>
                </a:lnTo>
                <a:lnTo>
                  <a:pt x="59" y="70"/>
                </a:lnTo>
                <a:lnTo>
                  <a:pt x="72" y="64"/>
                </a:lnTo>
                <a:lnTo>
                  <a:pt x="86" y="59"/>
                </a:lnTo>
                <a:lnTo>
                  <a:pt x="100" y="63"/>
                </a:lnTo>
                <a:lnTo>
                  <a:pt x="101" y="42"/>
                </a:lnTo>
                <a:lnTo>
                  <a:pt x="91" y="38"/>
                </a:lnTo>
                <a:lnTo>
                  <a:pt x="85" y="39"/>
                </a:lnTo>
                <a:lnTo>
                  <a:pt x="89" y="26"/>
                </a:lnTo>
                <a:lnTo>
                  <a:pt x="77" y="23"/>
                </a:lnTo>
                <a:lnTo>
                  <a:pt x="67" y="22"/>
                </a:lnTo>
                <a:lnTo>
                  <a:pt x="53" y="22"/>
                </a:lnTo>
                <a:lnTo>
                  <a:pt x="42" y="22"/>
                </a:lnTo>
                <a:lnTo>
                  <a:pt x="28" y="22"/>
                </a:lnTo>
                <a:lnTo>
                  <a:pt x="17" y="20"/>
                </a:lnTo>
                <a:lnTo>
                  <a:pt x="15" y="18"/>
                </a:lnTo>
                <a:lnTo>
                  <a:pt x="17" y="13"/>
                </a:lnTo>
                <a:lnTo>
                  <a:pt x="22" y="10"/>
                </a:lnTo>
                <a:lnTo>
                  <a:pt x="41" y="6"/>
                </a:lnTo>
                <a:lnTo>
                  <a:pt x="40" y="0"/>
                </a:lnTo>
                <a:lnTo>
                  <a:pt x="26" y="2"/>
                </a:lnTo>
                <a:lnTo>
                  <a:pt x="13" y="1"/>
                </a:lnTo>
                <a:lnTo>
                  <a:pt x="5" y="8"/>
                </a:lnTo>
                <a:lnTo>
                  <a:pt x="2" y="22"/>
                </a:lnTo>
                <a:lnTo>
                  <a:pt x="3" y="26"/>
                </a:lnTo>
                <a:lnTo>
                  <a:pt x="2" y="27"/>
                </a:lnTo>
                <a:lnTo>
                  <a:pt x="11" y="29"/>
                </a:lnTo>
                <a:lnTo>
                  <a:pt x="15" y="37"/>
                </a:lnTo>
                <a:lnTo>
                  <a:pt x="13" y="46"/>
                </a:lnTo>
                <a:lnTo>
                  <a:pt x="10" y="47"/>
                </a:lnTo>
                <a:lnTo>
                  <a:pt x="7" y="51"/>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0" name="Freeform 747">
            <a:extLst>
              <a:ext uri="{FF2B5EF4-FFF2-40B4-BE49-F238E27FC236}">
                <a16:creationId xmlns:a16="http://schemas.microsoft.com/office/drawing/2014/main" id="{93A14D62-A248-01F3-1557-1392CA73B023}"/>
              </a:ext>
            </a:extLst>
          </p:cNvPr>
          <p:cNvSpPr>
            <a:spLocks/>
          </p:cNvSpPr>
          <p:nvPr/>
        </p:nvSpPr>
        <p:spPr bwMode="auto">
          <a:xfrm>
            <a:off x="4322785" y="4638814"/>
            <a:ext cx="56941" cy="54083"/>
          </a:xfrm>
          <a:custGeom>
            <a:avLst/>
            <a:gdLst>
              <a:gd name="T0" fmla="*/ 0 w 48"/>
              <a:gd name="T1" fmla="*/ 20152825 h 49"/>
              <a:gd name="T2" fmla="*/ 46584378 w 48"/>
              <a:gd name="T3" fmla="*/ 18473316 h 49"/>
              <a:gd name="T4" fmla="*/ 51574823 w 48"/>
              <a:gd name="T5" fmla="*/ 0 h 49"/>
              <a:gd name="T6" fmla="*/ 78194824 w 48"/>
              <a:gd name="T7" fmla="*/ 48703209 h 49"/>
              <a:gd name="T8" fmla="*/ 71540469 w 48"/>
              <a:gd name="T9" fmla="*/ 75572772 h 49"/>
              <a:gd name="T10" fmla="*/ 29946545 w 48"/>
              <a:gd name="T11" fmla="*/ 80611301 h 49"/>
              <a:gd name="T12" fmla="*/ 14973917 w 48"/>
              <a:gd name="T13" fmla="*/ 75572772 h 49"/>
              <a:gd name="T14" fmla="*/ 13310006 w 48"/>
              <a:gd name="T15" fmla="*/ 48703209 h 49"/>
              <a:gd name="T16" fmla="*/ 0 w 48"/>
              <a:gd name="T17" fmla="*/ 21832340 h 49"/>
              <a:gd name="T18" fmla="*/ 0 w 48"/>
              <a:gd name="T19" fmla="*/ 20152825 h 49"/>
              <a:gd name="T20" fmla="*/ 0 w 48"/>
              <a:gd name="T21" fmla="*/ 20152825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
              <a:gd name="T34" fmla="*/ 0 h 49"/>
              <a:gd name="T35" fmla="*/ 48 w 48"/>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 h="49">
                <a:moveTo>
                  <a:pt x="0" y="12"/>
                </a:moveTo>
                <a:lnTo>
                  <a:pt x="28" y="11"/>
                </a:lnTo>
                <a:lnTo>
                  <a:pt x="31" y="0"/>
                </a:lnTo>
                <a:lnTo>
                  <a:pt x="47" y="29"/>
                </a:lnTo>
                <a:lnTo>
                  <a:pt x="43" y="45"/>
                </a:lnTo>
                <a:lnTo>
                  <a:pt x="18" y="48"/>
                </a:lnTo>
                <a:lnTo>
                  <a:pt x="9" y="45"/>
                </a:lnTo>
                <a:lnTo>
                  <a:pt x="8" y="29"/>
                </a:lnTo>
                <a:lnTo>
                  <a:pt x="0" y="13"/>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1" name="Freeform 748">
            <a:extLst>
              <a:ext uri="{FF2B5EF4-FFF2-40B4-BE49-F238E27FC236}">
                <a16:creationId xmlns:a16="http://schemas.microsoft.com/office/drawing/2014/main" id="{22D47485-45E8-4C30-1FBC-1C929D91C708}"/>
              </a:ext>
            </a:extLst>
          </p:cNvPr>
          <p:cNvSpPr>
            <a:spLocks/>
          </p:cNvSpPr>
          <p:nvPr/>
        </p:nvSpPr>
        <p:spPr bwMode="auto">
          <a:xfrm>
            <a:off x="4351985" y="4686137"/>
            <a:ext cx="29201" cy="52729"/>
          </a:xfrm>
          <a:custGeom>
            <a:avLst/>
            <a:gdLst>
              <a:gd name="T0" fmla="*/ 0 w 25"/>
              <a:gd name="T1" fmla="*/ 60733038 h 47"/>
              <a:gd name="T2" fmla="*/ 0 w 25"/>
              <a:gd name="T3" fmla="*/ 60733038 h 47"/>
              <a:gd name="T4" fmla="*/ 1612900 w 25"/>
              <a:gd name="T5" fmla="*/ 19087337 h 47"/>
              <a:gd name="T6" fmla="*/ 19354799 w 25"/>
              <a:gd name="T7" fmla="*/ 0 h 47"/>
              <a:gd name="T8" fmla="*/ 38709598 w 25"/>
              <a:gd name="T9" fmla="*/ 46850265 h 47"/>
              <a:gd name="T10" fmla="*/ 20967704 w 25"/>
              <a:gd name="T11" fmla="*/ 79820370 h 47"/>
              <a:gd name="T12" fmla="*/ 0 w 25"/>
              <a:gd name="T13" fmla="*/ 60733038 h 47"/>
              <a:gd name="T14" fmla="*/ 0 w 25"/>
              <a:gd name="T15" fmla="*/ 60733038 h 47"/>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47"/>
              <a:gd name="T26" fmla="*/ 25 w 25"/>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47">
                <a:moveTo>
                  <a:pt x="0" y="35"/>
                </a:moveTo>
                <a:lnTo>
                  <a:pt x="0" y="35"/>
                </a:lnTo>
                <a:lnTo>
                  <a:pt x="1" y="11"/>
                </a:lnTo>
                <a:lnTo>
                  <a:pt x="12" y="0"/>
                </a:lnTo>
                <a:lnTo>
                  <a:pt x="24" y="27"/>
                </a:lnTo>
                <a:lnTo>
                  <a:pt x="13" y="46"/>
                </a:lnTo>
                <a:lnTo>
                  <a:pt x="0" y="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2" name="Freeform 749">
            <a:extLst>
              <a:ext uri="{FF2B5EF4-FFF2-40B4-BE49-F238E27FC236}">
                <a16:creationId xmlns:a16="http://schemas.microsoft.com/office/drawing/2014/main" id="{821BD926-180B-D786-AD20-AB64B287F1DE}"/>
              </a:ext>
            </a:extLst>
          </p:cNvPr>
          <p:cNvSpPr>
            <a:spLocks/>
          </p:cNvSpPr>
          <p:nvPr/>
        </p:nvSpPr>
        <p:spPr bwMode="auto">
          <a:xfrm>
            <a:off x="4198685" y="4567156"/>
            <a:ext cx="119721" cy="47322"/>
          </a:xfrm>
          <a:custGeom>
            <a:avLst/>
            <a:gdLst>
              <a:gd name="T0" fmla="*/ 0 w 105"/>
              <a:gd name="T1" fmla="*/ 42239311 h 41"/>
              <a:gd name="T2" fmla="*/ 0 w 105"/>
              <a:gd name="T3" fmla="*/ 42239311 h 41"/>
              <a:gd name="T4" fmla="*/ 1537305 w 105"/>
              <a:gd name="T5" fmla="*/ 45911833 h 41"/>
              <a:gd name="T6" fmla="*/ 3074610 w 105"/>
              <a:gd name="T7" fmla="*/ 58766978 h 41"/>
              <a:gd name="T8" fmla="*/ 19981242 w 105"/>
              <a:gd name="T9" fmla="*/ 62440845 h 41"/>
              <a:gd name="T10" fmla="*/ 53795752 w 105"/>
              <a:gd name="T11" fmla="*/ 55094467 h 41"/>
              <a:gd name="T12" fmla="*/ 89146332 w 105"/>
              <a:gd name="T13" fmla="*/ 73459734 h 41"/>
              <a:gd name="T14" fmla="*/ 138331392 w 105"/>
              <a:gd name="T15" fmla="*/ 60604589 h 41"/>
              <a:gd name="T16" fmla="*/ 159848693 w 105"/>
              <a:gd name="T17" fmla="*/ 23874044 h 41"/>
              <a:gd name="T18" fmla="*/ 152163412 w 105"/>
              <a:gd name="T19" fmla="*/ 0 h 41"/>
              <a:gd name="T20" fmla="*/ 89146332 w 105"/>
              <a:gd name="T21" fmla="*/ 1836256 h 41"/>
              <a:gd name="T22" fmla="*/ 70702380 w 105"/>
              <a:gd name="T23" fmla="*/ 40403056 h 41"/>
              <a:gd name="T24" fmla="*/ 0 w 105"/>
              <a:gd name="T25" fmla="*/ 42239311 h 41"/>
              <a:gd name="T26" fmla="*/ 0 w 105"/>
              <a:gd name="T27" fmla="*/ 42239311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5"/>
              <a:gd name="T43" fmla="*/ 0 h 41"/>
              <a:gd name="T44" fmla="*/ 105 w 105"/>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5" h="41">
                <a:moveTo>
                  <a:pt x="0" y="23"/>
                </a:moveTo>
                <a:lnTo>
                  <a:pt x="0" y="23"/>
                </a:lnTo>
                <a:lnTo>
                  <a:pt x="1" y="25"/>
                </a:lnTo>
                <a:lnTo>
                  <a:pt x="2" y="32"/>
                </a:lnTo>
                <a:lnTo>
                  <a:pt x="13" y="34"/>
                </a:lnTo>
                <a:lnTo>
                  <a:pt x="35" y="30"/>
                </a:lnTo>
                <a:lnTo>
                  <a:pt x="58" y="40"/>
                </a:lnTo>
                <a:lnTo>
                  <a:pt x="90" y="33"/>
                </a:lnTo>
                <a:lnTo>
                  <a:pt x="104" y="13"/>
                </a:lnTo>
                <a:lnTo>
                  <a:pt x="99" y="0"/>
                </a:lnTo>
                <a:lnTo>
                  <a:pt x="58" y="1"/>
                </a:lnTo>
                <a:lnTo>
                  <a:pt x="46" y="2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3" name="Freeform 750">
            <a:extLst>
              <a:ext uri="{FF2B5EF4-FFF2-40B4-BE49-F238E27FC236}">
                <a16:creationId xmlns:a16="http://schemas.microsoft.com/office/drawing/2014/main" id="{03FA292F-3625-69BF-2DCE-D0C7DFDC470A}"/>
              </a:ext>
            </a:extLst>
          </p:cNvPr>
          <p:cNvSpPr>
            <a:spLocks/>
          </p:cNvSpPr>
          <p:nvPr/>
        </p:nvSpPr>
        <p:spPr bwMode="auto">
          <a:xfrm>
            <a:off x="4096484" y="4515778"/>
            <a:ext cx="52561" cy="39209"/>
          </a:xfrm>
          <a:custGeom>
            <a:avLst/>
            <a:gdLst>
              <a:gd name="T0" fmla="*/ 0 w 45"/>
              <a:gd name="T1" fmla="*/ 11676657 h 33"/>
              <a:gd name="T2" fmla="*/ 0 w 45"/>
              <a:gd name="T3" fmla="*/ 11676657 h 33"/>
              <a:gd name="T4" fmla="*/ 16128999 w 45"/>
              <a:gd name="T5" fmla="*/ 1946109 h 33"/>
              <a:gd name="T6" fmla="*/ 48387003 w 45"/>
              <a:gd name="T7" fmla="*/ 0 h 33"/>
              <a:gd name="T8" fmla="*/ 69354696 w 45"/>
              <a:gd name="T9" fmla="*/ 25300818 h 33"/>
              <a:gd name="T10" fmla="*/ 70967596 w 45"/>
              <a:gd name="T11" fmla="*/ 44761905 h 33"/>
              <a:gd name="T12" fmla="*/ 62903099 w 45"/>
              <a:gd name="T13" fmla="*/ 62278289 h 33"/>
              <a:gd name="T14" fmla="*/ 0 w 45"/>
              <a:gd name="T15" fmla="*/ 11676657 h 33"/>
              <a:gd name="T16" fmla="*/ 0 w 45"/>
              <a:gd name="T17" fmla="*/ 11676657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
              <a:gd name="T28" fmla="*/ 0 h 33"/>
              <a:gd name="T29" fmla="*/ 45 w 45"/>
              <a:gd name="T30" fmla="*/ 33 h 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 h="33">
                <a:moveTo>
                  <a:pt x="0" y="6"/>
                </a:moveTo>
                <a:lnTo>
                  <a:pt x="0" y="6"/>
                </a:lnTo>
                <a:lnTo>
                  <a:pt x="10" y="1"/>
                </a:lnTo>
                <a:lnTo>
                  <a:pt x="30" y="0"/>
                </a:lnTo>
                <a:lnTo>
                  <a:pt x="43" y="13"/>
                </a:lnTo>
                <a:lnTo>
                  <a:pt x="44" y="23"/>
                </a:lnTo>
                <a:lnTo>
                  <a:pt x="39" y="32"/>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4" name="Freeform 751">
            <a:extLst>
              <a:ext uri="{FF2B5EF4-FFF2-40B4-BE49-F238E27FC236}">
                <a16:creationId xmlns:a16="http://schemas.microsoft.com/office/drawing/2014/main" id="{7B58C4E3-1512-BC1C-1437-2DA396DF395D}"/>
              </a:ext>
            </a:extLst>
          </p:cNvPr>
          <p:cNvSpPr>
            <a:spLocks/>
          </p:cNvSpPr>
          <p:nvPr/>
        </p:nvSpPr>
        <p:spPr bwMode="auto">
          <a:xfrm>
            <a:off x="4401625" y="4656392"/>
            <a:ext cx="99281" cy="52729"/>
          </a:xfrm>
          <a:custGeom>
            <a:avLst/>
            <a:gdLst>
              <a:gd name="T0" fmla="*/ 0 w 86"/>
              <a:gd name="T1" fmla="*/ 53237874 h 48"/>
              <a:gd name="T2" fmla="*/ 0 w 86"/>
              <a:gd name="T3" fmla="*/ 53237874 h 48"/>
              <a:gd name="T4" fmla="*/ 7877839 w 86"/>
              <a:gd name="T5" fmla="*/ 0 h 48"/>
              <a:gd name="T6" fmla="*/ 133927029 w 86"/>
              <a:gd name="T7" fmla="*/ 11645907 h 48"/>
              <a:gd name="T8" fmla="*/ 110292264 w 86"/>
              <a:gd name="T9" fmla="*/ 44918452 h 48"/>
              <a:gd name="T10" fmla="*/ 119746672 w 86"/>
              <a:gd name="T11" fmla="*/ 63219891 h 48"/>
              <a:gd name="T12" fmla="*/ 86658754 w 86"/>
              <a:gd name="T13" fmla="*/ 64883776 h 48"/>
              <a:gd name="T14" fmla="*/ 66175857 w 86"/>
              <a:gd name="T15" fmla="*/ 78192272 h 48"/>
              <a:gd name="T16" fmla="*/ 12605046 w 86"/>
              <a:gd name="T17" fmla="*/ 78192272 h 48"/>
              <a:gd name="T18" fmla="*/ 0 w 86"/>
              <a:gd name="T19" fmla="*/ 53237874 h 48"/>
              <a:gd name="T20" fmla="*/ 0 w 86"/>
              <a:gd name="T21" fmla="*/ 53237874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48"/>
              <a:gd name="T35" fmla="*/ 86 w 86"/>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48">
                <a:moveTo>
                  <a:pt x="0" y="32"/>
                </a:moveTo>
                <a:lnTo>
                  <a:pt x="0" y="32"/>
                </a:lnTo>
                <a:lnTo>
                  <a:pt x="5" y="0"/>
                </a:lnTo>
                <a:lnTo>
                  <a:pt x="85" y="7"/>
                </a:lnTo>
                <a:lnTo>
                  <a:pt x="70" y="27"/>
                </a:lnTo>
                <a:lnTo>
                  <a:pt x="76" y="38"/>
                </a:lnTo>
                <a:lnTo>
                  <a:pt x="55" y="39"/>
                </a:lnTo>
                <a:lnTo>
                  <a:pt x="42" y="47"/>
                </a:lnTo>
                <a:lnTo>
                  <a:pt x="8" y="47"/>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5" name="Freeform 752">
            <a:extLst>
              <a:ext uri="{FF2B5EF4-FFF2-40B4-BE49-F238E27FC236}">
                <a16:creationId xmlns:a16="http://schemas.microsoft.com/office/drawing/2014/main" id="{5C1497B3-7D9B-4A25-5EDD-545CFC34E607}"/>
              </a:ext>
            </a:extLst>
          </p:cNvPr>
          <p:cNvSpPr>
            <a:spLocks/>
          </p:cNvSpPr>
          <p:nvPr/>
        </p:nvSpPr>
        <p:spPr bwMode="auto">
          <a:xfrm>
            <a:off x="4312566" y="4552282"/>
            <a:ext cx="90522" cy="37857"/>
          </a:xfrm>
          <a:custGeom>
            <a:avLst/>
            <a:gdLst>
              <a:gd name="T0" fmla="*/ 0 w 79"/>
              <a:gd name="T1" fmla="*/ 25637190 h 34"/>
              <a:gd name="T2" fmla="*/ 7760624 w 79"/>
              <a:gd name="T3" fmla="*/ 47856961 h 34"/>
              <a:gd name="T4" fmla="*/ 37253235 w 79"/>
              <a:gd name="T5" fmla="*/ 56403123 h 34"/>
              <a:gd name="T6" fmla="*/ 85373103 w 79"/>
              <a:gd name="T7" fmla="*/ 34183352 h 34"/>
              <a:gd name="T8" fmla="*/ 114865707 w 79"/>
              <a:gd name="T9" fmla="*/ 39310788 h 34"/>
              <a:gd name="T10" fmla="*/ 121073955 w 79"/>
              <a:gd name="T11" fmla="*/ 17092330 h 34"/>
              <a:gd name="T12" fmla="*/ 68298222 w 79"/>
              <a:gd name="T13" fmla="*/ 11963587 h 34"/>
              <a:gd name="T14" fmla="*/ 37253235 w 79"/>
              <a:gd name="T15" fmla="*/ 0 h 34"/>
              <a:gd name="T16" fmla="*/ 1552374 w 79"/>
              <a:gd name="T17" fmla="*/ 23928480 h 34"/>
              <a:gd name="T18" fmla="*/ 0 w 79"/>
              <a:gd name="T19" fmla="*/ 25637190 h 34"/>
              <a:gd name="T20" fmla="*/ 0 w 79"/>
              <a:gd name="T21" fmla="*/ 25637190 h 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9"/>
              <a:gd name="T34" fmla="*/ 0 h 34"/>
              <a:gd name="T35" fmla="*/ 79 w 79"/>
              <a:gd name="T36" fmla="*/ 34 h 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9" h="34">
                <a:moveTo>
                  <a:pt x="0" y="15"/>
                </a:moveTo>
                <a:lnTo>
                  <a:pt x="5" y="28"/>
                </a:lnTo>
                <a:lnTo>
                  <a:pt x="24" y="33"/>
                </a:lnTo>
                <a:lnTo>
                  <a:pt x="55" y="20"/>
                </a:lnTo>
                <a:lnTo>
                  <a:pt x="74" y="23"/>
                </a:lnTo>
                <a:lnTo>
                  <a:pt x="78" y="10"/>
                </a:lnTo>
                <a:lnTo>
                  <a:pt x="44" y="7"/>
                </a:lnTo>
                <a:lnTo>
                  <a:pt x="24" y="0"/>
                </a:lnTo>
                <a:lnTo>
                  <a:pt x="1" y="14"/>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56" name="Group 167">
            <a:extLst>
              <a:ext uri="{FF2B5EF4-FFF2-40B4-BE49-F238E27FC236}">
                <a16:creationId xmlns:a16="http://schemas.microsoft.com/office/drawing/2014/main" id="{217990CB-97C2-D05F-769E-BE73C4F63439}"/>
              </a:ext>
            </a:extLst>
          </p:cNvPr>
          <p:cNvGrpSpPr>
            <a:grpSpLocks/>
          </p:cNvGrpSpPr>
          <p:nvPr/>
        </p:nvGrpSpPr>
        <p:grpSpPr bwMode="auto">
          <a:xfrm>
            <a:off x="4178244" y="4385987"/>
            <a:ext cx="71541" cy="62194"/>
            <a:chOff x="3191" y="2547"/>
            <a:chExt cx="63" cy="55"/>
          </a:xfrm>
          <a:solidFill>
            <a:schemeClr val="accent2"/>
          </a:solidFill>
        </p:grpSpPr>
        <p:sp>
          <p:nvSpPr>
            <p:cNvPr id="457" name="Freeform 754">
              <a:extLst>
                <a:ext uri="{FF2B5EF4-FFF2-40B4-BE49-F238E27FC236}">
                  <a16:creationId xmlns:a16="http://schemas.microsoft.com/office/drawing/2014/main" id="{F2F2C43E-74E4-8772-B5EB-424041687F7E}"/>
                </a:ext>
              </a:extLst>
            </p:cNvPr>
            <p:cNvSpPr>
              <a:spLocks/>
            </p:cNvSpPr>
            <p:nvPr/>
          </p:nvSpPr>
          <p:spPr bwMode="auto">
            <a:xfrm>
              <a:off x="3191" y="2547"/>
              <a:ext cx="37" cy="55"/>
            </a:xfrm>
            <a:custGeom>
              <a:avLst/>
              <a:gdLst>
                <a:gd name="T0" fmla="*/ 0 w 37"/>
                <a:gd name="T1" fmla="*/ 41 h 55"/>
                <a:gd name="T2" fmla="*/ 0 w 37"/>
                <a:gd name="T3" fmla="*/ 41 h 55"/>
                <a:gd name="T4" fmla="*/ 3 w 37"/>
                <a:gd name="T5" fmla="*/ 15 h 55"/>
                <a:gd name="T6" fmla="*/ 31 w 37"/>
                <a:gd name="T7" fmla="*/ 0 h 55"/>
                <a:gd name="T8" fmla="*/ 26 w 37"/>
                <a:gd name="T9" fmla="*/ 21 h 55"/>
                <a:gd name="T10" fmla="*/ 36 w 37"/>
                <a:gd name="T11" fmla="*/ 27 h 55"/>
                <a:gd name="T12" fmla="*/ 18 w 37"/>
                <a:gd name="T13" fmla="*/ 39 h 55"/>
                <a:gd name="T14" fmla="*/ 18 w 37"/>
                <a:gd name="T15" fmla="*/ 54 h 55"/>
                <a:gd name="T16" fmla="*/ 7 w 37"/>
                <a:gd name="T17" fmla="*/ 54 h 55"/>
                <a:gd name="T18" fmla="*/ 0 w 37"/>
                <a:gd name="T19" fmla="*/ 41 h 55"/>
                <a:gd name="T20" fmla="*/ 0 w 37"/>
                <a:gd name="T21" fmla="*/ 41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55"/>
                <a:gd name="T35" fmla="*/ 37 w 37"/>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55">
                  <a:moveTo>
                    <a:pt x="0" y="41"/>
                  </a:moveTo>
                  <a:lnTo>
                    <a:pt x="0" y="41"/>
                  </a:lnTo>
                  <a:lnTo>
                    <a:pt x="3" y="15"/>
                  </a:lnTo>
                  <a:lnTo>
                    <a:pt x="31" y="0"/>
                  </a:lnTo>
                  <a:lnTo>
                    <a:pt x="26" y="21"/>
                  </a:lnTo>
                  <a:lnTo>
                    <a:pt x="36" y="27"/>
                  </a:lnTo>
                  <a:lnTo>
                    <a:pt x="18" y="39"/>
                  </a:lnTo>
                  <a:lnTo>
                    <a:pt x="18" y="54"/>
                  </a:lnTo>
                  <a:lnTo>
                    <a:pt x="7" y="54"/>
                  </a:lnTo>
                  <a:lnTo>
                    <a:pt x="0" y="4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8" name="Freeform 755">
              <a:extLst>
                <a:ext uri="{FF2B5EF4-FFF2-40B4-BE49-F238E27FC236}">
                  <a16:creationId xmlns:a16="http://schemas.microsoft.com/office/drawing/2014/main" id="{A6AD3D4E-C105-3757-4C30-C490AE0B34A3}"/>
                </a:ext>
              </a:extLst>
            </p:cNvPr>
            <p:cNvSpPr>
              <a:spLocks/>
            </p:cNvSpPr>
            <p:nvPr/>
          </p:nvSpPr>
          <p:spPr bwMode="auto">
            <a:xfrm>
              <a:off x="3216" y="2588"/>
              <a:ext cx="13" cy="7"/>
            </a:xfrm>
            <a:custGeom>
              <a:avLst/>
              <a:gdLst>
                <a:gd name="T0" fmla="*/ 0 w 13"/>
                <a:gd name="T1" fmla="*/ 6 h 7"/>
                <a:gd name="T2" fmla="*/ 0 w 13"/>
                <a:gd name="T3" fmla="*/ 6 h 7"/>
                <a:gd name="T4" fmla="*/ 10 w 13"/>
                <a:gd name="T5" fmla="*/ 0 h 7"/>
                <a:gd name="T6" fmla="*/ 12 w 13"/>
                <a:gd name="T7" fmla="*/ 4 h 7"/>
                <a:gd name="T8" fmla="*/ 0 w 13"/>
                <a:gd name="T9" fmla="*/ 6 h 7"/>
                <a:gd name="T10" fmla="*/ 0 w 13"/>
                <a:gd name="T11" fmla="*/ 6 h 7"/>
                <a:gd name="T12" fmla="*/ 0 60000 65536"/>
                <a:gd name="T13" fmla="*/ 0 60000 65536"/>
                <a:gd name="T14" fmla="*/ 0 60000 65536"/>
                <a:gd name="T15" fmla="*/ 0 60000 65536"/>
                <a:gd name="T16" fmla="*/ 0 60000 65536"/>
                <a:gd name="T17" fmla="*/ 0 60000 65536"/>
                <a:gd name="T18" fmla="*/ 0 w 13"/>
                <a:gd name="T19" fmla="*/ 0 h 7"/>
                <a:gd name="T20" fmla="*/ 13 w 13"/>
                <a:gd name="T21" fmla="*/ 7 h 7"/>
              </a:gdLst>
              <a:ahLst/>
              <a:cxnLst>
                <a:cxn ang="T12">
                  <a:pos x="T0" y="T1"/>
                </a:cxn>
                <a:cxn ang="T13">
                  <a:pos x="T2" y="T3"/>
                </a:cxn>
                <a:cxn ang="T14">
                  <a:pos x="T4" y="T5"/>
                </a:cxn>
                <a:cxn ang="T15">
                  <a:pos x="T6" y="T7"/>
                </a:cxn>
                <a:cxn ang="T16">
                  <a:pos x="T8" y="T9"/>
                </a:cxn>
                <a:cxn ang="T17">
                  <a:pos x="T10" y="T11"/>
                </a:cxn>
              </a:cxnLst>
              <a:rect l="T18" t="T19" r="T20" b="T21"/>
              <a:pathLst>
                <a:path w="13" h="7">
                  <a:moveTo>
                    <a:pt x="0" y="6"/>
                  </a:moveTo>
                  <a:lnTo>
                    <a:pt x="0" y="6"/>
                  </a:lnTo>
                  <a:lnTo>
                    <a:pt x="10" y="0"/>
                  </a:lnTo>
                  <a:lnTo>
                    <a:pt x="12" y="4"/>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9" name="Freeform 756">
              <a:extLst>
                <a:ext uri="{FF2B5EF4-FFF2-40B4-BE49-F238E27FC236}">
                  <a16:creationId xmlns:a16="http://schemas.microsoft.com/office/drawing/2014/main" id="{2532BC82-CB5F-58AF-A767-B49DF330C043}"/>
                </a:ext>
              </a:extLst>
            </p:cNvPr>
            <p:cNvSpPr>
              <a:spLocks/>
            </p:cNvSpPr>
            <p:nvPr/>
          </p:nvSpPr>
          <p:spPr bwMode="auto">
            <a:xfrm>
              <a:off x="3232" y="2576"/>
              <a:ext cx="22" cy="24"/>
            </a:xfrm>
            <a:custGeom>
              <a:avLst/>
              <a:gdLst>
                <a:gd name="T0" fmla="*/ 0 w 22"/>
                <a:gd name="T1" fmla="*/ 12 h 24"/>
                <a:gd name="T2" fmla="*/ 0 w 22"/>
                <a:gd name="T3" fmla="*/ 12 h 24"/>
                <a:gd name="T4" fmla="*/ 16 w 22"/>
                <a:gd name="T5" fmla="*/ 23 h 24"/>
                <a:gd name="T6" fmla="*/ 21 w 22"/>
                <a:gd name="T7" fmla="*/ 11 h 24"/>
                <a:gd name="T8" fmla="*/ 17 w 22"/>
                <a:gd name="T9" fmla="*/ 0 h 24"/>
                <a:gd name="T10" fmla="*/ 0 w 22"/>
                <a:gd name="T11" fmla="*/ 12 h 24"/>
                <a:gd name="T12" fmla="*/ 0 w 22"/>
                <a:gd name="T13" fmla="*/ 12 h 24"/>
                <a:gd name="T14" fmla="*/ 0 60000 65536"/>
                <a:gd name="T15" fmla="*/ 0 60000 65536"/>
                <a:gd name="T16" fmla="*/ 0 60000 65536"/>
                <a:gd name="T17" fmla="*/ 0 60000 65536"/>
                <a:gd name="T18" fmla="*/ 0 60000 65536"/>
                <a:gd name="T19" fmla="*/ 0 60000 65536"/>
                <a:gd name="T20" fmla="*/ 0 60000 65536"/>
                <a:gd name="T21" fmla="*/ 0 w 22"/>
                <a:gd name="T22" fmla="*/ 0 h 24"/>
                <a:gd name="T23" fmla="*/ 22 w 2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4">
                  <a:moveTo>
                    <a:pt x="0" y="12"/>
                  </a:moveTo>
                  <a:lnTo>
                    <a:pt x="0" y="12"/>
                  </a:lnTo>
                  <a:lnTo>
                    <a:pt x="16" y="23"/>
                  </a:lnTo>
                  <a:lnTo>
                    <a:pt x="21" y="11"/>
                  </a:lnTo>
                  <a:lnTo>
                    <a:pt x="17"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0" name="Freeform 757">
            <a:extLst>
              <a:ext uri="{FF2B5EF4-FFF2-40B4-BE49-F238E27FC236}">
                <a16:creationId xmlns:a16="http://schemas.microsoft.com/office/drawing/2014/main" id="{B5C2EC73-D928-E033-140A-DF93C91FAD45}"/>
              </a:ext>
            </a:extLst>
          </p:cNvPr>
          <p:cNvSpPr>
            <a:spLocks/>
          </p:cNvSpPr>
          <p:nvPr/>
        </p:nvSpPr>
        <p:spPr bwMode="auto">
          <a:xfrm>
            <a:off x="4373887" y="4089879"/>
            <a:ext cx="170821" cy="250131"/>
          </a:xfrm>
          <a:custGeom>
            <a:avLst/>
            <a:gdLst>
              <a:gd name="T0" fmla="*/ 0 w 149"/>
              <a:gd name="T1" fmla="*/ 39536435 h 224"/>
              <a:gd name="T2" fmla="*/ 0 w 149"/>
              <a:gd name="T3" fmla="*/ 39536435 h 224"/>
              <a:gd name="T4" fmla="*/ 15539579 w 149"/>
              <a:gd name="T5" fmla="*/ 27504408 h 224"/>
              <a:gd name="T6" fmla="*/ 38847698 w 149"/>
              <a:gd name="T7" fmla="*/ 51569784 h 224"/>
              <a:gd name="T8" fmla="*/ 83910746 w 149"/>
              <a:gd name="T9" fmla="*/ 55007506 h 224"/>
              <a:gd name="T10" fmla="*/ 108773316 w 149"/>
              <a:gd name="T11" fmla="*/ 41256607 h 224"/>
              <a:gd name="T12" fmla="*/ 116543103 w 149"/>
              <a:gd name="T13" fmla="*/ 8595619 h 224"/>
              <a:gd name="T14" fmla="*/ 158498456 w 149"/>
              <a:gd name="T15" fmla="*/ 0 h 224"/>
              <a:gd name="T16" fmla="*/ 180253400 w 149"/>
              <a:gd name="T17" fmla="*/ 12033343 h 224"/>
              <a:gd name="T18" fmla="*/ 177144488 w 149"/>
              <a:gd name="T19" fmla="*/ 39536435 h 224"/>
              <a:gd name="T20" fmla="*/ 169375947 w 149"/>
              <a:gd name="T21" fmla="*/ 67040844 h 224"/>
              <a:gd name="T22" fmla="*/ 198899392 w 149"/>
              <a:gd name="T23" fmla="*/ 99701845 h 224"/>
              <a:gd name="T24" fmla="*/ 181806609 w 149"/>
              <a:gd name="T25" fmla="*/ 123768522 h 224"/>
              <a:gd name="T26" fmla="*/ 203561514 w 149"/>
              <a:gd name="T27" fmla="*/ 166742669 h 224"/>
              <a:gd name="T28" fmla="*/ 194238517 w 149"/>
              <a:gd name="T29" fmla="*/ 204561585 h 224"/>
              <a:gd name="T30" fmla="*/ 229977293 w 149"/>
              <a:gd name="T31" fmla="*/ 283635746 h 224"/>
              <a:gd name="T32" fmla="*/ 149174213 w 149"/>
              <a:gd name="T33" fmla="*/ 359270956 h 224"/>
              <a:gd name="T34" fmla="*/ 51278369 w 149"/>
              <a:gd name="T35" fmla="*/ 383337633 h 224"/>
              <a:gd name="T36" fmla="*/ 46617494 w 149"/>
              <a:gd name="T37" fmla="*/ 367866572 h 224"/>
              <a:gd name="T38" fmla="*/ 15539579 w 149"/>
              <a:gd name="T39" fmla="*/ 357552095 h 224"/>
              <a:gd name="T40" fmla="*/ 10877457 w 149"/>
              <a:gd name="T41" fmla="*/ 281916885 h 224"/>
              <a:gd name="T42" fmla="*/ 104111194 w 149"/>
              <a:gd name="T43" fmla="*/ 201123863 h 224"/>
              <a:gd name="T44" fmla="*/ 73033274 w 149"/>
              <a:gd name="T45" fmla="*/ 161586086 h 224"/>
              <a:gd name="T46" fmla="*/ 62155821 w 149"/>
              <a:gd name="T47" fmla="*/ 80793043 h 224"/>
              <a:gd name="T48" fmla="*/ 0 w 149"/>
              <a:gd name="T49" fmla="*/ 39536435 h 224"/>
              <a:gd name="T50" fmla="*/ 0 w 149"/>
              <a:gd name="T51" fmla="*/ 39536435 h 2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9"/>
              <a:gd name="T79" fmla="*/ 0 h 224"/>
              <a:gd name="T80" fmla="*/ 149 w 149"/>
              <a:gd name="T81" fmla="*/ 224 h 22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9" h="224">
                <a:moveTo>
                  <a:pt x="0" y="23"/>
                </a:moveTo>
                <a:lnTo>
                  <a:pt x="0" y="23"/>
                </a:lnTo>
                <a:lnTo>
                  <a:pt x="10" y="16"/>
                </a:lnTo>
                <a:lnTo>
                  <a:pt x="25" y="30"/>
                </a:lnTo>
                <a:lnTo>
                  <a:pt x="54" y="32"/>
                </a:lnTo>
                <a:lnTo>
                  <a:pt x="70" y="24"/>
                </a:lnTo>
                <a:lnTo>
                  <a:pt x="75" y="5"/>
                </a:lnTo>
                <a:lnTo>
                  <a:pt x="102" y="0"/>
                </a:lnTo>
                <a:lnTo>
                  <a:pt x="116" y="7"/>
                </a:lnTo>
                <a:lnTo>
                  <a:pt x="114" y="23"/>
                </a:lnTo>
                <a:lnTo>
                  <a:pt x="109" y="39"/>
                </a:lnTo>
                <a:lnTo>
                  <a:pt x="128" y="58"/>
                </a:lnTo>
                <a:lnTo>
                  <a:pt x="117" y="72"/>
                </a:lnTo>
                <a:lnTo>
                  <a:pt x="131" y="97"/>
                </a:lnTo>
                <a:lnTo>
                  <a:pt x="125" y="119"/>
                </a:lnTo>
                <a:lnTo>
                  <a:pt x="148" y="165"/>
                </a:lnTo>
                <a:lnTo>
                  <a:pt x="96" y="209"/>
                </a:lnTo>
                <a:lnTo>
                  <a:pt x="33" y="223"/>
                </a:lnTo>
                <a:lnTo>
                  <a:pt x="30" y="214"/>
                </a:lnTo>
                <a:lnTo>
                  <a:pt x="10" y="208"/>
                </a:lnTo>
                <a:lnTo>
                  <a:pt x="7" y="164"/>
                </a:lnTo>
                <a:lnTo>
                  <a:pt x="67" y="117"/>
                </a:lnTo>
                <a:lnTo>
                  <a:pt x="47" y="94"/>
                </a:lnTo>
                <a:lnTo>
                  <a:pt x="40" y="4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1" name="Group 172">
            <a:extLst>
              <a:ext uri="{FF2B5EF4-FFF2-40B4-BE49-F238E27FC236}">
                <a16:creationId xmlns:a16="http://schemas.microsoft.com/office/drawing/2014/main" id="{203F29B0-8999-796A-1CED-B84C5F8B2928}"/>
              </a:ext>
            </a:extLst>
          </p:cNvPr>
          <p:cNvGrpSpPr>
            <a:grpSpLocks/>
          </p:cNvGrpSpPr>
          <p:nvPr/>
        </p:nvGrpSpPr>
        <p:grpSpPr bwMode="auto">
          <a:xfrm>
            <a:off x="3979683" y="4523888"/>
            <a:ext cx="219002" cy="185231"/>
            <a:chOff x="3019" y="2670"/>
            <a:chExt cx="190" cy="167"/>
          </a:xfrm>
          <a:solidFill>
            <a:schemeClr val="accent2"/>
          </a:solidFill>
        </p:grpSpPr>
        <p:sp>
          <p:nvSpPr>
            <p:cNvPr id="462" name="Freeform 759">
              <a:extLst>
                <a:ext uri="{FF2B5EF4-FFF2-40B4-BE49-F238E27FC236}">
                  <a16:creationId xmlns:a16="http://schemas.microsoft.com/office/drawing/2014/main" id="{F6B85649-ABF2-2885-2B98-B8F20A2386EC}"/>
                </a:ext>
              </a:extLst>
            </p:cNvPr>
            <p:cNvSpPr>
              <a:spLocks/>
            </p:cNvSpPr>
            <p:nvPr/>
          </p:nvSpPr>
          <p:spPr bwMode="auto">
            <a:xfrm>
              <a:off x="3019" y="2670"/>
              <a:ext cx="172" cy="150"/>
            </a:xfrm>
            <a:custGeom>
              <a:avLst/>
              <a:gdLst>
                <a:gd name="T0" fmla="*/ 0 w 172"/>
                <a:gd name="T1" fmla="*/ 45 h 150"/>
                <a:gd name="T2" fmla="*/ 0 w 172"/>
                <a:gd name="T3" fmla="*/ 45 h 150"/>
                <a:gd name="T4" fmla="*/ 5 w 172"/>
                <a:gd name="T5" fmla="*/ 58 h 150"/>
                <a:gd name="T6" fmla="*/ 41 w 172"/>
                <a:gd name="T7" fmla="*/ 67 h 150"/>
                <a:gd name="T8" fmla="*/ 35 w 172"/>
                <a:gd name="T9" fmla="*/ 75 h 150"/>
                <a:gd name="T10" fmla="*/ 48 w 172"/>
                <a:gd name="T11" fmla="*/ 84 h 150"/>
                <a:gd name="T12" fmla="*/ 53 w 172"/>
                <a:gd name="T13" fmla="*/ 101 h 150"/>
                <a:gd name="T14" fmla="*/ 38 w 172"/>
                <a:gd name="T15" fmla="*/ 133 h 150"/>
                <a:gd name="T16" fmla="*/ 81 w 172"/>
                <a:gd name="T17" fmla="*/ 145 h 150"/>
                <a:gd name="T18" fmla="*/ 85 w 172"/>
                <a:gd name="T19" fmla="*/ 147 h 150"/>
                <a:gd name="T20" fmla="*/ 105 w 172"/>
                <a:gd name="T21" fmla="*/ 149 h 150"/>
                <a:gd name="T22" fmla="*/ 105 w 172"/>
                <a:gd name="T23" fmla="*/ 137 h 150"/>
                <a:gd name="T24" fmla="*/ 117 w 172"/>
                <a:gd name="T25" fmla="*/ 130 h 150"/>
                <a:gd name="T26" fmla="*/ 145 w 172"/>
                <a:gd name="T27" fmla="*/ 138 h 150"/>
                <a:gd name="T28" fmla="*/ 163 w 172"/>
                <a:gd name="T29" fmla="*/ 125 h 150"/>
                <a:gd name="T30" fmla="*/ 153 w 172"/>
                <a:gd name="T31" fmla="*/ 107 h 150"/>
                <a:gd name="T32" fmla="*/ 157 w 172"/>
                <a:gd name="T33" fmla="*/ 90 h 150"/>
                <a:gd name="T34" fmla="*/ 143 w 172"/>
                <a:gd name="T35" fmla="*/ 80 h 150"/>
                <a:gd name="T36" fmla="*/ 163 w 172"/>
                <a:gd name="T37" fmla="*/ 60 h 150"/>
                <a:gd name="T38" fmla="*/ 171 w 172"/>
                <a:gd name="T39" fmla="*/ 38 h 150"/>
                <a:gd name="T40" fmla="*/ 146 w 172"/>
                <a:gd name="T41" fmla="*/ 28 h 150"/>
                <a:gd name="T42" fmla="*/ 139 w 172"/>
                <a:gd name="T43" fmla="*/ 26 h 150"/>
                <a:gd name="T44" fmla="*/ 100 w 172"/>
                <a:gd name="T45" fmla="*/ 0 h 150"/>
                <a:gd name="T46" fmla="*/ 86 w 172"/>
                <a:gd name="T47" fmla="*/ 4 h 150"/>
                <a:gd name="T48" fmla="*/ 71 w 172"/>
                <a:gd name="T49" fmla="*/ 29 h 150"/>
                <a:gd name="T50" fmla="*/ 38 w 172"/>
                <a:gd name="T51" fmla="*/ 25 h 150"/>
                <a:gd name="T52" fmla="*/ 43 w 172"/>
                <a:gd name="T53" fmla="*/ 44 h 150"/>
                <a:gd name="T54" fmla="*/ 0 w 172"/>
                <a:gd name="T55" fmla="*/ 45 h 150"/>
                <a:gd name="T56" fmla="*/ 0 w 172"/>
                <a:gd name="T57" fmla="*/ 45 h 15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2"/>
                <a:gd name="T88" fmla="*/ 0 h 150"/>
                <a:gd name="T89" fmla="*/ 172 w 172"/>
                <a:gd name="T90" fmla="*/ 150 h 15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2" h="150">
                  <a:moveTo>
                    <a:pt x="0" y="45"/>
                  </a:moveTo>
                  <a:lnTo>
                    <a:pt x="0" y="45"/>
                  </a:lnTo>
                  <a:lnTo>
                    <a:pt x="5" y="58"/>
                  </a:lnTo>
                  <a:lnTo>
                    <a:pt x="41" y="67"/>
                  </a:lnTo>
                  <a:lnTo>
                    <a:pt x="35" y="75"/>
                  </a:lnTo>
                  <a:lnTo>
                    <a:pt x="48" y="84"/>
                  </a:lnTo>
                  <a:lnTo>
                    <a:pt x="53" y="101"/>
                  </a:lnTo>
                  <a:lnTo>
                    <a:pt x="38" y="133"/>
                  </a:lnTo>
                  <a:lnTo>
                    <a:pt x="81" y="145"/>
                  </a:lnTo>
                  <a:lnTo>
                    <a:pt x="85" y="147"/>
                  </a:lnTo>
                  <a:lnTo>
                    <a:pt x="105" y="149"/>
                  </a:lnTo>
                  <a:lnTo>
                    <a:pt x="105" y="137"/>
                  </a:lnTo>
                  <a:lnTo>
                    <a:pt x="117" y="130"/>
                  </a:lnTo>
                  <a:lnTo>
                    <a:pt x="145" y="138"/>
                  </a:lnTo>
                  <a:lnTo>
                    <a:pt x="163" y="125"/>
                  </a:lnTo>
                  <a:lnTo>
                    <a:pt x="153" y="107"/>
                  </a:lnTo>
                  <a:lnTo>
                    <a:pt x="157" y="90"/>
                  </a:lnTo>
                  <a:lnTo>
                    <a:pt x="143" y="80"/>
                  </a:lnTo>
                  <a:lnTo>
                    <a:pt x="163" y="60"/>
                  </a:lnTo>
                  <a:lnTo>
                    <a:pt x="171" y="38"/>
                  </a:lnTo>
                  <a:lnTo>
                    <a:pt x="146" y="28"/>
                  </a:lnTo>
                  <a:lnTo>
                    <a:pt x="139" y="26"/>
                  </a:lnTo>
                  <a:lnTo>
                    <a:pt x="100" y="0"/>
                  </a:lnTo>
                  <a:lnTo>
                    <a:pt x="86" y="4"/>
                  </a:lnTo>
                  <a:lnTo>
                    <a:pt x="71" y="29"/>
                  </a:lnTo>
                  <a:lnTo>
                    <a:pt x="38" y="25"/>
                  </a:lnTo>
                  <a:lnTo>
                    <a:pt x="43" y="44"/>
                  </a:lnTo>
                  <a:lnTo>
                    <a:pt x="0" y="4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3" name="Freeform 760">
              <a:extLst>
                <a:ext uri="{FF2B5EF4-FFF2-40B4-BE49-F238E27FC236}">
                  <a16:creationId xmlns:a16="http://schemas.microsoft.com/office/drawing/2014/main" id="{3F0AE2FE-5D7E-C087-656A-72B55B84CE54}"/>
                </a:ext>
              </a:extLst>
            </p:cNvPr>
            <p:cNvSpPr>
              <a:spLocks/>
            </p:cNvSpPr>
            <p:nvPr/>
          </p:nvSpPr>
          <p:spPr bwMode="auto">
            <a:xfrm>
              <a:off x="3198" y="2808"/>
              <a:ext cx="11" cy="29"/>
            </a:xfrm>
            <a:custGeom>
              <a:avLst/>
              <a:gdLst>
                <a:gd name="T0" fmla="*/ 0 w 11"/>
                <a:gd name="T1" fmla="*/ 14 h 29"/>
                <a:gd name="T2" fmla="*/ 0 w 11"/>
                <a:gd name="T3" fmla="*/ 14 h 29"/>
                <a:gd name="T4" fmla="*/ 9 w 11"/>
                <a:gd name="T5" fmla="*/ 28 h 29"/>
                <a:gd name="T6" fmla="*/ 10 w 11"/>
                <a:gd name="T7" fmla="*/ 0 h 29"/>
                <a:gd name="T8" fmla="*/ 0 w 11"/>
                <a:gd name="T9" fmla="*/ 14 h 29"/>
                <a:gd name="T10" fmla="*/ 0 w 11"/>
                <a:gd name="T11" fmla="*/ 14 h 29"/>
                <a:gd name="T12" fmla="*/ 0 60000 65536"/>
                <a:gd name="T13" fmla="*/ 0 60000 65536"/>
                <a:gd name="T14" fmla="*/ 0 60000 65536"/>
                <a:gd name="T15" fmla="*/ 0 60000 65536"/>
                <a:gd name="T16" fmla="*/ 0 60000 65536"/>
                <a:gd name="T17" fmla="*/ 0 60000 65536"/>
                <a:gd name="T18" fmla="*/ 0 w 11"/>
                <a:gd name="T19" fmla="*/ 0 h 29"/>
                <a:gd name="T20" fmla="*/ 11 w 11"/>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 h="29">
                  <a:moveTo>
                    <a:pt x="0" y="14"/>
                  </a:moveTo>
                  <a:lnTo>
                    <a:pt x="0" y="14"/>
                  </a:lnTo>
                  <a:lnTo>
                    <a:pt x="9" y="28"/>
                  </a:lnTo>
                  <a:lnTo>
                    <a:pt x="10"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4" name="Freeform 761">
            <a:extLst>
              <a:ext uri="{FF2B5EF4-FFF2-40B4-BE49-F238E27FC236}">
                <a16:creationId xmlns:a16="http://schemas.microsoft.com/office/drawing/2014/main" id="{39021E7C-2EA9-4353-3B74-3D274C9A645E}"/>
              </a:ext>
            </a:extLst>
          </p:cNvPr>
          <p:cNvSpPr>
            <a:spLocks/>
          </p:cNvSpPr>
          <p:nvPr/>
        </p:nvSpPr>
        <p:spPr bwMode="auto">
          <a:xfrm>
            <a:off x="4146124" y="4446822"/>
            <a:ext cx="132860" cy="147375"/>
          </a:xfrm>
          <a:custGeom>
            <a:avLst/>
            <a:gdLst>
              <a:gd name="T0" fmla="*/ 0 w 119"/>
              <a:gd name="T1" fmla="*/ 91405696 h 133"/>
              <a:gd name="T2" fmla="*/ 0 w 119"/>
              <a:gd name="T3" fmla="*/ 91405696 h 133"/>
              <a:gd name="T4" fmla="*/ 0 w 119"/>
              <a:gd name="T5" fmla="*/ 128645278 h 133"/>
              <a:gd name="T6" fmla="*/ 1473755 w 119"/>
              <a:gd name="T7" fmla="*/ 145571769 h 133"/>
              <a:gd name="T8" fmla="*/ 4421266 w 119"/>
              <a:gd name="T9" fmla="*/ 164192211 h 133"/>
              <a:gd name="T10" fmla="*/ 41263940 w 119"/>
              <a:gd name="T11" fmla="*/ 181118743 h 133"/>
              <a:gd name="T12" fmla="*/ 29473892 w 119"/>
              <a:gd name="T13" fmla="*/ 218358325 h 133"/>
              <a:gd name="T14" fmla="*/ 69264067 w 119"/>
              <a:gd name="T15" fmla="*/ 223436272 h 133"/>
              <a:gd name="T16" fmla="*/ 137055594 w 119"/>
              <a:gd name="T17" fmla="*/ 221743623 h 133"/>
              <a:gd name="T18" fmla="*/ 154739438 w 119"/>
              <a:gd name="T19" fmla="*/ 186196690 h 133"/>
              <a:gd name="T20" fmla="*/ 119370536 w 119"/>
              <a:gd name="T21" fmla="*/ 140493822 h 133"/>
              <a:gd name="T22" fmla="*/ 162108250 w 119"/>
              <a:gd name="T23" fmla="*/ 115104085 h 133"/>
              <a:gd name="T24" fmla="*/ 173898288 w 119"/>
              <a:gd name="T25" fmla="*/ 123567330 h 133"/>
              <a:gd name="T26" fmla="*/ 162108250 w 119"/>
              <a:gd name="T27" fmla="*/ 33854294 h 133"/>
              <a:gd name="T28" fmla="*/ 129686820 w 119"/>
              <a:gd name="T29" fmla="*/ 11848549 h 133"/>
              <a:gd name="T30" fmla="*/ 94317918 w 119"/>
              <a:gd name="T31" fmla="*/ 27083697 h 133"/>
              <a:gd name="T32" fmla="*/ 100212937 w 119"/>
              <a:gd name="T33" fmla="*/ 16926496 h 133"/>
              <a:gd name="T34" fmla="*/ 69264067 w 119"/>
              <a:gd name="T35" fmla="*/ 0 h 133"/>
              <a:gd name="T36" fmla="*/ 53053978 w 119"/>
              <a:gd name="T37" fmla="*/ 0 h 133"/>
              <a:gd name="T38" fmla="*/ 53053978 w 119"/>
              <a:gd name="T39" fmla="*/ 49088146 h 133"/>
              <a:gd name="T40" fmla="*/ 33895156 w 119"/>
              <a:gd name="T41" fmla="*/ 35546943 h 133"/>
              <a:gd name="T42" fmla="*/ 23578873 w 119"/>
              <a:gd name="T43" fmla="*/ 50780795 h 133"/>
              <a:gd name="T44" fmla="*/ 20632577 w 119"/>
              <a:gd name="T45" fmla="*/ 81249781 h 133"/>
              <a:gd name="T46" fmla="*/ 0 w 119"/>
              <a:gd name="T47" fmla="*/ 91405696 h 133"/>
              <a:gd name="T48" fmla="*/ 0 w 119"/>
              <a:gd name="T49" fmla="*/ 91405696 h 1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9"/>
              <a:gd name="T76" fmla="*/ 0 h 133"/>
              <a:gd name="T77" fmla="*/ 119 w 119"/>
              <a:gd name="T78" fmla="*/ 133 h 1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9" h="133">
                <a:moveTo>
                  <a:pt x="0" y="54"/>
                </a:moveTo>
                <a:lnTo>
                  <a:pt x="0" y="54"/>
                </a:lnTo>
                <a:lnTo>
                  <a:pt x="0" y="76"/>
                </a:lnTo>
                <a:lnTo>
                  <a:pt x="1" y="86"/>
                </a:lnTo>
                <a:lnTo>
                  <a:pt x="3" y="97"/>
                </a:lnTo>
                <a:lnTo>
                  <a:pt x="28" y="107"/>
                </a:lnTo>
                <a:lnTo>
                  <a:pt x="20" y="129"/>
                </a:lnTo>
                <a:lnTo>
                  <a:pt x="47" y="132"/>
                </a:lnTo>
                <a:lnTo>
                  <a:pt x="93" y="131"/>
                </a:lnTo>
                <a:lnTo>
                  <a:pt x="105" y="110"/>
                </a:lnTo>
                <a:lnTo>
                  <a:pt x="81" y="83"/>
                </a:lnTo>
                <a:lnTo>
                  <a:pt x="110" y="68"/>
                </a:lnTo>
                <a:lnTo>
                  <a:pt x="118" y="73"/>
                </a:lnTo>
                <a:lnTo>
                  <a:pt x="110" y="20"/>
                </a:lnTo>
                <a:lnTo>
                  <a:pt x="88" y="7"/>
                </a:lnTo>
                <a:lnTo>
                  <a:pt x="64" y="16"/>
                </a:lnTo>
                <a:lnTo>
                  <a:pt x="68" y="10"/>
                </a:lnTo>
                <a:lnTo>
                  <a:pt x="47" y="0"/>
                </a:lnTo>
                <a:lnTo>
                  <a:pt x="36" y="0"/>
                </a:lnTo>
                <a:lnTo>
                  <a:pt x="36" y="29"/>
                </a:lnTo>
                <a:lnTo>
                  <a:pt x="23" y="21"/>
                </a:lnTo>
                <a:lnTo>
                  <a:pt x="16" y="30"/>
                </a:lnTo>
                <a:lnTo>
                  <a:pt x="14" y="48"/>
                </a:lnTo>
                <a:lnTo>
                  <a:pt x="0" y="5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5" name="Group 176">
            <a:extLst>
              <a:ext uri="{FF2B5EF4-FFF2-40B4-BE49-F238E27FC236}">
                <a16:creationId xmlns:a16="http://schemas.microsoft.com/office/drawing/2014/main" id="{02347C0F-0E19-7E20-BA29-6EE98FE85130}"/>
              </a:ext>
            </a:extLst>
          </p:cNvPr>
          <p:cNvGrpSpPr>
            <a:grpSpLocks/>
          </p:cNvGrpSpPr>
          <p:nvPr/>
        </p:nvGrpSpPr>
        <p:grpSpPr bwMode="auto">
          <a:xfrm>
            <a:off x="4366586" y="4699650"/>
            <a:ext cx="100741" cy="117629"/>
            <a:chOff x="3356" y="2828"/>
            <a:chExt cx="86" cy="106"/>
          </a:xfrm>
          <a:solidFill>
            <a:schemeClr val="accent2"/>
          </a:solidFill>
        </p:grpSpPr>
        <p:sp>
          <p:nvSpPr>
            <p:cNvPr id="466" name="Freeform 763">
              <a:extLst>
                <a:ext uri="{FF2B5EF4-FFF2-40B4-BE49-F238E27FC236}">
                  <a16:creationId xmlns:a16="http://schemas.microsoft.com/office/drawing/2014/main" id="{6D922B9E-0EA8-84A9-6D93-AE605B9A2A4D}"/>
                </a:ext>
              </a:extLst>
            </p:cNvPr>
            <p:cNvSpPr>
              <a:spLocks/>
            </p:cNvSpPr>
            <p:nvPr/>
          </p:nvSpPr>
          <p:spPr bwMode="auto">
            <a:xfrm>
              <a:off x="3356" y="2828"/>
              <a:ext cx="86" cy="86"/>
            </a:xfrm>
            <a:custGeom>
              <a:avLst/>
              <a:gdLst>
                <a:gd name="T0" fmla="*/ 0 w 86"/>
                <a:gd name="T1" fmla="*/ 34 h 86"/>
                <a:gd name="T2" fmla="*/ 0 w 86"/>
                <a:gd name="T3" fmla="*/ 34 h 86"/>
                <a:gd name="T4" fmla="*/ 11 w 86"/>
                <a:gd name="T5" fmla="*/ 15 h 86"/>
                <a:gd name="T6" fmla="*/ 38 w 86"/>
                <a:gd name="T7" fmla="*/ 8 h 86"/>
                <a:gd name="T8" fmla="*/ 72 w 86"/>
                <a:gd name="T9" fmla="*/ 8 h 86"/>
                <a:gd name="T10" fmla="*/ 85 w 86"/>
                <a:gd name="T11" fmla="*/ 0 h 86"/>
                <a:gd name="T12" fmla="*/ 80 w 86"/>
                <a:gd name="T13" fmla="*/ 18 h 86"/>
                <a:gd name="T14" fmla="*/ 57 w 86"/>
                <a:gd name="T15" fmla="*/ 14 h 86"/>
                <a:gd name="T16" fmla="*/ 46 w 86"/>
                <a:gd name="T17" fmla="*/ 29 h 86"/>
                <a:gd name="T18" fmla="*/ 33 w 86"/>
                <a:gd name="T19" fmla="*/ 21 h 86"/>
                <a:gd name="T20" fmla="*/ 42 w 86"/>
                <a:gd name="T21" fmla="*/ 43 h 86"/>
                <a:gd name="T22" fmla="*/ 31 w 86"/>
                <a:gd name="T23" fmla="*/ 48 h 86"/>
                <a:gd name="T24" fmla="*/ 52 w 86"/>
                <a:gd name="T25" fmla="*/ 57 h 86"/>
                <a:gd name="T26" fmla="*/ 52 w 86"/>
                <a:gd name="T27" fmla="*/ 66 h 86"/>
                <a:gd name="T28" fmla="*/ 35 w 86"/>
                <a:gd name="T29" fmla="*/ 69 h 86"/>
                <a:gd name="T30" fmla="*/ 41 w 86"/>
                <a:gd name="T31" fmla="*/ 85 h 86"/>
                <a:gd name="T32" fmla="*/ 20 w 86"/>
                <a:gd name="T33" fmla="*/ 80 h 86"/>
                <a:gd name="T34" fmla="*/ 14 w 86"/>
                <a:gd name="T35" fmla="*/ 65 h 86"/>
                <a:gd name="T36" fmla="*/ 41 w 86"/>
                <a:gd name="T37" fmla="*/ 58 h 86"/>
                <a:gd name="T38" fmla="*/ 14 w 86"/>
                <a:gd name="T39" fmla="*/ 56 h 86"/>
                <a:gd name="T40" fmla="*/ 0 w 86"/>
                <a:gd name="T41" fmla="*/ 34 h 86"/>
                <a:gd name="T42" fmla="*/ 0 w 86"/>
                <a:gd name="T43" fmla="*/ 34 h 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6"/>
                <a:gd name="T67" fmla="*/ 0 h 86"/>
                <a:gd name="T68" fmla="*/ 86 w 86"/>
                <a:gd name="T69" fmla="*/ 86 h 8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6" h="86">
                  <a:moveTo>
                    <a:pt x="0" y="34"/>
                  </a:moveTo>
                  <a:lnTo>
                    <a:pt x="0" y="34"/>
                  </a:lnTo>
                  <a:lnTo>
                    <a:pt x="11" y="15"/>
                  </a:lnTo>
                  <a:lnTo>
                    <a:pt x="38" y="8"/>
                  </a:lnTo>
                  <a:lnTo>
                    <a:pt x="72" y="8"/>
                  </a:lnTo>
                  <a:lnTo>
                    <a:pt x="85" y="0"/>
                  </a:lnTo>
                  <a:lnTo>
                    <a:pt x="80" y="18"/>
                  </a:lnTo>
                  <a:lnTo>
                    <a:pt x="57" y="14"/>
                  </a:lnTo>
                  <a:lnTo>
                    <a:pt x="46" y="29"/>
                  </a:lnTo>
                  <a:lnTo>
                    <a:pt x="33" y="21"/>
                  </a:lnTo>
                  <a:lnTo>
                    <a:pt x="42" y="43"/>
                  </a:lnTo>
                  <a:lnTo>
                    <a:pt x="31" y="48"/>
                  </a:lnTo>
                  <a:lnTo>
                    <a:pt x="52" y="57"/>
                  </a:lnTo>
                  <a:lnTo>
                    <a:pt x="52" y="66"/>
                  </a:lnTo>
                  <a:lnTo>
                    <a:pt x="35" y="69"/>
                  </a:lnTo>
                  <a:lnTo>
                    <a:pt x="41" y="85"/>
                  </a:lnTo>
                  <a:lnTo>
                    <a:pt x="20" y="80"/>
                  </a:lnTo>
                  <a:lnTo>
                    <a:pt x="14" y="65"/>
                  </a:lnTo>
                  <a:lnTo>
                    <a:pt x="41" y="58"/>
                  </a:lnTo>
                  <a:lnTo>
                    <a:pt x="14" y="56"/>
                  </a:lnTo>
                  <a:lnTo>
                    <a:pt x="0" y="3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7" name="Freeform 764">
              <a:extLst>
                <a:ext uri="{FF2B5EF4-FFF2-40B4-BE49-F238E27FC236}">
                  <a16:creationId xmlns:a16="http://schemas.microsoft.com/office/drawing/2014/main" id="{546BF6E1-83CE-A247-40FD-E8FDEC23B993}"/>
                </a:ext>
              </a:extLst>
            </p:cNvPr>
            <p:cNvSpPr>
              <a:spLocks/>
            </p:cNvSpPr>
            <p:nvPr/>
          </p:nvSpPr>
          <p:spPr bwMode="auto">
            <a:xfrm>
              <a:off x="3401" y="2927"/>
              <a:ext cx="41" cy="7"/>
            </a:xfrm>
            <a:custGeom>
              <a:avLst/>
              <a:gdLst>
                <a:gd name="T0" fmla="*/ 0 w 41"/>
                <a:gd name="T1" fmla="*/ 6 h 7"/>
                <a:gd name="T2" fmla="*/ 0 w 41"/>
                <a:gd name="T3" fmla="*/ 6 h 7"/>
                <a:gd name="T4" fmla="*/ 3 w 41"/>
                <a:gd name="T5" fmla="*/ 0 h 7"/>
                <a:gd name="T6" fmla="*/ 40 w 41"/>
                <a:gd name="T7" fmla="*/ 6 h 7"/>
                <a:gd name="T8" fmla="*/ 13 w 41"/>
                <a:gd name="T9" fmla="*/ 6 h 7"/>
                <a:gd name="T10" fmla="*/ 0 w 41"/>
                <a:gd name="T11" fmla="*/ 6 h 7"/>
                <a:gd name="T12" fmla="*/ 0 w 41"/>
                <a:gd name="T13" fmla="*/ 6 h 7"/>
                <a:gd name="T14" fmla="*/ 0 60000 65536"/>
                <a:gd name="T15" fmla="*/ 0 60000 65536"/>
                <a:gd name="T16" fmla="*/ 0 60000 65536"/>
                <a:gd name="T17" fmla="*/ 0 60000 65536"/>
                <a:gd name="T18" fmla="*/ 0 60000 65536"/>
                <a:gd name="T19" fmla="*/ 0 60000 65536"/>
                <a:gd name="T20" fmla="*/ 0 60000 65536"/>
                <a:gd name="T21" fmla="*/ 0 w 41"/>
                <a:gd name="T22" fmla="*/ 0 h 7"/>
                <a:gd name="T23" fmla="*/ 41 w 41"/>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7">
                  <a:moveTo>
                    <a:pt x="0" y="6"/>
                  </a:moveTo>
                  <a:lnTo>
                    <a:pt x="0" y="6"/>
                  </a:lnTo>
                  <a:lnTo>
                    <a:pt x="3" y="0"/>
                  </a:lnTo>
                  <a:lnTo>
                    <a:pt x="40" y="6"/>
                  </a:lnTo>
                  <a:lnTo>
                    <a:pt x="13" y="6"/>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8" name="Freeform 765">
            <a:extLst>
              <a:ext uri="{FF2B5EF4-FFF2-40B4-BE49-F238E27FC236}">
                <a16:creationId xmlns:a16="http://schemas.microsoft.com/office/drawing/2014/main" id="{D741C466-49EC-8CAE-57D2-7DE127AB327D}"/>
              </a:ext>
            </a:extLst>
          </p:cNvPr>
          <p:cNvSpPr>
            <a:spLocks/>
          </p:cNvSpPr>
          <p:nvPr/>
        </p:nvSpPr>
        <p:spPr bwMode="auto">
          <a:xfrm>
            <a:off x="4300886" y="4575268"/>
            <a:ext cx="108042" cy="52729"/>
          </a:xfrm>
          <a:custGeom>
            <a:avLst/>
            <a:gdLst>
              <a:gd name="T0" fmla="*/ 0 w 93"/>
              <a:gd name="T1" fmla="*/ 44700470 h 49"/>
              <a:gd name="T2" fmla="*/ 0 w 93"/>
              <a:gd name="T3" fmla="*/ 44700470 h 49"/>
              <a:gd name="T4" fmla="*/ 22337937 w 93"/>
              <a:gd name="T5" fmla="*/ 12771562 h 49"/>
              <a:gd name="T6" fmla="*/ 52655329 w 93"/>
              <a:gd name="T7" fmla="*/ 20754422 h 49"/>
              <a:gd name="T8" fmla="*/ 102118623 w 93"/>
              <a:gd name="T9" fmla="*/ 0 h 49"/>
              <a:gd name="T10" fmla="*/ 132434743 w 93"/>
              <a:gd name="T11" fmla="*/ 4789967 h 49"/>
              <a:gd name="T12" fmla="*/ 146795741 w 93"/>
              <a:gd name="T13" fmla="*/ 15964451 h 49"/>
              <a:gd name="T14" fmla="*/ 90949660 w 93"/>
              <a:gd name="T15" fmla="*/ 67050695 h 49"/>
              <a:gd name="T16" fmla="*/ 43081751 w 93"/>
              <a:gd name="T17" fmla="*/ 76629363 h 49"/>
              <a:gd name="T18" fmla="*/ 0 w 93"/>
              <a:gd name="T19" fmla="*/ 44700470 h 49"/>
              <a:gd name="T20" fmla="*/ 0 w 93"/>
              <a:gd name="T21" fmla="*/ 44700470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
              <a:gd name="T34" fmla="*/ 0 h 49"/>
              <a:gd name="T35" fmla="*/ 93 w 93"/>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 h="49">
                <a:moveTo>
                  <a:pt x="0" y="28"/>
                </a:moveTo>
                <a:lnTo>
                  <a:pt x="0" y="28"/>
                </a:lnTo>
                <a:lnTo>
                  <a:pt x="14" y="8"/>
                </a:lnTo>
                <a:lnTo>
                  <a:pt x="33" y="13"/>
                </a:lnTo>
                <a:lnTo>
                  <a:pt x="64" y="0"/>
                </a:lnTo>
                <a:lnTo>
                  <a:pt x="83" y="3"/>
                </a:lnTo>
                <a:lnTo>
                  <a:pt x="92" y="10"/>
                </a:lnTo>
                <a:lnTo>
                  <a:pt x="57" y="42"/>
                </a:lnTo>
                <a:lnTo>
                  <a:pt x="27" y="48"/>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9" name="Group 180">
            <a:extLst>
              <a:ext uri="{FF2B5EF4-FFF2-40B4-BE49-F238E27FC236}">
                <a16:creationId xmlns:a16="http://schemas.microsoft.com/office/drawing/2014/main" id="{C6B58DD0-DFF8-EF1E-0E79-50115E89239B}"/>
              </a:ext>
            </a:extLst>
          </p:cNvPr>
          <p:cNvGrpSpPr>
            <a:grpSpLocks/>
          </p:cNvGrpSpPr>
          <p:nvPr/>
        </p:nvGrpSpPr>
        <p:grpSpPr bwMode="auto">
          <a:xfrm>
            <a:off x="4156344" y="4602294"/>
            <a:ext cx="185421" cy="190638"/>
            <a:chOff x="3172" y="2740"/>
            <a:chExt cx="161" cy="170"/>
          </a:xfrm>
          <a:solidFill>
            <a:schemeClr val="accent2"/>
          </a:solidFill>
        </p:grpSpPr>
        <p:sp>
          <p:nvSpPr>
            <p:cNvPr id="470" name="Freeform 767">
              <a:extLst>
                <a:ext uri="{FF2B5EF4-FFF2-40B4-BE49-F238E27FC236}">
                  <a16:creationId xmlns:a16="http://schemas.microsoft.com/office/drawing/2014/main" id="{40E3898D-F1AC-E91A-9F91-9DF0A16BD5EA}"/>
                </a:ext>
              </a:extLst>
            </p:cNvPr>
            <p:cNvSpPr>
              <a:spLocks/>
            </p:cNvSpPr>
            <p:nvPr/>
          </p:nvSpPr>
          <p:spPr bwMode="auto">
            <a:xfrm>
              <a:off x="3172" y="2740"/>
              <a:ext cx="161" cy="151"/>
            </a:xfrm>
            <a:custGeom>
              <a:avLst/>
              <a:gdLst>
                <a:gd name="T0" fmla="*/ 0 w 161"/>
                <a:gd name="T1" fmla="*/ 37 h 151"/>
                <a:gd name="T2" fmla="*/ 0 w 161"/>
                <a:gd name="T3" fmla="*/ 37 h 151"/>
                <a:gd name="T4" fmla="*/ 4 w 161"/>
                <a:gd name="T5" fmla="*/ 20 h 151"/>
                <a:gd name="T6" fmla="*/ 23 w 161"/>
                <a:gd name="T7" fmla="*/ 11 h 151"/>
                <a:gd name="T8" fmla="*/ 31 w 161"/>
                <a:gd name="T9" fmla="*/ 19 h 151"/>
                <a:gd name="T10" fmla="*/ 50 w 161"/>
                <a:gd name="T11" fmla="*/ 4 h 151"/>
                <a:gd name="T12" fmla="*/ 72 w 161"/>
                <a:gd name="T13" fmla="*/ 0 h 151"/>
                <a:gd name="T14" fmla="*/ 95 w 161"/>
                <a:gd name="T15" fmla="*/ 10 h 151"/>
                <a:gd name="T16" fmla="*/ 95 w 161"/>
                <a:gd name="T17" fmla="*/ 27 h 151"/>
                <a:gd name="T18" fmla="*/ 76 w 161"/>
                <a:gd name="T19" fmla="*/ 29 h 151"/>
                <a:gd name="T20" fmla="*/ 78 w 161"/>
                <a:gd name="T21" fmla="*/ 50 h 151"/>
                <a:gd name="T22" fmla="*/ 108 w 161"/>
                <a:gd name="T23" fmla="*/ 83 h 151"/>
                <a:gd name="T24" fmla="*/ 127 w 161"/>
                <a:gd name="T25" fmla="*/ 86 h 151"/>
                <a:gd name="T26" fmla="*/ 126 w 161"/>
                <a:gd name="T27" fmla="*/ 93 h 151"/>
                <a:gd name="T28" fmla="*/ 160 w 161"/>
                <a:gd name="T29" fmla="*/ 115 h 151"/>
                <a:gd name="T30" fmla="*/ 136 w 161"/>
                <a:gd name="T31" fmla="*/ 112 h 151"/>
                <a:gd name="T32" fmla="*/ 141 w 161"/>
                <a:gd name="T33" fmla="*/ 133 h 151"/>
                <a:gd name="T34" fmla="*/ 127 w 161"/>
                <a:gd name="T35" fmla="*/ 150 h 151"/>
                <a:gd name="T36" fmla="*/ 121 w 161"/>
                <a:gd name="T37" fmla="*/ 116 h 151"/>
                <a:gd name="T38" fmla="*/ 61 w 161"/>
                <a:gd name="T39" fmla="*/ 78 h 151"/>
                <a:gd name="T40" fmla="*/ 47 w 161"/>
                <a:gd name="T41" fmla="*/ 53 h 151"/>
                <a:gd name="T42" fmla="*/ 28 w 161"/>
                <a:gd name="T43" fmla="*/ 45 h 151"/>
                <a:gd name="T44" fmla="*/ 10 w 161"/>
                <a:gd name="T45" fmla="*/ 55 h 151"/>
                <a:gd name="T46" fmla="*/ 0 w 161"/>
                <a:gd name="T47" fmla="*/ 37 h 151"/>
                <a:gd name="T48" fmla="*/ 0 w 161"/>
                <a:gd name="T49" fmla="*/ 37 h 1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1"/>
                <a:gd name="T76" fmla="*/ 0 h 151"/>
                <a:gd name="T77" fmla="*/ 161 w 161"/>
                <a:gd name="T78" fmla="*/ 151 h 15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1" h="151">
                  <a:moveTo>
                    <a:pt x="0" y="37"/>
                  </a:moveTo>
                  <a:lnTo>
                    <a:pt x="0" y="37"/>
                  </a:lnTo>
                  <a:lnTo>
                    <a:pt x="4" y="20"/>
                  </a:lnTo>
                  <a:lnTo>
                    <a:pt x="23" y="11"/>
                  </a:lnTo>
                  <a:lnTo>
                    <a:pt x="31" y="19"/>
                  </a:lnTo>
                  <a:lnTo>
                    <a:pt x="50" y="4"/>
                  </a:lnTo>
                  <a:lnTo>
                    <a:pt x="72" y="0"/>
                  </a:lnTo>
                  <a:lnTo>
                    <a:pt x="95" y="10"/>
                  </a:lnTo>
                  <a:lnTo>
                    <a:pt x="95" y="27"/>
                  </a:lnTo>
                  <a:lnTo>
                    <a:pt x="76" y="29"/>
                  </a:lnTo>
                  <a:lnTo>
                    <a:pt x="78" y="50"/>
                  </a:lnTo>
                  <a:lnTo>
                    <a:pt x="108" y="83"/>
                  </a:lnTo>
                  <a:lnTo>
                    <a:pt x="127" y="86"/>
                  </a:lnTo>
                  <a:lnTo>
                    <a:pt x="126" y="93"/>
                  </a:lnTo>
                  <a:lnTo>
                    <a:pt x="160" y="115"/>
                  </a:lnTo>
                  <a:lnTo>
                    <a:pt x="136" y="112"/>
                  </a:lnTo>
                  <a:lnTo>
                    <a:pt x="141" y="133"/>
                  </a:lnTo>
                  <a:lnTo>
                    <a:pt x="127" y="150"/>
                  </a:lnTo>
                  <a:lnTo>
                    <a:pt x="121" y="116"/>
                  </a:lnTo>
                  <a:lnTo>
                    <a:pt x="61" y="78"/>
                  </a:lnTo>
                  <a:lnTo>
                    <a:pt x="47" y="53"/>
                  </a:lnTo>
                  <a:lnTo>
                    <a:pt x="28" y="45"/>
                  </a:lnTo>
                  <a:lnTo>
                    <a:pt x="10" y="55"/>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1" name="Freeform 768">
              <a:extLst>
                <a:ext uri="{FF2B5EF4-FFF2-40B4-BE49-F238E27FC236}">
                  <a16:creationId xmlns:a16="http://schemas.microsoft.com/office/drawing/2014/main" id="{617B4F84-046A-1B8E-202A-F10B7CB03CBA}"/>
                </a:ext>
              </a:extLst>
            </p:cNvPr>
            <p:cNvSpPr>
              <a:spLocks/>
            </p:cNvSpPr>
            <p:nvPr/>
          </p:nvSpPr>
          <p:spPr bwMode="auto">
            <a:xfrm>
              <a:off x="3192" y="2836"/>
              <a:ext cx="21" cy="38"/>
            </a:xfrm>
            <a:custGeom>
              <a:avLst/>
              <a:gdLst>
                <a:gd name="T0" fmla="*/ 0 w 21"/>
                <a:gd name="T1" fmla="*/ 6 h 38"/>
                <a:gd name="T2" fmla="*/ 0 w 21"/>
                <a:gd name="T3" fmla="*/ 6 h 38"/>
                <a:gd name="T4" fmla="*/ 4 w 21"/>
                <a:gd name="T5" fmla="*/ 34 h 38"/>
                <a:gd name="T6" fmla="*/ 12 w 21"/>
                <a:gd name="T7" fmla="*/ 37 h 38"/>
                <a:gd name="T8" fmla="*/ 20 w 21"/>
                <a:gd name="T9" fmla="*/ 15 h 38"/>
                <a:gd name="T10" fmla="*/ 13 w 21"/>
                <a:gd name="T11" fmla="*/ 0 h 38"/>
                <a:gd name="T12" fmla="*/ 0 w 21"/>
                <a:gd name="T13" fmla="*/ 6 h 38"/>
                <a:gd name="T14" fmla="*/ 0 w 21"/>
                <a:gd name="T15" fmla="*/ 6 h 38"/>
                <a:gd name="T16" fmla="*/ 0 60000 65536"/>
                <a:gd name="T17" fmla="*/ 0 60000 65536"/>
                <a:gd name="T18" fmla="*/ 0 60000 65536"/>
                <a:gd name="T19" fmla="*/ 0 60000 65536"/>
                <a:gd name="T20" fmla="*/ 0 60000 65536"/>
                <a:gd name="T21" fmla="*/ 0 60000 65536"/>
                <a:gd name="T22" fmla="*/ 0 60000 65536"/>
                <a:gd name="T23" fmla="*/ 0 60000 65536"/>
                <a:gd name="T24" fmla="*/ 0 w 21"/>
                <a:gd name="T25" fmla="*/ 0 h 38"/>
                <a:gd name="T26" fmla="*/ 21 w 2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 h="38">
                  <a:moveTo>
                    <a:pt x="0" y="6"/>
                  </a:moveTo>
                  <a:lnTo>
                    <a:pt x="0" y="6"/>
                  </a:lnTo>
                  <a:lnTo>
                    <a:pt x="4" y="34"/>
                  </a:lnTo>
                  <a:lnTo>
                    <a:pt x="12" y="37"/>
                  </a:lnTo>
                  <a:lnTo>
                    <a:pt x="20" y="15"/>
                  </a:lnTo>
                  <a:lnTo>
                    <a:pt x="13" y="0"/>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2" name="Freeform 769">
              <a:extLst>
                <a:ext uri="{FF2B5EF4-FFF2-40B4-BE49-F238E27FC236}">
                  <a16:creationId xmlns:a16="http://schemas.microsoft.com/office/drawing/2014/main" id="{263F40ED-DFEE-CDC7-AA1A-CADDAEB00F8B}"/>
                </a:ext>
              </a:extLst>
            </p:cNvPr>
            <p:cNvSpPr>
              <a:spLocks/>
            </p:cNvSpPr>
            <p:nvPr/>
          </p:nvSpPr>
          <p:spPr bwMode="auto">
            <a:xfrm>
              <a:off x="3251" y="2885"/>
              <a:ext cx="43" cy="25"/>
            </a:xfrm>
            <a:custGeom>
              <a:avLst/>
              <a:gdLst>
                <a:gd name="T0" fmla="*/ 0 w 43"/>
                <a:gd name="T1" fmla="*/ 5 h 25"/>
                <a:gd name="T2" fmla="*/ 0 w 43"/>
                <a:gd name="T3" fmla="*/ 5 h 25"/>
                <a:gd name="T4" fmla="*/ 35 w 43"/>
                <a:gd name="T5" fmla="*/ 24 h 25"/>
                <a:gd name="T6" fmla="*/ 42 w 43"/>
                <a:gd name="T7" fmla="*/ 0 h 25"/>
                <a:gd name="T8" fmla="*/ 0 w 43"/>
                <a:gd name="T9" fmla="*/ 5 h 25"/>
                <a:gd name="T10" fmla="*/ 0 w 43"/>
                <a:gd name="T11" fmla="*/ 5 h 25"/>
                <a:gd name="T12" fmla="*/ 0 60000 65536"/>
                <a:gd name="T13" fmla="*/ 0 60000 65536"/>
                <a:gd name="T14" fmla="*/ 0 60000 65536"/>
                <a:gd name="T15" fmla="*/ 0 60000 65536"/>
                <a:gd name="T16" fmla="*/ 0 60000 65536"/>
                <a:gd name="T17" fmla="*/ 0 60000 65536"/>
                <a:gd name="T18" fmla="*/ 0 w 43"/>
                <a:gd name="T19" fmla="*/ 0 h 25"/>
                <a:gd name="T20" fmla="*/ 43 w 43"/>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43" h="25">
                  <a:moveTo>
                    <a:pt x="0" y="5"/>
                  </a:moveTo>
                  <a:lnTo>
                    <a:pt x="0" y="5"/>
                  </a:lnTo>
                  <a:lnTo>
                    <a:pt x="35" y="24"/>
                  </a:lnTo>
                  <a:lnTo>
                    <a:pt x="42" y="0"/>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73" name="Freeform 770">
            <a:extLst>
              <a:ext uri="{FF2B5EF4-FFF2-40B4-BE49-F238E27FC236}">
                <a16:creationId xmlns:a16="http://schemas.microsoft.com/office/drawing/2014/main" id="{13407038-6252-10CD-9793-064B51ED5F4A}"/>
              </a:ext>
            </a:extLst>
          </p:cNvPr>
          <p:cNvSpPr>
            <a:spLocks/>
          </p:cNvSpPr>
          <p:nvPr/>
        </p:nvSpPr>
        <p:spPr bwMode="auto">
          <a:xfrm>
            <a:off x="4140285" y="4542819"/>
            <a:ext cx="8760" cy="14872"/>
          </a:xfrm>
          <a:custGeom>
            <a:avLst/>
            <a:gdLst>
              <a:gd name="T0" fmla="*/ 0 w 8"/>
              <a:gd name="T1" fmla="*/ 19058317 h 12"/>
              <a:gd name="T2" fmla="*/ 0 w 8"/>
              <a:gd name="T3" fmla="*/ 19058317 h 12"/>
              <a:gd name="T4" fmla="*/ 7087790 w 8"/>
              <a:gd name="T5" fmla="*/ 0 h 12"/>
              <a:gd name="T6" fmla="*/ 9922669 w 8"/>
              <a:gd name="T7" fmla="*/ 23292851 h 12"/>
              <a:gd name="T8" fmla="*/ 0 w 8"/>
              <a:gd name="T9" fmla="*/ 19058317 h 12"/>
              <a:gd name="T10" fmla="*/ 0 w 8"/>
              <a:gd name="T11" fmla="*/ 19058317 h 12"/>
              <a:gd name="T12" fmla="*/ 0 60000 65536"/>
              <a:gd name="T13" fmla="*/ 0 60000 65536"/>
              <a:gd name="T14" fmla="*/ 0 60000 65536"/>
              <a:gd name="T15" fmla="*/ 0 60000 65536"/>
              <a:gd name="T16" fmla="*/ 0 60000 65536"/>
              <a:gd name="T17" fmla="*/ 0 60000 65536"/>
              <a:gd name="T18" fmla="*/ 0 w 8"/>
              <a:gd name="T19" fmla="*/ 0 h 12"/>
              <a:gd name="T20" fmla="*/ 8 w 8"/>
              <a:gd name="T21" fmla="*/ 12 h 12"/>
            </a:gdLst>
            <a:ahLst/>
            <a:cxnLst>
              <a:cxn ang="T12">
                <a:pos x="T0" y="T1"/>
              </a:cxn>
              <a:cxn ang="T13">
                <a:pos x="T2" y="T3"/>
              </a:cxn>
              <a:cxn ang="T14">
                <a:pos x="T4" y="T5"/>
              </a:cxn>
              <a:cxn ang="T15">
                <a:pos x="T6" y="T7"/>
              </a:cxn>
              <a:cxn ang="T16">
                <a:pos x="T8" y="T9"/>
              </a:cxn>
              <a:cxn ang="T17">
                <a:pos x="T10" y="T11"/>
              </a:cxn>
            </a:cxnLst>
            <a:rect l="T18" t="T19" r="T20" b="T21"/>
            <a:pathLst>
              <a:path w="8" h="12">
                <a:moveTo>
                  <a:pt x="0" y="9"/>
                </a:moveTo>
                <a:lnTo>
                  <a:pt x="0" y="9"/>
                </a:lnTo>
                <a:lnTo>
                  <a:pt x="5" y="0"/>
                </a:lnTo>
                <a:lnTo>
                  <a:pt x="7" y="1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4" name="Freeform 771">
            <a:extLst>
              <a:ext uri="{FF2B5EF4-FFF2-40B4-BE49-F238E27FC236}">
                <a16:creationId xmlns:a16="http://schemas.microsoft.com/office/drawing/2014/main" id="{0D8C3209-A9C4-CB3F-C112-E5CB1DD05E00}"/>
              </a:ext>
            </a:extLst>
          </p:cNvPr>
          <p:cNvSpPr>
            <a:spLocks/>
          </p:cNvSpPr>
          <p:nvPr/>
        </p:nvSpPr>
        <p:spPr bwMode="auto">
          <a:xfrm>
            <a:off x="4106704" y="4479272"/>
            <a:ext cx="58401" cy="54083"/>
          </a:xfrm>
          <a:custGeom>
            <a:avLst/>
            <a:gdLst>
              <a:gd name="T0" fmla="*/ 0 w 50"/>
              <a:gd name="T1" fmla="*/ 62062469 h 47"/>
              <a:gd name="T2" fmla="*/ 0 w 50"/>
              <a:gd name="T3" fmla="*/ 62062469 h 47"/>
              <a:gd name="T4" fmla="*/ 30645101 w 50"/>
              <a:gd name="T5" fmla="*/ 52936036 h 47"/>
              <a:gd name="T6" fmla="*/ 14516101 w 50"/>
              <a:gd name="T7" fmla="*/ 41982954 h 47"/>
              <a:gd name="T8" fmla="*/ 29032201 w 50"/>
              <a:gd name="T9" fmla="*/ 12777012 h 47"/>
              <a:gd name="T10" fmla="*/ 41935407 w 50"/>
              <a:gd name="T11" fmla="*/ 32856521 h 47"/>
              <a:gd name="T12" fmla="*/ 41935407 w 50"/>
              <a:gd name="T13" fmla="*/ 0 h 47"/>
              <a:gd name="T14" fmla="*/ 79032096 w 50"/>
              <a:gd name="T15" fmla="*/ 0 h 47"/>
              <a:gd name="T16" fmla="*/ 75806297 w 50"/>
              <a:gd name="T17" fmla="*/ 32856521 h 47"/>
              <a:gd name="T18" fmla="*/ 53225704 w 50"/>
              <a:gd name="T19" fmla="*/ 43809592 h 47"/>
              <a:gd name="T20" fmla="*/ 53225704 w 50"/>
              <a:gd name="T21" fmla="*/ 83967260 h 47"/>
              <a:gd name="T22" fmla="*/ 32258000 w 50"/>
              <a:gd name="T23" fmla="*/ 60237182 h 47"/>
              <a:gd name="T24" fmla="*/ 0 w 50"/>
              <a:gd name="T25" fmla="*/ 62062469 h 47"/>
              <a:gd name="T26" fmla="*/ 0 w 50"/>
              <a:gd name="T27" fmla="*/ 62062469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
              <a:gd name="T43" fmla="*/ 0 h 47"/>
              <a:gd name="T44" fmla="*/ 50 w 50"/>
              <a:gd name="T45" fmla="*/ 47 h 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 h="47">
                <a:moveTo>
                  <a:pt x="0" y="34"/>
                </a:moveTo>
                <a:lnTo>
                  <a:pt x="0" y="34"/>
                </a:lnTo>
                <a:lnTo>
                  <a:pt x="19" y="29"/>
                </a:lnTo>
                <a:lnTo>
                  <a:pt x="9" y="23"/>
                </a:lnTo>
                <a:lnTo>
                  <a:pt x="18" y="7"/>
                </a:lnTo>
                <a:lnTo>
                  <a:pt x="26" y="18"/>
                </a:lnTo>
                <a:lnTo>
                  <a:pt x="26" y="0"/>
                </a:lnTo>
                <a:lnTo>
                  <a:pt x="49" y="0"/>
                </a:lnTo>
                <a:lnTo>
                  <a:pt x="47" y="18"/>
                </a:lnTo>
                <a:lnTo>
                  <a:pt x="33" y="24"/>
                </a:lnTo>
                <a:lnTo>
                  <a:pt x="33" y="46"/>
                </a:lnTo>
                <a:lnTo>
                  <a:pt x="20" y="33"/>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5" name="Freeform 772">
            <a:extLst>
              <a:ext uri="{FF2B5EF4-FFF2-40B4-BE49-F238E27FC236}">
                <a16:creationId xmlns:a16="http://schemas.microsoft.com/office/drawing/2014/main" id="{26B288BC-4DC4-B055-C199-2C43A22E8C8C}"/>
              </a:ext>
            </a:extLst>
          </p:cNvPr>
          <p:cNvSpPr>
            <a:spLocks/>
          </p:cNvSpPr>
          <p:nvPr/>
        </p:nvSpPr>
        <p:spPr bwMode="auto">
          <a:xfrm>
            <a:off x="4128604" y="4061487"/>
            <a:ext cx="405884" cy="316381"/>
          </a:xfrm>
          <a:custGeom>
            <a:avLst/>
            <a:gdLst>
              <a:gd name="T0" fmla="*/ 0 w 354"/>
              <a:gd name="T1" fmla="*/ 360167831 h 285"/>
              <a:gd name="T2" fmla="*/ 51288450 w 354"/>
              <a:gd name="T3" fmla="*/ 366963865 h 285"/>
              <a:gd name="T4" fmla="*/ 1554611 w 354"/>
              <a:gd name="T5" fmla="*/ 389049022 h 285"/>
              <a:gd name="T6" fmla="*/ 9325172 w 354"/>
              <a:gd name="T7" fmla="*/ 423027891 h 285"/>
              <a:gd name="T8" fmla="*/ 6217197 w 354"/>
              <a:gd name="T9" fmla="*/ 436618657 h 285"/>
              <a:gd name="T10" fmla="*/ 13987759 w 354"/>
              <a:gd name="T11" fmla="*/ 468897865 h 285"/>
              <a:gd name="T12" fmla="*/ 108795341 w 354"/>
              <a:gd name="T13" fmla="*/ 451909083 h 285"/>
              <a:gd name="T14" fmla="*/ 130553653 w 354"/>
              <a:gd name="T15" fmla="*/ 451909083 h 285"/>
              <a:gd name="T16" fmla="*/ 150758602 w 354"/>
              <a:gd name="T17" fmla="*/ 385652309 h 285"/>
              <a:gd name="T18" fmla="*/ 150758602 w 354"/>
              <a:gd name="T19" fmla="*/ 358469474 h 285"/>
              <a:gd name="T20" fmla="*/ 191168538 w 354"/>
              <a:gd name="T21" fmla="*/ 273524176 h 285"/>
              <a:gd name="T22" fmla="*/ 202048317 w 354"/>
              <a:gd name="T23" fmla="*/ 200471367 h 285"/>
              <a:gd name="T24" fmla="*/ 245566189 w 354"/>
              <a:gd name="T25" fmla="*/ 130815232 h 285"/>
              <a:gd name="T26" fmla="*/ 279758891 w 354"/>
              <a:gd name="T27" fmla="*/ 105332058 h 285"/>
              <a:gd name="T28" fmla="*/ 320167542 w 354"/>
              <a:gd name="T29" fmla="*/ 83246880 h 285"/>
              <a:gd name="T30" fmla="*/ 345035153 w 354"/>
              <a:gd name="T31" fmla="*/ 71354472 h 285"/>
              <a:gd name="T32" fmla="*/ 413420557 w 354"/>
              <a:gd name="T33" fmla="*/ 98536023 h 285"/>
              <a:gd name="T34" fmla="*/ 446058649 w 354"/>
              <a:gd name="T35" fmla="*/ 52666029 h 285"/>
              <a:gd name="T36" fmla="*/ 509781469 w 354"/>
              <a:gd name="T37" fmla="*/ 56064046 h 285"/>
              <a:gd name="T38" fmla="*/ 547083392 w 354"/>
              <a:gd name="T39" fmla="*/ 52666029 h 285"/>
              <a:gd name="T40" fmla="*/ 526878443 w 354"/>
              <a:gd name="T41" fmla="*/ 50967672 h 285"/>
              <a:gd name="T42" fmla="*/ 548636756 w 354"/>
              <a:gd name="T43" fmla="*/ 27182845 h 285"/>
              <a:gd name="T44" fmla="*/ 484913936 w 354"/>
              <a:gd name="T45" fmla="*/ 27182845 h 285"/>
              <a:gd name="T46" fmla="*/ 477143377 w 354"/>
              <a:gd name="T47" fmla="*/ 0 h 285"/>
              <a:gd name="T48" fmla="*/ 458493039 w 354"/>
              <a:gd name="T49" fmla="*/ 28881201 h 285"/>
              <a:gd name="T50" fmla="*/ 422745726 w 354"/>
              <a:gd name="T51" fmla="*/ 44171637 h 285"/>
              <a:gd name="T52" fmla="*/ 422745726 w 354"/>
              <a:gd name="T53" fmla="*/ 5096375 h 285"/>
              <a:gd name="T54" fmla="*/ 349697737 w 354"/>
              <a:gd name="T55" fmla="*/ 32279219 h 285"/>
              <a:gd name="T56" fmla="*/ 345035153 w 354"/>
              <a:gd name="T57" fmla="*/ 44171637 h 285"/>
              <a:gd name="T58" fmla="*/ 323276762 w 354"/>
              <a:gd name="T59" fmla="*/ 49268012 h 285"/>
              <a:gd name="T60" fmla="*/ 298409229 w 354"/>
              <a:gd name="T61" fmla="*/ 54364386 h 285"/>
              <a:gd name="T62" fmla="*/ 276649670 w 354"/>
              <a:gd name="T63" fmla="*/ 67956455 h 285"/>
              <a:gd name="T64" fmla="*/ 244011578 w 354"/>
              <a:gd name="T65" fmla="*/ 107031718 h 285"/>
              <a:gd name="T66" fmla="*/ 223806630 w 354"/>
              <a:gd name="T67" fmla="*/ 122320840 h 285"/>
              <a:gd name="T68" fmla="*/ 230023825 w 354"/>
              <a:gd name="T69" fmla="*/ 142707640 h 285"/>
              <a:gd name="T70" fmla="*/ 155421186 w 354"/>
              <a:gd name="T71" fmla="*/ 232750576 h 285"/>
              <a:gd name="T72" fmla="*/ 108795341 w 354"/>
              <a:gd name="T73" fmla="*/ 293910976 h 285"/>
              <a:gd name="T74" fmla="*/ 76155983 w 354"/>
              <a:gd name="T75" fmla="*/ 299007350 h 285"/>
              <a:gd name="T76" fmla="*/ 51288450 w 354"/>
              <a:gd name="T77" fmla="*/ 329588201 h 285"/>
              <a:gd name="T78" fmla="*/ 31084738 w 354"/>
              <a:gd name="T79" fmla="*/ 344877405 h 285"/>
              <a:gd name="T80" fmla="*/ 29530127 w 354"/>
              <a:gd name="T81" fmla="*/ 351673440 h 285"/>
              <a:gd name="T82" fmla="*/ 0 w 354"/>
              <a:gd name="T83" fmla="*/ 360167831 h 28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54"/>
              <a:gd name="T127" fmla="*/ 0 h 285"/>
              <a:gd name="T128" fmla="*/ 354 w 354"/>
              <a:gd name="T129" fmla="*/ 285 h 28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54" h="285">
                <a:moveTo>
                  <a:pt x="0" y="212"/>
                </a:moveTo>
                <a:lnTo>
                  <a:pt x="0" y="212"/>
                </a:lnTo>
                <a:lnTo>
                  <a:pt x="1" y="224"/>
                </a:lnTo>
                <a:lnTo>
                  <a:pt x="33" y="216"/>
                </a:lnTo>
                <a:lnTo>
                  <a:pt x="34" y="221"/>
                </a:lnTo>
                <a:lnTo>
                  <a:pt x="1" y="229"/>
                </a:lnTo>
                <a:lnTo>
                  <a:pt x="9" y="234"/>
                </a:lnTo>
                <a:lnTo>
                  <a:pt x="6" y="249"/>
                </a:lnTo>
                <a:lnTo>
                  <a:pt x="28" y="236"/>
                </a:lnTo>
                <a:lnTo>
                  <a:pt x="4" y="257"/>
                </a:lnTo>
                <a:lnTo>
                  <a:pt x="18" y="257"/>
                </a:lnTo>
                <a:lnTo>
                  <a:pt x="9" y="276"/>
                </a:lnTo>
                <a:lnTo>
                  <a:pt x="43" y="284"/>
                </a:lnTo>
                <a:lnTo>
                  <a:pt x="70" y="266"/>
                </a:lnTo>
                <a:lnTo>
                  <a:pt x="76" y="249"/>
                </a:lnTo>
                <a:lnTo>
                  <a:pt x="84" y="266"/>
                </a:lnTo>
                <a:lnTo>
                  <a:pt x="100" y="245"/>
                </a:lnTo>
                <a:lnTo>
                  <a:pt x="97" y="227"/>
                </a:lnTo>
                <a:lnTo>
                  <a:pt x="104" y="220"/>
                </a:lnTo>
                <a:lnTo>
                  <a:pt x="97" y="211"/>
                </a:lnTo>
                <a:lnTo>
                  <a:pt x="98" y="171"/>
                </a:lnTo>
                <a:lnTo>
                  <a:pt x="123" y="161"/>
                </a:lnTo>
                <a:lnTo>
                  <a:pt x="118" y="149"/>
                </a:lnTo>
                <a:lnTo>
                  <a:pt x="130" y="118"/>
                </a:lnTo>
                <a:lnTo>
                  <a:pt x="153" y="95"/>
                </a:lnTo>
                <a:lnTo>
                  <a:pt x="158" y="77"/>
                </a:lnTo>
                <a:lnTo>
                  <a:pt x="175" y="73"/>
                </a:lnTo>
                <a:lnTo>
                  <a:pt x="180" y="62"/>
                </a:lnTo>
                <a:lnTo>
                  <a:pt x="205" y="64"/>
                </a:lnTo>
                <a:lnTo>
                  <a:pt x="206" y="49"/>
                </a:lnTo>
                <a:lnTo>
                  <a:pt x="212" y="49"/>
                </a:lnTo>
                <a:lnTo>
                  <a:pt x="222" y="42"/>
                </a:lnTo>
                <a:lnTo>
                  <a:pt x="237" y="56"/>
                </a:lnTo>
                <a:lnTo>
                  <a:pt x="266" y="58"/>
                </a:lnTo>
                <a:lnTo>
                  <a:pt x="282" y="50"/>
                </a:lnTo>
                <a:lnTo>
                  <a:pt x="287" y="31"/>
                </a:lnTo>
                <a:lnTo>
                  <a:pt x="314" y="26"/>
                </a:lnTo>
                <a:lnTo>
                  <a:pt x="328" y="33"/>
                </a:lnTo>
                <a:lnTo>
                  <a:pt x="326" y="49"/>
                </a:lnTo>
                <a:lnTo>
                  <a:pt x="352" y="31"/>
                </a:lnTo>
                <a:lnTo>
                  <a:pt x="335" y="34"/>
                </a:lnTo>
                <a:lnTo>
                  <a:pt x="339" y="30"/>
                </a:lnTo>
                <a:lnTo>
                  <a:pt x="322" y="25"/>
                </a:lnTo>
                <a:lnTo>
                  <a:pt x="353" y="16"/>
                </a:lnTo>
                <a:lnTo>
                  <a:pt x="328" y="5"/>
                </a:lnTo>
                <a:lnTo>
                  <a:pt x="312" y="16"/>
                </a:lnTo>
                <a:lnTo>
                  <a:pt x="320" y="2"/>
                </a:lnTo>
                <a:lnTo>
                  <a:pt x="307" y="0"/>
                </a:lnTo>
                <a:lnTo>
                  <a:pt x="299" y="16"/>
                </a:lnTo>
                <a:lnTo>
                  <a:pt x="295" y="17"/>
                </a:lnTo>
                <a:lnTo>
                  <a:pt x="295" y="4"/>
                </a:lnTo>
                <a:lnTo>
                  <a:pt x="272" y="26"/>
                </a:lnTo>
                <a:lnTo>
                  <a:pt x="284" y="6"/>
                </a:lnTo>
                <a:lnTo>
                  <a:pt x="272" y="3"/>
                </a:lnTo>
                <a:lnTo>
                  <a:pt x="248" y="27"/>
                </a:lnTo>
                <a:lnTo>
                  <a:pt x="225" y="19"/>
                </a:lnTo>
                <a:lnTo>
                  <a:pt x="231" y="33"/>
                </a:lnTo>
                <a:lnTo>
                  <a:pt x="222" y="26"/>
                </a:lnTo>
                <a:lnTo>
                  <a:pt x="206" y="43"/>
                </a:lnTo>
                <a:lnTo>
                  <a:pt x="208" y="29"/>
                </a:lnTo>
                <a:lnTo>
                  <a:pt x="199" y="41"/>
                </a:lnTo>
                <a:lnTo>
                  <a:pt x="192" y="32"/>
                </a:lnTo>
                <a:lnTo>
                  <a:pt x="197" y="45"/>
                </a:lnTo>
                <a:lnTo>
                  <a:pt x="178" y="40"/>
                </a:lnTo>
                <a:lnTo>
                  <a:pt x="173" y="56"/>
                </a:lnTo>
                <a:lnTo>
                  <a:pt x="157" y="63"/>
                </a:lnTo>
                <a:lnTo>
                  <a:pt x="172" y="64"/>
                </a:lnTo>
                <a:lnTo>
                  <a:pt x="144" y="72"/>
                </a:lnTo>
                <a:lnTo>
                  <a:pt x="139" y="84"/>
                </a:lnTo>
                <a:lnTo>
                  <a:pt x="148" y="84"/>
                </a:lnTo>
                <a:lnTo>
                  <a:pt x="113" y="104"/>
                </a:lnTo>
                <a:lnTo>
                  <a:pt x="100" y="137"/>
                </a:lnTo>
                <a:lnTo>
                  <a:pt x="63" y="166"/>
                </a:lnTo>
                <a:lnTo>
                  <a:pt x="70" y="173"/>
                </a:lnTo>
                <a:lnTo>
                  <a:pt x="86" y="168"/>
                </a:lnTo>
                <a:lnTo>
                  <a:pt x="49" y="176"/>
                </a:lnTo>
                <a:lnTo>
                  <a:pt x="28" y="188"/>
                </a:lnTo>
                <a:lnTo>
                  <a:pt x="33" y="194"/>
                </a:lnTo>
                <a:lnTo>
                  <a:pt x="19" y="194"/>
                </a:lnTo>
                <a:lnTo>
                  <a:pt x="20" y="203"/>
                </a:lnTo>
                <a:lnTo>
                  <a:pt x="2" y="203"/>
                </a:lnTo>
                <a:lnTo>
                  <a:pt x="19" y="207"/>
                </a:lnTo>
                <a:lnTo>
                  <a:pt x="0" y="2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6" name="Freeform 773">
            <a:extLst>
              <a:ext uri="{FF2B5EF4-FFF2-40B4-BE49-F238E27FC236}">
                <a16:creationId xmlns:a16="http://schemas.microsoft.com/office/drawing/2014/main" id="{EB47C1E6-5D6A-2401-A270-B6789FC2D07E}"/>
              </a:ext>
            </a:extLst>
          </p:cNvPr>
          <p:cNvSpPr>
            <a:spLocks/>
          </p:cNvSpPr>
          <p:nvPr/>
        </p:nvSpPr>
        <p:spPr bwMode="auto">
          <a:xfrm>
            <a:off x="4271685" y="4449527"/>
            <a:ext cx="156221" cy="117629"/>
          </a:xfrm>
          <a:custGeom>
            <a:avLst/>
            <a:gdLst>
              <a:gd name="T0" fmla="*/ 0 w 137"/>
              <a:gd name="T1" fmla="*/ 32364034 h 103"/>
              <a:gd name="T2" fmla="*/ 0 w 137"/>
              <a:gd name="T3" fmla="*/ 32364034 h 103"/>
              <a:gd name="T4" fmla="*/ 12298256 w 137"/>
              <a:gd name="T5" fmla="*/ 129457475 h 103"/>
              <a:gd name="T6" fmla="*/ 122981312 w 137"/>
              <a:gd name="T7" fmla="*/ 178003552 h 103"/>
              <a:gd name="T8" fmla="*/ 175249229 w 137"/>
              <a:gd name="T9" fmla="*/ 183398003 h 103"/>
              <a:gd name="T10" fmla="*/ 209069110 w 137"/>
              <a:gd name="T11" fmla="*/ 134851926 h 103"/>
              <a:gd name="T12" fmla="*/ 192159789 w 137"/>
              <a:gd name="T13" fmla="*/ 79113269 h 103"/>
              <a:gd name="T14" fmla="*/ 204458040 w 137"/>
              <a:gd name="T15" fmla="*/ 66526217 h 103"/>
              <a:gd name="T16" fmla="*/ 196770858 w 137"/>
              <a:gd name="T17" fmla="*/ 23374623 h 103"/>
              <a:gd name="T18" fmla="*/ 116832806 w 137"/>
              <a:gd name="T19" fmla="*/ 8990754 h 103"/>
              <a:gd name="T20" fmla="*/ 66102345 w 137"/>
              <a:gd name="T21" fmla="*/ 0 h 103"/>
              <a:gd name="T22" fmla="*/ 0 w 137"/>
              <a:gd name="T23" fmla="*/ 32364034 h 103"/>
              <a:gd name="T24" fmla="*/ 0 w 137"/>
              <a:gd name="T25" fmla="*/ 32364034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7"/>
              <a:gd name="T40" fmla="*/ 0 h 103"/>
              <a:gd name="T41" fmla="*/ 137 w 137"/>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7" h="103">
                <a:moveTo>
                  <a:pt x="0" y="18"/>
                </a:moveTo>
                <a:lnTo>
                  <a:pt x="0" y="18"/>
                </a:lnTo>
                <a:lnTo>
                  <a:pt x="8" y="72"/>
                </a:lnTo>
                <a:lnTo>
                  <a:pt x="80" y="99"/>
                </a:lnTo>
                <a:lnTo>
                  <a:pt x="114" y="102"/>
                </a:lnTo>
                <a:lnTo>
                  <a:pt x="136" y="75"/>
                </a:lnTo>
                <a:lnTo>
                  <a:pt x="125" y="44"/>
                </a:lnTo>
                <a:lnTo>
                  <a:pt x="133" y="37"/>
                </a:lnTo>
                <a:lnTo>
                  <a:pt x="128" y="13"/>
                </a:lnTo>
                <a:lnTo>
                  <a:pt x="76" y="5"/>
                </a:lnTo>
                <a:lnTo>
                  <a:pt x="43"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7" name="Freeform 774">
            <a:extLst>
              <a:ext uri="{FF2B5EF4-FFF2-40B4-BE49-F238E27FC236}">
                <a16:creationId xmlns:a16="http://schemas.microsoft.com/office/drawing/2014/main" id="{D6B82462-101B-5567-A0CF-6CD34A0CAF71}"/>
              </a:ext>
            </a:extLst>
          </p:cNvPr>
          <p:cNvSpPr>
            <a:spLocks/>
          </p:cNvSpPr>
          <p:nvPr/>
        </p:nvSpPr>
        <p:spPr bwMode="auto">
          <a:xfrm>
            <a:off x="3908142" y="4699657"/>
            <a:ext cx="49641" cy="85178"/>
          </a:xfrm>
          <a:custGeom>
            <a:avLst/>
            <a:gdLst>
              <a:gd name="T0" fmla="*/ 0 w 44"/>
              <a:gd name="T1" fmla="*/ 82664452 h 77"/>
              <a:gd name="T2" fmla="*/ 0 w 44"/>
              <a:gd name="T3" fmla="*/ 82664452 h 77"/>
              <a:gd name="T4" fmla="*/ 10533713 w 44"/>
              <a:gd name="T5" fmla="*/ 0 h 77"/>
              <a:gd name="T6" fmla="*/ 64706208 w 44"/>
              <a:gd name="T7" fmla="*/ 5061646 h 77"/>
              <a:gd name="T8" fmla="*/ 40629686 w 44"/>
              <a:gd name="T9" fmla="*/ 59046043 h 77"/>
              <a:gd name="T10" fmla="*/ 40629686 w 44"/>
              <a:gd name="T11" fmla="*/ 124839645 h 77"/>
              <a:gd name="T12" fmla="*/ 9028545 w 44"/>
              <a:gd name="T13" fmla="*/ 128214075 h 77"/>
              <a:gd name="T14" fmla="*/ 13542818 w 44"/>
              <a:gd name="T15" fmla="*/ 87726116 h 77"/>
              <a:gd name="T16" fmla="*/ 0 w 44"/>
              <a:gd name="T17" fmla="*/ 82664452 h 77"/>
              <a:gd name="T18" fmla="*/ 0 w 44"/>
              <a:gd name="T19" fmla="*/ 82664452 h 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77"/>
              <a:gd name="T32" fmla="*/ 44 w 44"/>
              <a:gd name="T33" fmla="*/ 77 h 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77">
                <a:moveTo>
                  <a:pt x="0" y="49"/>
                </a:moveTo>
                <a:lnTo>
                  <a:pt x="0" y="49"/>
                </a:lnTo>
                <a:lnTo>
                  <a:pt x="7" y="0"/>
                </a:lnTo>
                <a:lnTo>
                  <a:pt x="43" y="3"/>
                </a:lnTo>
                <a:lnTo>
                  <a:pt x="27" y="35"/>
                </a:lnTo>
                <a:lnTo>
                  <a:pt x="27" y="74"/>
                </a:lnTo>
                <a:lnTo>
                  <a:pt x="6" y="76"/>
                </a:lnTo>
                <a:lnTo>
                  <a:pt x="9" y="52"/>
                </a:lnTo>
                <a:lnTo>
                  <a:pt x="0" y="4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8" name="Freeform 775">
            <a:extLst>
              <a:ext uri="{FF2B5EF4-FFF2-40B4-BE49-F238E27FC236}">
                <a16:creationId xmlns:a16="http://schemas.microsoft.com/office/drawing/2014/main" id="{4427F1DF-9E4D-0758-9013-AAFCC9A8CF25}"/>
              </a:ext>
            </a:extLst>
          </p:cNvPr>
          <p:cNvSpPr>
            <a:spLocks/>
          </p:cNvSpPr>
          <p:nvPr/>
        </p:nvSpPr>
        <p:spPr bwMode="auto">
          <a:xfrm>
            <a:off x="4366586" y="4580676"/>
            <a:ext cx="148921" cy="85178"/>
          </a:xfrm>
          <a:custGeom>
            <a:avLst/>
            <a:gdLst>
              <a:gd name="T0" fmla="*/ 0 w 130"/>
              <a:gd name="T1" fmla="*/ 62420472 h 77"/>
              <a:gd name="T2" fmla="*/ 0 w 130"/>
              <a:gd name="T3" fmla="*/ 62420472 h 77"/>
              <a:gd name="T4" fmla="*/ 54300920 w 130"/>
              <a:gd name="T5" fmla="*/ 116404870 h 77"/>
              <a:gd name="T6" fmla="*/ 178417678 w 130"/>
              <a:gd name="T7" fmla="*/ 128214075 h 77"/>
              <a:gd name="T8" fmla="*/ 200138038 w 130"/>
              <a:gd name="T9" fmla="*/ 82664452 h 77"/>
              <a:gd name="T10" fmla="*/ 169109486 w 130"/>
              <a:gd name="T11" fmla="*/ 80977237 h 77"/>
              <a:gd name="T12" fmla="*/ 166006755 w 130"/>
              <a:gd name="T13" fmla="*/ 42175184 h 77"/>
              <a:gd name="T14" fmla="*/ 138079649 w 130"/>
              <a:gd name="T15" fmla="*/ 0 h 77"/>
              <a:gd name="T16" fmla="*/ 54300920 w 130"/>
              <a:gd name="T17" fmla="*/ 8434777 h 77"/>
              <a:gd name="T18" fmla="*/ 0 w 130"/>
              <a:gd name="T19" fmla="*/ 62420472 h 77"/>
              <a:gd name="T20" fmla="*/ 0 w 130"/>
              <a:gd name="T21" fmla="*/ 62420472 h 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0"/>
              <a:gd name="T34" fmla="*/ 0 h 77"/>
              <a:gd name="T35" fmla="*/ 130 w 130"/>
              <a:gd name="T36" fmla="*/ 77 h 7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0" h="77">
                <a:moveTo>
                  <a:pt x="0" y="37"/>
                </a:moveTo>
                <a:lnTo>
                  <a:pt x="0" y="37"/>
                </a:lnTo>
                <a:lnTo>
                  <a:pt x="35" y="69"/>
                </a:lnTo>
                <a:lnTo>
                  <a:pt x="115" y="76"/>
                </a:lnTo>
                <a:lnTo>
                  <a:pt x="129" y="49"/>
                </a:lnTo>
                <a:lnTo>
                  <a:pt x="109" y="48"/>
                </a:lnTo>
                <a:lnTo>
                  <a:pt x="107" y="25"/>
                </a:lnTo>
                <a:lnTo>
                  <a:pt x="89" y="0"/>
                </a:lnTo>
                <a:lnTo>
                  <a:pt x="35" y="5"/>
                </a:lnTo>
                <a:lnTo>
                  <a:pt x="0" y="3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9" name="Freeform 776">
            <a:extLst>
              <a:ext uri="{FF2B5EF4-FFF2-40B4-BE49-F238E27FC236}">
                <a16:creationId xmlns:a16="http://schemas.microsoft.com/office/drawing/2014/main" id="{4D7E7969-4319-094F-8748-241F16014D60}"/>
              </a:ext>
            </a:extLst>
          </p:cNvPr>
          <p:cNvSpPr>
            <a:spLocks/>
          </p:cNvSpPr>
          <p:nvPr/>
        </p:nvSpPr>
        <p:spPr bwMode="auto">
          <a:xfrm>
            <a:off x="3909603" y="4665855"/>
            <a:ext cx="192721" cy="135206"/>
          </a:xfrm>
          <a:custGeom>
            <a:avLst/>
            <a:gdLst>
              <a:gd name="T0" fmla="*/ 0 w 168"/>
              <a:gd name="T1" fmla="*/ 16931599 h 122"/>
              <a:gd name="T2" fmla="*/ 0 w 168"/>
              <a:gd name="T3" fmla="*/ 16931599 h 122"/>
              <a:gd name="T4" fmla="*/ 7779543 w 168"/>
              <a:gd name="T5" fmla="*/ 50796104 h 122"/>
              <a:gd name="T6" fmla="*/ 63788014 w 168"/>
              <a:gd name="T7" fmla="*/ 55876103 h 122"/>
              <a:gd name="T8" fmla="*/ 38895220 w 168"/>
              <a:gd name="T9" fmla="*/ 110058005 h 122"/>
              <a:gd name="T10" fmla="*/ 38895220 w 168"/>
              <a:gd name="T11" fmla="*/ 176092824 h 122"/>
              <a:gd name="T12" fmla="*/ 77790439 w 168"/>
              <a:gd name="T13" fmla="*/ 204877315 h 122"/>
              <a:gd name="T14" fmla="*/ 154025470 w 168"/>
              <a:gd name="T15" fmla="*/ 186251520 h 122"/>
              <a:gd name="T16" fmla="*/ 197588194 w 168"/>
              <a:gd name="T17" fmla="*/ 137149597 h 122"/>
              <a:gd name="T18" fmla="*/ 188253243 w 168"/>
              <a:gd name="T19" fmla="*/ 116830903 h 122"/>
              <a:gd name="T20" fmla="*/ 211590619 w 168"/>
              <a:gd name="T21" fmla="*/ 79580595 h 122"/>
              <a:gd name="T22" fmla="*/ 259820779 w 168"/>
              <a:gd name="T23" fmla="*/ 52489003 h 122"/>
              <a:gd name="T24" fmla="*/ 259820779 w 168"/>
              <a:gd name="T25" fmla="*/ 35557399 h 122"/>
              <a:gd name="T26" fmla="*/ 228703863 w 168"/>
              <a:gd name="T27" fmla="*/ 32170299 h 122"/>
              <a:gd name="T28" fmla="*/ 222480978 w 168"/>
              <a:gd name="T29" fmla="*/ 28784501 h 122"/>
              <a:gd name="T30" fmla="*/ 155580879 w 168"/>
              <a:gd name="T31" fmla="*/ 8465800 h 122"/>
              <a:gd name="T32" fmla="*/ 21780729 w 168"/>
              <a:gd name="T33" fmla="*/ 0 h 122"/>
              <a:gd name="T34" fmla="*/ 0 w 168"/>
              <a:gd name="T35" fmla="*/ 16931599 h 122"/>
              <a:gd name="T36" fmla="*/ 0 w 168"/>
              <a:gd name="T37" fmla="*/ 16931599 h 1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8"/>
              <a:gd name="T58" fmla="*/ 0 h 122"/>
              <a:gd name="T59" fmla="*/ 168 w 168"/>
              <a:gd name="T60" fmla="*/ 122 h 1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8" h="122">
                <a:moveTo>
                  <a:pt x="0" y="10"/>
                </a:moveTo>
                <a:lnTo>
                  <a:pt x="0" y="10"/>
                </a:lnTo>
                <a:lnTo>
                  <a:pt x="5" y="30"/>
                </a:lnTo>
                <a:lnTo>
                  <a:pt x="41" y="33"/>
                </a:lnTo>
                <a:lnTo>
                  <a:pt x="25" y="65"/>
                </a:lnTo>
                <a:lnTo>
                  <a:pt x="25" y="104"/>
                </a:lnTo>
                <a:lnTo>
                  <a:pt x="50" y="121"/>
                </a:lnTo>
                <a:lnTo>
                  <a:pt x="99" y="110"/>
                </a:lnTo>
                <a:lnTo>
                  <a:pt x="127" y="81"/>
                </a:lnTo>
                <a:lnTo>
                  <a:pt x="121" y="69"/>
                </a:lnTo>
                <a:lnTo>
                  <a:pt x="136" y="47"/>
                </a:lnTo>
                <a:lnTo>
                  <a:pt x="167" y="31"/>
                </a:lnTo>
                <a:lnTo>
                  <a:pt x="167" y="21"/>
                </a:lnTo>
                <a:lnTo>
                  <a:pt x="147" y="19"/>
                </a:lnTo>
                <a:lnTo>
                  <a:pt x="143" y="17"/>
                </a:lnTo>
                <a:lnTo>
                  <a:pt x="100" y="5"/>
                </a:lnTo>
                <a:lnTo>
                  <a:pt x="14"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0" name="Freeform 777">
            <a:extLst>
              <a:ext uri="{FF2B5EF4-FFF2-40B4-BE49-F238E27FC236}">
                <a16:creationId xmlns:a16="http://schemas.microsoft.com/office/drawing/2014/main" id="{4C5A7C52-2F66-0A5C-4D76-766B431C080F}"/>
              </a:ext>
            </a:extLst>
          </p:cNvPr>
          <p:cNvSpPr>
            <a:spLocks/>
          </p:cNvSpPr>
          <p:nvPr/>
        </p:nvSpPr>
        <p:spPr bwMode="auto">
          <a:xfrm>
            <a:off x="4226424" y="4115569"/>
            <a:ext cx="201481" cy="320437"/>
          </a:xfrm>
          <a:custGeom>
            <a:avLst/>
            <a:gdLst>
              <a:gd name="T0" fmla="*/ 0 w 176"/>
              <a:gd name="T1" fmla="*/ 367778835 h 289"/>
              <a:gd name="T2" fmla="*/ 0 w 176"/>
              <a:gd name="T3" fmla="*/ 367778835 h 289"/>
              <a:gd name="T4" fmla="*/ 10845458 w 176"/>
              <a:gd name="T5" fmla="*/ 423707939 h 289"/>
              <a:gd name="T6" fmla="*/ 34086076 w 176"/>
              <a:gd name="T7" fmla="*/ 449130614 h 289"/>
              <a:gd name="T8" fmla="*/ 32537615 w 176"/>
              <a:gd name="T9" fmla="*/ 488112135 h 289"/>
              <a:gd name="T10" fmla="*/ 99161316 w 176"/>
              <a:gd name="T11" fmla="*/ 462689460 h 289"/>
              <a:gd name="T12" fmla="*/ 116204349 w 176"/>
              <a:gd name="T13" fmla="*/ 384727719 h 289"/>
              <a:gd name="T14" fmla="*/ 102259483 w 176"/>
              <a:gd name="T15" fmla="*/ 383032700 h 289"/>
              <a:gd name="T16" fmla="*/ 151840122 w 176"/>
              <a:gd name="T17" fmla="*/ 359305044 h 289"/>
              <a:gd name="T18" fmla="*/ 105358896 w 176"/>
              <a:gd name="T19" fmla="*/ 352524970 h 289"/>
              <a:gd name="T20" fmla="*/ 140994668 w 176"/>
              <a:gd name="T21" fmla="*/ 359305044 h 289"/>
              <a:gd name="T22" fmla="*/ 159587408 w 176"/>
              <a:gd name="T23" fmla="*/ 338967344 h 289"/>
              <a:gd name="T24" fmla="*/ 131697676 w 176"/>
              <a:gd name="T25" fmla="*/ 313544669 h 289"/>
              <a:gd name="T26" fmla="*/ 103809190 w 176"/>
              <a:gd name="T27" fmla="*/ 330492251 h 289"/>
              <a:gd name="T28" fmla="*/ 127049803 w 176"/>
              <a:gd name="T29" fmla="*/ 315239687 h 289"/>
              <a:gd name="T30" fmla="*/ 127049803 w 176"/>
              <a:gd name="T31" fmla="*/ 245750435 h 289"/>
              <a:gd name="T32" fmla="*/ 218463833 w 176"/>
              <a:gd name="T33" fmla="*/ 177957503 h 289"/>
              <a:gd name="T34" fmla="*/ 212266253 w 176"/>
              <a:gd name="T35" fmla="*/ 164398616 h 289"/>
              <a:gd name="T36" fmla="*/ 227759580 w 176"/>
              <a:gd name="T37" fmla="*/ 130502150 h 289"/>
              <a:gd name="T38" fmla="*/ 271142639 w 176"/>
              <a:gd name="T39" fmla="*/ 120333341 h 289"/>
              <a:gd name="T40" fmla="*/ 260297185 w 176"/>
              <a:gd name="T41" fmla="*/ 40676550 h 289"/>
              <a:gd name="T42" fmla="*/ 198321387 w 176"/>
              <a:gd name="T43" fmla="*/ 0 h 289"/>
              <a:gd name="T44" fmla="*/ 189025640 w 176"/>
              <a:gd name="T45" fmla="*/ 0 h 289"/>
              <a:gd name="T46" fmla="*/ 187475934 w 176"/>
              <a:gd name="T47" fmla="*/ 25422685 h 289"/>
              <a:gd name="T48" fmla="*/ 148740710 w 176"/>
              <a:gd name="T49" fmla="*/ 22032648 h 289"/>
              <a:gd name="T50" fmla="*/ 140994668 w 176"/>
              <a:gd name="T51" fmla="*/ 40676550 h 289"/>
              <a:gd name="T52" fmla="*/ 114654643 w 176"/>
              <a:gd name="T53" fmla="*/ 47455333 h 289"/>
              <a:gd name="T54" fmla="*/ 106907357 w 176"/>
              <a:gd name="T55" fmla="*/ 77961762 h 289"/>
              <a:gd name="T56" fmla="*/ 71271565 w 176"/>
              <a:gd name="T57" fmla="*/ 116943304 h 289"/>
              <a:gd name="T58" fmla="*/ 52678825 w 176"/>
              <a:gd name="T59" fmla="*/ 169483672 h 289"/>
              <a:gd name="T60" fmla="*/ 60426111 w 176"/>
              <a:gd name="T61" fmla="*/ 189821332 h 289"/>
              <a:gd name="T62" fmla="*/ 21690917 w 176"/>
              <a:gd name="T63" fmla="*/ 206770215 h 289"/>
              <a:gd name="T64" fmla="*/ 20142450 w 176"/>
              <a:gd name="T65" fmla="*/ 274563147 h 289"/>
              <a:gd name="T66" fmla="*/ 30987909 w 176"/>
              <a:gd name="T67" fmla="*/ 289817012 h 289"/>
              <a:gd name="T68" fmla="*/ 20142450 w 176"/>
              <a:gd name="T69" fmla="*/ 301680841 h 289"/>
              <a:gd name="T70" fmla="*/ 24790329 w 176"/>
              <a:gd name="T71" fmla="*/ 332187269 h 289"/>
              <a:gd name="T72" fmla="*/ 0 w 176"/>
              <a:gd name="T73" fmla="*/ 367778835 h 289"/>
              <a:gd name="T74" fmla="*/ 0 w 176"/>
              <a:gd name="T75" fmla="*/ 367778835 h 2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89"/>
              <a:gd name="T116" fmla="*/ 176 w 176"/>
              <a:gd name="T117" fmla="*/ 289 h 2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89">
                <a:moveTo>
                  <a:pt x="0" y="217"/>
                </a:moveTo>
                <a:lnTo>
                  <a:pt x="0" y="217"/>
                </a:lnTo>
                <a:lnTo>
                  <a:pt x="7" y="250"/>
                </a:lnTo>
                <a:lnTo>
                  <a:pt x="22" y="265"/>
                </a:lnTo>
                <a:lnTo>
                  <a:pt x="21" y="288"/>
                </a:lnTo>
                <a:lnTo>
                  <a:pt x="64" y="273"/>
                </a:lnTo>
                <a:lnTo>
                  <a:pt x="75" y="227"/>
                </a:lnTo>
                <a:lnTo>
                  <a:pt x="66" y="226"/>
                </a:lnTo>
                <a:lnTo>
                  <a:pt x="98" y="212"/>
                </a:lnTo>
                <a:lnTo>
                  <a:pt x="68" y="208"/>
                </a:lnTo>
                <a:lnTo>
                  <a:pt x="91" y="212"/>
                </a:lnTo>
                <a:lnTo>
                  <a:pt x="103" y="200"/>
                </a:lnTo>
                <a:lnTo>
                  <a:pt x="85" y="185"/>
                </a:lnTo>
                <a:lnTo>
                  <a:pt x="67" y="195"/>
                </a:lnTo>
                <a:lnTo>
                  <a:pt x="82" y="186"/>
                </a:lnTo>
                <a:lnTo>
                  <a:pt x="82" y="145"/>
                </a:lnTo>
                <a:lnTo>
                  <a:pt x="141" y="105"/>
                </a:lnTo>
                <a:lnTo>
                  <a:pt x="137" y="97"/>
                </a:lnTo>
                <a:lnTo>
                  <a:pt x="147" y="77"/>
                </a:lnTo>
                <a:lnTo>
                  <a:pt x="175" y="71"/>
                </a:lnTo>
                <a:lnTo>
                  <a:pt x="168" y="24"/>
                </a:lnTo>
                <a:lnTo>
                  <a:pt x="128" y="0"/>
                </a:lnTo>
                <a:lnTo>
                  <a:pt x="122" y="0"/>
                </a:lnTo>
                <a:lnTo>
                  <a:pt x="121" y="15"/>
                </a:lnTo>
                <a:lnTo>
                  <a:pt x="96" y="13"/>
                </a:lnTo>
                <a:lnTo>
                  <a:pt x="91" y="24"/>
                </a:lnTo>
                <a:lnTo>
                  <a:pt x="74" y="28"/>
                </a:lnTo>
                <a:lnTo>
                  <a:pt x="69" y="46"/>
                </a:lnTo>
                <a:lnTo>
                  <a:pt x="46" y="69"/>
                </a:lnTo>
                <a:lnTo>
                  <a:pt x="34" y="100"/>
                </a:lnTo>
                <a:lnTo>
                  <a:pt x="39" y="112"/>
                </a:lnTo>
                <a:lnTo>
                  <a:pt x="14" y="122"/>
                </a:lnTo>
                <a:lnTo>
                  <a:pt x="13" y="162"/>
                </a:lnTo>
                <a:lnTo>
                  <a:pt x="20" y="171"/>
                </a:lnTo>
                <a:lnTo>
                  <a:pt x="13" y="178"/>
                </a:lnTo>
                <a:lnTo>
                  <a:pt x="16" y="196"/>
                </a:lnTo>
                <a:lnTo>
                  <a:pt x="0" y="2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1" name="Freeform 778">
            <a:extLst>
              <a:ext uri="{FF2B5EF4-FFF2-40B4-BE49-F238E27FC236}">
                <a16:creationId xmlns:a16="http://schemas.microsoft.com/office/drawing/2014/main" id="{79A508F4-7F4C-FAA2-E2A3-1FAFF2F54A5F}"/>
              </a:ext>
            </a:extLst>
          </p:cNvPr>
          <p:cNvSpPr>
            <a:spLocks/>
          </p:cNvSpPr>
          <p:nvPr/>
        </p:nvSpPr>
        <p:spPr bwMode="auto">
          <a:xfrm>
            <a:off x="4146124" y="4591493"/>
            <a:ext cx="70080" cy="35154"/>
          </a:xfrm>
          <a:custGeom>
            <a:avLst/>
            <a:gdLst>
              <a:gd name="T0" fmla="*/ 0 w 61"/>
              <a:gd name="T1" fmla="*/ 35455227 h 31"/>
              <a:gd name="T2" fmla="*/ 0 w 61"/>
              <a:gd name="T3" fmla="*/ 35455227 h 31"/>
              <a:gd name="T4" fmla="*/ 21846919 w 61"/>
              <a:gd name="T5" fmla="*/ 53183511 h 31"/>
              <a:gd name="T6" fmla="*/ 51494967 w 61"/>
              <a:gd name="T7" fmla="*/ 37227388 h 31"/>
              <a:gd name="T8" fmla="*/ 63978023 w 61"/>
              <a:gd name="T9" fmla="*/ 51410018 h 31"/>
              <a:gd name="T10" fmla="*/ 93627330 w 61"/>
              <a:gd name="T11" fmla="*/ 24818262 h 31"/>
              <a:gd name="T12" fmla="*/ 76462328 w 61"/>
              <a:gd name="T13" fmla="*/ 21272602 h 31"/>
              <a:gd name="T14" fmla="*/ 74902102 w 61"/>
              <a:gd name="T15" fmla="*/ 8863474 h 31"/>
              <a:gd name="T16" fmla="*/ 73340627 w 61"/>
              <a:gd name="T17" fmla="*/ 5317818 h 31"/>
              <a:gd name="T18" fmla="*/ 31209523 w 61"/>
              <a:gd name="T19" fmla="*/ 0 h 31"/>
              <a:gd name="T20" fmla="*/ 0 w 61"/>
              <a:gd name="T21" fmla="*/ 35455227 h 31"/>
              <a:gd name="T22" fmla="*/ 0 w 61"/>
              <a:gd name="T23" fmla="*/ 35455227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31"/>
              <a:gd name="T38" fmla="*/ 61 w 6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31">
                <a:moveTo>
                  <a:pt x="0" y="20"/>
                </a:moveTo>
                <a:lnTo>
                  <a:pt x="0" y="20"/>
                </a:lnTo>
                <a:lnTo>
                  <a:pt x="14" y="30"/>
                </a:lnTo>
                <a:lnTo>
                  <a:pt x="33" y="21"/>
                </a:lnTo>
                <a:lnTo>
                  <a:pt x="41" y="29"/>
                </a:lnTo>
                <a:lnTo>
                  <a:pt x="60" y="14"/>
                </a:lnTo>
                <a:lnTo>
                  <a:pt x="49" y="12"/>
                </a:lnTo>
                <a:lnTo>
                  <a:pt x="48" y="5"/>
                </a:lnTo>
                <a:lnTo>
                  <a:pt x="47" y="3"/>
                </a:lnTo>
                <a:lnTo>
                  <a:pt x="20" y="0"/>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2" name="Freeform 779">
            <a:extLst>
              <a:ext uri="{FF2B5EF4-FFF2-40B4-BE49-F238E27FC236}">
                <a16:creationId xmlns:a16="http://schemas.microsoft.com/office/drawing/2014/main" id="{2A97A101-B320-97F0-8E39-344EFC275BB1}"/>
              </a:ext>
            </a:extLst>
          </p:cNvPr>
          <p:cNvSpPr>
            <a:spLocks/>
          </p:cNvSpPr>
          <p:nvPr/>
        </p:nvSpPr>
        <p:spPr bwMode="auto">
          <a:xfrm>
            <a:off x="4460027" y="4699657"/>
            <a:ext cx="43801" cy="32449"/>
          </a:xfrm>
          <a:custGeom>
            <a:avLst/>
            <a:gdLst>
              <a:gd name="T0" fmla="*/ 0 w 39"/>
              <a:gd name="T1" fmla="*/ 30645102 h 30"/>
              <a:gd name="T2" fmla="*/ 0 w 39"/>
              <a:gd name="T3" fmla="*/ 30645102 h 30"/>
              <a:gd name="T4" fmla="*/ 7456365 w 39"/>
              <a:gd name="T5" fmla="*/ 1612900 h 30"/>
              <a:gd name="T6" fmla="*/ 38771629 w 39"/>
              <a:gd name="T7" fmla="*/ 0 h 30"/>
              <a:gd name="T8" fmla="*/ 56666420 w 39"/>
              <a:gd name="T9" fmla="*/ 22580604 h 30"/>
              <a:gd name="T10" fmla="*/ 31315267 w 39"/>
              <a:gd name="T11" fmla="*/ 22580604 h 30"/>
              <a:gd name="T12" fmla="*/ 2982058 w 39"/>
              <a:gd name="T13" fmla="*/ 46774108 h 30"/>
              <a:gd name="T14" fmla="*/ 14912730 w 39"/>
              <a:gd name="T15" fmla="*/ 32258002 h 30"/>
              <a:gd name="T16" fmla="*/ 0 w 39"/>
              <a:gd name="T17" fmla="*/ 30645102 h 30"/>
              <a:gd name="T18" fmla="*/ 0 w 39"/>
              <a:gd name="T19" fmla="*/ 30645102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30"/>
              <a:gd name="T32" fmla="*/ 39 w 39"/>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30">
                <a:moveTo>
                  <a:pt x="0" y="19"/>
                </a:moveTo>
                <a:lnTo>
                  <a:pt x="0" y="19"/>
                </a:lnTo>
                <a:lnTo>
                  <a:pt x="5" y="1"/>
                </a:lnTo>
                <a:lnTo>
                  <a:pt x="26" y="0"/>
                </a:lnTo>
                <a:lnTo>
                  <a:pt x="38" y="14"/>
                </a:lnTo>
                <a:lnTo>
                  <a:pt x="21" y="14"/>
                </a:lnTo>
                <a:lnTo>
                  <a:pt x="2" y="29"/>
                </a:lnTo>
                <a:lnTo>
                  <a:pt x="10" y="20"/>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83" name="Group 194">
            <a:extLst>
              <a:ext uri="{FF2B5EF4-FFF2-40B4-BE49-F238E27FC236}">
                <a16:creationId xmlns:a16="http://schemas.microsoft.com/office/drawing/2014/main" id="{8886BB6F-AD8D-0121-5EA3-09415193E2B5}"/>
              </a:ext>
            </a:extLst>
          </p:cNvPr>
          <p:cNvGrpSpPr>
            <a:grpSpLocks/>
          </p:cNvGrpSpPr>
          <p:nvPr/>
        </p:nvGrpSpPr>
        <p:grpSpPr bwMode="auto">
          <a:xfrm>
            <a:off x="3893574" y="4368361"/>
            <a:ext cx="186884" cy="178469"/>
            <a:chOff x="2942" y="2530"/>
            <a:chExt cx="163" cy="161"/>
          </a:xfrm>
          <a:solidFill>
            <a:schemeClr val="accent2"/>
          </a:solidFill>
        </p:grpSpPr>
        <p:sp>
          <p:nvSpPr>
            <p:cNvPr id="484" name="Freeform 781">
              <a:extLst>
                <a:ext uri="{FF2B5EF4-FFF2-40B4-BE49-F238E27FC236}">
                  <a16:creationId xmlns:a16="http://schemas.microsoft.com/office/drawing/2014/main" id="{9EFA969C-B316-02E7-0810-3978E48863DB}"/>
                </a:ext>
              </a:extLst>
            </p:cNvPr>
            <p:cNvSpPr>
              <a:spLocks/>
            </p:cNvSpPr>
            <p:nvPr/>
          </p:nvSpPr>
          <p:spPr bwMode="auto">
            <a:xfrm>
              <a:off x="2942" y="2596"/>
              <a:ext cx="57" cy="66"/>
            </a:xfrm>
            <a:custGeom>
              <a:avLst/>
              <a:gdLst>
                <a:gd name="T0" fmla="*/ 0 w 57"/>
                <a:gd name="T1" fmla="*/ 54 h 66"/>
                <a:gd name="T2" fmla="*/ 0 w 57"/>
                <a:gd name="T3" fmla="*/ 54 h 66"/>
                <a:gd name="T4" fmla="*/ 7 w 57"/>
                <a:gd name="T5" fmla="*/ 60 h 66"/>
                <a:gd name="T6" fmla="*/ 2 w 57"/>
                <a:gd name="T7" fmla="*/ 65 h 66"/>
                <a:gd name="T8" fmla="*/ 52 w 57"/>
                <a:gd name="T9" fmla="*/ 55 h 66"/>
                <a:gd name="T10" fmla="*/ 56 w 57"/>
                <a:gd name="T11" fmla="*/ 21 h 66"/>
                <a:gd name="T12" fmla="*/ 49 w 57"/>
                <a:gd name="T13" fmla="*/ 13 h 66"/>
                <a:gd name="T14" fmla="*/ 34 w 57"/>
                <a:gd name="T15" fmla="*/ 17 h 66"/>
                <a:gd name="T16" fmla="*/ 29 w 57"/>
                <a:gd name="T17" fmla="*/ 12 h 66"/>
                <a:gd name="T18" fmla="*/ 36 w 57"/>
                <a:gd name="T19" fmla="*/ 4 h 66"/>
                <a:gd name="T20" fmla="*/ 29 w 57"/>
                <a:gd name="T21" fmla="*/ 0 h 66"/>
                <a:gd name="T22" fmla="*/ 23 w 57"/>
                <a:gd name="T23" fmla="*/ 17 h 66"/>
                <a:gd name="T24" fmla="*/ 2 w 57"/>
                <a:gd name="T25" fmla="*/ 21 h 66"/>
                <a:gd name="T26" fmla="*/ 9 w 57"/>
                <a:gd name="T27" fmla="*/ 25 h 66"/>
                <a:gd name="T28" fmla="*/ 5 w 57"/>
                <a:gd name="T29" fmla="*/ 34 h 66"/>
                <a:gd name="T30" fmla="*/ 18 w 57"/>
                <a:gd name="T31" fmla="*/ 36 h 66"/>
                <a:gd name="T32" fmla="*/ 6 w 57"/>
                <a:gd name="T33" fmla="*/ 49 h 66"/>
                <a:gd name="T34" fmla="*/ 20 w 57"/>
                <a:gd name="T35" fmla="*/ 46 h 66"/>
                <a:gd name="T36" fmla="*/ 0 w 57"/>
                <a:gd name="T37" fmla="*/ 54 h 66"/>
                <a:gd name="T38" fmla="*/ 0 w 57"/>
                <a:gd name="T39" fmla="*/ 54 h 6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
                <a:gd name="T61" fmla="*/ 0 h 66"/>
                <a:gd name="T62" fmla="*/ 57 w 57"/>
                <a:gd name="T63" fmla="*/ 66 h 6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 h="66">
                  <a:moveTo>
                    <a:pt x="0" y="54"/>
                  </a:moveTo>
                  <a:lnTo>
                    <a:pt x="0" y="54"/>
                  </a:lnTo>
                  <a:lnTo>
                    <a:pt x="7" y="60"/>
                  </a:lnTo>
                  <a:lnTo>
                    <a:pt x="2" y="65"/>
                  </a:lnTo>
                  <a:lnTo>
                    <a:pt x="52" y="55"/>
                  </a:lnTo>
                  <a:lnTo>
                    <a:pt x="56" y="21"/>
                  </a:lnTo>
                  <a:lnTo>
                    <a:pt x="49" y="13"/>
                  </a:lnTo>
                  <a:lnTo>
                    <a:pt x="34" y="17"/>
                  </a:lnTo>
                  <a:lnTo>
                    <a:pt x="29" y="12"/>
                  </a:lnTo>
                  <a:lnTo>
                    <a:pt x="36" y="4"/>
                  </a:lnTo>
                  <a:lnTo>
                    <a:pt x="29" y="0"/>
                  </a:lnTo>
                  <a:lnTo>
                    <a:pt x="23" y="17"/>
                  </a:lnTo>
                  <a:lnTo>
                    <a:pt x="2" y="21"/>
                  </a:lnTo>
                  <a:lnTo>
                    <a:pt x="9" y="25"/>
                  </a:lnTo>
                  <a:lnTo>
                    <a:pt x="5" y="34"/>
                  </a:lnTo>
                  <a:lnTo>
                    <a:pt x="18" y="36"/>
                  </a:lnTo>
                  <a:lnTo>
                    <a:pt x="6" y="49"/>
                  </a:lnTo>
                  <a:lnTo>
                    <a:pt x="20" y="46"/>
                  </a:lnTo>
                  <a:lnTo>
                    <a:pt x="0" y="5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5" name="Freeform 782">
              <a:extLst>
                <a:ext uri="{FF2B5EF4-FFF2-40B4-BE49-F238E27FC236}">
                  <a16:creationId xmlns:a16="http://schemas.microsoft.com/office/drawing/2014/main" id="{B95BBB9D-AEF9-CC1B-03C8-8E90FEF5335C}"/>
                </a:ext>
              </a:extLst>
            </p:cNvPr>
            <p:cNvSpPr>
              <a:spLocks/>
            </p:cNvSpPr>
            <p:nvPr/>
          </p:nvSpPr>
          <p:spPr bwMode="auto">
            <a:xfrm>
              <a:off x="2971" y="2592"/>
              <a:ext cx="36" cy="26"/>
            </a:xfrm>
            <a:custGeom>
              <a:avLst/>
              <a:gdLst>
                <a:gd name="T0" fmla="*/ 0 w 36"/>
                <a:gd name="T1" fmla="*/ 16 h 26"/>
                <a:gd name="T2" fmla="*/ 0 w 36"/>
                <a:gd name="T3" fmla="*/ 16 h 26"/>
                <a:gd name="T4" fmla="*/ 5 w 36"/>
                <a:gd name="T5" fmla="*/ 21 h 26"/>
                <a:gd name="T6" fmla="*/ 20 w 36"/>
                <a:gd name="T7" fmla="*/ 17 h 26"/>
                <a:gd name="T8" fmla="*/ 27 w 36"/>
                <a:gd name="T9" fmla="*/ 25 h 26"/>
                <a:gd name="T10" fmla="*/ 35 w 36"/>
                <a:gd name="T11" fmla="*/ 16 h 26"/>
                <a:gd name="T12" fmla="*/ 27 w 36"/>
                <a:gd name="T13" fmla="*/ 4 h 26"/>
                <a:gd name="T14" fmla="*/ 11 w 36"/>
                <a:gd name="T15" fmla="*/ 0 h 26"/>
                <a:gd name="T16" fmla="*/ 7 w 36"/>
                <a:gd name="T17" fmla="*/ 8 h 26"/>
                <a:gd name="T18" fmla="*/ 0 w 36"/>
                <a:gd name="T19" fmla="*/ 16 h 26"/>
                <a:gd name="T20" fmla="*/ 0 w 36"/>
                <a:gd name="T21" fmla="*/ 16 h 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26"/>
                <a:gd name="T35" fmla="*/ 36 w 36"/>
                <a:gd name="T36" fmla="*/ 26 h 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26">
                  <a:moveTo>
                    <a:pt x="0" y="16"/>
                  </a:moveTo>
                  <a:lnTo>
                    <a:pt x="0" y="16"/>
                  </a:lnTo>
                  <a:lnTo>
                    <a:pt x="5" y="21"/>
                  </a:lnTo>
                  <a:lnTo>
                    <a:pt x="20" y="17"/>
                  </a:lnTo>
                  <a:lnTo>
                    <a:pt x="27" y="25"/>
                  </a:lnTo>
                  <a:lnTo>
                    <a:pt x="35" y="16"/>
                  </a:lnTo>
                  <a:lnTo>
                    <a:pt x="27" y="4"/>
                  </a:lnTo>
                  <a:lnTo>
                    <a:pt x="11" y="0"/>
                  </a:lnTo>
                  <a:lnTo>
                    <a:pt x="7" y="8"/>
                  </a:lnTo>
                  <a:lnTo>
                    <a:pt x="0" y="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6" name="Freeform 783">
              <a:extLst>
                <a:ext uri="{FF2B5EF4-FFF2-40B4-BE49-F238E27FC236}">
                  <a16:creationId xmlns:a16="http://schemas.microsoft.com/office/drawing/2014/main" id="{ADCDE10C-7B07-34A1-0C0B-A0717B40CEAA}"/>
                </a:ext>
              </a:extLst>
            </p:cNvPr>
            <p:cNvSpPr>
              <a:spLocks/>
            </p:cNvSpPr>
            <p:nvPr/>
          </p:nvSpPr>
          <p:spPr bwMode="auto">
            <a:xfrm>
              <a:off x="2987" y="2535"/>
              <a:ext cx="10" cy="13"/>
            </a:xfrm>
            <a:custGeom>
              <a:avLst/>
              <a:gdLst>
                <a:gd name="T0" fmla="*/ 0 w 10"/>
                <a:gd name="T1" fmla="*/ 12 h 13"/>
                <a:gd name="T2" fmla="*/ 0 w 10"/>
                <a:gd name="T3" fmla="*/ 12 h 13"/>
                <a:gd name="T4" fmla="*/ 0 w 10"/>
                <a:gd name="T5" fmla="*/ 3 h 13"/>
                <a:gd name="T6" fmla="*/ 9 w 10"/>
                <a:gd name="T7" fmla="*/ 0 h 13"/>
                <a:gd name="T8" fmla="*/ 0 w 10"/>
                <a:gd name="T9" fmla="*/ 12 h 13"/>
                <a:gd name="T10" fmla="*/ 0 w 10"/>
                <a:gd name="T11" fmla="*/ 12 h 13"/>
                <a:gd name="T12" fmla="*/ 0 60000 65536"/>
                <a:gd name="T13" fmla="*/ 0 60000 65536"/>
                <a:gd name="T14" fmla="*/ 0 60000 65536"/>
                <a:gd name="T15" fmla="*/ 0 60000 65536"/>
                <a:gd name="T16" fmla="*/ 0 60000 65536"/>
                <a:gd name="T17" fmla="*/ 0 60000 65536"/>
                <a:gd name="T18" fmla="*/ 0 w 10"/>
                <a:gd name="T19" fmla="*/ 0 h 13"/>
                <a:gd name="T20" fmla="*/ 10 w 10"/>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0" h="13">
                  <a:moveTo>
                    <a:pt x="0" y="12"/>
                  </a:moveTo>
                  <a:lnTo>
                    <a:pt x="0" y="12"/>
                  </a:lnTo>
                  <a:lnTo>
                    <a:pt x="0" y="3"/>
                  </a:lnTo>
                  <a:lnTo>
                    <a:pt x="9"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7" name="Freeform 784">
              <a:extLst>
                <a:ext uri="{FF2B5EF4-FFF2-40B4-BE49-F238E27FC236}">
                  <a16:creationId xmlns:a16="http://schemas.microsoft.com/office/drawing/2014/main" id="{CEC1B599-9D71-72C7-7E3C-02793F132BB0}"/>
                </a:ext>
              </a:extLst>
            </p:cNvPr>
            <p:cNvSpPr>
              <a:spLocks/>
            </p:cNvSpPr>
            <p:nvPr/>
          </p:nvSpPr>
          <p:spPr bwMode="auto">
            <a:xfrm>
              <a:off x="2991" y="2547"/>
              <a:ext cx="9" cy="8"/>
            </a:xfrm>
            <a:custGeom>
              <a:avLst/>
              <a:gdLst>
                <a:gd name="T0" fmla="*/ 0 w 9"/>
                <a:gd name="T1" fmla="*/ 6 h 8"/>
                <a:gd name="T2" fmla="*/ 0 w 9"/>
                <a:gd name="T3" fmla="*/ 6 h 8"/>
                <a:gd name="T4" fmla="*/ 4 w 9"/>
                <a:gd name="T5" fmla="*/ 0 h 8"/>
                <a:gd name="T6" fmla="*/ 8 w 9"/>
                <a:gd name="T7" fmla="*/ 7 h 8"/>
                <a:gd name="T8" fmla="*/ 0 w 9"/>
                <a:gd name="T9" fmla="*/ 6 h 8"/>
                <a:gd name="T10" fmla="*/ 0 w 9"/>
                <a:gd name="T11" fmla="*/ 6 h 8"/>
                <a:gd name="T12" fmla="*/ 0 60000 65536"/>
                <a:gd name="T13" fmla="*/ 0 60000 65536"/>
                <a:gd name="T14" fmla="*/ 0 60000 65536"/>
                <a:gd name="T15" fmla="*/ 0 60000 65536"/>
                <a:gd name="T16" fmla="*/ 0 60000 65536"/>
                <a:gd name="T17" fmla="*/ 0 60000 65536"/>
                <a:gd name="T18" fmla="*/ 0 w 9"/>
                <a:gd name="T19" fmla="*/ 0 h 8"/>
                <a:gd name="T20" fmla="*/ 9 w 9"/>
                <a:gd name="T21" fmla="*/ 8 h 8"/>
              </a:gdLst>
              <a:ahLst/>
              <a:cxnLst>
                <a:cxn ang="T12">
                  <a:pos x="T0" y="T1"/>
                </a:cxn>
                <a:cxn ang="T13">
                  <a:pos x="T2" y="T3"/>
                </a:cxn>
                <a:cxn ang="T14">
                  <a:pos x="T4" y="T5"/>
                </a:cxn>
                <a:cxn ang="T15">
                  <a:pos x="T6" y="T7"/>
                </a:cxn>
                <a:cxn ang="T16">
                  <a:pos x="T8" y="T9"/>
                </a:cxn>
                <a:cxn ang="T17">
                  <a:pos x="T10" y="T11"/>
                </a:cxn>
              </a:cxnLst>
              <a:rect l="T18" t="T19" r="T20" b="T21"/>
              <a:pathLst>
                <a:path w="9" h="8">
                  <a:moveTo>
                    <a:pt x="0" y="6"/>
                  </a:moveTo>
                  <a:lnTo>
                    <a:pt x="0" y="6"/>
                  </a:lnTo>
                  <a:lnTo>
                    <a:pt x="4" y="0"/>
                  </a:lnTo>
                  <a:lnTo>
                    <a:pt x="8" y="7"/>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8" name="Freeform 785">
              <a:extLst>
                <a:ext uri="{FF2B5EF4-FFF2-40B4-BE49-F238E27FC236}">
                  <a16:creationId xmlns:a16="http://schemas.microsoft.com/office/drawing/2014/main" id="{03D503BB-2B10-AB81-AE40-8D9331EA3C82}"/>
                </a:ext>
              </a:extLst>
            </p:cNvPr>
            <p:cNvSpPr>
              <a:spLocks/>
            </p:cNvSpPr>
            <p:nvPr/>
          </p:nvSpPr>
          <p:spPr bwMode="auto">
            <a:xfrm>
              <a:off x="2999" y="2530"/>
              <a:ext cx="106" cy="161"/>
            </a:xfrm>
            <a:custGeom>
              <a:avLst/>
              <a:gdLst>
                <a:gd name="T0" fmla="*/ 0 w 106"/>
                <a:gd name="T1" fmla="*/ 37 h 161"/>
                <a:gd name="T2" fmla="*/ 0 w 106"/>
                <a:gd name="T3" fmla="*/ 37 h 161"/>
                <a:gd name="T4" fmla="*/ 4 w 106"/>
                <a:gd name="T5" fmla="*/ 16 h 161"/>
                <a:gd name="T6" fmla="*/ 16 w 106"/>
                <a:gd name="T7" fmla="*/ 0 h 161"/>
                <a:gd name="T8" fmla="*/ 40 w 106"/>
                <a:gd name="T9" fmla="*/ 0 h 161"/>
                <a:gd name="T10" fmla="*/ 26 w 106"/>
                <a:gd name="T11" fmla="*/ 19 h 161"/>
                <a:gd name="T12" fmla="*/ 58 w 106"/>
                <a:gd name="T13" fmla="*/ 23 h 161"/>
                <a:gd name="T14" fmla="*/ 38 w 106"/>
                <a:gd name="T15" fmla="*/ 49 h 161"/>
                <a:gd name="T16" fmla="*/ 62 w 106"/>
                <a:gd name="T17" fmla="*/ 58 h 161"/>
                <a:gd name="T18" fmla="*/ 85 w 106"/>
                <a:gd name="T19" fmla="*/ 91 h 161"/>
                <a:gd name="T20" fmla="*/ 78 w 106"/>
                <a:gd name="T21" fmla="*/ 93 h 161"/>
                <a:gd name="T22" fmla="*/ 88 w 106"/>
                <a:gd name="T23" fmla="*/ 101 h 161"/>
                <a:gd name="T24" fmla="*/ 82 w 106"/>
                <a:gd name="T25" fmla="*/ 110 h 161"/>
                <a:gd name="T26" fmla="*/ 105 w 106"/>
                <a:gd name="T27" fmla="*/ 111 h 161"/>
                <a:gd name="T28" fmla="*/ 91 w 106"/>
                <a:gd name="T29" fmla="*/ 133 h 161"/>
                <a:gd name="T30" fmla="*/ 101 w 106"/>
                <a:gd name="T31" fmla="*/ 139 h 161"/>
                <a:gd name="T32" fmla="*/ 6 w 106"/>
                <a:gd name="T33" fmla="*/ 160 h 161"/>
                <a:gd name="T34" fmla="*/ 48 w 106"/>
                <a:gd name="T35" fmla="*/ 130 h 161"/>
                <a:gd name="T36" fmla="*/ 36 w 106"/>
                <a:gd name="T37" fmla="*/ 135 h 161"/>
                <a:gd name="T38" fmla="*/ 12 w 106"/>
                <a:gd name="T39" fmla="*/ 126 h 161"/>
                <a:gd name="T40" fmla="*/ 30 w 106"/>
                <a:gd name="T41" fmla="*/ 115 h 161"/>
                <a:gd name="T42" fmla="*/ 19 w 106"/>
                <a:gd name="T43" fmla="*/ 110 h 161"/>
                <a:gd name="T44" fmla="*/ 43 w 106"/>
                <a:gd name="T45" fmla="*/ 98 h 161"/>
                <a:gd name="T46" fmla="*/ 45 w 106"/>
                <a:gd name="T47" fmla="*/ 83 h 161"/>
                <a:gd name="T48" fmla="*/ 33 w 106"/>
                <a:gd name="T49" fmla="*/ 79 h 161"/>
                <a:gd name="T50" fmla="*/ 40 w 106"/>
                <a:gd name="T51" fmla="*/ 70 h 161"/>
                <a:gd name="T52" fmla="*/ 15 w 106"/>
                <a:gd name="T53" fmla="*/ 74 h 161"/>
                <a:gd name="T54" fmla="*/ 16 w 106"/>
                <a:gd name="T55" fmla="*/ 51 h 161"/>
                <a:gd name="T56" fmla="*/ 4 w 106"/>
                <a:gd name="T57" fmla="*/ 62 h 161"/>
                <a:gd name="T58" fmla="*/ 11 w 106"/>
                <a:gd name="T59" fmla="*/ 38 h 161"/>
                <a:gd name="T60" fmla="*/ 0 w 106"/>
                <a:gd name="T61" fmla="*/ 37 h 161"/>
                <a:gd name="T62" fmla="*/ 0 w 106"/>
                <a:gd name="T63" fmla="*/ 37 h 16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6"/>
                <a:gd name="T97" fmla="*/ 0 h 161"/>
                <a:gd name="T98" fmla="*/ 106 w 106"/>
                <a:gd name="T99" fmla="*/ 161 h 16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6" h="161">
                  <a:moveTo>
                    <a:pt x="0" y="37"/>
                  </a:moveTo>
                  <a:lnTo>
                    <a:pt x="0" y="37"/>
                  </a:lnTo>
                  <a:lnTo>
                    <a:pt x="4" y="16"/>
                  </a:lnTo>
                  <a:lnTo>
                    <a:pt x="16" y="0"/>
                  </a:lnTo>
                  <a:lnTo>
                    <a:pt x="40" y="0"/>
                  </a:lnTo>
                  <a:lnTo>
                    <a:pt x="26" y="19"/>
                  </a:lnTo>
                  <a:lnTo>
                    <a:pt x="58" y="23"/>
                  </a:lnTo>
                  <a:lnTo>
                    <a:pt x="38" y="49"/>
                  </a:lnTo>
                  <a:lnTo>
                    <a:pt x="62" y="58"/>
                  </a:lnTo>
                  <a:lnTo>
                    <a:pt x="85" y="91"/>
                  </a:lnTo>
                  <a:lnTo>
                    <a:pt x="78" y="93"/>
                  </a:lnTo>
                  <a:lnTo>
                    <a:pt x="88" y="101"/>
                  </a:lnTo>
                  <a:lnTo>
                    <a:pt x="82" y="110"/>
                  </a:lnTo>
                  <a:lnTo>
                    <a:pt x="105" y="111"/>
                  </a:lnTo>
                  <a:lnTo>
                    <a:pt x="91" y="133"/>
                  </a:lnTo>
                  <a:lnTo>
                    <a:pt x="101" y="139"/>
                  </a:lnTo>
                  <a:lnTo>
                    <a:pt x="6" y="160"/>
                  </a:lnTo>
                  <a:lnTo>
                    <a:pt x="48" y="130"/>
                  </a:lnTo>
                  <a:lnTo>
                    <a:pt x="36" y="135"/>
                  </a:lnTo>
                  <a:lnTo>
                    <a:pt x="12" y="126"/>
                  </a:lnTo>
                  <a:lnTo>
                    <a:pt x="30" y="115"/>
                  </a:lnTo>
                  <a:lnTo>
                    <a:pt x="19" y="110"/>
                  </a:lnTo>
                  <a:lnTo>
                    <a:pt x="43" y="98"/>
                  </a:lnTo>
                  <a:lnTo>
                    <a:pt x="45" y="83"/>
                  </a:lnTo>
                  <a:lnTo>
                    <a:pt x="33" y="79"/>
                  </a:lnTo>
                  <a:lnTo>
                    <a:pt x="40" y="70"/>
                  </a:lnTo>
                  <a:lnTo>
                    <a:pt x="15" y="74"/>
                  </a:lnTo>
                  <a:lnTo>
                    <a:pt x="16" y="51"/>
                  </a:lnTo>
                  <a:lnTo>
                    <a:pt x="4" y="62"/>
                  </a:lnTo>
                  <a:lnTo>
                    <a:pt x="11" y="38"/>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89" name="Freeform 786">
            <a:extLst>
              <a:ext uri="{FF2B5EF4-FFF2-40B4-BE49-F238E27FC236}">
                <a16:creationId xmlns:a16="http://schemas.microsoft.com/office/drawing/2014/main" id="{A2075BEA-5E17-3A77-655E-8C439C0942E4}"/>
              </a:ext>
            </a:extLst>
          </p:cNvPr>
          <p:cNvSpPr>
            <a:spLocks/>
          </p:cNvSpPr>
          <p:nvPr/>
        </p:nvSpPr>
        <p:spPr bwMode="auto">
          <a:xfrm>
            <a:off x="4416225" y="4427893"/>
            <a:ext cx="125561" cy="98700"/>
          </a:xfrm>
          <a:custGeom>
            <a:avLst/>
            <a:gdLst>
              <a:gd name="T0" fmla="*/ 54908105 w 109"/>
              <a:gd name="T1" fmla="*/ 8289855 h 90"/>
              <a:gd name="T2" fmla="*/ 64320812 w 109"/>
              <a:gd name="T3" fmla="*/ 4974170 h 90"/>
              <a:gd name="T4" fmla="*/ 76872341 w 109"/>
              <a:gd name="T5" fmla="*/ 0 h 90"/>
              <a:gd name="T6" fmla="*/ 105110482 w 109"/>
              <a:gd name="T7" fmla="*/ 21553883 h 90"/>
              <a:gd name="T8" fmla="*/ 130211035 w 109"/>
              <a:gd name="T9" fmla="*/ 24870854 h 90"/>
              <a:gd name="T10" fmla="*/ 141193153 w 109"/>
              <a:gd name="T11" fmla="*/ 41450558 h 90"/>
              <a:gd name="T12" fmla="*/ 150605860 w 109"/>
              <a:gd name="T13" fmla="*/ 64662927 h 90"/>
              <a:gd name="T14" fmla="*/ 153743429 w 109"/>
              <a:gd name="T15" fmla="*/ 72952779 h 90"/>
              <a:gd name="T16" fmla="*/ 163156136 w 109"/>
              <a:gd name="T17" fmla="*/ 81243919 h 90"/>
              <a:gd name="T18" fmla="*/ 169431313 w 109"/>
              <a:gd name="T19" fmla="*/ 87875306 h 90"/>
              <a:gd name="T20" fmla="*/ 169431313 w 109"/>
              <a:gd name="T21" fmla="*/ 96165158 h 90"/>
              <a:gd name="T22" fmla="*/ 158450409 w 109"/>
              <a:gd name="T23" fmla="*/ 96165158 h 90"/>
              <a:gd name="T24" fmla="*/ 142762563 w 109"/>
              <a:gd name="T25" fmla="*/ 96165158 h 90"/>
              <a:gd name="T26" fmla="*/ 150605860 w 109"/>
              <a:gd name="T27" fmla="*/ 104456297 h 90"/>
              <a:gd name="T28" fmla="*/ 155312840 w 109"/>
              <a:gd name="T29" fmla="*/ 111087664 h 90"/>
              <a:gd name="T30" fmla="*/ 158450409 w 109"/>
              <a:gd name="T31" fmla="*/ 122694487 h 90"/>
              <a:gd name="T32" fmla="*/ 150605860 w 109"/>
              <a:gd name="T33" fmla="*/ 127668656 h 90"/>
              <a:gd name="T34" fmla="*/ 138055584 w 109"/>
              <a:gd name="T35" fmla="*/ 127668656 h 90"/>
              <a:gd name="T36" fmla="*/ 134918014 w 109"/>
              <a:gd name="T37" fmla="*/ 127668656 h 90"/>
              <a:gd name="T38" fmla="*/ 130211035 w 109"/>
              <a:gd name="T39" fmla="*/ 134300023 h 90"/>
              <a:gd name="T40" fmla="*/ 130211035 w 109"/>
              <a:gd name="T41" fmla="*/ 144248360 h 90"/>
              <a:gd name="T42" fmla="*/ 120798327 w 109"/>
              <a:gd name="T43" fmla="*/ 147564044 h 90"/>
              <a:gd name="T44" fmla="*/ 111385620 w 109"/>
              <a:gd name="T45" fmla="*/ 142589875 h 90"/>
              <a:gd name="T46" fmla="*/ 98835344 w 109"/>
              <a:gd name="T47" fmla="*/ 139274191 h 90"/>
              <a:gd name="T48" fmla="*/ 86285068 w 109"/>
              <a:gd name="T49" fmla="*/ 134300023 h 90"/>
              <a:gd name="T50" fmla="*/ 75302930 w 109"/>
              <a:gd name="T51" fmla="*/ 135958508 h 90"/>
              <a:gd name="T52" fmla="*/ 39220249 w 109"/>
              <a:gd name="T53" fmla="*/ 122694487 h 90"/>
              <a:gd name="T54" fmla="*/ 25100562 w 109"/>
              <a:gd name="T55" fmla="*/ 126010170 h 90"/>
              <a:gd name="T56" fmla="*/ 14119692 w 109"/>
              <a:gd name="T57" fmla="*/ 122694487 h 90"/>
              <a:gd name="T58" fmla="*/ 7844551 w 109"/>
              <a:gd name="T59" fmla="*/ 134300023 h 90"/>
              <a:gd name="T60" fmla="*/ 0 w 109"/>
              <a:gd name="T61" fmla="*/ 109430466 h 90"/>
              <a:gd name="T62" fmla="*/ 9412710 w 109"/>
              <a:gd name="T63" fmla="*/ 96165158 h 90"/>
              <a:gd name="T64" fmla="*/ 7844551 w 109"/>
              <a:gd name="T65" fmla="*/ 66321412 h 90"/>
              <a:gd name="T66" fmla="*/ 23532404 w 109"/>
              <a:gd name="T67" fmla="*/ 24870854 h 90"/>
              <a:gd name="T68" fmla="*/ 37652091 w 109"/>
              <a:gd name="T69" fmla="*/ 19896680 h 90"/>
              <a:gd name="T70" fmla="*/ 45495397 w 109"/>
              <a:gd name="T71" fmla="*/ 8289855 h 90"/>
              <a:gd name="T72" fmla="*/ 54908105 w 109"/>
              <a:gd name="T73" fmla="*/ 8289855 h 90"/>
              <a:gd name="T74" fmla="*/ 54908105 w 109"/>
              <a:gd name="T75" fmla="*/ 8289855 h 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90"/>
              <a:gd name="T116" fmla="*/ 109 w 109"/>
              <a:gd name="T117" fmla="*/ 90 h 9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90">
                <a:moveTo>
                  <a:pt x="35" y="5"/>
                </a:moveTo>
                <a:lnTo>
                  <a:pt x="41" y="3"/>
                </a:lnTo>
                <a:lnTo>
                  <a:pt x="49" y="0"/>
                </a:lnTo>
                <a:lnTo>
                  <a:pt x="67" y="13"/>
                </a:lnTo>
                <a:lnTo>
                  <a:pt x="83" y="15"/>
                </a:lnTo>
                <a:lnTo>
                  <a:pt x="90" y="25"/>
                </a:lnTo>
                <a:lnTo>
                  <a:pt x="96" y="39"/>
                </a:lnTo>
                <a:lnTo>
                  <a:pt x="98" y="44"/>
                </a:lnTo>
                <a:lnTo>
                  <a:pt x="104" y="49"/>
                </a:lnTo>
                <a:lnTo>
                  <a:pt x="108" y="53"/>
                </a:lnTo>
                <a:lnTo>
                  <a:pt x="108" y="58"/>
                </a:lnTo>
                <a:lnTo>
                  <a:pt x="101" y="58"/>
                </a:lnTo>
                <a:lnTo>
                  <a:pt x="91" y="58"/>
                </a:lnTo>
                <a:lnTo>
                  <a:pt x="96" y="63"/>
                </a:lnTo>
                <a:lnTo>
                  <a:pt x="99" y="67"/>
                </a:lnTo>
                <a:lnTo>
                  <a:pt x="101" y="74"/>
                </a:lnTo>
                <a:lnTo>
                  <a:pt x="96" y="77"/>
                </a:lnTo>
                <a:lnTo>
                  <a:pt x="88" y="77"/>
                </a:lnTo>
                <a:lnTo>
                  <a:pt x="86" y="77"/>
                </a:lnTo>
                <a:lnTo>
                  <a:pt x="83" y="81"/>
                </a:lnTo>
                <a:lnTo>
                  <a:pt x="83" y="87"/>
                </a:lnTo>
                <a:lnTo>
                  <a:pt x="77" y="89"/>
                </a:lnTo>
                <a:lnTo>
                  <a:pt x="71" y="86"/>
                </a:lnTo>
                <a:lnTo>
                  <a:pt x="63" y="84"/>
                </a:lnTo>
                <a:lnTo>
                  <a:pt x="55" y="81"/>
                </a:lnTo>
                <a:lnTo>
                  <a:pt x="48" y="82"/>
                </a:lnTo>
                <a:lnTo>
                  <a:pt x="25" y="74"/>
                </a:lnTo>
                <a:lnTo>
                  <a:pt x="16" y="76"/>
                </a:lnTo>
                <a:lnTo>
                  <a:pt x="9" y="74"/>
                </a:lnTo>
                <a:lnTo>
                  <a:pt x="5" y="81"/>
                </a:lnTo>
                <a:lnTo>
                  <a:pt x="0" y="66"/>
                </a:lnTo>
                <a:lnTo>
                  <a:pt x="6" y="58"/>
                </a:lnTo>
                <a:lnTo>
                  <a:pt x="5" y="40"/>
                </a:lnTo>
                <a:lnTo>
                  <a:pt x="15" y="15"/>
                </a:lnTo>
                <a:lnTo>
                  <a:pt x="24" y="12"/>
                </a:lnTo>
                <a:lnTo>
                  <a:pt x="29" y="5"/>
                </a:lnTo>
                <a:lnTo>
                  <a:pt x="35"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0" name="Freeform 787">
            <a:extLst>
              <a:ext uri="{FF2B5EF4-FFF2-40B4-BE49-F238E27FC236}">
                <a16:creationId xmlns:a16="http://schemas.microsoft.com/office/drawing/2014/main" id="{E76CE8C1-5CBB-3260-71B0-B8358A3315E3}"/>
              </a:ext>
            </a:extLst>
          </p:cNvPr>
          <p:cNvSpPr>
            <a:spLocks/>
          </p:cNvSpPr>
          <p:nvPr/>
        </p:nvSpPr>
        <p:spPr bwMode="auto">
          <a:xfrm>
            <a:off x="4398706" y="4498200"/>
            <a:ext cx="275943" cy="155487"/>
          </a:xfrm>
          <a:custGeom>
            <a:avLst/>
            <a:gdLst>
              <a:gd name="T0" fmla="*/ 190643677 w 241"/>
              <a:gd name="T1" fmla="*/ 8625115 h 139"/>
              <a:gd name="T2" fmla="*/ 207693550 w 241"/>
              <a:gd name="T3" fmla="*/ 0 h 139"/>
              <a:gd name="T4" fmla="*/ 230943376 w 241"/>
              <a:gd name="T5" fmla="*/ 15525734 h 139"/>
              <a:gd name="T6" fmla="*/ 240243307 w 241"/>
              <a:gd name="T7" fmla="*/ 34500462 h 139"/>
              <a:gd name="T8" fmla="*/ 266591866 w 241"/>
              <a:gd name="T9" fmla="*/ 51750698 h 139"/>
              <a:gd name="T10" fmla="*/ 302240355 w 241"/>
              <a:gd name="T11" fmla="*/ 77626037 h 139"/>
              <a:gd name="T12" fmla="*/ 325490182 w 241"/>
              <a:gd name="T13" fmla="*/ 77626037 h 139"/>
              <a:gd name="T14" fmla="*/ 361138749 w 241"/>
              <a:gd name="T15" fmla="*/ 87976981 h 139"/>
              <a:gd name="T16" fmla="*/ 351838818 w 241"/>
              <a:gd name="T17" fmla="*/ 129376735 h 139"/>
              <a:gd name="T18" fmla="*/ 320840216 w 241"/>
              <a:gd name="T19" fmla="*/ 165602997 h 139"/>
              <a:gd name="T20" fmla="*/ 272791819 w 241"/>
              <a:gd name="T21" fmla="*/ 194928685 h 139"/>
              <a:gd name="T22" fmla="*/ 274341808 w 241"/>
              <a:gd name="T23" fmla="*/ 210453100 h 139"/>
              <a:gd name="T24" fmla="*/ 251091981 w 241"/>
              <a:gd name="T25" fmla="*/ 238054249 h 139"/>
              <a:gd name="T26" fmla="*/ 246442016 w 241"/>
              <a:gd name="T27" fmla="*/ 191478377 h 139"/>
              <a:gd name="T28" fmla="*/ 206143561 w 241"/>
              <a:gd name="T29" fmla="*/ 186302258 h 139"/>
              <a:gd name="T30" fmla="*/ 206143561 w 241"/>
              <a:gd name="T31" fmla="*/ 170777802 h 139"/>
              <a:gd name="T32" fmla="*/ 158095125 w 241"/>
              <a:gd name="T33" fmla="*/ 210453100 h 139"/>
              <a:gd name="T34" fmla="*/ 141045253 w 241"/>
              <a:gd name="T35" fmla="*/ 188028069 h 139"/>
              <a:gd name="T36" fmla="*/ 154995149 w 241"/>
              <a:gd name="T37" fmla="*/ 174228151 h 139"/>
              <a:gd name="T38" fmla="*/ 164295118 w 241"/>
              <a:gd name="T39" fmla="*/ 160426878 h 139"/>
              <a:gd name="T40" fmla="*/ 145695218 w 241"/>
              <a:gd name="T41" fmla="*/ 136277350 h 139"/>
              <a:gd name="T42" fmla="*/ 113146705 w 241"/>
              <a:gd name="T43" fmla="*/ 122477432 h 139"/>
              <a:gd name="T44" fmla="*/ 55798359 w 241"/>
              <a:gd name="T45" fmla="*/ 129376735 h 139"/>
              <a:gd name="T46" fmla="*/ 13949901 w 241"/>
              <a:gd name="T47" fmla="*/ 132827043 h 139"/>
              <a:gd name="T48" fmla="*/ 9299933 w 241"/>
              <a:gd name="T49" fmla="*/ 98326591 h 139"/>
              <a:gd name="T50" fmla="*/ 40298464 w 241"/>
              <a:gd name="T51" fmla="*/ 53475195 h 139"/>
              <a:gd name="T52" fmla="*/ 32548522 w 241"/>
              <a:gd name="T53" fmla="*/ 20700539 h 139"/>
              <a:gd name="T54" fmla="*/ 49598405 w 241"/>
              <a:gd name="T55" fmla="*/ 18974728 h 139"/>
              <a:gd name="T56" fmla="*/ 80596929 w 241"/>
              <a:gd name="T57" fmla="*/ 22425041 h 139"/>
              <a:gd name="T58" fmla="*/ 110046729 w 241"/>
              <a:gd name="T59" fmla="*/ 25875349 h 139"/>
              <a:gd name="T60" fmla="*/ 134845299 w 241"/>
              <a:gd name="T61" fmla="*/ 36224959 h 139"/>
              <a:gd name="T62" fmla="*/ 153445160 w 241"/>
              <a:gd name="T63" fmla="*/ 37950770 h 139"/>
              <a:gd name="T64" fmla="*/ 158095125 w 241"/>
              <a:gd name="T65" fmla="*/ 20700539 h 139"/>
              <a:gd name="T66" fmla="*/ 178245014 w 241"/>
              <a:gd name="T67" fmla="*/ 18974728 h 139"/>
              <a:gd name="T68" fmla="*/ 184444968 w 241"/>
              <a:gd name="T69" fmla="*/ 12075426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1"/>
              <a:gd name="T106" fmla="*/ 0 h 139"/>
              <a:gd name="T107" fmla="*/ 241 w 241"/>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1" h="139">
                <a:moveTo>
                  <a:pt x="119" y="7"/>
                </a:moveTo>
                <a:lnTo>
                  <a:pt x="123" y="5"/>
                </a:lnTo>
                <a:lnTo>
                  <a:pt x="129" y="2"/>
                </a:lnTo>
                <a:lnTo>
                  <a:pt x="134" y="0"/>
                </a:lnTo>
                <a:lnTo>
                  <a:pt x="145" y="2"/>
                </a:lnTo>
                <a:lnTo>
                  <a:pt x="149" y="9"/>
                </a:lnTo>
                <a:lnTo>
                  <a:pt x="151" y="17"/>
                </a:lnTo>
                <a:lnTo>
                  <a:pt x="155" y="20"/>
                </a:lnTo>
                <a:lnTo>
                  <a:pt x="160" y="18"/>
                </a:lnTo>
                <a:lnTo>
                  <a:pt x="172" y="30"/>
                </a:lnTo>
                <a:lnTo>
                  <a:pt x="178" y="39"/>
                </a:lnTo>
                <a:lnTo>
                  <a:pt x="195" y="45"/>
                </a:lnTo>
                <a:lnTo>
                  <a:pt x="205" y="47"/>
                </a:lnTo>
                <a:lnTo>
                  <a:pt x="210" y="45"/>
                </a:lnTo>
                <a:lnTo>
                  <a:pt x="221" y="49"/>
                </a:lnTo>
                <a:lnTo>
                  <a:pt x="233" y="51"/>
                </a:lnTo>
                <a:lnTo>
                  <a:pt x="240" y="72"/>
                </a:lnTo>
                <a:lnTo>
                  <a:pt x="227" y="75"/>
                </a:lnTo>
                <a:lnTo>
                  <a:pt x="225" y="85"/>
                </a:lnTo>
                <a:lnTo>
                  <a:pt x="207" y="96"/>
                </a:lnTo>
                <a:lnTo>
                  <a:pt x="179" y="103"/>
                </a:lnTo>
                <a:lnTo>
                  <a:pt x="176" y="113"/>
                </a:lnTo>
                <a:lnTo>
                  <a:pt x="164" y="109"/>
                </a:lnTo>
                <a:lnTo>
                  <a:pt x="177" y="122"/>
                </a:lnTo>
                <a:lnTo>
                  <a:pt x="193" y="124"/>
                </a:lnTo>
                <a:lnTo>
                  <a:pt x="162" y="138"/>
                </a:lnTo>
                <a:lnTo>
                  <a:pt x="143" y="122"/>
                </a:lnTo>
                <a:lnTo>
                  <a:pt x="159" y="111"/>
                </a:lnTo>
                <a:lnTo>
                  <a:pt x="143" y="108"/>
                </a:lnTo>
                <a:lnTo>
                  <a:pt x="133" y="108"/>
                </a:lnTo>
                <a:lnTo>
                  <a:pt x="136" y="98"/>
                </a:lnTo>
                <a:lnTo>
                  <a:pt x="133" y="99"/>
                </a:lnTo>
                <a:lnTo>
                  <a:pt x="110" y="104"/>
                </a:lnTo>
                <a:lnTo>
                  <a:pt x="102" y="122"/>
                </a:lnTo>
                <a:lnTo>
                  <a:pt x="87" y="121"/>
                </a:lnTo>
                <a:lnTo>
                  <a:pt x="91" y="109"/>
                </a:lnTo>
                <a:lnTo>
                  <a:pt x="92" y="103"/>
                </a:lnTo>
                <a:lnTo>
                  <a:pt x="100" y="101"/>
                </a:lnTo>
                <a:lnTo>
                  <a:pt x="105" y="97"/>
                </a:lnTo>
                <a:lnTo>
                  <a:pt x="106" y="93"/>
                </a:lnTo>
                <a:lnTo>
                  <a:pt x="100" y="92"/>
                </a:lnTo>
                <a:lnTo>
                  <a:pt x="94" y="79"/>
                </a:lnTo>
                <a:lnTo>
                  <a:pt x="85" y="71"/>
                </a:lnTo>
                <a:lnTo>
                  <a:pt x="73" y="71"/>
                </a:lnTo>
                <a:lnTo>
                  <a:pt x="58" y="74"/>
                </a:lnTo>
                <a:lnTo>
                  <a:pt x="36" y="75"/>
                </a:lnTo>
                <a:lnTo>
                  <a:pt x="25" y="77"/>
                </a:lnTo>
                <a:lnTo>
                  <a:pt x="9" y="77"/>
                </a:lnTo>
                <a:lnTo>
                  <a:pt x="0" y="70"/>
                </a:lnTo>
                <a:lnTo>
                  <a:pt x="6" y="57"/>
                </a:lnTo>
                <a:lnTo>
                  <a:pt x="15" y="44"/>
                </a:lnTo>
                <a:lnTo>
                  <a:pt x="26" y="31"/>
                </a:lnTo>
                <a:lnTo>
                  <a:pt x="21" y="15"/>
                </a:lnTo>
                <a:lnTo>
                  <a:pt x="21" y="12"/>
                </a:lnTo>
                <a:lnTo>
                  <a:pt x="25" y="9"/>
                </a:lnTo>
                <a:lnTo>
                  <a:pt x="32" y="11"/>
                </a:lnTo>
                <a:lnTo>
                  <a:pt x="41" y="9"/>
                </a:lnTo>
                <a:lnTo>
                  <a:pt x="52" y="13"/>
                </a:lnTo>
                <a:lnTo>
                  <a:pt x="63" y="17"/>
                </a:lnTo>
                <a:lnTo>
                  <a:pt x="71" y="15"/>
                </a:lnTo>
                <a:lnTo>
                  <a:pt x="79" y="19"/>
                </a:lnTo>
                <a:lnTo>
                  <a:pt x="87" y="21"/>
                </a:lnTo>
                <a:lnTo>
                  <a:pt x="93" y="24"/>
                </a:lnTo>
                <a:lnTo>
                  <a:pt x="99" y="22"/>
                </a:lnTo>
                <a:lnTo>
                  <a:pt x="99" y="16"/>
                </a:lnTo>
                <a:lnTo>
                  <a:pt x="102" y="12"/>
                </a:lnTo>
                <a:lnTo>
                  <a:pt x="112" y="12"/>
                </a:lnTo>
                <a:lnTo>
                  <a:pt x="115" y="11"/>
                </a:lnTo>
                <a:lnTo>
                  <a:pt x="119"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1" name="Freeform 788">
            <a:extLst>
              <a:ext uri="{FF2B5EF4-FFF2-40B4-BE49-F238E27FC236}">
                <a16:creationId xmlns:a16="http://schemas.microsoft.com/office/drawing/2014/main" id="{768E24E4-1484-779A-74E8-8D54ABB365A9}"/>
              </a:ext>
            </a:extLst>
          </p:cNvPr>
          <p:cNvSpPr>
            <a:spLocks/>
          </p:cNvSpPr>
          <p:nvPr/>
        </p:nvSpPr>
        <p:spPr bwMode="auto">
          <a:xfrm>
            <a:off x="4468787" y="4577971"/>
            <a:ext cx="51101" cy="55434"/>
          </a:xfrm>
          <a:custGeom>
            <a:avLst/>
            <a:gdLst>
              <a:gd name="T0" fmla="*/ 15245252 w 45"/>
              <a:gd name="T1" fmla="*/ 21173698 h 51"/>
              <a:gd name="T2" fmla="*/ 22868498 w 45"/>
              <a:gd name="T3" fmla="*/ 34203856 h 51"/>
              <a:gd name="T4" fmla="*/ 27441949 w 45"/>
              <a:gd name="T5" fmla="*/ 42347396 h 51"/>
              <a:gd name="T6" fmla="*/ 32015399 w 45"/>
              <a:gd name="T7" fmla="*/ 79808144 h 51"/>
              <a:gd name="T8" fmla="*/ 38113745 w 45"/>
              <a:gd name="T9" fmla="*/ 81436595 h 51"/>
              <a:gd name="T10" fmla="*/ 44212101 w 45"/>
              <a:gd name="T11" fmla="*/ 61891357 h 51"/>
              <a:gd name="T12" fmla="*/ 45736996 w 45"/>
              <a:gd name="T13" fmla="*/ 52119377 h 51"/>
              <a:gd name="T14" fmla="*/ 64032034 w 45"/>
              <a:gd name="T15" fmla="*/ 45604298 h 51"/>
              <a:gd name="T16" fmla="*/ 67080589 w 45"/>
              <a:gd name="T17" fmla="*/ 37460758 h 51"/>
              <a:gd name="T18" fmla="*/ 59458583 w 45"/>
              <a:gd name="T19" fmla="*/ 34203856 h 51"/>
              <a:gd name="T20" fmla="*/ 50310447 w 45"/>
              <a:gd name="T21" fmla="*/ 13030163 h 51"/>
              <a:gd name="T22" fmla="*/ 35065190 w 45"/>
              <a:gd name="T23" fmla="*/ 0 h 51"/>
              <a:gd name="T24" fmla="*/ 16770147 w 45"/>
              <a:gd name="T25" fmla="*/ 0 h 51"/>
              <a:gd name="T26" fmla="*/ 0 w 45"/>
              <a:gd name="T27" fmla="*/ 1628451 h 51"/>
              <a:gd name="T28" fmla="*/ 15245252 w 45"/>
              <a:gd name="T29" fmla="*/ 21173698 h 51"/>
              <a:gd name="T30" fmla="*/ 15245252 w 45"/>
              <a:gd name="T31" fmla="*/ 21173698 h 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51"/>
              <a:gd name="T50" fmla="*/ 45 w 45"/>
              <a:gd name="T51" fmla="*/ 51 h 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51">
                <a:moveTo>
                  <a:pt x="10" y="13"/>
                </a:moveTo>
                <a:lnTo>
                  <a:pt x="15" y="21"/>
                </a:lnTo>
                <a:lnTo>
                  <a:pt x="18" y="26"/>
                </a:lnTo>
                <a:lnTo>
                  <a:pt x="21" y="49"/>
                </a:lnTo>
                <a:lnTo>
                  <a:pt x="25" y="50"/>
                </a:lnTo>
                <a:lnTo>
                  <a:pt x="29" y="38"/>
                </a:lnTo>
                <a:lnTo>
                  <a:pt x="30" y="32"/>
                </a:lnTo>
                <a:lnTo>
                  <a:pt x="42" y="28"/>
                </a:lnTo>
                <a:lnTo>
                  <a:pt x="44" y="23"/>
                </a:lnTo>
                <a:lnTo>
                  <a:pt x="39" y="21"/>
                </a:lnTo>
                <a:lnTo>
                  <a:pt x="33" y="8"/>
                </a:lnTo>
                <a:lnTo>
                  <a:pt x="23" y="0"/>
                </a:lnTo>
                <a:lnTo>
                  <a:pt x="11" y="0"/>
                </a:lnTo>
                <a:lnTo>
                  <a:pt x="0" y="1"/>
                </a:lnTo>
                <a:lnTo>
                  <a:pt x="1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2" name="Freeform 789">
            <a:extLst>
              <a:ext uri="{FF2B5EF4-FFF2-40B4-BE49-F238E27FC236}">
                <a16:creationId xmlns:a16="http://schemas.microsoft.com/office/drawing/2014/main" id="{04A3C6F5-D78A-7A58-7003-D78371C7794D}"/>
              </a:ext>
            </a:extLst>
          </p:cNvPr>
          <p:cNvSpPr>
            <a:spLocks/>
          </p:cNvSpPr>
          <p:nvPr/>
        </p:nvSpPr>
        <p:spPr bwMode="auto">
          <a:xfrm>
            <a:off x="4419146" y="4340011"/>
            <a:ext cx="80301" cy="52729"/>
          </a:xfrm>
          <a:custGeom>
            <a:avLst/>
            <a:gdLst>
              <a:gd name="T0" fmla="*/ 92873192 w 69"/>
              <a:gd name="T1" fmla="*/ 1811599 h 46"/>
              <a:gd name="T2" fmla="*/ 0 w 69"/>
              <a:gd name="T3" fmla="*/ 18114643 h 46"/>
              <a:gd name="T4" fmla="*/ 8006221 w 69"/>
              <a:gd name="T5" fmla="*/ 48910485 h 46"/>
              <a:gd name="T6" fmla="*/ 19215183 w 69"/>
              <a:gd name="T7" fmla="*/ 47098886 h 46"/>
              <a:gd name="T8" fmla="*/ 16012443 w 69"/>
              <a:gd name="T9" fmla="*/ 76081768 h 46"/>
              <a:gd name="T10" fmla="*/ 27221407 w 69"/>
              <a:gd name="T11" fmla="*/ 76081768 h 46"/>
              <a:gd name="T12" fmla="*/ 32024886 w 69"/>
              <a:gd name="T13" fmla="*/ 72459918 h 46"/>
              <a:gd name="T14" fmla="*/ 35227626 w 69"/>
              <a:gd name="T15" fmla="*/ 74270170 h 46"/>
              <a:gd name="T16" fmla="*/ 51240074 w 69"/>
              <a:gd name="T17" fmla="*/ 72459918 h 46"/>
              <a:gd name="T18" fmla="*/ 62449034 w 69"/>
              <a:gd name="T19" fmla="*/ 74270170 h 46"/>
              <a:gd name="T20" fmla="*/ 68853250 w 69"/>
              <a:gd name="T21" fmla="*/ 81516563 h 46"/>
              <a:gd name="T22" fmla="*/ 84865707 w 69"/>
              <a:gd name="T23" fmla="*/ 74270170 h 46"/>
              <a:gd name="T24" fmla="*/ 91271189 w 69"/>
              <a:gd name="T25" fmla="*/ 81516563 h 46"/>
              <a:gd name="T26" fmla="*/ 94473929 w 69"/>
              <a:gd name="T27" fmla="*/ 76081768 h 46"/>
              <a:gd name="T28" fmla="*/ 108885629 w 69"/>
              <a:gd name="T29" fmla="*/ 50722083 h 46"/>
              <a:gd name="T30" fmla="*/ 108885629 w 69"/>
              <a:gd name="T31" fmla="*/ 28984238 h 46"/>
              <a:gd name="T32" fmla="*/ 96074667 w 69"/>
              <a:gd name="T33" fmla="*/ 18114643 h 46"/>
              <a:gd name="T34" fmla="*/ 96074667 w 69"/>
              <a:gd name="T35" fmla="*/ 0 h 46"/>
              <a:gd name="T36" fmla="*/ 78461472 w 69"/>
              <a:gd name="T37" fmla="*/ 3623198 h 46"/>
              <a:gd name="T38" fmla="*/ 92873192 w 69"/>
              <a:gd name="T39" fmla="*/ 1811599 h 46"/>
              <a:gd name="T40" fmla="*/ 92873192 w 69"/>
              <a:gd name="T41" fmla="*/ 1811599 h 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6"/>
              <a:gd name="T65" fmla="*/ 69 w 69"/>
              <a:gd name="T66" fmla="*/ 46 h 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6">
                <a:moveTo>
                  <a:pt x="58" y="1"/>
                </a:moveTo>
                <a:lnTo>
                  <a:pt x="0" y="10"/>
                </a:lnTo>
                <a:lnTo>
                  <a:pt x="5" y="27"/>
                </a:lnTo>
                <a:lnTo>
                  <a:pt x="12" y="26"/>
                </a:lnTo>
                <a:lnTo>
                  <a:pt x="10" y="42"/>
                </a:lnTo>
                <a:lnTo>
                  <a:pt x="17" y="42"/>
                </a:lnTo>
                <a:lnTo>
                  <a:pt x="20" y="40"/>
                </a:lnTo>
                <a:lnTo>
                  <a:pt x="22" y="41"/>
                </a:lnTo>
                <a:lnTo>
                  <a:pt x="32" y="40"/>
                </a:lnTo>
                <a:lnTo>
                  <a:pt x="39" y="41"/>
                </a:lnTo>
                <a:lnTo>
                  <a:pt x="43" y="45"/>
                </a:lnTo>
                <a:lnTo>
                  <a:pt x="53" y="41"/>
                </a:lnTo>
                <a:lnTo>
                  <a:pt x="57" y="45"/>
                </a:lnTo>
                <a:lnTo>
                  <a:pt x="59" y="42"/>
                </a:lnTo>
                <a:lnTo>
                  <a:pt x="68" y="28"/>
                </a:lnTo>
                <a:lnTo>
                  <a:pt x="68" y="16"/>
                </a:lnTo>
                <a:lnTo>
                  <a:pt x="60" y="10"/>
                </a:lnTo>
                <a:lnTo>
                  <a:pt x="60" y="0"/>
                </a:lnTo>
                <a:lnTo>
                  <a:pt x="49" y="2"/>
                </a:lnTo>
                <a:lnTo>
                  <a:pt x="58" y="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3" name="Freeform 790">
            <a:extLst>
              <a:ext uri="{FF2B5EF4-FFF2-40B4-BE49-F238E27FC236}">
                <a16:creationId xmlns:a16="http://schemas.microsoft.com/office/drawing/2014/main" id="{B183A038-E815-5CA7-7687-EF5371F62BBA}"/>
              </a:ext>
            </a:extLst>
          </p:cNvPr>
          <p:cNvSpPr>
            <a:spLocks/>
          </p:cNvSpPr>
          <p:nvPr/>
        </p:nvSpPr>
        <p:spPr bwMode="auto">
          <a:xfrm>
            <a:off x="4357826" y="4408965"/>
            <a:ext cx="125561" cy="62194"/>
          </a:xfrm>
          <a:custGeom>
            <a:avLst/>
            <a:gdLst>
              <a:gd name="T0" fmla="*/ 34514522 w 109"/>
              <a:gd name="T1" fmla="*/ 12801014 h 54"/>
              <a:gd name="T2" fmla="*/ 69027792 w 109"/>
              <a:gd name="T3" fmla="*/ 9144353 h 54"/>
              <a:gd name="T4" fmla="*/ 95697775 w 109"/>
              <a:gd name="T5" fmla="*/ 0 h 54"/>
              <a:gd name="T6" fmla="*/ 133348604 w 109"/>
              <a:gd name="T7" fmla="*/ 0 h 54"/>
              <a:gd name="T8" fmla="*/ 169431313 w 109"/>
              <a:gd name="T9" fmla="*/ 0 h 54"/>
              <a:gd name="T10" fmla="*/ 155312840 w 109"/>
              <a:gd name="T11" fmla="*/ 21945364 h 54"/>
              <a:gd name="T12" fmla="*/ 141193153 w 109"/>
              <a:gd name="T13" fmla="*/ 34746378 h 54"/>
              <a:gd name="T14" fmla="*/ 123935896 w 109"/>
              <a:gd name="T15" fmla="*/ 36574707 h 54"/>
              <a:gd name="T16" fmla="*/ 103542324 w 109"/>
              <a:gd name="T17" fmla="*/ 60348405 h 54"/>
              <a:gd name="T18" fmla="*/ 95697775 w 109"/>
              <a:gd name="T19" fmla="*/ 80465435 h 54"/>
              <a:gd name="T20" fmla="*/ 89422637 w 109"/>
              <a:gd name="T21" fmla="*/ 96924475 h 54"/>
              <a:gd name="T22" fmla="*/ 80009910 w 109"/>
              <a:gd name="T23" fmla="*/ 85951774 h 54"/>
              <a:gd name="T24" fmla="*/ 0 w 109"/>
              <a:gd name="T25" fmla="*/ 69492755 h 54"/>
              <a:gd name="T26" fmla="*/ 21962993 w 109"/>
              <a:gd name="T27" fmla="*/ 49377078 h 54"/>
              <a:gd name="T28" fmla="*/ 36082680 w 109"/>
              <a:gd name="T29" fmla="*/ 60348405 h 54"/>
              <a:gd name="T30" fmla="*/ 31375701 w 109"/>
              <a:gd name="T31" fmla="*/ 38404388 h 54"/>
              <a:gd name="T32" fmla="*/ 34514522 w 109"/>
              <a:gd name="T33" fmla="*/ 12801014 h 54"/>
              <a:gd name="T34" fmla="*/ 34514522 w 109"/>
              <a:gd name="T35" fmla="*/ 12801014 h 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9"/>
              <a:gd name="T55" fmla="*/ 0 h 54"/>
              <a:gd name="T56" fmla="*/ 109 w 109"/>
              <a:gd name="T57" fmla="*/ 54 h 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9" h="54">
                <a:moveTo>
                  <a:pt x="22" y="7"/>
                </a:moveTo>
                <a:lnTo>
                  <a:pt x="44" y="5"/>
                </a:lnTo>
                <a:lnTo>
                  <a:pt x="61" y="0"/>
                </a:lnTo>
                <a:lnTo>
                  <a:pt x="85" y="0"/>
                </a:lnTo>
                <a:lnTo>
                  <a:pt x="108" y="0"/>
                </a:lnTo>
                <a:lnTo>
                  <a:pt x="99" y="12"/>
                </a:lnTo>
                <a:lnTo>
                  <a:pt x="90" y="19"/>
                </a:lnTo>
                <a:lnTo>
                  <a:pt x="79" y="20"/>
                </a:lnTo>
                <a:lnTo>
                  <a:pt x="66" y="33"/>
                </a:lnTo>
                <a:lnTo>
                  <a:pt x="61" y="44"/>
                </a:lnTo>
                <a:lnTo>
                  <a:pt x="57" y="53"/>
                </a:lnTo>
                <a:lnTo>
                  <a:pt x="51" y="47"/>
                </a:lnTo>
                <a:lnTo>
                  <a:pt x="0" y="38"/>
                </a:lnTo>
                <a:lnTo>
                  <a:pt x="14" y="27"/>
                </a:lnTo>
                <a:lnTo>
                  <a:pt x="23" y="33"/>
                </a:lnTo>
                <a:lnTo>
                  <a:pt x="20" y="21"/>
                </a:lnTo>
                <a:lnTo>
                  <a:pt x="22"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4" name="Freeform 791">
            <a:extLst>
              <a:ext uri="{FF2B5EF4-FFF2-40B4-BE49-F238E27FC236}">
                <a16:creationId xmlns:a16="http://schemas.microsoft.com/office/drawing/2014/main" id="{B715867E-3EC0-229F-AFF2-6247BCDBE529}"/>
              </a:ext>
            </a:extLst>
          </p:cNvPr>
          <p:cNvSpPr>
            <a:spLocks/>
          </p:cNvSpPr>
          <p:nvPr/>
        </p:nvSpPr>
        <p:spPr bwMode="auto">
          <a:xfrm>
            <a:off x="4379725" y="4384627"/>
            <a:ext cx="108042" cy="43265"/>
          </a:xfrm>
          <a:custGeom>
            <a:avLst/>
            <a:gdLst>
              <a:gd name="T0" fmla="*/ 68810669 w 95"/>
              <a:gd name="T1" fmla="*/ 6786359 h 39"/>
              <a:gd name="T2" fmla="*/ 81044160 w 95"/>
              <a:gd name="T3" fmla="*/ 6786359 h 39"/>
              <a:gd name="T4" fmla="*/ 91747984 w 95"/>
              <a:gd name="T5" fmla="*/ 3393179 h 39"/>
              <a:gd name="T6" fmla="*/ 93276395 w 95"/>
              <a:gd name="T7" fmla="*/ 6786359 h 39"/>
              <a:gd name="T8" fmla="*/ 97864102 w 95"/>
              <a:gd name="T9" fmla="*/ 1697241 h 39"/>
              <a:gd name="T10" fmla="*/ 140679397 w 95"/>
              <a:gd name="T11" fmla="*/ 0 h 39"/>
              <a:gd name="T12" fmla="*/ 143737456 w 95"/>
              <a:gd name="T13" fmla="*/ 10179537 h 39"/>
              <a:gd name="T14" fmla="*/ 137621339 w 95"/>
              <a:gd name="T15" fmla="*/ 35630335 h 39"/>
              <a:gd name="T16" fmla="*/ 126917515 w 95"/>
              <a:gd name="T17" fmla="*/ 64473011 h 39"/>
              <a:gd name="T18" fmla="*/ 103980219 w 95"/>
              <a:gd name="T19" fmla="*/ 49203058 h 39"/>
              <a:gd name="T20" fmla="*/ 64222963 w 95"/>
              <a:gd name="T21" fmla="*/ 42416691 h 39"/>
              <a:gd name="T22" fmla="*/ 27523775 w 95"/>
              <a:gd name="T23" fmla="*/ 50900298 h 39"/>
              <a:gd name="T24" fmla="*/ 22937305 w 95"/>
              <a:gd name="T25" fmla="*/ 50900298 h 39"/>
              <a:gd name="T26" fmla="*/ 1529648 w 95"/>
              <a:gd name="T27" fmla="*/ 54293476 h 39"/>
              <a:gd name="T28" fmla="*/ 0 w 95"/>
              <a:gd name="T29" fmla="*/ 37326272 h 39"/>
              <a:gd name="T30" fmla="*/ 13761888 w 95"/>
              <a:gd name="T31" fmla="*/ 8483599 h 39"/>
              <a:gd name="T32" fmla="*/ 30583070 w 95"/>
              <a:gd name="T33" fmla="*/ 3393179 h 39"/>
              <a:gd name="T34" fmla="*/ 65752611 w 95"/>
              <a:gd name="T35" fmla="*/ 30539916 h 39"/>
              <a:gd name="T36" fmla="*/ 68810669 w 95"/>
              <a:gd name="T37" fmla="*/ 6786359 h 39"/>
              <a:gd name="T38" fmla="*/ 68810669 w 95"/>
              <a:gd name="T39" fmla="*/ 6786359 h 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
              <a:gd name="T61" fmla="*/ 0 h 39"/>
              <a:gd name="T62" fmla="*/ 95 w 95"/>
              <a:gd name="T63" fmla="*/ 39 h 3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 h="39">
                <a:moveTo>
                  <a:pt x="45" y="4"/>
                </a:moveTo>
                <a:lnTo>
                  <a:pt x="53" y="4"/>
                </a:lnTo>
                <a:lnTo>
                  <a:pt x="60" y="2"/>
                </a:lnTo>
                <a:lnTo>
                  <a:pt x="61" y="4"/>
                </a:lnTo>
                <a:lnTo>
                  <a:pt x="64" y="1"/>
                </a:lnTo>
                <a:lnTo>
                  <a:pt x="92" y="0"/>
                </a:lnTo>
                <a:lnTo>
                  <a:pt x="94" y="6"/>
                </a:lnTo>
                <a:lnTo>
                  <a:pt x="90" y="21"/>
                </a:lnTo>
                <a:lnTo>
                  <a:pt x="83" y="38"/>
                </a:lnTo>
                <a:lnTo>
                  <a:pt x="68" y="29"/>
                </a:lnTo>
                <a:lnTo>
                  <a:pt x="42" y="25"/>
                </a:lnTo>
                <a:lnTo>
                  <a:pt x="18" y="30"/>
                </a:lnTo>
                <a:lnTo>
                  <a:pt x="15" y="30"/>
                </a:lnTo>
                <a:lnTo>
                  <a:pt x="1" y="32"/>
                </a:lnTo>
                <a:lnTo>
                  <a:pt x="0" y="22"/>
                </a:lnTo>
                <a:lnTo>
                  <a:pt x="9" y="5"/>
                </a:lnTo>
                <a:lnTo>
                  <a:pt x="20" y="2"/>
                </a:lnTo>
                <a:lnTo>
                  <a:pt x="43" y="18"/>
                </a:lnTo>
                <a:lnTo>
                  <a:pt x="45"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5" name="Freeform 792">
            <a:extLst>
              <a:ext uri="{FF2B5EF4-FFF2-40B4-BE49-F238E27FC236}">
                <a16:creationId xmlns:a16="http://schemas.microsoft.com/office/drawing/2014/main" id="{310E38F3-23BE-2386-0819-C23B32EA3395}"/>
              </a:ext>
            </a:extLst>
          </p:cNvPr>
          <p:cNvSpPr>
            <a:spLocks/>
          </p:cNvSpPr>
          <p:nvPr/>
        </p:nvSpPr>
        <p:spPr bwMode="auto">
          <a:xfrm>
            <a:off x="4265845" y="4605013"/>
            <a:ext cx="52561" cy="28393"/>
          </a:xfrm>
          <a:custGeom>
            <a:avLst/>
            <a:gdLst>
              <a:gd name="T0" fmla="*/ 0 w 47"/>
              <a:gd name="T1" fmla="*/ 42676691 h 25"/>
              <a:gd name="T2" fmla="*/ 0 w 47"/>
              <a:gd name="T3" fmla="*/ 42676691 h 25"/>
              <a:gd name="T4" fmla="*/ 0 w 47"/>
              <a:gd name="T5" fmla="*/ 12446704 h 25"/>
              <a:gd name="T6" fmla="*/ 47314124 w 47"/>
              <a:gd name="T7" fmla="*/ 0 h 25"/>
              <a:gd name="T8" fmla="*/ 59141738 w 47"/>
              <a:gd name="T9" fmla="*/ 8890311 h 25"/>
              <a:gd name="T10" fmla="*/ 68013361 w 47"/>
              <a:gd name="T11" fmla="*/ 17781956 h 25"/>
              <a:gd name="T12" fmla="*/ 48792728 w 47"/>
              <a:gd name="T13" fmla="*/ 24894741 h 25"/>
              <a:gd name="T14" fmla="*/ 28092265 w 47"/>
              <a:gd name="T15" fmla="*/ 37341439 h 25"/>
              <a:gd name="T16" fmla="*/ 10350231 w 47"/>
              <a:gd name="T17" fmla="*/ 37341439 h 25"/>
              <a:gd name="T18" fmla="*/ 0 w 47"/>
              <a:gd name="T19" fmla="*/ 42676691 h 25"/>
              <a:gd name="T20" fmla="*/ 0 w 47"/>
              <a:gd name="T21" fmla="*/ 42676691 h 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
              <a:gd name="T34" fmla="*/ 0 h 25"/>
              <a:gd name="T35" fmla="*/ 47 w 47"/>
              <a:gd name="T36" fmla="*/ 25 h 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 h="25">
                <a:moveTo>
                  <a:pt x="0" y="24"/>
                </a:moveTo>
                <a:lnTo>
                  <a:pt x="0" y="24"/>
                </a:lnTo>
                <a:lnTo>
                  <a:pt x="0" y="7"/>
                </a:lnTo>
                <a:lnTo>
                  <a:pt x="32" y="0"/>
                </a:lnTo>
                <a:lnTo>
                  <a:pt x="40" y="5"/>
                </a:lnTo>
                <a:lnTo>
                  <a:pt x="46" y="10"/>
                </a:lnTo>
                <a:lnTo>
                  <a:pt x="33" y="14"/>
                </a:lnTo>
                <a:lnTo>
                  <a:pt x="19" y="21"/>
                </a:lnTo>
                <a:lnTo>
                  <a:pt x="7" y="21"/>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6" name="Freeform 793">
            <a:extLst>
              <a:ext uri="{FF2B5EF4-FFF2-40B4-BE49-F238E27FC236}">
                <a16:creationId xmlns:a16="http://schemas.microsoft.com/office/drawing/2014/main" id="{1C05361D-9F6F-5DCD-9D1B-3A519B1ED438}"/>
              </a:ext>
            </a:extLst>
          </p:cNvPr>
          <p:cNvSpPr>
            <a:spLocks/>
          </p:cNvSpPr>
          <p:nvPr/>
        </p:nvSpPr>
        <p:spPr bwMode="auto">
          <a:xfrm>
            <a:off x="4375346" y="4695601"/>
            <a:ext cx="39420" cy="21633"/>
          </a:xfrm>
          <a:custGeom>
            <a:avLst/>
            <a:gdLst>
              <a:gd name="T0" fmla="*/ 0 w 32"/>
              <a:gd name="T1" fmla="*/ 12903200 h 20"/>
              <a:gd name="T2" fmla="*/ 10765308 w 32"/>
              <a:gd name="T3" fmla="*/ 30645098 h 20"/>
              <a:gd name="T4" fmla="*/ 55620095 w 32"/>
              <a:gd name="T5" fmla="*/ 17741898 h 20"/>
              <a:gd name="T6" fmla="*/ 46648337 w 32"/>
              <a:gd name="T7" fmla="*/ 0 h 20"/>
              <a:gd name="T8" fmla="*/ 3588436 w 32"/>
              <a:gd name="T9" fmla="*/ 14516099 h 20"/>
              <a:gd name="T10" fmla="*/ 0 w 32"/>
              <a:gd name="T11" fmla="*/ 12903200 h 20"/>
              <a:gd name="T12" fmla="*/ 0 w 32"/>
              <a:gd name="T13" fmla="*/ 12903200 h 20"/>
              <a:gd name="T14" fmla="*/ 0 60000 65536"/>
              <a:gd name="T15" fmla="*/ 0 60000 65536"/>
              <a:gd name="T16" fmla="*/ 0 60000 65536"/>
              <a:gd name="T17" fmla="*/ 0 60000 65536"/>
              <a:gd name="T18" fmla="*/ 0 60000 65536"/>
              <a:gd name="T19" fmla="*/ 0 60000 65536"/>
              <a:gd name="T20" fmla="*/ 0 60000 65536"/>
              <a:gd name="T21" fmla="*/ 0 w 32"/>
              <a:gd name="T22" fmla="*/ 0 h 20"/>
              <a:gd name="T23" fmla="*/ 32 w 32"/>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0">
                <a:moveTo>
                  <a:pt x="0" y="8"/>
                </a:moveTo>
                <a:lnTo>
                  <a:pt x="6" y="19"/>
                </a:lnTo>
                <a:lnTo>
                  <a:pt x="31" y="11"/>
                </a:lnTo>
                <a:lnTo>
                  <a:pt x="26" y="0"/>
                </a:lnTo>
                <a:lnTo>
                  <a:pt x="2" y="9"/>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7" name="Freeform 794">
            <a:extLst>
              <a:ext uri="{FF2B5EF4-FFF2-40B4-BE49-F238E27FC236}">
                <a16:creationId xmlns:a16="http://schemas.microsoft.com/office/drawing/2014/main" id="{18688575-2C97-1AEB-E275-B315AC4E6F3D}"/>
              </a:ext>
            </a:extLst>
          </p:cNvPr>
          <p:cNvSpPr>
            <a:spLocks/>
          </p:cNvSpPr>
          <p:nvPr/>
        </p:nvSpPr>
        <p:spPr bwMode="auto">
          <a:xfrm>
            <a:off x="4341766" y="4621237"/>
            <a:ext cx="67161" cy="86532"/>
          </a:xfrm>
          <a:custGeom>
            <a:avLst/>
            <a:gdLst>
              <a:gd name="T0" fmla="*/ 25363600 w 58"/>
              <a:gd name="T1" fmla="*/ 23155799 h 79"/>
              <a:gd name="T2" fmla="*/ 34874474 w 58"/>
              <a:gd name="T3" fmla="*/ 0 h 79"/>
              <a:gd name="T4" fmla="*/ 90357122 w 58"/>
              <a:gd name="T5" fmla="*/ 52927169 h 79"/>
              <a:gd name="T6" fmla="*/ 80846228 w 58"/>
              <a:gd name="T7" fmla="*/ 89315408 h 79"/>
              <a:gd name="T8" fmla="*/ 88771976 w 58"/>
              <a:gd name="T9" fmla="*/ 109163411 h 79"/>
              <a:gd name="T10" fmla="*/ 31704183 w 58"/>
              <a:gd name="T11" fmla="*/ 129011413 h 79"/>
              <a:gd name="T12" fmla="*/ 0 w 58"/>
              <a:gd name="T13" fmla="*/ 104201732 h 79"/>
              <a:gd name="T14" fmla="*/ 41215057 w 58"/>
              <a:gd name="T15" fmla="*/ 100893946 h 79"/>
              <a:gd name="T16" fmla="*/ 49142055 w 58"/>
              <a:gd name="T17" fmla="*/ 72775172 h 79"/>
              <a:gd name="T18" fmla="*/ 25363600 w 58"/>
              <a:gd name="T19" fmla="*/ 23155799 h 79"/>
              <a:gd name="T20" fmla="*/ 25363600 w 58"/>
              <a:gd name="T21" fmla="*/ 23155799 h 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79"/>
              <a:gd name="T35" fmla="*/ 58 w 58"/>
              <a:gd name="T36" fmla="*/ 79 h 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79">
                <a:moveTo>
                  <a:pt x="16" y="14"/>
                </a:moveTo>
                <a:lnTo>
                  <a:pt x="22" y="0"/>
                </a:lnTo>
                <a:lnTo>
                  <a:pt x="57" y="32"/>
                </a:lnTo>
                <a:lnTo>
                  <a:pt x="51" y="54"/>
                </a:lnTo>
                <a:lnTo>
                  <a:pt x="56" y="66"/>
                </a:lnTo>
                <a:lnTo>
                  <a:pt x="20" y="78"/>
                </a:lnTo>
                <a:lnTo>
                  <a:pt x="0" y="63"/>
                </a:lnTo>
                <a:lnTo>
                  <a:pt x="26" y="61"/>
                </a:lnTo>
                <a:lnTo>
                  <a:pt x="31" y="44"/>
                </a:lnTo>
                <a:lnTo>
                  <a:pt x="16"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8" name="Freeform 795">
            <a:extLst>
              <a:ext uri="{FF2B5EF4-FFF2-40B4-BE49-F238E27FC236}">
                <a16:creationId xmlns:a16="http://schemas.microsoft.com/office/drawing/2014/main" id="{78C45E6F-B7B1-9DCF-B4C2-584350625296}"/>
              </a:ext>
            </a:extLst>
          </p:cNvPr>
          <p:cNvSpPr>
            <a:spLocks/>
          </p:cNvSpPr>
          <p:nvPr/>
        </p:nvSpPr>
        <p:spPr bwMode="auto">
          <a:xfrm>
            <a:off x="4262926" y="4615830"/>
            <a:ext cx="108042" cy="75715"/>
          </a:xfrm>
          <a:custGeom>
            <a:avLst/>
            <a:gdLst>
              <a:gd name="T0" fmla="*/ 4891812 w 92"/>
              <a:gd name="T1" fmla="*/ 24317568 h 65"/>
              <a:gd name="T2" fmla="*/ 35870734 w 92"/>
              <a:gd name="T3" fmla="*/ 18705924 h 65"/>
              <a:gd name="T4" fmla="*/ 58696640 w 92"/>
              <a:gd name="T5" fmla="*/ 1871003 h 65"/>
              <a:gd name="T6" fmla="*/ 78262605 w 92"/>
              <a:gd name="T7" fmla="*/ 0 h 65"/>
              <a:gd name="T8" fmla="*/ 99459194 w 92"/>
              <a:gd name="T9" fmla="*/ 18705924 h 65"/>
              <a:gd name="T10" fmla="*/ 148373469 w 92"/>
              <a:gd name="T11" fmla="*/ 7482644 h 65"/>
              <a:gd name="T12" fmla="*/ 130438108 w 92"/>
              <a:gd name="T13" fmla="*/ 54246776 h 65"/>
              <a:gd name="T14" fmla="*/ 83154416 w 92"/>
              <a:gd name="T15" fmla="*/ 57987413 h 65"/>
              <a:gd name="T16" fmla="*/ 99459194 w 92"/>
              <a:gd name="T17" fmla="*/ 93529637 h 65"/>
              <a:gd name="T18" fmla="*/ 99459194 w 92"/>
              <a:gd name="T19" fmla="*/ 119716830 h 65"/>
              <a:gd name="T20" fmla="*/ 55436709 w 92"/>
              <a:gd name="T21" fmla="*/ 87917977 h 65"/>
              <a:gd name="T22" fmla="*/ 17935367 w 92"/>
              <a:gd name="T23" fmla="*/ 41152485 h 65"/>
              <a:gd name="T24" fmla="*/ 0 w 92"/>
              <a:gd name="T25" fmla="*/ 44894500 h 65"/>
              <a:gd name="T26" fmla="*/ 4891812 w 92"/>
              <a:gd name="T27" fmla="*/ 24317568 h 65"/>
              <a:gd name="T28" fmla="*/ 4891812 w 92"/>
              <a:gd name="T29" fmla="*/ 24317568 h 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2"/>
              <a:gd name="T46" fmla="*/ 0 h 65"/>
              <a:gd name="T47" fmla="*/ 92 w 92"/>
              <a:gd name="T48" fmla="*/ 65 h 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2" h="65">
                <a:moveTo>
                  <a:pt x="3" y="13"/>
                </a:moveTo>
                <a:lnTo>
                  <a:pt x="22" y="10"/>
                </a:lnTo>
                <a:lnTo>
                  <a:pt x="36" y="1"/>
                </a:lnTo>
                <a:lnTo>
                  <a:pt x="48" y="0"/>
                </a:lnTo>
                <a:lnTo>
                  <a:pt x="61" y="10"/>
                </a:lnTo>
                <a:lnTo>
                  <a:pt x="91" y="4"/>
                </a:lnTo>
                <a:lnTo>
                  <a:pt x="80" y="29"/>
                </a:lnTo>
                <a:lnTo>
                  <a:pt x="51" y="31"/>
                </a:lnTo>
                <a:lnTo>
                  <a:pt x="61" y="50"/>
                </a:lnTo>
                <a:lnTo>
                  <a:pt x="61" y="64"/>
                </a:lnTo>
                <a:lnTo>
                  <a:pt x="34" y="47"/>
                </a:lnTo>
                <a:lnTo>
                  <a:pt x="11" y="22"/>
                </a:lnTo>
                <a:lnTo>
                  <a:pt x="0" y="24"/>
                </a:lnTo>
                <a:lnTo>
                  <a:pt x="3"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9" name="Freeform 796">
            <a:extLst>
              <a:ext uri="{FF2B5EF4-FFF2-40B4-BE49-F238E27FC236}">
                <a16:creationId xmlns:a16="http://schemas.microsoft.com/office/drawing/2014/main" id="{D4E10BB7-5D38-E103-8716-DEC981F4DE68}"/>
              </a:ext>
            </a:extLst>
          </p:cNvPr>
          <p:cNvSpPr>
            <a:spLocks/>
          </p:cNvSpPr>
          <p:nvPr/>
        </p:nvSpPr>
        <p:spPr bwMode="auto">
          <a:xfrm>
            <a:off x="3917802" y="4784959"/>
            <a:ext cx="318103" cy="295042"/>
          </a:xfrm>
          <a:custGeom>
            <a:avLst/>
            <a:gdLst>
              <a:gd name="T0" fmla="*/ 0 w 278"/>
              <a:gd name="T1" fmla="*/ 141 h 265"/>
              <a:gd name="T2" fmla="*/ 0 w 278"/>
              <a:gd name="T3" fmla="*/ 141 h 265"/>
              <a:gd name="T4" fmla="*/ 1 w 278"/>
              <a:gd name="T5" fmla="*/ 146 h 265"/>
              <a:gd name="T6" fmla="*/ 52 w 278"/>
              <a:gd name="T7" fmla="*/ 179 h 265"/>
              <a:gd name="T8" fmla="*/ 161 w 278"/>
              <a:gd name="T9" fmla="*/ 251 h 265"/>
              <a:gd name="T10" fmla="*/ 162 w 278"/>
              <a:gd name="T11" fmla="*/ 264 h 265"/>
              <a:gd name="T12" fmla="*/ 173 w 278"/>
              <a:gd name="T13" fmla="*/ 262 h 265"/>
              <a:gd name="T14" fmla="*/ 194 w 278"/>
              <a:gd name="T15" fmla="*/ 257 h 265"/>
              <a:gd name="T16" fmla="*/ 277 w 278"/>
              <a:gd name="T17" fmla="*/ 200 h 265"/>
              <a:gd name="T18" fmla="*/ 245 w 278"/>
              <a:gd name="T19" fmla="*/ 162 h 265"/>
              <a:gd name="T20" fmla="*/ 245 w 278"/>
              <a:gd name="T21" fmla="*/ 101 h 265"/>
              <a:gd name="T22" fmla="*/ 241 w 278"/>
              <a:gd name="T23" fmla="*/ 74 h 265"/>
              <a:gd name="T24" fmla="*/ 218 w 278"/>
              <a:gd name="T25" fmla="*/ 46 h 265"/>
              <a:gd name="T26" fmla="*/ 230 w 278"/>
              <a:gd name="T27" fmla="*/ 37 h 265"/>
              <a:gd name="T28" fmla="*/ 236 w 278"/>
              <a:gd name="T29" fmla="*/ 0 h 265"/>
              <a:gd name="T30" fmla="*/ 138 w 278"/>
              <a:gd name="T31" fmla="*/ 6 h 265"/>
              <a:gd name="T32" fmla="*/ 88 w 278"/>
              <a:gd name="T33" fmla="*/ 28 h 265"/>
              <a:gd name="T34" fmla="*/ 100 w 278"/>
              <a:gd name="T35" fmla="*/ 73 h 265"/>
              <a:gd name="T36" fmla="*/ 79 w 278"/>
              <a:gd name="T37" fmla="*/ 74 h 265"/>
              <a:gd name="T38" fmla="*/ 67 w 278"/>
              <a:gd name="T39" fmla="*/ 79 h 265"/>
              <a:gd name="T40" fmla="*/ 69 w 278"/>
              <a:gd name="T41" fmla="*/ 91 h 265"/>
              <a:gd name="T42" fmla="*/ 7 w 278"/>
              <a:gd name="T43" fmla="*/ 118 h 265"/>
              <a:gd name="T44" fmla="*/ 0 w 278"/>
              <a:gd name="T45" fmla="*/ 141 h 265"/>
              <a:gd name="T46" fmla="*/ 0 w 278"/>
              <a:gd name="T47" fmla="*/ 141 h 2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8"/>
              <a:gd name="T73" fmla="*/ 0 h 265"/>
              <a:gd name="T74" fmla="*/ 278 w 278"/>
              <a:gd name="T75" fmla="*/ 265 h 26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8" h="265">
                <a:moveTo>
                  <a:pt x="0" y="141"/>
                </a:moveTo>
                <a:lnTo>
                  <a:pt x="0" y="141"/>
                </a:lnTo>
                <a:lnTo>
                  <a:pt x="1" y="146"/>
                </a:lnTo>
                <a:lnTo>
                  <a:pt x="52" y="179"/>
                </a:lnTo>
                <a:lnTo>
                  <a:pt x="161" y="251"/>
                </a:lnTo>
                <a:lnTo>
                  <a:pt x="162" y="264"/>
                </a:lnTo>
                <a:lnTo>
                  <a:pt x="173" y="262"/>
                </a:lnTo>
                <a:lnTo>
                  <a:pt x="194" y="257"/>
                </a:lnTo>
                <a:lnTo>
                  <a:pt x="277" y="200"/>
                </a:lnTo>
                <a:lnTo>
                  <a:pt x="245" y="162"/>
                </a:lnTo>
                <a:lnTo>
                  <a:pt x="245" y="101"/>
                </a:lnTo>
                <a:lnTo>
                  <a:pt x="241" y="74"/>
                </a:lnTo>
                <a:lnTo>
                  <a:pt x="218" y="46"/>
                </a:lnTo>
                <a:lnTo>
                  <a:pt x="230" y="37"/>
                </a:lnTo>
                <a:lnTo>
                  <a:pt x="236" y="0"/>
                </a:lnTo>
                <a:lnTo>
                  <a:pt x="138" y="6"/>
                </a:lnTo>
                <a:lnTo>
                  <a:pt x="88" y="28"/>
                </a:lnTo>
                <a:lnTo>
                  <a:pt x="100" y="73"/>
                </a:lnTo>
                <a:lnTo>
                  <a:pt x="79" y="74"/>
                </a:lnTo>
                <a:lnTo>
                  <a:pt x="67" y="79"/>
                </a:lnTo>
                <a:lnTo>
                  <a:pt x="69" y="91"/>
                </a:lnTo>
                <a:lnTo>
                  <a:pt x="7" y="118"/>
                </a:lnTo>
                <a:lnTo>
                  <a:pt x="0" y="14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0" name="Freeform 797">
            <a:extLst>
              <a:ext uri="{FF2B5EF4-FFF2-40B4-BE49-F238E27FC236}">
                <a16:creationId xmlns:a16="http://schemas.microsoft.com/office/drawing/2014/main" id="{58050445-07FC-27BB-7BE2-88D8516C1C82}"/>
              </a:ext>
            </a:extLst>
          </p:cNvPr>
          <p:cNvSpPr>
            <a:spLocks/>
          </p:cNvSpPr>
          <p:nvPr/>
        </p:nvSpPr>
        <p:spPr bwMode="auto">
          <a:xfrm>
            <a:off x="4655847" y="4779393"/>
            <a:ext cx="155619" cy="139171"/>
          </a:xfrm>
          <a:custGeom>
            <a:avLst/>
            <a:gdLst>
              <a:gd name="T0" fmla="*/ 0 w 136"/>
              <a:gd name="T1" fmla="*/ 60 h 125"/>
              <a:gd name="T2" fmla="*/ 0 w 136"/>
              <a:gd name="T3" fmla="*/ 60 h 125"/>
              <a:gd name="T4" fmla="*/ 6 w 136"/>
              <a:gd name="T5" fmla="*/ 78 h 125"/>
              <a:gd name="T6" fmla="*/ 68 w 136"/>
              <a:gd name="T7" fmla="*/ 105 h 125"/>
              <a:gd name="T8" fmla="*/ 68 w 136"/>
              <a:gd name="T9" fmla="*/ 115 h 125"/>
              <a:gd name="T10" fmla="*/ 83 w 136"/>
              <a:gd name="T11" fmla="*/ 122 h 125"/>
              <a:gd name="T12" fmla="*/ 108 w 136"/>
              <a:gd name="T13" fmla="*/ 124 h 125"/>
              <a:gd name="T14" fmla="*/ 128 w 136"/>
              <a:gd name="T15" fmla="*/ 111 h 125"/>
              <a:gd name="T16" fmla="*/ 135 w 136"/>
              <a:gd name="T17" fmla="*/ 110 h 125"/>
              <a:gd name="T18" fmla="*/ 117 w 136"/>
              <a:gd name="T19" fmla="*/ 75 h 125"/>
              <a:gd name="T20" fmla="*/ 92 w 136"/>
              <a:gd name="T21" fmla="*/ 54 h 125"/>
              <a:gd name="T22" fmla="*/ 104 w 136"/>
              <a:gd name="T23" fmla="*/ 22 h 125"/>
              <a:gd name="T24" fmla="*/ 93 w 136"/>
              <a:gd name="T25" fmla="*/ 18 h 125"/>
              <a:gd name="T26" fmla="*/ 83 w 136"/>
              <a:gd name="T27" fmla="*/ 0 h 125"/>
              <a:gd name="T28" fmla="*/ 53 w 136"/>
              <a:gd name="T29" fmla="*/ 2 h 125"/>
              <a:gd name="T30" fmla="*/ 38 w 136"/>
              <a:gd name="T31" fmla="*/ 13 h 125"/>
              <a:gd name="T32" fmla="*/ 33 w 136"/>
              <a:gd name="T33" fmla="*/ 42 h 125"/>
              <a:gd name="T34" fmla="*/ 0 w 136"/>
              <a:gd name="T35" fmla="*/ 60 h 125"/>
              <a:gd name="T36" fmla="*/ 0 w 136"/>
              <a:gd name="T37" fmla="*/ 60 h 1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6"/>
              <a:gd name="T58" fmla="*/ 0 h 125"/>
              <a:gd name="T59" fmla="*/ 136 w 136"/>
              <a:gd name="T60" fmla="*/ 125 h 1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6" h="125">
                <a:moveTo>
                  <a:pt x="0" y="60"/>
                </a:moveTo>
                <a:lnTo>
                  <a:pt x="0" y="60"/>
                </a:lnTo>
                <a:lnTo>
                  <a:pt x="6" y="78"/>
                </a:lnTo>
                <a:lnTo>
                  <a:pt x="68" y="105"/>
                </a:lnTo>
                <a:lnTo>
                  <a:pt x="68" y="115"/>
                </a:lnTo>
                <a:lnTo>
                  <a:pt x="83" y="122"/>
                </a:lnTo>
                <a:lnTo>
                  <a:pt x="108" y="124"/>
                </a:lnTo>
                <a:lnTo>
                  <a:pt x="128" y="111"/>
                </a:lnTo>
                <a:lnTo>
                  <a:pt x="135" y="110"/>
                </a:lnTo>
                <a:lnTo>
                  <a:pt x="117" y="75"/>
                </a:lnTo>
                <a:lnTo>
                  <a:pt x="92" y="54"/>
                </a:lnTo>
                <a:lnTo>
                  <a:pt x="104" y="22"/>
                </a:lnTo>
                <a:lnTo>
                  <a:pt x="93" y="18"/>
                </a:lnTo>
                <a:lnTo>
                  <a:pt x="83" y="0"/>
                </a:lnTo>
                <a:lnTo>
                  <a:pt x="53" y="2"/>
                </a:lnTo>
                <a:lnTo>
                  <a:pt x="38" y="13"/>
                </a:lnTo>
                <a:lnTo>
                  <a:pt x="33" y="42"/>
                </a:lnTo>
                <a:lnTo>
                  <a:pt x="0" y="6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1" name="Freeform 798">
            <a:extLst>
              <a:ext uri="{FF2B5EF4-FFF2-40B4-BE49-F238E27FC236}">
                <a16:creationId xmlns:a16="http://schemas.microsoft.com/office/drawing/2014/main" id="{0F020BEF-D618-B90C-7BA1-4EC954A990B1}"/>
              </a:ext>
            </a:extLst>
          </p:cNvPr>
          <p:cNvSpPr>
            <a:spLocks/>
          </p:cNvSpPr>
          <p:nvPr/>
        </p:nvSpPr>
        <p:spPr bwMode="auto">
          <a:xfrm>
            <a:off x="4592913" y="4866236"/>
            <a:ext cx="329546" cy="267209"/>
          </a:xfrm>
          <a:custGeom>
            <a:avLst/>
            <a:gdLst>
              <a:gd name="T0" fmla="*/ 0 w 288"/>
              <a:gd name="T1" fmla="*/ 62 h 240"/>
              <a:gd name="T2" fmla="*/ 0 w 288"/>
              <a:gd name="T3" fmla="*/ 62 h 240"/>
              <a:gd name="T4" fmla="*/ 4 w 288"/>
              <a:gd name="T5" fmla="*/ 41 h 240"/>
              <a:gd name="T6" fmla="*/ 19 w 288"/>
              <a:gd name="T7" fmla="*/ 46 h 240"/>
              <a:gd name="T8" fmla="*/ 38 w 288"/>
              <a:gd name="T9" fmla="*/ 33 h 240"/>
              <a:gd name="T10" fmla="*/ 46 w 288"/>
              <a:gd name="T11" fmla="*/ 24 h 240"/>
              <a:gd name="T12" fmla="*/ 30 w 288"/>
              <a:gd name="T13" fmla="*/ 10 h 240"/>
              <a:gd name="T14" fmla="*/ 61 w 288"/>
              <a:gd name="T15" fmla="*/ 0 h 240"/>
              <a:gd name="T16" fmla="*/ 123 w 288"/>
              <a:gd name="T17" fmla="*/ 27 h 240"/>
              <a:gd name="T18" fmla="*/ 123 w 288"/>
              <a:gd name="T19" fmla="*/ 37 h 240"/>
              <a:gd name="T20" fmla="*/ 138 w 288"/>
              <a:gd name="T21" fmla="*/ 44 h 240"/>
              <a:gd name="T22" fmla="*/ 151 w 288"/>
              <a:gd name="T23" fmla="*/ 51 h 240"/>
              <a:gd name="T24" fmla="*/ 163 w 288"/>
              <a:gd name="T25" fmla="*/ 46 h 240"/>
              <a:gd name="T26" fmla="*/ 187 w 288"/>
              <a:gd name="T27" fmla="*/ 54 h 240"/>
              <a:gd name="T28" fmla="*/ 220 w 288"/>
              <a:gd name="T29" fmla="*/ 108 h 240"/>
              <a:gd name="T30" fmla="*/ 224 w 288"/>
              <a:gd name="T31" fmla="*/ 112 h 240"/>
              <a:gd name="T32" fmla="*/ 237 w 288"/>
              <a:gd name="T33" fmla="*/ 133 h 240"/>
              <a:gd name="T34" fmla="*/ 280 w 288"/>
              <a:gd name="T35" fmla="*/ 139 h 240"/>
              <a:gd name="T36" fmla="*/ 287 w 288"/>
              <a:gd name="T37" fmla="*/ 149 h 240"/>
              <a:gd name="T38" fmla="*/ 277 w 288"/>
              <a:gd name="T39" fmla="*/ 177 h 240"/>
              <a:gd name="T40" fmla="*/ 237 w 288"/>
              <a:gd name="T41" fmla="*/ 191 h 240"/>
              <a:gd name="T42" fmla="*/ 193 w 288"/>
              <a:gd name="T43" fmla="*/ 200 h 240"/>
              <a:gd name="T44" fmla="*/ 159 w 288"/>
              <a:gd name="T45" fmla="*/ 239 h 240"/>
              <a:gd name="T46" fmla="*/ 159 w 288"/>
              <a:gd name="T47" fmla="*/ 224 h 240"/>
              <a:gd name="T48" fmla="*/ 134 w 288"/>
              <a:gd name="T49" fmla="*/ 214 h 240"/>
              <a:gd name="T50" fmla="*/ 109 w 288"/>
              <a:gd name="T51" fmla="*/ 227 h 240"/>
              <a:gd name="T52" fmla="*/ 84 w 288"/>
              <a:gd name="T53" fmla="*/ 184 h 240"/>
              <a:gd name="T54" fmla="*/ 64 w 288"/>
              <a:gd name="T55" fmla="*/ 167 h 240"/>
              <a:gd name="T56" fmla="*/ 51 w 288"/>
              <a:gd name="T57" fmla="*/ 122 h 240"/>
              <a:gd name="T58" fmla="*/ 0 w 288"/>
              <a:gd name="T59" fmla="*/ 62 h 240"/>
              <a:gd name="T60" fmla="*/ 0 w 288"/>
              <a:gd name="T61" fmla="*/ 62 h 2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88"/>
              <a:gd name="T94" fmla="*/ 0 h 240"/>
              <a:gd name="T95" fmla="*/ 288 w 288"/>
              <a:gd name="T96" fmla="*/ 240 h 24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88" h="240">
                <a:moveTo>
                  <a:pt x="0" y="62"/>
                </a:moveTo>
                <a:lnTo>
                  <a:pt x="0" y="62"/>
                </a:lnTo>
                <a:lnTo>
                  <a:pt x="4" y="41"/>
                </a:lnTo>
                <a:lnTo>
                  <a:pt x="19" y="46"/>
                </a:lnTo>
                <a:lnTo>
                  <a:pt x="38" y="33"/>
                </a:lnTo>
                <a:lnTo>
                  <a:pt x="46" y="24"/>
                </a:lnTo>
                <a:lnTo>
                  <a:pt x="30" y="10"/>
                </a:lnTo>
                <a:lnTo>
                  <a:pt x="61" y="0"/>
                </a:lnTo>
                <a:lnTo>
                  <a:pt x="123" y="27"/>
                </a:lnTo>
                <a:lnTo>
                  <a:pt x="123" y="37"/>
                </a:lnTo>
                <a:lnTo>
                  <a:pt x="138" y="44"/>
                </a:lnTo>
                <a:lnTo>
                  <a:pt x="151" y="51"/>
                </a:lnTo>
                <a:lnTo>
                  <a:pt x="163" y="46"/>
                </a:lnTo>
                <a:lnTo>
                  <a:pt x="187" y="54"/>
                </a:lnTo>
                <a:lnTo>
                  <a:pt x="220" y="108"/>
                </a:lnTo>
                <a:lnTo>
                  <a:pt x="224" y="112"/>
                </a:lnTo>
                <a:lnTo>
                  <a:pt x="237" y="133"/>
                </a:lnTo>
                <a:lnTo>
                  <a:pt x="280" y="139"/>
                </a:lnTo>
                <a:lnTo>
                  <a:pt x="287" y="149"/>
                </a:lnTo>
                <a:lnTo>
                  <a:pt x="277" y="177"/>
                </a:lnTo>
                <a:lnTo>
                  <a:pt x="237" y="191"/>
                </a:lnTo>
                <a:lnTo>
                  <a:pt x="193" y="200"/>
                </a:lnTo>
                <a:lnTo>
                  <a:pt x="159" y="239"/>
                </a:lnTo>
                <a:lnTo>
                  <a:pt x="159" y="224"/>
                </a:lnTo>
                <a:lnTo>
                  <a:pt x="134" y="214"/>
                </a:lnTo>
                <a:lnTo>
                  <a:pt x="109" y="227"/>
                </a:lnTo>
                <a:lnTo>
                  <a:pt x="84" y="184"/>
                </a:lnTo>
                <a:lnTo>
                  <a:pt x="64" y="167"/>
                </a:lnTo>
                <a:lnTo>
                  <a:pt x="51" y="122"/>
                </a:lnTo>
                <a:lnTo>
                  <a:pt x="0" y="6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2" name="Freeform 799">
            <a:extLst>
              <a:ext uri="{FF2B5EF4-FFF2-40B4-BE49-F238E27FC236}">
                <a16:creationId xmlns:a16="http://schemas.microsoft.com/office/drawing/2014/main" id="{D83F0241-523E-AD3B-A9C8-B992F9C64454}"/>
              </a:ext>
            </a:extLst>
          </p:cNvPr>
          <p:cNvSpPr>
            <a:spLocks/>
          </p:cNvSpPr>
          <p:nvPr/>
        </p:nvSpPr>
        <p:spPr bwMode="auto">
          <a:xfrm>
            <a:off x="4605500" y="4781620"/>
            <a:ext cx="112137" cy="83502"/>
          </a:xfrm>
          <a:custGeom>
            <a:avLst/>
            <a:gdLst>
              <a:gd name="T0" fmla="*/ 0 w 98"/>
              <a:gd name="T1" fmla="*/ 68 h 75"/>
              <a:gd name="T2" fmla="*/ 0 w 98"/>
              <a:gd name="T3" fmla="*/ 68 h 75"/>
              <a:gd name="T4" fmla="*/ 1 w 98"/>
              <a:gd name="T5" fmla="*/ 61 h 75"/>
              <a:gd name="T6" fmla="*/ 15 w 98"/>
              <a:gd name="T7" fmla="*/ 45 h 75"/>
              <a:gd name="T8" fmla="*/ 8 w 98"/>
              <a:gd name="T9" fmla="*/ 38 h 75"/>
              <a:gd name="T10" fmla="*/ 7 w 98"/>
              <a:gd name="T11" fmla="*/ 19 h 75"/>
              <a:gd name="T12" fmla="*/ 15 w 98"/>
              <a:gd name="T13" fmla="*/ 3 h 75"/>
              <a:gd name="T14" fmla="*/ 97 w 98"/>
              <a:gd name="T15" fmla="*/ 0 h 75"/>
              <a:gd name="T16" fmla="*/ 82 w 98"/>
              <a:gd name="T17" fmla="*/ 11 h 75"/>
              <a:gd name="T18" fmla="*/ 77 w 98"/>
              <a:gd name="T19" fmla="*/ 40 h 75"/>
              <a:gd name="T20" fmla="*/ 44 w 98"/>
              <a:gd name="T21" fmla="*/ 58 h 75"/>
              <a:gd name="T22" fmla="*/ 14 w 98"/>
              <a:gd name="T23" fmla="*/ 74 h 75"/>
              <a:gd name="T24" fmla="*/ 0 w 98"/>
              <a:gd name="T25" fmla="*/ 68 h 75"/>
              <a:gd name="T26" fmla="*/ 0 w 98"/>
              <a:gd name="T27" fmla="*/ 68 h 7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8"/>
              <a:gd name="T43" fmla="*/ 0 h 75"/>
              <a:gd name="T44" fmla="*/ 98 w 98"/>
              <a:gd name="T45" fmla="*/ 75 h 7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8" h="75">
                <a:moveTo>
                  <a:pt x="0" y="68"/>
                </a:moveTo>
                <a:lnTo>
                  <a:pt x="0" y="68"/>
                </a:lnTo>
                <a:lnTo>
                  <a:pt x="1" y="61"/>
                </a:lnTo>
                <a:lnTo>
                  <a:pt x="15" y="45"/>
                </a:lnTo>
                <a:lnTo>
                  <a:pt x="8" y="38"/>
                </a:lnTo>
                <a:lnTo>
                  <a:pt x="7" y="19"/>
                </a:lnTo>
                <a:lnTo>
                  <a:pt x="15" y="3"/>
                </a:lnTo>
                <a:lnTo>
                  <a:pt x="97" y="0"/>
                </a:lnTo>
                <a:lnTo>
                  <a:pt x="82" y="11"/>
                </a:lnTo>
                <a:lnTo>
                  <a:pt x="77" y="40"/>
                </a:lnTo>
                <a:lnTo>
                  <a:pt x="44" y="58"/>
                </a:lnTo>
                <a:lnTo>
                  <a:pt x="14" y="74"/>
                </a:lnTo>
                <a:lnTo>
                  <a:pt x="0" y="6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3" name="Freeform 800">
            <a:extLst>
              <a:ext uri="{FF2B5EF4-FFF2-40B4-BE49-F238E27FC236}">
                <a16:creationId xmlns:a16="http://schemas.microsoft.com/office/drawing/2014/main" id="{91E74EED-837C-57F3-1436-1B1F6D2BEFAD}"/>
              </a:ext>
            </a:extLst>
          </p:cNvPr>
          <p:cNvSpPr>
            <a:spLocks/>
          </p:cNvSpPr>
          <p:nvPr/>
        </p:nvSpPr>
        <p:spPr bwMode="auto">
          <a:xfrm>
            <a:off x="4849226" y="4966439"/>
            <a:ext cx="82387" cy="55669"/>
          </a:xfrm>
          <a:custGeom>
            <a:avLst/>
            <a:gdLst>
              <a:gd name="T0" fmla="*/ 0 w 72"/>
              <a:gd name="T1" fmla="*/ 22 h 50"/>
              <a:gd name="T2" fmla="*/ 0 w 72"/>
              <a:gd name="T3" fmla="*/ 22 h 50"/>
              <a:gd name="T4" fmla="*/ 4 w 72"/>
              <a:gd name="T5" fmla="*/ 21 h 50"/>
              <a:gd name="T6" fmla="*/ 10 w 72"/>
              <a:gd name="T7" fmla="*/ 29 h 50"/>
              <a:gd name="T8" fmla="*/ 40 w 72"/>
              <a:gd name="T9" fmla="*/ 28 h 50"/>
              <a:gd name="T10" fmla="*/ 67 w 72"/>
              <a:gd name="T11" fmla="*/ 0 h 50"/>
              <a:gd name="T12" fmla="*/ 71 w 72"/>
              <a:gd name="T13" fmla="*/ 17 h 50"/>
              <a:gd name="T14" fmla="*/ 63 w 72"/>
              <a:gd name="T15" fmla="*/ 18 h 50"/>
              <a:gd name="T16" fmla="*/ 67 w 72"/>
              <a:gd name="T17" fmla="*/ 28 h 50"/>
              <a:gd name="T18" fmla="*/ 56 w 72"/>
              <a:gd name="T19" fmla="*/ 49 h 50"/>
              <a:gd name="T20" fmla="*/ 13 w 72"/>
              <a:gd name="T21" fmla="*/ 43 h 50"/>
              <a:gd name="T22" fmla="*/ 0 w 72"/>
              <a:gd name="T23" fmla="*/ 22 h 50"/>
              <a:gd name="T24" fmla="*/ 0 w 72"/>
              <a:gd name="T25" fmla="*/ 2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
              <a:gd name="T40" fmla="*/ 0 h 50"/>
              <a:gd name="T41" fmla="*/ 72 w 72"/>
              <a:gd name="T42" fmla="*/ 50 h 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 h="50">
                <a:moveTo>
                  <a:pt x="0" y="22"/>
                </a:moveTo>
                <a:lnTo>
                  <a:pt x="0" y="22"/>
                </a:lnTo>
                <a:lnTo>
                  <a:pt x="4" y="21"/>
                </a:lnTo>
                <a:lnTo>
                  <a:pt x="10" y="29"/>
                </a:lnTo>
                <a:lnTo>
                  <a:pt x="40" y="28"/>
                </a:lnTo>
                <a:lnTo>
                  <a:pt x="67" y="0"/>
                </a:lnTo>
                <a:lnTo>
                  <a:pt x="71" y="17"/>
                </a:lnTo>
                <a:lnTo>
                  <a:pt x="63" y="18"/>
                </a:lnTo>
                <a:lnTo>
                  <a:pt x="67" y="28"/>
                </a:lnTo>
                <a:lnTo>
                  <a:pt x="56" y="49"/>
                </a:lnTo>
                <a:lnTo>
                  <a:pt x="13"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4" name="Freeform 801">
            <a:extLst>
              <a:ext uri="{FF2B5EF4-FFF2-40B4-BE49-F238E27FC236}">
                <a16:creationId xmlns:a16="http://schemas.microsoft.com/office/drawing/2014/main" id="{78E5F22F-E21C-4774-D39F-700855D7D291}"/>
              </a:ext>
            </a:extLst>
          </p:cNvPr>
          <p:cNvSpPr>
            <a:spLocks/>
          </p:cNvSpPr>
          <p:nvPr/>
        </p:nvSpPr>
        <p:spPr bwMode="auto">
          <a:xfrm>
            <a:off x="4730224" y="5078889"/>
            <a:ext cx="151042" cy="99090"/>
          </a:xfrm>
          <a:custGeom>
            <a:avLst/>
            <a:gdLst>
              <a:gd name="T0" fmla="*/ 0 w 132"/>
              <a:gd name="T1" fmla="*/ 88 h 89"/>
              <a:gd name="T2" fmla="*/ 0 w 132"/>
              <a:gd name="T3" fmla="*/ 88 h 89"/>
              <a:gd name="T4" fmla="*/ 35 w 132"/>
              <a:gd name="T5" fmla="*/ 68 h 89"/>
              <a:gd name="T6" fmla="*/ 29 w 132"/>
              <a:gd name="T7" fmla="*/ 59 h 89"/>
              <a:gd name="T8" fmla="*/ 39 w 132"/>
              <a:gd name="T9" fmla="*/ 48 h 89"/>
              <a:gd name="T10" fmla="*/ 73 w 132"/>
              <a:gd name="T11" fmla="*/ 9 h 89"/>
              <a:gd name="T12" fmla="*/ 117 w 132"/>
              <a:gd name="T13" fmla="*/ 0 h 89"/>
              <a:gd name="T14" fmla="*/ 131 w 132"/>
              <a:gd name="T15" fmla="*/ 34 h 89"/>
              <a:gd name="T16" fmla="*/ 120 w 132"/>
              <a:gd name="T17" fmla="*/ 48 h 89"/>
              <a:gd name="T18" fmla="*/ 70 w 132"/>
              <a:gd name="T19" fmla="*/ 71 h 89"/>
              <a:gd name="T20" fmla="*/ 0 w 132"/>
              <a:gd name="T21" fmla="*/ 88 h 89"/>
              <a:gd name="T22" fmla="*/ 0 w 132"/>
              <a:gd name="T23" fmla="*/ 88 h 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89"/>
              <a:gd name="T38" fmla="*/ 132 w 132"/>
              <a:gd name="T39" fmla="*/ 89 h 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89">
                <a:moveTo>
                  <a:pt x="0" y="88"/>
                </a:moveTo>
                <a:lnTo>
                  <a:pt x="0" y="88"/>
                </a:lnTo>
                <a:lnTo>
                  <a:pt x="35" y="68"/>
                </a:lnTo>
                <a:lnTo>
                  <a:pt x="29" y="59"/>
                </a:lnTo>
                <a:lnTo>
                  <a:pt x="39" y="48"/>
                </a:lnTo>
                <a:lnTo>
                  <a:pt x="73" y="9"/>
                </a:lnTo>
                <a:lnTo>
                  <a:pt x="117" y="0"/>
                </a:lnTo>
                <a:lnTo>
                  <a:pt x="131" y="34"/>
                </a:lnTo>
                <a:lnTo>
                  <a:pt x="120" y="48"/>
                </a:lnTo>
                <a:lnTo>
                  <a:pt x="70" y="7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5" name="Freeform 802">
            <a:extLst>
              <a:ext uri="{FF2B5EF4-FFF2-40B4-BE49-F238E27FC236}">
                <a16:creationId xmlns:a16="http://schemas.microsoft.com/office/drawing/2014/main" id="{2E314051-5A4C-E9DD-6EC3-237C33F4D4B8}"/>
              </a:ext>
            </a:extLst>
          </p:cNvPr>
          <p:cNvSpPr>
            <a:spLocks/>
          </p:cNvSpPr>
          <p:nvPr/>
        </p:nvSpPr>
        <p:spPr bwMode="auto">
          <a:xfrm>
            <a:off x="4717637" y="5104496"/>
            <a:ext cx="58357" cy="73483"/>
          </a:xfrm>
          <a:custGeom>
            <a:avLst/>
            <a:gdLst>
              <a:gd name="T0" fmla="*/ 0 w 51"/>
              <a:gd name="T1" fmla="*/ 13 h 66"/>
              <a:gd name="T2" fmla="*/ 0 w 51"/>
              <a:gd name="T3" fmla="*/ 13 h 66"/>
              <a:gd name="T4" fmla="*/ 11 w 51"/>
              <a:gd name="T5" fmla="*/ 65 h 66"/>
              <a:gd name="T6" fmla="*/ 46 w 51"/>
              <a:gd name="T7" fmla="*/ 45 h 66"/>
              <a:gd name="T8" fmla="*/ 40 w 51"/>
              <a:gd name="T9" fmla="*/ 36 h 66"/>
              <a:gd name="T10" fmla="*/ 50 w 51"/>
              <a:gd name="T11" fmla="*/ 25 h 66"/>
              <a:gd name="T12" fmla="*/ 50 w 51"/>
              <a:gd name="T13" fmla="*/ 10 h 66"/>
              <a:gd name="T14" fmla="*/ 25 w 51"/>
              <a:gd name="T15" fmla="*/ 0 h 66"/>
              <a:gd name="T16" fmla="*/ 0 w 51"/>
              <a:gd name="T17" fmla="*/ 13 h 66"/>
              <a:gd name="T18" fmla="*/ 0 w 51"/>
              <a:gd name="T19" fmla="*/ 13 h 6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
              <a:gd name="T31" fmla="*/ 0 h 66"/>
              <a:gd name="T32" fmla="*/ 51 w 51"/>
              <a:gd name="T33" fmla="*/ 66 h 6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 h="66">
                <a:moveTo>
                  <a:pt x="0" y="13"/>
                </a:moveTo>
                <a:lnTo>
                  <a:pt x="0" y="13"/>
                </a:lnTo>
                <a:lnTo>
                  <a:pt x="11" y="65"/>
                </a:lnTo>
                <a:lnTo>
                  <a:pt x="46" y="45"/>
                </a:lnTo>
                <a:lnTo>
                  <a:pt x="40" y="36"/>
                </a:lnTo>
                <a:lnTo>
                  <a:pt x="50" y="25"/>
                </a:lnTo>
                <a:lnTo>
                  <a:pt x="50" y="10"/>
                </a:lnTo>
                <a:lnTo>
                  <a:pt x="25" y="0"/>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6" name="Freeform 803">
            <a:extLst>
              <a:ext uri="{FF2B5EF4-FFF2-40B4-BE49-F238E27FC236}">
                <a16:creationId xmlns:a16="http://schemas.microsoft.com/office/drawing/2014/main" id="{408844A1-0974-6FB2-4242-B497DFF32EDB}"/>
              </a:ext>
            </a:extLst>
          </p:cNvPr>
          <p:cNvSpPr>
            <a:spLocks/>
          </p:cNvSpPr>
          <p:nvPr/>
        </p:nvSpPr>
        <p:spPr bwMode="auto">
          <a:xfrm>
            <a:off x="4232473" y="5455207"/>
            <a:ext cx="199100" cy="189272"/>
          </a:xfrm>
          <a:custGeom>
            <a:avLst/>
            <a:gdLst>
              <a:gd name="T0" fmla="*/ 0 w 174"/>
              <a:gd name="T1" fmla="*/ 159 h 170"/>
              <a:gd name="T2" fmla="*/ 0 w 174"/>
              <a:gd name="T3" fmla="*/ 159 h 170"/>
              <a:gd name="T4" fmla="*/ 23 w 174"/>
              <a:gd name="T5" fmla="*/ 153 h 170"/>
              <a:gd name="T6" fmla="*/ 134 w 174"/>
              <a:gd name="T7" fmla="*/ 169 h 170"/>
              <a:gd name="T8" fmla="*/ 159 w 174"/>
              <a:gd name="T9" fmla="*/ 162 h 170"/>
              <a:gd name="T10" fmla="*/ 142 w 174"/>
              <a:gd name="T11" fmla="*/ 149 h 170"/>
              <a:gd name="T12" fmla="*/ 142 w 174"/>
              <a:gd name="T13" fmla="*/ 98 h 170"/>
              <a:gd name="T14" fmla="*/ 173 w 174"/>
              <a:gd name="T15" fmla="*/ 98 h 170"/>
              <a:gd name="T16" fmla="*/ 170 w 174"/>
              <a:gd name="T17" fmla="*/ 70 h 170"/>
              <a:gd name="T18" fmla="*/ 142 w 174"/>
              <a:gd name="T19" fmla="*/ 73 h 170"/>
              <a:gd name="T20" fmla="*/ 139 w 174"/>
              <a:gd name="T21" fmla="*/ 24 h 170"/>
              <a:gd name="T22" fmla="*/ 127 w 174"/>
              <a:gd name="T23" fmla="*/ 15 h 170"/>
              <a:gd name="T24" fmla="*/ 109 w 174"/>
              <a:gd name="T25" fmla="*/ 16 h 170"/>
              <a:gd name="T26" fmla="*/ 105 w 174"/>
              <a:gd name="T27" fmla="*/ 30 h 170"/>
              <a:gd name="T28" fmla="*/ 86 w 174"/>
              <a:gd name="T29" fmla="*/ 32 h 170"/>
              <a:gd name="T30" fmla="*/ 63 w 174"/>
              <a:gd name="T31" fmla="*/ 0 h 170"/>
              <a:gd name="T32" fmla="*/ 11 w 174"/>
              <a:gd name="T33" fmla="*/ 7 h 170"/>
              <a:gd name="T34" fmla="*/ 30 w 174"/>
              <a:gd name="T35" fmla="*/ 71 h 170"/>
              <a:gd name="T36" fmla="*/ 0 w 174"/>
              <a:gd name="T37" fmla="*/ 159 h 170"/>
              <a:gd name="T38" fmla="*/ 0 w 174"/>
              <a:gd name="T39" fmla="*/ 159 h 1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4"/>
              <a:gd name="T61" fmla="*/ 0 h 170"/>
              <a:gd name="T62" fmla="*/ 174 w 174"/>
              <a:gd name="T63" fmla="*/ 170 h 1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4" h="170">
                <a:moveTo>
                  <a:pt x="0" y="159"/>
                </a:moveTo>
                <a:lnTo>
                  <a:pt x="0" y="159"/>
                </a:lnTo>
                <a:lnTo>
                  <a:pt x="23" y="153"/>
                </a:lnTo>
                <a:lnTo>
                  <a:pt x="134" y="169"/>
                </a:lnTo>
                <a:lnTo>
                  <a:pt x="159" y="162"/>
                </a:lnTo>
                <a:lnTo>
                  <a:pt x="142" y="149"/>
                </a:lnTo>
                <a:lnTo>
                  <a:pt x="142" y="98"/>
                </a:lnTo>
                <a:lnTo>
                  <a:pt x="173" y="98"/>
                </a:lnTo>
                <a:lnTo>
                  <a:pt x="170" y="70"/>
                </a:lnTo>
                <a:lnTo>
                  <a:pt x="142" y="73"/>
                </a:lnTo>
                <a:lnTo>
                  <a:pt x="139" y="24"/>
                </a:lnTo>
                <a:lnTo>
                  <a:pt x="127" y="15"/>
                </a:lnTo>
                <a:lnTo>
                  <a:pt x="109" y="16"/>
                </a:lnTo>
                <a:lnTo>
                  <a:pt x="105" y="30"/>
                </a:lnTo>
                <a:lnTo>
                  <a:pt x="86" y="32"/>
                </a:lnTo>
                <a:lnTo>
                  <a:pt x="63" y="0"/>
                </a:lnTo>
                <a:lnTo>
                  <a:pt x="11" y="7"/>
                </a:lnTo>
                <a:lnTo>
                  <a:pt x="30" y="71"/>
                </a:lnTo>
                <a:lnTo>
                  <a:pt x="0" y="1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7" name="Freeform 804">
            <a:extLst>
              <a:ext uri="{FF2B5EF4-FFF2-40B4-BE49-F238E27FC236}">
                <a16:creationId xmlns:a16="http://schemas.microsoft.com/office/drawing/2014/main" id="{75A97D65-0739-B53B-62FE-7FC1F8610083}"/>
              </a:ext>
            </a:extLst>
          </p:cNvPr>
          <p:cNvSpPr>
            <a:spLocks/>
          </p:cNvSpPr>
          <p:nvPr/>
        </p:nvSpPr>
        <p:spPr bwMode="auto">
          <a:xfrm>
            <a:off x="4238194" y="5439620"/>
            <a:ext cx="17164" cy="16700"/>
          </a:xfrm>
          <a:custGeom>
            <a:avLst/>
            <a:gdLst>
              <a:gd name="T0" fmla="*/ 0 w 15"/>
              <a:gd name="T1" fmla="*/ 4 h 15"/>
              <a:gd name="T2" fmla="*/ 0 w 15"/>
              <a:gd name="T3" fmla="*/ 4 h 15"/>
              <a:gd name="T4" fmla="*/ 5 w 15"/>
              <a:gd name="T5" fmla="*/ 14 h 15"/>
              <a:gd name="T6" fmla="*/ 14 w 15"/>
              <a:gd name="T7" fmla="*/ 0 h 15"/>
              <a:gd name="T8" fmla="*/ 0 w 15"/>
              <a:gd name="T9" fmla="*/ 4 h 15"/>
              <a:gd name="T10" fmla="*/ 0 w 15"/>
              <a:gd name="T11" fmla="*/ 4 h 15"/>
              <a:gd name="T12" fmla="*/ 0 60000 65536"/>
              <a:gd name="T13" fmla="*/ 0 60000 65536"/>
              <a:gd name="T14" fmla="*/ 0 60000 65536"/>
              <a:gd name="T15" fmla="*/ 0 60000 65536"/>
              <a:gd name="T16" fmla="*/ 0 60000 65536"/>
              <a:gd name="T17" fmla="*/ 0 60000 65536"/>
              <a:gd name="T18" fmla="*/ 0 w 15"/>
              <a:gd name="T19" fmla="*/ 0 h 15"/>
              <a:gd name="T20" fmla="*/ 15 w 15"/>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5" h="15">
                <a:moveTo>
                  <a:pt x="0" y="4"/>
                </a:moveTo>
                <a:lnTo>
                  <a:pt x="0" y="4"/>
                </a:lnTo>
                <a:lnTo>
                  <a:pt x="5" y="14"/>
                </a:lnTo>
                <a:lnTo>
                  <a:pt x="14"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8" name="Freeform 805">
            <a:extLst>
              <a:ext uri="{FF2B5EF4-FFF2-40B4-BE49-F238E27FC236}">
                <a16:creationId xmlns:a16="http://schemas.microsoft.com/office/drawing/2014/main" id="{2D71820E-397F-72C4-ABDB-637CD59CB291}"/>
              </a:ext>
            </a:extLst>
          </p:cNvPr>
          <p:cNvSpPr>
            <a:spLocks/>
          </p:cNvSpPr>
          <p:nvPr/>
        </p:nvSpPr>
        <p:spPr bwMode="auto">
          <a:xfrm>
            <a:off x="4362918" y="5638913"/>
            <a:ext cx="146465" cy="142511"/>
          </a:xfrm>
          <a:custGeom>
            <a:avLst/>
            <a:gdLst>
              <a:gd name="T0" fmla="*/ 0 w 128"/>
              <a:gd name="T1" fmla="*/ 98 h 128"/>
              <a:gd name="T2" fmla="*/ 0 w 128"/>
              <a:gd name="T3" fmla="*/ 98 h 128"/>
              <a:gd name="T4" fmla="*/ 0 w 128"/>
              <a:gd name="T5" fmla="*/ 59 h 128"/>
              <a:gd name="T6" fmla="*/ 14 w 128"/>
              <a:gd name="T7" fmla="*/ 59 h 128"/>
              <a:gd name="T8" fmla="*/ 14 w 128"/>
              <a:gd name="T9" fmla="*/ 10 h 128"/>
              <a:gd name="T10" fmla="*/ 40 w 128"/>
              <a:gd name="T11" fmla="*/ 4 h 128"/>
              <a:gd name="T12" fmla="*/ 48 w 128"/>
              <a:gd name="T13" fmla="*/ 13 h 128"/>
              <a:gd name="T14" fmla="*/ 71 w 128"/>
              <a:gd name="T15" fmla="*/ 0 h 128"/>
              <a:gd name="T16" fmla="*/ 109 w 128"/>
              <a:gd name="T17" fmla="*/ 53 h 128"/>
              <a:gd name="T18" fmla="*/ 127 w 128"/>
              <a:gd name="T19" fmla="*/ 62 h 128"/>
              <a:gd name="T20" fmla="*/ 76 w 128"/>
              <a:gd name="T21" fmla="*/ 109 h 128"/>
              <a:gd name="T22" fmla="*/ 46 w 128"/>
              <a:gd name="T23" fmla="*/ 109 h 128"/>
              <a:gd name="T24" fmla="*/ 30 w 128"/>
              <a:gd name="T25" fmla="*/ 126 h 128"/>
              <a:gd name="T26" fmla="*/ 11 w 128"/>
              <a:gd name="T27" fmla="*/ 127 h 128"/>
              <a:gd name="T28" fmla="*/ 11 w 128"/>
              <a:gd name="T29" fmla="*/ 112 h 128"/>
              <a:gd name="T30" fmla="*/ 0 w 128"/>
              <a:gd name="T31" fmla="*/ 98 h 128"/>
              <a:gd name="T32" fmla="*/ 0 w 128"/>
              <a:gd name="T33" fmla="*/ 98 h 1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8"/>
              <a:gd name="T52" fmla="*/ 0 h 128"/>
              <a:gd name="T53" fmla="*/ 128 w 128"/>
              <a:gd name="T54" fmla="*/ 128 h 1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8" h="128">
                <a:moveTo>
                  <a:pt x="0" y="98"/>
                </a:moveTo>
                <a:lnTo>
                  <a:pt x="0" y="98"/>
                </a:lnTo>
                <a:lnTo>
                  <a:pt x="0" y="59"/>
                </a:lnTo>
                <a:lnTo>
                  <a:pt x="14" y="59"/>
                </a:lnTo>
                <a:lnTo>
                  <a:pt x="14" y="10"/>
                </a:lnTo>
                <a:lnTo>
                  <a:pt x="40" y="4"/>
                </a:lnTo>
                <a:lnTo>
                  <a:pt x="48" y="13"/>
                </a:lnTo>
                <a:lnTo>
                  <a:pt x="71" y="0"/>
                </a:lnTo>
                <a:lnTo>
                  <a:pt x="109" y="53"/>
                </a:lnTo>
                <a:lnTo>
                  <a:pt x="127" y="62"/>
                </a:lnTo>
                <a:lnTo>
                  <a:pt x="76" y="109"/>
                </a:lnTo>
                <a:lnTo>
                  <a:pt x="46" y="109"/>
                </a:lnTo>
                <a:lnTo>
                  <a:pt x="30" y="126"/>
                </a:lnTo>
                <a:lnTo>
                  <a:pt x="11" y="127"/>
                </a:lnTo>
                <a:lnTo>
                  <a:pt x="11" y="112"/>
                </a:lnTo>
                <a:lnTo>
                  <a:pt x="0" y="9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9" name="Freeform 806">
            <a:extLst>
              <a:ext uri="{FF2B5EF4-FFF2-40B4-BE49-F238E27FC236}">
                <a16:creationId xmlns:a16="http://schemas.microsoft.com/office/drawing/2014/main" id="{196E1276-B5CC-AF6D-6A03-A6DC76637F5F}"/>
              </a:ext>
            </a:extLst>
          </p:cNvPr>
          <p:cNvSpPr>
            <a:spLocks/>
          </p:cNvSpPr>
          <p:nvPr/>
        </p:nvSpPr>
        <p:spPr bwMode="auto">
          <a:xfrm>
            <a:off x="4505950" y="5403992"/>
            <a:ext cx="28607" cy="31174"/>
          </a:xfrm>
          <a:custGeom>
            <a:avLst/>
            <a:gdLst>
              <a:gd name="T0" fmla="*/ 0 w 25"/>
              <a:gd name="T1" fmla="*/ 4 h 28"/>
              <a:gd name="T2" fmla="*/ 0 w 25"/>
              <a:gd name="T3" fmla="*/ 4 h 28"/>
              <a:gd name="T4" fmla="*/ 3 w 25"/>
              <a:gd name="T5" fmla="*/ 14 h 28"/>
              <a:gd name="T6" fmla="*/ 9 w 25"/>
              <a:gd name="T7" fmla="*/ 27 h 28"/>
              <a:gd name="T8" fmla="*/ 24 w 25"/>
              <a:gd name="T9" fmla="*/ 11 h 28"/>
              <a:gd name="T10" fmla="*/ 23 w 25"/>
              <a:gd name="T11" fmla="*/ 0 h 28"/>
              <a:gd name="T12" fmla="*/ 0 w 25"/>
              <a:gd name="T13" fmla="*/ 4 h 28"/>
              <a:gd name="T14" fmla="*/ 0 w 25"/>
              <a:gd name="T15" fmla="*/ 4 h 28"/>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8"/>
              <a:gd name="T26" fmla="*/ 25 w 25"/>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8">
                <a:moveTo>
                  <a:pt x="0" y="4"/>
                </a:moveTo>
                <a:lnTo>
                  <a:pt x="0" y="4"/>
                </a:lnTo>
                <a:lnTo>
                  <a:pt x="3" y="14"/>
                </a:lnTo>
                <a:lnTo>
                  <a:pt x="9" y="27"/>
                </a:lnTo>
                <a:lnTo>
                  <a:pt x="24" y="11"/>
                </a:lnTo>
                <a:lnTo>
                  <a:pt x="23"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0" name="Freeform 807">
            <a:extLst>
              <a:ext uri="{FF2B5EF4-FFF2-40B4-BE49-F238E27FC236}">
                <a16:creationId xmlns:a16="http://schemas.microsoft.com/office/drawing/2014/main" id="{EF0096EF-ADB8-C135-3BF8-C5D5185CF040}"/>
              </a:ext>
            </a:extLst>
          </p:cNvPr>
          <p:cNvSpPr>
            <a:spLocks/>
          </p:cNvSpPr>
          <p:nvPr/>
        </p:nvSpPr>
        <p:spPr bwMode="auto">
          <a:xfrm>
            <a:off x="4183270" y="5175752"/>
            <a:ext cx="121291" cy="170345"/>
          </a:xfrm>
          <a:custGeom>
            <a:avLst/>
            <a:gdLst>
              <a:gd name="T0" fmla="*/ 0 w 106"/>
              <a:gd name="T1" fmla="*/ 109 h 153"/>
              <a:gd name="T2" fmla="*/ 0 w 106"/>
              <a:gd name="T3" fmla="*/ 109 h 153"/>
              <a:gd name="T4" fmla="*/ 14 w 106"/>
              <a:gd name="T5" fmla="*/ 80 h 153"/>
              <a:gd name="T6" fmla="*/ 40 w 106"/>
              <a:gd name="T7" fmla="*/ 84 h 153"/>
              <a:gd name="T8" fmla="*/ 68 w 106"/>
              <a:gd name="T9" fmla="*/ 25 h 153"/>
              <a:gd name="T10" fmla="*/ 82 w 106"/>
              <a:gd name="T11" fmla="*/ 14 h 153"/>
              <a:gd name="T12" fmla="*/ 77 w 106"/>
              <a:gd name="T13" fmla="*/ 2 h 153"/>
              <a:gd name="T14" fmla="*/ 84 w 106"/>
              <a:gd name="T15" fmla="*/ 0 h 153"/>
              <a:gd name="T16" fmla="*/ 94 w 106"/>
              <a:gd name="T17" fmla="*/ 37 h 153"/>
              <a:gd name="T18" fmla="*/ 77 w 106"/>
              <a:gd name="T19" fmla="*/ 44 h 153"/>
              <a:gd name="T20" fmla="*/ 96 w 106"/>
              <a:gd name="T21" fmla="*/ 73 h 153"/>
              <a:gd name="T22" fmla="*/ 84 w 106"/>
              <a:gd name="T23" fmla="*/ 107 h 153"/>
              <a:gd name="T24" fmla="*/ 105 w 106"/>
              <a:gd name="T25" fmla="*/ 134 h 153"/>
              <a:gd name="T26" fmla="*/ 103 w 106"/>
              <a:gd name="T27" fmla="*/ 152 h 153"/>
              <a:gd name="T28" fmla="*/ 67 w 106"/>
              <a:gd name="T29" fmla="*/ 144 h 153"/>
              <a:gd name="T30" fmla="*/ 39 w 106"/>
              <a:gd name="T31" fmla="*/ 143 h 153"/>
              <a:gd name="T32" fmla="*/ 17 w 106"/>
              <a:gd name="T33" fmla="*/ 144 h 153"/>
              <a:gd name="T34" fmla="*/ 16 w 106"/>
              <a:gd name="T35" fmla="*/ 119 h 153"/>
              <a:gd name="T36" fmla="*/ 0 w 106"/>
              <a:gd name="T37" fmla="*/ 109 h 153"/>
              <a:gd name="T38" fmla="*/ 0 w 106"/>
              <a:gd name="T39" fmla="*/ 109 h 1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6"/>
              <a:gd name="T61" fmla="*/ 0 h 153"/>
              <a:gd name="T62" fmla="*/ 106 w 106"/>
              <a:gd name="T63" fmla="*/ 153 h 1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6" h="153">
                <a:moveTo>
                  <a:pt x="0" y="109"/>
                </a:moveTo>
                <a:lnTo>
                  <a:pt x="0" y="109"/>
                </a:lnTo>
                <a:lnTo>
                  <a:pt x="14" y="80"/>
                </a:lnTo>
                <a:lnTo>
                  <a:pt x="40" y="84"/>
                </a:lnTo>
                <a:lnTo>
                  <a:pt x="68" y="25"/>
                </a:lnTo>
                <a:lnTo>
                  <a:pt x="82" y="14"/>
                </a:lnTo>
                <a:lnTo>
                  <a:pt x="77" y="2"/>
                </a:lnTo>
                <a:lnTo>
                  <a:pt x="84" y="0"/>
                </a:lnTo>
                <a:lnTo>
                  <a:pt x="94" y="37"/>
                </a:lnTo>
                <a:lnTo>
                  <a:pt x="77" y="44"/>
                </a:lnTo>
                <a:lnTo>
                  <a:pt x="96" y="73"/>
                </a:lnTo>
                <a:lnTo>
                  <a:pt x="84" y="107"/>
                </a:lnTo>
                <a:lnTo>
                  <a:pt x="105" y="134"/>
                </a:lnTo>
                <a:lnTo>
                  <a:pt x="103" y="152"/>
                </a:lnTo>
                <a:lnTo>
                  <a:pt x="67" y="144"/>
                </a:lnTo>
                <a:lnTo>
                  <a:pt x="39" y="143"/>
                </a:lnTo>
                <a:lnTo>
                  <a:pt x="17" y="144"/>
                </a:lnTo>
                <a:lnTo>
                  <a:pt x="16" y="119"/>
                </a:lnTo>
                <a:lnTo>
                  <a:pt x="0" y="10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1" name="Freeform 808">
            <a:extLst>
              <a:ext uri="{FF2B5EF4-FFF2-40B4-BE49-F238E27FC236}">
                <a16:creationId xmlns:a16="http://schemas.microsoft.com/office/drawing/2014/main" id="{FA902B3C-EF3D-BBF8-DE7D-4D84364B2CD7}"/>
              </a:ext>
            </a:extLst>
          </p:cNvPr>
          <p:cNvSpPr>
            <a:spLocks/>
          </p:cNvSpPr>
          <p:nvPr/>
        </p:nvSpPr>
        <p:spPr bwMode="auto">
          <a:xfrm>
            <a:off x="4279387" y="5202473"/>
            <a:ext cx="203678" cy="123584"/>
          </a:xfrm>
          <a:custGeom>
            <a:avLst/>
            <a:gdLst>
              <a:gd name="T0" fmla="*/ 0 w 178"/>
              <a:gd name="T1" fmla="*/ 83 h 111"/>
              <a:gd name="T2" fmla="*/ 0 w 178"/>
              <a:gd name="T3" fmla="*/ 83 h 111"/>
              <a:gd name="T4" fmla="*/ 12 w 178"/>
              <a:gd name="T5" fmla="*/ 49 h 111"/>
              <a:gd name="T6" fmla="*/ 56 w 178"/>
              <a:gd name="T7" fmla="*/ 40 h 111"/>
              <a:gd name="T8" fmla="*/ 61 w 178"/>
              <a:gd name="T9" fmla="*/ 29 h 111"/>
              <a:gd name="T10" fmla="*/ 81 w 178"/>
              <a:gd name="T11" fmla="*/ 25 h 111"/>
              <a:gd name="T12" fmla="*/ 111 w 178"/>
              <a:gd name="T13" fmla="*/ 0 h 111"/>
              <a:gd name="T14" fmla="*/ 121 w 178"/>
              <a:gd name="T15" fmla="*/ 29 h 111"/>
              <a:gd name="T16" fmla="*/ 144 w 178"/>
              <a:gd name="T17" fmla="*/ 40 h 111"/>
              <a:gd name="T18" fmla="*/ 177 w 178"/>
              <a:gd name="T19" fmla="*/ 80 h 111"/>
              <a:gd name="T20" fmla="*/ 95 w 178"/>
              <a:gd name="T21" fmla="*/ 91 h 111"/>
              <a:gd name="T22" fmla="*/ 68 w 178"/>
              <a:gd name="T23" fmla="*/ 80 h 111"/>
              <a:gd name="T24" fmla="*/ 56 w 178"/>
              <a:gd name="T25" fmla="*/ 99 h 111"/>
              <a:gd name="T26" fmla="*/ 33 w 178"/>
              <a:gd name="T27" fmla="*/ 99 h 111"/>
              <a:gd name="T28" fmla="*/ 21 w 178"/>
              <a:gd name="T29" fmla="*/ 110 h 111"/>
              <a:gd name="T30" fmla="*/ 0 w 178"/>
              <a:gd name="T31" fmla="*/ 83 h 111"/>
              <a:gd name="T32" fmla="*/ 0 w 178"/>
              <a:gd name="T33" fmla="*/ 83 h 1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
              <a:gd name="T52" fmla="*/ 0 h 111"/>
              <a:gd name="T53" fmla="*/ 178 w 178"/>
              <a:gd name="T54" fmla="*/ 111 h 1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 h="111">
                <a:moveTo>
                  <a:pt x="0" y="83"/>
                </a:moveTo>
                <a:lnTo>
                  <a:pt x="0" y="83"/>
                </a:lnTo>
                <a:lnTo>
                  <a:pt x="12" y="49"/>
                </a:lnTo>
                <a:lnTo>
                  <a:pt x="56" y="40"/>
                </a:lnTo>
                <a:lnTo>
                  <a:pt x="61" y="29"/>
                </a:lnTo>
                <a:lnTo>
                  <a:pt x="81" y="25"/>
                </a:lnTo>
                <a:lnTo>
                  <a:pt x="111" y="0"/>
                </a:lnTo>
                <a:lnTo>
                  <a:pt x="121" y="29"/>
                </a:lnTo>
                <a:lnTo>
                  <a:pt x="144" y="40"/>
                </a:lnTo>
                <a:lnTo>
                  <a:pt x="177" y="80"/>
                </a:lnTo>
                <a:lnTo>
                  <a:pt x="95" y="91"/>
                </a:lnTo>
                <a:lnTo>
                  <a:pt x="68" y="80"/>
                </a:lnTo>
                <a:lnTo>
                  <a:pt x="56" y="99"/>
                </a:lnTo>
                <a:lnTo>
                  <a:pt x="33" y="99"/>
                </a:lnTo>
                <a:lnTo>
                  <a:pt x="21" y="110"/>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2" name="Freeform 809">
            <a:extLst>
              <a:ext uri="{FF2B5EF4-FFF2-40B4-BE49-F238E27FC236}">
                <a16:creationId xmlns:a16="http://schemas.microsoft.com/office/drawing/2014/main" id="{6F03DE8D-7E9A-76F5-5B2C-DF8E138CF45C}"/>
              </a:ext>
            </a:extLst>
          </p:cNvPr>
          <p:cNvSpPr>
            <a:spLocks/>
          </p:cNvSpPr>
          <p:nvPr/>
        </p:nvSpPr>
        <p:spPr bwMode="auto">
          <a:xfrm>
            <a:off x="4261079" y="5008747"/>
            <a:ext cx="168205" cy="249395"/>
          </a:xfrm>
          <a:custGeom>
            <a:avLst/>
            <a:gdLst>
              <a:gd name="T0" fmla="*/ 0 w 147"/>
              <a:gd name="T1" fmla="*/ 128 h 224"/>
              <a:gd name="T2" fmla="*/ 0 w 147"/>
              <a:gd name="T3" fmla="*/ 128 h 224"/>
              <a:gd name="T4" fmla="*/ 21 w 147"/>
              <a:gd name="T5" fmla="*/ 139 h 224"/>
              <a:gd name="T6" fmla="*/ 16 w 147"/>
              <a:gd name="T7" fmla="*/ 150 h 224"/>
              <a:gd name="T8" fmla="*/ 26 w 147"/>
              <a:gd name="T9" fmla="*/ 187 h 224"/>
              <a:gd name="T10" fmla="*/ 9 w 147"/>
              <a:gd name="T11" fmla="*/ 194 h 224"/>
              <a:gd name="T12" fmla="*/ 28 w 147"/>
              <a:gd name="T13" fmla="*/ 223 h 224"/>
              <a:gd name="T14" fmla="*/ 72 w 147"/>
              <a:gd name="T15" fmla="*/ 214 h 224"/>
              <a:gd name="T16" fmla="*/ 77 w 147"/>
              <a:gd name="T17" fmla="*/ 203 h 224"/>
              <a:gd name="T18" fmla="*/ 97 w 147"/>
              <a:gd name="T19" fmla="*/ 199 h 224"/>
              <a:gd name="T20" fmla="*/ 127 w 147"/>
              <a:gd name="T21" fmla="*/ 174 h 224"/>
              <a:gd name="T22" fmla="*/ 117 w 147"/>
              <a:gd name="T23" fmla="*/ 147 h 224"/>
              <a:gd name="T24" fmla="*/ 131 w 147"/>
              <a:gd name="T25" fmla="*/ 111 h 224"/>
              <a:gd name="T26" fmla="*/ 145 w 147"/>
              <a:gd name="T27" fmla="*/ 108 h 224"/>
              <a:gd name="T28" fmla="*/ 146 w 147"/>
              <a:gd name="T29" fmla="*/ 56 h 224"/>
              <a:gd name="T30" fmla="*/ 36 w 147"/>
              <a:gd name="T31" fmla="*/ 0 h 224"/>
              <a:gd name="T32" fmla="*/ 22 w 147"/>
              <a:gd name="T33" fmla="*/ 5 h 224"/>
              <a:gd name="T34" fmla="*/ 22 w 147"/>
              <a:gd name="T35" fmla="*/ 27 h 224"/>
              <a:gd name="T36" fmla="*/ 36 w 147"/>
              <a:gd name="T37" fmla="*/ 43 h 224"/>
              <a:gd name="T38" fmla="*/ 28 w 147"/>
              <a:gd name="T39" fmla="*/ 92 h 224"/>
              <a:gd name="T40" fmla="*/ 0 w 147"/>
              <a:gd name="T41" fmla="*/ 128 h 224"/>
              <a:gd name="T42" fmla="*/ 0 w 147"/>
              <a:gd name="T43" fmla="*/ 128 h 2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7"/>
              <a:gd name="T67" fmla="*/ 0 h 224"/>
              <a:gd name="T68" fmla="*/ 147 w 147"/>
              <a:gd name="T69" fmla="*/ 224 h 2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7" h="224">
                <a:moveTo>
                  <a:pt x="0" y="128"/>
                </a:moveTo>
                <a:lnTo>
                  <a:pt x="0" y="128"/>
                </a:lnTo>
                <a:lnTo>
                  <a:pt x="21" y="139"/>
                </a:lnTo>
                <a:lnTo>
                  <a:pt x="16" y="150"/>
                </a:lnTo>
                <a:lnTo>
                  <a:pt x="26" y="187"/>
                </a:lnTo>
                <a:lnTo>
                  <a:pt x="9" y="194"/>
                </a:lnTo>
                <a:lnTo>
                  <a:pt x="28" y="223"/>
                </a:lnTo>
                <a:lnTo>
                  <a:pt x="72" y="214"/>
                </a:lnTo>
                <a:lnTo>
                  <a:pt x="77" y="203"/>
                </a:lnTo>
                <a:lnTo>
                  <a:pt x="97" y="199"/>
                </a:lnTo>
                <a:lnTo>
                  <a:pt x="127" y="174"/>
                </a:lnTo>
                <a:lnTo>
                  <a:pt x="117" y="147"/>
                </a:lnTo>
                <a:lnTo>
                  <a:pt x="131" y="111"/>
                </a:lnTo>
                <a:lnTo>
                  <a:pt x="145" y="108"/>
                </a:lnTo>
                <a:lnTo>
                  <a:pt x="146" y="56"/>
                </a:lnTo>
                <a:lnTo>
                  <a:pt x="36" y="0"/>
                </a:lnTo>
                <a:lnTo>
                  <a:pt x="22" y="5"/>
                </a:lnTo>
                <a:lnTo>
                  <a:pt x="22" y="27"/>
                </a:lnTo>
                <a:lnTo>
                  <a:pt x="36" y="43"/>
                </a:lnTo>
                <a:lnTo>
                  <a:pt x="28" y="92"/>
                </a:lnTo>
                <a:lnTo>
                  <a:pt x="0" y="128"/>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3" name="Freeform 810">
            <a:extLst>
              <a:ext uri="{FF2B5EF4-FFF2-40B4-BE49-F238E27FC236}">
                <a16:creationId xmlns:a16="http://schemas.microsoft.com/office/drawing/2014/main" id="{43B294EC-1118-AFBE-936C-B6C05E0FBC02}"/>
              </a:ext>
            </a:extLst>
          </p:cNvPr>
          <p:cNvSpPr>
            <a:spLocks/>
          </p:cNvSpPr>
          <p:nvPr/>
        </p:nvSpPr>
        <p:spPr bwMode="auto">
          <a:xfrm>
            <a:off x="4225607" y="5312696"/>
            <a:ext cx="119002" cy="132491"/>
          </a:xfrm>
          <a:custGeom>
            <a:avLst/>
            <a:gdLst>
              <a:gd name="T0" fmla="*/ 0 w 104"/>
              <a:gd name="T1" fmla="*/ 104 h 119"/>
              <a:gd name="T2" fmla="*/ 0 w 104"/>
              <a:gd name="T3" fmla="*/ 104 h 119"/>
              <a:gd name="T4" fmla="*/ 11 w 104"/>
              <a:gd name="T5" fmla="*/ 118 h 119"/>
              <a:gd name="T6" fmla="*/ 25 w 104"/>
              <a:gd name="T7" fmla="*/ 114 h 119"/>
              <a:gd name="T8" fmla="*/ 46 w 104"/>
              <a:gd name="T9" fmla="*/ 115 h 119"/>
              <a:gd name="T10" fmla="*/ 65 w 104"/>
              <a:gd name="T11" fmla="*/ 103 h 119"/>
              <a:gd name="T12" fmla="*/ 70 w 104"/>
              <a:gd name="T13" fmla="*/ 79 h 119"/>
              <a:gd name="T14" fmla="*/ 90 w 104"/>
              <a:gd name="T15" fmla="*/ 59 h 119"/>
              <a:gd name="T16" fmla="*/ 103 w 104"/>
              <a:gd name="T17" fmla="*/ 0 h 119"/>
              <a:gd name="T18" fmla="*/ 80 w 104"/>
              <a:gd name="T19" fmla="*/ 0 h 119"/>
              <a:gd name="T20" fmla="*/ 68 w 104"/>
              <a:gd name="T21" fmla="*/ 11 h 119"/>
              <a:gd name="T22" fmla="*/ 66 w 104"/>
              <a:gd name="T23" fmla="*/ 29 h 119"/>
              <a:gd name="T24" fmla="*/ 30 w 104"/>
              <a:gd name="T25" fmla="*/ 21 h 119"/>
              <a:gd name="T26" fmla="*/ 29 w 104"/>
              <a:gd name="T27" fmla="*/ 33 h 119"/>
              <a:gd name="T28" fmla="*/ 43 w 104"/>
              <a:gd name="T29" fmla="*/ 35 h 119"/>
              <a:gd name="T30" fmla="*/ 39 w 104"/>
              <a:gd name="T31" fmla="*/ 81 h 119"/>
              <a:gd name="T32" fmla="*/ 21 w 104"/>
              <a:gd name="T33" fmla="*/ 76 h 119"/>
              <a:gd name="T34" fmla="*/ 0 w 104"/>
              <a:gd name="T35" fmla="*/ 104 h 119"/>
              <a:gd name="T36" fmla="*/ 0 w 104"/>
              <a:gd name="T37" fmla="*/ 104 h 1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119"/>
              <a:gd name="T59" fmla="*/ 104 w 104"/>
              <a:gd name="T60" fmla="*/ 119 h 1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119">
                <a:moveTo>
                  <a:pt x="0" y="104"/>
                </a:moveTo>
                <a:lnTo>
                  <a:pt x="0" y="104"/>
                </a:lnTo>
                <a:lnTo>
                  <a:pt x="11" y="118"/>
                </a:lnTo>
                <a:lnTo>
                  <a:pt x="25" y="114"/>
                </a:lnTo>
                <a:lnTo>
                  <a:pt x="46" y="115"/>
                </a:lnTo>
                <a:lnTo>
                  <a:pt x="65" y="103"/>
                </a:lnTo>
                <a:lnTo>
                  <a:pt x="70" y="79"/>
                </a:lnTo>
                <a:lnTo>
                  <a:pt x="90" y="59"/>
                </a:lnTo>
                <a:lnTo>
                  <a:pt x="103" y="0"/>
                </a:lnTo>
                <a:lnTo>
                  <a:pt x="80" y="0"/>
                </a:lnTo>
                <a:lnTo>
                  <a:pt x="68" y="11"/>
                </a:lnTo>
                <a:lnTo>
                  <a:pt x="66" y="29"/>
                </a:lnTo>
                <a:lnTo>
                  <a:pt x="30" y="21"/>
                </a:lnTo>
                <a:lnTo>
                  <a:pt x="29" y="33"/>
                </a:lnTo>
                <a:lnTo>
                  <a:pt x="43" y="35"/>
                </a:lnTo>
                <a:lnTo>
                  <a:pt x="39" y="81"/>
                </a:lnTo>
                <a:lnTo>
                  <a:pt x="21" y="76"/>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4" name="Freeform 811">
            <a:extLst>
              <a:ext uri="{FF2B5EF4-FFF2-40B4-BE49-F238E27FC236}">
                <a16:creationId xmlns:a16="http://schemas.microsoft.com/office/drawing/2014/main" id="{0E8F2058-854A-2ADB-7B63-3D843BEF4F21}"/>
              </a:ext>
            </a:extLst>
          </p:cNvPr>
          <p:cNvSpPr>
            <a:spLocks/>
          </p:cNvSpPr>
          <p:nvPr/>
        </p:nvSpPr>
        <p:spPr bwMode="auto">
          <a:xfrm>
            <a:off x="4243915" y="5291543"/>
            <a:ext cx="297506" cy="278342"/>
          </a:xfrm>
          <a:custGeom>
            <a:avLst/>
            <a:gdLst>
              <a:gd name="T0" fmla="*/ 0 w 260"/>
              <a:gd name="T1" fmla="*/ 147 h 250"/>
              <a:gd name="T2" fmla="*/ 0 w 260"/>
              <a:gd name="T3" fmla="*/ 147 h 250"/>
              <a:gd name="T4" fmla="*/ 1 w 260"/>
              <a:gd name="T5" fmla="*/ 154 h 250"/>
              <a:gd name="T6" fmla="*/ 53 w 260"/>
              <a:gd name="T7" fmla="*/ 147 h 250"/>
              <a:gd name="T8" fmla="*/ 76 w 260"/>
              <a:gd name="T9" fmla="*/ 179 h 250"/>
              <a:gd name="T10" fmla="*/ 95 w 260"/>
              <a:gd name="T11" fmla="*/ 177 h 250"/>
              <a:gd name="T12" fmla="*/ 99 w 260"/>
              <a:gd name="T13" fmla="*/ 163 h 250"/>
              <a:gd name="T14" fmla="*/ 117 w 260"/>
              <a:gd name="T15" fmla="*/ 162 h 250"/>
              <a:gd name="T16" fmla="*/ 129 w 260"/>
              <a:gd name="T17" fmla="*/ 171 h 250"/>
              <a:gd name="T18" fmla="*/ 132 w 260"/>
              <a:gd name="T19" fmla="*/ 220 h 250"/>
              <a:gd name="T20" fmla="*/ 160 w 260"/>
              <a:gd name="T21" fmla="*/ 217 h 250"/>
              <a:gd name="T22" fmla="*/ 238 w 260"/>
              <a:gd name="T23" fmla="*/ 249 h 250"/>
              <a:gd name="T24" fmla="*/ 238 w 260"/>
              <a:gd name="T25" fmla="*/ 235 h 250"/>
              <a:gd name="T26" fmla="*/ 222 w 260"/>
              <a:gd name="T27" fmla="*/ 228 h 250"/>
              <a:gd name="T28" fmla="*/ 225 w 260"/>
              <a:gd name="T29" fmla="*/ 192 h 250"/>
              <a:gd name="T30" fmla="*/ 250 w 260"/>
              <a:gd name="T31" fmla="*/ 180 h 250"/>
              <a:gd name="T32" fmla="*/ 234 w 260"/>
              <a:gd name="T33" fmla="*/ 156 h 250"/>
              <a:gd name="T34" fmla="*/ 232 w 260"/>
              <a:gd name="T35" fmla="*/ 115 h 250"/>
              <a:gd name="T36" fmla="*/ 229 w 260"/>
              <a:gd name="T37" fmla="*/ 105 h 250"/>
              <a:gd name="T38" fmla="*/ 238 w 260"/>
              <a:gd name="T39" fmla="*/ 87 h 250"/>
              <a:gd name="T40" fmla="*/ 250 w 260"/>
              <a:gd name="T41" fmla="*/ 52 h 250"/>
              <a:gd name="T42" fmla="*/ 259 w 260"/>
              <a:gd name="T43" fmla="*/ 39 h 250"/>
              <a:gd name="T44" fmla="*/ 254 w 260"/>
              <a:gd name="T45" fmla="*/ 20 h 250"/>
              <a:gd name="T46" fmla="*/ 208 w 260"/>
              <a:gd name="T47" fmla="*/ 0 h 250"/>
              <a:gd name="T48" fmla="*/ 126 w 260"/>
              <a:gd name="T49" fmla="*/ 11 h 250"/>
              <a:gd name="T50" fmla="*/ 99 w 260"/>
              <a:gd name="T51" fmla="*/ 0 h 250"/>
              <a:gd name="T52" fmla="*/ 87 w 260"/>
              <a:gd name="T53" fmla="*/ 19 h 250"/>
              <a:gd name="T54" fmla="*/ 74 w 260"/>
              <a:gd name="T55" fmla="*/ 78 h 250"/>
              <a:gd name="T56" fmla="*/ 54 w 260"/>
              <a:gd name="T57" fmla="*/ 98 h 250"/>
              <a:gd name="T58" fmla="*/ 49 w 260"/>
              <a:gd name="T59" fmla="*/ 122 h 250"/>
              <a:gd name="T60" fmla="*/ 30 w 260"/>
              <a:gd name="T61" fmla="*/ 134 h 250"/>
              <a:gd name="T62" fmla="*/ 9 w 260"/>
              <a:gd name="T63" fmla="*/ 133 h 250"/>
              <a:gd name="T64" fmla="*/ 0 w 260"/>
              <a:gd name="T65" fmla="*/ 147 h 250"/>
              <a:gd name="T66" fmla="*/ 0 w 260"/>
              <a:gd name="T67" fmla="*/ 147 h 25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0"/>
              <a:gd name="T103" fmla="*/ 0 h 250"/>
              <a:gd name="T104" fmla="*/ 260 w 260"/>
              <a:gd name="T105" fmla="*/ 250 h 25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0" h="250">
                <a:moveTo>
                  <a:pt x="0" y="147"/>
                </a:moveTo>
                <a:lnTo>
                  <a:pt x="0" y="147"/>
                </a:lnTo>
                <a:lnTo>
                  <a:pt x="1" y="154"/>
                </a:lnTo>
                <a:lnTo>
                  <a:pt x="53" y="147"/>
                </a:lnTo>
                <a:lnTo>
                  <a:pt x="76" y="179"/>
                </a:lnTo>
                <a:lnTo>
                  <a:pt x="95" y="177"/>
                </a:lnTo>
                <a:lnTo>
                  <a:pt x="99" y="163"/>
                </a:lnTo>
                <a:lnTo>
                  <a:pt x="117" y="162"/>
                </a:lnTo>
                <a:lnTo>
                  <a:pt x="129" y="171"/>
                </a:lnTo>
                <a:lnTo>
                  <a:pt x="132" y="220"/>
                </a:lnTo>
                <a:lnTo>
                  <a:pt x="160" y="217"/>
                </a:lnTo>
                <a:lnTo>
                  <a:pt x="238" y="249"/>
                </a:lnTo>
                <a:lnTo>
                  <a:pt x="238" y="235"/>
                </a:lnTo>
                <a:lnTo>
                  <a:pt x="222" y="228"/>
                </a:lnTo>
                <a:lnTo>
                  <a:pt x="225" y="192"/>
                </a:lnTo>
                <a:lnTo>
                  <a:pt x="250" y="180"/>
                </a:lnTo>
                <a:lnTo>
                  <a:pt x="234" y="156"/>
                </a:lnTo>
                <a:lnTo>
                  <a:pt x="232" y="115"/>
                </a:lnTo>
                <a:lnTo>
                  <a:pt x="229" y="105"/>
                </a:lnTo>
                <a:lnTo>
                  <a:pt x="238" y="87"/>
                </a:lnTo>
                <a:lnTo>
                  <a:pt x="250" y="52"/>
                </a:lnTo>
                <a:lnTo>
                  <a:pt x="259" y="39"/>
                </a:lnTo>
                <a:lnTo>
                  <a:pt x="254" y="20"/>
                </a:lnTo>
                <a:lnTo>
                  <a:pt x="208" y="0"/>
                </a:lnTo>
                <a:lnTo>
                  <a:pt x="126" y="11"/>
                </a:lnTo>
                <a:lnTo>
                  <a:pt x="99" y="0"/>
                </a:lnTo>
                <a:lnTo>
                  <a:pt x="87" y="19"/>
                </a:lnTo>
                <a:lnTo>
                  <a:pt x="74" y="78"/>
                </a:lnTo>
                <a:lnTo>
                  <a:pt x="54" y="98"/>
                </a:lnTo>
                <a:lnTo>
                  <a:pt x="49" y="122"/>
                </a:lnTo>
                <a:lnTo>
                  <a:pt x="30" y="134"/>
                </a:lnTo>
                <a:lnTo>
                  <a:pt x="9" y="133"/>
                </a:lnTo>
                <a:lnTo>
                  <a:pt x="0" y="147"/>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5" name="Freeform 812">
            <a:extLst>
              <a:ext uri="{FF2B5EF4-FFF2-40B4-BE49-F238E27FC236}">
                <a16:creationId xmlns:a16="http://schemas.microsoft.com/office/drawing/2014/main" id="{7F5CF62C-29C7-4BCB-108A-829BA1B3C1D3}"/>
              </a:ext>
            </a:extLst>
          </p:cNvPr>
          <p:cNvSpPr>
            <a:spLocks/>
          </p:cNvSpPr>
          <p:nvPr/>
        </p:nvSpPr>
        <p:spPr bwMode="auto">
          <a:xfrm>
            <a:off x="4557441" y="4807227"/>
            <a:ext cx="37760" cy="20041"/>
          </a:xfrm>
          <a:custGeom>
            <a:avLst/>
            <a:gdLst>
              <a:gd name="T0" fmla="*/ 0 w 33"/>
              <a:gd name="T1" fmla="*/ 9 h 18"/>
              <a:gd name="T2" fmla="*/ 0 w 33"/>
              <a:gd name="T3" fmla="*/ 9 h 18"/>
              <a:gd name="T4" fmla="*/ 11 w 33"/>
              <a:gd name="T5" fmla="*/ 17 h 18"/>
              <a:gd name="T6" fmla="*/ 32 w 33"/>
              <a:gd name="T7" fmla="*/ 0 h 18"/>
              <a:gd name="T8" fmla="*/ 0 w 33"/>
              <a:gd name="T9" fmla="*/ 9 h 18"/>
              <a:gd name="T10" fmla="*/ 0 w 33"/>
              <a:gd name="T11" fmla="*/ 9 h 18"/>
              <a:gd name="T12" fmla="*/ 0 60000 65536"/>
              <a:gd name="T13" fmla="*/ 0 60000 65536"/>
              <a:gd name="T14" fmla="*/ 0 60000 65536"/>
              <a:gd name="T15" fmla="*/ 0 60000 65536"/>
              <a:gd name="T16" fmla="*/ 0 60000 65536"/>
              <a:gd name="T17" fmla="*/ 0 60000 65536"/>
              <a:gd name="T18" fmla="*/ 0 w 33"/>
              <a:gd name="T19" fmla="*/ 0 h 18"/>
              <a:gd name="T20" fmla="*/ 33 w 33"/>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3" h="18">
                <a:moveTo>
                  <a:pt x="0" y="9"/>
                </a:moveTo>
                <a:lnTo>
                  <a:pt x="0" y="9"/>
                </a:lnTo>
                <a:lnTo>
                  <a:pt x="11" y="17"/>
                </a:lnTo>
                <a:lnTo>
                  <a:pt x="32" y="0"/>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6" name="Freeform 813">
            <a:extLst>
              <a:ext uri="{FF2B5EF4-FFF2-40B4-BE49-F238E27FC236}">
                <a16:creationId xmlns:a16="http://schemas.microsoft.com/office/drawing/2014/main" id="{B75CE39D-8628-862C-201F-4C0CF83634DF}"/>
              </a:ext>
            </a:extLst>
          </p:cNvPr>
          <p:cNvSpPr>
            <a:spLocks/>
          </p:cNvSpPr>
          <p:nvPr/>
        </p:nvSpPr>
        <p:spPr bwMode="auto">
          <a:xfrm>
            <a:off x="4066555" y="5180206"/>
            <a:ext cx="43481" cy="94637"/>
          </a:xfrm>
          <a:custGeom>
            <a:avLst/>
            <a:gdLst>
              <a:gd name="T0" fmla="*/ 0 w 38"/>
              <a:gd name="T1" fmla="*/ 21 h 85"/>
              <a:gd name="T2" fmla="*/ 0 w 38"/>
              <a:gd name="T3" fmla="*/ 21 h 85"/>
              <a:gd name="T4" fmla="*/ 14 w 38"/>
              <a:gd name="T5" fmla="*/ 84 h 85"/>
              <a:gd name="T6" fmla="*/ 26 w 38"/>
              <a:gd name="T7" fmla="*/ 83 h 85"/>
              <a:gd name="T8" fmla="*/ 37 w 38"/>
              <a:gd name="T9" fmla="*/ 10 h 85"/>
              <a:gd name="T10" fmla="*/ 26 w 38"/>
              <a:gd name="T11" fmla="*/ 0 h 85"/>
              <a:gd name="T12" fmla="*/ 19 w 38"/>
              <a:gd name="T13" fmla="*/ 7 h 85"/>
              <a:gd name="T14" fmla="*/ 0 w 38"/>
              <a:gd name="T15" fmla="*/ 21 h 85"/>
              <a:gd name="T16" fmla="*/ 0 w 38"/>
              <a:gd name="T17" fmla="*/ 21 h 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85"/>
              <a:gd name="T29" fmla="*/ 38 w 38"/>
              <a:gd name="T30" fmla="*/ 85 h 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85">
                <a:moveTo>
                  <a:pt x="0" y="21"/>
                </a:moveTo>
                <a:lnTo>
                  <a:pt x="0" y="21"/>
                </a:lnTo>
                <a:lnTo>
                  <a:pt x="14" y="84"/>
                </a:lnTo>
                <a:lnTo>
                  <a:pt x="26" y="83"/>
                </a:lnTo>
                <a:lnTo>
                  <a:pt x="37" y="10"/>
                </a:lnTo>
                <a:lnTo>
                  <a:pt x="26" y="0"/>
                </a:lnTo>
                <a:lnTo>
                  <a:pt x="19" y="7"/>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7" name="Freeform 814">
            <a:extLst>
              <a:ext uri="{FF2B5EF4-FFF2-40B4-BE49-F238E27FC236}">
                <a16:creationId xmlns:a16="http://schemas.microsoft.com/office/drawing/2014/main" id="{20462A77-9F6A-87E3-841D-A94B7F72043F}"/>
              </a:ext>
            </a:extLst>
          </p:cNvPr>
          <p:cNvSpPr>
            <a:spLocks/>
          </p:cNvSpPr>
          <p:nvPr/>
        </p:nvSpPr>
        <p:spPr bwMode="auto">
          <a:xfrm>
            <a:off x="4199289" y="5334964"/>
            <a:ext cx="29751" cy="20041"/>
          </a:xfrm>
          <a:custGeom>
            <a:avLst/>
            <a:gdLst>
              <a:gd name="T0" fmla="*/ 0 w 26"/>
              <a:gd name="T1" fmla="*/ 17 h 18"/>
              <a:gd name="T2" fmla="*/ 0 w 26"/>
              <a:gd name="T3" fmla="*/ 17 h 18"/>
              <a:gd name="T4" fmla="*/ 3 w 26"/>
              <a:gd name="T5" fmla="*/ 1 h 18"/>
              <a:gd name="T6" fmla="*/ 25 w 26"/>
              <a:gd name="T7" fmla="*/ 0 h 18"/>
              <a:gd name="T8" fmla="*/ 25 w 26"/>
              <a:gd name="T9" fmla="*/ 15 h 18"/>
              <a:gd name="T10" fmla="*/ 0 w 26"/>
              <a:gd name="T11" fmla="*/ 17 h 18"/>
              <a:gd name="T12" fmla="*/ 0 w 26"/>
              <a:gd name="T13" fmla="*/ 17 h 18"/>
              <a:gd name="T14" fmla="*/ 0 60000 65536"/>
              <a:gd name="T15" fmla="*/ 0 60000 65536"/>
              <a:gd name="T16" fmla="*/ 0 60000 65536"/>
              <a:gd name="T17" fmla="*/ 0 60000 65536"/>
              <a:gd name="T18" fmla="*/ 0 60000 65536"/>
              <a:gd name="T19" fmla="*/ 0 60000 65536"/>
              <a:gd name="T20" fmla="*/ 0 60000 65536"/>
              <a:gd name="T21" fmla="*/ 0 w 26"/>
              <a:gd name="T22" fmla="*/ 0 h 18"/>
              <a:gd name="T23" fmla="*/ 26 w 2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8">
                <a:moveTo>
                  <a:pt x="0" y="17"/>
                </a:moveTo>
                <a:lnTo>
                  <a:pt x="0" y="17"/>
                </a:lnTo>
                <a:lnTo>
                  <a:pt x="3" y="1"/>
                </a:lnTo>
                <a:lnTo>
                  <a:pt x="25" y="0"/>
                </a:lnTo>
                <a:lnTo>
                  <a:pt x="25" y="15"/>
                </a:lnTo>
                <a:lnTo>
                  <a:pt x="0" y="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8" name="Freeform 815">
            <a:extLst>
              <a:ext uri="{FF2B5EF4-FFF2-40B4-BE49-F238E27FC236}">
                <a16:creationId xmlns:a16="http://schemas.microsoft.com/office/drawing/2014/main" id="{B2BD3A54-ED3C-7D48-35AA-66E7258A2940}"/>
              </a:ext>
            </a:extLst>
          </p:cNvPr>
          <p:cNvSpPr>
            <a:spLocks/>
          </p:cNvSpPr>
          <p:nvPr/>
        </p:nvSpPr>
        <p:spPr bwMode="auto">
          <a:xfrm>
            <a:off x="4566595" y="5093363"/>
            <a:ext cx="236861" cy="223787"/>
          </a:xfrm>
          <a:custGeom>
            <a:avLst/>
            <a:gdLst>
              <a:gd name="T0" fmla="*/ 0 w 207"/>
              <a:gd name="T1" fmla="*/ 140 h 201"/>
              <a:gd name="T2" fmla="*/ 0 w 207"/>
              <a:gd name="T3" fmla="*/ 140 h 201"/>
              <a:gd name="T4" fmla="*/ 16 w 207"/>
              <a:gd name="T5" fmla="*/ 129 h 201"/>
              <a:gd name="T6" fmla="*/ 17 w 207"/>
              <a:gd name="T7" fmla="*/ 105 h 201"/>
              <a:gd name="T8" fmla="*/ 44 w 207"/>
              <a:gd name="T9" fmla="*/ 72 h 201"/>
              <a:gd name="T10" fmla="*/ 55 w 207"/>
              <a:gd name="T11" fmla="*/ 13 h 201"/>
              <a:gd name="T12" fmla="*/ 76 w 207"/>
              <a:gd name="T13" fmla="*/ 0 h 201"/>
              <a:gd name="T14" fmla="*/ 92 w 207"/>
              <a:gd name="T15" fmla="*/ 40 h 201"/>
              <a:gd name="T16" fmla="*/ 137 w 207"/>
              <a:gd name="T17" fmla="*/ 74 h 201"/>
              <a:gd name="T18" fmla="*/ 121 w 207"/>
              <a:gd name="T19" fmla="*/ 95 h 201"/>
              <a:gd name="T20" fmla="*/ 136 w 207"/>
              <a:gd name="T21" fmla="*/ 100 h 201"/>
              <a:gd name="T22" fmla="*/ 152 w 207"/>
              <a:gd name="T23" fmla="*/ 124 h 201"/>
              <a:gd name="T24" fmla="*/ 206 w 207"/>
              <a:gd name="T25" fmla="*/ 138 h 201"/>
              <a:gd name="T26" fmla="*/ 165 w 207"/>
              <a:gd name="T27" fmla="*/ 179 h 201"/>
              <a:gd name="T28" fmla="*/ 122 w 207"/>
              <a:gd name="T29" fmla="*/ 194 h 201"/>
              <a:gd name="T30" fmla="*/ 83 w 207"/>
              <a:gd name="T31" fmla="*/ 200 h 201"/>
              <a:gd name="T32" fmla="*/ 39 w 207"/>
              <a:gd name="T33" fmla="*/ 185 h 201"/>
              <a:gd name="T34" fmla="*/ 24 w 207"/>
              <a:gd name="T35" fmla="*/ 156 h 201"/>
              <a:gd name="T36" fmla="*/ 0 w 207"/>
              <a:gd name="T37" fmla="*/ 140 h 201"/>
              <a:gd name="T38" fmla="*/ 0 w 207"/>
              <a:gd name="T39" fmla="*/ 140 h 2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7"/>
              <a:gd name="T61" fmla="*/ 0 h 201"/>
              <a:gd name="T62" fmla="*/ 207 w 207"/>
              <a:gd name="T63" fmla="*/ 201 h 2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7" h="201">
                <a:moveTo>
                  <a:pt x="0" y="140"/>
                </a:moveTo>
                <a:lnTo>
                  <a:pt x="0" y="140"/>
                </a:lnTo>
                <a:lnTo>
                  <a:pt x="16" y="129"/>
                </a:lnTo>
                <a:lnTo>
                  <a:pt x="17" y="105"/>
                </a:lnTo>
                <a:lnTo>
                  <a:pt x="44" y="72"/>
                </a:lnTo>
                <a:lnTo>
                  <a:pt x="55" y="13"/>
                </a:lnTo>
                <a:lnTo>
                  <a:pt x="76" y="0"/>
                </a:lnTo>
                <a:lnTo>
                  <a:pt x="92" y="40"/>
                </a:lnTo>
                <a:lnTo>
                  <a:pt x="137" y="74"/>
                </a:lnTo>
                <a:lnTo>
                  <a:pt x="121" y="95"/>
                </a:lnTo>
                <a:lnTo>
                  <a:pt x="136" y="100"/>
                </a:lnTo>
                <a:lnTo>
                  <a:pt x="152" y="124"/>
                </a:lnTo>
                <a:lnTo>
                  <a:pt x="206" y="138"/>
                </a:lnTo>
                <a:lnTo>
                  <a:pt x="165" y="179"/>
                </a:lnTo>
                <a:lnTo>
                  <a:pt x="122" y="194"/>
                </a:lnTo>
                <a:lnTo>
                  <a:pt x="83" y="200"/>
                </a:lnTo>
                <a:lnTo>
                  <a:pt x="39" y="185"/>
                </a:lnTo>
                <a:lnTo>
                  <a:pt x="24" y="156"/>
                </a:lnTo>
                <a:lnTo>
                  <a:pt x="0" y="1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9" name="Freeform 816">
            <a:extLst>
              <a:ext uri="{FF2B5EF4-FFF2-40B4-BE49-F238E27FC236}">
                <a16:creationId xmlns:a16="http://schemas.microsoft.com/office/drawing/2014/main" id="{F0657B02-43F4-9DCB-2370-92CC3342A5ED}"/>
              </a:ext>
            </a:extLst>
          </p:cNvPr>
          <p:cNvSpPr>
            <a:spLocks/>
          </p:cNvSpPr>
          <p:nvPr/>
        </p:nvSpPr>
        <p:spPr bwMode="auto">
          <a:xfrm>
            <a:off x="4705050" y="5175752"/>
            <a:ext cx="25174" cy="30061"/>
          </a:xfrm>
          <a:custGeom>
            <a:avLst/>
            <a:gdLst>
              <a:gd name="T0" fmla="*/ 0 w 22"/>
              <a:gd name="T1" fmla="*/ 21 h 27"/>
              <a:gd name="T2" fmla="*/ 0 w 22"/>
              <a:gd name="T3" fmla="*/ 21 h 27"/>
              <a:gd name="T4" fmla="*/ 15 w 22"/>
              <a:gd name="T5" fmla="*/ 26 h 27"/>
              <a:gd name="T6" fmla="*/ 21 w 22"/>
              <a:gd name="T7" fmla="*/ 18 h 27"/>
              <a:gd name="T8" fmla="*/ 10 w 22"/>
              <a:gd name="T9" fmla="*/ 16 h 27"/>
              <a:gd name="T10" fmla="*/ 21 w 22"/>
              <a:gd name="T11" fmla="*/ 10 h 27"/>
              <a:gd name="T12" fmla="*/ 16 w 22"/>
              <a:gd name="T13" fmla="*/ 0 h 27"/>
              <a:gd name="T14" fmla="*/ 0 w 22"/>
              <a:gd name="T15" fmla="*/ 21 h 27"/>
              <a:gd name="T16" fmla="*/ 0 w 22"/>
              <a:gd name="T17" fmla="*/ 21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7"/>
              <a:gd name="T29" fmla="*/ 22 w 22"/>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7">
                <a:moveTo>
                  <a:pt x="0" y="21"/>
                </a:moveTo>
                <a:lnTo>
                  <a:pt x="0" y="21"/>
                </a:lnTo>
                <a:lnTo>
                  <a:pt x="15" y="26"/>
                </a:lnTo>
                <a:lnTo>
                  <a:pt x="21" y="18"/>
                </a:lnTo>
                <a:lnTo>
                  <a:pt x="10" y="16"/>
                </a:lnTo>
                <a:lnTo>
                  <a:pt x="21" y="10"/>
                </a:lnTo>
                <a:lnTo>
                  <a:pt x="16" y="0"/>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0" name="Freeform 817">
            <a:extLst>
              <a:ext uri="{FF2B5EF4-FFF2-40B4-BE49-F238E27FC236}">
                <a16:creationId xmlns:a16="http://schemas.microsoft.com/office/drawing/2014/main" id="{B6ACE187-F838-5574-CBD9-C2063C157C19}"/>
              </a:ext>
            </a:extLst>
          </p:cNvPr>
          <p:cNvSpPr>
            <a:spLocks/>
          </p:cNvSpPr>
          <p:nvPr/>
        </p:nvSpPr>
        <p:spPr bwMode="auto">
          <a:xfrm>
            <a:off x="4187846" y="5334964"/>
            <a:ext cx="88108" cy="94637"/>
          </a:xfrm>
          <a:custGeom>
            <a:avLst/>
            <a:gdLst>
              <a:gd name="T0" fmla="*/ 0 w 77"/>
              <a:gd name="T1" fmla="*/ 40 h 85"/>
              <a:gd name="T2" fmla="*/ 0 w 77"/>
              <a:gd name="T3" fmla="*/ 40 h 85"/>
              <a:gd name="T4" fmla="*/ 9 w 77"/>
              <a:gd name="T5" fmla="*/ 27 h 85"/>
              <a:gd name="T6" fmla="*/ 14 w 77"/>
              <a:gd name="T7" fmla="*/ 28 h 85"/>
              <a:gd name="T8" fmla="*/ 10 w 77"/>
              <a:gd name="T9" fmla="*/ 17 h 85"/>
              <a:gd name="T10" fmla="*/ 35 w 77"/>
              <a:gd name="T11" fmla="*/ 15 h 85"/>
              <a:gd name="T12" fmla="*/ 35 w 77"/>
              <a:gd name="T13" fmla="*/ 0 h 85"/>
              <a:gd name="T14" fmla="*/ 63 w 77"/>
              <a:gd name="T15" fmla="*/ 1 h 85"/>
              <a:gd name="T16" fmla="*/ 62 w 77"/>
              <a:gd name="T17" fmla="*/ 13 h 85"/>
              <a:gd name="T18" fmla="*/ 76 w 77"/>
              <a:gd name="T19" fmla="*/ 15 h 85"/>
              <a:gd name="T20" fmla="*/ 72 w 77"/>
              <a:gd name="T21" fmla="*/ 61 h 85"/>
              <a:gd name="T22" fmla="*/ 54 w 77"/>
              <a:gd name="T23" fmla="*/ 56 h 85"/>
              <a:gd name="T24" fmla="*/ 33 w 77"/>
              <a:gd name="T25" fmla="*/ 84 h 85"/>
              <a:gd name="T26" fmla="*/ 0 w 77"/>
              <a:gd name="T27" fmla="*/ 40 h 85"/>
              <a:gd name="T28" fmla="*/ 0 w 77"/>
              <a:gd name="T29" fmla="*/ 40 h 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5"/>
              <a:gd name="T47" fmla="*/ 77 w 77"/>
              <a:gd name="T48" fmla="*/ 85 h 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5">
                <a:moveTo>
                  <a:pt x="0" y="40"/>
                </a:moveTo>
                <a:lnTo>
                  <a:pt x="0" y="40"/>
                </a:lnTo>
                <a:lnTo>
                  <a:pt x="9" y="27"/>
                </a:lnTo>
                <a:lnTo>
                  <a:pt x="14" y="28"/>
                </a:lnTo>
                <a:lnTo>
                  <a:pt x="10" y="17"/>
                </a:lnTo>
                <a:lnTo>
                  <a:pt x="35" y="15"/>
                </a:lnTo>
                <a:lnTo>
                  <a:pt x="35" y="0"/>
                </a:lnTo>
                <a:lnTo>
                  <a:pt x="63" y="1"/>
                </a:lnTo>
                <a:lnTo>
                  <a:pt x="62" y="13"/>
                </a:lnTo>
                <a:lnTo>
                  <a:pt x="76" y="15"/>
                </a:lnTo>
                <a:lnTo>
                  <a:pt x="72" y="61"/>
                </a:lnTo>
                <a:lnTo>
                  <a:pt x="54" y="56"/>
                </a:lnTo>
                <a:lnTo>
                  <a:pt x="33" y="84"/>
                </a:lnTo>
                <a:lnTo>
                  <a:pt x="0" y="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1" name="Freeform 818">
            <a:extLst>
              <a:ext uri="{FF2B5EF4-FFF2-40B4-BE49-F238E27FC236}">
                <a16:creationId xmlns:a16="http://schemas.microsoft.com/office/drawing/2014/main" id="{6B1C8BB9-915E-1286-E694-A8B170B5ED2F}"/>
              </a:ext>
            </a:extLst>
          </p:cNvPr>
          <p:cNvSpPr>
            <a:spLocks/>
          </p:cNvSpPr>
          <p:nvPr/>
        </p:nvSpPr>
        <p:spPr bwMode="auto">
          <a:xfrm>
            <a:off x="3790789" y="5162392"/>
            <a:ext cx="48059" cy="8907"/>
          </a:xfrm>
          <a:custGeom>
            <a:avLst/>
            <a:gdLst>
              <a:gd name="T0" fmla="*/ 0 w 42"/>
              <a:gd name="T1" fmla="*/ 7 h 8"/>
              <a:gd name="T2" fmla="*/ 0 w 42"/>
              <a:gd name="T3" fmla="*/ 7 h 8"/>
              <a:gd name="T4" fmla="*/ 2 w 42"/>
              <a:gd name="T5" fmla="*/ 0 h 8"/>
              <a:gd name="T6" fmla="*/ 41 w 42"/>
              <a:gd name="T7" fmla="*/ 2 h 8"/>
              <a:gd name="T8" fmla="*/ 0 w 42"/>
              <a:gd name="T9" fmla="*/ 7 h 8"/>
              <a:gd name="T10" fmla="*/ 0 w 42"/>
              <a:gd name="T11" fmla="*/ 7 h 8"/>
              <a:gd name="T12" fmla="*/ 0 60000 65536"/>
              <a:gd name="T13" fmla="*/ 0 60000 65536"/>
              <a:gd name="T14" fmla="*/ 0 60000 65536"/>
              <a:gd name="T15" fmla="*/ 0 60000 65536"/>
              <a:gd name="T16" fmla="*/ 0 60000 65536"/>
              <a:gd name="T17" fmla="*/ 0 60000 65536"/>
              <a:gd name="T18" fmla="*/ 0 w 42"/>
              <a:gd name="T19" fmla="*/ 0 h 8"/>
              <a:gd name="T20" fmla="*/ 42 w 42"/>
              <a:gd name="T21" fmla="*/ 8 h 8"/>
            </a:gdLst>
            <a:ahLst/>
            <a:cxnLst>
              <a:cxn ang="T12">
                <a:pos x="T0" y="T1"/>
              </a:cxn>
              <a:cxn ang="T13">
                <a:pos x="T2" y="T3"/>
              </a:cxn>
              <a:cxn ang="T14">
                <a:pos x="T4" y="T5"/>
              </a:cxn>
              <a:cxn ang="T15">
                <a:pos x="T6" y="T7"/>
              </a:cxn>
              <a:cxn ang="T16">
                <a:pos x="T8" y="T9"/>
              </a:cxn>
              <a:cxn ang="T17">
                <a:pos x="T10" y="T11"/>
              </a:cxn>
            </a:cxnLst>
            <a:rect l="T18" t="T19" r="T20" b="T21"/>
            <a:pathLst>
              <a:path w="42" h="8">
                <a:moveTo>
                  <a:pt x="0" y="7"/>
                </a:moveTo>
                <a:lnTo>
                  <a:pt x="0" y="7"/>
                </a:lnTo>
                <a:lnTo>
                  <a:pt x="2" y="0"/>
                </a:lnTo>
                <a:lnTo>
                  <a:pt x="41" y="2"/>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2" name="Freeform 819">
            <a:extLst>
              <a:ext uri="{FF2B5EF4-FFF2-40B4-BE49-F238E27FC236}">
                <a16:creationId xmlns:a16="http://schemas.microsoft.com/office/drawing/2014/main" id="{ED161848-A203-E01C-48D0-AC429E388EC6}"/>
              </a:ext>
            </a:extLst>
          </p:cNvPr>
          <p:cNvSpPr>
            <a:spLocks/>
          </p:cNvSpPr>
          <p:nvPr/>
        </p:nvSpPr>
        <p:spPr bwMode="auto">
          <a:xfrm>
            <a:off x="4004766" y="5199133"/>
            <a:ext cx="67511" cy="99090"/>
          </a:xfrm>
          <a:custGeom>
            <a:avLst/>
            <a:gdLst>
              <a:gd name="T0" fmla="*/ 0 w 59"/>
              <a:gd name="T1" fmla="*/ 83 h 89"/>
              <a:gd name="T2" fmla="*/ 0 w 59"/>
              <a:gd name="T3" fmla="*/ 83 h 89"/>
              <a:gd name="T4" fmla="*/ 5 w 59"/>
              <a:gd name="T5" fmla="*/ 23 h 89"/>
              <a:gd name="T6" fmla="*/ 3 w 59"/>
              <a:gd name="T7" fmla="*/ 4 h 89"/>
              <a:gd name="T8" fmla="*/ 39 w 59"/>
              <a:gd name="T9" fmla="*/ 0 h 89"/>
              <a:gd name="T10" fmla="*/ 58 w 59"/>
              <a:gd name="T11" fmla="*/ 70 h 89"/>
              <a:gd name="T12" fmla="*/ 15 w 59"/>
              <a:gd name="T13" fmla="*/ 88 h 89"/>
              <a:gd name="T14" fmla="*/ 0 w 59"/>
              <a:gd name="T15" fmla="*/ 83 h 89"/>
              <a:gd name="T16" fmla="*/ 0 w 59"/>
              <a:gd name="T17" fmla="*/ 83 h 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89"/>
              <a:gd name="T29" fmla="*/ 59 w 59"/>
              <a:gd name="T30" fmla="*/ 89 h 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89">
                <a:moveTo>
                  <a:pt x="0" y="83"/>
                </a:moveTo>
                <a:lnTo>
                  <a:pt x="0" y="83"/>
                </a:lnTo>
                <a:lnTo>
                  <a:pt x="5" y="23"/>
                </a:lnTo>
                <a:lnTo>
                  <a:pt x="3" y="4"/>
                </a:lnTo>
                <a:lnTo>
                  <a:pt x="39" y="0"/>
                </a:lnTo>
                <a:lnTo>
                  <a:pt x="58" y="70"/>
                </a:lnTo>
                <a:lnTo>
                  <a:pt x="15" y="88"/>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3" name="Freeform 820">
            <a:extLst>
              <a:ext uri="{FF2B5EF4-FFF2-40B4-BE49-F238E27FC236}">
                <a16:creationId xmlns:a16="http://schemas.microsoft.com/office/drawing/2014/main" id="{18022971-03B1-6630-044C-3321B496DCCC}"/>
              </a:ext>
            </a:extLst>
          </p:cNvPr>
          <p:cNvSpPr>
            <a:spLocks/>
          </p:cNvSpPr>
          <p:nvPr/>
        </p:nvSpPr>
        <p:spPr bwMode="auto">
          <a:xfrm>
            <a:off x="3818252" y="5175752"/>
            <a:ext cx="115570" cy="82389"/>
          </a:xfrm>
          <a:custGeom>
            <a:avLst/>
            <a:gdLst>
              <a:gd name="T0" fmla="*/ 0 w 101"/>
              <a:gd name="T1" fmla="*/ 25 h 74"/>
              <a:gd name="T2" fmla="*/ 0 w 101"/>
              <a:gd name="T3" fmla="*/ 25 h 74"/>
              <a:gd name="T4" fmla="*/ 17 w 101"/>
              <a:gd name="T5" fmla="*/ 14 h 74"/>
              <a:gd name="T6" fmla="*/ 17 w 101"/>
              <a:gd name="T7" fmla="*/ 0 h 74"/>
              <a:gd name="T8" fmla="*/ 50 w 101"/>
              <a:gd name="T9" fmla="*/ 3 h 74"/>
              <a:gd name="T10" fmla="*/ 59 w 101"/>
              <a:gd name="T11" fmla="*/ 10 h 74"/>
              <a:gd name="T12" fmla="*/ 82 w 101"/>
              <a:gd name="T13" fmla="*/ 2 h 74"/>
              <a:gd name="T14" fmla="*/ 96 w 101"/>
              <a:gd name="T15" fmla="*/ 35 h 74"/>
              <a:gd name="T16" fmla="*/ 100 w 101"/>
              <a:gd name="T17" fmla="*/ 59 h 74"/>
              <a:gd name="T18" fmla="*/ 91 w 101"/>
              <a:gd name="T19" fmla="*/ 58 h 74"/>
              <a:gd name="T20" fmla="*/ 89 w 101"/>
              <a:gd name="T21" fmla="*/ 71 h 74"/>
              <a:gd name="T22" fmla="*/ 75 w 101"/>
              <a:gd name="T23" fmla="*/ 73 h 74"/>
              <a:gd name="T24" fmla="*/ 74 w 101"/>
              <a:gd name="T25" fmla="*/ 59 h 74"/>
              <a:gd name="T26" fmla="*/ 66 w 101"/>
              <a:gd name="T27" fmla="*/ 59 h 74"/>
              <a:gd name="T28" fmla="*/ 52 w 101"/>
              <a:gd name="T29" fmla="*/ 38 h 74"/>
              <a:gd name="T30" fmla="*/ 23 w 101"/>
              <a:gd name="T31" fmla="*/ 50 h 74"/>
              <a:gd name="T32" fmla="*/ 0 w 101"/>
              <a:gd name="T33" fmla="*/ 25 h 74"/>
              <a:gd name="T34" fmla="*/ 0 w 101"/>
              <a:gd name="T35" fmla="*/ 25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74"/>
              <a:gd name="T56" fmla="*/ 101 w 101"/>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74">
                <a:moveTo>
                  <a:pt x="0" y="25"/>
                </a:moveTo>
                <a:lnTo>
                  <a:pt x="0" y="25"/>
                </a:lnTo>
                <a:lnTo>
                  <a:pt x="17" y="14"/>
                </a:lnTo>
                <a:lnTo>
                  <a:pt x="17" y="0"/>
                </a:lnTo>
                <a:lnTo>
                  <a:pt x="50" y="3"/>
                </a:lnTo>
                <a:lnTo>
                  <a:pt x="59" y="10"/>
                </a:lnTo>
                <a:lnTo>
                  <a:pt x="82" y="2"/>
                </a:lnTo>
                <a:lnTo>
                  <a:pt x="96" y="35"/>
                </a:lnTo>
                <a:lnTo>
                  <a:pt x="100" y="59"/>
                </a:lnTo>
                <a:lnTo>
                  <a:pt x="91" y="58"/>
                </a:lnTo>
                <a:lnTo>
                  <a:pt x="89" y="71"/>
                </a:lnTo>
                <a:lnTo>
                  <a:pt x="75" y="73"/>
                </a:lnTo>
                <a:lnTo>
                  <a:pt x="74" y="59"/>
                </a:lnTo>
                <a:lnTo>
                  <a:pt x="66" y="59"/>
                </a:lnTo>
                <a:lnTo>
                  <a:pt x="52" y="38"/>
                </a:lnTo>
                <a:lnTo>
                  <a:pt x="23" y="50"/>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4" name="Freeform 821">
            <a:extLst>
              <a:ext uri="{FF2B5EF4-FFF2-40B4-BE49-F238E27FC236}">
                <a16:creationId xmlns:a16="http://schemas.microsoft.com/office/drawing/2014/main" id="{7BF679B4-E504-AF7A-3860-59888BB2B7B9}"/>
              </a:ext>
            </a:extLst>
          </p:cNvPr>
          <p:cNvSpPr>
            <a:spLocks/>
          </p:cNvSpPr>
          <p:nvPr/>
        </p:nvSpPr>
        <p:spPr bwMode="auto">
          <a:xfrm>
            <a:off x="4750820" y="4915224"/>
            <a:ext cx="29751" cy="8907"/>
          </a:xfrm>
          <a:custGeom>
            <a:avLst/>
            <a:gdLst>
              <a:gd name="T0" fmla="*/ 0 w 26"/>
              <a:gd name="T1" fmla="*/ 0 h 8"/>
              <a:gd name="T2" fmla="*/ 0 w 26"/>
              <a:gd name="T3" fmla="*/ 0 h 8"/>
              <a:gd name="T4" fmla="*/ 13 w 26"/>
              <a:gd name="T5" fmla="*/ 7 h 8"/>
              <a:gd name="T6" fmla="*/ 25 w 26"/>
              <a:gd name="T7" fmla="*/ 2 h 8"/>
              <a:gd name="T8" fmla="*/ 0 w 26"/>
              <a:gd name="T9" fmla="*/ 0 h 8"/>
              <a:gd name="T10" fmla="*/ 0 w 26"/>
              <a:gd name="T11" fmla="*/ 0 h 8"/>
              <a:gd name="T12" fmla="*/ 0 60000 65536"/>
              <a:gd name="T13" fmla="*/ 0 60000 65536"/>
              <a:gd name="T14" fmla="*/ 0 60000 65536"/>
              <a:gd name="T15" fmla="*/ 0 60000 65536"/>
              <a:gd name="T16" fmla="*/ 0 60000 65536"/>
              <a:gd name="T17" fmla="*/ 0 60000 65536"/>
              <a:gd name="T18" fmla="*/ 0 w 26"/>
              <a:gd name="T19" fmla="*/ 0 h 8"/>
              <a:gd name="T20" fmla="*/ 26 w 26"/>
              <a:gd name="T21" fmla="*/ 8 h 8"/>
            </a:gdLst>
            <a:ahLst/>
            <a:cxnLst>
              <a:cxn ang="T12">
                <a:pos x="T0" y="T1"/>
              </a:cxn>
              <a:cxn ang="T13">
                <a:pos x="T2" y="T3"/>
              </a:cxn>
              <a:cxn ang="T14">
                <a:pos x="T4" y="T5"/>
              </a:cxn>
              <a:cxn ang="T15">
                <a:pos x="T6" y="T7"/>
              </a:cxn>
              <a:cxn ang="T16">
                <a:pos x="T8" y="T9"/>
              </a:cxn>
              <a:cxn ang="T17">
                <a:pos x="T10" y="T11"/>
              </a:cxn>
            </a:cxnLst>
            <a:rect l="T18" t="T19" r="T20" b="T21"/>
            <a:pathLst>
              <a:path w="26" h="8">
                <a:moveTo>
                  <a:pt x="0" y="0"/>
                </a:moveTo>
                <a:lnTo>
                  <a:pt x="0" y="0"/>
                </a:lnTo>
                <a:lnTo>
                  <a:pt x="13" y="7"/>
                </a:lnTo>
                <a:lnTo>
                  <a:pt x="25"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5" name="Freeform 822">
            <a:extLst>
              <a:ext uri="{FF2B5EF4-FFF2-40B4-BE49-F238E27FC236}">
                <a16:creationId xmlns:a16="http://schemas.microsoft.com/office/drawing/2014/main" id="{6EE99133-481D-8DF1-C2E9-B179E33CE540}"/>
              </a:ext>
            </a:extLst>
          </p:cNvPr>
          <p:cNvSpPr>
            <a:spLocks/>
          </p:cNvSpPr>
          <p:nvPr/>
        </p:nvSpPr>
        <p:spPr bwMode="auto">
          <a:xfrm>
            <a:off x="4582615" y="4849535"/>
            <a:ext cx="25174" cy="64575"/>
          </a:xfrm>
          <a:custGeom>
            <a:avLst/>
            <a:gdLst>
              <a:gd name="T0" fmla="*/ 0 w 22"/>
              <a:gd name="T1" fmla="*/ 28 h 58"/>
              <a:gd name="T2" fmla="*/ 0 w 22"/>
              <a:gd name="T3" fmla="*/ 28 h 58"/>
              <a:gd name="T4" fmla="*/ 11 w 22"/>
              <a:gd name="T5" fmla="*/ 57 h 58"/>
              <a:gd name="T6" fmla="*/ 13 w 22"/>
              <a:gd name="T7" fmla="*/ 56 h 58"/>
              <a:gd name="T8" fmla="*/ 19 w 22"/>
              <a:gd name="T9" fmla="*/ 25 h 58"/>
              <a:gd name="T10" fmla="*/ 11 w 22"/>
              <a:gd name="T11" fmla="*/ 28 h 58"/>
              <a:gd name="T12" fmla="*/ 13 w 22"/>
              <a:gd name="T13" fmla="*/ 14 h 58"/>
              <a:gd name="T14" fmla="*/ 20 w 22"/>
              <a:gd name="T15" fmla="*/ 7 h 58"/>
              <a:gd name="T16" fmla="*/ 21 w 22"/>
              <a:gd name="T17" fmla="*/ 0 h 58"/>
              <a:gd name="T18" fmla="*/ 14 w 22"/>
              <a:gd name="T19" fmla="*/ 1 h 58"/>
              <a:gd name="T20" fmla="*/ 0 w 22"/>
              <a:gd name="T21" fmla="*/ 28 h 58"/>
              <a:gd name="T22" fmla="*/ 0 w 22"/>
              <a:gd name="T23" fmla="*/ 28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58"/>
              <a:gd name="T38" fmla="*/ 22 w 22"/>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58">
                <a:moveTo>
                  <a:pt x="0" y="28"/>
                </a:moveTo>
                <a:lnTo>
                  <a:pt x="0" y="28"/>
                </a:lnTo>
                <a:lnTo>
                  <a:pt x="11" y="57"/>
                </a:lnTo>
                <a:lnTo>
                  <a:pt x="13" y="56"/>
                </a:lnTo>
                <a:lnTo>
                  <a:pt x="19" y="25"/>
                </a:lnTo>
                <a:lnTo>
                  <a:pt x="11" y="28"/>
                </a:lnTo>
                <a:lnTo>
                  <a:pt x="13" y="14"/>
                </a:lnTo>
                <a:lnTo>
                  <a:pt x="20" y="7"/>
                </a:lnTo>
                <a:lnTo>
                  <a:pt x="21" y="0"/>
                </a:lnTo>
                <a:lnTo>
                  <a:pt x="14" y="1"/>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6" name="Freeform 823">
            <a:extLst>
              <a:ext uri="{FF2B5EF4-FFF2-40B4-BE49-F238E27FC236}">
                <a16:creationId xmlns:a16="http://schemas.microsoft.com/office/drawing/2014/main" id="{D643C828-D00D-0CFF-C812-362325BDBDD0}"/>
              </a:ext>
            </a:extLst>
          </p:cNvPr>
          <p:cNvSpPr>
            <a:spLocks/>
          </p:cNvSpPr>
          <p:nvPr/>
        </p:nvSpPr>
        <p:spPr bwMode="auto">
          <a:xfrm>
            <a:off x="3918946" y="5205813"/>
            <a:ext cx="92684" cy="96863"/>
          </a:xfrm>
          <a:custGeom>
            <a:avLst/>
            <a:gdLst>
              <a:gd name="T0" fmla="*/ 0 w 81"/>
              <a:gd name="T1" fmla="*/ 57 h 87"/>
              <a:gd name="T2" fmla="*/ 0 w 81"/>
              <a:gd name="T3" fmla="*/ 57 h 87"/>
              <a:gd name="T4" fmla="*/ 1 w 81"/>
              <a:gd name="T5" fmla="*/ 44 h 87"/>
              <a:gd name="T6" fmla="*/ 3 w 81"/>
              <a:gd name="T7" fmla="*/ 31 h 87"/>
              <a:gd name="T8" fmla="*/ 12 w 81"/>
              <a:gd name="T9" fmla="*/ 32 h 87"/>
              <a:gd name="T10" fmla="*/ 8 w 81"/>
              <a:gd name="T11" fmla="*/ 8 h 87"/>
              <a:gd name="T12" fmla="*/ 32 w 81"/>
              <a:gd name="T13" fmla="*/ 0 h 87"/>
              <a:gd name="T14" fmla="*/ 46 w 81"/>
              <a:gd name="T15" fmla="*/ 5 h 87"/>
              <a:gd name="T16" fmla="*/ 53 w 81"/>
              <a:gd name="T17" fmla="*/ 14 h 87"/>
              <a:gd name="T18" fmla="*/ 80 w 81"/>
              <a:gd name="T19" fmla="*/ 17 h 87"/>
              <a:gd name="T20" fmla="*/ 75 w 81"/>
              <a:gd name="T21" fmla="*/ 77 h 87"/>
              <a:gd name="T22" fmla="*/ 13 w 81"/>
              <a:gd name="T23" fmla="*/ 86 h 87"/>
              <a:gd name="T24" fmla="*/ 15 w 81"/>
              <a:gd name="T25" fmla="*/ 66 h 87"/>
              <a:gd name="T26" fmla="*/ 0 w 81"/>
              <a:gd name="T27" fmla="*/ 57 h 87"/>
              <a:gd name="T28" fmla="*/ 0 w 81"/>
              <a:gd name="T29" fmla="*/ 57 h 8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1"/>
              <a:gd name="T46" fmla="*/ 0 h 87"/>
              <a:gd name="T47" fmla="*/ 81 w 81"/>
              <a:gd name="T48" fmla="*/ 87 h 8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1" h="87">
                <a:moveTo>
                  <a:pt x="0" y="57"/>
                </a:moveTo>
                <a:lnTo>
                  <a:pt x="0" y="57"/>
                </a:lnTo>
                <a:lnTo>
                  <a:pt x="1" y="44"/>
                </a:lnTo>
                <a:lnTo>
                  <a:pt x="3" y="31"/>
                </a:lnTo>
                <a:lnTo>
                  <a:pt x="12" y="32"/>
                </a:lnTo>
                <a:lnTo>
                  <a:pt x="8" y="8"/>
                </a:lnTo>
                <a:lnTo>
                  <a:pt x="32" y="0"/>
                </a:lnTo>
                <a:lnTo>
                  <a:pt x="46" y="5"/>
                </a:lnTo>
                <a:lnTo>
                  <a:pt x="53" y="14"/>
                </a:lnTo>
                <a:lnTo>
                  <a:pt x="80" y="17"/>
                </a:lnTo>
                <a:lnTo>
                  <a:pt x="75" y="77"/>
                </a:lnTo>
                <a:lnTo>
                  <a:pt x="13" y="86"/>
                </a:lnTo>
                <a:lnTo>
                  <a:pt x="15" y="66"/>
                </a:lnTo>
                <a:lnTo>
                  <a:pt x="0" y="5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7" name="Freeform 824">
            <a:extLst>
              <a:ext uri="{FF2B5EF4-FFF2-40B4-BE49-F238E27FC236}">
                <a16:creationId xmlns:a16="http://schemas.microsoft.com/office/drawing/2014/main" id="{7119885A-77FA-FA42-C8E0-48908853A908}"/>
              </a:ext>
            </a:extLst>
          </p:cNvPr>
          <p:cNvSpPr>
            <a:spLocks/>
          </p:cNvSpPr>
          <p:nvPr/>
        </p:nvSpPr>
        <p:spPr bwMode="auto">
          <a:xfrm>
            <a:off x="4595201" y="4846195"/>
            <a:ext cx="68655" cy="72369"/>
          </a:xfrm>
          <a:custGeom>
            <a:avLst/>
            <a:gdLst>
              <a:gd name="T0" fmla="*/ 0 w 60"/>
              <a:gd name="T1" fmla="*/ 31 h 65"/>
              <a:gd name="T2" fmla="*/ 0 w 60"/>
              <a:gd name="T3" fmla="*/ 31 h 65"/>
              <a:gd name="T4" fmla="*/ 2 w 60"/>
              <a:gd name="T5" fmla="*/ 17 h 65"/>
              <a:gd name="T6" fmla="*/ 9 w 60"/>
              <a:gd name="T7" fmla="*/ 10 h 65"/>
              <a:gd name="T8" fmla="*/ 23 w 60"/>
              <a:gd name="T9" fmla="*/ 16 h 65"/>
              <a:gd name="T10" fmla="*/ 53 w 60"/>
              <a:gd name="T11" fmla="*/ 0 h 65"/>
              <a:gd name="T12" fmla="*/ 59 w 60"/>
              <a:gd name="T13" fmla="*/ 18 h 65"/>
              <a:gd name="T14" fmla="*/ 28 w 60"/>
              <a:gd name="T15" fmla="*/ 28 h 65"/>
              <a:gd name="T16" fmla="*/ 44 w 60"/>
              <a:gd name="T17" fmla="*/ 42 h 65"/>
              <a:gd name="T18" fmla="*/ 36 w 60"/>
              <a:gd name="T19" fmla="*/ 51 h 65"/>
              <a:gd name="T20" fmla="*/ 17 w 60"/>
              <a:gd name="T21" fmla="*/ 64 h 65"/>
              <a:gd name="T22" fmla="*/ 2 w 60"/>
              <a:gd name="T23" fmla="*/ 59 h 65"/>
              <a:gd name="T24" fmla="*/ 2 w 60"/>
              <a:gd name="T25" fmla="*/ 59 h 65"/>
              <a:gd name="T26" fmla="*/ 8 w 60"/>
              <a:gd name="T27" fmla="*/ 28 h 65"/>
              <a:gd name="T28" fmla="*/ 0 w 60"/>
              <a:gd name="T29" fmla="*/ 31 h 65"/>
              <a:gd name="T30" fmla="*/ 0 w 60"/>
              <a:gd name="T31" fmla="*/ 31 h 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
              <a:gd name="T49" fmla="*/ 0 h 65"/>
              <a:gd name="T50" fmla="*/ 60 w 60"/>
              <a:gd name="T51" fmla="*/ 65 h 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 h="65">
                <a:moveTo>
                  <a:pt x="0" y="31"/>
                </a:moveTo>
                <a:lnTo>
                  <a:pt x="0" y="31"/>
                </a:lnTo>
                <a:lnTo>
                  <a:pt x="2" y="17"/>
                </a:lnTo>
                <a:lnTo>
                  <a:pt x="9" y="10"/>
                </a:lnTo>
                <a:lnTo>
                  <a:pt x="23" y="16"/>
                </a:lnTo>
                <a:lnTo>
                  <a:pt x="53" y="0"/>
                </a:lnTo>
                <a:lnTo>
                  <a:pt x="59" y="18"/>
                </a:lnTo>
                <a:lnTo>
                  <a:pt x="28" y="28"/>
                </a:lnTo>
                <a:lnTo>
                  <a:pt x="44" y="42"/>
                </a:lnTo>
                <a:lnTo>
                  <a:pt x="36" y="51"/>
                </a:lnTo>
                <a:lnTo>
                  <a:pt x="17" y="64"/>
                </a:lnTo>
                <a:lnTo>
                  <a:pt x="2" y="59"/>
                </a:lnTo>
                <a:lnTo>
                  <a:pt x="8" y="28"/>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8" name="Freeform 825">
            <a:extLst>
              <a:ext uri="{FF2B5EF4-FFF2-40B4-BE49-F238E27FC236}">
                <a16:creationId xmlns:a16="http://schemas.microsoft.com/office/drawing/2014/main" id="{461AE8C8-AD8D-4E74-EBCC-B12ADFA0FBFD}"/>
              </a:ext>
            </a:extLst>
          </p:cNvPr>
          <p:cNvSpPr>
            <a:spLocks/>
          </p:cNvSpPr>
          <p:nvPr/>
        </p:nvSpPr>
        <p:spPr bwMode="auto">
          <a:xfrm>
            <a:off x="4582615" y="5299336"/>
            <a:ext cx="124724" cy="140284"/>
          </a:xfrm>
          <a:custGeom>
            <a:avLst/>
            <a:gdLst>
              <a:gd name="T0" fmla="*/ 0 w 109"/>
              <a:gd name="T1" fmla="*/ 8 h 126"/>
              <a:gd name="T2" fmla="*/ 0 w 109"/>
              <a:gd name="T3" fmla="*/ 8 h 126"/>
              <a:gd name="T4" fmla="*/ 15 w 109"/>
              <a:gd name="T5" fmla="*/ 34 h 126"/>
              <a:gd name="T6" fmla="*/ 0 w 109"/>
              <a:gd name="T7" fmla="*/ 59 h 126"/>
              <a:gd name="T8" fmla="*/ 11 w 109"/>
              <a:gd name="T9" fmla="*/ 66 h 126"/>
              <a:gd name="T10" fmla="*/ 3 w 109"/>
              <a:gd name="T11" fmla="*/ 75 h 126"/>
              <a:gd name="T12" fmla="*/ 74 w 109"/>
              <a:gd name="T13" fmla="*/ 125 h 126"/>
              <a:gd name="T14" fmla="*/ 104 w 109"/>
              <a:gd name="T15" fmla="*/ 85 h 126"/>
              <a:gd name="T16" fmla="*/ 97 w 109"/>
              <a:gd name="T17" fmla="*/ 74 h 126"/>
              <a:gd name="T18" fmla="*/ 97 w 109"/>
              <a:gd name="T19" fmla="*/ 23 h 126"/>
              <a:gd name="T20" fmla="*/ 108 w 109"/>
              <a:gd name="T21" fmla="*/ 9 h 126"/>
              <a:gd name="T22" fmla="*/ 69 w 109"/>
              <a:gd name="T23" fmla="*/ 15 h 126"/>
              <a:gd name="T24" fmla="*/ 25 w 109"/>
              <a:gd name="T25" fmla="*/ 0 h 126"/>
              <a:gd name="T26" fmla="*/ 0 w 109"/>
              <a:gd name="T27" fmla="*/ 8 h 126"/>
              <a:gd name="T28" fmla="*/ 0 w 109"/>
              <a:gd name="T29" fmla="*/ 8 h 1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26"/>
              <a:gd name="T47" fmla="*/ 109 w 109"/>
              <a:gd name="T48" fmla="*/ 126 h 1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26">
                <a:moveTo>
                  <a:pt x="0" y="8"/>
                </a:moveTo>
                <a:lnTo>
                  <a:pt x="0" y="8"/>
                </a:lnTo>
                <a:lnTo>
                  <a:pt x="15" y="34"/>
                </a:lnTo>
                <a:lnTo>
                  <a:pt x="0" y="59"/>
                </a:lnTo>
                <a:lnTo>
                  <a:pt x="11" y="66"/>
                </a:lnTo>
                <a:lnTo>
                  <a:pt x="3" y="75"/>
                </a:lnTo>
                <a:lnTo>
                  <a:pt x="74" y="125"/>
                </a:lnTo>
                <a:lnTo>
                  <a:pt x="104" y="85"/>
                </a:lnTo>
                <a:lnTo>
                  <a:pt x="97" y="74"/>
                </a:lnTo>
                <a:lnTo>
                  <a:pt x="97" y="23"/>
                </a:lnTo>
                <a:lnTo>
                  <a:pt x="108" y="9"/>
                </a:lnTo>
                <a:lnTo>
                  <a:pt x="69" y="15"/>
                </a:lnTo>
                <a:lnTo>
                  <a:pt x="25"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9" name="Freeform 826">
            <a:extLst>
              <a:ext uri="{FF2B5EF4-FFF2-40B4-BE49-F238E27FC236}">
                <a16:creationId xmlns:a16="http://schemas.microsoft.com/office/drawing/2014/main" id="{2CD4B987-5C14-E1BC-97BC-C410839E887D}"/>
              </a:ext>
            </a:extLst>
          </p:cNvPr>
          <p:cNvSpPr>
            <a:spLocks/>
          </p:cNvSpPr>
          <p:nvPr/>
        </p:nvSpPr>
        <p:spPr bwMode="auto">
          <a:xfrm>
            <a:off x="4779427" y="4902977"/>
            <a:ext cx="28607" cy="24494"/>
          </a:xfrm>
          <a:custGeom>
            <a:avLst/>
            <a:gdLst>
              <a:gd name="T0" fmla="*/ 0 w 25"/>
              <a:gd name="T1" fmla="*/ 13 h 22"/>
              <a:gd name="T2" fmla="*/ 0 w 25"/>
              <a:gd name="T3" fmla="*/ 13 h 22"/>
              <a:gd name="T4" fmla="*/ 20 w 25"/>
              <a:gd name="T5" fmla="*/ 0 h 22"/>
              <a:gd name="T6" fmla="*/ 24 w 25"/>
              <a:gd name="T7" fmla="*/ 21 h 22"/>
              <a:gd name="T8" fmla="*/ 0 w 25"/>
              <a:gd name="T9" fmla="*/ 13 h 22"/>
              <a:gd name="T10" fmla="*/ 0 w 25"/>
              <a:gd name="T11" fmla="*/ 13 h 22"/>
              <a:gd name="T12" fmla="*/ 0 60000 65536"/>
              <a:gd name="T13" fmla="*/ 0 60000 65536"/>
              <a:gd name="T14" fmla="*/ 0 60000 65536"/>
              <a:gd name="T15" fmla="*/ 0 60000 65536"/>
              <a:gd name="T16" fmla="*/ 0 60000 65536"/>
              <a:gd name="T17" fmla="*/ 0 60000 65536"/>
              <a:gd name="T18" fmla="*/ 0 w 25"/>
              <a:gd name="T19" fmla="*/ 0 h 22"/>
              <a:gd name="T20" fmla="*/ 25 w 2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5" h="22">
                <a:moveTo>
                  <a:pt x="0" y="13"/>
                </a:moveTo>
                <a:lnTo>
                  <a:pt x="0" y="13"/>
                </a:lnTo>
                <a:lnTo>
                  <a:pt x="20" y="0"/>
                </a:lnTo>
                <a:lnTo>
                  <a:pt x="24" y="21"/>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0" name="Freeform 827">
            <a:extLst>
              <a:ext uri="{FF2B5EF4-FFF2-40B4-BE49-F238E27FC236}">
                <a16:creationId xmlns:a16="http://schemas.microsoft.com/office/drawing/2014/main" id="{6EAE06A1-7D62-9C60-32A8-1E73F1E6E27F}"/>
              </a:ext>
            </a:extLst>
          </p:cNvPr>
          <p:cNvSpPr>
            <a:spLocks/>
          </p:cNvSpPr>
          <p:nvPr/>
        </p:nvSpPr>
        <p:spPr bwMode="auto">
          <a:xfrm>
            <a:off x="4598634" y="4823927"/>
            <a:ext cx="25174" cy="27834"/>
          </a:xfrm>
          <a:custGeom>
            <a:avLst/>
            <a:gdLst>
              <a:gd name="T0" fmla="*/ 0 w 22"/>
              <a:gd name="T1" fmla="*/ 24 h 25"/>
              <a:gd name="T2" fmla="*/ 0 w 22"/>
              <a:gd name="T3" fmla="*/ 24 h 25"/>
              <a:gd name="T4" fmla="*/ 7 w 22"/>
              <a:gd name="T5" fmla="*/ 23 h 25"/>
              <a:gd name="T6" fmla="*/ 21 w 22"/>
              <a:gd name="T7" fmla="*/ 7 h 25"/>
              <a:gd name="T8" fmla="*/ 14 w 22"/>
              <a:gd name="T9" fmla="*/ 0 h 25"/>
              <a:gd name="T10" fmla="*/ 0 w 22"/>
              <a:gd name="T11" fmla="*/ 24 h 25"/>
              <a:gd name="T12" fmla="*/ 0 w 22"/>
              <a:gd name="T13" fmla="*/ 24 h 25"/>
              <a:gd name="T14" fmla="*/ 0 60000 65536"/>
              <a:gd name="T15" fmla="*/ 0 60000 65536"/>
              <a:gd name="T16" fmla="*/ 0 60000 65536"/>
              <a:gd name="T17" fmla="*/ 0 60000 65536"/>
              <a:gd name="T18" fmla="*/ 0 60000 65536"/>
              <a:gd name="T19" fmla="*/ 0 60000 65536"/>
              <a:gd name="T20" fmla="*/ 0 60000 65536"/>
              <a:gd name="T21" fmla="*/ 0 w 22"/>
              <a:gd name="T22" fmla="*/ 0 h 25"/>
              <a:gd name="T23" fmla="*/ 22 w 22"/>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5">
                <a:moveTo>
                  <a:pt x="0" y="24"/>
                </a:moveTo>
                <a:lnTo>
                  <a:pt x="0" y="24"/>
                </a:lnTo>
                <a:lnTo>
                  <a:pt x="7" y="23"/>
                </a:lnTo>
                <a:lnTo>
                  <a:pt x="21" y="7"/>
                </a:lnTo>
                <a:lnTo>
                  <a:pt x="14"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1" name="Freeform 828">
            <a:extLst>
              <a:ext uri="{FF2B5EF4-FFF2-40B4-BE49-F238E27FC236}">
                <a16:creationId xmlns:a16="http://schemas.microsoft.com/office/drawing/2014/main" id="{4077C6D6-F2BC-356B-7DF6-C6E42C386D1E}"/>
              </a:ext>
            </a:extLst>
          </p:cNvPr>
          <p:cNvSpPr>
            <a:spLocks/>
          </p:cNvSpPr>
          <p:nvPr/>
        </p:nvSpPr>
        <p:spPr bwMode="auto">
          <a:xfrm>
            <a:off x="3874320" y="5241441"/>
            <a:ext cx="62934" cy="61235"/>
          </a:xfrm>
          <a:custGeom>
            <a:avLst/>
            <a:gdLst>
              <a:gd name="T0" fmla="*/ 0 w 55"/>
              <a:gd name="T1" fmla="*/ 20 h 55"/>
              <a:gd name="T2" fmla="*/ 0 w 55"/>
              <a:gd name="T3" fmla="*/ 20 h 55"/>
              <a:gd name="T4" fmla="*/ 17 w 55"/>
              <a:gd name="T5" fmla="*/ 0 h 55"/>
              <a:gd name="T6" fmla="*/ 25 w 55"/>
              <a:gd name="T7" fmla="*/ 0 h 55"/>
              <a:gd name="T8" fmla="*/ 26 w 55"/>
              <a:gd name="T9" fmla="*/ 14 h 55"/>
              <a:gd name="T10" fmla="*/ 40 w 55"/>
              <a:gd name="T11" fmla="*/ 12 h 55"/>
              <a:gd name="T12" fmla="*/ 39 w 55"/>
              <a:gd name="T13" fmla="*/ 25 h 55"/>
              <a:gd name="T14" fmla="*/ 54 w 55"/>
              <a:gd name="T15" fmla="*/ 34 h 55"/>
              <a:gd name="T16" fmla="*/ 52 w 55"/>
              <a:gd name="T17" fmla="*/ 54 h 55"/>
              <a:gd name="T18" fmla="*/ 0 w 55"/>
              <a:gd name="T19" fmla="*/ 20 h 55"/>
              <a:gd name="T20" fmla="*/ 0 w 55"/>
              <a:gd name="T21" fmla="*/ 20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55"/>
              <a:gd name="T35" fmla="*/ 55 w 55"/>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55">
                <a:moveTo>
                  <a:pt x="0" y="20"/>
                </a:moveTo>
                <a:lnTo>
                  <a:pt x="0" y="20"/>
                </a:lnTo>
                <a:lnTo>
                  <a:pt x="17" y="0"/>
                </a:lnTo>
                <a:lnTo>
                  <a:pt x="25" y="0"/>
                </a:lnTo>
                <a:lnTo>
                  <a:pt x="26" y="14"/>
                </a:lnTo>
                <a:lnTo>
                  <a:pt x="40" y="12"/>
                </a:lnTo>
                <a:lnTo>
                  <a:pt x="39" y="25"/>
                </a:lnTo>
                <a:lnTo>
                  <a:pt x="54" y="34"/>
                </a:lnTo>
                <a:lnTo>
                  <a:pt x="52" y="5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2" name="Freeform 829">
            <a:extLst>
              <a:ext uri="{FF2B5EF4-FFF2-40B4-BE49-F238E27FC236}">
                <a16:creationId xmlns:a16="http://schemas.microsoft.com/office/drawing/2014/main" id="{02582FEE-A4E3-01D1-D43A-B8B76E26E329}"/>
              </a:ext>
            </a:extLst>
          </p:cNvPr>
          <p:cNvSpPr>
            <a:spLocks/>
          </p:cNvSpPr>
          <p:nvPr/>
        </p:nvSpPr>
        <p:spPr bwMode="auto">
          <a:xfrm>
            <a:off x="4198145" y="4850649"/>
            <a:ext cx="244871" cy="221560"/>
          </a:xfrm>
          <a:custGeom>
            <a:avLst/>
            <a:gdLst>
              <a:gd name="T0" fmla="*/ 0 w 214"/>
              <a:gd name="T1" fmla="*/ 103 h 199"/>
              <a:gd name="T2" fmla="*/ 0 w 214"/>
              <a:gd name="T3" fmla="*/ 103 h 199"/>
              <a:gd name="T4" fmla="*/ 0 w 214"/>
              <a:gd name="T5" fmla="*/ 42 h 199"/>
              <a:gd name="T6" fmla="*/ 27 w 214"/>
              <a:gd name="T7" fmla="*/ 0 h 199"/>
              <a:gd name="T8" fmla="*/ 78 w 214"/>
              <a:gd name="T9" fmla="*/ 12 h 199"/>
              <a:gd name="T10" fmla="*/ 87 w 214"/>
              <a:gd name="T11" fmla="*/ 27 h 199"/>
              <a:gd name="T12" fmla="*/ 129 w 214"/>
              <a:gd name="T13" fmla="*/ 42 h 199"/>
              <a:gd name="T14" fmla="*/ 143 w 214"/>
              <a:gd name="T15" fmla="*/ 37 h 199"/>
              <a:gd name="T16" fmla="*/ 144 w 214"/>
              <a:gd name="T17" fmla="*/ 15 h 199"/>
              <a:gd name="T18" fmla="*/ 157 w 214"/>
              <a:gd name="T19" fmla="*/ 5 h 199"/>
              <a:gd name="T20" fmla="*/ 213 w 214"/>
              <a:gd name="T21" fmla="*/ 22 h 199"/>
              <a:gd name="T22" fmla="*/ 207 w 214"/>
              <a:gd name="T23" fmla="*/ 46 h 199"/>
              <a:gd name="T24" fmla="*/ 213 w 214"/>
              <a:gd name="T25" fmla="*/ 162 h 199"/>
              <a:gd name="T26" fmla="*/ 213 w 214"/>
              <a:gd name="T27" fmla="*/ 190 h 199"/>
              <a:gd name="T28" fmla="*/ 201 w 214"/>
              <a:gd name="T29" fmla="*/ 190 h 199"/>
              <a:gd name="T30" fmla="*/ 201 w 214"/>
              <a:gd name="T31" fmla="*/ 198 h 199"/>
              <a:gd name="T32" fmla="*/ 91 w 214"/>
              <a:gd name="T33" fmla="*/ 142 h 199"/>
              <a:gd name="T34" fmla="*/ 77 w 214"/>
              <a:gd name="T35" fmla="*/ 147 h 199"/>
              <a:gd name="T36" fmla="*/ 32 w 214"/>
              <a:gd name="T37" fmla="*/ 141 h 199"/>
              <a:gd name="T38" fmla="*/ 0 w 214"/>
              <a:gd name="T39" fmla="*/ 103 h 199"/>
              <a:gd name="T40" fmla="*/ 0 w 214"/>
              <a:gd name="T41" fmla="*/ 103 h 19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4"/>
              <a:gd name="T64" fmla="*/ 0 h 199"/>
              <a:gd name="T65" fmla="*/ 214 w 214"/>
              <a:gd name="T66" fmla="*/ 199 h 19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4" h="199">
                <a:moveTo>
                  <a:pt x="0" y="103"/>
                </a:moveTo>
                <a:lnTo>
                  <a:pt x="0" y="103"/>
                </a:lnTo>
                <a:lnTo>
                  <a:pt x="0" y="42"/>
                </a:lnTo>
                <a:lnTo>
                  <a:pt x="27" y="0"/>
                </a:lnTo>
                <a:lnTo>
                  <a:pt x="78" y="12"/>
                </a:lnTo>
                <a:lnTo>
                  <a:pt x="87" y="27"/>
                </a:lnTo>
                <a:lnTo>
                  <a:pt x="129" y="42"/>
                </a:lnTo>
                <a:lnTo>
                  <a:pt x="143" y="37"/>
                </a:lnTo>
                <a:lnTo>
                  <a:pt x="144" y="15"/>
                </a:lnTo>
                <a:lnTo>
                  <a:pt x="157" y="5"/>
                </a:lnTo>
                <a:lnTo>
                  <a:pt x="213" y="22"/>
                </a:lnTo>
                <a:lnTo>
                  <a:pt x="207" y="46"/>
                </a:lnTo>
                <a:lnTo>
                  <a:pt x="213" y="162"/>
                </a:lnTo>
                <a:lnTo>
                  <a:pt x="213" y="190"/>
                </a:lnTo>
                <a:lnTo>
                  <a:pt x="201" y="190"/>
                </a:lnTo>
                <a:lnTo>
                  <a:pt x="201" y="198"/>
                </a:lnTo>
                <a:lnTo>
                  <a:pt x="91" y="142"/>
                </a:lnTo>
                <a:lnTo>
                  <a:pt x="77" y="147"/>
                </a:lnTo>
                <a:lnTo>
                  <a:pt x="32" y="141"/>
                </a:lnTo>
                <a:lnTo>
                  <a:pt x="0" y="10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3" name="Freeform 830">
            <a:extLst>
              <a:ext uri="{FF2B5EF4-FFF2-40B4-BE49-F238E27FC236}">
                <a16:creationId xmlns:a16="http://schemas.microsoft.com/office/drawing/2014/main" id="{69A91BB2-D650-BABF-8E78-D9A360024D77}"/>
              </a:ext>
            </a:extLst>
          </p:cNvPr>
          <p:cNvSpPr>
            <a:spLocks/>
          </p:cNvSpPr>
          <p:nvPr/>
        </p:nvSpPr>
        <p:spPr bwMode="auto">
          <a:xfrm>
            <a:off x="4724502" y="5553184"/>
            <a:ext cx="110993" cy="211540"/>
          </a:xfrm>
          <a:custGeom>
            <a:avLst/>
            <a:gdLst>
              <a:gd name="T0" fmla="*/ 0 w 97"/>
              <a:gd name="T1" fmla="*/ 135 h 190"/>
              <a:gd name="T2" fmla="*/ 0 w 97"/>
              <a:gd name="T3" fmla="*/ 135 h 190"/>
              <a:gd name="T4" fmla="*/ 9 w 97"/>
              <a:gd name="T5" fmla="*/ 173 h 190"/>
              <a:gd name="T6" fmla="*/ 27 w 97"/>
              <a:gd name="T7" fmla="*/ 189 h 190"/>
              <a:gd name="T8" fmla="*/ 57 w 97"/>
              <a:gd name="T9" fmla="*/ 173 h 190"/>
              <a:gd name="T10" fmla="*/ 90 w 97"/>
              <a:gd name="T11" fmla="*/ 43 h 190"/>
              <a:gd name="T12" fmla="*/ 96 w 97"/>
              <a:gd name="T13" fmla="*/ 48 h 190"/>
              <a:gd name="T14" fmla="*/ 82 w 97"/>
              <a:gd name="T15" fmla="*/ 0 h 190"/>
              <a:gd name="T16" fmla="*/ 64 w 97"/>
              <a:gd name="T17" fmla="*/ 20 h 190"/>
              <a:gd name="T18" fmla="*/ 65 w 97"/>
              <a:gd name="T19" fmla="*/ 34 h 190"/>
              <a:gd name="T20" fmla="*/ 44 w 97"/>
              <a:gd name="T21" fmla="*/ 49 h 190"/>
              <a:gd name="T22" fmla="*/ 17 w 97"/>
              <a:gd name="T23" fmla="*/ 56 h 190"/>
              <a:gd name="T24" fmla="*/ 10 w 97"/>
              <a:gd name="T25" fmla="*/ 73 h 190"/>
              <a:gd name="T26" fmla="*/ 17 w 97"/>
              <a:gd name="T27" fmla="*/ 106 h 190"/>
              <a:gd name="T28" fmla="*/ 0 w 97"/>
              <a:gd name="T29" fmla="*/ 135 h 190"/>
              <a:gd name="T30" fmla="*/ 0 w 97"/>
              <a:gd name="T31" fmla="*/ 135 h 1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190"/>
              <a:gd name="T50" fmla="*/ 97 w 97"/>
              <a:gd name="T51" fmla="*/ 190 h 19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190">
                <a:moveTo>
                  <a:pt x="0" y="135"/>
                </a:moveTo>
                <a:lnTo>
                  <a:pt x="0" y="135"/>
                </a:lnTo>
                <a:lnTo>
                  <a:pt x="9" y="173"/>
                </a:lnTo>
                <a:lnTo>
                  <a:pt x="27" y="189"/>
                </a:lnTo>
                <a:lnTo>
                  <a:pt x="57" y="173"/>
                </a:lnTo>
                <a:lnTo>
                  <a:pt x="90" y="43"/>
                </a:lnTo>
                <a:lnTo>
                  <a:pt x="96" y="48"/>
                </a:lnTo>
                <a:lnTo>
                  <a:pt x="82" y="0"/>
                </a:lnTo>
                <a:lnTo>
                  <a:pt x="64" y="20"/>
                </a:lnTo>
                <a:lnTo>
                  <a:pt x="65" y="34"/>
                </a:lnTo>
                <a:lnTo>
                  <a:pt x="44" y="49"/>
                </a:lnTo>
                <a:lnTo>
                  <a:pt x="17" y="56"/>
                </a:lnTo>
                <a:lnTo>
                  <a:pt x="10" y="73"/>
                </a:lnTo>
                <a:lnTo>
                  <a:pt x="17" y="106"/>
                </a:lnTo>
                <a:lnTo>
                  <a:pt x="0" y="135"/>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4" name="Freeform 831">
            <a:extLst>
              <a:ext uri="{FF2B5EF4-FFF2-40B4-BE49-F238E27FC236}">
                <a16:creationId xmlns:a16="http://schemas.microsoft.com/office/drawing/2014/main" id="{6EC060BF-27A1-E46C-D6D2-168DC427A00B}"/>
              </a:ext>
            </a:extLst>
          </p:cNvPr>
          <p:cNvSpPr>
            <a:spLocks/>
          </p:cNvSpPr>
          <p:nvPr/>
        </p:nvSpPr>
        <p:spPr bwMode="auto">
          <a:xfrm>
            <a:off x="4563162" y="5510876"/>
            <a:ext cx="51492" cy="119130"/>
          </a:xfrm>
          <a:custGeom>
            <a:avLst/>
            <a:gdLst>
              <a:gd name="T0" fmla="*/ 0 w 45"/>
              <a:gd name="T1" fmla="*/ 58 h 107"/>
              <a:gd name="T2" fmla="*/ 0 w 45"/>
              <a:gd name="T3" fmla="*/ 58 h 107"/>
              <a:gd name="T4" fmla="*/ 6 w 45"/>
              <a:gd name="T5" fmla="*/ 64 h 107"/>
              <a:gd name="T6" fmla="*/ 23 w 45"/>
              <a:gd name="T7" fmla="*/ 70 h 107"/>
              <a:gd name="T8" fmla="*/ 21 w 45"/>
              <a:gd name="T9" fmla="*/ 90 h 107"/>
              <a:gd name="T10" fmla="*/ 36 w 45"/>
              <a:gd name="T11" fmla="*/ 106 h 107"/>
              <a:gd name="T12" fmla="*/ 44 w 45"/>
              <a:gd name="T13" fmla="*/ 76 h 107"/>
              <a:gd name="T14" fmla="*/ 30 w 45"/>
              <a:gd name="T15" fmla="*/ 56 h 107"/>
              <a:gd name="T16" fmla="*/ 34 w 45"/>
              <a:gd name="T17" fmla="*/ 67 h 107"/>
              <a:gd name="T18" fmla="*/ 26 w 45"/>
              <a:gd name="T19" fmla="*/ 67 h 107"/>
              <a:gd name="T20" fmla="*/ 17 w 45"/>
              <a:gd name="T21" fmla="*/ 39 h 107"/>
              <a:gd name="T22" fmla="*/ 16 w 45"/>
              <a:gd name="T23" fmla="*/ 3 h 107"/>
              <a:gd name="T24" fmla="*/ 3 w 45"/>
              <a:gd name="T25" fmla="*/ 0 h 107"/>
              <a:gd name="T26" fmla="*/ 14 w 45"/>
              <a:gd name="T27" fmla="*/ 17 h 107"/>
              <a:gd name="T28" fmla="*/ 0 w 45"/>
              <a:gd name="T29" fmla="*/ 58 h 107"/>
              <a:gd name="T30" fmla="*/ 0 w 45"/>
              <a:gd name="T31" fmla="*/ 58 h 10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107"/>
              <a:gd name="T50" fmla="*/ 45 w 45"/>
              <a:gd name="T51" fmla="*/ 107 h 10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107">
                <a:moveTo>
                  <a:pt x="0" y="58"/>
                </a:moveTo>
                <a:lnTo>
                  <a:pt x="0" y="58"/>
                </a:lnTo>
                <a:lnTo>
                  <a:pt x="6" y="64"/>
                </a:lnTo>
                <a:lnTo>
                  <a:pt x="23" y="70"/>
                </a:lnTo>
                <a:lnTo>
                  <a:pt x="21" y="90"/>
                </a:lnTo>
                <a:lnTo>
                  <a:pt x="36" y="106"/>
                </a:lnTo>
                <a:lnTo>
                  <a:pt x="44" y="76"/>
                </a:lnTo>
                <a:lnTo>
                  <a:pt x="30" y="56"/>
                </a:lnTo>
                <a:lnTo>
                  <a:pt x="34" y="67"/>
                </a:lnTo>
                <a:lnTo>
                  <a:pt x="26" y="67"/>
                </a:lnTo>
                <a:lnTo>
                  <a:pt x="17" y="39"/>
                </a:lnTo>
                <a:lnTo>
                  <a:pt x="16" y="3"/>
                </a:lnTo>
                <a:lnTo>
                  <a:pt x="3" y="0"/>
                </a:lnTo>
                <a:lnTo>
                  <a:pt x="14" y="1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5" name="Freeform 832">
            <a:extLst>
              <a:ext uri="{FF2B5EF4-FFF2-40B4-BE49-F238E27FC236}">
                <a16:creationId xmlns:a16="http://schemas.microsoft.com/office/drawing/2014/main" id="{BC893739-E688-3732-84FF-E0336FC0C40C}"/>
              </a:ext>
            </a:extLst>
          </p:cNvPr>
          <p:cNvSpPr>
            <a:spLocks/>
          </p:cNvSpPr>
          <p:nvPr/>
        </p:nvSpPr>
        <p:spPr bwMode="auto">
          <a:xfrm>
            <a:off x="3864022" y="4984252"/>
            <a:ext cx="252881" cy="231581"/>
          </a:xfrm>
          <a:custGeom>
            <a:avLst/>
            <a:gdLst>
              <a:gd name="T0" fmla="*/ 0 w 221"/>
              <a:gd name="T1" fmla="*/ 143 h 208"/>
              <a:gd name="T2" fmla="*/ 0 w 221"/>
              <a:gd name="T3" fmla="*/ 143 h 208"/>
              <a:gd name="T4" fmla="*/ 9 w 221"/>
              <a:gd name="T5" fmla="*/ 129 h 208"/>
              <a:gd name="T6" fmla="*/ 20 w 221"/>
              <a:gd name="T7" fmla="*/ 138 h 208"/>
              <a:gd name="T8" fmla="*/ 89 w 221"/>
              <a:gd name="T9" fmla="*/ 134 h 208"/>
              <a:gd name="T10" fmla="*/ 75 w 221"/>
              <a:gd name="T11" fmla="*/ 0 h 208"/>
              <a:gd name="T12" fmla="*/ 99 w 221"/>
              <a:gd name="T13" fmla="*/ 0 h 208"/>
              <a:gd name="T14" fmla="*/ 208 w 221"/>
              <a:gd name="T15" fmla="*/ 72 h 208"/>
              <a:gd name="T16" fmla="*/ 209 w 221"/>
              <a:gd name="T17" fmla="*/ 85 h 208"/>
              <a:gd name="T18" fmla="*/ 220 w 221"/>
              <a:gd name="T19" fmla="*/ 83 h 208"/>
              <a:gd name="T20" fmla="*/ 220 w 221"/>
              <a:gd name="T21" fmla="*/ 126 h 208"/>
              <a:gd name="T22" fmla="*/ 211 w 221"/>
              <a:gd name="T23" fmla="*/ 135 h 208"/>
              <a:gd name="T24" fmla="*/ 167 w 221"/>
              <a:gd name="T25" fmla="*/ 141 h 208"/>
              <a:gd name="T26" fmla="*/ 111 w 221"/>
              <a:gd name="T27" fmla="*/ 165 h 208"/>
              <a:gd name="T28" fmla="*/ 94 w 221"/>
              <a:gd name="T29" fmla="*/ 204 h 208"/>
              <a:gd name="T30" fmla="*/ 80 w 221"/>
              <a:gd name="T31" fmla="*/ 199 h 208"/>
              <a:gd name="T32" fmla="*/ 56 w 221"/>
              <a:gd name="T33" fmla="*/ 207 h 208"/>
              <a:gd name="T34" fmla="*/ 42 w 221"/>
              <a:gd name="T35" fmla="*/ 174 h 208"/>
              <a:gd name="T36" fmla="*/ 19 w 221"/>
              <a:gd name="T37" fmla="*/ 182 h 208"/>
              <a:gd name="T38" fmla="*/ 10 w 221"/>
              <a:gd name="T39" fmla="*/ 175 h 208"/>
              <a:gd name="T40" fmla="*/ 0 w 221"/>
              <a:gd name="T41" fmla="*/ 143 h 208"/>
              <a:gd name="T42" fmla="*/ 0 w 221"/>
              <a:gd name="T43" fmla="*/ 143 h 2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21"/>
              <a:gd name="T67" fmla="*/ 0 h 208"/>
              <a:gd name="T68" fmla="*/ 221 w 221"/>
              <a:gd name="T69" fmla="*/ 208 h 2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21" h="208">
                <a:moveTo>
                  <a:pt x="0" y="143"/>
                </a:moveTo>
                <a:lnTo>
                  <a:pt x="0" y="143"/>
                </a:lnTo>
                <a:lnTo>
                  <a:pt x="9" y="129"/>
                </a:lnTo>
                <a:lnTo>
                  <a:pt x="20" y="138"/>
                </a:lnTo>
                <a:lnTo>
                  <a:pt x="89" y="134"/>
                </a:lnTo>
                <a:lnTo>
                  <a:pt x="75" y="0"/>
                </a:lnTo>
                <a:lnTo>
                  <a:pt x="99" y="0"/>
                </a:lnTo>
                <a:lnTo>
                  <a:pt x="208" y="72"/>
                </a:lnTo>
                <a:lnTo>
                  <a:pt x="209" y="85"/>
                </a:lnTo>
                <a:lnTo>
                  <a:pt x="220" y="83"/>
                </a:lnTo>
                <a:lnTo>
                  <a:pt x="220" y="126"/>
                </a:lnTo>
                <a:lnTo>
                  <a:pt x="211" y="135"/>
                </a:lnTo>
                <a:lnTo>
                  <a:pt x="167" y="141"/>
                </a:lnTo>
                <a:lnTo>
                  <a:pt x="111" y="165"/>
                </a:lnTo>
                <a:lnTo>
                  <a:pt x="94" y="204"/>
                </a:lnTo>
                <a:lnTo>
                  <a:pt x="80" y="199"/>
                </a:lnTo>
                <a:lnTo>
                  <a:pt x="56" y="207"/>
                </a:lnTo>
                <a:lnTo>
                  <a:pt x="42" y="174"/>
                </a:lnTo>
                <a:lnTo>
                  <a:pt x="19" y="182"/>
                </a:lnTo>
                <a:lnTo>
                  <a:pt x="10" y="175"/>
                </a:lnTo>
                <a:lnTo>
                  <a:pt x="0" y="143"/>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6" name="Freeform 833">
            <a:extLst>
              <a:ext uri="{FF2B5EF4-FFF2-40B4-BE49-F238E27FC236}">
                <a16:creationId xmlns:a16="http://schemas.microsoft.com/office/drawing/2014/main" id="{BFD97853-1CD8-B0B1-EAB5-0697F6472B27}"/>
              </a:ext>
            </a:extLst>
          </p:cNvPr>
          <p:cNvSpPr>
            <a:spLocks/>
          </p:cNvSpPr>
          <p:nvPr/>
        </p:nvSpPr>
        <p:spPr bwMode="auto">
          <a:xfrm>
            <a:off x="3787357" y="4947511"/>
            <a:ext cx="191090" cy="197066"/>
          </a:xfrm>
          <a:custGeom>
            <a:avLst/>
            <a:gdLst>
              <a:gd name="T0" fmla="*/ 0 w 167"/>
              <a:gd name="T1" fmla="*/ 89 h 177"/>
              <a:gd name="T2" fmla="*/ 0 w 167"/>
              <a:gd name="T3" fmla="*/ 89 h 177"/>
              <a:gd name="T4" fmla="*/ 10 w 167"/>
              <a:gd name="T5" fmla="*/ 99 h 177"/>
              <a:gd name="T6" fmla="*/ 13 w 167"/>
              <a:gd name="T7" fmla="*/ 125 h 177"/>
              <a:gd name="T8" fmla="*/ 5 w 167"/>
              <a:gd name="T9" fmla="*/ 158 h 177"/>
              <a:gd name="T10" fmla="*/ 36 w 167"/>
              <a:gd name="T11" fmla="*/ 151 h 177"/>
              <a:gd name="T12" fmla="*/ 67 w 167"/>
              <a:gd name="T13" fmla="*/ 176 h 177"/>
              <a:gd name="T14" fmla="*/ 76 w 167"/>
              <a:gd name="T15" fmla="*/ 162 h 177"/>
              <a:gd name="T16" fmla="*/ 87 w 167"/>
              <a:gd name="T17" fmla="*/ 171 h 177"/>
              <a:gd name="T18" fmla="*/ 156 w 167"/>
              <a:gd name="T19" fmla="*/ 167 h 177"/>
              <a:gd name="T20" fmla="*/ 142 w 167"/>
              <a:gd name="T21" fmla="*/ 33 h 177"/>
              <a:gd name="T22" fmla="*/ 166 w 167"/>
              <a:gd name="T23" fmla="*/ 33 h 177"/>
              <a:gd name="T24" fmla="*/ 115 w 167"/>
              <a:gd name="T25" fmla="*/ 0 h 177"/>
              <a:gd name="T26" fmla="*/ 114 w 167"/>
              <a:gd name="T27" fmla="*/ 18 h 177"/>
              <a:gd name="T28" fmla="*/ 70 w 167"/>
              <a:gd name="T29" fmla="*/ 17 h 177"/>
              <a:gd name="T30" fmla="*/ 70 w 167"/>
              <a:gd name="T31" fmla="*/ 54 h 177"/>
              <a:gd name="T32" fmla="*/ 54 w 167"/>
              <a:gd name="T33" fmla="*/ 60 h 177"/>
              <a:gd name="T34" fmla="*/ 55 w 167"/>
              <a:gd name="T35" fmla="*/ 83 h 177"/>
              <a:gd name="T36" fmla="*/ 0 w 167"/>
              <a:gd name="T37" fmla="*/ 89 h 177"/>
              <a:gd name="T38" fmla="*/ 0 w 167"/>
              <a:gd name="T39" fmla="*/ 89 h 1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7"/>
              <a:gd name="T61" fmla="*/ 0 h 177"/>
              <a:gd name="T62" fmla="*/ 167 w 167"/>
              <a:gd name="T63" fmla="*/ 177 h 1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7" h="177">
                <a:moveTo>
                  <a:pt x="0" y="89"/>
                </a:moveTo>
                <a:lnTo>
                  <a:pt x="0" y="89"/>
                </a:lnTo>
                <a:lnTo>
                  <a:pt x="10" y="99"/>
                </a:lnTo>
                <a:lnTo>
                  <a:pt x="13" y="125"/>
                </a:lnTo>
                <a:lnTo>
                  <a:pt x="5" y="158"/>
                </a:lnTo>
                <a:lnTo>
                  <a:pt x="36" y="151"/>
                </a:lnTo>
                <a:lnTo>
                  <a:pt x="67" y="176"/>
                </a:lnTo>
                <a:lnTo>
                  <a:pt x="76" y="162"/>
                </a:lnTo>
                <a:lnTo>
                  <a:pt x="87" y="171"/>
                </a:lnTo>
                <a:lnTo>
                  <a:pt x="156" y="167"/>
                </a:lnTo>
                <a:lnTo>
                  <a:pt x="142" y="33"/>
                </a:lnTo>
                <a:lnTo>
                  <a:pt x="166" y="33"/>
                </a:lnTo>
                <a:lnTo>
                  <a:pt x="115" y="0"/>
                </a:lnTo>
                <a:lnTo>
                  <a:pt x="114" y="18"/>
                </a:lnTo>
                <a:lnTo>
                  <a:pt x="70" y="17"/>
                </a:lnTo>
                <a:lnTo>
                  <a:pt x="70" y="54"/>
                </a:lnTo>
                <a:lnTo>
                  <a:pt x="54" y="60"/>
                </a:lnTo>
                <a:lnTo>
                  <a:pt x="55" y="83"/>
                </a:lnTo>
                <a:lnTo>
                  <a:pt x="0" y="8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7" name="Freeform 834">
            <a:extLst>
              <a:ext uri="{FF2B5EF4-FFF2-40B4-BE49-F238E27FC236}">
                <a16:creationId xmlns:a16="http://schemas.microsoft.com/office/drawing/2014/main" id="{5AB65BD6-E822-AE8B-DA7A-7B9BB5DB8B08}"/>
              </a:ext>
            </a:extLst>
          </p:cNvPr>
          <p:cNvSpPr>
            <a:spLocks/>
          </p:cNvSpPr>
          <p:nvPr/>
        </p:nvSpPr>
        <p:spPr bwMode="auto">
          <a:xfrm>
            <a:off x="3849147" y="4807227"/>
            <a:ext cx="184226" cy="135831"/>
          </a:xfrm>
          <a:custGeom>
            <a:avLst/>
            <a:gdLst>
              <a:gd name="T0" fmla="*/ 0 w 161"/>
              <a:gd name="T1" fmla="*/ 119 h 122"/>
              <a:gd name="T2" fmla="*/ 0 w 161"/>
              <a:gd name="T3" fmla="*/ 119 h 122"/>
              <a:gd name="T4" fmla="*/ 40 w 161"/>
              <a:gd name="T5" fmla="*/ 96 h 122"/>
              <a:gd name="T6" fmla="*/ 54 w 161"/>
              <a:gd name="T7" fmla="*/ 48 h 122"/>
              <a:gd name="T8" fmla="*/ 88 w 161"/>
              <a:gd name="T9" fmla="*/ 24 h 122"/>
              <a:gd name="T10" fmla="*/ 99 w 161"/>
              <a:gd name="T11" fmla="*/ 0 h 122"/>
              <a:gd name="T12" fmla="*/ 148 w 161"/>
              <a:gd name="T13" fmla="*/ 8 h 122"/>
              <a:gd name="T14" fmla="*/ 160 w 161"/>
              <a:gd name="T15" fmla="*/ 53 h 122"/>
              <a:gd name="T16" fmla="*/ 139 w 161"/>
              <a:gd name="T17" fmla="*/ 54 h 122"/>
              <a:gd name="T18" fmla="*/ 127 w 161"/>
              <a:gd name="T19" fmla="*/ 59 h 122"/>
              <a:gd name="T20" fmla="*/ 129 w 161"/>
              <a:gd name="T21" fmla="*/ 71 h 122"/>
              <a:gd name="T22" fmla="*/ 67 w 161"/>
              <a:gd name="T23" fmla="*/ 98 h 122"/>
              <a:gd name="T24" fmla="*/ 60 w 161"/>
              <a:gd name="T25" fmla="*/ 121 h 122"/>
              <a:gd name="T26" fmla="*/ 0 w 161"/>
              <a:gd name="T27" fmla="*/ 119 h 122"/>
              <a:gd name="T28" fmla="*/ 0 w 161"/>
              <a:gd name="T29" fmla="*/ 119 h 1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1"/>
              <a:gd name="T46" fmla="*/ 0 h 122"/>
              <a:gd name="T47" fmla="*/ 161 w 161"/>
              <a:gd name="T48" fmla="*/ 122 h 1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1" h="122">
                <a:moveTo>
                  <a:pt x="0" y="119"/>
                </a:moveTo>
                <a:lnTo>
                  <a:pt x="0" y="119"/>
                </a:lnTo>
                <a:lnTo>
                  <a:pt x="40" y="96"/>
                </a:lnTo>
                <a:lnTo>
                  <a:pt x="54" y="48"/>
                </a:lnTo>
                <a:lnTo>
                  <a:pt x="88" y="24"/>
                </a:lnTo>
                <a:lnTo>
                  <a:pt x="99" y="0"/>
                </a:lnTo>
                <a:lnTo>
                  <a:pt x="148" y="8"/>
                </a:lnTo>
                <a:lnTo>
                  <a:pt x="160" y="53"/>
                </a:lnTo>
                <a:lnTo>
                  <a:pt x="139" y="54"/>
                </a:lnTo>
                <a:lnTo>
                  <a:pt x="127" y="59"/>
                </a:lnTo>
                <a:lnTo>
                  <a:pt x="129" y="71"/>
                </a:lnTo>
                <a:lnTo>
                  <a:pt x="67" y="98"/>
                </a:lnTo>
                <a:lnTo>
                  <a:pt x="60" y="121"/>
                </a:lnTo>
                <a:lnTo>
                  <a:pt x="0" y="1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8" name="Freeform 835">
            <a:extLst>
              <a:ext uri="{FF2B5EF4-FFF2-40B4-BE49-F238E27FC236}">
                <a16:creationId xmlns:a16="http://schemas.microsoft.com/office/drawing/2014/main" id="{CB636195-3801-136E-1654-A5F3107859A0}"/>
              </a:ext>
            </a:extLst>
          </p:cNvPr>
          <p:cNvSpPr>
            <a:spLocks/>
          </p:cNvSpPr>
          <p:nvPr/>
        </p:nvSpPr>
        <p:spPr bwMode="auto">
          <a:xfrm>
            <a:off x="4519680" y="5527576"/>
            <a:ext cx="165917" cy="253848"/>
          </a:xfrm>
          <a:custGeom>
            <a:avLst/>
            <a:gdLst>
              <a:gd name="T0" fmla="*/ 0 w 145"/>
              <a:gd name="T1" fmla="*/ 63 h 228"/>
              <a:gd name="T2" fmla="*/ 0 w 145"/>
              <a:gd name="T3" fmla="*/ 63 h 228"/>
              <a:gd name="T4" fmla="*/ 4 w 145"/>
              <a:gd name="T5" fmla="*/ 70 h 228"/>
              <a:gd name="T6" fmla="*/ 38 w 145"/>
              <a:gd name="T7" fmla="*/ 81 h 228"/>
              <a:gd name="T8" fmla="*/ 41 w 145"/>
              <a:gd name="T9" fmla="*/ 95 h 228"/>
              <a:gd name="T10" fmla="*/ 39 w 145"/>
              <a:gd name="T11" fmla="*/ 131 h 228"/>
              <a:gd name="T12" fmla="*/ 21 w 145"/>
              <a:gd name="T13" fmla="*/ 168 h 228"/>
              <a:gd name="T14" fmla="*/ 26 w 145"/>
              <a:gd name="T15" fmla="*/ 213 h 228"/>
              <a:gd name="T16" fmla="*/ 28 w 145"/>
              <a:gd name="T17" fmla="*/ 227 h 228"/>
              <a:gd name="T18" fmla="*/ 39 w 145"/>
              <a:gd name="T19" fmla="*/ 227 h 228"/>
              <a:gd name="T20" fmla="*/ 39 w 145"/>
              <a:gd name="T21" fmla="*/ 212 h 228"/>
              <a:gd name="T22" fmla="*/ 74 w 145"/>
              <a:gd name="T23" fmla="*/ 191 h 228"/>
              <a:gd name="T24" fmla="*/ 64 w 145"/>
              <a:gd name="T25" fmla="*/ 131 h 228"/>
              <a:gd name="T26" fmla="*/ 143 w 145"/>
              <a:gd name="T27" fmla="*/ 70 h 228"/>
              <a:gd name="T28" fmla="*/ 144 w 145"/>
              <a:gd name="T29" fmla="*/ 0 h 228"/>
              <a:gd name="T30" fmla="*/ 124 w 145"/>
              <a:gd name="T31" fmla="*/ 12 h 228"/>
              <a:gd name="T32" fmla="*/ 69 w 145"/>
              <a:gd name="T33" fmla="*/ 15 h 228"/>
              <a:gd name="T34" fmla="*/ 68 w 145"/>
              <a:gd name="T35" fmla="*/ 41 h 228"/>
              <a:gd name="T36" fmla="*/ 82 w 145"/>
              <a:gd name="T37" fmla="*/ 61 h 228"/>
              <a:gd name="T38" fmla="*/ 74 w 145"/>
              <a:gd name="T39" fmla="*/ 91 h 228"/>
              <a:gd name="T40" fmla="*/ 59 w 145"/>
              <a:gd name="T41" fmla="*/ 75 h 228"/>
              <a:gd name="T42" fmla="*/ 61 w 145"/>
              <a:gd name="T43" fmla="*/ 55 h 228"/>
              <a:gd name="T44" fmla="*/ 44 w 145"/>
              <a:gd name="T45" fmla="*/ 49 h 228"/>
              <a:gd name="T46" fmla="*/ 0 w 145"/>
              <a:gd name="T47" fmla="*/ 63 h 228"/>
              <a:gd name="T48" fmla="*/ 0 w 145"/>
              <a:gd name="T49" fmla="*/ 63 h 22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5"/>
              <a:gd name="T76" fmla="*/ 0 h 228"/>
              <a:gd name="T77" fmla="*/ 145 w 145"/>
              <a:gd name="T78" fmla="*/ 228 h 22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5" h="228">
                <a:moveTo>
                  <a:pt x="0" y="63"/>
                </a:moveTo>
                <a:lnTo>
                  <a:pt x="0" y="63"/>
                </a:lnTo>
                <a:lnTo>
                  <a:pt x="4" y="70"/>
                </a:lnTo>
                <a:lnTo>
                  <a:pt x="38" y="81"/>
                </a:lnTo>
                <a:lnTo>
                  <a:pt x="41" y="95"/>
                </a:lnTo>
                <a:lnTo>
                  <a:pt x="39" y="131"/>
                </a:lnTo>
                <a:lnTo>
                  <a:pt x="21" y="168"/>
                </a:lnTo>
                <a:lnTo>
                  <a:pt x="26" y="213"/>
                </a:lnTo>
                <a:lnTo>
                  <a:pt x="28" y="227"/>
                </a:lnTo>
                <a:lnTo>
                  <a:pt x="39" y="227"/>
                </a:lnTo>
                <a:lnTo>
                  <a:pt x="39" y="212"/>
                </a:lnTo>
                <a:lnTo>
                  <a:pt x="74" y="191"/>
                </a:lnTo>
                <a:lnTo>
                  <a:pt x="64" y="131"/>
                </a:lnTo>
                <a:lnTo>
                  <a:pt x="143" y="70"/>
                </a:lnTo>
                <a:lnTo>
                  <a:pt x="144" y="0"/>
                </a:lnTo>
                <a:lnTo>
                  <a:pt x="124" y="12"/>
                </a:lnTo>
                <a:lnTo>
                  <a:pt x="69" y="15"/>
                </a:lnTo>
                <a:lnTo>
                  <a:pt x="68" y="41"/>
                </a:lnTo>
                <a:lnTo>
                  <a:pt x="82" y="61"/>
                </a:lnTo>
                <a:lnTo>
                  <a:pt x="74" y="91"/>
                </a:lnTo>
                <a:lnTo>
                  <a:pt x="59" y="75"/>
                </a:lnTo>
                <a:lnTo>
                  <a:pt x="61" y="55"/>
                </a:lnTo>
                <a:lnTo>
                  <a:pt x="44" y="49"/>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9" name="Freeform 836">
            <a:extLst>
              <a:ext uri="{FF2B5EF4-FFF2-40B4-BE49-F238E27FC236}">
                <a16:creationId xmlns:a16="http://schemas.microsoft.com/office/drawing/2014/main" id="{B20D3879-0966-4944-0D6E-660F0168AAA6}"/>
              </a:ext>
            </a:extLst>
          </p:cNvPr>
          <p:cNvSpPr>
            <a:spLocks/>
          </p:cNvSpPr>
          <p:nvPr/>
        </p:nvSpPr>
        <p:spPr bwMode="auto">
          <a:xfrm>
            <a:off x="4055113" y="5007634"/>
            <a:ext cx="248303" cy="184819"/>
          </a:xfrm>
          <a:custGeom>
            <a:avLst/>
            <a:gdLst>
              <a:gd name="T0" fmla="*/ 0 w 217"/>
              <a:gd name="T1" fmla="*/ 120 h 166"/>
              <a:gd name="T2" fmla="*/ 0 w 217"/>
              <a:gd name="T3" fmla="*/ 120 h 166"/>
              <a:gd name="T4" fmla="*/ 3 w 217"/>
              <a:gd name="T5" fmla="*/ 133 h 166"/>
              <a:gd name="T6" fmla="*/ 29 w 217"/>
              <a:gd name="T7" fmla="*/ 162 h 166"/>
              <a:gd name="T8" fmla="*/ 36 w 217"/>
              <a:gd name="T9" fmla="*/ 155 h 166"/>
              <a:gd name="T10" fmla="*/ 47 w 217"/>
              <a:gd name="T11" fmla="*/ 165 h 166"/>
              <a:gd name="T12" fmla="*/ 63 w 217"/>
              <a:gd name="T13" fmla="*/ 136 h 166"/>
              <a:gd name="T14" fmla="*/ 125 w 217"/>
              <a:gd name="T15" fmla="*/ 151 h 166"/>
              <a:gd name="T16" fmla="*/ 178 w 217"/>
              <a:gd name="T17" fmla="*/ 136 h 166"/>
              <a:gd name="T18" fmla="*/ 180 w 217"/>
              <a:gd name="T19" fmla="*/ 129 h 166"/>
              <a:gd name="T20" fmla="*/ 208 w 217"/>
              <a:gd name="T21" fmla="*/ 93 h 166"/>
              <a:gd name="T22" fmla="*/ 216 w 217"/>
              <a:gd name="T23" fmla="*/ 44 h 166"/>
              <a:gd name="T24" fmla="*/ 202 w 217"/>
              <a:gd name="T25" fmla="*/ 28 h 166"/>
              <a:gd name="T26" fmla="*/ 202 w 217"/>
              <a:gd name="T27" fmla="*/ 6 h 166"/>
              <a:gd name="T28" fmla="*/ 157 w 217"/>
              <a:gd name="T29" fmla="*/ 0 h 166"/>
              <a:gd name="T30" fmla="*/ 74 w 217"/>
              <a:gd name="T31" fmla="*/ 57 h 166"/>
              <a:gd name="T32" fmla="*/ 53 w 217"/>
              <a:gd name="T33" fmla="*/ 62 h 166"/>
              <a:gd name="T34" fmla="*/ 53 w 217"/>
              <a:gd name="T35" fmla="*/ 105 h 166"/>
              <a:gd name="T36" fmla="*/ 44 w 217"/>
              <a:gd name="T37" fmla="*/ 114 h 166"/>
              <a:gd name="T38" fmla="*/ 0 w 217"/>
              <a:gd name="T39" fmla="*/ 120 h 166"/>
              <a:gd name="T40" fmla="*/ 0 w 217"/>
              <a:gd name="T41" fmla="*/ 12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7"/>
              <a:gd name="T64" fmla="*/ 0 h 166"/>
              <a:gd name="T65" fmla="*/ 217 w 217"/>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7" h="166">
                <a:moveTo>
                  <a:pt x="0" y="120"/>
                </a:moveTo>
                <a:lnTo>
                  <a:pt x="0" y="120"/>
                </a:lnTo>
                <a:lnTo>
                  <a:pt x="3" y="133"/>
                </a:lnTo>
                <a:lnTo>
                  <a:pt x="29" y="162"/>
                </a:lnTo>
                <a:lnTo>
                  <a:pt x="36" y="155"/>
                </a:lnTo>
                <a:lnTo>
                  <a:pt x="47" y="165"/>
                </a:lnTo>
                <a:lnTo>
                  <a:pt x="63" y="136"/>
                </a:lnTo>
                <a:lnTo>
                  <a:pt x="125" y="151"/>
                </a:lnTo>
                <a:lnTo>
                  <a:pt x="178" y="136"/>
                </a:lnTo>
                <a:lnTo>
                  <a:pt x="180" y="129"/>
                </a:lnTo>
                <a:lnTo>
                  <a:pt x="208" y="93"/>
                </a:lnTo>
                <a:lnTo>
                  <a:pt x="216" y="44"/>
                </a:lnTo>
                <a:lnTo>
                  <a:pt x="202" y="28"/>
                </a:lnTo>
                <a:lnTo>
                  <a:pt x="202" y="6"/>
                </a:lnTo>
                <a:lnTo>
                  <a:pt x="157" y="0"/>
                </a:lnTo>
                <a:lnTo>
                  <a:pt x="74" y="57"/>
                </a:lnTo>
                <a:lnTo>
                  <a:pt x="53" y="62"/>
                </a:lnTo>
                <a:lnTo>
                  <a:pt x="53" y="105"/>
                </a:lnTo>
                <a:lnTo>
                  <a:pt x="44" y="114"/>
                </a:lnTo>
                <a:lnTo>
                  <a:pt x="0" y="1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0" name="Freeform 837">
            <a:extLst>
              <a:ext uri="{FF2B5EF4-FFF2-40B4-BE49-F238E27FC236}">
                <a16:creationId xmlns:a16="http://schemas.microsoft.com/office/drawing/2014/main" id="{DCA07B9D-C53F-E082-74AB-3DC1F00331C3}"/>
              </a:ext>
            </a:extLst>
          </p:cNvPr>
          <p:cNvSpPr>
            <a:spLocks/>
          </p:cNvSpPr>
          <p:nvPr/>
        </p:nvSpPr>
        <p:spPr bwMode="auto">
          <a:xfrm>
            <a:off x="4096306" y="5159051"/>
            <a:ext cx="181937" cy="146965"/>
          </a:xfrm>
          <a:custGeom>
            <a:avLst/>
            <a:gdLst>
              <a:gd name="T0" fmla="*/ 0 w 159"/>
              <a:gd name="T1" fmla="*/ 102 h 132"/>
              <a:gd name="T2" fmla="*/ 0 w 159"/>
              <a:gd name="T3" fmla="*/ 102 h 132"/>
              <a:gd name="T4" fmla="*/ 11 w 159"/>
              <a:gd name="T5" fmla="*/ 29 h 132"/>
              <a:gd name="T6" fmla="*/ 27 w 159"/>
              <a:gd name="T7" fmla="*/ 0 h 132"/>
              <a:gd name="T8" fmla="*/ 89 w 159"/>
              <a:gd name="T9" fmla="*/ 15 h 132"/>
              <a:gd name="T10" fmla="*/ 142 w 159"/>
              <a:gd name="T11" fmla="*/ 0 h 132"/>
              <a:gd name="T12" fmla="*/ 153 w 159"/>
              <a:gd name="T13" fmla="*/ 17 h 132"/>
              <a:gd name="T14" fmla="*/ 158 w 159"/>
              <a:gd name="T15" fmla="*/ 29 h 132"/>
              <a:gd name="T16" fmla="*/ 144 w 159"/>
              <a:gd name="T17" fmla="*/ 40 h 132"/>
              <a:gd name="T18" fmla="*/ 116 w 159"/>
              <a:gd name="T19" fmla="*/ 99 h 132"/>
              <a:gd name="T20" fmla="*/ 90 w 159"/>
              <a:gd name="T21" fmla="*/ 95 h 132"/>
              <a:gd name="T22" fmla="*/ 76 w 159"/>
              <a:gd name="T23" fmla="*/ 124 h 132"/>
              <a:gd name="T24" fmla="*/ 45 w 159"/>
              <a:gd name="T25" fmla="*/ 131 h 132"/>
              <a:gd name="T26" fmla="*/ 27 w 159"/>
              <a:gd name="T27" fmla="*/ 106 h 132"/>
              <a:gd name="T28" fmla="*/ 0 w 159"/>
              <a:gd name="T29" fmla="*/ 102 h 132"/>
              <a:gd name="T30" fmla="*/ 0 w 159"/>
              <a:gd name="T31" fmla="*/ 102 h 1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9"/>
              <a:gd name="T49" fmla="*/ 0 h 132"/>
              <a:gd name="T50" fmla="*/ 159 w 159"/>
              <a:gd name="T51" fmla="*/ 132 h 1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9" h="132">
                <a:moveTo>
                  <a:pt x="0" y="102"/>
                </a:moveTo>
                <a:lnTo>
                  <a:pt x="0" y="102"/>
                </a:lnTo>
                <a:lnTo>
                  <a:pt x="11" y="29"/>
                </a:lnTo>
                <a:lnTo>
                  <a:pt x="27" y="0"/>
                </a:lnTo>
                <a:lnTo>
                  <a:pt x="89" y="15"/>
                </a:lnTo>
                <a:lnTo>
                  <a:pt x="142" y="0"/>
                </a:lnTo>
                <a:lnTo>
                  <a:pt x="153" y="17"/>
                </a:lnTo>
                <a:lnTo>
                  <a:pt x="158" y="29"/>
                </a:lnTo>
                <a:lnTo>
                  <a:pt x="144" y="40"/>
                </a:lnTo>
                <a:lnTo>
                  <a:pt x="116" y="99"/>
                </a:lnTo>
                <a:lnTo>
                  <a:pt x="90" y="95"/>
                </a:lnTo>
                <a:lnTo>
                  <a:pt x="76" y="124"/>
                </a:lnTo>
                <a:lnTo>
                  <a:pt x="45" y="131"/>
                </a:lnTo>
                <a:lnTo>
                  <a:pt x="27" y="106"/>
                </a:lnTo>
                <a:lnTo>
                  <a:pt x="0" y="10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1" name="Freeform 838">
            <a:extLst>
              <a:ext uri="{FF2B5EF4-FFF2-40B4-BE49-F238E27FC236}">
                <a16:creationId xmlns:a16="http://schemas.microsoft.com/office/drawing/2014/main" id="{D79988F2-1192-B296-A9A4-8E2F31ED1185}"/>
              </a:ext>
            </a:extLst>
          </p:cNvPr>
          <p:cNvSpPr>
            <a:spLocks/>
          </p:cNvSpPr>
          <p:nvPr/>
        </p:nvSpPr>
        <p:spPr bwMode="auto">
          <a:xfrm>
            <a:off x="3790789" y="5175752"/>
            <a:ext cx="48059" cy="28947"/>
          </a:xfrm>
          <a:custGeom>
            <a:avLst/>
            <a:gdLst>
              <a:gd name="T0" fmla="*/ 0 w 42"/>
              <a:gd name="T1" fmla="*/ 3 h 26"/>
              <a:gd name="T2" fmla="*/ 0 w 42"/>
              <a:gd name="T3" fmla="*/ 3 h 26"/>
              <a:gd name="T4" fmla="*/ 12 w 42"/>
              <a:gd name="T5" fmla="*/ 14 h 26"/>
              <a:gd name="T6" fmla="*/ 25 w 42"/>
              <a:gd name="T7" fmla="*/ 11 h 26"/>
              <a:gd name="T8" fmla="*/ 18 w 42"/>
              <a:gd name="T9" fmla="*/ 14 h 26"/>
              <a:gd name="T10" fmla="*/ 24 w 42"/>
              <a:gd name="T11" fmla="*/ 25 h 26"/>
              <a:gd name="T12" fmla="*/ 41 w 42"/>
              <a:gd name="T13" fmla="*/ 14 h 26"/>
              <a:gd name="T14" fmla="*/ 41 w 42"/>
              <a:gd name="T15" fmla="*/ 0 h 26"/>
              <a:gd name="T16" fmla="*/ 0 w 42"/>
              <a:gd name="T17" fmla="*/ 3 h 26"/>
              <a:gd name="T18" fmla="*/ 0 w 42"/>
              <a:gd name="T19" fmla="*/ 3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
              <a:gd name="T31" fmla="*/ 0 h 26"/>
              <a:gd name="T32" fmla="*/ 42 w 42"/>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 h="26">
                <a:moveTo>
                  <a:pt x="0" y="3"/>
                </a:moveTo>
                <a:lnTo>
                  <a:pt x="0" y="3"/>
                </a:lnTo>
                <a:lnTo>
                  <a:pt x="12" y="14"/>
                </a:lnTo>
                <a:lnTo>
                  <a:pt x="25" y="11"/>
                </a:lnTo>
                <a:lnTo>
                  <a:pt x="18" y="14"/>
                </a:lnTo>
                <a:lnTo>
                  <a:pt x="24" y="25"/>
                </a:lnTo>
                <a:lnTo>
                  <a:pt x="41" y="14"/>
                </a:lnTo>
                <a:lnTo>
                  <a:pt x="4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2" name="Freeform 839">
            <a:extLst>
              <a:ext uri="{FF2B5EF4-FFF2-40B4-BE49-F238E27FC236}">
                <a16:creationId xmlns:a16="http://schemas.microsoft.com/office/drawing/2014/main" id="{13EC2BD2-53CC-79EA-D2EA-78F17856AEE0}"/>
              </a:ext>
            </a:extLst>
          </p:cNvPr>
          <p:cNvSpPr>
            <a:spLocks/>
          </p:cNvSpPr>
          <p:nvPr/>
        </p:nvSpPr>
        <p:spPr bwMode="auto">
          <a:xfrm>
            <a:off x="4844649" y="4966439"/>
            <a:ext cx="10298" cy="25608"/>
          </a:xfrm>
          <a:custGeom>
            <a:avLst/>
            <a:gdLst>
              <a:gd name="T0" fmla="*/ 0 w 9"/>
              <a:gd name="T1" fmla="*/ 18 h 23"/>
              <a:gd name="T2" fmla="*/ 0 w 9"/>
              <a:gd name="T3" fmla="*/ 18 h 23"/>
              <a:gd name="T4" fmla="*/ 4 w 9"/>
              <a:gd name="T5" fmla="*/ 22 h 23"/>
              <a:gd name="T6" fmla="*/ 8 w 9"/>
              <a:gd name="T7" fmla="*/ 21 h 23"/>
              <a:gd name="T8" fmla="*/ 5 w 9"/>
              <a:gd name="T9" fmla="*/ 0 h 23"/>
              <a:gd name="T10" fmla="*/ 0 w 9"/>
              <a:gd name="T11" fmla="*/ 18 h 23"/>
              <a:gd name="T12" fmla="*/ 0 w 9"/>
              <a:gd name="T13" fmla="*/ 18 h 23"/>
              <a:gd name="T14" fmla="*/ 0 60000 65536"/>
              <a:gd name="T15" fmla="*/ 0 60000 65536"/>
              <a:gd name="T16" fmla="*/ 0 60000 65536"/>
              <a:gd name="T17" fmla="*/ 0 60000 65536"/>
              <a:gd name="T18" fmla="*/ 0 60000 65536"/>
              <a:gd name="T19" fmla="*/ 0 60000 65536"/>
              <a:gd name="T20" fmla="*/ 0 60000 65536"/>
              <a:gd name="T21" fmla="*/ 0 w 9"/>
              <a:gd name="T22" fmla="*/ 0 h 23"/>
              <a:gd name="T23" fmla="*/ 9 w 9"/>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23">
                <a:moveTo>
                  <a:pt x="0" y="18"/>
                </a:moveTo>
                <a:lnTo>
                  <a:pt x="0" y="18"/>
                </a:lnTo>
                <a:lnTo>
                  <a:pt x="4" y="22"/>
                </a:lnTo>
                <a:lnTo>
                  <a:pt x="8" y="21"/>
                </a:lnTo>
                <a:lnTo>
                  <a:pt x="5"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3" name="Freeform 840">
            <a:extLst>
              <a:ext uri="{FF2B5EF4-FFF2-40B4-BE49-F238E27FC236}">
                <a16:creationId xmlns:a16="http://schemas.microsoft.com/office/drawing/2014/main" id="{9D708CC0-645E-D14B-5D77-0EDFBCDE76F3}"/>
              </a:ext>
            </a:extLst>
          </p:cNvPr>
          <p:cNvSpPr>
            <a:spLocks/>
          </p:cNvSpPr>
          <p:nvPr/>
        </p:nvSpPr>
        <p:spPr bwMode="auto">
          <a:xfrm>
            <a:off x="4505950" y="5383952"/>
            <a:ext cx="27462" cy="25608"/>
          </a:xfrm>
          <a:custGeom>
            <a:avLst/>
            <a:gdLst>
              <a:gd name="T0" fmla="*/ 0 w 24"/>
              <a:gd name="T1" fmla="*/ 22 h 23"/>
              <a:gd name="T2" fmla="*/ 0 w 24"/>
              <a:gd name="T3" fmla="*/ 22 h 23"/>
              <a:gd name="T4" fmla="*/ 9 w 24"/>
              <a:gd name="T5" fmla="*/ 4 h 23"/>
              <a:gd name="T6" fmla="*/ 20 w 24"/>
              <a:gd name="T7" fmla="*/ 0 h 23"/>
              <a:gd name="T8" fmla="*/ 23 w 24"/>
              <a:gd name="T9" fmla="*/ 18 h 23"/>
              <a:gd name="T10" fmla="*/ 0 w 24"/>
              <a:gd name="T11" fmla="*/ 22 h 23"/>
              <a:gd name="T12" fmla="*/ 0 w 24"/>
              <a:gd name="T13" fmla="*/ 22 h 23"/>
              <a:gd name="T14" fmla="*/ 0 60000 65536"/>
              <a:gd name="T15" fmla="*/ 0 60000 65536"/>
              <a:gd name="T16" fmla="*/ 0 60000 65536"/>
              <a:gd name="T17" fmla="*/ 0 60000 65536"/>
              <a:gd name="T18" fmla="*/ 0 60000 65536"/>
              <a:gd name="T19" fmla="*/ 0 60000 65536"/>
              <a:gd name="T20" fmla="*/ 0 60000 65536"/>
              <a:gd name="T21" fmla="*/ 0 w 24"/>
              <a:gd name="T22" fmla="*/ 0 h 23"/>
              <a:gd name="T23" fmla="*/ 24 w 24"/>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3">
                <a:moveTo>
                  <a:pt x="0" y="22"/>
                </a:moveTo>
                <a:lnTo>
                  <a:pt x="0" y="22"/>
                </a:lnTo>
                <a:lnTo>
                  <a:pt x="9" y="4"/>
                </a:lnTo>
                <a:lnTo>
                  <a:pt x="20" y="0"/>
                </a:lnTo>
                <a:lnTo>
                  <a:pt x="23" y="18"/>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4" name="Freeform 841">
            <a:extLst>
              <a:ext uri="{FF2B5EF4-FFF2-40B4-BE49-F238E27FC236}">
                <a16:creationId xmlns:a16="http://schemas.microsoft.com/office/drawing/2014/main" id="{79049593-B127-A26A-775F-DE1674852210}"/>
              </a:ext>
            </a:extLst>
          </p:cNvPr>
          <p:cNvSpPr>
            <a:spLocks/>
          </p:cNvSpPr>
          <p:nvPr/>
        </p:nvSpPr>
        <p:spPr bwMode="auto">
          <a:xfrm>
            <a:off x="3778203" y="5115630"/>
            <a:ext cx="98406" cy="64575"/>
          </a:xfrm>
          <a:custGeom>
            <a:avLst/>
            <a:gdLst>
              <a:gd name="T0" fmla="*/ 0 w 86"/>
              <a:gd name="T1" fmla="*/ 25 h 58"/>
              <a:gd name="T2" fmla="*/ 0 w 86"/>
              <a:gd name="T3" fmla="*/ 25 h 58"/>
              <a:gd name="T4" fmla="*/ 13 w 86"/>
              <a:gd name="T5" fmla="*/ 42 h 58"/>
              <a:gd name="T6" fmla="*/ 52 w 86"/>
              <a:gd name="T7" fmla="*/ 44 h 58"/>
              <a:gd name="T8" fmla="*/ 11 w 86"/>
              <a:gd name="T9" fmla="*/ 49 h 58"/>
              <a:gd name="T10" fmla="*/ 11 w 86"/>
              <a:gd name="T11" fmla="*/ 57 h 58"/>
              <a:gd name="T12" fmla="*/ 52 w 86"/>
              <a:gd name="T13" fmla="*/ 54 h 58"/>
              <a:gd name="T14" fmla="*/ 85 w 86"/>
              <a:gd name="T15" fmla="*/ 57 h 58"/>
              <a:gd name="T16" fmla="*/ 75 w 86"/>
              <a:gd name="T17" fmla="*/ 25 h 58"/>
              <a:gd name="T18" fmla="*/ 44 w 86"/>
              <a:gd name="T19" fmla="*/ 0 h 58"/>
              <a:gd name="T20" fmla="*/ 13 w 86"/>
              <a:gd name="T21" fmla="*/ 7 h 58"/>
              <a:gd name="T22" fmla="*/ 0 w 86"/>
              <a:gd name="T23" fmla="*/ 25 h 58"/>
              <a:gd name="T24" fmla="*/ 0 w 86"/>
              <a:gd name="T25" fmla="*/ 25 h 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58"/>
              <a:gd name="T41" fmla="*/ 86 w 86"/>
              <a:gd name="T42" fmla="*/ 58 h 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58">
                <a:moveTo>
                  <a:pt x="0" y="25"/>
                </a:moveTo>
                <a:lnTo>
                  <a:pt x="0" y="25"/>
                </a:lnTo>
                <a:lnTo>
                  <a:pt x="13" y="42"/>
                </a:lnTo>
                <a:lnTo>
                  <a:pt x="52" y="44"/>
                </a:lnTo>
                <a:lnTo>
                  <a:pt x="11" y="49"/>
                </a:lnTo>
                <a:lnTo>
                  <a:pt x="11" y="57"/>
                </a:lnTo>
                <a:lnTo>
                  <a:pt x="52" y="54"/>
                </a:lnTo>
                <a:lnTo>
                  <a:pt x="85" y="57"/>
                </a:lnTo>
                <a:lnTo>
                  <a:pt x="75" y="25"/>
                </a:lnTo>
                <a:lnTo>
                  <a:pt x="44" y="0"/>
                </a:lnTo>
                <a:lnTo>
                  <a:pt x="13" y="7"/>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5" name="Freeform 842">
            <a:extLst>
              <a:ext uri="{FF2B5EF4-FFF2-40B4-BE49-F238E27FC236}">
                <a16:creationId xmlns:a16="http://schemas.microsoft.com/office/drawing/2014/main" id="{C7FF3F06-9455-B1A3-B92C-BBBD5A5D7435}"/>
              </a:ext>
            </a:extLst>
          </p:cNvPr>
          <p:cNvSpPr>
            <a:spLocks/>
          </p:cNvSpPr>
          <p:nvPr/>
        </p:nvSpPr>
        <p:spPr bwMode="auto">
          <a:xfrm>
            <a:off x="3844569" y="5218060"/>
            <a:ext cx="50347" cy="46761"/>
          </a:xfrm>
          <a:custGeom>
            <a:avLst/>
            <a:gdLst>
              <a:gd name="T0" fmla="*/ 0 w 44"/>
              <a:gd name="T1" fmla="*/ 12 h 42"/>
              <a:gd name="T2" fmla="*/ 0 w 44"/>
              <a:gd name="T3" fmla="*/ 12 h 42"/>
              <a:gd name="T4" fmla="*/ 5 w 44"/>
              <a:gd name="T5" fmla="*/ 28 h 42"/>
              <a:gd name="T6" fmla="*/ 26 w 44"/>
              <a:gd name="T7" fmla="*/ 41 h 42"/>
              <a:gd name="T8" fmla="*/ 43 w 44"/>
              <a:gd name="T9" fmla="*/ 21 h 42"/>
              <a:gd name="T10" fmla="*/ 29 w 44"/>
              <a:gd name="T11" fmla="*/ 0 h 42"/>
              <a:gd name="T12" fmla="*/ 0 w 44"/>
              <a:gd name="T13" fmla="*/ 12 h 42"/>
              <a:gd name="T14" fmla="*/ 0 w 44"/>
              <a:gd name="T15" fmla="*/ 12 h 42"/>
              <a:gd name="T16" fmla="*/ 0 60000 65536"/>
              <a:gd name="T17" fmla="*/ 0 60000 65536"/>
              <a:gd name="T18" fmla="*/ 0 60000 65536"/>
              <a:gd name="T19" fmla="*/ 0 60000 65536"/>
              <a:gd name="T20" fmla="*/ 0 60000 65536"/>
              <a:gd name="T21" fmla="*/ 0 60000 65536"/>
              <a:gd name="T22" fmla="*/ 0 60000 65536"/>
              <a:gd name="T23" fmla="*/ 0 60000 65536"/>
              <a:gd name="T24" fmla="*/ 0 w 44"/>
              <a:gd name="T25" fmla="*/ 0 h 42"/>
              <a:gd name="T26" fmla="*/ 44 w 44"/>
              <a:gd name="T27" fmla="*/ 42 h 4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 h="42">
                <a:moveTo>
                  <a:pt x="0" y="12"/>
                </a:moveTo>
                <a:lnTo>
                  <a:pt x="0" y="12"/>
                </a:lnTo>
                <a:lnTo>
                  <a:pt x="5" y="28"/>
                </a:lnTo>
                <a:lnTo>
                  <a:pt x="26" y="41"/>
                </a:lnTo>
                <a:lnTo>
                  <a:pt x="43" y="21"/>
                </a:lnTo>
                <a:lnTo>
                  <a:pt x="29"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6" name="Freeform 843">
            <a:extLst>
              <a:ext uri="{FF2B5EF4-FFF2-40B4-BE49-F238E27FC236}">
                <a16:creationId xmlns:a16="http://schemas.microsoft.com/office/drawing/2014/main" id="{756EC49E-A875-DD98-8D52-4C68402AE3E6}"/>
              </a:ext>
            </a:extLst>
          </p:cNvPr>
          <p:cNvSpPr>
            <a:spLocks/>
          </p:cNvSpPr>
          <p:nvPr/>
        </p:nvSpPr>
        <p:spPr bwMode="auto">
          <a:xfrm>
            <a:off x="4693607" y="5187999"/>
            <a:ext cx="160196" cy="207086"/>
          </a:xfrm>
          <a:custGeom>
            <a:avLst/>
            <a:gdLst>
              <a:gd name="T0" fmla="*/ 0 w 140"/>
              <a:gd name="T1" fmla="*/ 174 h 186"/>
              <a:gd name="T2" fmla="*/ 0 w 140"/>
              <a:gd name="T3" fmla="*/ 174 h 186"/>
              <a:gd name="T4" fmla="*/ 0 w 140"/>
              <a:gd name="T5" fmla="*/ 123 h 186"/>
              <a:gd name="T6" fmla="*/ 11 w 140"/>
              <a:gd name="T7" fmla="*/ 109 h 186"/>
              <a:gd name="T8" fmla="*/ 54 w 140"/>
              <a:gd name="T9" fmla="*/ 94 h 186"/>
              <a:gd name="T10" fmla="*/ 95 w 140"/>
              <a:gd name="T11" fmla="*/ 53 h 186"/>
              <a:gd name="T12" fmla="*/ 41 w 140"/>
              <a:gd name="T13" fmla="*/ 39 h 186"/>
              <a:gd name="T14" fmla="*/ 25 w 140"/>
              <a:gd name="T15" fmla="*/ 15 h 186"/>
              <a:gd name="T16" fmla="*/ 31 w 140"/>
              <a:gd name="T17" fmla="*/ 7 h 186"/>
              <a:gd name="T18" fmla="*/ 52 w 140"/>
              <a:gd name="T19" fmla="*/ 21 h 186"/>
              <a:gd name="T20" fmla="*/ 133 w 140"/>
              <a:gd name="T21" fmla="*/ 0 h 186"/>
              <a:gd name="T22" fmla="*/ 139 w 140"/>
              <a:gd name="T23" fmla="*/ 21 h 186"/>
              <a:gd name="T24" fmla="*/ 90 w 140"/>
              <a:gd name="T25" fmla="*/ 108 h 186"/>
              <a:gd name="T26" fmla="*/ 7 w 140"/>
              <a:gd name="T27" fmla="*/ 185 h 186"/>
              <a:gd name="T28" fmla="*/ 0 w 140"/>
              <a:gd name="T29" fmla="*/ 174 h 186"/>
              <a:gd name="T30" fmla="*/ 0 w 140"/>
              <a:gd name="T31" fmla="*/ 174 h 18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0"/>
              <a:gd name="T49" fmla="*/ 0 h 186"/>
              <a:gd name="T50" fmla="*/ 140 w 140"/>
              <a:gd name="T51" fmla="*/ 186 h 18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0" h="186">
                <a:moveTo>
                  <a:pt x="0" y="174"/>
                </a:moveTo>
                <a:lnTo>
                  <a:pt x="0" y="174"/>
                </a:lnTo>
                <a:lnTo>
                  <a:pt x="0" y="123"/>
                </a:lnTo>
                <a:lnTo>
                  <a:pt x="11" y="109"/>
                </a:lnTo>
                <a:lnTo>
                  <a:pt x="54" y="94"/>
                </a:lnTo>
                <a:lnTo>
                  <a:pt x="95" y="53"/>
                </a:lnTo>
                <a:lnTo>
                  <a:pt x="41" y="39"/>
                </a:lnTo>
                <a:lnTo>
                  <a:pt x="25" y="15"/>
                </a:lnTo>
                <a:lnTo>
                  <a:pt x="31" y="7"/>
                </a:lnTo>
                <a:lnTo>
                  <a:pt x="52" y="21"/>
                </a:lnTo>
                <a:lnTo>
                  <a:pt x="133" y="0"/>
                </a:lnTo>
                <a:lnTo>
                  <a:pt x="139" y="21"/>
                </a:lnTo>
                <a:lnTo>
                  <a:pt x="90" y="108"/>
                </a:lnTo>
                <a:lnTo>
                  <a:pt x="7" y="185"/>
                </a:lnTo>
                <a:lnTo>
                  <a:pt x="0" y="17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7" name="Freeform 844">
            <a:extLst>
              <a:ext uri="{FF2B5EF4-FFF2-40B4-BE49-F238E27FC236}">
                <a16:creationId xmlns:a16="http://schemas.microsoft.com/office/drawing/2014/main" id="{7C586E9E-BE9C-E29C-476B-96BD12EDC6EE}"/>
              </a:ext>
            </a:extLst>
          </p:cNvPr>
          <p:cNvSpPr>
            <a:spLocks/>
          </p:cNvSpPr>
          <p:nvPr/>
        </p:nvSpPr>
        <p:spPr bwMode="auto">
          <a:xfrm>
            <a:off x="4444160" y="5605513"/>
            <a:ext cx="123580" cy="110224"/>
          </a:xfrm>
          <a:custGeom>
            <a:avLst/>
            <a:gdLst>
              <a:gd name="T0" fmla="*/ 0 w 108"/>
              <a:gd name="T1" fmla="*/ 30 h 99"/>
              <a:gd name="T2" fmla="*/ 0 w 108"/>
              <a:gd name="T3" fmla="*/ 30 h 99"/>
              <a:gd name="T4" fmla="*/ 0 w 108"/>
              <a:gd name="T5" fmla="*/ 30 h 99"/>
              <a:gd name="T6" fmla="*/ 24 w 108"/>
              <a:gd name="T7" fmla="*/ 31 h 99"/>
              <a:gd name="T8" fmla="*/ 48 w 108"/>
              <a:gd name="T9" fmla="*/ 13 h 99"/>
              <a:gd name="T10" fmla="*/ 49 w 108"/>
              <a:gd name="T11" fmla="*/ 5 h 99"/>
              <a:gd name="T12" fmla="*/ 70 w 108"/>
              <a:gd name="T13" fmla="*/ 0 h 99"/>
              <a:gd name="T14" fmla="*/ 104 w 108"/>
              <a:gd name="T15" fmla="*/ 11 h 99"/>
              <a:gd name="T16" fmla="*/ 107 w 108"/>
              <a:gd name="T17" fmla="*/ 25 h 99"/>
              <a:gd name="T18" fmla="*/ 105 w 108"/>
              <a:gd name="T19" fmla="*/ 61 h 99"/>
              <a:gd name="T20" fmla="*/ 87 w 108"/>
              <a:gd name="T21" fmla="*/ 98 h 99"/>
              <a:gd name="T22" fmla="*/ 56 w 108"/>
              <a:gd name="T23" fmla="*/ 92 h 99"/>
              <a:gd name="T24" fmla="*/ 38 w 108"/>
              <a:gd name="T25" fmla="*/ 83 h 99"/>
              <a:gd name="T26" fmla="*/ 0 w 108"/>
              <a:gd name="T27" fmla="*/ 30 h 99"/>
              <a:gd name="T28" fmla="*/ 0 w 108"/>
              <a:gd name="T29" fmla="*/ 30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8"/>
              <a:gd name="T46" fmla="*/ 0 h 99"/>
              <a:gd name="T47" fmla="*/ 108 w 108"/>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8" h="99">
                <a:moveTo>
                  <a:pt x="0" y="30"/>
                </a:moveTo>
                <a:lnTo>
                  <a:pt x="0" y="30"/>
                </a:lnTo>
                <a:lnTo>
                  <a:pt x="24" y="31"/>
                </a:lnTo>
                <a:lnTo>
                  <a:pt x="48" y="13"/>
                </a:lnTo>
                <a:lnTo>
                  <a:pt x="49" y="5"/>
                </a:lnTo>
                <a:lnTo>
                  <a:pt x="70" y="0"/>
                </a:lnTo>
                <a:lnTo>
                  <a:pt x="104" y="11"/>
                </a:lnTo>
                <a:lnTo>
                  <a:pt x="107" y="25"/>
                </a:lnTo>
                <a:lnTo>
                  <a:pt x="105" y="61"/>
                </a:lnTo>
                <a:lnTo>
                  <a:pt x="87" y="98"/>
                </a:lnTo>
                <a:lnTo>
                  <a:pt x="56" y="92"/>
                </a:lnTo>
                <a:lnTo>
                  <a:pt x="38" y="83"/>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8" name="Freeform 845">
            <a:extLst>
              <a:ext uri="{FF2B5EF4-FFF2-40B4-BE49-F238E27FC236}">
                <a16:creationId xmlns:a16="http://schemas.microsoft.com/office/drawing/2014/main" id="{30045734-39C8-46F4-BEC5-366C45377553}"/>
              </a:ext>
            </a:extLst>
          </p:cNvPr>
          <p:cNvSpPr>
            <a:spLocks/>
          </p:cNvSpPr>
          <p:nvPr/>
        </p:nvSpPr>
        <p:spPr bwMode="auto">
          <a:xfrm>
            <a:off x="4232473" y="5625553"/>
            <a:ext cx="212832" cy="194840"/>
          </a:xfrm>
          <a:custGeom>
            <a:avLst/>
            <a:gdLst>
              <a:gd name="T0" fmla="*/ 0 w 186"/>
              <a:gd name="T1" fmla="*/ 6 h 175"/>
              <a:gd name="T2" fmla="*/ 0 w 186"/>
              <a:gd name="T3" fmla="*/ 6 h 175"/>
              <a:gd name="T4" fmla="*/ 23 w 186"/>
              <a:gd name="T5" fmla="*/ 0 h 175"/>
              <a:gd name="T6" fmla="*/ 134 w 186"/>
              <a:gd name="T7" fmla="*/ 16 h 175"/>
              <a:gd name="T8" fmla="*/ 159 w 186"/>
              <a:gd name="T9" fmla="*/ 9 h 175"/>
              <a:gd name="T10" fmla="*/ 185 w 186"/>
              <a:gd name="T11" fmla="*/ 12 h 175"/>
              <a:gd name="T12" fmla="*/ 185 w 186"/>
              <a:gd name="T13" fmla="*/ 12 h 175"/>
              <a:gd name="T14" fmla="*/ 162 w 186"/>
              <a:gd name="T15" fmla="*/ 25 h 175"/>
              <a:gd name="T16" fmla="*/ 154 w 186"/>
              <a:gd name="T17" fmla="*/ 16 h 175"/>
              <a:gd name="T18" fmla="*/ 128 w 186"/>
              <a:gd name="T19" fmla="*/ 22 h 175"/>
              <a:gd name="T20" fmla="*/ 128 w 186"/>
              <a:gd name="T21" fmla="*/ 71 h 175"/>
              <a:gd name="T22" fmla="*/ 114 w 186"/>
              <a:gd name="T23" fmla="*/ 71 h 175"/>
              <a:gd name="T24" fmla="*/ 114 w 186"/>
              <a:gd name="T25" fmla="*/ 110 h 175"/>
              <a:gd name="T26" fmla="*/ 114 w 186"/>
              <a:gd name="T27" fmla="*/ 165 h 175"/>
              <a:gd name="T28" fmla="*/ 102 w 186"/>
              <a:gd name="T29" fmla="*/ 174 h 175"/>
              <a:gd name="T30" fmla="*/ 84 w 186"/>
              <a:gd name="T31" fmla="*/ 174 h 175"/>
              <a:gd name="T32" fmla="*/ 75 w 186"/>
              <a:gd name="T33" fmla="*/ 162 h 175"/>
              <a:gd name="T34" fmla="*/ 67 w 186"/>
              <a:gd name="T35" fmla="*/ 168 h 175"/>
              <a:gd name="T36" fmla="*/ 49 w 186"/>
              <a:gd name="T37" fmla="*/ 149 h 175"/>
              <a:gd name="T38" fmla="*/ 39 w 186"/>
              <a:gd name="T39" fmla="*/ 88 h 175"/>
              <a:gd name="T40" fmla="*/ 39 w 186"/>
              <a:gd name="T41" fmla="*/ 81 h 175"/>
              <a:gd name="T42" fmla="*/ 0 w 186"/>
              <a:gd name="T43" fmla="*/ 6 h 175"/>
              <a:gd name="T44" fmla="*/ 0 w 186"/>
              <a:gd name="T45" fmla="*/ 6 h 17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6"/>
              <a:gd name="T70" fmla="*/ 0 h 175"/>
              <a:gd name="T71" fmla="*/ 186 w 186"/>
              <a:gd name="T72" fmla="*/ 175 h 17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6" h="175">
                <a:moveTo>
                  <a:pt x="0" y="6"/>
                </a:moveTo>
                <a:lnTo>
                  <a:pt x="0" y="6"/>
                </a:lnTo>
                <a:lnTo>
                  <a:pt x="23" y="0"/>
                </a:lnTo>
                <a:lnTo>
                  <a:pt x="134" y="16"/>
                </a:lnTo>
                <a:lnTo>
                  <a:pt x="159" y="9"/>
                </a:lnTo>
                <a:lnTo>
                  <a:pt x="185" y="12"/>
                </a:lnTo>
                <a:lnTo>
                  <a:pt x="162" y="25"/>
                </a:lnTo>
                <a:lnTo>
                  <a:pt x="154" y="16"/>
                </a:lnTo>
                <a:lnTo>
                  <a:pt x="128" y="22"/>
                </a:lnTo>
                <a:lnTo>
                  <a:pt x="128" y="71"/>
                </a:lnTo>
                <a:lnTo>
                  <a:pt x="114" y="71"/>
                </a:lnTo>
                <a:lnTo>
                  <a:pt x="114" y="110"/>
                </a:lnTo>
                <a:lnTo>
                  <a:pt x="114" y="165"/>
                </a:lnTo>
                <a:lnTo>
                  <a:pt x="102" y="174"/>
                </a:lnTo>
                <a:lnTo>
                  <a:pt x="84" y="174"/>
                </a:lnTo>
                <a:lnTo>
                  <a:pt x="75" y="162"/>
                </a:lnTo>
                <a:lnTo>
                  <a:pt x="67" y="168"/>
                </a:lnTo>
                <a:lnTo>
                  <a:pt x="49" y="149"/>
                </a:lnTo>
                <a:lnTo>
                  <a:pt x="39" y="88"/>
                </a:lnTo>
                <a:lnTo>
                  <a:pt x="39" y="8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9" name="Freeform 846">
            <a:extLst>
              <a:ext uri="{FF2B5EF4-FFF2-40B4-BE49-F238E27FC236}">
                <a16:creationId xmlns:a16="http://schemas.microsoft.com/office/drawing/2014/main" id="{DFF24CD1-56F1-2D05-C3F7-853369762573}"/>
              </a:ext>
            </a:extLst>
          </p:cNvPr>
          <p:cNvSpPr>
            <a:spLocks/>
          </p:cNvSpPr>
          <p:nvPr/>
        </p:nvSpPr>
        <p:spPr bwMode="auto">
          <a:xfrm>
            <a:off x="3787357" y="4939718"/>
            <a:ext cx="132734" cy="107997"/>
          </a:xfrm>
          <a:custGeom>
            <a:avLst/>
            <a:gdLst>
              <a:gd name="T0" fmla="*/ 0 w 116"/>
              <a:gd name="T1" fmla="*/ 96 h 97"/>
              <a:gd name="T2" fmla="*/ 0 w 116"/>
              <a:gd name="T3" fmla="*/ 96 h 97"/>
              <a:gd name="T4" fmla="*/ 54 w 116"/>
              <a:gd name="T5" fmla="*/ 0 h 97"/>
              <a:gd name="T6" fmla="*/ 114 w 116"/>
              <a:gd name="T7" fmla="*/ 2 h 97"/>
              <a:gd name="T8" fmla="*/ 115 w 116"/>
              <a:gd name="T9" fmla="*/ 7 h 97"/>
              <a:gd name="T10" fmla="*/ 114 w 116"/>
              <a:gd name="T11" fmla="*/ 25 h 97"/>
              <a:gd name="T12" fmla="*/ 70 w 116"/>
              <a:gd name="T13" fmla="*/ 24 h 97"/>
              <a:gd name="T14" fmla="*/ 70 w 116"/>
              <a:gd name="T15" fmla="*/ 61 h 97"/>
              <a:gd name="T16" fmla="*/ 54 w 116"/>
              <a:gd name="T17" fmla="*/ 67 h 97"/>
              <a:gd name="T18" fmla="*/ 55 w 116"/>
              <a:gd name="T19" fmla="*/ 90 h 97"/>
              <a:gd name="T20" fmla="*/ 0 w 116"/>
              <a:gd name="T21" fmla="*/ 96 h 97"/>
              <a:gd name="T22" fmla="*/ 0 w 116"/>
              <a:gd name="T23" fmla="*/ 96 h 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6"/>
              <a:gd name="T37" fmla="*/ 0 h 97"/>
              <a:gd name="T38" fmla="*/ 116 w 116"/>
              <a:gd name="T39" fmla="*/ 97 h 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6" h="97">
                <a:moveTo>
                  <a:pt x="0" y="96"/>
                </a:moveTo>
                <a:lnTo>
                  <a:pt x="0" y="96"/>
                </a:lnTo>
                <a:lnTo>
                  <a:pt x="54" y="0"/>
                </a:lnTo>
                <a:lnTo>
                  <a:pt x="114" y="2"/>
                </a:lnTo>
                <a:lnTo>
                  <a:pt x="115" y="7"/>
                </a:lnTo>
                <a:lnTo>
                  <a:pt x="114" y="25"/>
                </a:lnTo>
                <a:lnTo>
                  <a:pt x="70" y="24"/>
                </a:lnTo>
                <a:lnTo>
                  <a:pt x="70" y="61"/>
                </a:lnTo>
                <a:lnTo>
                  <a:pt x="54" y="67"/>
                </a:lnTo>
                <a:lnTo>
                  <a:pt x="55" y="90"/>
                </a:lnTo>
                <a:lnTo>
                  <a:pt x="0" y="9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0" name="Freeform 847">
            <a:extLst>
              <a:ext uri="{FF2B5EF4-FFF2-40B4-BE49-F238E27FC236}">
                <a16:creationId xmlns:a16="http://schemas.microsoft.com/office/drawing/2014/main" id="{EC725152-5619-83B5-11B6-6D0D96105DC8}"/>
              </a:ext>
            </a:extLst>
          </p:cNvPr>
          <p:cNvSpPr>
            <a:spLocks/>
          </p:cNvSpPr>
          <p:nvPr/>
        </p:nvSpPr>
        <p:spPr bwMode="auto">
          <a:xfrm>
            <a:off x="4394957" y="5014313"/>
            <a:ext cx="259746" cy="300610"/>
          </a:xfrm>
          <a:custGeom>
            <a:avLst/>
            <a:gdLst>
              <a:gd name="T0" fmla="*/ 0 w 227"/>
              <a:gd name="T1" fmla="*/ 142 h 270"/>
              <a:gd name="T2" fmla="*/ 0 w 227"/>
              <a:gd name="T3" fmla="*/ 142 h 270"/>
              <a:gd name="T4" fmla="*/ 10 w 227"/>
              <a:gd name="T5" fmla="*/ 169 h 270"/>
              <a:gd name="T6" fmla="*/ 20 w 227"/>
              <a:gd name="T7" fmla="*/ 198 h 270"/>
              <a:gd name="T8" fmla="*/ 43 w 227"/>
              <a:gd name="T9" fmla="*/ 209 h 270"/>
              <a:gd name="T10" fmla="*/ 76 w 227"/>
              <a:gd name="T11" fmla="*/ 249 h 270"/>
              <a:gd name="T12" fmla="*/ 122 w 227"/>
              <a:gd name="T13" fmla="*/ 269 h 270"/>
              <a:gd name="T14" fmla="*/ 164 w 227"/>
              <a:gd name="T15" fmla="*/ 264 h 270"/>
              <a:gd name="T16" fmla="*/ 189 w 227"/>
              <a:gd name="T17" fmla="*/ 256 h 270"/>
              <a:gd name="T18" fmla="*/ 174 w 227"/>
              <a:gd name="T19" fmla="*/ 227 h 270"/>
              <a:gd name="T20" fmla="*/ 150 w 227"/>
              <a:gd name="T21" fmla="*/ 211 h 270"/>
              <a:gd name="T22" fmla="*/ 166 w 227"/>
              <a:gd name="T23" fmla="*/ 200 h 270"/>
              <a:gd name="T24" fmla="*/ 167 w 227"/>
              <a:gd name="T25" fmla="*/ 176 h 270"/>
              <a:gd name="T26" fmla="*/ 194 w 227"/>
              <a:gd name="T27" fmla="*/ 143 h 270"/>
              <a:gd name="T28" fmla="*/ 205 w 227"/>
              <a:gd name="T29" fmla="*/ 84 h 270"/>
              <a:gd name="T30" fmla="*/ 226 w 227"/>
              <a:gd name="T31" fmla="*/ 71 h 270"/>
              <a:gd name="T32" fmla="*/ 210 w 227"/>
              <a:gd name="T33" fmla="*/ 59 h 270"/>
              <a:gd name="T34" fmla="*/ 203 w 227"/>
              <a:gd name="T35" fmla="*/ 16 h 270"/>
              <a:gd name="T36" fmla="*/ 185 w 227"/>
              <a:gd name="T37" fmla="*/ 0 h 270"/>
              <a:gd name="T38" fmla="*/ 164 w 227"/>
              <a:gd name="T39" fmla="*/ 18 h 270"/>
              <a:gd name="T40" fmla="*/ 41 w 227"/>
              <a:gd name="T41" fmla="*/ 15 h 270"/>
              <a:gd name="T42" fmla="*/ 41 w 227"/>
              <a:gd name="T43" fmla="*/ 43 h 270"/>
              <a:gd name="T44" fmla="*/ 29 w 227"/>
              <a:gd name="T45" fmla="*/ 43 h 270"/>
              <a:gd name="T46" fmla="*/ 29 w 227"/>
              <a:gd name="T47" fmla="*/ 51 h 270"/>
              <a:gd name="T48" fmla="*/ 28 w 227"/>
              <a:gd name="T49" fmla="*/ 103 h 270"/>
              <a:gd name="T50" fmla="*/ 14 w 227"/>
              <a:gd name="T51" fmla="*/ 106 h 270"/>
              <a:gd name="T52" fmla="*/ 0 w 227"/>
              <a:gd name="T53" fmla="*/ 142 h 270"/>
              <a:gd name="T54" fmla="*/ 0 w 227"/>
              <a:gd name="T55" fmla="*/ 142 h 27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7"/>
              <a:gd name="T85" fmla="*/ 0 h 270"/>
              <a:gd name="T86" fmla="*/ 227 w 227"/>
              <a:gd name="T87" fmla="*/ 270 h 27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7" h="270">
                <a:moveTo>
                  <a:pt x="0" y="142"/>
                </a:moveTo>
                <a:lnTo>
                  <a:pt x="0" y="142"/>
                </a:lnTo>
                <a:lnTo>
                  <a:pt x="10" y="169"/>
                </a:lnTo>
                <a:lnTo>
                  <a:pt x="20" y="198"/>
                </a:lnTo>
                <a:lnTo>
                  <a:pt x="43" y="209"/>
                </a:lnTo>
                <a:lnTo>
                  <a:pt x="76" y="249"/>
                </a:lnTo>
                <a:lnTo>
                  <a:pt x="122" y="269"/>
                </a:lnTo>
                <a:lnTo>
                  <a:pt x="164" y="264"/>
                </a:lnTo>
                <a:lnTo>
                  <a:pt x="189" y="256"/>
                </a:lnTo>
                <a:lnTo>
                  <a:pt x="174" y="227"/>
                </a:lnTo>
                <a:lnTo>
                  <a:pt x="150" y="211"/>
                </a:lnTo>
                <a:lnTo>
                  <a:pt x="166" y="200"/>
                </a:lnTo>
                <a:lnTo>
                  <a:pt x="167" y="176"/>
                </a:lnTo>
                <a:lnTo>
                  <a:pt x="194" y="143"/>
                </a:lnTo>
                <a:lnTo>
                  <a:pt x="205" y="84"/>
                </a:lnTo>
                <a:lnTo>
                  <a:pt x="226" y="71"/>
                </a:lnTo>
                <a:lnTo>
                  <a:pt x="210" y="59"/>
                </a:lnTo>
                <a:lnTo>
                  <a:pt x="203" y="16"/>
                </a:lnTo>
                <a:lnTo>
                  <a:pt x="185" y="0"/>
                </a:lnTo>
                <a:lnTo>
                  <a:pt x="164" y="18"/>
                </a:lnTo>
                <a:lnTo>
                  <a:pt x="41" y="15"/>
                </a:lnTo>
                <a:lnTo>
                  <a:pt x="41" y="43"/>
                </a:lnTo>
                <a:lnTo>
                  <a:pt x="29" y="43"/>
                </a:lnTo>
                <a:lnTo>
                  <a:pt x="29" y="51"/>
                </a:lnTo>
                <a:lnTo>
                  <a:pt x="28" y="103"/>
                </a:lnTo>
                <a:lnTo>
                  <a:pt x="14" y="106"/>
                </a:lnTo>
                <a:lnTo>
                  <a:pt x="0" y="1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1" name="Freeform 848">
            <a:extLst>
              <a:ext uri="{FF2B5EF4-FFF2-40B4-BE49-F238E27FC236}">
                <a16:creationId xmlns:a16="http://schemas.microsoft.com/office/drawing/2014/main" id="{2900421A-1574-33C5-4B90-DEED82242D91}"/>
              </a:ext>
            </a:extLst>
          </p:cNvPr>
          <p:cNvSpPr>
            <a:spLocks/>
          </p:cNvSpPr>
          <p:nvPr/>
        </p:nvSpPr>
        <p:spPr bwMode="auto">
          <a:xfrm>
            <a:off x="4533412" y="5764724"/>
            <a:ext cx="19452" cy="25608"/>
          </a:xfrm>
          <a:custGeom>
            <a:avLst/>
            <a:gdLst>
              <a:gd name="T0" fmla="*/ 0 w 17"/>
              <a:gd name="T1" fmla="*/ 12 h 23"/>
              <a:gd name="T2" fmla="*/ 0 w 17"/>
              <a:gd name="T3" fmla="*/ 12 h 23"/>
              <a:gd name="T4" fmla="*/ 9 w 17"/>
              <a:gd name="T5" fmla="*/ 22 h 23"/>
              <a:gd name="T6" fmla="*/ 16 w 17"/>
              <a:gd name="T7" fmla="*/ 14 h 23"/>
              <a:gd name="T8" fmla="*/ 14 w 17"/>
              <a:gd name="T9" fmla="*/ 0 h 23"/>
              <a:gd name="T10" fmla="*/ 0 w 17"/>
              <a:gd name="T11" fmla="*/ 12 h 23"/>
              <a:gd name="T12" fmla="*/ 0 w 17"/>
              <a:gd name="T13" fmla="*/ 12 h 23"/>
              <a:gd name="T14" fmla="*/ 0 60000 65536"/>
              <a:gd name="T15" fmla="*/ 0 60000 65536"/>
              <a:gd name="T16" fmla="*/ 0 60000 65536"/>
              <a:gd name="T17" fmla="*/ 0 60000 65536"/>
              <a:gd name="T18" fmla="*/ 0 60000 65536"/>
              <a:gd name="T19" fmla="*/ 0 60000 65536"/>
              <a:gd name="T20" fmla="*/ 0 60000 65536"/>
              <a:gd name="T21" fmla="*/ 0 w 17"/>
              <a:gd name="T22" fmla="*/ 0 h 23"/>
              <a:gd name="T23" fmla="*/ 17 w 17"/>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3">
                <a:moveTo>
                  <a:pt x="0" y="12"/>
                </a:moveTo>
                <a:lnTo>
                  <a:pt x="0" y="12"/>
                </a:lnTo>
                <a:lnTo>
                  <a:pt x="9" y="22"/>
                </a:lnTo>
                <a:lnTo>
                  <a:pt x="16" y="14"/>
                </a:lnTo>
                <a:lnTo>
                  <a:pt x="14"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2" name="Freeform 849">
            <a:extLst>
              <a:ext uri="{FF2B5EF4-FFF2-40B4-BE49-F238E27FC236}">
                <a16:creationId xmlns:a16="http://schemas.microsoft.com/office/drawing/2014/main" id="{6CB09A1A-E174-1C20-54ED-E35FF7D8130C}"/>
              </a:ext>
            </a:extLst>
          </p:cNvPr>
          <p:cNvSpPr>
            <a:spLocks/>
          </p:cNvSpPr>
          <p:nvPr/>
        </p:nvSpPr>
        <p:spPr bwMode="auto">
          <a:xfrm>
            <a:off x="4516248" y="5382839"/>
            <a:ext cx="169350" cy="162552"/>
          </a:xfrm>
          <a:custGeom>
            <a:avLst/>
            <a:gdLst>
              <a:gd name="T0" fmla="*/ 0 w 148"/>
              <a:gd name="T1" fmla="*/ 46 h 146"/>
              <a:gd name="T2" fmla="*/ 0 w 148"/>
              <a:gd name="T3" fmla="*/ 46 h 146"/>
              <a:gd name="T4" fmla="*/ 1 w 148"/>
              <a:gd name="T5" fmla="*/ 74 h 146"/>
              <a:gd name="T6" fmla="*/ 19 w 148"/>
              <a:gd name="T7" fmla="*/ 103 h 146"/>
              <a:gd name="T8" fmla="*/ 44 w 148"/>
              <a:gd name="T9" fmla="*/ 115 h 146"/>
              <a:gd name="T10" fmla="*/ 57 w 148"/>
              <a:gd name="T11" fmla="*/ 118 h 146"/>
              <a:gd name="T12" fmla="*/ 72 w 148"/>
              <a:gd name="T13" fmla="*/ 145 h 146"/>
              <a:gd name="T14" fmla="*/ 127 w 148"/>
              <a:gd name="T15" fmla="*/ 142 h 146"/>
              <a:gd name="T16" fmla="*/ 147 w 148"/>
              <a:gd name="T17" fmla="*/ 130 h 146"/>
              <a:gd name="T18" fmla="*/ 126 w 148"/>
              <a:gd name="T19" fmla="*/ 72 h 146"/>
              <a:gd name="T20" fmla="*/ 132 w 148"/>
              <a:gd name="T21" fmla="*/ 50 h 146"/>
              <a:gd name="T22" fmla="*/ 61 w 148"/>
              <a:gd name="T23" fmla="*/ 0 h 146"/>
              <a:gd name="T24" fmla="*/ 43 w 148"/>
              <a:gd name="T25" fmla="*/ 25 h 146"/>
              <a:gd name="T26" fmla="*/ 35 w 148"/>
              <a:gd name="T27" fmla="*/ 18 h 146"/>
              <a:gd name="T28" fmla="*/ 29 w 148"/>
              <a:gd name="T29" fmla="*/ 24 h 146"/>
              <a:gd name="T30" fmla="*/ 29 w 148"/>
              <a:gd name="T31" fmla="*/ 0 h 146"/>
              <a:gd name="T32" fmla="*/ 11 w 148"/>
              <a:gd name="T33" fmla="*/ 1 h 146"/>
              <a:gd name="T34" fmla="*/ 14 w 148"/>
              <a:gd name="T35" fmla="*/ 19 h 146"/>
              <a:gd name="T36" fmla="*/ 15 w 148"/>
              <a:gd name="T37" fmla="*/ 30 h 146"/>
              <a:gd name="T38" fmla="*/ 0 w 148"/>
              <a:gd name="T39" fmla="*/ 46 h 146"/>
              <a:gd name="T40" fmla="*/ 0 w 148"/>
              <a:gd name="T41" fmla="*/ 46 h 1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8"/>
              <a:gd name="T64" fmla="*/ 0 h 146"/>
              <a:gd name="T65" fmla="*/ 148 w 148"/>
              <a:gd name="T66" fmla="*/ 146 h 1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8" h="146">
                <a:moveTo>
                  <a:pt x="0" y="46"/>
                </a:moveTo>
                <a:lnTo>
                  <a:pt x="0" y="46"/>
                </a:lnTo>
                <a:lnTo>
                  <a:pt x="1" y="74"/>
                </a:lnTo>
                <a:lnTo>
                  <a:pt x="19" y="103"/>
                </a:lnTo>
                <a:lnTo>
                  <a:pt x="44" y="115"/>
                </a:lnTo>
                <a:lnTo>
                  <a:pt x="57" y="118"/>
                </a:lnTo>
                <a:lnTo>
                  <a:pt x="72" y="145"/>
                </a:lnTo>
                <a:lnTo>
                  <a:pt x="127" y="142"/>
                </a:lnTo>
                <a:lnTo>
                  <a:pt x="147" y="130"/>
                </a:lnTo>
                <a:lnTo>
                  <a:pt x="126" y="72"/>
                </a:lnTo>
                <a:lnTo>
                  <a:pt x="132" y="50"/>
                </a:lnTo>
                <a:lnTo>
                  <a:pt x="61" y="0"/>
                </a:lnTo>
                <a:lnTo>
                  <a:pt x="43" y="25"/>
                </a:lnTo>
                <a:lnTo>
                  <a:pt x="35" y="18"/>
                </a:lnTo>
                <a:lnTo>
                  <a:pt x="29" y="24"/>
                </a:lnTo>
                <a:lnTo>
                  <a:pt x="29" y="0"/>
                </a:lnTo>
                <a:lnTo>
                  <a:pt x="11" y="1"/>
                </a:lnTo>
                <a:lnTo>
                  <a:pt x="14" y="19"/>
                </a:lnTo>
                <a:lnTo>
                  <a:pt x="15" y="30"/>
                </a:lnTo>
                <a:lnTo>
                  <a:pt x="0" y="4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3" name="Freeform 850">
            <a:extLst>
              <a:ext uri="{FF2B5EF4-FFF2-40B4-BE49-F238E27FC236}">
                <a16:creationId xmlns:a16="http://schemas.microsoft.com/office/drawing/2014/main" id="{BAFEA5D4-39C2-9613-4732-CC6034005E10}"/>
              </a:ext>
            </a:extLst>
          </p:cNvPr>
          <p:cNvSpPr>
            <a:spLocks/>
          </p:cNvSpPr>
          <p:nvPr/>
        </p:nvSpPr>
        <p:spPr bwMode="auto">
          <a:xfrm>
            <a:off x="4049391" y="5199133"/>
            <a:ext cx="34328" cy="79049"/>
          </a:xfrm>
          <a:custGeom>
            <a:avLst/>
            <a:gdLst>
              <a:gd name="T0" fmla="*/ 0 w 30"/>
              <a:gd name="T1" fmla="*/ 0 h 71"/>
              <a:gd name="T2" fmla="*/ 0 w 30"/>
              <a:gd name="T3" fmla="*/ 0 h 71"/>
              <a:gd name="T4" fmla="*/ 15 w 30"/>
              <a:gd name="T5" fmla="*/ 4 h 71"/>
              <a:gd name="T6" fmla="*/ 29 w 30"/>
              <a:gd name="T7" fmla="*/ 67 h 71"/>
              <a:gd name="T8" fmla="*/ 19 w 30"/>
              <a:gd name="T9" fmla="*/ 70 h 71"/>
              <a:gd name="T10" fmla="*/ 0 w 30"/>
              <a:gd name="T11" fmla="*/ 0 h 71"/>
              <a:gd name="T12" fmla="*/ 0 w 30"/>
              <a:gd name="T13" fmla="*/ 0 h 71"/>
              <a:gd name="T14" fmla="*/ 0 60000 65536"/>
              <a:gd name="T15" fmla="*/ 0 60000 65536"/>
              <a:gd name="T16" fmla="*/ 0 60000 65536"/>
              <a:gd name="T17" fmla="*/ 0 60000 65536"/>
              <a:gd name="T18" fmla="*/ 0 60000 65536"/>
              <a:gd name="T19" fmla="*/ 0 60000 65536"/>
              <a:gd name="T20" fmla="*/ 0 60000 65536"/>
              <a:gd name="T21" fmla="*/ 0 w 30"/>
              <a:gd name="T22" fmla="*/ 0 h 71"/>
              <a:gd name="T23" fmla="*/ 30 w 30"/>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71">
                <a:moveTo>
                  <a:pt x="0" y="0"/>
                </a:moveTo>
                <a:lnTo>
                  <a:pt x="0" y="0"/>
                </a:lnTo>
                <a:lnTo>
                  <a:pt x="15" y="4"/>
                </a:lnTo>
                <a:lnTo>
                  <a:pt x="29" y="67"/>
                </a:lnTo>
                <a:lnTo>
                  <a:pt x="19" y="7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4" name="Freeform 851">
            <a:extLst>
              <a:ext uri="{FF2B5EF4-FFF2-40B4-BE49-F238E27FC236}">
                <a16:creationId xmlns:a16="http://schemas.microsoft.com/office/drawing/2014/main" id="{0B80EB94-192C-ECCE-AB4A-2E11B11B95A9}"/>
              </a:ext>
            </a:extLst>
          </p:cNvPr>
          <p:cNvSpPr>
            <a:spLocks/>
          </p:cNvSpPr>
          <p:nvPr/>
        </p:nvSpPr>
        <p:spPr bwMode="auto">
          <a:xfrm>
            <a:off x="4516248" y="5308243"/>
            <a:ext cx="84675" cy="81276"/>
          </a:xfrm>
          <a:custGeom>
            <a:avLst/>
            <a:gdLst>
              <a:gd name="T0" fmla="*/ 0 w 74"/>
              <a:gd name="T1" fmla="*/ 72 h 73"/>
              <a:gd name="T2" fmla="*/ 0 w 74"/>
              <a:gd name="T3" fmla="*/ 72 h 73"/>
              <a:gd name="T4" fmla="*/ 11 w 74"/>
              <a:gd name="T5" fmla="*/ 68 h 73"/>
              <a:gd name="T6" fmla="*/ 29 w 74"/>
              <a:gd name="T7" fmla="*/ 67 h 73"/>
              <a:gd name="T8" fmla="*/ 29 w 74"/>
              <a:gd name="T9" fmla="*/ 57 h 73"/>
              <a:gd name="T10" fmla="*/ 58 w 74"/>
              <a:gd name="T11" fmla="*/ 51 h 73"/>
              <a:gd name="T12" fmla="*/ 73 w 74"/>
              <a:gd name="T13" fmla="*/ 26 h 73"/>
              <a:gd name="T14" fmla="*/ 58 w 74"/>
              <a:gd name="T15" fmla="*/ 0 h 73"/>
              <a:gd name="T16" fmla="*/ 16 w 74"/>
              <a:gd name="T17" fmla="*/ 5 h 73"/>
              <a:gd name="T18" fmla="*/ 21 w 74"/>
              <a:gd name="T19" fmla="*/ 24 h 73"/>
              <a:gd name="T20" fmla="*/ 12 w 74"/>
              <a:gd name="T21" fmla="*/ 37 h 73"/>
              <a:gd name="T22" fmla="*/ 0 w 74"/>
              <a:gd name="T23" fmla="*/ 72 h 73"/>
              <a:gd name="T24" fmla="*/ 0 w 74"/>
              <a:gd name="T25" fmla="*/ 72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3"/>
              <a:gd name="T41" fmla="*/ 74 w 74"/>
              <a:gd name="T42" fmla="*/ 73 h 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3">
                <a:moveTo>
                  <a:pt x="0" y="72"/>
                </a:moveTo>
                <a:lnTo>
                  <a:pt x="0" y="72"/>
                </a:lnTo>
                <a:lnTo>
                  <a:pt x="11" y="68"/>
                </a:lnTo>
                <a:lnTo>
                  <a:pt x="29" y="67"/>
                </a:lnTo>
                <a:lnTo>
                  <a:pt x="29" y="57"/>
                </a:lnTo>
                <a:lnTo>
                  <a:pt x="58" y="51"/>
                </a:lnTo>
                <a:lnTo>
                  <a:pt x="73" y="26"/>
                </a:lnTo>
                <a:lnTo>
                  <a:pt x="58" y="0"/>
                </a:lnTo>
                <a:lnTo>
                  <a:pt x="16" y="5"/>
                </a:lnTo>
                <a:lnTo>
                  <a:pt x="21" y="24"/>
                </a:lnTo>
                <a:lnTo>
                  <a:pt x="12" y="37"/>
                </a:lnTo>
                <a:lnTo>
                  <a:pt x="0" y="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5" name="Freeform 852">
            <a:extLst>
              <a:ext uri="{FF2B5EF4-FFF2-40B4-BE49-F238E27FC236}">
                <a16:creationId xmlns:a16="http://schemas.microsoft.com/office/drawing/2014/main" id="{5FDE5548-5988-E0D2-5535-BFE10AD0D4C8}"/>
              </a:ext>
            </a:extLst>
          </p:cNvPr>
          <p:cNvSpPr>
            <a:spLocks/>
          </p:cNvSpPr>
          <p:nvPr/>
        </p:nvSpPr>
        <p:spPr bwMode="auto">
          <a:xfrm>
            <a:off x="4435006" y="4875142"/>
            <a:ext cx="176215" cy="160325"/>
          </a:xfrm>
          <a:custGeom>
            <a:avLst/>
            <a:gdLst>
              <a:gd name="T0" fmla="*/ 0 w 154"/>
              <a:gd name="T1" fmla="*/ 24 h 144"/>
              <a:gd name="T2" fmla="*/ 0 w 154"/>
              <a:gd name="T3" fmla="*/ 24 h 144"/>
              <a:gd name="T4" fmla="*/ 6 w 154"/>
              <a:gd name="T5" fmla="*/ 140 h 144"/>
              <a:gd name="T6" fmla="*/ 129 w 154"/>
              <a:gd name="T7" fmla="*/ 143 h 144"/>
              <a:gd name="T8" fmla="*/ 150 w 154"/>
              <a:gd name="T9" fmla="*/ 125 h 144"/>
              <a:gd name="T10" fmla="*/ 153 w 154"/>
              <a:gd name="T11" fmla="*/ 113 h 144"/>
              <a:gd name="T12" fmla="*/ 107 w 154"/>
              <a:gd name="T13" fmla="*/ 30 h 144"/>
              <a:gd name="T14" fmla="*/ 129 w 154"/>
              <a:gd name="T15" fmla="*/ 57 h 144"/>
              <a:gd name="T16" fmla="*/ 140 w 154"/>
              <a:gd name="T17" fmla="*/ 34 h 144"/>
              <a:gd name="T18" fmla="*/ 129 w 154"/>
              <a:gd name="T19" fmla="*/ 5 h 144"/>
              <a:gd name="T20" fmla="*/ 100 w 154"/>
              <a:gd name="T21" fmla="*/ 10 h 144"/>
              <a:gd name="T22" fmla="*/ 100 w 154"/>
              <a:gd name="T23" fmla="*/ 2 h 144"/>
              <a:gd name="T24" fmla="*/ 85 w 154"/>
              <a:gd name="T25" fmla="*/ 2 h 144"/>
              <a:gd name="T26" fmla="*/ 59 w 154"/>
              <a:gd name="T27" fmla="*/ 12 h 144"/>
              <a:gd name="T28" fmla="*/ 6 w 154"/>
              <a:gd name="T29" fmla="*/ 0 h 144"/>
              <a:gd name="T30" fmla="*/ 0 w 154"/>
              <a:gd name="T31" fmla="*/ 24 h 144"/>
              <a:gd name="T32" fmla="*/ 0 w 154"/>
              <a:gd name="T33" fmla="*/ 2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4"/>
              <a:gd name="T52" fmla="*/ 0 h 144"/>
              <a:gd name="T53" fmla="*/ 154 w 154"/>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4" h="144">
                <a:moveTo>
                  <a:pt x="0" y="24"/>
                </a:moveTo>
                <a:lnTo>
                  <a:pt x="0" y="24"/>
                </a:lnTo>
                <a:lnTo>
                  <a:pt x="6" y="140"/>
                </a:lnTo>
                <a:lnTo>
                  <a:pt x="129" y="143"/>
                </a:lnTo>
                <a:lnTo>
                  <a:pt x="150" y="125"/>
                </a:lnTo>
                <a:lnTo>
                  <a:pt x="153" y="113"/>
                </a:lnTo>
                <a:lnTo>
                  <a:pt x="107" y="30"/>
                </a:lnTo>
                <a:lnTo>
                  <a:pt x="129" y="57"/>
                </a:lnTo>
                <a:lnTo>
                  <a:pt x="140" y="34"/>
                </a:lnTo>
                <a:lnTo>
                  <a:pt x="129" y="5"/>
                </a:lnTo>
                <a:lnTo>
                  <a:pt x="100" y="10"/>
                </a:lnTo>
                <a:lnTo>
                  <a:pt x="100" y="2"/>
                </a:lnTo>
                <a:lnTo>
                  <a:pt x="85" y="2"/>
                </a:lnTo>
                <a:lnTo>
                  <a:pt x="59" y="12"/>
                </a:lnTo>
                <a:lnTo>
                  <a:pt x="6"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6" name="Freeform 853">
            <a:extLst>
              <a:ext uri="{FF2B5EF4-FFF2-40B4-BE49-F238E27FC236}">
                <a16:creationId xmlns:a16="http://schemas.microsoft.com/office/drawing/2014/main" id="{34177691-D0FC-50C2-9C16-8B6C1C4DBE46}"/>
              </a:ext>
            </a:extLst>
          </p:cNvPr>
          <p:cNvSpPr>
            <a:spLocks/>
          </p:cNvSpPr>
          <p:nvPr/>
        </p:nvSpPr>
        <p:spPr bwMode="auto">
          <a:xfrm>
            <a:off x="3971582" y="5141237"/>
            <a:ext cx="117858" cy="84616"/>
          </a:xfrm>
          <a:custGeom>
            <a:avLst/>
            <a:gdLst>
              <a:gd name="T0" fmla="*/ 0 w 103"/>
              <a:gd name="T1" fmla="*/ 63 h 76"/>
              <a:gd name="T2" fmla="*/ 0 w 103"/>
              <a:gd name="T3" fmla="*/ 63 h 76"/>
              <a:gd name="T4" fmla="*/ 7 w 103"/>
              <a:gd name="T5" fmla="*/ 72 h 76"/>
              <a:gd name="T6" fmla="*/ 34 w 103"/>
              <a:gd name="T7" fmla="*/ 75 h 76"/>
              <a:gd name="T8" fmla="*/ 32 w 103"/>
              <a:gd name="T9" fmla="*/ 56 h 76"/>
              <a:gd name="T10" fmla="*/ 68 w 103"/>
              <a:gd name="T11" fmla="*/ 52 h 76"/>
              <a:gd name="T12" fmla="*/ 83 w 103"/>
              <a:gd name="T13" fmla="*/ 56 h 76"/>
              <a:gd name="T14" fmla="*/ 102 w 103"/>
              <a:gd name="T15" fmla="*/ 42 h 76"/>
              <a:gd name="T16" fmla="*/ 76 w 103"/>
              <a:gd name="T17" fmla="*/ 13 h 76"/>
              <a:gd name="T18" fmla="*/ 73 w 103"/>
              <a:gd name="T19" fmla="*/ 0 h 76"/>
              <a:gd name="T20" fmla="*/ 17 w 103"/>
              <a:gd name="T21" fmla="*/ 24 h 76"/>
              <a:gd name="T22" fmla="*/ 0 w 103"/>
              <a:gd name="T23" fmla="*/ 63 h 76"/>
              <a:gd name="T24" fmla="*/ 0 w 103"/>
              <a:gd name="T25" fmla="*/ 63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76"/>
              <a:gd name="T41" fmla="*/ 103 w 103"/>
              <a:gd name="T42" fmla="*/ 76 h 7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76">
                <a:moveTo>
                  <a:pt x="0" y="63"/>
                </a:moveTo>
                <a:lnTo>
                  <a:pt x="0" y="63"/>
                </a:lnTo>
                <a:lnTo>
                  <a:pt x="7" y="72"/>
                </a:lnTo>
                <a:lnTo>
                  <a:pt x="34" y="75"/>
                </a:lnTo>
                <a:lnTo>
                  <a:pt x="32" y="56"/>
                </a:lnTo>
                <a:lnTo>
                  <a:pt x="68" y="52"/>
                </a:lnTo>
                <a:lnTo>
                  <a:pt x="83" y="56"/>
                </a:lnTo>
                <a:lnTo>
                  <a:pt x="102" y="42"/>
                </a:lnTo>
                <a:lnTo>
                  <a:pt x="76" y="13"/>
                </a:lnTo>
                <a:lnTo>
                  <a:pt x="73" y="0"/>
                </a:lnTo>
                <a:lnTo>
                  <a:pt x="17" y="24"/>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7" name="Freeform 854">
            <a:extLst>
              <a:ext uri="{FF2B5EF4-FFF2-40B4-BE49-F238E27FC236}">
                <a16:creationId xmlns:a16="http://schemas.microsoft.com/office/drawing/2014/main" id="{61FDF46B-8AFC-BE4A-481D-06BC8B0D08AA}"/>
              </a:ext>
            </a:extLst>
          </p:cNvPr>
          <p:cNvSpPr>
            <a:spLocks/>
          </p:cNvSpPr>
          <p:nvPr/>
        </p:nvSpPr>
        <p:spPr bwMode="auto">
          <a:xfrm>
            <a:off x="4394957" y="5491948"/>
            <a:ext cx="185370" cy="149191"/>
          </a:xfrm>
          <a:custGeom>
            <a:avLst/>
            <a:gdLst>
              <a:gd name="T0" fmla="*/ 0 w 162"/>
              <a:gd name="T1" fmla="*/ 65 h 134"/>
              <a:gd name="T2" fmla="*/ 0 w 162"/>
              <a:gd name="T3" fmla="*/ 65 h 134"/>
              <a:gd name="T4" fmla="*/ 0 w 162"/>
              <a:gd name="T5" fmla="*/ 116 h 134"/>
              <a:gd name="T6" fmla="*/ 17 w 162"/>
              <a:gd name="T7" fmla="*/ 129 h 134"/>
              <a:gd name="T8" fmla="*/ 43 w 162"/>
              <a:gd name="T9" fmla="*/ 132 h 134"/>
              <a:gd name="T10" fmla="*/ 67 w 162"/>
              <a:gd name="T11" fmla="*/ 133 h 134"/>
              <a:gd name="T12" fmla="*/ 91 w 162"/>
              <a:gd name="T13" fmla="*/ 115 h 134"/>
              <a:gd name="T14" fmla="*/ 92 w 162"/>
              <a:gd name="T15" fmla="*/ 107 h 134"/>
              <a:gd name="T16" fmla="*/ 113 w 162"/>
              <a:gd name="T17" fmla="*/ 102 h 134"/>
              <a:gd name="T18" fmla="*/ 109 w 162"/>
              <a:gd name="T19" fmla="*/ 95 h 134"/>
              <a:gd name="T20" fmla="*/ 153 w 162"/>
              <a:gd name="T21" fmla="*/ 81 h 134"/>
              <a:gd name="T22" fmla="*/ 147 w 162"/>
              <a:gd name="T23" fmla="*/ 75 h 134"/>
              <a:gd name="T24" fmla="*/ 161 w 162"/>
              <a:gd name="T25" fmla="*/ 34 h 134"/>
              <a:gd name="T26" fmla="*/ 150 w 162"/>
              <a:gd name="T27" fmla="*/ 17 h 134"/>
              <a:gd name="T28" fmla="*/ 125 w 162"/>
              <a:gd name="T29" fmla="*/ 5 h 134"/>
              <a:gd name="T30" fmla="*/ 118 w 162"/>
              <a:gd name="T31" fmla="*/ 0 h 134"/>
              <a:gd name="T32" fmla="*/ 93 w 162"/>
              <a:gd name="T33" fmla="*/ 12 h 134"/>
              <a:gd name="T34" fmla="*/ 90 w 162"/>
              <a:gd name="T35" fmla="*/ 48 h 134"/>
              <a:gd name="T36" fmla="*/ 106 w 162"/>
              <a:gd name="T37" fmla="*/ 55 h 134"/>
              <a:gd name="T38" fmla="*/ 106 w 162"/>
              <a:gd name="T39" fmla="*/ 69 h 134"/>
              <a:gd name="T40" fmla="*/ 28 w 162"/>
              <a:gd name="T41" fmla="*/ 37 h 134"/>
              <a:gd name="T42" fmla="*/ 31 w 162"/>
              <a:gd name="T43" fmla="*/ 65 h 134"/>
              <a:gd name="T44" fmla="*/ 0 w 162"/>
              <a:gd name="T45" fmla="*/ 65 h 134"/>
              <a:gd name="T46" fmla="*/ 0 w 162"/>
              <a:gd name="T47" fmla="*/ 65 h 13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62"/>
              <a:gd name="T73" fmla="*/ 0 h 134"/>
              <a:gd name="T74" fmla="*/ 162 w 162"/>
              <a:gd name="T75" fmla="*/ 134 h 13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62" h="134">
                <a:moveTo>
                  <a:pt x="0" y="65"/>
                </a:moveTo>
                <a:lnTo>
                  <a:pt x="0" y="65"/>
                </a:lnTo>
                <a:lnTo>
                  <a:pt x="0" y="116"/>
                </a:lnTo>
                <a:lnTo>
                  <a:pt x="17" y="129"/>
                </a:lnTo>
                <a:lnTo>
                  <a:pt x="43" y="132"/>
                </a:lnTo>
                <a:lnTo>
                  <a:pt x="67" y="133"/>
                </a:lnTo>
                <a:lnTo>
                  <a:pt x="91" y="115"/>
                </a:lnTo>
                <a:lnTo>
                  <a:pt x="92" y="107"/>
                </a:lnTo>
                <a:lnTo>
                  <a:pt x="113" y="102"/>
                </a:lnTo>
                <a:lnTo>
                  <a:pt x="109" y="95"/>
                </a:lnTo>
                <a:lnTo>
                  <a:pt x="153" y="81"/>
                </a:lnTo>
                <a:lnTo>
                  <a:pt x="147" y="75"/>
                </a:lnTo>
                <a:lnTo>
                  <a:pt x="161" y="34"/>
                </a:lnTo>
                <a:lnTo>
                  <a:pt x="150" y="17"/>
                </a:lnTo>
                <a:lnTo>
                  <a:pt x="125" y="5"/>
                </a:lnTo>
                <a:lnTo>
                  <a:pt x="118" y="0"/>
                </a:lnTo>
                <a:lnTo>
                  <a:pt x="93" y="12"/>
                </a:lnTo>
                <a:lnTo>
                  <a:pt x="90" y="48"/>
                </a:lnTo>
                <a:lnTo>
                  <a:pt x="106" y="55"/>
                </a:lnTo>
                <a:lnTo>
                  <a:pt x="106" y="69"/>
                </a:lnTo>
                <a:lnTo>
                  <a:pt x="28" y="37"/>
                </a:lnTo>
                <a:lnTo>
                  <a:pt x="31" y="65"/>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8" name="Freeform 855">
            <a:extLst>
              <a:ext uri="{FF2B5EF4-FFF2-40B4-BE49-F238E27FC236}">
                <a16:creationId xmlns:a16="http://schemas.microsoft.com/office/drawing/2014/main" id="{F1880FDC-379D-F69A-2653-24A42BA7806C}"/>
              </a:ext>
            </a:extLst>
          </p:cNvPr>
          <p:cNvSpPr>
            <a:spLocks/>
          </p:cNvSpPr>
          <p:nvPr/>
        </p:nvSpPr>
        <p:spPr bwMode="auto">
          <a:xfrm>
            <a:off x="4309138" y="5707942"/>
            <a:ext cx="256314" cy="200407"/>
          </a:xfrm>
          <a:custGeom>
            <a:avLst/>
            <a:gdLst>
              <a:gd name="T0" fmla="*/ 0 w 224"/>
              <a:gd name="T1" fmla="*/ 94 h 180"/>
              <a:gd name="T2" fmla="*/ 0 w 224"/>
              <a:gd name="T3" fmla="*/ 94 h 180"/>
              <a:gd name="T4" fmla="*/ 8 w 224"/>
              <a:gd name="T5" fmla="*/ 88 h 180"/>
              <a:gd name="T6" fmla="*/ 17 w 224"/>
              <a:gd name="T7" fmla="*/ 100 h 180"/>
              <a:gd name="T8" fmla="*/ 35 w 224"/>
              <a:gd name="T9" fmla="*/ 100 h 180"/>
              <a:gd name="T10" fmla="*/ 47 w 224"/>
              <a:gd name="T11" fmla="*/ 91 h 180"/>
              <a:gd name="T12" fmla="*/ 47 w 224"/>
              <a:gd name="T13" fmla="*/ 36 h 180"/>
              <a:gd name="T14" fmla="*/ 58 w 224"/>
              <a:gd name="T15" fmla="*/ 50 h 180"/>
              <a:gd name="T16" fmla="*/ 58 w 224"/>
              <a:gd name="T17" fmla="*/ 65 h 180"/>
              <a:gd name="T18" fmla="*/ 77 w 224"/>
              <a:gd name="T19" fmla="*/ 64 h 180"/>
              <a:gd name="T20" fmla="*/ 93 w 224"/>
              <a:gd name="T21" fmla="*/ 47 h 180"/>
              <a:gd name="T22" fmla="*/ 123 w 224"/>
              <a:gd name="T23" fmla="*/ 47 h 180"/>
              <a:gd name="T24" fmla="*/ 174 w 224"/>
              <a:gd name="T25" fmla="*/ 0 h 180"/>
              <a:gd name="T26" fmla="*/ 205 w 224"/>
              <a:gd name="T27" fmla="*/ 6 h 180"/>
              <a:gd name="T28" fmla="*/ 210 w 224"/>
              <a:gd name="T29" fmla="*/ 51 h 180"/>
              <a:gd name="T30" fmla="*/ 196 w 224"/>
              <a:gd name="T31" fmla="*/ 63 h 180"/>
              <a:gd name="T32" fmla="*/ 205 w 224"/>
              <a:gd name="T33" fmla="*/ 73 h 180"/>
              <a:gd name="T34" fmla="*/ 212 w 224"/>
              <a:gd name="T35" fmla="*/ 65 h 180"/>
              <a:gd name="T36" fmla="*/ 223 w 224"/>
              <a:gd name="T37" fmla="*/ 65 h 180"/>
              <a:gd name="T38" fmla="*/ 217 w 224"/>
              <a:gd name="T39" fmla="*/ 91 h 180"/>
              <a:gd name="T40" fmla="*/ 184 w 224"/>
              <a:gd name="T41" fmla="*/ 132 h 180"/>
              <a:gd name="T42" fmla="*/ 144 w 224"/>
              <a:gd name="T43" fmla="*/ 167 h 180"/>
              <a:gd name="T44" fmla="*/ 114 w 224"/>
              <a:gd name="T45" fmla="*/ 178 h 180"/>
              <a:gd name="T46" fmla="*/ 26 w 224"/>
              <a:gd name="T47" fmla="*/ 179 h 180"/>
              <a:gd name="T48" fmla="*/ 19 w 224"/>
              <a:gd name="T49" fmla="*/ 159 h 180"/>
              <a:gd name="T50" fmla="*/ 22 w 224"/>
              <a:gd name="T51" fmla="*/ 143 h 180"/>
              <a:gd name="T52" fmla="*/ 0 w 224"/>
              <a:gd name="T53" fmla="*/ 94 h 180"/>
              <a:gd name="T54" fmla="*/ 0 w 224"/>
              <a:gd name="T55" fmla="*/ 94 h 18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4"/>
              <a:gd name="T85" fmla="*/ 0 h 180"/>
              <a:gd name="T86" fmla="*/ 224 w 224"/>
              <a:gd name="T87" fmla="*/ 180 h 18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4" h="180">
                <a:moveTo>
                  <a:pt x="0" y="94"/>
                </a:moveTo>
                <a:lnTo>
                  <a:pt x="0" y="94"/>
                </a:lnTo>
                <a:lnTo>
                  <a:pt x="8" y="88"/>
                </a:lnTo>
                <a:lnTo>
                  <a:pt x="17" y="100"/>
                </a:lnTo>
                <a:lnTo>
                  <a:pt x="35" y="100"/>
                </a:lnTo>
                <a:lnTo>
                  <a:pt x="47" y="91"/>
                </a:lnTo>
                <a:lnTo>
                  <a:pt x="47" y="36"/>
                </a:lnTo>
                <a:lnTo>
                  <a:pt x="58" y="50"/>
                </a:lnTo>
                <a:lnTo>
                  <a:pt x="58" y="65"/>
                </a:lnTo>
                <a:lnTo>
                  <a:pt x="77" y="64"/>
                </a:lnTo>
                <a:lnTo>
                  <a:pt x="93" y="47"/>
                </a:lnTo>
                <a:lnTo>
                  <a:pt x="123" y="47"/>
                </a:lnTo>
                <a:lnTo>
                  <a:pt x="174" y="0"/>
                </a:lnTo>
                <a:lnTo>
                  <a:pt x="205" y="6"/>
                </a:lnTo>
                <a:lnTo>
                  <a:pt x="210" y="51"/>
                </a:lnTo>
                <a:lnTo>
                  <a:pt x="196" y="63"/>
                </a:lnTo>
                <a:lnTo>
                  <a:pt x="205" y="73"/>
                </a:lnTo>
                <a:lnTo>
                  <a:pt x="212" y="65"/>
                </a:lnTo>
                <a:lnTo>
                  <a:pt x="223" y="65"/>
                </a:lnTo>
                <a:lnTo>
                  <a:pt x="217" y="91"/>
                </a:lnTo>
                <a:lnTo>
                  <a:pt x="184" y="132"/>
                </a:lnTo>
                <a:lnTo>
                  <a:pt x="144" y="167"/>
                </a:lnTo>
                <a:lnTo>
                  <a:pt x="114" y="178"/>
                </a:lnTo>
                <a:lnTo>
                  <a:pt x="26" y="179"/>
                </a:lnTo>
                <a:lnTo>
                  <a:pt x="19" y="159"/>
                </a:lnTo>
                <a:lnTo>
                  <a:pt x="22" y="143"/>
                </a:lnTo>
                <a:lnTo>
                  <a:pt x="0" y="9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9" name="Freeform 856">
            <a:extLst>
              <a:ext uri="{FF2B5EF4-FFF2-40B4-BE49-F238E27FC236}">
                <a16:creationId xmlns:a16="http://schemas.microsoft.com/office/drawing/2014/main" id="{F53A971C-4AED-F01E-CCC9-3E6E39E0E790}"/>
              </a:ext>
            </a:extLst>
          </p:cNvPr>
          <p:cNvSpPr>
            <a:spLocks/>
          </p:cNvSpPr>
          <p:nvPr/>
        </p:nvSpPr>
        <p:spPr bwMode="auto">
          <a:xfrm>
            <a:off x="4473910" y="5814826"/>
            <a:ext cx="36616" cy="36741"/>
          </a:xfrm>
          <a:custGeom>
            <a:avLst/>
            <a:gdLst>
              <a:gd name="T0" fmla="*/ 0 w 32"/>
              <a:gd name="T1" fmla="*/ 16 h 33"/>
              <a:gd name="T2" fmla="*/ 0 w 32"/>
              <a:gd name="T3" fmla="*/ 16 h 33"/>
              <a:gd name="T4" fmla="*/ 11 w 32"/>
              <a:gd name="T5" fmla="*/ 32 h 33"/>
              <a:gd name="T6" fmla="*/ 31 w 32"/>
              <a:gd name="T7" fmla="*/ 16 h 33"/>
              <a:gd name="T8" fmla="*/ 22 w 32"/>
              <a:gd name="T9" fmla="*/ 0 h 33"/>
              <a:gd name="T10" fmla="*/ 0 w 32"/>
              <a:gd name="T11" fmla="*/ 16 h 33"/>
              <a:gd name="T12" fmla="*/ 0 w 32"/>
              <a:gd name="T13" fmla="*/ 16 h 33"/>
              <a:gd name="T14" fmla="*/ 0 60000 65536"/>
              <a:gd name="T15" fmla="*/ 0 60000 65536"/>
              <a:gd name="T16" fmla="*/ 0 60000 65536"/>
              <a:gd name="T17" fmla="*/ 0 60000 65536"/>
              <a:gd name="T18" fmla="*/ 0 60000 65536"/>
              <a:gd name="T19" fmla="*/ 0 60000 65536"/>
              <a:gd name="T20" fmla="*/ 0 60000 65536"/>
              <a:gd name="T21" fmla="*/ 0 w 32"/>
              <a:gd name="T22" fmla="*/ 0 h 33"/>
              <a:gd name="T23" fmla="*/ 32 w 3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3">
                <a:moveTo>
                  <a:pt x="0" y="16"/>
                </a:moveTo>
                <a:lnTo>
                  <a:pt x="0" y="16"/>
                </a:lnTo>
                <a:lnTo>
                  <a:pt x="11" y="32"/>
                </a:lnTo>
                <a:lnTo>
                  <a:pt x="31" y="16"/>
                </a:lnTo>
                <a:lnTo>
                  <a:pt x="22" y="0"/>
                </a:lnTo>
                <a:lnTo>
                  <a:pt x="0" y="1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0" name="Freeform 857">
            <a:extLst>
              <a:ext uri="{FF2B5EF4-FFF2-40B4-BE49-F238E27FC236}">
                <a16:creationId xmlns:a16="http://schemas.microsoft.com/office/drawing/2014/main" id="{9C833643-6B7C-0DB5-ED1F-B5CBA19EE974}"/>
              </a:ext>
            </a:extLst>
          </p:cNvPr>
          <p:cNvSpPr>
            <a:spLocks/>
          </p:cNvSpPr>
          <p:nvPr/>
        </p:nvSpPr>
        <p:spPr bwMode="auto">
          <a:xfrm>
            <a:off x="4190135" y="4825041"/>
            <a:ext cx="49203" cy="30061"/>
          </a:xfrm>
          <a:custGeom>
            <a:avLst/>
            <a:gdLst>
              <a:gd name="T0" fmla="*/ 2 w 43"/>
              <a:gd name="T1" fmla="*/ 25 h 27"/>
              <a:gd name="T2" fmla="*/ 11 w 43"/>
              <a:gd name="T3" fmla="*/ 26 h 27"/>
              <a:gd name="T4" fmla="*/ 15 w 43"/>
              <a:gd name="T5" fmla="*/ 25 h 27"/>
              <a:gd name="T6" fmla="*/ 20 w 43"/>
              <a:gd name="T7" fmla="*/ 22 h 27"/>
              <a:gd name="T8" fmla="*/ 29 w 43"/>
              <a:gd name="T9" fmla="*/ 20 h 27"/>
              <a:gd name="T10" fmla="*/ 37 w 43"/>
              <a:gd name="T11" fmla="*/ 18 h 27"/>
              <a:gd name="T12" fmla="*/ 40 w 43"/>
              <a:gd name="T13" fmla="*/ 11 h 27"/>
              <a:gd name="T14" fmla="*/ 42 w 43"/>
              <a:gd name="T15" fmla="*/ 7 h 27"/>
              <a:gd name="T16" fmla="*/ 33 w 43"/>
              <a:gd name="T17" fmla="*/ 0 h 27"/>
              <a:gd name="T18" fmla="*/ 0 w 43"/>
              <a:gd name="T19" fmla="*/ 7 h 27"/>
              <a:gd name="T20" fmla="*/ 0 w 43"/>
              <a:gd name="T21" fmla="*/ 25 h 27"/>
              <a:gd name="T22" fmla="*/ 2 w 43"/>
              <a:gd name="T23" fmla="*/ 25 h 27"/>
              <a:gd name="T24" fmla="*/ 2 w 43"/>
              <a:gd name="T25" fmla="*/ 25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27"/>
              <a:gd name="T41" fmla="*/ 43 w 43"/>
              <a:gd name="T42" fmla="*/ 27 h 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27">
                <a:moveTo>
                  <a:pt x="2" y="25"/>
                </a:moveTo>
                <a:lnTo>
                  <a:pt x="11" y="26"/>
                </a:lnTo>
                <a:lnTo>
                  <a:pt x="15" y="25"/>
                </a:lnTo>
                <a:lnTo>
                  <a:pt x="20" y="22"/>
                </a:lnTo>
                <a:lnTo>
                  <a:pt x="29" y="20"/>
                </a:lnTo>
                <a:lnTo>
                  <a:pt x="37" y="18"/>
                </a:lnTo>
                <a:lnTo>
                  <a:pt x="40" y="11"/>
                </a:lnTo>
                <a:lnTo>
                  <a:pt x="42" y="7"/>
                </a:lnTo>
                <a:lnTo>
                  <a:pt x="33" y="0"/>
                </a:lnTo>
                <a:lnTo>
                  <a:pt x="0" y="7"/>
                </a:lnTo>
                <a:lnTo>
                  <a:pt x="0" y="25"/>
                </a:lnTo>
                <a:lnTo>
                  <a:pt x="2"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1" name="Freeform 858">
            <a:extLst>
              <a:ext uri="{FF2B5EF4-FFF2-40B4-BE49-F238E27FC236}">
                <a16:creationId xmlns:a16="http://schemas.microsoft.com/office/drawing/2014/main" id="{B11A021E-269F-6E7A-78C7-5F5FC1886926}"/>
              </a:ext>
            </a:extLst>
          </p:cNvPr>
          <p:cNvSpPr>
            <a:spLocks/>
          </p:cNvSpPr>
          <p:nvPr/>
        </p:nvSpPr>
        <p:spPr bwMode="auto">
          <a:xfrm>
            <a:off x="4167250" y="4783846"/>
            <a:ext cx="62934" cy="114677"/>
          </a:xfrm>
          <a:custGeom>
            <a:avLst/>
            <a:gdLst>
              <a:gd name="T0" fmla="*/ 0 w 55"/>
              <a:gd name="T1" fmla="*/ 47 h 103"/>
              <a:gd name="T2" fmla="*/ 0 w 55"/>
              <a:gd name="T3" fmla="*/ 47 h 103"/>
              <a:gd name="T4" fmla="*/ 12 w 55"/>
              <a:gd name="T5" fmla="*/ 38 h 103"/>
              <a:gd name="T6" fmla="*/ 18 w 55"/>
              <a:gd name="T7" fmla="*/ 1 h 103"/>
              <a:gd name="T8" fmla="*/ 51 w 55"/>
              <a:gd name="T9" fmla="*/ 0 h 103"/>
              <a:gd name="T10" fmla="*/ 42 w 55"/>
              <a:gd name="T11" fmla="*/ 12 h 103"/>
              <a:gd name="T12" fmla="*/ 52 w 55"/>
              <a:gd name="T13" fmla="*/ 28 h 103"/>
              <a:gd name="T14" fmla="*/ 33 w 55"/>
              <a:gd name="T15" fmla="*/ 47 h 103"/>
              <a:gd name="T16" fmla="*/ 54 w 55"/>
              <a:gd name="T17" fmla="*/ 60 h 103"/>
              <a:gd name="T18" fmla="*/ 27 w 55"/>
              <a:gd name="T19" fmla="*/ 102 h 103"/>
              <a:gd name="T20" fmla="*/ 23 w 55"/>
              <a:gd name="T21" fmla="*/ 75 h 103"/>
              <a:gd name="T22" fmla="*/ 0 w 55"/>
              <a:gd name="T23" fmla="*/ 47 h 103"/>
              <a:gd name="T24" fmla="*/ 0 w 55"/>
              <a:gd name="T25" fmla="*/ 47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103"/>
              <a:gd name="T41" fmla="*/ 55 w 55"/>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103">
                <a:moveTo>
                  <a:pt x="0" y="47"/>
                </a:moveTo>
                <a:lnTo>
                  <a:pt x="0" y="47"/>
                </a:lnTo>
                <a:lnTo>
                  <a:pt x="12" y="38"/>
                </a:lnTo>
                <a:lnTo>
                  <a:pt x="18" y="1"/>
                </a:lnTo>
                <a:lnTo>
                  <a:pt x="51" y="0"/>
                </a:lnTo>
                <a:lnTo>
                  <a:pt x="42" y="12"/>
                </a:lnTo>
                <a:lnTo>
                  <a:pt x="52" y="28"/>
                </a:lnTo>
                <a:lnTo>
                  <a:pt x="33" y="47"/>
                </a:lnTo>
                <a:lnTo>
                  <a:pt x="54" y="60"/>
                </a:lnTo>
                <a:lnTo>
                  <a:pt x="27" y="102"/>
                </a:lnTo>
                <a:lnTo>
                  <a:pt x="23" y="75"/>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2" name="Freeform 859">
            <a:extLst>
              <a:ext uri="{FF2B5EF4-FFF2-40B4-BE49-F238E27FC236}">
                <a16:creationId xmlns:a16="http://schemas.microsoft.com/office/drawing/2014/main" id="{E886CF63-194E-FF30-1742-948B1E5086D7}"/>
              </a:ext>
            </a:extLst>
          </p:cNvPr>
          <p:cNvSpPr>
            <a:spLocks/>
          </p:cNvSpPr>
          <p:nvPr/>
        </p:nvSpPr>
        <p:spPr bwMode="auto">
          <a:xfrm>
            <a:off x="4236648" y="4523887"/>
            <a:ext cx="105121" cy="45970"/>
          </a:xfrm>
          <a:custGeom>
            <a:avLst/>
            <a:gdLst>
              <a:gd name="T0" fmla="*/ 0 w 90"/>
              <a:gd name="T1" fmla="*/ 23633520 h 43"/>
              <a:gd name="T2" fmla="*/ 0 w 90"/>
              <a:gd name="T3" fmla="*/ 23633520 h 43"/>
              <a:gd name="T4" fmla="*/ 38709597 w 90"/>
              <a:gd name="T5" fmla="*/ 66175857 h 43"/>
              <a:gd name="T6" fmla="*/ 104838504 w 90"/>
              <a:gd name="T7" fmla="*/ 64600540 h 43"/>
              <a:gd name="T8" fmla="*/ 143548091 w 90"/>
              <a:gd name="T9" fmla="*/ 40965765 h 43"/>
              <a:gd name="T10" fmla="*/ 59677300 w 90"/>
              <a:gd name="T11" fmla="*/ 9453155 h 43"/>
              <a:gd name="T12" fmla="*/ 48387003 w 90"/>
              <a:gd name="T13" fmla="*/ 0 h 43"/>
              <a:gd name="T14" fmla="*/ 0 w 90"/>
              <a:gd name="T15" fmla="*/ 23633520 h 43"/>
              <a:gd name="T16" fmla="*/ 0 w 90"/>
              <a:gd name="T17" fmla="*/ 2363352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0"/>
              <a:gd name="T28" fmla="*/ 0 h 43"/>
              <a:gd name="T29" fmla="*/ 90 w 90"/>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0" h="43">
                <a:moveTo>
                  <a:pt x="0" y="15"/>
                </a:moveTo>
                <a:lnTo>
                  <a:pt x="0" y="15"/>
                </a:lnTo>
                <a:lnTo>
                  <a:pt x="24" y="42"/>
                </a:lnTo>
                <a:lnTo>
                  <a:pt x="65" y="41"/>
                </a:lnTo>
                <a:lnTo>
                  <a:pt x="89" y="26"/>
                </a:lnTo>
                <a:lnTo>
                  <a:pt x="37" y="6"/>
                </a:lnTo>
                <a:lnTo>
                  <a:pt x="30" y="0"/>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3" name="Freeform 860">
            <a:extLst>
              <a:ext uri="{FF2B5EF4-FFF2-40B4-BE49-F238E27FC236}">
                <a16:creationId xmlns:a16="http://schemas.microsoft.com/office/drawing/2014/main" id="{54EE71DE-07AD-80E3-B719-3FFF3AF8330A}"/>
              </a:ext>
            </a:extLst>
          </p:cNvPr>
          <p:cNvSpPr>
            <a:spLocks/>
          </p:cNvSpPr>
          <p:nvPr/>
        </p:nvSpPr>
        <p:spPr bwMode="auto">
          <a:xfrm>
            <a:off x="4382654" y="4408949"/>
            <a:ext cx="89061" cy="66251"/>
          </a:xfrm>
          <a:custGeom>
            <a:avLst/>
            <a:gdLst>
              <a:gd name="T0" fmla="*/ 0 w 78"/>
              <a:gd name="T1" fmla="*/ 12590929 h 58"/>
              <a:gd name="T2" fmla="*/ 33909086 w 78"/>
              <a:gd name="T3" fmla="*/ 8993902 h 58"/>
              <a:gd name="T4" fmla="*/ 60110943 w 78"/>
              <a:gd name="T5" fmla="*/ 0 h 58"/>
              <a:gd name="T6" fmla="*/ 95561981 w 78"/>
              <a:gd name="T7" fmla="*/ 7195391 h 58"/>
              <a:gd name="T8" fmla="*/ 118682426 w 78"/>
              <a:gd name="T9" fmla="*/ 21584828 h 58"/>
              <a:gd name="T10" fmla="*/ 104809911 w 78"/>
              <a:gd name="T11" fmla="*/ 34175757 h 58"/>
              <a:gd name="T12" fmla="*/ 87854752 w 78"/>
              <a:gd name="T13" fmla="*/ 35974269 h 58"/>
              <a:gd name="T14" fmla="*/ 67818172 w 78"/>
              <a:gd name="T15" fmla="*/ 55760591 h 58"/>
              <a:gd name="T16" fmla="*/ 53946898 w 78"/>
              <a:gd name="T17" fmla="*/ 102528622 h 58"/>
              <a:gd name="T18" fmla="*/ 44697726 w 78"/>
              <a:gd name="T19" fmla="*/ 82742290 h 58"/>
              <a:gd name="T20" fmla="*/ 18495865 w 78"/>
              <a:gd name="T21" fmla="*/ 80943778 h 58"/>
              <a:gd name="T22" fmla="*/ 35449787 w 78"/>
              <a:gd name="T23" fmla="*/ 43169657 h 58"/>
              <a:gd name="T24" fmla="*/ 0 w 78"/>
              <a:gd name="T25" fmla="*/ 30578733 h 58"/>
              <a:gd name="T26" fmla="*/ 0 w 78"/>
              <a:gd name="T27" fmla="*/ 12590929 h 58"/>
              <a:gd name="T28" fmla="*/ 0 w 78"/>
              <a:gd name="T29" fmla="*/ 12590929 h 5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8"/>
              <a:gd name="T46" fmla="*/ 0 h 58"/>
              <a:gd name="T47" fmla="*/ 78 w 78"/>
              <a:gd name="T48" fmla="*/ 58 h 5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8" h="58">
                <a:moveTo>
                  <a:pt x="0" y="7"/>
                </a:moveTo>
                <a:lnTo>
                  <a:pt x="22" y="5"/>
                </a:lnTo>
                <a:lnTo>
                  <a:pt x="39" y="0"/>
                </a:lnTo>
                <a:lnTo>
                  <a:pt x="62" y="4"/>
                </a:lnTo>
                <a:lnTo>
                  <a:pt x="77" y="12"/>
                </a:lnTo>
                <a:lnTo>
                  <a:pt x="68" y="19"/>
                </a:lnTo>
                <a:lnTo>
                  <a:pt x="57" y="20"/>
                </a:lnTo>
                <a:lnTo>
                  <a:pt x="44" y="31"/>
                </a:lnTo>
                <a:lnTo>
                  <a:pt x="35" y="57"/>
                </a:lnTo>
                <a:lnTo>
                  <a:pt x="29" y="46"/>
                </a:lnTo>
                <a:lnTo>
                  <a:pt x="12" y="45"/>
                </a:lnTo>
                <a:lnTo>
                  <a:pt x="23" y="24"/>
                </a:lnTo>
                <a:lnTo>
                  <a:pt x="0" y="17"/>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4" name="Freeform 861">
            <a:extLst>
              <a:ext uri="{FF2B5EF4-FFF2-40B4-BE49-F238E27FC236}">
                <a16:creationId xmlns:a16="http://schemas.microsoft.com/office/drawing/2014/main" id="{BE35B9C7-6643-3215-12A1-A3C779782E6F}"/>
              </a:ext>
            </a:extLst>
          </p:cNvPr>
          <p:cNvSpPr>
            <a:spLocks/>
          </p:cNvSpPr>
          <p:nvPr/>
        </p:nvSpPr>
        <p:spPr bwMode="auto">
          <a:xfrm>
            <a:off x="4357845" y="4430582"/>
            <a:ext cx="51101" cy="32449"/>
          </a:xfrm>
          <a:custGeom>
            <a:avLst/>
            <a:gdLst>
              <a:gd name="T0" fmla="*/ 67080589 w 45"/>
              <a:gd name="T1" fmla="*/ 15534291 h 29"/>
              <a:gd name="T2" fmla="*/ 51835342 w 45"/>
              <a:gd name="T3" fmla="*/ 48329201 h 29"/>
              <a:gd name="T4" fmla="*/ 0 w 45"/>
              <a:gd name="T5" fmla="*/ 39698886 h 29"/>
              <a:gd name="T6" fmla="*/ 21343603 w 45"/>
              <a:gd name="T7" fmla="*/ 18986938 h 29"/>
              <a:gd name="T8" fmla="*/ 35065190 w 45"/>
              <a:gd name="T9" fmla="*/ 0 h 29"/>
              <a:gd name="T10" fmla="*/ 67080589 w 45"/>
              <a:gd name="T11" fmla="*/ 15534291 h 29"/>
              <a:gd name="T12" fmla="*/ 67080589 w 45"/>
              <a:gd name="T13" fmla="*/ 15534291 h 29"/>
              <a:gd name="T14" fmla="*/ 0 60000 65536"/>
              <a:gd name="T15" fmla="*/ 0 60000 65536"/>
              <a:gd name="T16" fmla="*/ 0 60000 65536"/>
              <a:gd name="T17" fmla="*/ 0 60000 65536"/>
              <a:gd name="T18" fmla="*/ 0 60000 65536"/>
              <a:gd name="T19" fmla="*/ 0 60000 65536"/>
              <a:gd name="T20" fmla="*/ 0 60000 65536"/>
              <a:gd name="T21" fmla="*/ 0 w 45"/>
              <a:gd name="T22" fmla="*/ 0 h 29"/>
              <a:gd name="T23" fmla="*/ 45 w 45"/>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 h="29">
                <a:moveTo>
                  <a:pt x="44" y="9"/>
                </a:moveTo>
                <a:lnTo>
                  <a:pt x="34" y="28"/>
                </a:lnTo>
                <a:lnTo>
                  <a:pt x="0" y="23"/>
                </a:lnTo>
                <a:lnTo>
                  <a:pt x="14" y="11"/>
                </a:lnTo>
                <a:lnTo>
                  <a:pt x="23" y="0"/>
                </a:lnTo>
                <a:lnTo>
                  <a:pt x="44"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5" name="Freeform 862">
            <a:extLst>
              <a:ext uri="{FF2B5EF4-FFF2-40B4-BE49-F238E27FC236}">
                <a16:creationId xmlns:a16="http://schemas.microsoft.com/office/drawing/2014/main" id="{FAD2C4EA-E673-F15C-735F-5692626EB020}"/>
              </a:ext>
            </a:extLst>
          </p:cNvPr>
          <p:cNvSpPr/>
          <p:nvPr/>
        </p:nvSpPr>
        <p:spPr bwMode="auto">
          <a:xfrm>
            <a:off x="5342021" y="5920384"/>
            <a:ext cx="115174" cy="186522"/>
          </a:xfrm>
          <a:custGeom>
            <a:avLst/>
            <a:gdLst>
              <a:gd name="connsiteX0" fmla="*/ 91373 w 171041"/>
              <a:gd name="connsiteY0" fmla="*/ 28656 h 209754"/>
              <a:gd name="connsiteX1" fmla="*/ 156688 w 171041"/>
              <a:gd name="connsiteY1" fmla="*/ 13583 h 209754"/>
              <a:gd name="connsiteX2" fmla="*/ 156688 w 171041"/>
              <a:gd name="connsiteY2" fmla="*/ 204502 h 209754"/>
              <a:gd name="connsiteX3" fmla="*/ 938 w 171041"/>
              <a:gd name="connsiteY3" fmla="*/ 154260 h 209754"/>
              <a:gd name="connsiteX4" fmla="*/ 91373 w 171041"/>
              <a:gd name="connsiteY4" fmla="*/ 134164 h 209754"/>
              <a:gd name="connsiteX5" fmla="*/ 91373 w 171041"/>
              <a:gd name="connsiteY5" fmla="*/ 28656 h 20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41" h="209754">
                <a:moveTo>
                  <a:pt x="91373" y="28656"/>
                </a:moveTo>
                <a:cubicBezTo>
                  <a:pt x="102259" y="8559"/>
                  <a:pt x="145802" y="-15725"/>
                  <a:pt x="156688" y="13583"/>
                </a:cubicBezTo>
                <a:cubicBezTo>
                  <a:pt x="167574" y="42891"/>
                  <a:pt x="182646" y="181056"/>
                  <a:pt x="156688" y="204502"/>
                </a:cubicBezTo>
                <a:cubicBezTo>
                  <a:pt x="130730" y="227948"/>
                  <a:pt x="11824" y="165983"/>
                  <a:pt x="938" y="154260"/>
                </a:cubicBezTo>
                <a:cubicBezTo>
                  <a:pt x="-9948" y="142537"/>
                  <a:pt x="77138" y="150911"/>
                  <a:pt x="91373" y="134164"/>
                </a:cubicBezTo>
                <a:cubicBezTo>
                  <a:pt x="105608" y="117417"/>
                  <a:pt x="80487" y="48753"/>
                  <a:pt x="91373" y="28656"/>
                </a:cubicBezTo>
                <a:close/>
              </a:path>
            </a:pathLst>
          </a:custGeom>
          <a:solidFill>
            <a:schemeClr val="bg1">
              <a:lumMod val="75000"/>
            </a:schemeClr>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566" name="Graphic 7" descr="Rating Star with solid fill">
            <a:extLst>
              <a:ext uri="{FF2B5EF4-FFF2-40B4-BE49-F238E27FC236}">
                <a16:creationId xmlns:a16="http://schemas.microsoft.com/office/drawing/2014/main" id="{BAEE8E90-080B-56DE-2616-B6ED509D6571}"/>
              </a:ext>
            </a:extLst>
          </p:cNvPr>
          <p:cNvSpPr/>
          <p:nvPr/>
        </p:nvSpPr>
        <p:spPr>
          <a:xfrm>
            <a:off x="8166351"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sp>
        <p:nvSpPr>
          <p:cNvPr id="567" name="Graphic 7" descr="Rating Star with solid fill">
            <a:extLst>
              <a:ext uri="{FF2B5EF4-FFF2-40B4-BE49-F238E27FC236}">
                <a16:creationId xmlns:a16="http://schemas.microsoft.com/office/drawing/2014/main" id="{8AC3B36B-CF5E-312D-55CA-01E0F01F8ECC}"/>
              </a:ext>
            </a:extLst>
          </p:cNvPr>
          <p:cNvSpPr/>
          <p:nvPr/>
        </p:nvSpPr>
        <p:spPr>
          <a:xfrm>
            <a:off x="8757478"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pic>
        <p:nvPicPr>
          <p:cNvPr id="568" name="Picture 567">
            <a:extLst>
              <a:ext uri="{FF2B5EF4-FFF2-40B4-BE49-F238E27FC236}">
                <a16:creationId xmlns:a16="http://schemas.microsoft.com/office/drawing/2014/main" id="{A9D6EC4A-7F10-8764-EFB7-5813EA3D022A}"/>
              </a:ext>
            </a:extLst>
          </p:cNvPr>
          <p:cNvPicPr>
            <a:picLocks noChangeAspect="1"/>
          </p:cNvPicPr>
          <p:nvPr/>
        </p:nvPicPr>
        <p:blipFill rotWithShape="1">
          <a:blip r:embed="rId6"/>
          <a:srcRect t="1" r="49909" b="-904"/>
          <a:stretch/>
        </p:blipFill>
        <p:spPr>
          <a:xfrm>
            <a:off x="9042650" y="2116831"/>
            <a:ext cx="439751" cy="295275"/>
          </a:xfrm>
          <a:prstGeom prst="rect">
            <a:avLst/>
          </a:prstGeom>
        </p:spPr>
      </p:pic>
      <p:sp>
        <p:nvSpPr>
          <p:cNvPr id="569" name="TextBox 568">
            <a:extLst>
              <a:ext uri="{FF2B5EF4-FFF2-40B4-BE49-F238E27FC236}">
                <a16:creationId xmlns:a16="http://schemas.microsoft.com/office/drawing/2014/main" id="{894644BF-7457-4906-915E-015E8CD61AEB}"/>
              </a:ext>
            </a:extLst>
          </p:cNvPr>
          <p:cNvSpPr txBox="1"/>
          <p:nvPr/>
        </p:nvSpPr>
        <p:spPr>
          <a:xfrm>
            <a:off x="9647425" y="2015372"/>
            <a:ext cx="932873" cy="523220"/>
          </a:xfrm>
          <a:prstGeom prst="rect">
            <a:avLst/>
          </a:prstGeom>
          <a:noFill/>
        </p:spPr>
        <p:txBody>
          <a:bodyPr wrap="square" rtlCol="0">
            <a:spAutoFit/>
          </a:bodyPr>
          <a:lstStyle/>
          <a:p>
            <a:r>
              <a:rPr lang="en-US" sz="2800" b="1" dirty="0">
                <a:solidFill>
                  <a:schemeClr val="accent2"/>
                </a:solidFill>
              </a:rPr>
              <a:t>4.8</a:t>
            </a:r>
          </a:p>
        </p:txBody>
      </p:sp>
      <p:sp>
        <p:nvSpPr>
          <p:cNvPr id="571" name="Rectangle 570">
            <a:extLst>
              <a:ext uri="{FF2B5EF4-FFF2-40B4-BE49-F238E27FC236}">
                <a16:creationId xmlns:a16="http://schemas.microsoft.com/office/drawing/2014/main" id="{92CE8EE8-C441-045E-9008-8C8CEE38D358}"/>
              </a:ext>
            </a:extLst>
          </p:cNvPr>
          <p:cNvSpPr/>
          <p:nvPr/>
        </p:nvSpPr>
        <p:spPr>
          <a:xfrm>
            <a:off x="8087873" y="4321473"/>
            <a:ext cx="3508381" cy="2086865"/>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2" name="TextBox 571">
            <a:extLst>
              <a:ext uri="{FF2B5EF4-FFF2-40B4-BE49-F238E27FC236}">
                <a16:creationId xmlns:a16="http://schemas.microsoft.com/office/drawing/2014/main" id="{8E26409F-B4E6-F678-DD1F-B4908504EB12}"/>
              </a:ext>
            </a:extLst>
          </p:cNvPr>
          <p:cNvSpPr txBox="1"/>
          <p:nvPr/>
        </p:nvSpPr>
        <p:spPr>
          <a:xfrm>
            <a:off x="8064688" y="4347830"/>
            <a:ext cx="3602468" cy="1631216"/>
          </a:xfrm>
          <a:prstGeom prst="rect">
            <a:avLst/>
          </a:prstGeom>
          <a:noFill/>
        </p:spPr>
        <p:txBody>
          <a:bodyPr wrap="square" rtlCol="0">
            <a:spAutoFit/>
          </a:bodyPr>
          <a:lstStyle/>
          <a:p>
            <a:r>
              <a:rPr lang="en-US" dirty="0"/>
              <a:t>Daily rate of our ex-McKinsey, Deloitte and BCG Management Consultants</a:t>
            </a:r>
          </a:p>
          <a:p>
            <a:endParaRPr lang="en-US" dirty="0"/>
          </a:p>
          <a:p>
            <a:r>
              <a:rPr lang="en-US" sz="2800" b="1" dirty="0">
                <a:solidFill>
                  <a:schemeClr val="accent2"/>
                </a:solidFill>
              </a:rPr>
              <a:t>$3k-$4k</a:t>
            </a:r>
          </a:p>
        </p:txBody>
      </p:sp>
      <p:pic>
        <p:nvPicPr>
          <p:cNvPr id="1026" name="Picture 2" descr="Brand logo">
            <a:extLst>
              <a:ext uri="{FF2B5EF4-FFF2-40B4-BE49-F238E27FC236}">
                <a16:creationId xmlns:a16="http://schemas.microsoft.com/office/drawing/2014/main" id="{93760E12-26B1-B7A6-15B8-F42EC2BA98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6738" y="1997958"/>
            <a:ext cx="472546" cy="4725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1027">
            <a:extLst>
              <a:ext uri="{FF2B5EF4-FFF2-40B4-BE49-F238E27FC236}">
                <a16:creationId xmlns:a16="http://schemas.microsoft.com/office/drawing/2014/main" id="{366D1FBC-C366-71B7-F1FC-78416F83739D}"/>
              </a:ext>
            </a:extLst>
          </p:cNvPr>
          <p:cNvPicPr>
            <a:picLocks noChangeAspect="1"/>
          </p:cNvPicPr>
          <p:nvPr/>
        </p:nvPicPr>
        <p:blipFill>
          <a:blip r:embed="rId8"/>
          <a:stretch>
            <a:fillRect/>
          </a:stretch>
        </p:blipFill>
        <p:spPr>
          <a:xfrm>
            <a:off x="4005931" y="2008591"/>
            <a:ext cx="417027" cy="512313"/>
          </a:xfrm>
          <a:prstGeom prst="rect">
            <a:avLst/>
          </a:prstGeom>
        </p:spPr>
      </p:pic>
      <p:pic>
        <p:nvPicPr>
          <p:cNvPr id="1030" name="Picture 1029">
            <a:extLst>
              <a:ext uri="{FF2B5EF4-FFF2-40B4-BE49-F238E27FC236}">
                <a16:creationId xmlns:a16="http://schemas.microsoft.com/office/drawing/2014/main" id="{CADE705D-B24A-3DD6-5C9A-EC96EA421BC4}"/>
              </a:ext>
            </a:extLst>
          </p:cNvPr>
          <p:cNvPicPr>
            <a:picLocks noChangeAspect="1"/>
          </p:cNvPicPr>
          <p:nvPr/>
        </p:nvPicPr>
        <p:blipFill>
          <a:blip r:embed="rId9"/>
          <a:stretch>
            <a:fillRect/>
          </a:stretch>
        </p:blipFill>
        <p:spPr>
          <a:xfrm>
            <a:off x="2049468" y="2122429"/>
            <a:ext cx="1214210" cy="410689"/>
          </a:xfrm>
          <a:prstGeom prst="rect">
            <a:avLst/>
          </a:prstGeom>
        </p:spPr>
      </p:pic>
      <p:pic>
        <p:nvPicPr>
          <p:cNvPr id="1032" name="Picture 1031">
            <a:extLst>
              <a:ext uri="{FF2B5EF4-FFF2-40B4-BE49-F238E27FC236}">
                <a16:creationId xmlns:a16="http://schemas.microsoft.com/office/drawing/2014/main" id="{CBC58040-A790-1F95-53F6-EF6AB3D18F41}"/>
              </a:ext>
            </a:extLst>
          </p:cNvPr>
          <p:cNvPicPr>
            <a:picLocks noChangeAspect="1"/>
          </p:cNvPicPr>
          <p:nvPr/>
        </p:nvPicPr>
        <p:blipFill rotWithShape="1">
          <a:blip r:embed="rId10"/>
          <a:srcRect t="26410" b="21153"/>
          <a:stretch/>
        </p:blipFill>
        <p:spPr>
          <a:xfrm>
            <a:off x="4814228" y="2017798"/>
            <a:ext cx="1676193" cy="585975"/>
          </a:xfrm>
          <a:prstGeom prst="rect">
            <a:avLst/>
          </a:prstGeom>
        </p:spPr>
      </p:pic>
      <p:pic>
        <p:nvPicPr>
          <p:cNvPr id="1034" name="Picture 1033">
            <a:extLst>
              <a:ext uri="{FF2B5EF4-FFF2-40B4-BE49-F238E27FC236}">
                <a16:creationId xmlns:a16="http://schemas.microsoft.com/office/drawing/2014/main" id="{BDB422D2-615F-CE40-00E8-08E03C7CB77B}"/>
              </a:ext>
            </a:extLst>
          </p:cNvPr>
          <p:cNvPicPr>
            <a:picLocks noChangeAspect="1"/>
          </p:cNvPicPr>
          <p:nvPr/>
        </p:nvPicPr>
        <p:blipFill>
          <a:blip r:embed="rId11"/>
          <a:stretch>
            <a:fillRect/>
          </a:stretch>
        </p:blipFill>
        <p:spPr>
          <a:xfrm>
            <a:off x="6750983" y="2063580"/>
            <a:ext cx="1034502" cy="428348"/>
          </a:xfrm>
          <a:prstGeom prst="rect">
            <a:avLst/>
          </a:prstGeom>
        </p:spPr>
      </p:pic>
      <p:sp>
        <p:nvSpPr>
          <p:cNvPr id="3" name="Footer Placeholder 2">
            <a:extLst>
              <a:ext uri="{FF2B5EF4-FFF2-40B4-BE49-F238E27FC236}">
                <a16:creationId xmlns:a16="http://schemas.microsoft.com/office/drawing/2014/main" id="{789D91B1-B4FB-516A-D326-19A92CD09764}"/>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EC2891EC-ED11-6C9C-EEFB-C4B452D934D6}"/>
              </a:ext>
            </a:extLst>
          </p:cNvPr>
          <p:cNvSpPr>
            <a:spLocks noGrp="1"/>
          </p:cNvSpPr>
          <p:nvPr>
            <p:ph type="sldNum" sz="quarter" idx="4"/>
          </p:nvPr>
        </p:nvSpPr>
        <p:spPr/>
        <p:txBody>
          <a:bodyPr/>
          <a:lstStyle/>
          <a:p>
            <a:fld id="{37F5C94B-8C55-478B-B509-BAE6A06B2E2A}" type="slidenum">
              <a:rPr lang="en-US" smtClean="0"/>
              <a:pPr/>
              <a:t>17</a:t>
            </a:fld>
            <a:endParaRPr lang="en-US" dirty="0"/>
          </a:p>
        </p:txBody>
      </p:sp>
    </p:spTree>
    <p:extLst>
      <p:ext uri="{BB962C8B-B14F-4D97-AF65-F5344CB8AC3E}">
        <p14:creationId xmlns:p14="http://schemas.microsoft.com/office/powerpoint/2010/main" val="1252826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BD01E70-F8C7-493C-AEDD-E5492D344E98}"/>
              </a:ext>
            </a:extLst>
          </p:cNvPr>
          <p:cNvGraphicFramePr>
            <a:graphicFrameLocks noChangeAspect="1"/>
          </p:cNvGraphicFramePr>
          <p:nvPr>
            <p:custDataLst>
              <p:tags r:id="rId1"/>
            </p:custDataLst>
            <p:extLst>
              <p:ext uri="{D42A27DB-BD31-4B8C-83A1-F6EECF244321}">
                <p14:modId xmlns:p14="http://schemas.microsoft.com/office/powerpoint/2010/main" val="922900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6" progId="TCLayout.ActiveDocument.1">
                  <p:embed/>
                </p:oleObj>
              </mc:Choice>
              <mc:Fallback>
                <p:oleObj name="think-cell Slide" r:id="rId5" imgW="425" imgH="426" progId="TCLayout.ActiveDocument.1">
                  <p:embed/>
                  <p:pic>
                    <p:nvPicPr>
                      <p:cNvPr id="7" name="Object 6" hidden="1">
                        <a:extLst>
                          <a:ext uri="{FF2B5EF4-FFF2-40B4-BE49-F238E27FC236}">
                            <a16:creationId xmlns:a16="http://schemas.microsoft.com/office/drawing/2014/main" id="{BBD01E70-F8C7-493C-AEDD-E5492D344E9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FAA098EA-8CD1-417F-A724-88393CE457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200" b="1" dirty="0">
              <a:latin typeface="Arial" panose="020B0604020202020204" pitchFamily="34" charset="0"/>
              <a:ea typeface="+mj-ea"/>
              <a:cs typeface="Arial" panose="020B0604020202020204" pitchFamily="34" charset="0"/>
              <a:sym typeface="Arial" panose="020B0604020202020204" pitchFamily="34" charset="0"/>
            </a:endParaRPr>
          </a:p>
        </p:txBody>
      </p:sp>
      <p:pic>
        <p:nvPicPr>
          <p:cNvPr id="12" name="Picture 11">
            <a:hlinkClick r:id="rId7"/>
            <a:extLst>
              <a:ext uri="{FF2B5EF4-FFF2-40B4-BE49-F238E27FC236}">
                <a16:creationId xmlns:a16="http://schemas.microsoft.com/office/drawing/2014/main" id="{C0EC32D3-CE1C-48E3-89F2-1AFBF8A9B34F}"/>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79576" y="1756411"/>
            <a:ext cx="6232848" cy="3505200"/>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sym typeface="Arial" panose="020B0604020202020204" pitchFamily="34" charset="0"/>
              </a:rPr>
              <a:t>Interested in more than 1 Toolkit? </a:t>
            </a:r>
            <a:r>
              <a:rPr lang="en-US" dirty="0">
                <a:sym typeface="Arial" panose="020B0604020202020204" pitchFamily="34" charset="0"/>
              </a:rPr>
              <a:t>Access all our Toolkits for </a:t>
            </a:r>
            <a:r>
              <a:rPr lang="en-US" u="sng" dirty="0">
                <a:sym typeface="Arial" panose="020B0604020202020204" pitchFamily="34" charset="0"/>
              </a:rPr>
              <a:t>half the price</a:t>
            </a:r>
            <a:r>
              <a:rPr lang="en-US" dirty="0">
                <a:sym typeface="Arial" panose="020B0604020202020204" pitchFamily="34" charset="0"/>
              </a:rPr>
              <a:t> with our Gold Access</a:t>
            </a:r>
          </a:p>
        </p:txBody>
      </p:sp>
      <p:sp>
        <p:nvSpPr>
          <p:cNvPr id="10" name="Title 1">
            <a:extLst>
              <a:ext uri="{FF2B5EF4-FFF2-40B4-BE49-F238E27FC236}">
                <a16:creationId xmlns:a16="http://schemas.microsoft.com/office/drawing/2014/main" id="{45724769-7F7A-49A0-978E-58661220D668}"/>
              </a:ext>
            </a:extLst>
          </p:cNvPr>
          <p:cNvSpPr txBox="1">
            <a:spLocks/>
          </p:cNvSpPr>
          <p:nvPr/>
        </p:nvSpPr>
        <p:spPr>
          <a:xfrm>
            <a:off x="3697289" y="5365291"/>
            <a:ext cx="4797423" cy="4238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lgn="ctr"/>
            <a:r>
              <a:rPr lang="en-US" sz="2400" kern="0" dirty="0"/>
              <a:t>Gold Access</a:t>
            </a:r>
          </a:p>
        </p:txBody>
      </p:sp>
      <p:sp>
        <p:nvSpPr>
          <p:cNvPr id="5" name="Rectangle: Rounded Corners 4">
            <a:hlinkClick r:id="rId9"/>
            <a:extLst>
              <a:ext uri="{FF2B5EF4-FFF2-40B4-BE49-F238E27FC236}">
                <a16:creationId xmlns:a16="http://schemas.microsoft.com/office/drawing/2014/main" id="{D4604511-274B-95D2-A130-C832BC31795C}"/>
              </a:ext>
            </a:extLst>
          </p:cNvPr>
          <p:cNvSpPr/>
          <p:nvPr/>
        </p:nvSpPr>
        <p:spPr bwMode="auto">
          <a:xfrm>
            <a:off x="4782000" y="600948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400" b="1" kern="1200" dirty="0">
                <a:solidFill>
                  <a:schemeClr val="bg1"/>
                </a:solidFill>
                <a:latin typeface="Arial" charset="0"/>
                <a:ea typeface="+mn-ea"/>
                <a:cs typeface="Times New Roman" pitchFamily="18" charset="0"/>
              </a:rPr>
              <a:t>Click here to learn more</a:t>
            </a:r>
          </a:p>
        </p:txBody>
      </p:sp>
      <p:sp>
        <p:nvSpPr>
          <p:cNvPr id="4" name="Footer Placeholder 3">
            <a:extLst>
              <a:ext uri="{FF2B5EF4-FFF2-40B4-BE49-F238E27FC236}">
                <a16:creationId xmlns:a16="http://schemas.microsoft.com/office/drawing/2014/main" id="{432D9C76-E264-CEEB-DF4F-B2A1875E7CBB}"/>
              </a:ext>
            </a:extLst>
          </p:cNvPr>
          <p:cNvSpPr>
            <a:spLocks noGrp="1"/>
          </p:cNvSpPr>
          <p:nvPr>
            <p:ph type="ftr" sz="quarter" idx="3"/>
          </p:nvPr>
        </p:nvSpPr>
        <p:spPr/>
        <p:txBody>
          <a:bodyPr/>
          <a:lstStyle/>
          <a:p>
            <a:r>
              <a:rPr lang="en-US"/>
              <a:t>Domont Consulting</a:t>
            </a:r>
            <a:endParaRPr lang="en-US" dirty="0"/>
          </a:p>
        </p:txBody>
      </p:sp>
      <p:sp>
        <p:nvSpPr>
          <p:cNvPr id="6" name="Slide Number Placeholder 5">
            <a:extLst>
              <a:ext uri="{FF2B5EF4-FFF2-40B4-BE49-F238E27FC236}">
                <a16:creationId xmlns:a16="http://schemas.microsoft.com/office/drawing/2014/main" id="{C62C0570-EB4D-6F82-B1D6-2066E085813D}"/>
              </a:ext>
            </a:extLst>
          </p:cNvPr>
          <p:cNvSpPr>
            <a:spLocks noGrp="1"/>
          </p:cNvSpPr>
          <p:nvPr>
            <p:ph type="sldNum" sz="quarter" idx="4"/>
          </p:nvPr>
        </p:nvSpPr>
        <p:spPr/>
        <p:txBody>
          <a:bodyPr/>
          <a:lstStyle/>
          <a:p>
            <a:fld id="{37F5C94B-8C55-478B-B509-BAE6A06B2E2A}" type="slidenum">
              <a:rPr lang="en-US" smtClean="0"/>
              <a:pPr/>
              <a:t>18</a:t>
            </a:fld>
            <a:endParaRPr lang="en-US" dirty="0"/>
          </a:p>
        </p:txBody>
      </p:sp>
    </p:spTree>
    <p:extLst>
      <p:ext uri="{BB962C8B-B14F-4D97-AF65-F5344CB8AC3E}">
        <p14:creationId xmlns:p14="http://schemas.microsoft.com/office/powerpoint/2010/main" val="17545858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A4BA662-CDE2-4A20-B082-F06179C98F07}"/>
              </a:ext>
            </a:extLst>
          </p:cNvPr>
          <p:cNvGraphicFramePr>
            <a:graphicFrameLocks noChangeAspect="1"/>
          </p:cNvGraphicFramePr>
          <p:nvPr>
            <p:custDataLst>
              <p:tags r:id="rId1"/>
            </p:custDataLst>
            <p:extLst>
              <p:ext uri="{D42A27DB-BD31-4B8C-83A1-F6EECF244321}">
                <p14:modId xmlns:p14="http://schemas.microsoft.com/office/powerpoint/2010/main" val="36489391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EA4BA662-CDE2-4A20-B082-F06179C98F0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088ED2B-BEA3-4D03-95DE-285838A9FDF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latin typeface="+mn-lt"/>
              </a:rPr>
              <a:t>Need additional help? </a:t>
            </a:r>
            <a:r>
              <a:rPr lang="en-US" dirty="0">
                <a:latin typeface="+mn-lt"/>
              </a:rPr>
              <a:t>Send us a brief and we’ll find you the right talent from our network of 500+ tier-1 Management Consultants</a:t>
            </a:r>
          </a:p>
        </p:txBody>
      </p:sp>
      <p:sp>
        <p:nvSpPr>
          <p:cNvPr id="7" name="Rectangle: Rounded Corners 6">
            <a:hlinkClick r:id="rId7"/>
            <a:extLst>
              <a:ext uri="{FF2B5EF4-FFF2-40B4-BE49-F238E27FC236}">
                <a16:creationId xmlns:a16="http://schemas.microsoft.com/office/drawing/2014/main" id="{FCF3B6F5-0780-4160-979E-CDC4B2E2F5EC}"/>
              </a:ext>
            </a:extLst>
          </p:cNvPr>
          <p:cNvSpPr/>
          <p:nvPr/>
        </p:nvSpPr>
        <p:spPr bwMode="auto">
          <a:xfrm>
            <a:off x="4782000" y="618093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100" b="1" kern="1200" dirty="0">
                <a:solidFill>
                  <a:schemeClr val="bg1"/>
                </a:solidFill>
                <a:latin typeface="Arial" charset="0"/>
                <a:ea typeface="+mn-ea"/>
                <a:cs typeface="Times New Roman" pitchFamily="18" charset="0"/>
              </a:rPr>
              <a:t>Click here to send us a Project Brief</a:t>
            </a:r>
          </a:p>
        </p:txBody>
      </p:sp>
      <p:pic>
        <p:nvPicPr>
          <p:cNvPr id="18" name="Picture 17">
            <a:extLst>
              <a:ext uri="{FF2B5EF4-FFF2-40B4-BE49-F238E27FC236}">
                <a16:creationId xmlns:a16="http://schemas.microsoft.com/office/drawing/2014/main" id="{3A26D682-5264-B706-F6AF-0D72378DBAC9}"/>
              </a:ext>
            </a:extLst>
          </p:cNvPr>
          <p:cNvPicPr>
            <a:picLocks noChangeAspect="1"/>
          </p:cNvPicPr>
          <p:nvPr/>
        </p:nvPicPr>
        <p:blipFill>
          <a:blip r:embed="rId8"/>
          <a:stretch>
            <a:fillRect/>
          </a:stretch>
        </p:blipFill>
        <p:spPr>
          <a:xfrm>
            <a:off x="1015918" y="1696030"/>
            <a:ext cx="3187864" cy="2140060"/>
          </a:xfrm>
          <a:prstGeom prst="rect">
            <a:avLst/>
          </a:prstGeom>
        </p:spPr>
      </p:pic>
      <p:pic>
        <p:nvPicPr>
          <p:cNvPr id="20" name="Picture 19">
            <a:extLst>
              <a:ext uri="{FF2B5EF4-FFF2-40B4-BE49-F238E27FC236}">
                <a16:creationId xmlns:a16="http://schemas.microsoft.com/office/drawing/2014/main" id="{611A84D5-7403-36BA-1766-D2F531D22681}"/>
              </a:ext>
            </a:extLst>
          </p:cNvPr>
          <p:cNvPicPr>
            <a:picLocks noChangeAspect="1"/>
          </p:cNvPicPr>
          <p:nvPr/>
        </p:nvPicPr>
        <p:blipFill>
          <a:blip r:embed="rId9"/>
          <a:stretch>
            <a:fillRect/>
          </a:stretch>
        </p:blipFill>
        <p:spPr>
          <a:xfrm>
            <a:off x="4444918" y="1696030"/>
            <a:ext cx="3187864" cy="2133710"/>
          </a:xfrm>
          <a:prstGeom prst="rect">
            <a:avLst/>
          </a:prstGeom>
        </p:spPr>
      </p:pic>
      <p:pic>
        <p:nvPicPr>
          <p:cNvPr id="22" name="Picture 21">
            <a:extLst>
              <a:ext uri="{FF2B5EF4-FFF2-40B4-BE49-F238E27FC236}">
                <a16:creationId xmlns:a16="http://schemas.microsoft.com/office/drawing/2014/main" id="{72DEE20F-275F-C091-1F85-E12BC455C0BA}"/>
              </a:ext>
            </a:extLst>
          </p:cNvPr>
          <p:cNvPicPr>
            <a:picLocks noChangeAspect="1"/>
          </p:cNvPicPr>
          <p:nvPr/>
        </p:nvPicPr>
        <p:blipFill rotWithShape="1">
          <a:blip r:embed="rId10"/>
          <a:srcRect t="1770"/>
          <a:stretch/>
        </p:blipFill>
        <p:spPr>
          <a:xfrm>
            <a:off x="7873918" y="1734132"/>
            <a:ext cx="3187864" cy="2114659"/>
          </a:xfrm>
          <a:prstGeom prst="rect">
            <a:avLst/>
          </a:prstGeom>
        </p:spPr>
      </p:pic>
      <p:pic>
        <p:nvPicPr>
          <p:cNvPr id="24" name="Picture 23">
            <a:extLst>
              <a:ext uri="{FF2B5EF4-FFF2-40B4-BE49-F238E27FC236}">
                <a16:creationId xmlns:a16="http://schemas.microsoft.com/office/drawing/2014/main" id="{14A2B9D2-D853-FE69-FBE1-01DA776C2EF9}"/>
              </a:ext>
            </a:extLst>
          </p:cNvPr>
          <p:cNvPicPr>
            <a:picLocks noChangeAspect="1"/>
          </p:cNvPicPr>
          <p:nvPr/>
        </p:nvPicPr>
        <p:blipFill>
          <a:blip r:embed="rId11"/>
          <a:stretch>
            <a:fillRect/>
          </a:stretch>
        </p:blipFill>
        <p:spPr>
          <a:xfrm>
            <a:off x="1015918" y="4012597"/>
            <a:ext cx="3181514" cy="2133710"/>
          </a:xfrm>
          <a:prstGeom prst="rect">
            <a:avLst/>
          </a:prstGeom>
        </p:spPr>
      </p:pic>
      <p:pic>
        <p:nvPicPr>
          <p:cNvPr id="26" name="Picture 25">
            <a:extLst>
              <a:ext uri="{FF2B5EF4-FFF2-40B4-BE49-F238E27FC236}">
                <a16:creationId xmlns:a16="http://schemas.microsoft.com/office/drawing/2014/main" id="{6855FA9D-ABAE-4A3D-DC8B-78877AE4B608}"/>
              </a:ext>
            </a:extLst>
          </p:cNvPr>
          <p:cNvPicPr>
            <a:picLocks noChangeAspect="1"/>
          </p:cNvPicPr>
          <p:nvPr/>
        </p:nvPicPr>
        <p:blipFill>
          <a:blip r:embed="rId12"/>
          <a:stretch>
            <a:fillRect/>
          </a:stretch>
        </p:blipFill>
        <p:spPr>
          <a:xfrm>
            <a:off x="4444918" y="4012597"/>
            <a:ext cx="3168813" cy="2121009"/>
          </a:xfrm>
          <a:prstGeom prst="rect">
            <a:avLst/>
          </a:prstGeom>
        </p:spPr>
      </p:pic>
      <p:pic>
        <p:nvPicPr>
          <p:cNvPr id="28" name="Picture 27">
            <a:extLst>
              <a:ext uri="{FF2B5EF4-FFF2-40B4-BE49-F238E27FC236}">
                <a16:creationId xmlns:a16="http://schemas.microsoft.com/office/drawing/2014/main" id="{6894912F-62D0-D110-AAA1-7996F52565A5}"/>
              </a:ext>
            </a:extLst>
          </p:cNvPr>
          <p:cNvPicPr>
            <a:picLocks noChangeAspect="1"/>
          </p:cNvPicPr>
          <p:nvPr/>
        </p:nvPicPr>
        <p:blipFill>
          <a:blip r:embed="rId13"/>
          <a:stretch>
            <a:fillRect/>
          </a:stretch>
        </p:blipFill>
        <p:spPr>
          <a:xfrm>
            <a:off x="7861217" y="4012597"/>
            <a:ext cx="3181514" cy="2114659"/>
          </a:xfrm>
          <a:prstGeom prst="rect">
            <a:avLst/>
          </a:prstGeom>
        </p:spPr>
      </p:pic>
      <p:sp>
        <p:nvSpPr>
          <p:cNvPr id="3" name="Footer Placeholder 2">
            <a:extLst>
              <a:ext uri="{FF2B5EF4-FFF2-40B4-BE49-F238E27FC236}">
                <a16:creationId xmlns:a16="http://schemas.microsoft.com/office/drawing/2014/main" id="{1CA3743D-1DB2-D4DB-A060-28CA1842BD9F}"/>
              </a:ext>
            </a:extLst>
          </p:cNvPr>
          <p:cNvSpPr>
            <a:spLocks noGrp="1"/>
          </p:cNvSpPr>
          <p:nvPr>
            <p:ph type="ftr" sz="quarter" idx="3"/>
          </p:nvPr>
        </p:nvSpPr>
        <p:spPr/>
        <p:txBody>
          <a:bodyPr/>
          <a:lstStyle/>
          <a:p>
            <a:r>
              <a:rPr lang="en-US"/>
              <a:t>Domont Consulting</a:t>
            </a:r>
            <a:endParaRPr lang="en-US" dirty="0"/>
          </a:p>
        </p:txBody>
      </p:sp>
      <p:sp>
        <p:nvSpPr>
          <p:cNvPr id="6" name="Slide Number Placeholder 5">
            <a:extLst>
              <a:ext uri="{FF2B5EF4-FFF2-40B4-BE49-F238E27FC236}">
                <a16:creationId xmlns:a16="http://schemas.microsoft.com/office/drawing/2014/main" id="{00BB8D66-F496-046E-907D-ACDB868B5305}"/>
              </a:ext>
            </a:extLst>
          </p:cNvPr>
          <p:cNvSpPr>
            <a:spLocks noGrp="1"/>
          </p:cNvSpPr>
          <p:nvPr>
            <p:ph type="sldNum" sz="quarter" idx="4"/>
          </p:nvPr>
        </p:nvSpPr>
        <p:spPr/>
        <p:txBody>
          <a:bodyPr/>
          <a:lstStyle/>
          <a:p>
            <a:fld id="{37F5C94B-8C55-478B-B509-BAE6A06B2E2A}" type="slidenum">
              <a:rPr lang="en-US" smtClean="0"/>
              <a:pPr/>
              <a:t>19</a:t>
            </a:fld>
            <a:endParaRPr lang="en-US" dirty="0"/>
          </a:p>
        </p:txBody>
      </p:sp>
    </p:spTree>
    <p:extLst>
      <p:ext uri="{BB962C8B-B14F-4D97-AF65-F5344CB8AC3E}">
        <p14:creationId xmlns:p14="http://schemas.microsoft.com/office/powerpoint/2010/main" val="1534399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4BA8F5-D233-6F88-C267-EBFA42ECB72D}"/>
              </a:ext>
            </a:extLst>
          </p:cNvPr>
          <p:cNvPicPr>
            <a:picLocks noChangeAspect="1"/>
          </p:cNvPicPr>
          <p:nvPr/>
        </p:nvPicPr>
        <p:blipFill>
          <a:blip r:embed="rId5"/>
          <a:stretch>
            <a:fillRect/>
          </a:stretch>
        </p:blipFill>
        <p:spPr>
          <a:xfrm>
            <a:off x="3568900" y="3172775"/>
            <a:ext cx="4717062" cy="1087968"/>
          </a:xfrm>
          <a:prstGeom prst="rect">
            <a:avLst/>
          </a:prstGeom>
        </p:spPr>
      </p:pic>
      <p:graphicFrame>
        <p:nvGraphicFramePr>
          <p:cNvPr id="6" name="Object 5" hidden="1">
            <a:extLst>
              <a:ext uri="{FF2B5EF4-FFF2-40B4-BE49-F238E27FC236}">
                <a16:creationId xmlns:a16="http://schemas.microsoft.com/office/drawing/2014/main" id="{A832FE54-3FF5-4B4C-8DBC-DAAD65190EAA}"/>
              </a:ext>
            </a:extLst>
          </p:cNvPr>
          <p:cNvGraphicFramePr>
            <a:graphicFrameLocks noChangeAspect="1"/>
          </p:cNvGraphicFramePr>
          <p:nvPr>
            <p:custDataLst>
              <p:tags r:id="rId1"/>
            </p:custDataLst>
            <p:extLst>
              <p:ext uri="{D42A27DB-BD31-4B8C-83A1-F6EECF244321}">
                <p14:modId xmlns:p14="http://schemas.microsoft.com/office/powerpoint/2010/main" val="3009427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4" imgH="344" progId="TCLayout.ActiveDocument.1">
                  <p:embed/>
                </p:oleObj>
              </mc:Choice>
              <mc:Fallback>
                <p:oleObj name="think-cell Slide" r:id="rId6" imgW="344" imgH="344" progId="TCLayout.ActiveDocument.1">
                  <p:embed/>
                  <p:pic>
                    <p:nvPicPr>
                      <p:cNvPr id="6" name="Object 5" hidden="1">
                        <a:extLst>
                          <a:ext uri="{FF2B5EF4-FFF2-40B4-BE49-F238E27FC236}">
                            <a16:creationId xmlns:a16="http://schemas.microsoft.com/office/drawing/2014/main" id="{A832FE54-3FF5-4B4C-8DBC-DAAD65190EAA}"/>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D9313AF4-C8B1-42E4-ACB5-22D9C13E370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latin typeface="+mn-lt"/>
              </a:rPr>
              <a:t>This was just a small preview.</a:t>
            </a:r>
          </a:p>
        </p:txBody>
      </p:sp>
      <p:sp>
        <p:nvSpPr>
          <p:cNvPr id="11" name="TextBox 10">
            <a:extLst>
              <a:ext uri="{FF2B5EF4-FFF2-40B4-BE49-F238E27FC236}">
                <a16:creationId xmlns:a16="http://schemas.microsoft.com/office/drawing/2014/main" id="{6F4EE5F8-9590-D51A-8C97-146730CFCC30}"/>
              </a:ext>
            </a:extLst>
          </p:cNvPr>
          <p:cNvSpPr txBox="1"/>
          <p:nvPr/>
        </p:nvSpPr>
        <p:spPr>
          <a:xfrm>
            <a:off x="4077852" y="4302860"/>
            <a:ext cx="3672164" cy="369332"/>
          </a:xfrm>
          <a:prstGeom prst="rect">
            <a:avLst/>
          </a:prstGeom>
          <a:noFill/>
        </p:spPr>
        <p:txBody>
          <a:bodyPr wrap="square" rtlCol="0">
            <a:spAutoFit/>
          </a:bodyPr>
          <a:lstStyle/>
          <a:p>
            <a:pPr algn="ctr"/>
            <a:r>
              <a:rPr lang="en-US" dirty="0">
                <a:solidFill>
                  <a:srgbClr val="00B0F0"/>
                </a:solidFill>
                <a:hlinkClick r:id="rId8"/>
              </a:rPr>
              <a:t>www.domontconsulting.com</a:t>
            </a:r>
            <a:r>
              <a:rPr lang="en-US" dirty="0">
                <a:solidFill>
                  <a:srgbClr val="00B0F0"/>
                </a:solidFill>
              </a:rPr>
              <a:t> </a:t>
            </a:r>
          </a:p>
        </p:txBody>
      </p:sp>
    </p:spTree>
    <p:extLst>
      <p:ext uri="{BB962C8B-B14F-4D97-AF65-F5344CB8AC3E}">
        <p14:creationId xmlns:p14="http://schemas.microsoft.com/office/powerpoint/2010/main" val="28538064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22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1.00000000000000000000E+00&quot;&gt;&lt;m_msothmcolidx val=&quot;0&quot;/&gt;&lt;m_rgb r=&quot;FF&quot; g=&quot;8E&quot; b=&quot;8D&quot;/&gt;&lt;/elem&gt;&lt;elem m_fUsage=&quot;9.00000000000000022204E-01&quot;&gt;&lt;m_msothmcolidx val=&quot;0&quot;/&gt;&lt;m_rgb r=&quot;B5&quot; g=&quot;ED&quot; b=&quot;A1&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IJhBuMYoa_dtSDYHoSM8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dlrBXLfPuxm3QOk.BDCf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AnwK67_QdSVJ7YThQkGN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SMART" val="&lt;smart xmlns:xsd=&quot;http://www.w3.org/2001/XMLSchema&quot; xmlns:xsi=&quot;http://www.w3.org/2001/XMLSchema-instance&quot;&gt;&lt;shapeSettings id=&quot;1cd92189-9962-4eec-b9b3-8072e185b66d&quot; isFootnotesShape=&quot;false&quot;&gt;&lt;infographic currentState=&quot;0&quot; isInfographic=&quot;true&quot; state=&quot;0&quot; stateCount=&quot;5&quot; /&gt;&lt;/shapeSettings&gt;&lt;/smart&gt;"/>
</p:tagLst>
</file>

<file path=ppt/tags/tag18.xml><?xml version="1.0" encoding="utf-8"?>
<p:tagLst xmlns:a="http://schemas.openxmlformats.org/drawingml/2006/main" xmlns:r="http://schemas.openxmlformats.org/officeDocument/2006/relationships" xmlns:p="http://schemas.openxmlformats.org/presentationml/2006/main">
  <p:tag name="SMART" val="&lt;smart xmlns:xsd=&quot;http://www.w3.org/2001/XMLSchema&quot; xmlns:xsi=&quot;http://www.w3.org/2001/XMLSchema-instance&quot;&gt;&lt;shapeSettings id=&quot;9aacb69d-a390-4ebe-9d98-e7dbcb31c3a6&quot; isFootnotesShape=&quot;false&quot;&gt;&lt;infographic currentState=&quot;1&quot; isInfographic=&quot;true&quot; state=&quot;0&quot; stateCount=&quot;5&quot; /&gt;&lt;/shapeSettings&gt;&lt;/smart&gt;"/>
</p:tagLst>
</file>

<file path=ppt/tags/tag19.xml><?xml version="1.0" encoding="utf-8"?>
<p:tagLst xmlns:a="http://schemas.openxmlformats.org/drawingml/2006/main" xmlns:r="http://schemas.openxmlformats.org/officeDocument/2006/relationships" xmlns:p="http://schemas.openxmlformats.org/presentationml/2006/main">
  <p:tag name="SMART" val="&lt;smart xmlns:xsd=&quot;http://www.w3.org/2001/XMLSchema&quot; xmlns:xsi=&quot;http://www.w3.org/2001/XMLSchema-instance&quot;&gt;&lt;shapeSettings id=&quot;2772f7b7-be88-471f-a861-02f2302a69d7&quot; isFootnotesShape=&quot;false&quot;&gt;&lt;infographic currentState=&quot;2&quot; isInfographic=&quot;true&quot; state=&quot;0&quot; stateCount=&quot;5&quot; /&gt;&lt;/shapeSettings&gt;&lt;/smart&gt;"/>
</p:tagLst>
</file>

<file path=ppt/tags/tag20.xml><?xml version="1.0" encoding="utf-8"?>
<p:tagLst xmlns:a="http://schemas.openxmlformats.org/drawingml/2006/main" xmlns:r="http://schemas.openxmlformats.org/officeDocument/2006/relationships" xmlns:p="http://schemas.openxmlformats.org/presentationml/2006/main">
  <p:tag name="SMART" val="&lt;smart xmlns:xsd=&quot;http://www.w3.org/2001/XMLSchema&quot; xmlns:xsi=&quot;http://www.w3.org/2001/XMLSchema-instance&quot;&gt;&lt;shapeSettings id=&quot;03036eb6-247c-4710-bccb-4e83d6dd5355&quot; isFootnotesShape=&quot;false&quot;&gt;&lt;infographic currentState=&quot;3&quot; isInfographic=&quot;true&quot; state=&quot;0&quot; stateCount=&quot;5&quot; /&gt;&lt;/shapeSettings&gt;&lt;/smart&gt;"/>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wj.iSK5KMEqZxxkJ0hJH5Q"/>
  <p:tag name="SMART" val="&lt;smart xmlns:xsi=&quot;http://www.w3.org/2001/XMLSchema-instance&quot; xmlns:xsd=&quot;http://www.w3.org/2001/XMLSchema&quot;&gt;&lt;shapeSettings id=&quot;496c8e60-14f7-4a71-b0e1-19155135ec57&quot; markerRow=&quot;-1&quot;&gt;&lt;infographic isInfographic=&quot;false&quot; state=&quot;0&quot; /&gt;&lt;/shapeSettings&gt;&lt;/smart&gt;"/>
</p:tagLst>
</file>

<file path=ppt/tags/tag22.xml><?xml version="1.0" encoding="utf-8"?>
<p:tagLst xmlns:a="http://schemas.openxmlformats.org/drawingml/2006/main" xmlns:r="http://schemas.openxmlformats.org/officeDocument/2006/relationships" xmlns:p="http://schemas.openxmlformats.org/presentationml/2006/main">
  <p:tag name="SMART" val="&lt;smart xmlns:xsi=&quot;http://www.w3.org/2001/XMLSchema-instance&quot; xmlns:xsd=&quot;http://www.w3.org/2001/XMLSchema&quot;&gt;&lt;shapeSettings id=&quot;5847503b-ca02-47a5-a1e4-1d8840791e9f&quot; markerRow=&quot;-1&quot;&gt;&lt;infographic isInfographic=&quot;false&quot; state=&quot;1&quot; stateCount=&quot;0&quot; currentState=&quot;0&quot; /&gt;&lt;/shapeSettings&gt;&lt;/smart&gt;"/>
</p:tagLst>
</file>

<file path=ppt/tags/tag23.xml><?xml version="1.0" encoding="utf-8"?>
<p:tagLst xmlns:a="http://schemas.openxmlformats.org/drawingml/2006/main" xmlns:r="http://schemas.openxmlformats.org/officeDocument/2006/relationships" xmlns:p="http://schemas.openxmlformats.org/presentationml/2006/main">
  <p:tag name="SMART" val="&lt;smart xmlns:xsi=&quot;http://www.w3.org/2001/XMLSchema-instance&quot; xmlns:xsd=&quot;http://www.w3.org/2001/XMLSchema&quot;&gt;&lt;shapeSettings id=&quot;1e903f11-a59f-42e7-8693-f1dfddfeb18f&quot; markerRow=&quot;-1&quot;&gt;&lt;infographic isInfographic=&quot;false&quot; state=&quot;2&quot; stateCount=&quot;0&quot; currentState=&quot;0&quot; /&gt;&lt;/shapeSettings&gt;&lt;/smart&gt;"/>
</p:tagLst>
</file>

<file path=ppt/tags/tag24.xml><?xml version="1.0" encoding="utf-8"?>
<p:tagLst xmlns:a="http://schemas.openxmlformats.org/drawingml/2006/main" xmlns:r="http://schemas.openxmlformats.org/officeDocument/2006/relationships" xmlns:p="http://schemas.openxmlformats.org/presentationml/2006/main">
  <p:tag name="SMART" val="&lt;smart xmlns:xsi=&quot;http://www.w3.org/2001/XMLSchema-instance&quot; xmlns:xsd=&quot;http://www.w3.org/2001/XMLSchema&quot;&gt;&lt;shapeSettings id=&quot;7aa7b5ab-1981-4bb8-932a-d1f65ed1f2e3&quot; markerRow=&quot;-1&quot;&gt;&lt;infographic isInfographic=&quot;false&quot; state=&quot;3&quot; stateCount=&quot;0&quot; currentState=&quot;0&quot; /&gt;&lt;/shapeSettings&gt;&lt;/smart&gt;"/>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_7UVWCci20yZqyfwD_m7tg"/>
  <p:tag name="SMART" val="&lt;smart xmlns:xsi=&quot;http://www.w3.org/2001/XMLSchema-instance&quot; xmlns:xsd=&quot;http://www.w3.org/2001/XMLSchema&quot;&gt;&lt;shapeSettings id=&quot;60a828ba-548a-40d7-81fd-a32cc91db821&quot; markerRow=&quot;-1&quot;&gt;&lt;infographic isInfographic=&quot;false&quot; state=&quot;4&quot; /&gt;&lt;/shapeSettings&gt;&lt;/smart&gt;"/>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_Xayv.N2p0u39mNEoCDCeA"/>
  <p:tag name="SMART" val="&lt;smart xmlns:xsi=&quot;http://www.w3.org/2001/XMLSchema-instance&quot; xmlns:xsd=&quot;http://www.w3.org/2001/XMLSchema&quot;&gt;&lt;shapeSettings id=&quot;6f6f2619-46ef-4a8a-8d9e-0967638cb863&quot; markerRow=&quot;-1&quot;&gt;&lt;infographic isInfographic=&quot;false&quot; state=&quot;3&quot; /&gt;&lt;/shapeSettings&gt;&lt;/smart&gt;"/>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XZ1qJ7f7UWRaLhUhjpIgg"/>
  <p:tag name="SMART" val="&lt;smart xmlns:xsi=&quot;http://www.w3.org/2001/XMLSchema-instance&quot; xmlns:xsd=&quot;http://www.w3.org/2001/XMLSchema&quot;&gt;&lt;shapeSettings id=&quot;de93fc73-7e1c-40ad-8886-05312c4c1392&quot; markerRow=&quot;-1&quot;&gt;&lt;infographic isInfographic=&quot;false&quot; state=&quot;3&quot; /&gt;&lt;/shapeSettings&gt;&lt;/smart&gt;"/>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Lzqr_21hGUqmzI3KmGul2Q"/>
  <p:tag name="SMART" val="&lt;smart xmlns:xsi=&quot;http://www.w3.org/2001/XMLSchema-instance&quot; xmlns:xsd=&quot;http://www.w3.org/2001/XMLSchema&quot;&gt;&lt;shapeSettings id=&quot;65fd38b7-83e4-490b-ac51-33c301305b7a&quot; markerRow=&quot;-1&quot;&gt;&lt;infographic isInfographic=&quot;false&quot; state=&quot;2&quot; /&gt;&lt;/shapeSettings&gt;&lt;/smart&gt;"/>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qzyRdcaU_0yOgOl2DhiuUA"/>
  <p:tag name="SMART" val="&lt;smart xmlns:xsi=&quot;http://www.w3.org/2001/XMLSchema-instance&quot; xmlns:xsd=&quot;http://www.w3.org/2001/XMLSchema&quot;&gt;&lt;shapeSettings id=&quot;c7620c3c-0fed-4d6f-bee4-5f6f30ca8be3&quot; markerRow=&quot;-1&quot;&gt;&lt;infographic isInfographic=&quot;false&quot; state=&quot;2&quot; /&gt;&lt;/shapeSettings&gt;&lt;/smart&gt;"/>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SHSqenr1ykWwgVxK5Ulu3g"/>
  <p:tag name="SMART" val="&lt;smart xmlns:xsi=&quot;http://www.w3.org/2001/XMLSchema-instance&quot; xmlns:xsd=&quot;http://www.w3.org/2001/XMLSchema&quot;&gt;&lt;shapeSettings id=&quot;028a8dc7-ba89-4d09-be5f-a5cb565ffd23&quot; markerRow=&quot;-1&quot;&gt;&lt;infographic isInfographic=&quot;false&quot; state=&quot;1&quot; /&gt;&lt;/shapeSettings&gt;&lt;/smart&gt;"/>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bPSmi0XPFESqjIYpo7naOQ"/>
  <p:tag name="SMART" val="&lt;smart xmlns:xsi=&quot;http://www.w3.org/2001/XMLSchema-instance&quot; xmlns:xsd=&quot;http://www.w3.org/2001/XMLSchema&quot;&gt;&lt;shapeSettings id=&quot;356e624c-a189-4430-9cdf-85670959c522&quot; markerRow=&quot;-1&quot;&gt;&lt;infographic isInfographic=&quot;false&quot; state=&quot;1&quot; /&gt;&lt;/shapeSettings&gt;&lt;/smart&gt;"/>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wj.iSK5KMEqZxxkJ0hJH5Q"/>
  <p:tag name="SMART" val="&lt;smart xmlns:xsi=&quot;http://www.w3.org/2001/XMLSchema-instance&quot; xmlns:xsd=&quot;http://www.w3.org/2001/XMLSchema&quot;&gt;&lt;shapeSettings id=&quot;496c8e60-14f7-4a71-b0e1-19155135ec57&quot; markerRow=&quot;-1&quot;&gt;&lt;infographic isInfographic=&quot;false&quot; state=&quot;0&quot; /&gt;&lt;/shapeSettings&gt;&lt;/smart&gt;"/>
</p:tagLst>
</file>

<file path=ppt/tags/tag33.xml><?xml version="1.0" encoding="utf-8"?>
<p:tagLst xmlns:a="http://schemas.openxmlformats.org/drawingml/2006/main" xmlns:r="http://schemas.openxmlformats.org/officeDocument/2006/relationships" xmlns:p="http://schemas.openxmlformats.org/presentationml/2006/main">
  <p:tag name="SMART" val="&lt;smart xmlns:xsi=&quot;http://www.w3.org/2001/XMLSchema-instance&quot; xmlns:xsd=&quot;http://www.w3.org/2001/XMLSchema&quot;&gt;&lt;shapeSettings id=&quot;5847503b-ca02-47a5-a1e4-1d8840791e9f&quot; markerRow=&quot;-1&quot;&gt;&lt;infographic isInfographic=&quot;false&quot; state=&quot;1&quot; stateCount=&quot;0&quot; currentState=&quot;0&quot; /&gt;&lt;/shapeSettings&gt;&lt;/smart&gt;"/>
</p:tagLst>
</file>

<file path=ppt/tags/tag34.xml><?xml version="1.0" encoding="utf-8"?>
<p:tagLst xmlns:a="http://schemas.openxmlformats.org/drawingml/2006/main" xmlns:r="http://schemas.openxmlformats.org/officeDocument/2006/relationships" xmlns:p="http://schemas.openxmlformats.org/presentationml/2006/main">
  <p:tag name="SMART" val="&lt;smart xmlns:xsi=&quot;http://www.w3.org/2001/XMLSchema-instance&quot; xmlns:xsd=&quot;http://www.w3.org/2001/XMLSchema&quot;&gt;&lt;shapeSettings id=&quot;1e903f11-a59f-42e7-8693-f1dfddfeb18f&quot; markerRow=&quot;-1&quot;&gt;&lt;infographic isInfographic=&quot;false&quot; state=&quot;2&quot; stateCount=&quot;0&quot; currentState=&quot;0&quot; /&gt;&lt;/shapeSettings&gt;&lt;/smart&gt;"/>
</p:tagLst>
</file>

<file path=ppt/tags/tag35.xml><?xml version="1.0" encoding="utf-8"?>
<p:tagLst xmlns:a="http://schemas.openxmlformats.org/drawingml/2006/main" xmlns:r="http://schemas.openxmlformats.org/officeDocument/2006/relationships" xmlns:p="http://schemas.openxmlformats.org/presentationml/2006/main">
  <p:tag name="SMART" val="&lt;smart xmlns:xsi=&quot;http://www.w3.org/2001/XMLSchema-instance&quot; xmlns:xsd=&quot;http://www.w3.org/2001/XMLSchema&quot;&gt;&lt;shapeSettings id=&quot;7aa7b5ab-1981-4bb8-932a-d1f65ed1f2e3&quot; markerRow=&quot;-1&quot;&gt;&lt;infographic isInfographic=&quot;false&quot; state=&quot;3&quot; stateCount=&quot;0&quot; currentState=&quot;0&quot; /&gt;&lt;/shapeSettings&gt;&lt;/smart&gt;"/>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_7UVWCci20yZqyfwD_m7tg"/>
  <p:tag name="SMART" val="&lt;smart xmlns:xsi=&quot;http://www.w3.org/2001/XMLSchema-instance&quot; xmlns:xsd=&quot;http://www.w3.org/2001/XMLSchema&quot;&gt;&lt;shapeSettings id=&quot;60a828ba-548a-40d7-81fd-a32cc91db821&quot; markerRow=&quot;-1&quot;&gt;&lt;infographic isInfographic=&quot;false&quot; state=&quot;4&quot; /&gt;&lt;/shapeSettings&gt;&lt;/smart&gt;"/>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_Xayv.N2p0u39mNEoCDCeA"/>
  <p:tag name="SMART" val="&lt;smart xmlns:xsi=&quot;http://www.w3.org/2001/XMLSchema-instance&quot; xmlns:xsd=&quot;http://www.w3.org/2001/XMLSchema&quot;&gt;&lt;shapeSettings id=&quot;6f6f2619-46ef-4a8a-8d9e-0967638cb863&quot; markerRow=&quot;-1&quot;&gt;&lt;infographic isInfographic=&quot;false&quot; state=&quot;3&quot; /&gt;&lt;/shapeSettings&gt;&lt;/smart&gt;"/>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XZ1qJ7f7UWRaLhUhjpIgg"/>
  <p:tag name="SMART" val="&lt;smart xmlns:xsi=&quot;http://www.w3.org/2001/XMLSchema-instance&quot; xmlns:xsd=&quot;http://www.w3.org/2001/XMLSchema&quot;&gt;&lt;shapeSettings id=&quot;de93fc73-7e1c-40ad-8886-05312c4c1392&quot; markerRow=&quot;-1&quot;&gt;&lt;infographic isInfographic=&quot;false&quot; state=&quot;3&quot; /&gt;&lt;/shapeSettings&gt;&lt;/smart&gt;"/>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Lzqr_21hGUqmzI3KmGul2Q"/>
  <p:tag name="SMART" val="&lt;smart xmlns:xsi=&quot;http://www.w3.org/2001/XMLSchema-instance&quot; xmlns:xsd=&quot;http://www.w3.org/2001/XMLSchema&quot;&gt;&lt;shapeSettings id=&quot;65fd38b7-83e4-490b-ac51-33c301305b7a&quot; markerRow=&quot;-1&quot;&gt;&lt;infographic isInfographic=&quot;false&quot; state=&quot;2&quot; /&gt;&lt;/shapeSettings&gt;&lt;/smart&gt;"/>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qzyRdcaU_0yOgOl2DhiuUA"/>
  <p:tag name="SMART" val="&lt;smart xmlns:xsi=&quot;http://www.w3.org/2001/XMLSchema-instance&quot; xmlns:xsd=&quot;http://www.w3.org/2001/XMLSchema&quot;&gt;&lt;shapeSettings id=&quot;c7620c3c-0fed-4d6f-bee4-5f6f30ca8be3&quot; markerRow=&quot;-1&quot;&gt;&lt;infographic isInfographic=&quot;false&quot; state=&quot;2&quot; /&gt;&lt;/shapeSettings&gt;&lt;/smart&gt;"/>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SHSqenr1ykWwgVxK5Ulu3g"/>
  <p:tag name="SMART" val="&lt;smart xmlns:xsi=&quot;http://www.w3.org/2001/XMLSchema-instance&quot; xmlns:xsd=&quot;http://www.w3.org/2001/XMLSchema&quot;&gt;&lt;shapeSettings id=&quot;028a8dc7-ba89-4d09-be5f-a5cb565ffd23&quot; markerRow=&quot;-1&quot;&gt;&lt;infographic isInfographic=&quot;false&quot; state=&quot;1&quot; /&gt;&lt;/shapeSettings&gt;&lt;/smart&gt;"/>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bPSmi0XPFESqjIYpo7naOQ"/>
  <p:tag name="SMART" val="&lt;smart xmlns:xsi=&quot;http://www.w3.org/2001/XMLSchema-instance&quot; xmlns:xsd=&quot;http://www.w3.org/2001/XMLSchema&quot;&gt;&lt;shapeSettings id=&quot;356e624c-a189-4430-9cdf-85670959c522&quot; markerRow=&quot;-1&quot;&gt;&lt;infographic isInfographic=&quot;false&quot; state=&quot;1&quot; /&gt;&lt;/shapeSettings&gt;&lt;/smart&gt;"/>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wj.iSK5KMEqZxxkJ0hJH5Q"/>
  <p:tag name="SMART" val="&lt;smart xmlns:xsi=&quot;http://www.w3.org/2001/XMLSchema-instance&quot; xmlns:xsd=&quot;http://www.w3.org/2001/XMLSchema&quot;&gt;&lt;shapeSettings id=&quot;496c8e60-14f7-4a71-b0e1-19155135ec57&quot; markerRow=&quot;-1&quot;&gt;&lt;infographic isInfographic=&quot;false&quot; state=&quot;0&quot; /&gt;&lt;/shapeSettings&gt;&lt;/smart&gt;"/>
</p:tagLst>
</file>

<file path=ppt/tags/tag44.xml><?xml version="1.0" encoding="utf-8"?>
<p:tagLst xmlns:a="http://schemas.openxmlformats.org/drawingml/2006/main" xmlns:r="http://schemas.openxmlformats.org/officeDocument/2006/relationships" xmlns:p="http://schemas.openxmlformats.org/presentationml/2006/main">
  <p:tag name="SMART" val="&lt;smart xmlns:xsi=&quot;http://www.w3.org/2001/XMLSchema-instance&quot; xmlns:xsd=&quot;http://www.w3.org/2001/XMLSchema&quot;&gt;&lt;shapeSettings id=&quot;5847503b-ca02-47a5-a1e4-1d8840791e9f&quot; markerRow=&quot;-1&quot;&gt;&lt;infographic isInfographic=&quot;false&quot; state=&quot;1&quot; stateCount=&quot;0&quot; currentState=&quot;0&quot; /&gt;&lt;/shapeSettings&gt;&lt;/smart&gt;"/>
</p:tagLst>
</file>

<file path=ppt/tags/tag45.xml><?xml version="1.0" encoding="utf-8"?>
<p:tagLst xmlns:a="http://schemas.openxmlformats.org/drawingml/2006/main" xmlns:r="http://schemas.openxmlformats.org/officeDocument/2006/relationships" xmlns:p="http://schemas.openxmlformats.org/presentationml/2006/main">
  <p:tag name="SMART" val="&lt;smart xmlns:xsi=&quot;http://www.w3.org/2001/XMLSchema-instance&quot; xmlns:xsd=&quot;http://www.w3.org/2001/XMLSchema&quot;&gt;&lt;shapeSettings id=&quot;1e903f11-a59f-42e7-8693-f1dfddfeb18f&quot; markerRow=&quot;-1&quot;&gt;&lt;infographic isInfographic=&quot;false&quot; state=&quot;2&quot; stateCount=&quot;0&quot; currentState=&quot;0&quot; /&gt;&lt;/shapeSettings&gt;&lt;/smart&gt;"/>
</p:tagLst>
</file>

<file path=ppt/tags/tag46.xml><?xml version="1.0" encoding="utf-8"?>
<p:tagLst xmlns:a="http://schemas.openxmlformats.org/drawingml/2006/main" xmlns:r="http://schemas.openxmlformats.org/officeDocument/2006/relationships" xmlns:p="http://schemas.openxmlformats.org/presentationml/2006/main">
  <p:tag name="SMART" val="&lt;smart xmlns:xsi=&quot;http://www.w3.org/2001/XMLSchema-instance&quot; xmlns:xsd=&quot;http://www.w3.org/2001/XMLSchema&quot;&gt;&lt;shapeSettings id=&quot;7aa7b5ab-1981-4bb8-932a-d1f65ed1f2e3&quot; markerRow=&quot;-1&quot;&gt;&lt;infographic isInfographic=&quot;false&quot; state=&quot;3&quot; stateCount=&quot;0&quot; currentState=&quot;0&quot; /&gt;&lt;/shapeSettings&gt;&lt;/smart&gt;"/>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_7UVWCci20yZqyfwD_m7tg"/>
  <p:tag name="SMART" val="&lt;smart xmlns:xsi=&quot;http://www.w3.org/2001/XMLSchema-instance&quot; xmlns:xsd=&quot;http://www.w3.org/2001/XMLSchema&quot;&gt;&lt;shapeSettings id=&quot;60a828ba-548a-40d7-81fd-a32cc91db821&quot; markerRow=&quot;-1&quot;&gt;&lt;infographic isInfographic=&quot;false&quot; state=&quot;4&quot; /&gt;&lt;/shapeSettings&gt;&lt;/smart&gt;"/>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_Xayv.N2p0u39mNEoCDCeA"/>
  <p:tag name="SMART" val="&lt;smart xmlns:xsi=&quot;http://www.w3.org/2001/XMLSchema-instance&quot; xmlns:xsd=&quot;http://www.w3.org/2001/XMLSchema&quot;&gt;&lt;shapeSettings id=&quot;6f6f2619-46ef-4a8a-8d9e-0967638cb863&quot; markerRow=&quot;-1&quot;&gt;&lt;infographic isInfographic=&quot;false&quot; state=&quot;3&quot; /&gt;&lt;/shapeSettings&gt;&lt;/smart&gt;"/>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XZ1qJ7f7UWRaLhUhjpIgg"/>
  <p:tag name="SMART" val="&lt;smart xmlns:xsi=&quot;http://www.w3.org/2001/XMLSchema-instance&quot; xmlns:xsd=&quot;http://www.w3.org/2001/XMLSchema&quot;&gt;&lt;shapeSettings id=&quot;de93fc73-7e1c-40ad-8886-05312c4c1392&quot; markerRow=&quot;-1&quot;&gt;&lt;infographic isInfographic=&quot;false&quot; state=&quot;3&quot; /&gt;&lt;/shapeSettings&gt;&lt;/smart&gt;"/>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Lzqr_21hGUqmzI3KmGul2Q"/>
  <p:tag name="SMART" val="&lt;smart xmlns:xsi=&quot;http://www.w3.org/2001/XMLSchema-instance&quot; xmlns:xsd=&quot;http://www.w3.org/2001/XMLSchema&quot;&gt;&lt;shapeSettings id=&quot;65fd38b7-83e4-490b-ac51-33c301305b7a&quot; markerRow=&quot;-1&quot;&gt;&lt;infographic isInfographic=&quot;false&quot; state=&quot;2&quot; /&gt;&lt;/shapeSettings&gt;&lt;/smart&gt;"/>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qzyRdcaU_0yOgOl2DhiuUA"/>
  <p:tag name="SMART" val="&lt;smart xmlns:xsi=&quot;http://www.w3.org/2001/XMLSchema-instance&quot; xmlns:xsd=&quot;http://www.w3.org/2001/XMLSchema&quot;&gt;&lt;shapeSettings id=&quot;c7620c3c-0fed-4d6f-bee4-5f6f30ca8be3&quot; markerRow=&quot;-1&quot;&gt;&lt;infographic isInfographic=&quot;false&quot; state=&quot;2&quot; /&gt;&lt;/shapeSettings&gt;&lt;/smart&gt;"/>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SHSqenr1ykWwgVxK5Ulu3g"/>
  <p:tag name="SMART" val="&lt;smart xmlns:xsi=&quot;http://www.w3.org/2001/XMLSchema-instance&quot; xmlns:xsd=&quot;http://www.w3.org/2001/XMLSchema&quot;&gt;&lt;shapeSettings id=&quot;028a8dc7-ba89-4d09-be5f-a5cb565ffd23&quot; markerRow=&quot;-1&quot;&gt;&lt;infographic isInfographic=&quot;false&quot; state=&quot;1&quot; /&gt;&lt;/shapeSettings&gt;&lt;/smart&gt;"/>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bPSmi0XPFESqjIYpo7naOQ"/>
  <p:tag name="SMART" val="&lt;smart xmlns:xsi=&quot;http://www.w3.org/2001/XMLSchema-instance&quot; xmlns:xsd=&quot;http://www.w3.org/2001/XMLSchema&quot;&gt;&lt;shapeSettings id=&quot;356e624c-a189-4430-9cdf-85670959c522&quot; markerRow=&quot;-1&quot;&gt;&lt;infographic isInfographic=&quot;false&quot; state=&quot;1&quot; /&gt;&lt;/shapeSettings&gt;&lt;/smart&gt;"/>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wj.iSK5KMEqZxxkJ0hJH5Q"/>
  <p:tag name="SMART" val="&lt;smart xmlns:xsi=&quot;http://www.w3.org/2001/XMLSchema-instance&quot; xmlns:xsd=&quot;http://www.w3.org/2001/XMLSchema&quot;&gt;&lt;shapeSettings id=&quot;496c8e60-14f7-4a71-b0e1-19155135ec57&quot; markerRow=&quot;-1&quot;&gt;&lt;infographic isInfographic=&quot;false&quot; state=&quot;0&quot; /&gt;&lt;/shapeSettings&gt;&lt;/smart&gt;"/>
</p:tagLst>
</file>

<file path=ppt/tags/tag55.xml><?xml version="1.0" encoding="utf-8"?>
<p:tagLst xmlns:a="http://schemas.openxmlformats.org/drawingml/2006/main" xmlns:r="http://schemas.openxmlformats.org/officeDocument/2006/relationships" xmlns:p="http://schemas.openxmlformats.org/presentationml/2006/main">
  <p:tag name="SMART" val="&lt;smart xmlns:xsi=&quot;http://www.w3.org/2001/XMLSchema-instance&quot; xmlns:xsd=&quot;http://www.w3.org/2001/XMLSchema&quot;&gt;&lt;shapeSettings id=&quot;5847503b-ca02-47a5-a1e4-1d8840791e9f&quot; markerRow=&quot;-1&quot;&gt;&lt;infographic isInfographic=&quot;false&quot; state=&quot;1&quot; stateCount=&quot;0&quot; currentState=&quot;0&quot; /&gt;&lt;/shapeSettings&gt;&lt;/smart&gt;"/>
</p:tagLst>
</file>

<file path=ppt/tags/tag56.xml><?xml version="1.0" encoding="utf-8"?>
<p:tagLst xmlns:a="http://schemas.openxmlformats.org/drawingml/2006/main" xmlns:r="http://schemas.openxmlformats.org/officeDocument/2006/relationships" xmlns:p="http://schemas.openxmlformats.org/presentationml/2006/main">
  <p:tag name="SMART" val="&lt;smart xmlns:xsi=&quot;http://www.w3.org/2001/XMLSchema-instance&quot; xmlns:xsd=&quot;http://www.w3.org/2001/XMLSchema&quot;&gt;&lt;shapeSettings id=&quot;1e903f11-a59f-42e7-8693-f1dfddfeb18f&quot; markerRow=&quot;-1&quot;&gt;&lt;infographic isInfographic=&quot;false&quot; state=&quot;2&quot; stateCount=&quot;0&quot; currentState=&quot;0&quot; /&gt;&lt;/shapeSettings&gt;&lt;/smart&gt;"/>
</p:tagLst>
</file>

<file path=ppt/tags/tag57.xml><?xml version="1.0" encoding="utf-8"?>
<p:tagLst xmlns:a="http://schemas.openxmlformats.org/drawingml/2006/main" xmlns:r="http://schemas.openxmlformats.org/officeDocument/2006/relationships" xmlns:p="http://schemas.openxmlformats.org/presentationml/2006/main">
  <p:tag name="SMART" val="&lt;smart xmlns:xsi=&quot;http://www.w3.org/2001/XMLSchema-instance&quot; xmlns:xsd=&quot;http://www.w3.org/2001/XMLSchema&quot;&gt;&lt;shapeSettings id=&quot;7aa7b5ab-1981-4bb8-932a-d1f65ed1f2e3&quot; markerRow=&quot;-1&quot;&gt;&lt;infographic isInfographic=&quot;false&quot; state=&quot;3&quot; stateCount=&quot;0&quot; currentState=&quot;0&quot; /&gt;&lt;/shapeSettings&gt;&lt;/smart&gt;"/>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_7UVWCci20yZqyfwD_m7tg"/>
  <p:tag name="SMART" val="&lt;smart xmlns:xsi=&quot;http://www.w3.org/2001/XMLSchema-instance&quot; xmlns:xsd=&quot;http://www.w3.org/2001/XMLSchema&quot;&gt;&lt;shapeSettings id=&quot;60a828ba-548a-40d7-81fd-a32cc91db821&quot; markerRow=&quot;-1&quot;&gt;&lt;infographic isInfographic=&quot;false&quot; state=&quot;4&quot; /&gt;&lt;/shapeSettings&gt;&lt;/smart&gt;"/>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_Xayv.N2p0u39mNEoCDCeA"/>
  <p:tag name="SMART" val="&lt;smart xmlns:xsi=&quot;http://www.w3.org/2001/XMLSchema-instance&quot; xmlns:xsd=&quot;http://www.w3.org/2001/XMLSchema&quot;&gt;&lt;shapeSettings id=&quot;6f6f2619-46ef-4a8a-8d9e-0967638cb863&quot; markerRow=&quot;-1&quot;&gt;&lt;infographic isInfographic=&quot;false&quot; state=&quot;3&quot; /&gt;&lt;/shapeSettings&gt;&lt;/smart&gt;"/>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XZ1qJ7f7UWRaLhUhjpIgg"/>
  <p:tag name="SMART" val="&lt;smart xmlns:xsi=&quot;http://www.w3.org/2001/XMLSchema-instance&quot; xmlns:xsd=&quot;http://www.w3.org/2001/XMLSchema&quot;&gt;&lt;shapeSettings id=&quot;de93fc73-7e1c-40ad-8886-05312c4c1392&quot; markerRow=&quot;-1&quot;&gt;&lt;infographic isInfographic=&quot;false&quot; state=&quot;3&quot; /&gt;&lt;/shapeSettings&gt;&lt;/smart&gt;"/>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Lzqr_21hGUqmzI3KmGul2Q"/>
  <p:tag name="SMART" val="&lt;smart xmlns:xsi=&quot;http://www.w3.org/2001/XMLSchema-instance&quot; xmlns:xsd=&quot;http://www.w3.org/2001/XMLSchema&quot;&gt;&lt;shapeSettings id=&quot;65fd38b7-83e4-490b-ac51-33c301305b7a&quot; markerRow=&quot;-1&quot;&gt;&lt;infographic isInfographic=&quot;false&quot; state=&quot;2&quot; /&gt;&lt;/shapeSettings&gt;&lt;/smart&gt;"/>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qzyRdcaU_0yOgOl2DhiuUA"/>
  <p:tag name="SMART" val="&lt;smart xmlns:xsi=&quot;http://www.w3.org/2001/XMLSchema-instance&quot; xmlns:xsd=&quot;http://www.w3.org/2001/XMLSchema&quot;&gt;&lt;shapeSettings id=&quot;c7620c3c-0fed-4d6f-bee4-5f6f30ca8be3&quot; markerRow=&quot;-1&quot;&gt;&lt;infographic isInfographic=&quot;false&quot; state=&quot;2&quot; /&gt;&lt;/shapeSettings&gt;&lt;/smart&gt;"/>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SHSqenr1ykWwgVxK5Ulu3g"/>
  <p:tag name="SMART" val="&lt;smart xmlns:xsi=&quot;http://www.w3.org/2001/XMLSchema-instance&quot; xmlns:xsd=&quot;http://www.w3.org/2001/XMLSchema&quot;&gt;&lt;shapeSettings id=&quot;028a8dc7-ba89-4d09-be5f-a5cb565ffd23&quot; markerRow=&quot;-1&quot;&gt;&lt;infographic isInfographic=&quot;false&quot; state=&quot;1&quot; /&gt;&lt;/shapeSettings&gt;&lt;/smart&gt;"/>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bPSmi0XPFESqjIYpo7naOQ"/>
  <p:tag name="SMART" val="&lt;smart xmlns:xsi=&quot;http://www.w3.org/2001/XMLSchema-instance&quot; xmlns:xsd=&quot;http://www.w3.org/2001/XMLSchema&quot;&gt;&lt;shapeSettings id=&quot;356e624c-a189-4430-9cdf-85670959c522&quot; markerRow=&quot;-1&quot;&gt;&lt;infographic isInfographic=&quot;false&quot; state=&quot;1&quot; /&gt;&lt;/shapeSettings&gt;&lt;/smart&gt;"/>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xfmggtTmw36oq9gTpWkgCA"/>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VHKq_VPuPSX29652KmLx5Q"/>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p4nxGn_MCwAcdcy3EFeBQA"/>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2MvlkWUIY8xqrmFwfVC4Ww"/>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FbTlSwJz7i4R.9kc6gVGeQ"/>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2n4K5Eod7WBwZly9CDzvqA"/>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db81tyoxiTQeaK5K1GFp7g"/>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jQFfxdyjFU.OLrgy6977_w"/>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pQPiT9oI7L0NeKIrIMWEPQ"/>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I60MdHxdZzUvLAc1Q_jaMA"/>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tUuntyJez1CQmuE8TBfvaA"/>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pwxLOCPV1M0yDVVtpiKAYGQ"/>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SoXP1LSJmKysQgoJBj3Qhw"/>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1wLE9WS72SqpZufFKGkeWA"/>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b6OshOgcz1ZkcHGw0AtB7g"/>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RHFj9g7Zy2LthORA4sdbvA"/>
</p:tagLst>
</file>

<file path=ppt/theme/theme1.xml><?xml version="1.0" encoding="utf-8"?>
<a:theme xmlns:a="http://schemas.openxmlformats.org/drawingml/2006/main" name="Domont Consulting 2024">
  <a:themeElements>
    <a:clrScheme name="Custom 1">
      <a:dk1>
        <a:srgbClr val="FFFFFF"/>
      </a:dk1>
      <a:lt1>
        <a:srgbClr val="002060"/>
      </a:lt1>
      <a:dk2>
        <a:srgbClr val="002060"/>
      </a:dk2>
      <a:lt2>
        <a:srgbClr val="002060"/>
      </a:lt2>
      <a:accent1>
        <a:srgbClr val="002060"/>
      </a:accent1>
      <a:accent2>
        <a:srgbClr val="00B0F0"/>
      </a:accent2>
      <a:accent3>
        <a:srgbClr val="00B050"/>
      </a:accent3>
      <a:accent4>
        <a:srgbClr val="92D050"/>
      </a:accent4>
      <a:accent5>
        <a:srgbClr val="FFC000"/>
      </a:accent5>
      <a:accent6>
        <a:srgbClr val="FF0000"/>
      </a:accent6>
      <a:hlink>
        <a:srgbClr val="00B0F0"/>
      </a:hlink>
      <a:folHlink>
        <a:srgbClr val="00B0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heme3" id="{7D1C7C3E-DDBB-4A1D-8861-A10BD3664B8D}" vid="{E1945AC1-AF09-43B9-95F3-8037580443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0072C5-DDE0-4258-BA7A-4D4B80DFA63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EE8C63A-4744-4DE4-BB49-0FF0B5375C6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7421</TotalTime>
  <Words>1987</Words>
  <Application>Microsoft Office PowerPoint</Application>
  <PresentationFormat>Widescreen</PresentationFormat>
  <Paragraphs>283</Paragraphs>
  <Slides>20</Slides>
  <Notes>15</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31" baseType="lpstr">
      <vt:lpstr>ＭＳ Ｐゴシック</vt:lpstr>
      <vt:lpstr>Arial</vt:lpstr>
      <vt:lpstr>Arial (Body)</vt:lpstr>
      <vt:lpstr>Calibri</vt:lpstr>
      <vt:lpstr>Helvetica</vt:lpstr>
      <vt:lpstr>Lato Light</vt:lpstr>
      <vt:lpstr>Segoe UI</vt:lpstr>
      <vt:lpstr>Times New Roman</vt:lpstr>
      <vt:lpstr>Verdana</vt:lpstr>
      <vt:lpstr>Domont Consulting 2024</vt:lpstr>
      <vt:lpstr>think-cell Slide</vt:lpstr>
      <vt:lpstr>PowerPoint Presentation</vt:lpstr>
      <vt:lpstr>PowerPoint Presentation</vt:lpstr>
      <vt:lpstr>Introduction</vt:lpstr>
      <vt:lpstr>Context: The journey of transforming an innovative idea into a successful business involves navigating through several critical stages</vt:lpstr>
      <vt:lpstr>Problem: More than 80% of new businesses fail</vt:lpstr>
      <vt:lpstr>Solution: Our consulting firm created the Business Plan and Entrepreneurship Toolkit to help you build, run, and scale your business</vt:lpstr>
      <vt:lpstr>Our Toolkit will help you fulfill multiple objectives</vt:lpstr>
      <vt:lpstr>Video demonstration of the Business Plan and Entrepreneurship Toolkit</vt:lpstr>
      <vt:lpstr>The Toolkit includes an 8-phase approach that we have built and refined over the past 20 years through constant trial and error</vt:lpstr>
      <vt:lpstr>Our approach is iterative, with past phases that will have to be updated based on data and insights collected during future phases</vt:lpstr>
      <vt:lpstr>Small preview of phase 1, 2 and 3</vt:lpstr>
      <vt:lpstr>Small preview of phase 4 and 5</vt:lpstr>
      <vt:lpstr>Small preview of phase 6, 7 and 8</vt:lpstr>
      <vt:lpstr>The Toolkit includes multiple PowerPoint slides, Excel sheets and Video training that you can download on your device immediately after purchase</vt:lpstr>
      <vt:lpstr>Our Management Consulting Toolkits include 9 key benefits</vt:lpstr>
      <vt:lpstr>What our clients say about our Toolkits</vt:lpstr>
      <vt:lpstr>Join 200,000+ Executives, Consultants &amp; Entrepreneurs leveraging our Toolkits to improve the performance of their organization</vt:lpstr>
      <vt:lpstr>Interested in more than 1 Toolkit? Access all our Toolkits for half the price with our Gold Access</vt:lpstr>
      <vt:lpstr>Need additional help? Send us a brief and we’ll find you the right talent from our network of 500+ tier-1 Management Consultants</vt:lpstr>
      <vt:lpstr>This was just a small preview.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PowerPoint</dc:title>
  <dc:creator>Aurelien Dom</dc:creator>
  <cp:keywords/>
  <cp:lastModifiedBy>Aurelien Domont</cp:lastModifiedBy>
  <cp:revision>257</cp:revision>
  <dcterms:created xsi:type="dcterms:W3CDTF">2020-07-08T04:44:55Z</dcterms:created>
  <dcterms:modified xsi:type="dcterms:W3CDTF">2025-06-25T03:28:45Z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