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notesSlides/notesSlide5.xml" ContentType="application/vnd.openxmlformats-officedocument.presentationml.notesSlide+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8.xml" ContentType="application/vnd.openxmlformats-officedocument.presentationml.notesSlide+xml"/>
  <Override PartName="/ppt/tags/tag22.xml" ContentType="application/vnd.openxmlformats-officedocument.presentationml.tags+xml"/>
  <Override PartName="/ppt/notesSlides/notesSlide9.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1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11.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3.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4.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5.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7"/>
  </p:notesMasterIdLst>
  <p:handoutMasterIdLst>
    <p:handoutMasterId r:id="rId28"/>
  </p:handoutMasterIdLst>
  <p:sldIdLst>
    <p:sldId id="3381" r:id="rId5"/>
    <p:sldId id="538" r:id="rId6"/>
    <p:sldId id="3289" r:id="rId7"/>
    <p:sldId id="2893" r:id="rId8"/>
    <p:sldId id="2403" r:id="rId9"/>
    <p:sldId id="2489" r:id="rId10"/>
    <p:sldId id="2894" r:id="rId11"/>
    <p:sldId id="2560" r:id="rId12"/>
    <p:sldId id="2162" r:id="rId13"/>
    <p:sldId id="3377" r:id="rId14"/>
    <p:sldId id="3254" r:id="rId15"/>
    <p:sldId id="3396" r:id="rId16"/>
    <p:sldId id="3397" r:id="rId17"/>
    <p:sldId id="3398" r:id="rId18"/>
    <p:sldId id="3399" r:id="rId19"/>
    <p:sldId id="2338" r:id="rId20"/>
    <p:sldId id="2034" r:id="rId21"/>
    <p:sldId id="3282" r:id="rId22"/>
    <p:sldId id="1711" r:id="rId23"/>
    <p:sldId id="1598" r:id="rId24"/>
    <p:sldId id="2240" r:id="rId25"/>
    <p:sldId id="1600" r:id="rId26"/>
  </p:sldIdLst>
  <p:sldSz cx="12192000" cy="6858000"/>
  <p:notesSz cx="6858000" cy="91440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07A647-356E-4D94-9FE3-66ADA0BB504F}">
          <p14:sldIdLst>
            <p14:sldId id="3381"/>
            <p14:sldId id="538"/>
            <p14:sldId id="3289"/>
            <p14:sldId id="2893"/>
            <p14:sldId id="2403"/>
            <p14:sldId id="2489"/>
            <p14:sldId id="2894"/>
            <p14:sldId id="2560"/>
          </p14:sldIdLst>
        </p14:section>
        <p14:section name="Toolkit overview" id="{F236E09D-F1BA-49AA-851C-9B6FC4C418CC}">
          <p14:sldIdLst>
            <p14:sldId id="2162"/>
            <p14:sldId id="3377"/>
            <p14:sldId id="3254"/>
            <p14:sldId id="3396"/>
            <p14:sldId id="3397"/>
            <p14:sldId id="3398"/>
            <p14:sldId id="3399"/>
            <p14:sldId id="2338"/>
          </p14:sldIdLst>
        </p14:section>
        <p14:section name="Domont Consulting overview" id="{CFC560AE-1A41-4E74-900F-7DB740784DCF}">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30B300-38A0-4CCE-8DE3-A9194CFB8DFA}" v="4" dt="2025-07-02T05:41:26.750"/>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2-02T05:42:32.189" v="27" actId="20577"/>
        <pc:sldMkLst>
          <pc:docMk/>
          <pc:sldMk cId="1209091634" sldId="2338"/>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612D149B-6217-4CE8-B506-13B11F41725F}"/>
    <pc:docChg chg="undo redo custSel addSld delSld modSld sldOrd modMainMaster modSection replTag">
      <pc:chgData name="Aurelien Domont" userId="6da7715ce44349b3" providerId="LiveId" clId="{612D149B-6217-4CE8-B506-13B11F41725F}" dt="2024-03-25T00:18:16.326" v="5693" actId="2696"/>
      <pc:docMkLst>
        <pc:docMk/>
      </pc:docMkLst>
      <pc:sldChg chg="addSp delSp modSp add mod modClrScheme chgLayout">
        <pc:chgData name="Aurelien Domont" userId="6da7715ce44349b3" providerId="LiveId" clId="{612D149B-6217-4CE8-B506-13B11F41725F}" dt="2024-03-25T00:17:43.098" v="3613" actId="790"/>
        <pc:sldMkLst>
          <pc:docMk/>
          <pc:sldMk cId="2321423243" sldId="1578"/>
        </pc:sldMkLst>
      </pc:sldChg>
      <pc:sldChg chg="modSp mod modNotes">
        <pc:chgData name="Aurelien Domont" userId="6da7715ce44349b3" providerId="LiveId" clId="{612D149B-6217-4CE8-B506-13B11F41725F}" dt="2024-03-25T00:17:44.730" v="5610" actId="790"/>
        <pc:sldMkLst>
          <pc:docMk/>
          <pc:sldMk cId="1754585881" sldId="1598"/>
        </pc:sldMkLst>
      </pc:sldChg>
      <pc:sldChg chg="modSp mod modNotes">
        <pc:chgData name="Aurelien Domont" userId="6da7715ce44349b3" providerId="LiveId" clId="{612D149B-6217-4CE8-B506-13B11F41725F}" dt="2024-03-25T00:17:44.736" v="5614" actId="790"/>
        <pc:sldMkLst>
          <pc:docMk/>
          <pc:sldMk cId="2853806433" sldId="1600"/>
        </pc:sldMkLst>
      </pc:sldChg>
      <pc:sldChg chg="modSp mod modNotes">
        <pc:chgData name="Aurelien Domont" userId="6da7715ce44349b3" providerId="LiveId" clId="{612D149B-6217-4CE8-B506-13B11F41725F}" dt="2024-03-25T00:17:44.728" v="5608" actId="790"/>
        <pc:sldMkLst>
          <pc:docMk/>
          <pc:sldMk cId="1252826214" sldId="1711"/>
        </pc:sldMkLst>
      </pc:sldChg>
      <pc:sldChg chg="add del">
        <pc:chgData name="Aurelien Domont" userId="6da7715ce44349b3" providerId="LiveId" clId="{612D149B-6217-4CE8-B506-13B11F41725F}" dt="2024-03-24T23:29:38.321" v="1939"/>
        <pc:sldMkLst>
          <pc:docMk/>
          <pc:sldMk cId="2260287649" sldId="2023"/>
        </pc:sldMkLst>
      </pc:sldChg>
      <pc:sldChg chg="modSp mod modNotes">
        <pc:chgData name="Aurelien Domont" userId="6da7715ce44349b3" providerId="LiveId" clId="{612D149B-6217-4CE8-B506-13B11F41725F}" dt="2024-03-25T00:17:44.726" v="5606" actId="790"/>
        <pc:sldMkLst>
          <pc:docMk/>
          <pc:sldMk cId="3938337455" sldId="2034"/>
        </pc:sldMkLst>
      </pc:sldChg>
      <pc:sldChg chg="modSp mod modNotes">
        <pc:chgData name="Aurelien Domont" userId="6da7715ce44349b3" providerId="LiveId" clId="{612D149B-6217-4CE8-B506-13B11F41725F}" dt="2024-03-25T00:17:44.718" v="5602" actId="790"/>
        <pc:sldMkLst>
          <pc:docMk/>
          <pc:sldMk cId="3272444503" sldId="2162"/>
        </pc:sldMkLst>
      </pc:sldChg>
      <pc:sldChg chg="modSp mod modNotes">
        <pc:chgData name="Aurelien Domont" userId="6da7715ce44349b3" providerId="LiveId" clId="{612D149B-6217-4CE8-B506-13B11F41725F}" dt="2024-03-25T00:17:44.734" v="5612" actId="790"/>
        <pc:sldMkLst>
          <pc:docMk/>
          <pc:sldMk cId="1534399825" sldId="2240"/>
        </pc:sldMkLst>
      </pc:sldChg>
      <pc:sldChg chg="del">
        <pc:chgData name="Aurelien Domont" userId="6da7715ce44349b3" providerId="LiveId" clId="{612D149B-6217-4CE8-B506-13B11F41725F}" dt="2024-03-24T23:12:49.198" v="163" actId="47"/>
        <pc:sldMkLst>
          <pc:docMk/>
          <pc:sldMk cId="2561262077" sldId="2306"/>
        </pc:sldMkLst>
      </pc:sldChg>
      <pc:sldChg chg="addSp delSp modSp mod modNotes">
        <pc:chgData name="Aurelien Domont" userId="6da7715ce44349b3" providerId="LiveId" clId="{612D149B-6217-4CE8-B506-13B11F41725F}" dt="2024-03-25T00:17:56.154" v="5692" actId="313"/>
        <pc:sldMkLst>
          <pc:docMk/>
          <pc:sldMk cId="1209091634" sldId="2338"/>
        </pc:sldMkLst>
      </pc:sldChg>
      <pc:sldChg chg="addSp delSp modSp mod modNotes">
        <pc:chgData name="Aurelien Domont" userId="6da7715ce44349b3" providerId="LiveId" clId="{612D149B-6217-4CE8-B506-13B11F41725F}" dt="2024-03-25T00:17:45.457" v="5687"/>
        <pc:sldMkLst>
          <pc:docMk/>
          <pc:sldMk cId="862292938" sldId="2560"/>
        </pc:sldMkLst>
      </pc:sldChg>
      <pc:sldChg chg="add del">
        <pc:chgData name="Aurelien Domont" userId="6da7715ce44349b3" providerId="LiveId" clId="{612D149B-6217-4CE8-B506-13B11F41725F}" dt="2024-03-24T23:22:31.884" v="1187"/>
        <pc:sldMkLst>
          <pc:docMk/>
          <pc:sldMk cId="2742416715" sldId="2940"/>
        </pc:sldMkLst>
      </pc:sldChg>
      <pc:sldChg chg="modSp mod">
        <pc:chgData name="Aurelien Domont" userId="6da7715ce44349b3" providerId="LiveId" clId="{612D149B-6217-4CE8-B506-13B11F41725F}" dt="2024-03-25T00:17:43.309" v="3778" actId="790"/>
        <pc:sldMkLst>
          <pc:docMk/>
          <pc:sldMk cId="1926619926" sldId="3282"/>
        </pc:sldMkLst>
      </pc:sldChg>
      <pc:sldChg chg="modSp mod ord modNotes">
        <pc:chgData name="Aurelien Domont" userId="6da7715ce44349b3" providerId="LiveId" clId="{612D149B-6217-4CE8-B506-13B11F41725F}" dt="2024-03-25T00:17:44.713" v="5598" actId="790"/>
        <pc:sldMkLst>
          <pc:docMk/>
          <pc:sldMk cId="2246164536" sldId="3289"/>
        </pc:sldMkLst>
      </pc:sldChg>
      <pc:sldChg chg="addSp delSp modSp mod modNotes">
        <pc:chgData name="Aurelien Domont" userId="6da7715ce44349b3" providerId="LiveId" clId="{612D149B-6217-4CE8-B506-13B11F41725F}" dt="2024-03-25T00:17:44.711" v="5596" actId="790"/>
        <pc:sldMkLst>
          <pc:docMk/>
          <pc:sldMk cId="3694985765" sldId="3381"/>
        </pc:sldMkLst>
      </pc:sldChg>
      <pc:sldChg chg="del">
        <pc:chgData name="Aurelien Domont" userId="6da7715ce44349b3" providerId="LiveId" clId="{612D149B-6217-4CE8-B506-13B11F41725F}" dt="2024-03-24T23:12:49.198" v="163" actId="47"/>
        <pc:sldMkLst>
          <pc:docMk/>
          <pc:sldMk cId="2646470254" sldId="3383"/>
        </pc:sldMkLst>
      </pc:sldChg>
      <pc:sldChg chg="del">
        <pc:chgData name="Aurelien Domont" userId="6da7715ce44349b3" providerId="LiveId" clId="{612D149B-6217-4CE8-B506-13B11F41725F}" dt="2024-03-24T23:19:02.745" v="915" actId="47"/>
        <pc:sldMkLst>
          <pc:docMk/>
          <pc:sldMk cId="4260551227" sldId="3384"/>
        </pc:sldMkLst>
      </pc:sldChg>
      <pc:sldChg chg="del">
        <pc:chgData name="Aurelien Domont" userId="6da7715ce44349b3" providerId="LiveId" clId="{612D149B-6217-4CE8-B506-13B11F41725F}" dt="2024-03-24T23:19:02.745" v="915" actId="47"/>
        <pc:sldMkLst>
          <pc:docMk/>
          <pc:sldMk cId="3746721311" sldId="3385"/>
        </pc:sldMkLst>
      </pc:sldChg>
      <pc:sldChg chg="addSp delSp modSp mod ord">
        <pc:chgData name="Aurelien Domont" userId="6da7715ce44349b3" providerId="LiveId" clId="{612D149B-6217-4CE8-B506-13B11F41725F}" dt="2024-03-25T00:17:43.115" v="3628" actId="790"/>
        <pc:sldMkLst>
          <pc:docMk/>
          <pc:sldMk cId="452916749" sldId="3386"/>
        </pc:sldMkLst>
      </pc:sldChg>
      <pc:sldChg chg="addSp delSp modSp del mod">
        <pc:chgData name="Aurelien Domont" userId="6da7715ce44349b3" providerId="LiveId" clId="{612D149B-6217-4CE8-B506-13B11F41725F}" dt="2024-03-24T23:25:48.785" v="1484" actId="47"/>
        <pc:sldMkLst>
          <pc:docMk/>
          <pc:sldMk cId="1912173946" sldId="3387"/>
        </pc:sldMkLst>
      </pc:sldChg>
      <pc:sldChg chg="addSp delSp modSp del mod">
        <pc:chgData name="Aurelien Domont" userId="6da7715ce44349b3" providerId="LiveId" clId="{612D149B-6217-4CE8-B506-13B11F41725F}" dt="2024-03-25T00:15:39.963" v="3495" actId="47"/>
        <pc:sldMkLst>
          <pc:docMk/>
          <pc:sldMk cId="4192861017" sldId="3388"/>
        </pc:sldMkLst>
      </pc:sldChg>
      <pc:sldChg chg="new del ord">
        <pc:chgData name="Aurelien Domont" userId="6da7715ce44349b3" providerId="LiveId" clId="{612D149B-6217-4CE8-B506-13B11F41725F}" dt="2024-03-25T00:15:39.115" v="3494" actId="47"/>
        <pc:sldMkLst>
          <pc:docMk/>
          <pc:sldMk cId="1486828360" sldId="3389"/>
        </pc:sldMkLst>
      </pc:sldChg>
      <pc:sldChg chg="add del">
        <pc:chgData name="Aurelien Domont" userId="6da7715ce44349b3" providerId="LiveId" clId="{612D149B-6217-4CE8-B506-13B11F41725F}" dt="2024-03-24T23:17:04.135" v="854"/>
        <pc:sldMkLst>
          <pc:docMk/>
          <pc:sldMk cId="176372973" sldId="3390"/>
        </pc:sldMkLst>
      </pc:sldChg>
      <pc:sldChg chg="addSp delSp modSp add mod ord">
        <pc:chgData name="Aurelien Domont" userId="6da7715ce44349b3" providerId="LiveId" clId="{612D149B-6217-4CE8-B506-13B11F41725F}" dt="2024-03-25T00:17:43.132" v="3643" actId="790"/>
        <pc:sldMkLst>
          <pc:docMk/>
          <pc:sldMk cId="1716267975" sldId="3390"/>
        </pc:sldMkLst>
      </pc:sldChg>
      <pc:sldChg chg="addSp delSp modSp add mod">
        <pc:chgData name="Aurelien Domont" userId="6da7715ce44349b3" providerId="LiveId" clId="{612D149B-6217-4CE8-B506-13B11F41725F}" dt="2024-03-25T00:17:43.147" v="3658" actId="790"/>
        <pc:sldMkLst>
          <pc:docMk/>
          <pc:sldMk cId="2312222718" sldId="3391"/>
        </pc:sldMkLst>
      </pc:sldChg>
      <pc:sldChg chg="addSp delSp modSp add mod">
        <pc:chgData name="Aurelien Domont" userId="6da7715ce44349b3" providerId="LiveId" clId="{612D149B-6217-4CE8-B506-13B11F41725F}" dt="2024-03-25T00:17:43.164" v="3673" actId="790"/>
        <pc:sldMkLst>
          <pc:docMk/>
          <pc:sldMk cId="1620443066" sldId="3392"/>
        </pc:sldMkLst>
      </pc:sldChg>
      <pc:sldChg chg="addSp delSp modSp add mod">
        <pc:chgData name="Aurelien Domont" userId="6da7715ce44349b3" providerId="LiveId" clId="{612D149B-6217-4CE8-B506-13B11F41725F}" dt="2024-03-25T00:17:45.441" v="5683"/>
        <pc:sldMkLst>
          <pc:docMk/>
          <pc:sldMk cId="2193127411" sldId="3393"/>
        </pc:sldMkLst>
      </pc:sldChg>
      <pc:sldChg chg="addSp delSp modSp add mod">
        <pc:chgData name="Aurelien Domont" userId="6da7715ce44349b3" providerId="LiveId" clId="{612D149B-6217-4CE8-B506-13B11F41725F}" dt="2024-03-25T00:17:45.471" v="5691"/>
        <pc:sldMkLst>
          <pc:docMk/>
          <pc:sldMk cId="4294143004" sldId="3394"/>
        </pc:sldMkLst>
      </pc:sldChg>
      <pc:sldMasterChg chg="modSp mod delSldLayout modSldLayout">
        <pc:chgData name="Aurelien Domont" userId="6da7715ce44349b3" providerId="LiveId" clId="{612D149B-6217-4CE8-B506-13B11F41725F}" dt="2024-03-25T00:18:16.326" v="5693" actId="2696"/>
        <pc:sldMasterMkLst>
          <pc:docMk/>
          <pc:sldMasterMk cId="3482721130" sldId="2147483828"/>
        </pc:sldMasterMkLst>
        <pc:sldLayoutChg chg="modSp mod">
          <pc:chgData name="Aurelien Domont" userId="6da7715ce44349b3" providerId="LiveId" clId="{612D149B-6217-4CE8-B506-13B11F41725F}" dt="2024-03-25T00:17:44.695" v="5589" actId="139"/>
          <pc:sldLayoutMkLst>
            <pc:docMk/>
            <pc:sldMasterMk cId="3482721130" sldId="2147483828"/>
            <pc:sldLayoutMk cId="250590409" sldId="2147483831"/>
          </pc:sldLayoutMkLst>
        </pc:sldLayoutChg>
        <pc:sldLayoutChg chg="modSp mod">
          <pc:chgData name="Aurelien Domont" userId="6da7715ce44349b3" providerId="LiveId" clId="{612D149B-6217-4CE8-B506-13B11F41725F}" dt="2024-03-25T00:17:44.697" v="5590" actId="790"/>
          <pc:sldLayoutMkLst>
            <pc:docMk/>
            <pc:sldMasterMk cId="3482721130" sldId="2147483828"/>
            <pc:sldLayoutMk cId="1759204997" sldId="2147483835"/>
          </pc:sldLayoutMkLst>
        </pc:sldLayoutChg>
        <pc:sldLayoutChg chg="modSp del mod">
          <pc:chgData name="Aurelien Domont" userId="6da7715ce44349b3" providerId="LiveId" clId="{612D149B-6217-4CE8-B506-13B11F41725F}" dt="2024-03-25T00:18:16.326" v="5693" actId="2696"/>
          <pc:sldLayoutMkLst>
            <pc:docMk/>
            <pc:sldMasterMk cId="3482721130" sldId="2147483828"/>
            <pc:sldLayoutMk cId="15540686" sldId="2147483836"/>
          </pc:sldLayoutMkLst>
        </pc:sldLayoutChg>
      </pc:sldMasterChg>
    </pc:docChg>
  </pc:docChgLst>
  <pc:docChgLst>
    <pc:chgData name="Aurelien Domont" userId="6da7715ce44349b3" providerId="LiveId" clId="{A930B300-38A0-4CCE-8DE3-A9194CFB8DFA}"/>
    <pc:docChg chg="custSel addSld modSld">
      <pc:chgData name="Aurelien Domont" userId="6da7715ce44349b3" providerId="LiveId" clId="{A930B300-38A0-4CCE-8DE3-A9194CFB8DFA}" dt="2025-07-02T05:41:26.750" v="5"/>
      <pc:docMkLst>
        <pc:docMk/>
      </pc:docMkLst>
      <pc:sldChg chg="add">
        <pc:chgData name="Aurelien Domont" userId="6da7715ce44349b3" providerId="LiveId" clId="{A930B300-38A0-4CCE-8DE3-A9194CFB8DFA}" dt="2025-07-02T05:41:00.037" v="0"/>
        <pc:sldMkLst>
          <pc:docMk/>
          <pc:sldMk cId="1539610105" sldId="538"/>
        </pc:sldMkLst>
      </pc:sldChg>
      <pc:sldChg chg="addSp delSp modSp add mod">
        <pc:chgData name="Aurelien Domont" userId="6da7715ce44349b3" providerId="LiveId" clId="{A930B300-38A0-4CCE-8DE3-A9194CFB8DFA}" dt="2025-07-02T05:41:26.750" v="5"/>
        <pc:sldMkLst>
          <pc:docMk/>
          <pc:sldMk cId="3892113266" sldId="3377"/>
        </pc:sldMkLst>
        <pc:spChg chg="mod">
          <ac:chgData name="Aurelien Domont" userId="6da7715ce44349b3" providerId="LiveId" clId="{A930B300-38A0-4CCE-8DE3-A9194CFB8DFA}" dt="2025-07-02T05:41:22.632" v="3" actId="20577"/>
          <ac:spMkLst>
            <pc:docMk/>
            <pc:sldMk cId="3892113266" sldId="3377"/>
            <ac:spMk id="14" creationId="{ABF9D4B2-53D2-60E9-FECC-79B008226F65}"/>
          </ac:spMkLst>
        </pc:spChg>
        <pc:picChg chg="add mod">
          <ac:chgData name="Aurelien Domont" userId="6da7715ce44349b3" providerId="LiveId" clId="{A930B300-38A0-4CCE-8DE3-A9194CFB8DFA}" dt="2025-07-02T05:41:26.750" v="5"/>
          <ac:picMkLst>
            <pc:docMk/>
            <pc:sldMk cId="3892113266" sldId="3377"/>
            <ac:picMk id="10" creationId="{A3AB7693-F4F5-297B-0C2C-878A1FF5EA2B}"/>
          </ac:picMkLst>
        </pc:picChg>
        <pc:picChg chg="del">
          <ac:chgData name="Aurelien Domont" userId="6da7715ce44349b3" providerId="LiveId" clId="{A930B300-38A0-4CCE-8DE3-A9194CFB8DFA}" dt="2025-07-02T05:41:26.569" v="4" actId="478"/>
          <ac:picMkLst>
            <pc:docMk/>
            <pc:sldMk cId="3892113266" sldId="3377"/>
            <ac:picMk id="17" creationId="{1EE5AC12-F00C-61C3-8EF9-F68A052AD79D}"/>
          </ac:picMkLst>
        </pc:picChg>
      </pc:sld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docChgLst>
    <pc:chgData name="Aurelien Domont" userId="6da7715ce44349b3" providerId="LiveId" clId="{119E25BE-88E7-4569-A67E-60FFA2A0A9D2}"/>
    <pc:docChg chg="undo custSel addSld delSld modSld sldOrd modMainMaster modSection replTag">
      <pc:chgData name="Aurelien Domont" userId="6da7715ce44349b3" providerId="LiveId" clId="{119E25BE-88E7-4569-A67E-60FFA2A0A9D2}" dt="2024-03-20T04:25:37.819" v="4092" actId="47"/>
      <pc:docMkLst>
        <pc:docMk/>
      </pc:docMkLst>
      <pc:sldChg chg="del">
        <pc:chgData name="Aurelien Domont" userId="6da7715ce44349b3" providerId="LiveId" clId="{119E25BE-88E7-4569-A67E-60FFA2A0A9D2}" dt="2024-03-20T03:06:54.828" v="8" actId="47"/>
        <pc:sldMkLst>
          <pc:docMk/>
          <pc:sldMk cId="3956982643" sldId="526"/>
        </pc:sldMkLst>
      </pc:sldChg>
      <pc:sldChg chg="modSp mod modNotes">
        <pc:chgData name="Aurelien Domont" userId="6da7715ce44349b3" providerId="LiveId" clId="{119E25BE-88E7-4569-A67E-60FFA2A0A9D2}" dt="2024-03-20T04:15:46.260" v="3942" actId="790"/>
        <pc:sldMkLst>
          <pc:docMk/>
          <pc:sldMk cId="1754585881" sldId="1598"/>
        </pc:sldMkLst>
      </pc:sldChg>
      <pc:sldChg chg="modSp mod modNotes">
        <pc:chgData name="Aurelien Domont" userId="6da7715ce44349b3" providerId="LiveId" clId="{119E25BE-88E7-4569-A67E-60FFA2A0A9D2}" dt="2024-03-20T04:15:46.264" v="3946" actId="790"/>
        <pc:sldMkLst>
          <pc:docMk/>
          <pc:sldMk cId="2853806433" sldId="1600"/>
        </pc:sldMkLst>
      </pc:sldChg>
      <pc:sldChg chg="modSp mod modNotes">
        <pc:chgData name="Aurelien Domont" userId="6da7715ce44349b3" providerId="LiveId" clId="{119E25BE-88E7-4569-A67E-60FFA2A0A9D2}" dt="2024-03-20T04:15:46.258" v="3940" actId="790"/>
        <pc:sldMkLst>
          <pc:docMk/>
          <pc:sldMk cId="1252826214" sldId="1711"/>
        </pc:sldMkLst>
      </pc:sldChg>
      <pc:sldChg chg="modSp mod modNotes">
        <pc:chgData name="Aurelien Domont" userId="6da7715ce44349b3" providerId="LiveId" clId="{119E25BE-88E7-4569-A67E-60FFA2A0A9D2}" dt="2024-03-20T04:15:46.256" v="3938" actId="790"/>
        <pc:sldMkLst>
          <pc:docMk/>
          <pc:sldMk cId="3938337455" sldId="2034"/>
        </pc:sldMkLst>
      </pc:sldChg>
      <pc:sldChg chg="addSp delSp modSp mod ord modNotes">
        <pc:chgData name="Aurelien Domont" userId="6da7715ce44349b3" providerId="LiveId" clId="{119E25BE-88E7-4569-A67E-60FFA2A0A9D2}" dt="2024-03-20T04:15:46.246" v="3932" actId="790"/>
        <pc:sldMkLst>
          <pc:docMk/>
          <pc:sldMk cId="3272444503" sldId="2162"/>
        </pc:sldMkLst>
      </pc:sldChg>
      <pc:sldChg chg="modSp mod modNotes">
        <pc:chgData name="Aurelien Domont" userId="6da7715ce44349b3" providerId="LiveId" clId="{119E25BE-88E7-4569-A67E-60FFA2A0A9D2}" dt="2024-03-20T04:15:46.262" v="3944" actId="790"/>
        <pc:sldMkLst>
          <pc:docMk/>
          <pc:sldMk cId="1534399825" sldId="2240"/>
        </pc:sldMkLst>
      </pc:sldChg>
      <pc:sldChg chg="modSp add mod modClrScheme chgLayout modNotes">
        <pc:chgData name="Aurelien Domont" userId="6da7715ce44349b3" providerId="LiveId" clId="{119E25BE-88E7-4569-A67E-60FFA2A0A9D2}" dt="2024-03-20T04:15:46.389" v="4011"/>
        <pc:sldMkLst>
          <pc:docMk/>
          <pc:sldMk cId="2561262077" sldId="2306"/>
        </pc:sldMkLst>
      </pc:sldChg>
      <pc:sldChg chg="modSp mod modNotes">
        <pc:chgData name="Aurelien Domont" userId="6da7715ce44349b3" providerId="LiveId" clId="{119E25BE-88E7-4569-A67E-60FFA2A0A9D2}" dt="2024-03-20T04:15:46.254" v="3936" actId="790"/>
        <pc:sldMkLst>
          <pc:docMk/>
          <pc:sldMk cId="1209091634" sldId="2338"/>
        </pc:sldMkLst>
      </pc:sldChg>
      <pc:sldChg chg="addSp delSp modSp mod ord modNotes">
        <pc:chgData name="Aurelien Domont" userId="6da7715ce44349b3" providerId="LiveId" clId="{119E25BE-88E7-4569-A67E-60FFA2A0A9D2}" dt="2024-03-20T04:15:46.411" v="4017"/>
        <pc:sldMkLst>
          <pc:docMk/>
          <pc:sldMk cId="862292938" sldId="2560"/>
        </pc:sldMkLst>
      </pc:sldChg>
      <pc:sldChg chg="modSp mod">
        <pc:chgData name="Aurelien Domont" userId="6da7715ce44349b3" providerId="LiveId" clId="{119E25BE-88E7-4569-A67E-60FFA2A0A9D2}" dt="2024-03-20T04:15:44.977" v="2104" actId="790"/>
        <pc:sldMkLst>
          <pc:docMk/>
          <pc:sldMk cId="1926619926" sldId="3282"/>
        </pc:sldMkLst>
      </pc:sldChg>
      <pc:sldChg chg="modSp mod ord modNotes">
        <pc:chgData name="Aurelien Domont" userId="6da7715ce44349b3" providerId="LiveId" clId="{119E25BE-88E7-4569-A67E-60FFA2A0A9D2}" dt="2024-03-20T04:19:59.141" v="4081" actId="20577"/>
        <pc:sldMkLst>
          <pc:docMk/>
          <pc:sldMk cId="2246164536" sldId="3289"/>
        </pc:sldMkLst>
      </pc:sldChg>
      <pc:sldChg chg="del">
        <pc:chgData name="Aurelien Domont" userId="6da7715ce44349b3" providerId="LiveId" clId="{119E25BE-88E7-4569-A67E-60FFA2A0A9D2}" dt="2024-03-20T03:21:43.578" v="141" actId="47"/>
        <pc:sldMkLst>
          <pc:docMk/>
          <pc:sldMk cId="3931065156" sldId="3300"/>
        </pc:sldMkLst>
      </pc:sldChg>
      <pc:sldChg chg="del">
        <pc:chgData name="Aurelien Domont" userId="6da7715ce44349b3" providerId="LiveId" clId="{119E25BE-88E7-4569-A67E-60FFA2A0A9D2}" dt="2024-03-20T03:21:43.578" v="141" actId="47"/>
        <pc:sldMkLst>
          <pc:docMk/>
          <pc:sldMk cId="4273032646" sldId="3301"/>
        </pc:sldMkLst>
      </pc:sldChg>
      <pc:sldChg chg="del">
        <pc:chgData name="Aurelien Domont" userId="6da7715ce44349b3" providerId="LiveId" clId="{119E25BE-88E7-4569-A67E-60FFA2A0A9D2}" dt="2024-03-20T03:55:26.600" v="1777" actId="47"/>
        <pc:sldMkLst>
          <pc:docMk/>
          <pc:sldMk cId="348420775" sldId="3303"/>
        </pc:sldMkLst>
      </pc:sldChg>
      <pc:sldChg chg="del">
        <pc:chgData name="Aurelien Domont" userId="6da7715ce44349b3" providerId="LiveId" clId="{119E25BE-88E7-4569-A67E-60FFA2A0A9D2}" dt="2024-03-20T03:34:47.090" v="1080" actId="47"/>
        <pc:sldMkLst>
          <pc:docMk/>
          <pc:sldMk cId="2387808226" sldId="3366"/>
        </pc:sldMkLst>
      </pc:sldChg>
      <pc:sldChg chg="del">
        <pc:chgData name="Aurelien Domont" userId="6da7715ce44349b3" providerId="LiveId" clId="{119E25BE-88E7-4569-A67E-60FFA2A0A9D2}" dt="2024-03-20T03:55:26.600" v="1777" actId="47"/>
        <pc:sldMkLst>
          <pc:docMk/>
          <pc:sldMk cId="2269690018" sldId="3376"/>
        </pc:sldMkLst>
      </pc:sldChg>
      <pc:sldChg chg="del">
        <pc:chgData name="Aurelien Domont" userId="6da7715ce44349b3" providerId="LiveId" clId="{119E25BE-88E7-4569-A67E-60FFA2A0A9D2}" dt="2024-03-20T03:55:26.600" v="1777" actId="47"/>
        <pc:sldMkLst>
          <pc:docMk/>
          <pc:sldMk cId="2120394965" sldId="3377"/>
        </pc:sldMkLst>
      </pc:sldChg>
      <pc:sldChg chg="del">
        <pc:chgData name="Aurelien Domont" userId="6da7715ce44349b3" providerId="LiveId" clId="{119E25BE-88E7-4569-A67E-60FFA2A0A9D2}" dt="2024-03-20T03:55:26.600" v="1777" actId="47"/>
        <pc:sldMkLst>
          <pc:docMk/>
          <pc:sldMk cId="1083748519" sldId="3378"/>
        </pc:sldMkLst>
      </pc:sldChg>
      <pc:sldChg chg="del">
        <pc:chgData name="Aurelien Domont" userId="6da7715ce44349b3" providerId="LiveId" clId="{119E25BE-88E7-4569-A67E-60FFA2A0A9D2}" dt="2024-03-20T03:55:26.600" v="1777" actId="47"/>
        <pc:sldMkLst>
          <pc:docMk/>
          <pc:sldMk cId="55671321" sldId="3379"/>
        </pc:sldMkLst>
      </pc:sldChg>
      <pc:sldChg chg="del">
        <pc:chgData name="Aurelien Domont" userId="6da7715ce44349b3" providerId="LiveId" clId="{119E25BE-88E7-4569-A67E-60FFA2A0A9D2}" dt="2024-03-20T03:55:26.600" v="1777" actId="47"/>
        <pc:sldMkLst>
          <pc:docMk/>
          <pc:sldMk cId="3592377542" sldId="3380"/>
        </pc:sldMkLst>
      </pc:sldChg>
      <pc:sldChg chg="addSp delSp modSp add mod modNotes">
        <pc:chgData name="Aurelien Domont" userId="6da7715ce44349b3" providerId="LiveId" clId="{119E25BE-88E7-4569-A67E-60FFA2A0A9D2}" dt="2024-03-20T04:15:46.227" v="3922" actId="790"/>
        <pc:sldMkLst>
          <pc:docMk/>
          <pc:sldMk cId="3694985765" sldId="3381"/>
        </pc:sldMkLst>
      </pc:sldChg>
      <pc:sldChg chg="new del ord">
        <pc:chgData name="Aurelien Domont" userId="6da7715ce44349b3" providerId="LiveId" clId="{119E25BE-88E7-4569-A67E-60FFA2A0A9D2}" dt="2024-03-20T03:55:26.600" v="1777" actId="47"/>
        <pc:sldMkLst>
          <pc:docMk/>
          <pc:sldMk cId="521705588" sldId="3382"/>
        </pc:sldMkLst>
      </pc:sldChg>
      <pc:sldChg chg="addSp delSp modSp add mod modNotes">
        <pc:chgData name="Aurelien Domont" userId="6da7715ce44349b3" providerId="LiveId" clId="{119E25BE-88E7-4569-A67E-60FFA2A0A9D2}" dt="2024-03-20T04:15:58.874" v="4018" actId="313"/>
        <pc:sldMkLst>
          <pc:docMk/>
          <pc:sldMk cId="2646470254" sldId="3383"/>
        </pc:sldMkLst>
      </pc:sldChg>
      <pc:sldChg chg="add del">
        <pc:chgData name="Aurelien Domont" userId="6da7715ce44349b3" providerId="LiveId" clId="{119E25BE-88E7-4569-A67E-60FFA2A0A9D2}" dt="2024-03-20T03:21:06.181" v="139" actId="47"/>
        <pc:sldMkLst>
          <pc:docMk/>
          <pc:sldMk cId="2557735817" sldId="3384"/>
        </pc:sldMkLst>
      </pc:sldChg>
      <pc:sldChg chg="delSp modSp add mod">
        <pc:chgData name="Aurelien Domont" userId="6da7715ce44349b3" providerId="LiveId" clId="{119E25BE-88E7-4569-A67E-60FFA2A0A9D2}" dt="2024-03-20T04:15:44.844" v="1999" actId="790"/>
        <pc:sldMkLst>
          <pc:docMk/>
          <pc:sldMk cId="4260551227" sldId="3384"/>
        </pc:sldMkLst>
      </pc:sldChg>
      <pc:sldChg chg="addSp delSp modSp add mod ord modNotes">
        <pc:chgData name="Aurelien Domont" userId="6da7715ce44349b3" providerId="LiveId" clId="{119E25BE-88E7-4569-A67E-60FFA2A0A9D2}" dt="2024-03-20T04:15:46.400" v="4013"/>
        <pc:sldMkLst>
          <pc:docMk/>
          <pc:sldMk cId="3746721311" sldId="3385"/>
        </pc:sldMkLst>
      </pc:sldChg>
      <pc:sldChg chg="addSp delSp modSp add mod">
        <pc:chgData name="Aurelien Domont" userId="6da7715ce44349b3" providerId="LiveId" clId="{119E25BE-88E7-4569-A67E-60FFA2A0A9D2}" dt="2024-03-20T04:15:44.853" v="2009" actId="790"/>
        <pc:sldMkLst>
          <pc:docMk/>
          <pc:sldMk cId="452916749" sldId="3386"/>
        </pc:sldMkLst>
      </pc:sldChg>
      <pc:sldChg chg="addSp delSp modSp add mod">
        <pc:chgData name="Aurelien Domont" userId="6da7715ce44349b3" providerId="LiveId" clId="{119E25BE-88E7-4569-A67E-60FFA2A0A9D2}" dt="2024-03-20T04:15:44.864" v="2019" actId="790"/>
        <pc:sldMkLst>
          <pc:docMk/>
          <pc:sldMk cId="1912173946" sldId="3387"/>
        </pc:sldMkLst>
      </pc:sldChg>
      <pc:sldChg chg="addSp delSp modSp add mod">
        <pc:chgData name="Aurelien Domont" userId="6da7715ce44349b3" providerId="LiveId" clId="{119E25BE-88E7-4569-A67E-60FFA2A0A9D2}" dt="2024-03-20T04:15:44.873" v="2029" actId="790"/>
        <pc:sldMkLst>
          <pc:docMk/>
          <pc:sldMk cId="4192861017" sldId="3388"/>
        </pc:sldMkLst>
      </pc:sldChg>
      <pc:sldChg chg="addSp modSp add del mod">
        <pc:chgData name="Aurelien Domont" userId="6da7715ce44349b3" providerId="LiveId" clId="{119E25BE-88E7-4569-A67E-60FFA2A0A9D2}" dt="2024-03-20T04:25:37.819" v="4092" actId="47"/>
        <pc:sldMkLst>
          <pc:docMk/>
          <pc:sldMk cId="190480438" sldId="3389"/>
        </pc:sldMkLst>
      </pc:sldChg>
      <pc:sldMasterChg chg="modSp mod delSldLayout modSldLayout">
        <pc:chgData name="Aurelien Domont" userId="6da7715ce44349b3" providerId="LiveId" clId="{119E25BE-88E7-4569-A67E-60FFA2A0A9D2}" dt="2024-03-20T04:16:40.359" v="4019" actId="2696"/>
        <pc:sldMasterMkLst>
          <pc:docMk/>
          <pc:sldMasterMk cId="3482721130" sldId="2147483828"/>
        </pc:sldMasterMkLst>
        <pc:sldLayoutChg chg="modSp mod">
          <pc:chgData name="Aurelien Domont" userId="6da7715ce44349b3" providerId="LiveId" clId="{119E25BE-88E7-4569-A67E-60FFA2A0A9D2}" dt="2024-03-20T04:15:46.217" v="3915" actId="139"/>
          <pc:sldLayoutMkLst>
            <pc:docMk/>
            <pc:sldMasterMk cId="3482721130" sldId="2147483828"/>
            <pc:sldLayoutMk cId="250590409" sldId="2147483831"/>
          </pc:sldLayoutMkLst>
        </pc:sldLayoutChg>
        <pc:sldLayoutChg chg="modSp mod">
          <pc:chgData name="Aurelien Domont" userId="6da7715ce44349b3" providerId="LiveId" clId="{119E25BE-88E7-4569-A67E-60FFA2A0A9D2}" dt="2024-03-20T04:15:46.218" v="3916" actId="790"/>
          <pc:sldLayoutMkLst>
            <pc:docMk/>
            <pc:sldMasterMk cId="3482721130" sldId="2147483828"/>
            <pc:sldLayoutMk cId="1759204997" sldId="2147483835"/>
          </pc:sldLayoutMkLst>
        </pc:sldLayoutChg>
        <pc:sldLayoutChg chg="modSp del mod">
          <pc:chgData name="Aurelien Domont" userId="6da7715ce44349b3" providerId="LiveId" clId="{119E25BE-88E7-4569-A67E-60FFA2A0A9D2}" dt="2024-03-20T04:16:40.359" v="4019" actId="2696"/>
          <pc:sldLayoutMkLst>
            <pc:docMk/>
            <pc:sldMasterMk cId="3482721130" sldId="2147483828"/>
            <pc:sldLayoutMk cId="1811382983" sldId="2147483836"/>
          </pc:sldLayoutMkLst>
        </pc:sldLayoutChg>
      </pc:sldMaster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addSp delSp modSp mod">
        <pc:chgData name="Aurelien Domont" userId="6da7715ce44349b3" providerId="LiveId" clId="{9149B00E-810E-48AB-9153-54C78195225C}" dt="2023-11-22T02:03:24.035" v="6234"/>
        <pc:sldMkLst>
          <pc:docMk/>
          <pc:sldMk cId="3956982643" sldId="526"/>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mod ord">
        <pc:chgData name="Aurelien Domont" userId="6da7715ce44349b3" providerId="LiveId" clId="{9149B00E-810E-48AB-9153-54C78195225C}" dt="2023-11-22T00:22:54.262" v="6014" actId="20577"/>
        <pc:sldMkLst>
          <pc:docMk/>
          <pc:sldMk cId="862292938" sldId="2560"/>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sldMasterChg chg="delSldLayout">
        <pc:chgData name="Aurelien Domont" userId="6da7715ce44349b3" providerId="LiveId" clId="{9149B00E-810E-48AB-9153-54C78195225C}" dt="2023-11-21T23:57:54.169" v="192" actId="2696"/>
        <pc:sldMasterMkLst>
          <pc:docMk/>
          <pc:sldMasterMk cId="3482721130" sldId="2147483828"/>
        </pc:sldMasterMkLst>
        <pc:sldLayoutChg chg="del">
          <pc:chgData name="Aurelien Domont" userId="6da7715ce44349b3" providerId="LiveId" clId="{9149B00E-810E-48AB-9153-54C78195225C}" dt="2023-11-21T23:57:54.169" v="192" actId="2696"/>
          <pc:sldLayoutMkLst>
            <pc:docMk/>
            <pc:sldMasterMk cId="3482721130" sldId="2147483828"/>
            <pc:sldLayoutMk cId="2253346866" sldId="2147483836"/>
          </pc:sldLayoutMkLst>
        </pc:sldLayoutChg>
      </pc:sldMasterChg>
    </pc:docChg>
  </pc:docChgLst>
  <pc:docChgLst>
    <pc:chgData name="Aurelien Domont" userId="6da7715ce44349b3" providerId="LiveId" clId="{D9D6FDA5-0901-4439-A5C5-DD1C4D798DD2}"/>
    <pc:docChg chg="undo custSel addSld delSld modSld sldOrd modMainMaster modSection replTag">
      <pc:chgData name="Aurelien Domont" userId="6da7715ce44349b3" providerId="LiveId" clId="{D9D6FDA5-0901-4439-A5C5-DD1C4D798DD2}" dt="2024-08-20T00:54:29.921" v="5257" actId="20577"/>
      <pc:docMkLst>
        <pc:docMk/>
      </pc:docMkLst>
      <pc:sldChg chg="del">
        <pc:chgData name="Aurelien Domont" userId="6da7715ce44349b3" providerId="LiveId" clId="{D9D6FDA5-0901-4439-A5C5-DD1C4D798DD2}" dt="2024-03-26T02:58:28.986" v="400" actId="47"/>
        <pc:sldMkLst>
          <pc:docMk/>
          <pc:sldMk cId="2321423243" sldId="1578"/>
        </pc:sldMkLst>
      </pc:sldChg>
      <pc:sldChg chg="modSp mod modNotes">
        <pc:chgData name="Aurelien Domont" userId="6da7715ce44349b3" providerId="LiveId" clId="{D9D6FDA5-0901-4439-A5C5-DD1C4D798DD2}" dt="2024-03-26T04:03:53.112" v="4970" actId="790"/>
        <pc:sldMkLst>
          <pc:docMk/>
          <pc:sldMk cId="1754585881" sldId="1598"/>
        </pc:sldMkLst>
      </pc:sldChg>
      <pc:sldChg chg="modSp mod modNotes">
        <pc:chgData name="Aurelien Domont" userId="6da7715ce44349b3" providerId="LiveId" clId="{D9D6FDA5-0901-4439-A5C5-DD1C4D798DD2}" dt="2024-03-26T04:03:53.116" v="4974" actId="790"/>
        <pc:sldMkLst>
          <pc:docMk/>
          <pc:sldMk cId="2853806433" sldId="1600"/>
        </pc:sldMkLst>
      </pc:sldChg>
      <pc:sldChg chg="modSp mod modNotes">
        <pc:chgData name="Aurelien Domont" userId="6da7715ce44349b3" providerId="LiveId" clId="{D9D6FDA5-0901-4439-A5C5-DD1C4D798DD2}" dt="2024-03-26T04:03:53.110" v="4968" actId="790"/>
        <pc:sldMkLst>
          <pc:docMk/>
          <pc:sldMk cId="1252826214" sldId="1711"/>
        </pc:sldMkLst>
      </pc:sldChg>
      <pc:sldChg chg="modSp mod modNotes">
        <pc:chgData name="Aurelien Domont" userId="6da7715ce44349b3" providerId="LiveId" clId="{D9D6FDA5-0901-4439-A5C5-DD1C4D798DD2}" dt="2024-03-26T04:03:53.107" v="4966" actId="790"/>
        <pc:sldMkLst>
          <pc:docMk/>
          <pc:sldMk cId="3938337455" sldId="2034"/>
        </pc:sldMkLst>
      </pc:sldChg>
      <pc:sldChg chg="modSp mod modNotes">
        <pc:chgData name="Aurelien Domont" userId="6da7715ce44349b3" providerId="LiveId" clId="{D9D6FDA5-0901-4439-A5C5-DD1C4D798DD2}" dt="2024-05-01T01:54:30.105" v="5243"/>
        <pc:sldMkLst>
          <pc:docMk/>
          <pc:sldMk cId="3272444503" sldId="2162"/>
        </pc:sldMkLst>
      </pc:sldChg>
      <pc:sldChg chg="modSp mod modNotes">
        <pc:chgData name="Aurelien Domont" userId="6da7715ce44349b3" providerId="LiveId" clId="{D9D6FDA5-0901-4439-A5C5-DD1C4D798DD2}" dt="2024-03-26T04:03:53.114" v="4972" actId="790"/>
        <pc:sldMkLst>
          <pc:docMk/>
          <pc:sldMk cId="1534399825" sldId="2240"/>
        </pc:sldMkLst>
      </pc:sldChg>
      <pc:sldChg chg="addSp delSp modSp mod modNotes">
        <pc:chgData name="Aurelien Domont" userId="6da7715ce44349b3" providerId="LiveId" clId="{D9D6FDA5-0901-4439-A5C5-DD1C4D798DD2}" dt="2024-08-20T00:54:29.921" v="5257" actId="20577"/>
        <pc:sldMkLst>
          <pc:docMk/>
          <pc:sldMk cId="1209091634" sldId="2338"/>
        </pc:sldMkLst>
      </pc:sldChg>
      <pc:sldChg chg="modSp add mod modClrScheme chgLayout modNotes">
        <pc:chgData name="Aurelien Domont" userId="6da7715ce44349b3" providerId="LiveId" clId="{D9D6FDA5-0901-4439-A5C5-DD1C4D798DD2}" dt="2024-03-26T04:03:58.185" v="5012" actId="2"/>
        <pc:sldMkLst>
          <pc:docMk/>
          <pc:sldMk cId="3988936821" sldId="2403"/>
        </pc:sldMkLst>
      </pc:sldChg>
      <pc:sldChg chg="modSp add mod modClrScheme chgLayout modNotes">
        <pc:chgData name="Aurelien Domont" userId="6da7715ce44349b3" providerId="LiveId" clId="{D9D6FDA5-0901-4439-A5C5-DD1C4D798DD2}" dt="2024-03-26T04:03:54.062" v="5005"/>
        <pc:sldMkLst>
          <pc:docMk/>
          <pc:sldMk cId="67415954" sldId="2489"/>
        </pc:sldMkLst>
      </pc:sldChg>
      <pc:sldChg chg="addSp delSp modSp mod ord modNotes">
        <pc:chgData name="Aurelien Domont" userId="6da7715ce44349b3" providerId="LiveId" clId="{D9D6FDA5-0901-4439-A5C5-DD1C4D798DD2}" dt="2024-03-26T04:03:54.040" v="5001"/>
        <pc:sldMkLst>
          <pc:docMk/>
          <pc:sldMk cId="862292938" sldId="2560"/>
        </pc:sldMkLst>
      </pc:sldChg>
      <pc:sldChg chg="modSp add mod modClrScheme chgLayout modNotes">
        <pc:chgData name="Aurelien Domont" userId="6da7715ce44349b3" providerId="LiveId" clId="{D9D6FDA5-0901-4439-A5C5-DD1C4D798DD2}" dt="2024-03-26T04:03:54.087" v="5009"/>
        <pc:sldMkLst>
          <pc:docMk/>
          <pc:sldMk cId="3558950444" sldId="2893"/>
        </pc:sldMkLst>
      </pc:sldChg>
      <pc:sldChg chg="modSp add mod modClrScheme chgLayout modNotes">
        <pc:chgData name="Aurelien Domont" userId="6da7715ce44349b3" providerId="LiveId" clId="{D9D6FDA5-0901-4439-A5C5-DD1C4D798DD2}" dt="2024-03-26T04:03:54.040" v="5003"/>
        <pc:sldMkLst>
          <pc:docMk/>
          <pc:sldMk cId="2970377299" sldId="2894"/>
        </pc:sldMkLst>
      </pc:sldChg>
      <pc:sldChg chg="add del">
        <pc:chgData name="Aurelien Domont" userId="6da7715ce44349b3" providerId="LiveId" clId="{D9D6FDA5-0901-4439-A5C5-DD1C4D798DD2}" dt="2024-03-26T03:10:03.459" v="591"/>
        <pc:sldMkLst>
          <pc:docMk/>
          <pc:sldMk cId="412648214" sldId="2977"/>
        </pc:sldMkLst>
      </pc:sldChg>
      <pc:sldChg chg="addSp delSp modSp add mod modNotes">
        <pc:chgData name="Aurelien Domont" userId="6da7715ce44349b3" providerId="LiveId" clId="{D9D6FDA5-0901-4439-A5C5-DD1C4D798DD2}" dt="2024-05-01T01:54:44.992" v="5246" actId="255"/>
        <pc:sldMkLst>
          <pc:docMk/>
          <pc:sldMk cId="105918927" sldId="3254"/>
        </pc:sldMkLst>
      </pc:sldChg>
      <pc:sldChg chg="modSp mod">
        <pc:chgData name="Aurelien Domont" userId="6da7715ce44349b3" providerId="LiveId" clId="{D9D6FDA5-0901-4439-A5C5-DD1C4D798DD2}" dt="2024-03-26T04:03:51.384" v="3128" actId="790"/>
        <pc:sldMkLst>
          <pc:docMk/>
          <pc:sldMk cId="1926619926" sldId="3282"/>
        </pc:sldMkLst>
      </pc:sldChg>
      <pc:sldChg chg="modSp mod ord modNotes">
        <pc:chgData name="Aurelien Domont" userId="6da7715ce44349b3" providerId="LiveId" clId="{D9D6FDA5-0901-4439-A5C5-DD1C4D798DD2}" dt="2024-03-26T04:03:53.084" v="4948" actId="790"/>
        <pc:sldMkLst>
          <pc:docMk/>
          <pc:sldMk cId="2246164536" sldId="3289"/>
        </pc:sldMkLst>
      </pc:sldChg>
      <pc:sldChg chg="addSp delSp modSp mod modNotes">
        <pc:chgData name="Aurelien Domont" userId="6da7715ce44349b3" providerId="LiveId" clId="{D9D6FDA5-0901-4439-A5C5-DD1C4D798DD2}" dt="2024-03-26T04:03:53.082" v="4946" actId="790"/>
        <pc:sldMkLst>
          <pc:docMk/>
          <pc:sldMk cId="3694985765" sldId="3381"/>
        </pc:sldMkLst>
      </pc:sldChg>
      <pc:sldChg chg="del">
        <pc:chgData name="Aurelien Domont" userId="6da7715ce44349b3" providerId="LiveId" clId="{D9D6FDA5-0901-4439-A5C5-DD1C4D798DD2}" dt="2024-03-26T04:02:17.958" v="2817" actId="47"/>
        <pc:sldMkLst>
          <pc:docMk/>
          <pc:sldMk cId="452916749" sldId="3386"/>
        </pc:sldMkLst>
      </pc:sldChg>
      <pc:sldChg chg="del">
        <pc:chgData name="Aurelien Domont" userId="6da7715ce44349b3" providerId="LiveId" clId="{D9D6FDA5-0901-4439-A5C5-DD1C4D798DD2}" dt="2024-03-26T04:02:17.958" v="2817" actId="47"/>
        <pc:sldMkLst>
          <pc:docMk/>
          <pc:sldMk cId="1716267975" sldId="3390"/>
        </pc:sldMkLst>
      </pc:sldChg>
      <pc:sldChg chg="del">
        <pc:chgData name="Aurelien Domont" userId="6da7715ce44349b3" providerId="LiveId" clId="{D9D6FDA5-0901-4439-A5C5-DD1C4D798DD2}" dt="2024-03-26T04:02:17.958" v="2817" actId="47"/>
        <pc:sldMkLst>
          <pc:docMk/>
          <pc:sldMk cId="2312222718" sldId="3391"/>
        </pc:sldMkLst>
      </pc:sldChg>
      <pc:sldChg chg="del">
        <pc:chgData name="Aurelien Domont" userId="6da7715ce44349b3" providerId="LiveId" clId="{D9D6FDA5-0901-4439-A5C5-DD1C4D798DD2}" dt="2024-03-26T04:02:17.958" v="2817" actId="47"/>
        <pc:sldMkLst>
          <pc:docMk/>
          <pc:sldMk cId="1620443066" sldId="3392"/>
        </pc:sldMkLst>
      </pc:sldChg>
      <pc:sldChg chg="del">
        <pc:chgData name="Aurelien Domont" userId="6da7715ce44349b3" providerId="LiveId" clId="{D9D6FDA5-0901-4439-A5C5-DD1C4D798DD2}" dt="2024-03-26T04:02:17.958" v="2817" actId="47"/>
        <pc:sldMkLst>
          <pc:docMk/>
          <pc:sldMk cId="2193127411" sldId="3393"/>
        </pc:sldMkLst>
      </pc:sldChg>
      <pc:sldChg chg="del">
        <pc:chgData name="Aurelien Domont" userId="6da7715ce44349b3" providerId="LiveId" clId="{D9D6FDA5-0901-4439-A5C5-DD1C4D798DD2}" dt="2024-03-26T04:02:17.958" v="2817" actId="47"/>
        <pc:sldMkLst>
          <pc:docMk/>
          <pc:sldMk cId="4294143004" sldId="3394"/>
        </pc:sldMkLst>
      </pc:sldChg>
      <pc:sldChg chg="addSp delSp new del mod ord">
        <pc:chgData name="Aurelien Domont" userId="6da7715ce44349b3" providerId="LiveId" clId="{D9D6FDA5-0901-4439-A5C5-DD1C4D798DD2}" dt="2024-03-26T04:02:17.958" v="2817" actId="47"/>
        <pc:sldMkLst>
          <pc:docMk/>
          <pc:sldMk cId="526114170" sldId="3395"/>
        </pc:sldMkLst>
      </pc:sldChg>
      <pc:sldChg chg="addSp delSp modSp add mod">
        <pc:chgData name="Aurelien Domont" userId="6da7715ce44349b3" providerId="LiveId" clId="{D9D6FDA5-0901-4439-A5C5-DD1C4D798DD2}" dt="2024-03-26T04:03:51.211" v="3014" actId="790"/>
        <pc:sldMkLst>
          <pc:docMk/>
          <pc:sldMk cId="1454091485" sldId="3396"/>
        </pc:sldMkLst>
      </pc:sldChg>
      <pc:sldChg chg="addSp delSp modSp add mod">
        <pc:chgData name="Aurelien Domont" userId="6da7715ce44349b3" providerId="LiveId" clId="{D9D6FDA5-0901-4439-A5C5-DD1C4D798DD2}" dt="2024-03-26T04:03:51.227" v="3027" actId="790"/>
        <pc:sldMkLst>
          <pc:docMk/>
          <pc:sldMk cId="4141428492" sldId="3397"/>
        </pc:sldMkLst>
      </pc:sldChg>
      <pc:sldChg chg="addSp delSp modSp add mod">
        <pc:chgData name="Aurelien Domont" userId="6da7715ce44349b3" providerId="LiveId" clId="{D9D6FDA5-0901-4439-A5C5-DD1C4D798DD2}" dt="2024-03-26T04:27:11.534" v="5121" actId="108"/>
        <pc:sldMkLst>
          <pc:docMk/>
          <pc:sldMk cId="3139062394" sldId="3398"/>
        </pc:sldMkLst>
      </pc:sldChg>
      <pc:sldChg chg="addSp delSp modSp add mod">
        <pc:chgData name="Aurelien Domont" userId="6da7715ce44349b3" providerId="LiveId" clId="{D9D6FDA5-0901-4439-A5C5-DD1C4D798DD2}" dt="2024-03-26T04:03:51.258" v="3053" actId="790"/>
        <pc:sldMkLst>
          <pc:docMk/>
          <pc:sldMk cId="857221292" sldId="3399"/>
        </pc:sldMkLst>
      </pc:sldChg>
      <pc:sldChg chg="add del">
        <pc:chgData name="Aurelien Domont" userId="6da7715ce44349b3" providerId="LiveId" clId="{D9D6FDA5-0901-4439-A5C5-DD1C4D798DD2}" dt="2024-05-01T01:54:55.607" v="5247" actId="47"/>
        <pc:sldMkLst>
          <pc:docMk/>
          <pc:sldMk cId="367015498" sldId="3400"/>
        </pc:sldMkLst>
      </pc:sldChg>
      <pc:sldMasterChg chg="modSp mod delSldLayout modSldLayout">
        <pc:chgData name="Aurelien Domont" userId="6da7715ce44349b3" providerId="LiveId" clId="{D9D6FDA5-0901-4439-A5C5-DD1C4D798DD2}" dt="2024-03-26T04:04:33.217" v="5013" actId="2696"/>
        <pc:sldMasterMkLst>
          <pc:docMk/>
          <pc:sldMasterMk cId="3482721130" sldId="2147483828"/>
        </pc:sldMasterMkLst>
        <pc:sldLayoutChg chg="modSp mod">
          <pc:chgData name="Aurelien Domont" userId="6da7715ce44349b3" providerId="LiveId" clId="{D9D6FDA5-0901-4439-A5C5-DD1C4D798DD2}" dt="2024-03-26T04:03:53.067" v="4939" actId="139"/>
          <pc:sldLayoutMkLst>
            <pc:docMk/>
            <pc:sldMasterMk cId="3482721130" sldId="2147483828"/>
            <pc:sldLayoutMk cId="250590409" sldId="2147483831"/>
          </pc:sldLayoutMkLst>
        </pc:sldLayoutChg>
        <pc:sldLayoutChg chg="modSp mod">
          <pc:chgData name="Aurelien Domont" userId="6da7715ce44349b3" providerId="LiveId" clId="{D9D6FDA5-0901-4439-A5C5-DD1C4D798DD2}" dt="2024-03-26T04:03:53.068" v="4940" actId="790"/>
          <pc:sldLayoutMkLst>
            <pc:docMk/>
            <pc:sldMasterMk cId="3482721130" sldId="2147483828"/>
            <pc:sldLayoutMk cId="1759204997" sldId="2147483835"/>
          </pc:sldLayoutMkLst>
        </pc:sldLayoutChg>
        <pc:sldLayoutChg chg="modSp del mod">
          <pc:chgData name="Aurelien Domont" userId="6da7715ce44349b3" providerId="LiveId" clId="{D9D6FDA5-0901-4439-A5C5-DD1C4D798DD2}" dt="2024-03-26T04:04:33.217" v="5013" actId="2696"/>
          <pc:sldLayoutMkLst>
            <pc:docMk/>
            <pc:sldMasterMk cId="3482721130" sldId="2147483828"/>
            <pc:sldLayoutMk cId="3998892618" sldId="2147483836"/>
          </pc:sldLayoutMkLst>
        </pc:sldLayoutChg>
      </pc:sldMasterChg>
    </pc:docChg>
  </pc:docChgLst>
  <pc:docChgLst>
    <pc:chgData name="Aurelien Domont" userId="6da7715ce44349b3" providerId="LiveId" clId="{B52C3AF2-5076-4BF5-AF33-C7553B05AF76}"/>
    <pc:docChg chg="undo custSel addSld delSld modSld sldOrd modMainMaster modSection replTag">
      <pc:chgData name="Aurelien Domont" userId="6da7715ce44349b3" providerId="LiveId" clId="{B52C3AF2-5076-4BF5-AF33-C7553B05AF76}" dt="2024-03-11T23:15:40.673" v="14932" actId="47"/>
      <pc:docMkLst>
        <pc:docMk/>
      </pc:docMkLst>
      <pc:sldChg chg="modSp mod modNotes">
        <pc:chgData name="Aurelien Domont" userId="6da7715ce44349b3" providerId="LiveId" clId="{B52C3AF2-5076-4BF5-AF33-C7553B05AF76}" dt="2024-03-11T23:09:49.979" v="14923" actId="790"/>
        <pc:sldMkLst>
          <pc:docMk/>
          <pc:sldMk cId="1754585881" sldId="1598"/>
        </pc:sldMkLst>
      </pc:sldChg>
      <pc:sldChg chg="modSp mod modNotes">
        <pc:chgData name="Aurelien Domont" userId="6da7715ce44349b3" providerId="LiveId" clId="{B52C3AF2-5076-4BF5-AF33-C7553B05AF76}" dt="2024-03-11T23:09:49.983" v="14927" actId="790"/>
        <pc:sldMkLst>
          <pc:docMk/>
          <pc:sldMk cId="2853806433" sldId="1600"/>
        </pc:sldMkLst>
      </pc:sldChg>
      <pc:sldChg chg="modSp mod modNotes">
        <pc:chgData name="Aurelien Domont" userId="6da7715ce44349b3" providerId="LiveId" clId="{B52C3AF2-5076-4BF5-AF33-C7553B05AF76}" dt="2024-03-11T23:09:49.977" v="14921" actId="790"/>
        <pc:sldMkLst>
          <pc:docMk/>
          <pc:sldMk cId="1252826214" sldId="1711"/>
        </pc:sldMkLst>
      </pc:sldChg>
      <pc:sldChg chg="modSp mod modNotes">
        <pc:chgData name="Aurelien Domont" userId="6da7715ce44349b3" providerId="LiveId" clId="{B52C3AF2-5076-4BF5-AF33-C7553B05AF76}" dt="2024-03-11T23:09:49.974" v="14919" actId="790"/>
        <pc:sldMkLst>
          <pc:docMk/>
          <pc:sldMk cId="3938337455" sldId="2034"/>
        </pc:sldMkLst>
      </pc:sldChg>
      <pc:sldChg chg="addSp delSp modSp mod ord modNotes">
        <pc:chgData name="Aurelien Domont" userId="6da7715ce44349b3" providerId="LiveId" clId="{B52C3AF2-5076-4BF5-AF33-C7553B05AF76}" dt="2024-03-11T23:09:49.919" v="14915" actId="790"/>
        <pc:sldMkLst>
          <pc:docMk/>
          <pc:sldMk cId="3272444503" sldId="2162"/>
        </pc:sldMkLst>
      </pc:sldChg>
      <pc:sldChg chg="modSp mod modNotes">
        <pc:chgData name="Aurelien Domont" userId="6da7715ce44349b3" providerId="LiveId" clId="{B52C3AF2-5076-4BF5-AF33-C7553B05AF76}" dt="2024-03-11T23:09:49.981" v="14925" actId="790"/>
        <pc:sldMkLst>
          <pc:docMk/>
          <pc:sldMk cId="1534399825" sldId="2240"/>
        </pc:sldMkLst>
      </pc:sldChg>
      <pc:sldChg chg="addSp delSp modSp mod modNotes">
        <pc:chgData name="Aurelien Domont" userId="6da7715ce44349b3" providerId="LiveId" clId="{B52C3AF2-5076-4BF5-AF33-C7553B05AF76}" dt="2024-03-11T23:09:49.972" v="14917" actId="790"/>
        <pc:sldMkLst>
          <pc:docMk/>
          <pc:sldMk cId="1209091634" sldId="2338"/>
        </pc:sldMkLst>
      </pc:sldChg>
      <pc:sldChg chg="add del">
        <pc:chgData name="Aurelien Domont" userId="6da7715ce44349b3" providerId="LiveId" clId="{B52C3AF2-5076-4BF5-AF33-C7553B05AF76}" dt="2024-03-11T23:00:05.139" v="12383"/>
        <pc:sldMkLst>
          <pc:docMk/>
          <pc:sldMk cId="1365513723" sldId="2490"/>
        </pc:sldMkLst>
      </pc:sldChg>
      <pc:sldChg chg="modSp mod ord modNotes">
        <pc:chgData name="Aurelien Domont" userId="6da7715ce44349b3" providerId="LiveId" clId="{B52C3AF2-5076-4BF5-AF33-C7553B05AF76}" dt="2024-03-11T23:09:49.916" v="14913" actId="790"/>
        <pc:sldMkLst>
          <pc:docMk/>
          <pc:sldMk cId="862292938" sldId="2560"/>
        </pc:sldMkLst>
      </pc:sldChg>
      <pc:sldChg chg="modSp mod">
        <pc:chgData name="Aurelien Domont" userId="6da7715ce44349b3" providerId="LiveId" clId="{B52C3AF2-5076-4BF5-AF33-C7553B05AF76}" dt="2024-03-11T23:09:48.470" v="13095" actId="790"/>
        <pc:sldMkLst>
          <pc:docMk/>
          <pc:sldMk cId="1926619926" sldId="3282"/>
        </pc:sldMkLst>
      </pc:sldChg>
      <pc:sldChg chg="modSp mod modNotes">
        <pc:chgData name="Aurelien Domont" userId="6da7715ce44349b3" providerId="LiveId" clId="{B52C3AF2-5076-4BF5-AF33-C7553B05AF76}" dt="2024-03-11T23:09:49.913" v="14911" actId="790"/>
        <pc:sldMkLst>
          <pc:docMk/>
          <pc:sldMk cId="2246164536" sldId="3289"/>
        </pc:sldMkLst>
      </pc:sldChg>
      <pc:sldChg chg="addSp delSp modSp del mod">
        <pc:chgData name="Aurelien Domont" userId="6da7715ce44349b3" providerId="LiveId" clId="{B52C3AF2-5076-4BF5-AF33-C7553B05AF76}" dt="2024-03-11T06:09:34.337" v="10312" actId="47"/>
        <pc:sldMkLst>
          <pc:docMk/>
          <pc:sldMk cId="2392440094" sldId="3301"/>
        </pc:sldMkLst>
      </pc:sldChg>
      <pc:sldChg chg="del">
        <pc:chgData name="Aurelien Domont" userId="6da7715ce44349b3" providerId="LiveId" clId="{B52C3AF2-5076-4BF5-AF33-C7553B05AF76}" dt="2024-03-11T06:00:20.219" v="10192" actId="47"/>
        <pc:sldMkLst>
          <pc:docMk/>
          <pc:sldMk cId="1393908417" sldId="3302"/>
        </pc:sldMkLst>
      </pc:sldChg>
      <pc:sldChg chg="addSp delSp modSp mod ord">
        <pc:chgData name="Aurelien Domont" userId="6da7715ce44349b3" providerId="LiveId" clId="{B52C3AF2-5076-4BF5-AF33-C7553B05AF76}" dt="2024-03-11T23:09:48.204" v="12882" actId="790"/>
        <pc:sldMkLst>
          <pc:docMk/>
          <pc:sldMk cId="348420775" sldId="3303"/>
        </pc:sldMkLst>
      </pc:sldChg>
      <pc:sldChg chg="addSp delSp modSp mod modNotes">
        <pc:chgData name="Aurelien Domont" userId="6da7715ce44349b3" providerId="LiveId" clId="{B52C3AF2-5076-4BF5-AF33-C7553B05AF76}" dt="2024-03-11T23:09:49.910" v="14909" actId="790"/>
        <pc:sldMkLst>
          <pc:docMk/>
          <pc:sldMk cId="3071151777" sldId="3309"/>
        </pc:sldMkLst>
      </pc:sldChg>
      <pc:sldChg chg="del">
        <pc:chgData name="Aurelien Domont" userId="6da7715ce44349b3" providerId="LiveId" clId="{B52C3AF2-5076-4BF5-AF33-C7553B05AF76}" dt="2024-03-11T06:00:20.219" v="10192" actId="47"/>
        <pc:sldMkLst>
          <pc:docMk/>
          <pc:sldMk cId="2098415580" sldId="3312"/>
        </pc:sldMkLst>
      </pc:sldChg>
      <pc:sldChg chg="del">
        <pc:chgData name="Aurelien Domont" userId="6da7715ce44349b3" providerId="LiveId" clId="{B52C3AF2-5076-4BF5-AF33-C7553B05AF76}" dt="2024-03-11T06:09:30.614" v="10311" actId="47"/>
        <pc:sldMkLst>
          <pc:docMk/>
          <pc:sldMk cId="696290259" sldId="3313"/>
        </pc:sldMkLst>
      </pc:sldChg>
      <pc:sldChg chg="del">
        <pc:chgData name="Aurelien Domont" userId="6da7715ce44349b3" providerId="LiveId" clId="{B52C3AF2-5076-4BF5-AF33-C7553B05AF76}" dt="2024-03-11T23:01:47.972" v="12550" actId="47"/>
        <pc:sldMkLst>
          <pc:docMk/>
          <pc:sldMk cId="804346767" sldId="3314"/>
        </pc:sldMkLst>
      </pc:sldChg>
      <pc:sldChg chg="del">
        <pc:chgData name="Aurelien Domont" userId="6da7715ce44349b3" providerId="LiveId" clId="{B52C3AF2-5076-4BF5-AF33-C7553B05AF76}" dt="2024-03-11T23:01:51.742" v="12551" actId="47"/>
        <pc:sldMkLst>
          <pc:docMk/>
          <pc:sldMk cId="1371543036" sldId="3315"/>
        </pc:sldMkLst>
      </pc:sldChg>
      <pc:sldChg chg="del">
        <pc:chgData name="Aurelien Domont" userId="6da7715ce44349b3" providerId="LiveId" clId="{B52C3AF2-5076-4BF5-AF33-C7553B05AF76}" dt="2024-03-11T23:01:54.144" v="12552" actId="47"/>
        <pc:sldMkLst>
          <pc:docMk/>
          <pc:sldMk cId="441079416" sldId="3316"/>
        </pc:sldMkLst>
      </pc:sldChg>
      <pc:sldChg chg="del">
        <pc:chgData name="Aurelien Domont" userId="6da7715ce44349b3" providerId="LiveId" clId="{B52C3AF2-5076-4BF5-AF33-C7553B05AF76}" dt="2024-03-11T23:01:57.654" v="12553" actId="47"/>
        <pc:sldMkLst>
          <pc:docMk/>
          <pc:sldMk cId="2570003898" sldId="3317"/>
        </pc:sldMkLst>
      </pc:sldChg>
      <pc:sldChg chg="del">
        <pc:chgData name="Aurelien Domont" userId="6da7715ce44349b3" providerId="LiveId" clId="{B52C3AF2-5076-4BF5-AF33-C7553B05AF76}" dt="2024-03-11T23:01:59.905" v="12554" actId="47"/>
        <pc:sldMkLst>
          <pc:docMk/>
          <pc:sldMk cId="1743261416" sldId="3318"/>
        </pc:sldMkLst>
      </pc:sldChg>
      <pc:sldChg chg="del">
        <pc:chgData name="Aurelien Domont" userId="6da7715ce44349b3" providerId="LiveId" clId="{B52C3AF2-5076-4BF5-AF33-C7553B05AF76}" dt="2024-03-11T23:02:03.194" v="12555" actId="47"/>
        <pc:sldMkLst>
          <pc:docMk/>
          <pc:sldMk cId="1410449565" sldId="3319"/>
        </pc:sldMkLst>
      </pc:sldChg>
      <pc:sldChg chg="new del ord">
        <pc:chgData name="Aurelien Domont" userId="6da7715ce44349b3" providerId="LiveId" clId="{B52C3AF2-5076-4BF5-AF33-C7553B05AF76}" dt="2024-03-11T23:02:13.328" v="12556" actId="47"/>
        <pc:sldMkLst>
          <pc:docMk/>
          <pc:sldMk cId="3438512007" sldId="3320"/>
        </pc:sldMkLst>
      </pc:sldChg>
      <pc:sldChg chg="addSp delSp modSp add mod">
        <pc:chgData name="Aurelien Domont" userId="6da7715ce44349b3" providerId="LiveId" clId="{B52C3AF2-5076-4BF5-AF33-C7553B05AF76}" dt="2024-03-11T23:09:47.912" v="12700" actId="139"/>
        <pc:sldMkLst>
          <pc:docMk/>
          <pc:sldMk cId="601276562" sldId="3321"/>
        </pc:sldMkLst>
      </pc:sldChg>
      <pc:sldChg chg="addSp delSp modSp add mod">
        <pc:chgData name="Aurelien Domont" userId="6da7715ce44349b3" providerId="LiveId" clId="{B52C3AF2-5076-4BF5-AF33-C7553B05AF76}" dt="2024-03-11T23:09:47.954" v="12731" actId="139"/>
        <pc:sldMkLst>
          <pc:docMk/>
          <pc:sldMk cId="361454376" sldId="3322"/>
        </pc:sldMkLst>
      </pc:sldChg>
      <pc:sldChg chg="add del">
        <pc:chgData name="Aurelien Domont" userId="6da7715ce44349b3" providerId="LiveId" clId="{B52C3AF2-5076-4BF5-AF33-C7553B05AF76}" dt="2024-03-11T05:33:40.842" v="1911" actId="47"/>
        <pc:sldMkLst>
          <pc:docMk/>
          <pc:sldMk cId="2617163469" sldId="3322"/>
        </pc:sldMkLst>
      </pc:sldChg>
      <pc:sldChg chg="add del">
        <pc:chgData name="Aurelien Domont" userId="6da7715ce44349b3" providerId="LiveId" clId="{B52C3AF2-5076-4BF5-AF33-C7553B05AF76}" dt="2024-03-11T05:57:29.878" v="9914" actId="47"/>
        <pc:sldMkLst>
          <pc:docMk/>
          <pc:sldMk cId="2287180567" sldId="3323"/>
        </pc:sldMkLst>
      </pc:sldChg>
      <pc:sldChg chg="add del">
        <pc:chgData name="Aurelien Domont" userId="6da7715ce44349b3" providerId="LiveId" clId="{B52C3AF2-5076-4BF5-AF33-C7553B05AF76}" dt="2024-03-11T05:41:01.497" v="3218"/>
        <pc:sldMkLst>
          <pc:docMk/>
          <pc:sldMk cId="2367118339" sldId="3323"/>
        </pc:sldMkLst>
      </pc:sldChg>
      <pc:sldChg chg="add del">
        <pc:chgData name="Aurelien Domont" userId="6da7715ce44349b3" providerId="LiveId" clId="{B52C3AF2-5076-4BF5-AF33-C7553B05AF76}" dt="2024-03-11T05:58:06.263" v="9921" actId="47"/>
        <pc:sldMkLst>
          <pc:docMk/>
          <pc:sldMk cId="3486130709" sldId="3323"/>
        </pc:sldMkLst>
      </pc:sldChg>
      <pc:sldChg chg="delSp modSp add mod">
        <pc:chgData name="Aurelien Domont" userId="6da7715ce44349b3" providerId="LiveId" clId="{B52C3AF2-5076-4BF5-AF33-C7553B05AF76}" dt="2024-03-11T23:09:48.174" v="12859" actId="790"/>
        <pc:sldMkLst>
          <pc:docMk/>
          <pc:sldMk cId="2387808226" sldId="3366"/>
        </pc:sldMkLst>
      </pc:sldChg>
      <pc:sldChg chg="add del">
        <pc:chgData name="Aurelien Domont" userId="6da7715ce44349b3" providerId="LiveId" clId="{B52C3AF2-5076-4BF5-AF33-C7553B05AF76}" dt="2024-03-11T23:01:43.682" v="12549" actId="47"/>
        <pc:sldMkLst>
          <pc:docMk/>
          <pc:sldMk cId="3382774822" sldId="3367"/>
        </pc:sldMkLst>
      </pc:sldChg>
      <pc:sldChg chg="addSp delSp modSp add mod">
        <pc:chgData name="Aurelien Domont" userId="6da7715ce44349b3" providerId="LiveId" clId="{B52C3AF2-5076-4BF5-AF33-C7553B05AF76}" dt="2024-03-11T23:09:48.229" v="12905" actId="790"/>
        <pc:sldMkLst>
          <pc:docMk/>
          <pc:sldMk cId="1598780141" sldId="3368"/>
        </pc:sldMkLst>
      </pc:sldChg>
      <pc:sldChg chg="addSp delSp modSp add del mod">
        <pc:chgData name="Aurelien Domont" userId="6da7715ce44349b3" providerId="LiveId" clId="{B52C3AF2-5076-4BF5-AF33-C7553B05AF76}" dt="2024-03-11T23:05:38.601" v="12557" actId="47"/>
        <pc:sldMkLst>
          <pc:docMk/>
          <pc:sldMk cId="1970736011" sldId="3369"/>
        </pc:sldMkLst>
      </pc:sldChg>
      <pc:sldChg chg="addSp delSp modSp add mod">
        <pc:chgData name="Aurelien Domont" userId="6da7715ce44349b3" providerId="LiveId" clId="{B52C3AF2-5076-4BF5-AF33-C7553B05AF76}" dt="2024-03-11T23:09:48.274" v="12951" actId="790"/>
        <pc:sldMkLst>
          <pc:docMk/>
          <pc:sldMk cId="3823632917" sldId="3370"/>
        </pc:sldMkLst>
      </pc:sldChg>
      <pc:sldChg chg="addSp delSp modSp add mod">
        <pc:chgData name="Aurelien Domont" userId="6da7715ce44349b3" providerId="LiveId" clId="{B52C3AF2-5076-4BF5-AF33-C7553B05AF76}" dt="2024-03-11T23:09:48.296" v="12974" actId="790"/>
        <pc:sldMkLst>
          <pc:docMk/>
          <pc:sldMk cId="3016347705" sldId="3371"/>
        </pc:sldMkLst>
      </pc:sldChg>
      <pc:sldChg chg="addSp delSp modSp add mod">
        <pc:chgData name="Aurelien Domont" userId="6da7715ce44349b3" providerId="LiveId" clId="{B52C3AF2-5076-4BF5-AF33-C7553B05AF76}" dt="2024-03-11T23:09:48.319" v="12997" actId="790"/>
        <pc:sldMkLst>
          <pc:docMk/>
          <pc:sldMk cId="4075100597" sldId="3372"/>
        </pc:sldMkLst>
      </pc:sldChg>
      <pc:sldChg chg="addSp delSp modSp add mod">
        <pc:chgData name="Aurelien Domont" userId="6da7715ce44349b3" providerId="LiveId" clId="{B52C3AF2-5076-4BF5-AF33-C7553B05AF76}" dt="2024-03-11T23:09:48.351" v="13020" actId="790"/>
        <pc:sldMkLst>
          <pc:docMk/>
          <pc:sldMk cId="773617390" sldId="3373"/>
        </pc:sldMkLst>
      </pc:sldChg>
      <pc:sldChg chg="addSp delSp modSp add mod">
        <pc:chgData name="Aurelien Domont" userId="6da7715ce44349b3" providerId="LiveId" clId="{B52C3AF2-5076-4BF5-AF33-C7553B05AF76}" dt="2024-03-11T23:09:48.251" v="12928" actId="790"/>
        <pc:sldMkLst>
          <pc:docMk/>
          <pc:sldMk cId="2985957761" sldId="3374"/>
        </pc:sldMkLst>
      </pc:sldChg>
      <pc:sldChg chg="addSp modSp add del mod">
        <pc:chgData name="Aurelien Domont" userId="6da7715ce44349b3" providerId="LiveId" clId="{B52C3AF2-5076-4BF5-AF33-C7553B05AF76}" dt="2024-03-11T23:15:40.673" v="14932" actId="47"/>
        <pc:sldMkLst>
          <pc:docMk/>
          <pc:sldMk cId="1744129791" sldId="3375"/>
        </pc:sldMkLst>
      </pc:sldChg>
      <pc:sldChg chg="add del">
        <pc:chgData name="Aurelien Domont" userId="6da7715ce44349b3" providerId="LiveId" clId="{B52C3AF2-5076-4BF5-AF33-C7553B05AF76}" dt="2024-03-11T06:26:57.261" v="10834"/>
        <pc:sldMkLst>
          <pc:docMk/>
          <pc:sldMk cId="668364606" sldId="3665"/>
        </pc:sldMkLst>
      </pc:sldChg>
      <pc:sldChg chg="add del">
        <pc:chgData name="Aurelien Domont" userId="6da7715ce44349b3" providerId="LiveId" clId="{B52C3AF2-5076-4BF5-AF33-C7553B05AF76}" dt="2024-03-11T22:55:16.704" v="12260"/>
        <pc:sldMkLst>
          <pc:docMk/>
          <pc:sldMk cId="2710600272" sldId="3926"/>
        </pc:sldMkLst>
      </pc:sldChg>
      <pc:sldMasterChg chg="modSp mod modSldLayout">
        <pc:chgData name="Aurelien Domont" userId="6da7715ce44349b3" providerId="LiveId" clId="{B52C3AF2-5076-4BF5-AF33-C7553B05AF76}" dt="2024-03-11T23:09:49.907" v="14907" actId="790"/>
        <pc:sldMasterMkLst>
          <pc:docMk/>
          <pc:sldMasterMk cId="3482721130" sldId="2147483828"/>
        </pc:sldMasterMkLst>
        <pc:sldLayoutChg chg="modSp mod">
          <pc:chgData name="Aurelien Domont" userId="6da7715ce44349b3" providerId="LiveId" clId="{B52C3AF2-5076-4BF5-AF33-C7553B05AF76}" dt="2024-03-11T23:09:49.906" v="14906" actId="139"/>
          <pc:sldLayoutMkLst>
            <pc:docMk/>
            <pc:sldMasterMk cId="3482721130" sldId="2147483828"/>
            <pc:sldLayoutMk cId="250590409" sldId="2147483831"/>
          </pc:sldLayoutMkLst>
        </pc:sldLayoutChg>
        <pc:sldLayoutChg chg="modSp mod">
          <pc:chgData name="Aurelien Domont" userId="6da7715ce44349b3" providerId="LiveId" clId="{B52C3AF2-5076-4BF5-AF33-C7553B05AF76}" dt="2024-03-11T23:09:49.907" v="14907" actId="790"/>
          <pc:sldLayoutMkLst>
            <pc:docMk/>
            <pc:sldMasterMk cId="3482721130" sldId="2147483828"/>
            <pc:sldLayoutMk cId="1759204997" sldId="2147483835"/>
          </pc:sldLayoutMkLst>
        </pc:sldLayoutChg>
      </pc:sldMasterChg>
    </pc:docChg>
  </pc:docChgLst>
  <pc:docChgLst>
    <pc:chgData name="Aurelien Domont" userId="6da7715ce44349b3" providerId="LiveId" clId="{BA095A81-6963-459F-8BD4-70478DA41F8A}"/>
    <pc:docChg chg="undo redo custSel addSld delSld modSld sldOrd modMainMaster modSection replTag">
      <pc:chgData name="Aurelien Domont" userId="6da7715ce44349b3" providerId="LiveId" clId="{BA095A81-6963-459F-8BD4-70478DA41F8A}" dt="2024-03-19T06:20:37.101" v="4390" actId="20577"/>
      <pc:docMkLst>
        <pc:docMk/>
      </pc:docMkLst>
      <pc:sldChg chg="modSp add mod modNotes">
        <pc:chgData name="Aurelien Domont" userId="6da7715ce44349b3" providerId="LiveId" clId="{BA095A81-6963-459F-8BD4-70478DA41F8A}" dt="2024-03-19T05:33:34.891" v="4236" actId="790"/>
        <pc:sldMkLst>
          <pc:docMk/>
          <pc:sldMk cId="3956982643" sldId="526"/>
        </pc:sldMkLst>
      </pc:sldChg>
      <pc:sldChg chg="modSp mod modNotes">
        <pc:chgData name="Aurelien Domont" userId="6da7715ce44349b3" providerId="LiveId" clId="{BA095A81-6963-459F-8BD4-70478DA41F8A}" dt="2024-03-19T05:33:34.912" v="4254" actId="790"/>
        <pc:sldMkLst>
          <pc:docMk/>
          <pc:sldMk cId="1754585881" sldId="1598"/>
        </pc:sldMkLst>
      </pc:sldChg>
      <pc:sldChg chg="modSp mod modNotes">
        <pc:chgData name="Aurelien Domont" userId="6da7715ce44349b3" providerId="LiveId" clId="{BA095A81-6963-459F-8BD4-70478DA41F8A}" dt="2024-03-19T05:33:34.916" v="4258" actId="790"/>
        <pc:sldMkLst>
          <pc:docMk/>
          <pc:sldMk cId="2853806433" sldId="1600"/>
        </pc:sldMkLst>
      </pc:sldChg>
      <pc:sldChg chg="modSp mod modNotes">
        <pc:chgData name="Aurelien Domont" userId="6da7715ce44349b3" providerId="LiveId" clId="{BA095A81-6963-459F-8BD4-70478DA41F8A}" dt="2024-03-19T05:33:34.909" v="4252" actId="790"/>
        <pc:sldMkLst>
          <pc:docMk/>
          <pc:sldMk cId="1252826214" sldId="1711"/>
        </pc:sldMkLst>
      </pc:sldChg>
      <pc:sldChg chg="modSp mod modNotes">
        <pc:chgData name="Aurelien Domont" userId="6da7715ce44349b3" providerId="LiveId" clId="{BA095A81-6963-459F-8BD4-70478DA41F8A}" dt="2024-03-19T05:33:34.907" v="4250" actId="790"/>
        <pc:sldMkLst>
          <pc:docMk/>
          <pc:sldMk cId="3938337455" sldId="2034"/>
        </pc:sldMkLst>
      </pc:sldChg>
      <pc:sldChg chg="modSp mod modNotes">
        <pc:chgData name="Aurelien Domont" userId="6da7715ce44349b3" providerId="LiveId" clId="{BA095A81-6963-459F-8BD4-70478DA41F8A}" dt="2024-03-19T06:20:37.101" v="4390" actId="20577"/>
        <pc:sldMkLst>
          <pc:docMk/>
          <pc:sldMk cId="3272444503" sldId="2162"/>
        </pc:sldMkLst>
      </pc:sldChg>
      <pc:sldChg chg="modSp mod modNotes">
        <pc:chgData name="Aurelien Domont" userId="6da7715ce44349b3" providerId="LiveId" clId="{BA095A81-6963-459F-8BD4-70478DA41F8A}" dt="2024-03-19T05:33:34.914" v="4256" actId="790"/>
        <pc:sldMkLst>
          <pc:docMk/>
          <pc:sldMk cId="1534399825" sldId="2240"/>
        </pc:sldMkLst>
      </pc:sldChg>
      <pc:sldChg chg="addSp delSp modSp mod modNotes">
        <pc:chgData name="Aurelien Domont" userId="6da7715ce44349b3" providerId="LiveId" clId="{BA095A81-6963-459F-8BD4-70478DA41F8A}" dt="2024-03-19T05:33:34.905" v="4248" actId="790"/>
        <pc:sldMkLst>
          <pc:docMk/>
          <pc:sldMk cId="1209091634" sldId="2338"/>
        </pc:sldMkLst>
      </pc:sldChg>
      <pc:sldChg chg="addSp delSp modSp mod ord modNotes">
        <pc:chgData name="Aurelien Domont" userId="6da7715ce44349b3" providerId="LiveId" clId="{BA095A81-6963-459F-8BD4-70478DA41F8A}" dt="2024-03-19T05:33:35.621" v="4360"/>
        <pc:sldMkLst>
          <pc:docMk/>
          <pc:sldMk cId="862292938" sldId="2560"/>
        </pc:sldMkLst>
      </pc:sldChg>
      <pc:sldChg chg="modSp mod">
        <pc:chgData name="Aurelien Domont" userId="6da7715ce44349b3" providerId="LiveId" clId="{BA095A81-6963-459F-8BD4-70478DA41F8A}" dt="2024-03-19T05:33:33.621" v="2417" actId="790"/>
        <pc:sldMkLst>
          <pc:docMk/>
          <pc:sldMk cId="1926619926" sldId="3282"/>
        </pc:sldMkLst>
      </pc:sldChg>
      <pc:sldChg chg="modSp mod ord modNotes">
        <pc:chgData name="Aurelien Domont" userId="6da7715ce44349b3" providerId="LiveId" clId="{BA095A81-6963-459F-8BD4-70478DA41F8A}" dt="2024-03-19T05:33:34.893" v="4238" actId="790"/>
        <pc:sldMkLst>
          <pc:docMk/>
          <pc:sldMk cId="2246164536" sldId="3289"/>
        </pc:sldMkLst>
      </pc:sldChg>
      <pc:sldChg chg="modSp add mod modClrScheme chgLayout modNotes">
        <pc:chgData name="Aurelien Domont" userId="6da7715ce44349b3" providerId="LiveId" clId="{BA095A81-6963-459F-8BD4-70478DA41F8A}" dt="2024-03-19T05:33:35.617" v="4356"/>
        <pc:sldMkLst>
          <pc:docMk/>
          <pc:sldMk cId="3931065156" sldId="3300"/>
        </pc:sldMkLst>
      </pc:sldChg>
      <pc:sldChg chg="modSp add mod modClrScheme chgLayout modNotes">
        <pc:chgData name="Aurelien Domont" userId="6da7715ce44349b3" providerId="LiveId" clId="{BA095A81-6963-459F-8BD4-70478DA41F8A}" dt="2024-03-19T05:33:35.614" v="4354"/>
        <pc:sldMkLst>
          <pc:docMk/>
          <pc:sldMk cId="4273032646" sldId="3301"/>
        </pc:sldMkLst>
      </pc:sldChg>
      <pc:sldChg chg="addSp delSp modSp mod ord">
        <pc:chgData name="Aurelien Domont" userId="6da7715ce44349b3" providerId="LiveId" clId="{BA095A81-6963-459F-8BD4-70478DA41F8A}" dt="2024-03-19T05:33:33.426" v="2257" actId="790"/>
        <pc:sldMkLst>
          <pc:docMk/>
          <pc:sldMk cId="348420775" sldId="3303"/>
        </pc:sldMkLst>
      </pc:sldChg>
      <pc:sldChg chg="del">
        <pc:chgData name="Aurelien Domont" userId="6da7715ce44349b3" providerId="LiveId" clId="{BA095A81-6963-459F-8BD4-70478DA41F8A}" dt="2024-03-19T04:47:42.853" v="44" actId="47"/>
        <pc:sldMkLst>
          <pc:docMk/>
          <pc:sldMk cId="3071151777" sldId="3309"/>
        </pc:sldMkLst>
      </pc:sldChg>
      <pc:sldChg chg="del">
        <pc:chgData name="Aurelien Domont" userId="6da7715ce44349b3" providerId="LiveId" clId="{BA095A81-6963-459F-8BD4-70478DA41F8A}" dt="2024-03-19T04:52:32.446" v="523" actId="47"/>
        <pc:sldMkLst>
          <pc:docMk/>
          <pc:sldMk cId="601276562" sldId="3321"/>
        </pc:sldMkLst>
      </pc:sldChg>
      <pc:sldChg chg="del">
        <pc:chgData name="Aurelien Domont" userId="6da7715ce44349b3" providerId="LiveId" clId="{BA095A81-6963-459F-8BD4-70478DA41F8A}" dt="2024-03-19T04:52:32.446" v="523" actId="47"/>
        <pc:sldMkLst>
          <pc:docMk/>
          <pc:sldMk cId="361454376" sldId="3322"/>
        </pc:sldMkLst>
      </pc:sldChg>
      <pc:sldChg chg="addSp delSp modSp mod ord">
        <pc:chgData name="Aurelien Domont" userId="6da7715ce44349b3" providerId="LiveId" clId="{BA095A81-6963-459F-8BD4-70478DA41F8A}" dt="2024-03-19T05:33:33.409" v="2240" actId="790"/>
        <pc:sldMkLst>
          <pc:docMk/>
          <pc:sldMk cId="2387808226" sldId="3366"/>
        </pc:sldMkLst>
      </pc:sldChg>
      <pc:sldChg chg="del">
        <pc:chgData name="Aurelien Domont" userId="6da7715ce44349b3" providerId="LiveId" clId="{BA095A81-6963-459F-8BD4-70478DA41F8A}" dt="2024-03-19T05:14:46.833" v="1484" actId="47"/>
        <pc:sldMkLst>
          <pc:docMk/>
          <pc:sldMk cId="1598780141" sldId="3368"/>
        </pc:sldMkLst>
      </pc:sldChg>
      <pc:sldChg chg="addSp delSp modSp del mod">
        <pc:chgData name="Aurelien Domont" userId="6da7715ce44349b3" providerId="LiveId" clId="{BA095A81-6963-459F-8BD4-70478DA41F8A}" dt="2024-03-19T05:16:54.192" v="1772" actId="47"/>
        <pc:sldMkLst>
          <pc:docMk/>
          <pc:sldMk cId="3823632917" sldId="3370"/>
        </pc:sldMkLst>
      </pc:sldChg>
      <pc:sldChg chg="del">
        <pc:chgData name="Aurelien Domont" userId="6da7715ce44349b3" providerId="LiveId" clId="{BA095A81-6963-459F-8BD4-70478DA41F8A}" dt="2024-03-19T05:16:55.733" v="1773" actId="47"/>
        <pc:sldMkLst>
          <pc:docMk/>
          <pc:sldMk cId="3016347705" sldId="3371"/>
        </pc:sldMkLst>
      </pc:sldChg>
      <pc:sldChg chg="del">
        <pc:chgData name="Aurelien Domont" userId="6da7715ce44349b3" providerId="LiveId" clId="{BA095A81-6963-459F-8BD4-70478DA41F8A}" dt="2024-03-19T05:18:04.363" v="1829" actId="47"/>
        <pc:sldMkLst>
          <pc:docMk/>
          <pc:sldMk cId="4075100597" sldId="3372"/>
        </pc:sldMkLst>
      </pc:sldChg>
      <pc:sldChg chg="del">
        <pc:chgData name="Aurelien Domont" userId="6da7715ce44349b3" providerId="LiveId" clId="{BA095A81-6963-459F-8BD4-70478DA41F8A}" dt="2024-03-19T05:25:35.690" v="1994" actId="47"/>
        <pc:sldMkLst>
          <pc:docMk/>
          <pc:sldMk cId="773617390" sldId="3373"/>
        </pc:sldMkLst>
      </pc:sldChg>
      <pc:sldChg chg="del">
        <pc:chgData name="Aurelien Domont" userId="6da7715ce44349b3" providerId="LiveId" clId="{BA095A81-6963-459F-8BD4-70478DA41F8A}" dt="2024-03-19T05:14:48.643" v="1485" actId="47"/>
        <pc:sldMkLst>
          <pc:docMk/>
          <pc:sldMk cId="2985957761" sldId="3374"/>
        </pc:sldMkLst>
      </pc:sldChg>
      <pc:sldChg chg="new del ord">
        <pc:chgData name="Aurelien Domont" userId="6da7715ce44349b3" providerId="LiveId" clId="{BA095A81-6963-459F-8BD4-70478DA41F8A}" dt="2024-03-19T05:25:37.073" v="1995" actId="47"/>
        <pc:sldMkLst>
          <pc:docMk/>
          <pc:sldMk cId="493646158" sldId="3375"/>
        </pc:sldMkLst>
      </pc:sldChg>
      <pc:sldChg chg="addSp delSp modSp add mod">
        <pc:chgData name="Aurelien Domont" userId="6da7715ce44349b3" providerId="LiveId" clId="{BA095A81-6963-459F-8BD4-70478DA41F8A}" dt="2024-03-19T05:33:35.607" v="4348"/>
        <pc:sldMkLst>
          <pc:docMk/>
          <pc:sldMk cId="2269690018" sldId="3376"/>
        </pc:sldMkLst>
      </pc:sldChg>
      <pc:sldChg chg="addSp delSp modSp add mod">
        <pc:chgData name="Aurelien Domont" userId="6da7715ce44349b3" providerId="LiveId" clId="{BA095A81-6963-459F-8BD4-70478DA41F8A}" dt="2024-03-19T05:33:35.625" v="4364"/>
        <pc:sldMkLst>
          <pc:docMk/>
          <pc:sldMk cId="2120394965" sldId="3377"/>
        </pc:sldMkLst>
      </pc:sldChg>
      <pc:sldChg chg="addSp delSp modSp add mod">
        <pc:chgData name="Aurelien Domont" userId="6da7715ce44349b3" providerId="LiveId" clId="{BA095A81-6963-459F-8BD4-70478DA41F8A}" dt="2024-03-19T05:33:35.611" v="4352"/>
        <pc:sldMkLst>
          <pc:docMk/>
          <pc:sldMk cId="1083748519" sldId="3378"/>
        </pc:sldMkLst>
      </pc:sldChg>
      <pc:sldChg chg="addSp delSp modSp add mod">
        <pc:chgData name="Aurelien Domont" userId="6da7715ce44349b3" providerId="LiveId" clId="{BA095A81-6963-459F-8BD4-70478DA41F8A}" dt="2024-03-19T05:36:48.600" v="4372" actId="108"/>
        <pc:sldMkLst>
          <pc:docMk/>
          <pc:sldMk cId="55671321" sldId="3379"/>
        </pc:sldMkLst>
      </pc:sldChg>
      <pc:sldChg chg="addSp delSp modSp add mod">
        <pc:chgData name="Aurelien Domont" userId="6da7715ce44349b3" providerId="LiveId" clId="{BA095A81-6963-459F-8BD4-70478DA41F8A}" dt="2024-03-19T05:33:33.514" v="2342" actId="790"/>
        <pc:sldMkLst>
          <pc:docMk/>
          <pc:sldMk cId="3592377542" sldId="3380"/>
        </pc:sldMkLst>
      </pc:sldChg>
      <pc:sldChg chg="addSp modSp add del mod">
        <pc:chgData name="Aurelien Domont" userId="6da7715ce44349b3" providerId="LiveId" clId="{BA095A81-6963-459F-8BD4-70478DA41F8A}" dt="2024-03-19T06:16:18.062" v="4383" actId="47"/>
        <pc:sldMkLst>
          <pc:docMk/>
          <pc:sldMk cId="571704221" sldId="3381"/>
        </pc:sldMkLst>
      </pc:sldChg>
      <pc:sldMasterChg chg="modSp mod delSldLayout modSldLayout">
        <pc:chgData name="Aurelien Domont" userId="6da7715ce44349b3" providerId="LiveId" clId="{BA095A81-6963-459F-8BD4-70478DA41F8A}" dt="2024-03-19T05:34:29.043" v="4365" actId="2696"/>
        <pc:sldMasterMkLst>
          <pc:docMk/>
          <pc:sldMasterMk cId="3482721130" sldId="2147483828"/>
        </pc:sldMasterMkLst>
        <pc:sldLayoutChg chg="modSp mod">
          <pc:chgData name="Aurelien Domont" userId="6da7715ce44349b3" providerId="LiveId" clId="{BA095A81-6963-459F-8BD4-70478DA41F8A}" dt="2024-03-19T05:33:34.876" v="4228" actId="139"/>
          <pc:sldLayoutMkLst>
            <pc:docMk/>
            <pc:sldMasterMk cId="3482721130" sldId="2147483828"/>
            <pc:sldLayoutMk cId="250590409" sldId="2147483831"/>
          </pc:sldLayoutMkLst>
        </pc:sldLayoutChg>
        <pc:sldLayoutChg chg="modSp mod">
          <pc:chgData name="Aurelien Domont" userId="6da7715ce44349b3" providerId="LiveId" clId="{BA095A81-6963-459F-8BD4-70478DA41F8A}" dt="2024-03-19T05:33:34.877" v="4229" actId="790"/>
          <pc:sldLayoutMkLst>
            <pc:docMk/>
            <pc:sldMasterMk cId="3482721130" sldId="2147483828"/>
            <pc:sldLayoutMk cId="1759204997" sldId="2147483835"/>
          </pc:sldLayoutMkLst>
        </pc:sldLayoutChg>
        <pc:sldLayoutChg chg="modSp del mod">
          <pc:chgData name="Aurelien Domont" userId="6da7715ce44349b3" providerId="LiveId" clId="{BA095A81-6963-459F-8BD4-70478DA41F8A}" dt="2024-03-19T05:34:29.043" v="4365" actId="2696"/>
          <pc:sldLayoutMkLst>
            <pc:docMk/>
            <pc:sldMasterMk cId="3482721130" sldId="2147483828"/>
            <pc:sldLayoutMk cId="1506458806" sldId="2147483836"/>
          </pc:sldLayoutMkLst>
        </pc:sldLayoutChg>
      </pc:sldMaster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4-03-06T05:26:59.397" v="5373" actId="20577"/>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modSp mod ord">
        <pc:chgData name="Aurelien Domont" userId="6da7715ce44349b3" providerId="LiveId" clId="{D6B2C6B8-087B-43B3-8633-024465984332}" dt="2024-02-27T00:12:13.105" v="5308" actId="20577"/>
        <pc:sldMkLst>
          <pc:docMk/>
          <pc:sldMk cId="3272444503" sldId="2162"/>
        </pc:sldMkLst>
      </pc:sldChg>
      <pc:sldChg chg="addSp delSp modSp mod ord">
        <pc:chgData name="Aurelien Domont" userId="6da7715ce44349b3" providerId="LiveId" clId="{D6B2C6B8-087B-43B3-8633-024465984332}" dt="2024-02-22T00:08:49.071" v="5229" actId="20577"/>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mod ord chgLayout">
        <pc:chgData name="Aurelien Domont" userId="6da7715ce44349b3" providerId="LiveId" clId="{D6B2C6B8-087B-43B3-8633-024465984332}" dt="2024-03-04T01:51:03.678" v="5311" actId="1076"/>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02-21T05:55:29.115" v="42" actId="404"/>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3-06T05:26:59.397" v="5373"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02-22T00:04:50.614" v="5095" actId="108"/>
        <pc:sldMkLst>
          <pc:docMk/>
          <pc:sldMk cId="1743261416" sldId="3318"/>
        </pc:sldMkLst>
      </pc:sldChg>
      <pc:sldChg chg="addSp delSp modSp add mod">
        <pc:chgData name="Aurelien Domont" userId="6da7715ce44349b3" providerId="LiveId" clId="{D6B2C6B8-087B-43B3-8633-024465984332}" dt="2024-02-22T00:06:34.585" v="5215" actId="108"/>
        <pc:sldMkLst>
          <pc:docMk/>
          <pc:sldMk cId="1410449565" sldId="3319"/>
        </pc:sldMkLst>
      </pc:sld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7/2/2025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7/2/2025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1449302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4</a:t>
            </a:fld>
            <a:endParaRPr lang="en-US" dirty="0"/>
          </a:p>
        </p:txBody>
      </p:sp>
    </p:spTree>
    <p:extLst>
      <p:ext uri="{BB962C8B-B14F-4D97-AF65-F5344CB8AC3E}">
        <p14:creationId xmlns:p14="http://schemas.microsoft.com/office/powerpoint/2010/main" val="1046832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5</a:t>
            </a:fld>
            <a:endParaRPr lang="en-US" dirty="0"/>
          </a:p>
        </p:txBody>
      </p:sp>
    </p:spTree>
    <p:extLst>
      <p:ext uri="{BB962C8B-B14F-4D97-AF65-F5344CB8AC3E}">
        <p14:creationId xmlns:p14="http://schemas.microsoft.com/office/powerpoint/2010/main" val="2575806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6</a:t>
            </a:fld>
            <a:endParaRPr lang="en-US" dirty="0"/>
          </a:p>
        </p:txBody>
      </p:sp>
    </p:spTree>
    <p:extLst>
      <p:ext uri="{BB962C8B-B14F-4D97-AF65-F5344CB8AC3E}">
        <p14:creationId xmlns:p14="http://schemas.microsoft.com/office/powerpoint/2010/main" val="714511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7</a:t>
            </a:fld>
            <a:endParaRPr lang="en-US" dirty="0"/>
          </a:p>
        </p:txBody>
      </p:sp>
    </p:spTree>
    <p:extLst>
      <p:ext uri="{BB962C8B-B14F-4D97-AF65-F5344CB8AC3E}">
        <p14:creationId xmlns:p14="http://schemas.microsoft.com/office/powerpoint/2010/main" val="1916085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8</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9</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11</a:t>
            </a:fld>
            <a:endParaRPr lang="en-US" dirty="0"/>
          </a:p>
        </p:txBody>
      </p:sp>
    </p:spTree>
    <p:extLst>
      <p:ext uri="{BB962C8B-B14F-4D97-AF65-F5344CB8AC3E}">
        <p14:creationId xmlns:p14="http://schemas.microsoft.com/office/powerpoint/2010/main" val="30204991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16</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19</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20</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21</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22</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hyperlink" Target="https://www.domontconsulting.com/" TargetMode="Externa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oleObject" Target="../embeddings/oleObject4.bin"/><Relationship Id="rId4" Type="http://schemas.openxmlformats.org/officeDocument/2006/relationships/notesSlide" Target="../notesSlides/notesSlide1.xml"/><Relationship Id="rId9" Type="http://schemas.openxmlformats.org/officeDocument/2006/relationships/image" Target="../media/image5.jpe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2.png"/><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image" Target="../media/image11.pn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image" Target="../media/image3.emf"/><Relationship Id="rId15" Type="http://schemas.openxmlformats.org/officeDocument/2006/relationships/image" Target="../media/image14.png"/><Relationship Id="rId10" Type="http://schemas.openxmlformats.org/officeDocument/2006/relationships/hyperlink" Target="https://youtu.be/Lei_2L1R5vs" TargetMode="External"/><Relationship Id="rId4" Type="http://schemas.openxmlformats.org/officeDocument/2006/relationships/oleObject" Target="../embeddings/oleObject5.bin"/><Relationship Id="rId9" Type="http://schemas.openxmlformats.org/officeDocument/2006/relationships/image" Target="../media/image9.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4.png"/><Relationship Id="rId4" Type="http://schemas.openxmlformats.org/officeDocument/2006/relationships/oleObject" Target="../embeddings/oleObject6.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6.xml"/><Relationship Id="rId5" Type="http://schemas.openxmlformats.org/officeDocument/2006/relationships/image" Target="../media/image1.emf"/><Relationship Id="rId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5.xml"/><Relationship Id="rId7" Type="http://schemas.openxmlformats.org/officeDocument/2006/relationships/image" Target="../media/image18.svg"/><Relationship Id="rId2" Type="http://schemas.openxmlformats.org/officeDocument/2006/relationships/slideLayout" Target="../slideLayouts/slideLayout1.xml"/><Relationship Id="rId1" Type="http://schemas.openxmlformats.org/officeDocument/2006/relationships/tags" Target="../tags/tag17.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emf"/><Relationship Id="rId10" Type="http://schemas.openxmlformats.org/officeDocument/2006/relationships/image" Target="../media/image21.png"/><Relationship Id="rId4" Type="http://schemas.openxmlformats.org/officeDocument/2006/relationships/oleObject" Target="../embeddings/oleObject7.bin"/><Relationship Id="rId9" Type="http://schemas.openxmlformats.org/officeDocument/2006/relationships/image" Target="../media/image20.sv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8.xml"/><Relationship Id="rId6" Type="http://schemas.openxmlformats.org/officeDocument/2006/relationships/image" Target="../media/image23.png"/><Relationship Id="rId5" Type="http://schemas.openxmlformats.org/officeDocument/2006/relationships/image" Target="../media/image1.emf"/><Relationship Id="rId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9.xml"/><Relationship Id="rId6" Type="http://schemas.openxmlformats.org/officeDocument/2006/relationships/image" Target="../media/image24.png"/><Relationship Id="rId5" Type="http://schemas.openxmlformats.org/officeDocument/2006/relationships/image" Target="../media/image1.emf"/><Relationship Id="rId4"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18" Type="http://schemas.openxmlformats.org/officeDocument/2006/relationships/image" Target="../media/image36.svg"/><Relationship Id="rId3" Type="http://schemas.openxmlformats.org/officeDocument/2006/relationships/slideLayout" Target="../slideLayouts/slideLayout1.xml"/><Relationship Id="rId21" Type="http://schemas.openxmlformats.org/officeDocument/2006/relationships/image" Target="../media/image39.png"/><Relationship Id="rId7" Type="http://schemas.openxmlformats.org/officeDocument/2006/relationships/image" Target="../media/image25.png"/><Relationship Id="rId12" Type="http://schemas.openxmlformats.org/officeDocument/2006/relationships/image" Target="../media/image30.svg"/><Relationship Id="rId17" Type="http://schemas.openxmlformats.org/officeDocument/2006/relationships/image" Target="../media/image35.png"/><Relationship Id="rId25" Type="http://schemas.openxmlformats.org/officeDocument/2006/relationships/image" Target="../media/image43.png"/><Relationship Id="rId2" Type="http://schemas.openxmlformats.org/officeDocument/2006/relationships/tags" Target="../tags/tag21.xml"/><Relationship Id="rId16" Type="http://schemas.openxmlformats.org/officeDocument/2006/relationships/image" Target="../media/image34.svg"/><Relationship Id="rId20" Type="http://schemas.openxmlformats.org/officeDocument/2006/relationships/image" Target="../media/image38.svg"/><Relationship Id="rId1" Type="http://schemas.openxmlformats.org/officeDocument/2006/relationships/tags" Target="../tags/tag20.xml"/><Relationship Id="rId6" Type="http://schemas.openxmlformats.org/officeDocument/2006/relationships/image" Target="../media/image3.emf"/><Relationship Id="rId11" Type="http://schemas.openxmlformats.org/officeDocument/2006/relationships/image" Target="../media/image29.png"/><Relationship Id="rId24" Type="http://schemas.openxmlformats.org/officeDocument/2006/relationships/image" Target="../media/image42.png"/><Relationship Id="rId5" Type="http://schemas.openxmlformats.org/officeDocument/2006/relationships/oleObject" Target="../embeddings/oleObject7.bin"/><Relationship Id="rId15" Type="http://schemas.openxmlformats.org/officeDocument/2006/relationships/image" Target="../media/image33.png"/><Relationship Id="rId23" Type="http://schemas.openxmlformats.org/officeDocument/2006/relationships/image" Target="../media/image41.png"/><Relationship Id="rId10" Type="http://schemas.openxmlformats.org/officeDocument/2006/relationships/image" Target="../media/image28.svg"/><Relationship Id="rId19" Type="http://schemas.openxmlformats.org/officeDocument/2006/relationships/image" Target="../media/image37.png"/><Relationship Id="rId4" Type="http://schemas.openxmlformats.org/officeDocument/2006/relationships/notesSlide" Target="../notesSlides/notesSlide8.xml"/><Relationship Id="rId9" Type="http://schemas.openxmlformats.org/officeDocument/2006/relationships/image" Target="../media/image27.png"/><Relationship Id="rId14" Type="http://schemas.openxmlformats.org/officeDocument/2006/relationships/image" Target="../media/image32.svg"/><Relationship Id="rId22" Type="http://schemas.openxmlformats.org/officeDocument/2006/relationships/image" Target="../media/image4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22.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9.bin"/><Relationship Id="rId7" Type="http://schemas.openxmlformats.org/officeDocument/2006/relationships/image" Target="../media/image45.png"/><Relationship Id="rId2" Type="http://schemas.openxmlformats.org/officeDocument/2006/relationships/slideLayout" Target="../slideLayouts/slideLayout1.xml"/><Relationship Id="rId1" Type="http://schemas.openxmlformats.org/officeDocument/2006/relationships/tags" Target="../tags/tag23.xml"/><Relationship Id="rId6" Type="http://schemas.openxmlformats.org/officeDocument/2006/relationships/image" Target="../media/image44.png"/><Relationship Id="rId5" Type="http://schemas.openxmlformats.org/officeDocument/2006/relationships/hyperlink" Target="https://youtu.be/_7OuhE1372Y" TargetMode="External"/><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svg"/><Relationship Id="rId3" Type="http://schemas.openxmlformats.org/officeDocument/2006/relationships/notesSlide" Target="../notesSlides/notesSlide10.xml"/><Relationship Id="rId7" Type="http://schemas.openxmlformats.org/officeDocument/2006/relationships/image" Target="../media/image47.svg"/><Relationship Id="rId12" Type="http://schemas.openxmlformats.org/officeDocument/2006/relationships/image" Target="../media/image52.png"/><Relationship Id="rId2" Type="http://schemas.openxmlformats.org/officeDocument/2006/relationships/slideLayout" Target="../slideLayouts/slideLayout1.xml"/><Relationship Id="rId1" Type="http://schemas.openxmlformats.org/officeDocument/2006/relationships/tags" Target="../tags/tag24.xml"/><Relationship Id="rId6" Type="http://schemas.openxmlformats.org/officeDocument/2006/relationships/image" Target="../media/image46.png"/><Relationship Id="rId11" Type="http://schemas.openxmlformats.org/officeDocument/2006/relationships/image" Target="../media/image51.svg"/><Relationship Id="rId5" Type="http://schemas.openxmlformats.org/officeDocument/2006/relationships/image" Target="../media/image1.emf"/><Relationship Id="rId15" Type="http://schemas.openxmlformats.org/officeDocument/2006/relationships/image" Target="../media/image55.svg"/><Relationship Id="rId10" Type="http://schemas.openxmlformats.org/officeDocument/2006/relationships/image" Target="../media/image50.png"/><Relationship Id="rId4" Type="http://schemas.openxmlformats.org/officeDocument/2006/relationships/oleObject" Target="../embeddings/oleObject10.bin"/><Relationship Id="rId9" Type="http://schemas.openxmlformats.org/officeDocument/2006/relationships/image" Target="../media/image49.svg"/><Relationship Id="rId14" Type="http://schemas.openxmlformats.org/officeDocument/2006/relationships/image" Target="../media/image54.png"/></Relationships>
</file>

<file path=ppt/slides/_rels/slide12.xml.rels><?xml version="1.0" encoding="UTF-8" standalone="yes"?>
<Relationships xmlns="http://schemas.openxmlformats.org/package/2006/relationships"><Relationship Id="rId8" Type="http://schemas.openxmlformats.org/officeDocument/2006/relationships/hyperlink" Target="https://youtu.be/Lei_2L1R5vs" TargetMode="External"/><Relationship Id="rId3" Type="http://schemas.openxmlformats.org/officeDocument/2006/relationships/oleObject" Target="../embeddings/oleObject7.bin"/><Relationship Id="rId7" Type="http://schemas.openxmlformats.org/officeDocument/2006/relationships/image" Target="../media/image57.png"/><Relationship Id="rId2" Type="http://schemas.openxmlformats.org/officeDocument/2006/relationships/slideLayout" Target="../slideLayouts/slideLayout1.xml"/><Relationship Id="rId1" Type="http://schemas.openxmlformats.org/officeDocument/2006/relationships/tags" Target="../tags/tag25.xml"/><Relationship Id="rId6" Type="http://schemas.openxmlformats.org/officeDocument/2006/relationships/image" Target="../media/image56.png"/><Relationship Id="rId5" Type="http://schemas.openxmlformats.org/officeDocument/2006/relationships/image" Target="../media/image9.png"/><Relationship Id="rId10" Type="http://schemas.openxmlformats.org/officeDocument/2006/relationships/image" Target="../media/image58.png"/><Relationship Id="rId4" Type="http://schemas.openxmlformats.org/officeDocument/2006/relationships/image" Target="../media/image3.emf"/><Relationship Id="rId9"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oleObject" Target="../embeddings/oleObject11.bin"/><Relationship Id="rId7" Type="http://schemas.openxmlformats.org/officeDocument/2006/relationships/image" Target="../media/image61.png"/><Relationship Id="rId2" Type="http://schemas.openxmlformats.org/officeDocument/2006/relationships/slideLayout" Target="../slideLayouts/slideLayout1.xml"/><Relationship Id="rId1" Type="http://schemas.openxmlformats.org/officeDocument/2006/relationships/tags" Target="../tags/tag26.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oleObject" Target="../embeddings/oleObject12.bin"/><Relationship Id="rId7" Type="http://schemas.openxmlformats.org/officeDocument/2006/relationships/image" Target="../media/image12.png"/><Relationship Id="rId2" Type="http://schemas.openxmlformats.org/officeDocument/2006/relationships/slideLayout" Target="../slideLayouts/slideLayout1.xml"/><Relationship Id="rId1" Type="http://schemas.openxmlformats.org/officeDocument/2006/relationships/tags" Target="../tags/tag27.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oleObject" Target="../embeddings/oleObject13.bin"/><Relationship Id="rId7" Type="http://schemas.openxmlformats.org/officeDocument/2006/relationships/image" Target="../media/image13.png"/><Relationship Id="rId2" Type="http://schemas.openxmlformats.org/officeDocument/2006/relationships/slideLayout" Target="../slideLayouts/slideLayout1.xml"/><Relationship Id="rId1" Type="http://schemas.openxmlformats.org/officeDocument/2006/relationships/tags" Target="../tags/tag28.xml"/><Relationship Id="rId6" Type="http://schemas.openxmlformats.org/officeDocument/2006/relationships/image" Target="../media/image64.png"/><Relationship Id="rId5" Type="http://schemas.openxmlformats.org/officeDocument/2006/relationships/image" Target="../media/image14.png"/><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notesSlide" Target="../notesSlides/notesSlide11.xml"/><Relationship Id="rId7" Type="http://schemas.openxmlformats.org/officeDocument/2006/relationships/image" Target="../media/image67.png"/><Relationship Id="rId2" Type="http://schemas.openxmlformats.org/officeDocument/2006/relationships/slideLayout" Target="../slideLayouts/slideLayout1.xml"/><Relationship Id="rId1" Type="http://schemas.openxmlformats.org/officeDocument/2006/relationships/tags" Target="../tags/tag29.xml"/><Relationship Id="rId6" Type="http://schemas.openxmlformats.org/officeDocument/2006/relationships/image" Target="../media/image66.png"/><Relationship Id="rId5" Type="http://schemas.openxmlformats.org/officeDocument/2006/relationships/image" Target="../media/image1.emf"/><Relationship Id="rId10" Type="http://schemas.openxmlformats.org/officeDocument/2006/relationships/image" Target="../media/image44.png"/><Relationship Id="rId4" Type="http://schemas.openxmlformats.org/officeDocument/2006/relationships/oleObject" Target="../embeddings/oleObject14.bin"/><Relationship Id="rId9" Type="http://schemas.openxmlformats.org/officeDocument/2006/relationships/image" Target="../media/image69.svg"/></Relationships>
</file>

<file path=ppt/slides/_rels/slide17.xml.rels><?xml version="1.0" encoding="UTF-8" standalone="yes"?>
<Relationships xmlns="http://schemas.openxmlformats.org/package/2006/relationships"><Relationship Id="rId8" Type="http://schemas.openxmlformats.org/officeDocument/2006/relationships/image" Target="../media/image71.svg"/><Relationship Id="rId13" Type="http://schemas.openxmlformats.org/officeDocument/2006/relationships/image" Target="../media/image76.png"/><Relationship Id="rId18" Type="http://schemas.openxmlformats.org/officeDocument/2006/relationships/image" Target="../media/image81.svg"/><Relationship Id="rId3" Type="http://schemas.openxmlformats.org/officeDocument/2006/relationships/slideLayout" Target="../slideLayouts/slideLayout1.xml"/><Relationship Id="rId21" Type="http://schemas.openxmlformats.org/officeDocument/2006/relationships/image" Target="../media/image84.png"/><Relationship Id="rId7" Type="http://schemas.openxmlformats.org/officeDocument/2006/relationships/image" Target="../media/image70.png"/><Relationship Id="rId12" Type="http://schemas.openxmlformats.org/officeDocument/2006/relationships/image" Target="../media/image75.svg"/><Relationship Id="rId17" Type="http://schemas.openxmlformats.org/officeDocument/2006/relationships/image" Target="../media/image80.png"/><Relationship Id="rId2" Type="http://schemas.openxmlformats.org/officeDocument/2006/relationships/tags" Target="../tags/tag31.xml"/><Relationship Id="rId16" Type="http://schemas.openxmlformats.org/officeDocument/2006/relationships/image" Target="../media/image79.svg"/><Relationship Id="rId20" Type="http://schemas.openxmlformats.org/officeDocument/2006/relationships/image" Target="../media/image83.svg"/><Relationship Id="rId1" Type="http://schemas.openxmlformats.org/officeDocument/2006/relationships/tags" Target="../tags/tag30.xml"/><Relationship Id="rId6" Type="http://schemas.openxmlformats.org/officeDocument/2006/relationships/image" Target="../media/image1.emf"/><Relationship Id="rId11" Type="http://schemas.openxmlformats.org/officeDocument/2006/relationships/image" Target="../media/image74.png"/><Relationship Id="rId24" Type="http://schemas.openxmlformats.org/officeDocument/2006/relationships/image" Target="../media/image87.svg"/><Relationship Id="rId5" Type="http://schemas.openxmlformats.org/officeDocument/2006/relationships/oleObject" Target="../embeddings/oleObject15.bin"/><Relationship Id="rId15" Type="http://schemas.openxmlformats.org/officeDocument/2006/relationships/image" Target="../media/image78.png"/><Relationship Id="rId23" Type="http://schemas.openxmlformats.org/officeDocument/2006/relationships/image" Target="../media/image86.png"/><Relationship Id="rId10" Type="http://schemas.openxmlformats.org/officeDocument/2006/relationships/image" Target="../media/image73.svg"/><Relationship Id="rId19" Type="http://schemas.openxmlformats.org/officeDocument/2006/relationships/image" Target="../media/image82.png"/><Relationship Id="rId4" Type="http://schemas.openxmlformats.org/officeDocument/2006/relationships/notesSlide" Target="../notesSlides/notesSlide12.xml"/><Relationship Id="rId9" Type="http://schemas.openxmlformats.org/officeDocument/2006/relationships/image" Target="../media/image72.png"/><Relationship Id="rId14" Type="http://schemas.openxmlformats.org/officeDocument/2006/relationships/image" Target="../media/image77.svg"/><Relationship Id="rId22" Type="http://schemas.openxmlformats.org/officeDocument/2006/relationships/image" Target="../media/image85.sv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32.xml"/><Relationship Id="rId6" Type="http://schemas.openxmlformats.org/officeDocument/2006/relationships/hyperlink" Target="https://www.domontconsulting.com/pages/reviews" TargetMode="External"/><Relationship Id="rId5" Type="http://schemas.openxmlformats.org/officeDocument/2006/relationships/image" Target="../media/image88.png"/><Relationship Id="rId4" Type="http://schemas.openxmlformats.org/officeDocument/2006/relationships/image" Target="../media/image3.emf"/></Relationships>
</file>

<file path=ppt/slides/_rels/slide1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notesSlide" Target="../notesSlides/notesSlide13.xml"/><Relationship Id="rId7" Type="http://schemas.openxmlformats.org/officeDocument/2006/relationships/image" Target="../media/image39.png"/><Relationship Id="rId2" Type="http://schemas.openxmlformats.org/officeDocument/2006/relationships/slideLayout" Target="../slideLayouts/slideLayout1.xml"/><Relationship Id="rId1" Type="http://schemas.openxmlformats.org/officeDocument/2006/relationships/tags" Target="../tags/tag33.xml"/><Relationship Id="rId6" Type="http://schemas.openxmlformats.org/officeDocument/2006/relationships/image" Target="../media/image89.png"/><Relationship Id="rId11" Type="http://schemas.openxmlformats.org/officeDocument/2006/relationships/image" Target="../media/image43.png"/><Relationship Id="rId5" Type="http://schemas.openxmlformats.org/officeDocument/2006/relationships/image" Target="../media/image1.emf"/><Relationship Id="rId10" Type="http://schemas.openxmlformats.org/officeDocument/2006/relationships/image" Target="../media/image42.png"/><Relationship Id="rId4" Type="http://schemas.openxmlformats.org/officeDocument/2006/relationships/oleObject" Target="../embeddings/oleObject17.bin"/><Relationship Id="rId9" Type="http://schemas.openxmlformats.org/officeDocument/2006/relationships/image" Target="../media/image41.png"/></Relationships>
</file>

<file path=ppt/slides/_rels/slide20.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notesSlide" Target="../notesSlides/notesSlide14.xml"/><Relationship Id="rId9" Type="http://schemas.openxmlformats.org/officeDocument/2006/relationships/hyperlink" Target="https://www.domontconsulting.com/pages/full-access"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91.png"/><Relationship Id="rId13" Type="http://schemas.openxmlformats.org/officeDocument/2006/relationships/image" Target="../media/image96.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95.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1.emf"/><Relationship Id="rId11" Type="http://schemas.openxmlformats.org/officeDocument/2006/relationships/image" Target="../media/image94.png"/><Relationship Id="rId5" Type="http://schemas.openxmlformats.org/officeDocument/2006/relationships/oleObject" Target="../embeddings/oleObject6.bin"/><Relationship Id="rId10" Type="http://schemas.openxmlformats.org/officeDocument/2006/relationships/image" Target="../media/image93.png"/><Relationship Id="rId4" Type="http://schemas.openxmlformats.org/officeDocument/2006/relationships/notesSlide" Target="../notesSlides/notesSlide15.xml"/><Relationship Id="rId9" Type="http://schemas.openxmlformats.org/officeDocument/2006/relationships/image" Target="../media/image92.png"/></Relationships>
</file>

<file path=ppt/slides/_rels/slide22.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oleObject" Target="../embeddings/oleObject6.bin"/><Relationship Id="rId5" Type="http://schemas.openxmlformats.org/officeDocument/2006/relationships/image" Target="../media/image97.png"/><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18383090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A1ADDC43-E206-24D0-5D8D-6D8244D3F224}"/>
              </a:ext>
            </a:extLst>
          </p:cNvPr>
          <p:cNvSpPr/>
          <p:nvPr/>
        </p:nvSpPr>
        <p:spPr>
          <a:xfrm>
            <a:off x="-1" y="4606290"/>
            <a:ext cx="12192000" cy="225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375464" y="5168364"/>
            <a:ext cx="6610128" cy="1323439"/>
          </a:xfrm>
          <a:prstGeom prst="rect">
            <a:avLst/>
          </a:prstGeom>
          <a:noFill/>
        </p:spPr>
        <p:txBody>
          <a:bodyPr wrap="square" rtlCol="0">
            <a:spAutoFit/>
          </a:bodyPr>
          <a:lstStyle/>
          <a:p>
            <a:r>
              <a:rPr lang="en-US" sz="2800" b="1" dirty="0"/>
              <a:t>Customer Experience Strategy &amp; Design Thinking Toolkit </a:t>
            </a:r>
          </a:p>
          <a:p>
            <a:r>
              <a:rPr lang="en-US" sz="2400" dirty="0">
                <a:solidFill>
                  <a:schemeClr val="accent2"/>
                </a:solidFill>
              </a:rPr>
              <a:t>Overview</a:t>
            </a:r>
          </a:p>
        </p:txBody>
      </p:sp>
      <p:pic>
        <p:nvPicPr>
          <p:cNvPr id="3" name="Picture 2">
            <a:hlinkClick r:id="rId7"/>
            <a:extLst>
              <a:ext uri="{FF2B5EF4-FFF2-40B4-BE49-F238E27FC236}">
                <a16:creationId xmlns:a16="http://schemas.microsoft.com/office/drawing/2014/main" id="{1CF73756-5950-78DD-BC04-B6D0EE7544B1}"/>
              </a:ext>
            </a:extLst>
          </p:cNvPr>
          <p:cNvPicPr>
            <a:picLocks noChangeAspect="1"/>
          </p:cNvPicPr>
          <p:nvPr/>
        </p:nvPicPr>
        <p:blipFill>
          <a:blip r:embed="rId8"/>
          <a:stretch>
            <a:fillRect/>
          </a:stretch>
        </p:blipFill>
        <p:spPr>
          <a:xfrm>
            <a:off x="7869196" y="5310305"/>
            <a:ext cx="4070490" cy="957369"/>
          </a:xfrm>
          <a:prstGeom prst="rect">
            <a:avLst/>
          </a:prstGeom>
        </p:spPr>
      </p:pic>
      <p:pic>
        <p:nvPicPr>
          <p:cNvPr id="4" name="Pic">
            <a:extLst>
              <a:ext uri="{FF2B5EF4-FFF2-40B4-BE49-F238E27FC236}">
                <a16:creationId xmlns:a16="http://schemas.microsoft.com/office/drawing/2014/main" id="{3B3D2B90-3DEB-6917-2F16-C00D3100D506}"/>
              </a:ext>
            </a:extLst>
          </p:cNvPr>
          <p:cNvPicPr>
            <a:picLocks/>
          </p:cNvPicPr>
          <p:nvPr>
            <p:custDataLst>
              <p:tags r:id="rId2"/>
            </p:custDataLst>
          </p:nvPr>
        </p:nvPicPr>
        <p:blipFill>
          <a:blip r:embed="rId9">
            <a:extLst>
              <a:ext uri="{BEBA8EAE-BF5A-486C-A8C5-ECC9F3942E4B}">
                <a14:imgProps xmlns:a14="http://schemas.microsoft.com/office/drawing/2010/main">
                  <a14:imgLayer/>
                </a14:imgProps>
              </a:ext>
              <a:ext uri="{6F801314-5768-4EAC-8CED-0F2297F94238}"/>
            </a:extLst>
          </a:blip>
          <a:srcRect t="23689" b="23689"/>
          <a:stretch>
            <a:fillRect/>
          </a:stretch>
        </p:blipFill>
        <p:spPr bwMode="auto">
          <a:xfrm>
            <a:off x="0" y="0"/>
            <a:ext cx="12192000" cy="4811713"/>
          </a:xfrm>
          <a:prstGeom prst="rect">
            <a:avLst/>
          </a:prstGeom>
          <a:noFill/>
          <a:ln>
            <a:noFill/>
          </a:ln>
          <a:effectLst/>
          <a:extLst>
            <a:ext uri="{909E8E84-426E-40DD-AFC4-6F175D3DCCD1}">
              <a14:hiddenFill xmlns:a14="http://schemas.microsoft.com/office/drawing/2010/main">
                <a:solidFill>
                  <a:scrgbClr r="0" g="0" b="0"/>
                </a:solidFill>
              </a14:hiddenFill>
            </a:ext>
          </a:extLst>
        </p:spPr>
      </p:pic>
      <p:grpSp>
        <p:nvGrpSpPr>
          <p:cNvPr id="5" name="Group 4">
            <a:extLst>
              <a:ext uri="{FF2B5EF4-FFF2-40B4-BE49-F238E27FC236}">
                <a16:creationId xmlns:a16="http://schemas.microsoft.com/office/drawing/2014/main" id="{15681BFF-AE00-7FE0-F822-F516E628721D}"/>
              </a:ext>
            </a:extLst>
          </p:cNvPr>
          <p:cNvGrpSpPr/>
          <p:nvPr/>
        </p:nvGrpSpPr>
        <p:grpSpPr>
          <a:xfrm>
            <a:off x="-1122" y="6570"/>
            <a:ext cx="1493372" cy="1459010"/>
            <a:chOff x="-9097" y="-23336"/>
            <a:chExt cx="974935" cy="952500"/>
          </a:xfrm>
        </p:grpSpPr>
        <p:sp>
          <p:nvSpPr>
            <p:cNvPr id="7" name="Diagonal Stripe 6">
              <a:extLst>
                <a:ext uri="{FF2B5EF4-FFF2-40B4-BE49-F238E27FC236}">
                  <a16:creationId xmlns:a16="http://schemas.microsoft.com/office/drawing/2014/main" id="{B8E28786-1C58-A8CB-FC86-715EE2AA3805}"/>
                </a:ext>
              </a:extLst>
            </p:cNvPr>
            <p:cNvSpPr/>
            <p:nvPr/>
          </p:nvSpPr>
          <p:spPr>
            <a:xfrm>
              <a:off x="-7091" y="-23336"/>
              <a:ext cx="972929" cy="952500"/>
            </a:xfrm>
            <a:prstGeom prst="diagStripe">
              <a:avLst>
                <a:gd name="adj" fmla="val 61073"/>
              </a:avLst>
            </a:prstGeom>
            <a:gradFill flip="none" rotWithShape="1">
              <a:gsLst>
                <a:gs pos="100000">
                  <a:srgbClr val="FFFFFF">
                    <a:lumMod val="85000"/>
                  </a:srgbClr>
                </a:gs>
                <a:gs pos="34000">
                  <a:srgbClr val="FFFFFF"/>
                </a:gs>
              </a:gsLst>
              <a:path path="circle">
                <a:fillToRect l="50000" t="50000" r="50000" b="50000"/>
              </a:path>
              <a:tileRect/>
            </a:gradFill>
            <a:ln w="9525" cap="flat" cmpd="sng" algn="ctr">
              <a:noFill/>
              <a:prstDash val="solid"/>
            </a:ln>
            <a:effectLst>
              <a:outerShdw blurRad="50800" dist="12700" dir="5400000" rotWithShape="0">
                <a:srgbClr val="000000">
                  <a:alpha val="3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mn-cs"/>
              </a:endParaRPr>
            </a:p>
          </p:txBody>
        </p:sp>
        <p:sp>
          <p:nvSpPr>
            <p:cNvPr id="8" name="TextBox 7">
              <a:extLst>
                <a:ext uri="{FF2B5EF4-FFF2-40B4-BE49-F238E27FC236}">
                  <a16:creationId xmlns:a16="http://schemas.microsoft.com/office/drawing/2014/main" id="{DA4AE6E6-3725-AF79-7823-3F8EE6142B8F}"/>
                </a:ext>
              </a:extLst>
            </p:cNvPr>
            <p:cNvSpPr txBox="1"/>
            <p:nvPr/>
          </p:nvSpPr>
          <p:spPr>
            <a:xfrm rot="18948199">
              <a:off x="20409" y="266480"/>
              <a:ext cx="702416" cy="18083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D4B6D"/>
                  </a:solidFill>
                  <a:effectLst/>
                  <a:uLnTx/>
                  <a:uFillTx/>
                  <a:latin typeface="Arial"/>
                  <a:ea typeface="+mn-ea"/>
                  <a:cs typeface="+mn-cs"/>
                </a:rPr>
                <a:t>Confidential</a:t>
              </a:r>
            </a:p>
          </p:txBody>
        </p:sp>
        <p:cxnSp>
          <p:nvCxnSpPr>
            <p:cNvPr id="11" name="Straight Connector 10">
              <a:extLst>
                <a:ext uri="{FF2B5EF4-FFF2-40B4-BE49-F238E27FC236}">
                  <a16:creationId xmlns:a16="http://schemas.microsoft.com/office/drawing/2014/main" id="{C70CE2F9-9D62-5A60-83B9-6C6881D0CF9C}"/>
                </a:ext>
              </a:extLst>
            </p:cNvPr>
            <p:cNvCxnSpPr/>
            <p:nvPr/>
          </p:nvCxnSpPr>
          <p:spPr>
            <a:xfrm flipH="1">
              <a:off x="-9097" y="-22860"/>
              <a:ext cx="623270" cy="623272"/>
            </a:xfrm>
            <a:prstGeom prst="line">
              <a:avLst/>
            </a:prstGeom>
            <a:noFill/>
            <a:ln w="6350" cap="flat" cmpd="sng" algn="ctr">
              <a:solidFill>
                <a:srgbClr val="3692D4"/>
              </a:solidFill>
              <a:prstDash val="dash"/>
            </a:ln>
            <a:effectLst/>
          </p:spPr>
        </p:cxnSp>
        <p:cxnSp>
          <p:nvCxnSpPr>
            <p:cNvPr id="12" name="Straight Connector 11">
              <a:extLst>
                <a:ext uri="{FF2B5EF4-FFF2-40B4-BE49-F238E27FC236}">
                  <a16:creationId xmlns:a16="http://schemas.microsoft.com/office/drawing/2014/main" id="{D9EDEE9E-0FDB-7298-6954-0FA254A8A2E5}"/>
                </a:ext>
              </a:extLst>
            </p:cNvPr>
            <p:cNvCxnSpPr/>
            <p:nvPr/>
          </p:nvCxnSpPr>
          <p:spPr>
            <a:xfrm flipH="1">
              <a:off x="-7091" y="-22860"/>
              <a:ext cx="921493" cy="893213"/>
            </a:xfrm>
            <a:prstGeom prst="line">
              <a:avLst/>
            </a:prstGeom>
            <a:noFill/>
            <a:ln w="6350" cap="flat" cmpd="sng" algn="ctr">
              <a:solidFill>
                <a:srgbClr val="3692D4"/>
              </a:solidFill>
              <a:prstDash val="dash"/>
            </a:ln>
            <a:effectLst/>
          </p:spPr>
        </p:cxnSp>
      </p:grpSp>
    </p:spTree>
    <p:extLst>
      <p:ext uri="{BB962C8B-B14F-4D97-AF65-F5344CB8AC3E}">
        <p14:creationId xmlns:p14="http://schemas.microsoft.com/office/powerpoint/2010/main" val="3694985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Picture 3" descr="A row of colored pencils&#10;&#10;Description automatically generated">
            <a:extLst>
              <a:ext uri="{FF2B5EF4-FFF2-40B4-BE49-F238E27FC236}">
                <a16:creationId xmlns:a16="http://schemas.microsoft.com/office/drawing/2014/main" id="{D6C364DF-9AC2-9785-2EC1-27A8B5EC7D45}"/>
              </a:ext>
            </a:extLst>
          </p:cNvPr>
          <p:cNvPicPr>
            <a:picLocks noChangeAspect="1"/>
          </p:cNvPicPr>
          <p:nvPr/>
        </p:nvPicPr>
        <p:blipFill>
          <a:blip r:embed="rId6"/>
          <a:stretch>
            <a:fillRect/>
          </a:stretch>
        </p:blipFill>
        <p:spPr>
          <a:xfrm>
            <a:off x="618206" y="352611"/>
            <a:ext cx="3340800" cy="1879200"/>
          </a:xfrm>
          <a:prstGeom prst="rect">
            <a:avLst/>
          </a:prstGeom>
          <a:effectLst>
            <a:outerShdw blurRad="50800" dist="38100" dir="5400000" algn="t" rotWithShape="0">
              <a:prstClr val="black">
                <a:alpha val="40000"/>
              </a:prstClr>
            </a:outerShdw>
          </a:effectLst>
        </p:spPr>
      </p:pic>
      <p:pic>
        <p:nvPicPr>
          <p:cNvPr id="13" name="Picture 12" descr="A blue and white diagram with white text&#10;&#10;Description automatically generated">
            <a:extLst>
              <a:ext uri="{FF2B5EF4-FFF2-40B4-BE49-F238E27FC236}">
                <a16:creationId xmlns:a16="http://schemas.microsoft.com/office/drawing/2014/main" id="{91B6CFE1-2877-4571-8760-A77D2DF93D9F}"/>
              </a:ext>
            </a:extLst>
          </p:cNvPr>
          <p:cNvPicPr>
            <a:picLocks noChangeAspect="1"/>
          </p:cNvPicPr>
          <p:nvPr/>
        </p:nvPicPr>
        <p:blipFill>
          <a:blip r:embed="rId7"/>
          <a:stretch>
            <a:fillRect/>
          </a:stretch>
        </p:blipFill>
        <p:spPr>
          <a:xfrm>
            <a:off x="4449411" y="352611"/>
            <a:ext cx="3340800" cy="1879200"/>
          </a:xfrm>
          <a:prstGeom prst="rect">
            <a:avLst/>
          </a:prstGeom>
          <a:effectLst>
            <a:outerShdw blurRad="50800" dist="38100" dir="5400000" algn="t" rotWithShape="0">
              <a:prstClr val="black">
                <a:alpha val="40000"/>
              </a:prstClr>
            </a:outerShdw>
          </a:effectLst>
        </p:spPr>
      </p:pic>
      <p:pic>
        <p:nvPicPr>
          <p:cNvPr id="25" name="Picture 24">
            <a:extLst>
              <a:ext uri="{FF2B5EF4-FFF2-40B4-BE49-F238E27FC236}">
                <a16:creationId xmlns:a16="http://schemas.microsoft.com/office/drawing/2014/main" id="{5A3BA499-FE06-FD5E-13A8-2FFD9D31850C}"/>
              </a:ext>
            </a:extLst>
          </p:cNvPr>
          <p:cNvPicPr>
            <a:picLocks noChangeAspect="1"/>
          </p:cNvPicPr>
          <p:nvPr/>
        </p:nvPicPr>
        <p:blipFill>
          <a:blip r:embed="rId8"/>
          <a:stretch>
            <a:fillRect/>
          </a:stretch>
        </p:blipFill>
        <p:spPr>
          <a:xfrm>
            <a:off x="8266378" y="352611"/>
            <a:ext cx="3340801" cy="1879200"/>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49D17F2F-9FB7-CFB6-9C75-F071DBA1CC18}"/>
              </a:ext>
            </a:extLst>
          </p:cNvPr>
          <p:cNvPicPr>
            <a:picLocks noChangeAspect="1"/>
          </p:cNvPicPr>
          <p:nvPr/>
        </p:nvPicPr>
        <p:blipFill>
          <a:blip r:embed="rId9"/>
          <a:stretch>
            <a:fillRect/>
          </a:stretch>
        </p:blipFill>
        <p:spPr>
          <a:xfrm>
            <a:off x="611807" y="2469754"/>
            <a:ext cx="3340800" cy="1879200"/>
          </a:xfrm>
          <a:prstGeom prst="rect">
            <a:avLst/>
          </a:prstGeom>
          <a:effectLst>
            <a:outerShdw blurRad="50800" dist="38100" dir="5400000" algn="t" rotWithShape="0">
              <a:prstClr val="black">
                <a:alpha val="40000"/>
              </a:prstClr>
            </a:outerShdw>
          </a:effectLst>
        </p:spPr>
      </p:pic>
      <p:pic>
        <p:nvPicPr>
          <p:cNvPr id="18" name="Picture 17">
            <a:hlinkClick r:id="rId10"/>
            <a:extLst>
              <a:ext uri="{FF2B5EF4-FFF2-40B4-BE49-F238E27FC236}">
                <a16:creationId xmlns:a16="http://schemas.microsoft.com/office/drawing/2014/main" id="{BC5149BD-DB03-CEEA-51FF-1AEF6FA8F17A}"/>
              </a:ext>
            </a:extLst>
          </p:cNvPr>
          <p:cNvPicPr>
            <a:picLocks noChangeAspect="1"/>
          </p:cNvPicPr>
          <p:nvPr/>
        </p:nvPicPr>
        <p:blipFill>
          <a:blip r:embed="rId11"/>
          <a:stretch>
            <a:fillRect/>
          </a:stretch>
        </p:blipFill>
        <p:spPr>
          <a:xfrm>
            <a:off x="4456303" y="2469754"/>
            <a:ext cx="3350797" cy="1879200"/>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8BAAFF1C-52A8-E081-7085-2DABF4E8C0D3}"/>
              </a:ext>
            </a:extLst>
          </p:cNvPr>
          <p:cNvPicPr>
            <a:picLocks noChangeAspect="1"/>
          </p:cNvPicPr>
          <p:nvPr/>
        </p:nvPicPr>
        <p:blipFill>
          <a:blip r:embed="rId12"/>
          <a:stretch>
            <a:fillRect/>
          </a:stretch>
        </p:blipFill>
        <p:spPr>
          <a:xfrm>
            <a:off x="618206" y="4576762"/>
            <a:ext cx="3340800" cy="18792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6B96143A-E5F9-E232-B670-ABB325BE7ABC}"/>
              </a:ext>
            </a:extLst>
          </p:cNvPr>
          <p:cNvPicPr>
            <a:picLocks noChangeAspect="1"/>
          </p:cNvPicPr>
          <p:nvPr/>
        </p:nvPicPr>
        <p:blipFill>
          <a:blip r:embed="rId13"/>
          <a:stretch>
            <a:fillRect/>
          </a:stretch>
        </p:blipFill>
        <p:spPr>
          <a:xfrm>
            <a:off x="8259979" y="2469754"/>
            <a:ext cx="3340800" cy="1879200"/>
          </a:xfrm>
          <a:prstGeom prst="rect">
            <a:avLst/>
          </a:prstGeom>
          <a:effectLst>
            <a:outerShdw blurRad="50800" dist="38100" dir="5400000" algn="t" rotWithShape="0">
              <a:prstClr val="black">
                <a:alpha val="40000"/>
              </a:prstClr>
            </a:outerShdw>
          </a:effectLst>
        </p:spPr>
      </p:pic>
      <p:pic>
        <p:nvPicPr>
          <p:cNvPr id="23" name="Picture 22">
            <a:extLst>
              <a:ext uri="{FF2B5EF4-FFF2-40B4-BE49-F238E27FC236}">
                <a16:creationId xmlns:a16="http://schemas.microsoft.com/office/drawing/2014/main" id="{A4B55FBA-EDA0-0004-C4CF-0963FBED86CC}"/>
              </a:ext>
            </a:extLst>
          </p:cNvPr>
          <p:cNvPicPr>
            <a:picLocks noChangeAspect="1"/>
          </p:cNvPicPr>
          <p:nvPr/>
        </p:nvPicPr>
        <p:blipFill>
          <a:blip r:embed="rId14"/>
          <a:stretch>
            <a:fillRect/>
          </a:stretch>
        </p:blipFill>
        <p:spPr>
          <a:xfrm>
            <a:off x="8259979" y="4576762"/>
            <a:ext cx="3340800" cy="1879200"/>
          </a:xfrm>
          <a:prstGeom prst="rect">
            <a:avLst/>
          </a:prstGeom>
          <a:effectLst>
            <a:outerShdw blurRad="50800" dist="38100" dir="5400000" algn="t" rotWithShape="0">
              <a:prstClr val="black">
                <a:alpha val="40000"/>
              </a:prstClr>
            </a:outerShdw>
          </a:effectLst>
        </p:spPr>
      </p:pic>
      <p:pic>
        <p:nvPicPr>
          <p:cNvPr id="24" name="Picture 23">
            <a:extLst>
              <a:ext uri="{FF2B5EF4-FFF2-40B4-BE49-F238E27FC236}">
                <a16:creationId xmlns:a16="http://schemas.microsoft.com/office/drawing/2014/main" id="{3ADD8BD8-EF7B-BA48-46FB-BF88B6E5C0D2}"/>
              </a:ext>
            </a:extLst>
          </p:cNvPr>
          <p:cNvPicPr>
            <a:picLocks noChangeAspect="1"/>
          </p:cNvPicPr>
          <p:nvPr/>
        </p:nvPicPr>
        <p:blipFill>
          <a:blip r:embed="rId15"/>
          <a:stretch>
            <a:fillRect/>
          </a:stretch>
        </p:blipFill>
        <p:spPr>
          <a:xfrm>
            <a:off x="4456303" y="4576762"/>
            <a:ext cx="3340800" cy="18792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539610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Toolkit was created by ex-McKinsey, Deloitte and BCG Management Consultants </a:t>
            </a:r>
            <a:r>
              <a:rPr lang="en-US" sz="1600" dirty="0">
                <a:solidFill>
                  <a:schemeClr val="tx1"/>
                </a:solidFill>
                <a:cs typeface="Arial" panose="020B0604020202020204" pitchFamily="34" charset="0"/>
              </a:rPr>
              <a:t>after 3,000+ hours of work. It includes all the Frameworks, Best Practices &amp; Templates required to define a world-class Customer Experience Strategy and adopt a Design Thinking approach within your organization. By combining a robust customer experience strategy with a design thinking approach, Netflix was able to revolutionize the movie industry, and Airbnb doubled its revenue within a week.</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3" name="Footer Placeholder 2">
            <a:extLst>
              <a:ext uri="{FF2B5EF4-FFF2-40B4-BE49-F238E27FC236}">
                <a16:creationId xmlns:a16="http://schemas.microsoft.com/office/drawing/2014/main" id="{83480E9A-9B6B-12C2-817D-3CCEAAEC8107}"/>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71FC34B5-A947-A9EC-2CED-F150A9D29980}"/>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8846225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Customer experience is increasingly becoming a top priority for companies, as it helps improve business performance</a:t>
            </a:r>
            <a:endParaRPr lang="en-US" b="0" kern="0" dirty="0"/>
          </a:p>
        </p:txBody>
      </p:sp>
      <p:sp>
        <p:nvSpPr>
          <p:cNvPr id="60" name="Rectangle: Rounded Corners 59">
            <a:extLst>
              <a:ext uri="{FF2B5EF4-FFF2-40B4-BE49-F238E27FC236}">
                <a16:creationId xmlns:a16="http://schemas.microsoft.com/office/drawing/2014/main" id="{570BD3C6-FA1B-DE30-AD8F-2B688CDBE1DB}"/>
              </a:ext>
            </a:extLst>
          </p:cNvPr>
          <p:cNvSpPr/>
          <p:nvPr/>
        </p:nvSpPr>
        <p:spPr>
          <a:xfrm>
            <a:off x="902969" y="3120734"/>
            <a:ext cx="3108960" cy="2274225"/>
          </a:xfrm>
          <a:prstGeom prst="roundRect">
            <a:avLst/>
          </a:prstGeom>
          <a:solidFill>
            <a:schemeClr val="accent4">
              <a:lumMod val="20000"/>
              <a:lumOff val="80000"/>
            </a:schemeClr>
          </a:solidFill>
          <a:ln w="571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b="1" dirty="0">
                <a:solidFill>
                  <a:schemeClr val="accent3"/>
                </a:solidFill>
              </a:rPr>
              <a:t> 10-20%</a:t>
            </a:r>
          </a:p>
        </p:txBody>
      </p:sp>
      <p:sp>
        <p:nvSpPr>
          <p:cNvPr id="61" name="TextBox 60">
            <a:extLst>
              <a:ext uri="{FF2B5EF4-FFF2-40B4-BE49-F238E27FC236}">
                <a16:creationId xmlns:a16="http://schemas.microsoft.com/office/drawing/2014/main" id="{65DA29D5-24AB-AC30-FC7A-BE79DDE6B09A}"/>
              </a:ext>
            </a:extLst>
          </p:cNvPr>
          <p:cNvSpPr txBox="1"/>
          <p:nvPr/>
        </p:nvSpPr>
        <p:spPr>
          <a:xfrm>
            <a:off x="949050" y="2434781"/>
            <a:ext cx="3108960" cy="646331"/>
          </a:xfrm>
          <a:prstGeom prst="rect">
            <a:avLst/>
          </a:prstGeom>
          <a:noFill/>
        </p:spPr>
        <p:txBody>
          <a:bodyPr wrap="square" rtlCol="0">
            <a:spAutoFit/>
          </a:bodyPr>
          <a:lstStyle/>
          <a:p>
            <a:pPr algn="ctr"/>
            <a:r>
              <a:rPr lang="en-US" b="1" dirty="0"/>
              <a:t>Improvement in customer satisfaction</a:t>
            </a:r>
          </a:p>
        </p:txBody>
      </p:sp>
      <p:sp>
        <p:nvSpPr>
          <p:cNvPr id="63" name="Arrow: Striped Right 62">
            <a:extLst>
              <a:ext uri="{FF2B5EF4-FFF2-40B4-BE49-F238E27FC236}">
                <a16:creationId xmlns:a16="http://schemas.microsoft.com/office/drawing/2014/main" id="{2D08B6E2-CDC1-26D3-160C-6666DC9DC8E7}"/>
              </a:ext>
            </a:extLst>
          </p:cNvPr>
          <p:cNvSpPr/>
          <p:nvPr/>
        </p:nvSpPr>
        <p:spPr>
          <a:xfrm rot="16200000">
            <a:off x="979021" y="3876247"/>
            <a:ext cx="833492" cy="763197"/>
          </a:xfrm>
          <a:prstGeom prst="striped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Rounded Corners 63">
            <a:extLst>
              <a:ext uri="{FF2B5EF4-FFF2-40B4-BE49-F238E27FC236}">
                <a16:creationId xmlns:a16="http://schemas.microsoft.com/office/drawing/2014/main" id="{84B0D5A6-AB67-562B-7126-695F99D625DE}"/>
              </a:ext>
            </a:extLst>
          </p:cNvPr>
          <p:cNvSpPr/>
          <p:nvPr/>
        </p:nvSpPr>
        <p:spPr>
          <a:xfrm>
            <a:off x="4617719" y="3120734"/>
            <a:ext cx="3108960" cy="2274225"/>
          </a:xfrm>
          <a:prstGeom prst="roundRect">
            <a:avLst/>
          </a:prstGeom>
          <a:solidFill>
            <a:schemeClr val="accent4">
              <a:lumMod val="20000"/>
              <a:lumOff val="80000"/>
            </a:schemeClr>
          </a:solidFill>
          <a:ln w="571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b="1" dirty="0">
                <a:solidFill>
                  <a:schemeClr val="accent3"/>
                </a:solidFill>
              </a:rPr>
              <a:t> 10-15%</a:t>
            </a:r>
          </a:p>
        </p:txBody>
      </p:sp>
      <p:sp>
        <p:nvSpPr>
          <p:cNvPr id="65" name="TextBox 64">
            <a:extLst>
              <a:ext uri="{FF2B5EF4-FFF2-40B4-BE49-F238E27FC236}">
                <a16:creationId xmlns:a16="http://schemas.microsoft.com/office/drawing/2014/main" id="{599B3978-4CC1-C892-BFA0-7DB7CE9A996F}"/>
              </a:ext>
            </a:extLst>
          </p:cNvPr>
          <p:cNvSpPr txBox="1"/>
          <p:nvPr/>
        </p:nvSpPr>
        <p:spPr>
          <a:xfrm>
            <a:off x="4663800" y="2434781"/>
            <a:ext cx="3108960" cy="646331"/>
          </a:xfrm>
          <a:prstGeom prst="rect">
            <a:avLst/>
          </a:prstGeom>
          <a:noFill/>
        </p:spPr>
        <p:txBody>
          <a:bodyPr wrap="square" rtlCol="0">
            <a:spAutoFit/>
          </a:bodyPr>
          <a:lstStyle/>
          <a:p>
            <a:pPr algn="ctr"/>
            <a:r>
              <a:rPr lang="en-US" b="1" dirty="0"/>
              <a:t>Increase in sales conversion</a:t>
            </a:r>
          </a:p>
        </p:txBody>
      </p:sp>
      <p:sp>
        <p:nvSpPr>
          <p:cNvPr id="66" name="Arrow: Striped Right 65">
            <a:extLst>
              <a:ext uri="{FF2B5EF4-FFF2-40B4-BE49-F238E27FC236}">
                <a16:creationId xmlns:a16="http://schemas.microsoft.com/office/drawing/2014/main" id="{38B78ECC-D460-6D16-826C-9EFA8F88CAEE}"/>
              </a:ext>
            </a:extLst>
          </p:cNvPr>
          <p:cNvSpPr/>
          <p:nvPr/>
        </p:nvSpPr>
        <p:spPr>
          <a:xfrm rot="16200000">
            <a:off x="4693771" y="3876247"/>
            <a:ext cx="833492" cy="763197"/>
          </a:xfrm>
          <a:prstGeom prst="striped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Rounded Corners 66">
            <a:extLst>
              <a:ext uri="{FF2B5EF4-FFF2-40B4-BE49-F238E27FC236}">
                <a16:creationId xmlns:a16="http://schemas.microsoft.com/office/drawing/2014/main" id="{DE12F525-EAF4-5F55-9510-868366AB3F78}"/>
              </a:ext>
            </a:extLst>
          </p:cNvPr>
          <p:cNvSpPr/>
          <p:nvPr/>
        </p:nvSpPr>
        <p:spPr>
          <a:xfrm>
            <a:off x="8180071" y="3120734"/>
            <a:ext cx="3108960" cy="2274225"/>
          </a:xfrm>
          <a:prstGeom prst="roundRect">
            <a:avLst/>
          </a:prstGeom>
          <a:solidFill>
            <a:schemeClr val="accent4">
              <a:lumMod val="20000"/>
              <a:lumOff val="80000"/>
            </a:schemeClr>
          </a:solidFill>
          <a:ln w="571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b="1" dirty="0">
                <a:solidFill>
                  <a:schemeClr val="accent3"/>
                </a:solidFill>
              </a:rPr>
              <a:t> 20-50%</a:t>
            </a:r>
          </a:p>
        </p:txBody>
      </p:sp>
      <p:sp>
        <p:nvSpPr>
          <p:cNvPr id="68" name="TextBox 67">
            <a:extLst>
              <a:ext uri="{FF2B5EF4-FFF2-40B4-BE49-F238E27FC236}">
                <a16:creationId xmlns:a16="http://schemas.microsoft.com/office/drawing/2014/main" id="{6B76DBA6-ABF0-E053-6F16-4C3D9CE49F09}"/>
              </a:ext>
            </a:extLst>
          </p:cNvPr>
          <p:cNvSpPr txBox="1"/>
          <p:nvPr/>
        </p:nvSpPr>
        <p:spPr>
          <a:xfrm>
            <a:off x="8812530" y="2434780"/>
            <a:ext cx="1988820" cy="646331"/>
          </a:xfrm>
          <a:prstGeom prst="rect">
            <a:avLst/>
          </a:prstGeom>
          <a:noFill/>
        </p:spPr>
        <p:txBody>
          <a:bodyPr wrap="square" rtlCol="0">
            <a:spAutoFit/>
          </a:bodyPr>
          <a:lstStyle/>
          <a:p>
            <a:pPr algn="ctr"/>
            <a:r>
              <a:rPr lang="en-US" b="1" dirty="0"/>
              <a:t>Lower cost to serve</a:t>
            </a:r>
          </a:p>
        </p:txBody>
      </p:sp>
      <p:sp>
        <p:nvSpPr>
          <p:cNvPr id="69" name="Arrow: Striped Right 68">
            <a:extLst>
              <a:ext uri="{FF2B5EF4-FFF2-40B4-BE49-F238E27FC236}">
                <a16:creationId xmlns:a16="http://schemas.microsoft.com/office/drawing/2014/main" id="{FC6AD026-7F8A-8F73-50CF-47426C45D557}"/>
              </a:ext>
            </a:extLst>
          </p:cNvPr>
          <p:cNvSpPr/>
          <p:nvPr/>
        </p:nvSpPr>
        <p:spPr>
          <a:xfrm rot="5400000">
            <a:off x="8256123" y="3876247"/>
            <a:ext cx="833492" cy="763197"/>
          </a:xfrm>
          <a:prstGeom prst="striped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TextBox 72">
            <a:extLst>
              <a:ext uri="{FF2B5EF4-FFF2-40B4-BE49-F238E27FC236}">
                <a16:creationId xmlns:a16="http://schemas.microsoft.com/office/drawing/2014/main" id="{F8B47A67-73DE-1D1E-7CA9-15B173D5EC80}"/>
              </a:ext>
            </a:extLst>
          </p:cNvPr>
          <p:cNvSpPr txBox="1"/>
          <p:nvPr/>
        </p:nvSpPr>
        <p:spPr>
          <a:xfrm>
            <a:off x="568800" y="6589814"/>
            <a:ext cx="4095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2060"/>
                </a:solidFill>
                <a:effectLst/>
                <a:uLnTx/>
                <a:uFillTx/>
                <a:latin typeface="Arial (Body)"/>
                <a:cs typeface="Arial" panose="020B0604020202020204" pitchFamily="34" charset="0"/>
              </a:rPr>
              <a:t>Source: </a:t>
            </a:r>
            <a:r>
              <a:rPr lang="en-US" sz="900" dirty="0">
                <a:solidFill>
                  <a:srgbClr val="002060"/>
                </a:solidFill>
                <a:latin typeface="Arial (Body)"/>
                <a:cs typeface="Arial" panose="020B0604020202020204" pitchFamily="34" charset="0"/>
              </a:rPr>
              <a:t>Customer experience | McKinsey &amp; Company</a:t>
            </a:r>
            <a:endParaRPr kumimoji="0" lang="en-US" sz="900" b="0" i="0" u="none" strike="noStrike" kern="1200" cap="none" spc="0" normalizeH="0" baseline="0" noProof="0" dirty="0">
              <a:ln>
                <a:noFill/>
              </a:ln>
              <a:solidFill>
                <a:srgbClr val="002060"/>
              </a:solidFill>
              <a:effectLst/>
              <a:uLnTx/>
              <a:uFillTx/>
              <a:latin typeface="Arial (Body)"/>
              <a:cs typeface="Arial" panose="020B0604020202020204" pitchFamily="34" charset="0"/>
            </a:endParaRPr>
          </a:p>
        </p:txBody>
      </p:sp>
      <p:sp>
        <p:nvSpPr>
          <p:cNvPr id="2" name="Footer Placeholder 1">
            <a:extLst>
              <a:ext uri="{FF2B5EF4-FFF2-40B4-BE49-F238E27FC236}">
                <a16:creationId xmlns:a16="http://schemas.microsoft.com/office/drawing/2014/main" id="{91886C0A-E26B-07C8-A29B-71E71F461F0D}"/>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786B3A13-2019-241F-CDAA-6509B307300B}"/>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3558950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6134081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Design Thinking is the #1 approach used by Fortune 100 companies to improve customer experience</a:t>
            </a:r>
            <a:endParaRPr lang="en-US" b="0" kern="0" dirty="0"/>
          </a:p>
        </p:txBody>
      </p:sp>
      <p:sp>
        <p:nvSpPr>
          <p:cNvPr id="19" name="Content Placeholder 2">
            <a:extLst>
              <a:ext uri="{FF2B5EF4-FFF2-40B4-BE49-F238E27FC236}">
                <a16:creationId xmlns:a16="http://schemas.microsoft.com/office/drawing/2014/main" id="{46C5EA18-8144-4F35-8786-8AEC0801BAA8}"/>
              </a:ext>
            </a:extLst>
          </p:cNvPr>
          <p:cNvSpPr txBox="1">
            <a:spLocks/>
          </p:cNvSpPr>
          <p:nvPr/>
        </p:nvSpPr>
        <p:spPr>
          <a:xfrm>
            <a:off x="2154858" y="1783589"/>
            <a:ext cx="9478225" cy="1245361"/>
          </a:xfrm>
          <a:prstGeom prst="rect">
            <a:avLst/>
          </a:prstGeom>
        </p:spPr>
        <p:txBody>
          <a:bodyPr/>
          <a:lst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b="1" dirty="0">
                <a:latin typeface="+mn-lt"/>
              </a:rPr>
              <a:t>Design thinking is a </a:t>
            </a:r>
            <a:r>
              <a:rPr lang="en-US" b="1" dirty="0">
                <a:solidFill>
                  <a:schemeClr val="tx2"/>
                </a:solidFill>
                <a:latin typeface="+mn-lt"/>
              </a:rPr>
              <a:t>creative problem-solving approach </a:t>
            </a:r>
            <a:r>
              <a:rPr lang="en-US" b="1" dirty="0">
                <a:latin typeface="+mn-lt"/>
              </a:rPr>
              <a:t>focused on what the end user really needs</a:t>
            </a:r>
            <a:r>
              <a:rPr lang="en-US" dirty="0">
                <a:latin typeface="+mn-lt"/>
              </a:rPr>
              <a:t>. According to CB Insights, 42% of startups fail because there is no market for the product that they create, that’s why it’s critical to start with customer/user needs first before jumping into the solutioning. Design thinking is fundamental for delivering breakthrough innovation and meeting customer needs.</a:t>
            </a:r>
          </a:p>
        </p:txBody>
      </p:sp>
      <p:pic>
        <p:nvPicPr>
          <p:cNvPr id="4" name="Graphic 3" descr="Target Audience with solid fill">
            <a:extLst>
              <a:ext uri="{FF2B5EF4-FFF2-40B4-BE49-F238E27FC236}">
                <a16:creationId xmlns:a16="http://schemas.microsoft.com/office/drawing/2014/main" id="{E4E9FDB1-3A8F-4378-9305-40BA6E33B9E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5039" y="1909281"/>
            <a:ext cx="958176" cy="958176"/>
          </a:xfrm>
          <a:prstGeom prst="rect">
            <a:avLst/>
          </a:prstGeom>
        </p:spPr>
      </p:pic>
      <p:cxnSp>
        <p:nvCxnSpPr>
          <p:cNvPr id="7" name="Straight Connector 6">
            <a:extLst>
              <a:ext uri="{FF2B5EF4-FFF2-40B4-BE49-F238E27FC236}">
                <a16:creationId xmlns:a16="http://schemas.microsoft.com/office/drawing/2014/main" id="{8F5164F6-9179-463D-822A-6B676BAEA672}"/>
              </a:ext>
            </a:extLst>
          </p:cNvPr>
          <p:cNvCxnSpPr>
            <a:cxnSpLocks/>
          </p:cNvCxnSpPr>
          <p:nvPr/>
        </p:nvCxnSpPr>
        <p:spPr>
          <a:xfrm>
            <a:off x="2031718" y="1783589"/>
            <a:ext cx="0" cy="1245361"/>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1" name="Content Placeholder 2">
            <a:extLst>
              <a:ext uri="{FF2B5EF4-FFF2-40B4-BE49-F238E27FC236}">
                <a16:creationId xmlns:a16="http://schemas.microsoft.com/office/drawing/2014/main" id="{75E6E7DB-F4E4-4712-AC65-23F362F39338}"/>
              </a:ext>
            </a:extLst>
          </p:cNvPr>
          <p:cNvSpPr txBox="1">
            <a:spLocks/>
          </p:cNvSpPr>
          <p:nvPr/>
        </p:nvSpPr>
        <p:spPr>
          <a:xfrm>
            <a:off x="2154858" y="3444665"/>
            <a:ext cx="9478225" cy="1245361"/>
          </a:xfrm>
          <a:prstGeom prst="rect">
            <a:avLst/>
          </a:prstGeom>
        </p:spPr>
        <p:txBody>
          <a:bodyPr anchor="ctr"/>
          <a:lst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b="1" dirty="0">
                <a:latin typeface="+mn-lt"/>
              </a:rPr>
              <a:t>Design thinking is a mindset.</a:t>
            </a:r>
            <a:r>
              <a:rPr lang="en-US" dirty="0">
                <a:latin typeface="+mn-lt"/>
              </a:rPr>
              <a:t> it requires a deep desire to understand the needs of users for whom the product or process is being created and persistence to keep questioning assumptions, problem statements and implications.</a:t>
            </a:r>
          </a:p>
        </p:txBody>
      </p:sp>
      <p:cxnSp>
        <p:nvCxnSpPr>
          <p:cNvPr id="33" name="Straight Connector 32">
            <a:extLst>
              <a:ext uri="{FF2B5EF4-FFF2-40B4-BE49-F238E27FC236}">
                <a16:creationId xmlns:a16="http://schemas.microsoft.com/office/drawing/2014/main" id="{19C05A51-0824-4879-BD7A-981B3F9F9A36}"/>
              </a:ext>
            </a:extLst>
          </p:cNvPr>
          <p:cNvCxnSpPr>
            <a:cxnSpLocks/>
          </p:cNvCxnSpPr>
          <p:nvPr/>
        </p:nvCxnSpPr>
        <p:spPr>
          <a:xfrm>
            <a:off x="2031718" y="3444665"/>
            <a:ext cx="0" cy="1245361"/>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 name="Graphic 10" descr="Head with gears with solid fill">
            <a:extLst>
              <a:ext uri="{FF2B5EF4-FFF2-40B4-BE49-F238E27FC236}">
                <a16:creationId xmlns:a16="http://schemas.microsoft.com/office/drawing/2014/main" id="{02BE1B67-3DFA-42A7-A81E-9460EC7285F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9329" y="3567634"/>
            <a:ext cx="914400" cy="914400"/>
          </a:xfrm>
          <a:prstGeom prst="rect">
            <a:avLst/>
          </a:prstGeom>
        </p:spPr>
      </p:pic>
      <p:sp>
        <p:nvSpPr>
          <p:cNvPr id="35" name="Content Placeholder 2">
            <a:extLst>
              <a:ext uri="{FF2B5EF4-FFF2-40B4-BE49-F238E27FC236}">
                <a16:creationId xmlns:a16="http://schemas.microsoft.com/office/drawing/2014/main" id="{13F9DF7E-1BA4-4760-8B22-A867111399AC}"/>
              </a:ext>
            </a:extLst>
          </p:cNvPr>
          <p:cNvSpPr txBox="1">
            <a:spLocks/>
          </p:cNvSpPr>
          <p:nvPr/>
        </p:nvSpPr>
        <p:spPr>
          <a:xfrm>
            <a:off x="2154858" y="5050119"/>
            <a:ext cx="9478225" cy="1245361"/>
          </a:xfrm>
          <a:prstGeom prst="rect">
            <a:avLst/>
          </a:prstGeom>
        </p:spPr>
        <p:txBody>
          <a:bodyPr anchor="ctr"/>
          <a:lst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pPr>
            <a:r>
              <a:rPr lang="en-US" b="1" dirty="0">
                <a:latin typeface="+mn-lt"/>
              </a:rPr>
              <a:t>The origins of design thinking go back to 1960s, when Herbery Simons published a book “The Sciences of Artificial”, where he mentioned that design could be a "way of thinking“. </a:t>
            </a:r>
            <a:r>
              <a:rPr lang="en-US" dirty="0">
                <a:latin typeface="+mn-lt"/>
              </a:rPr>
              <a:t>Design thinking is certainly not a new methodology, but nowadays it has many applications that go beyond original product development, and serve as foundation for building innovative capabilities within the organization.</a:t>
            </a:r>
          </a:p>
        </p:txBody>
      </p:sp>
      <p:cxnSp>
        <p:nvCxnSpPr>
          <p:cNvPr id="36" name="Straight Connector 35">
            <a:extLst>
              <a:ext uri="{FF2B5EF4-FFF2-40B4-BE49-F238E27FC236}">
                <a16:creationId xmlns:a16="http://schemas.microsoft.com/office/drawing/2014/main" id="{E7A7A90A-C8D0-48B5-ACF7-6DC7F3B08FE2}"/>
              </a:ext>
            </a:extLst>
          </p:cNvPr>
          <p:cNvCxnSpPr>
            <a:cxnSpLocks/>
          </p:cNvCxnSpPr>
          <p:nvPr/>
        </p:nvCxnSpPr>
        <p:spPr>
          <a:xfrm>
            <a:off x="2031718" y="5050119"/>
            <a:ext cx="0" cy="1245361"/>
          </a:xfrm>
          <a:prstGeom prst="line">
            <a:avLst/>
          </a:prstGeom>
          <a:ln w="571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2" name="Graphic 41" descr="History with solid fill">
            <a:extLst>
              <a:ext uri="{FF2B5EF4-FFF2-40B4-BE49-F238E27FC236}">
                <a16:creationId xmlns:a16="http://schemas.microsoft.com/office/drawing/2014/main" id="{19C22682-828C-4496-8A6B-A5477BA4E36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8815" y="5182211"/>
            <a:ext cx="914400" cy="914400"/>
          </a:xfrm>
          <a:prstGeom prst="rect">
            <a:avLst/>
          </a:prstGeom>
        </p:spPr>
      </p:pic>
      <p:sp>
        <p:nvSpPr>
          <p:cNvPr id="2" name="Footer Placeholder 1">
            <a:extLst>
              <a:ext uri="{FF2B5EF4-FFF2-40B4-BE49-F238E27FC236}">
                <a16:creationId xmlns:a16="http://schemas.microsoft.com/office/drawing/2014/main" id="{8D95E579-85FC-CB93-EEED-6BB720FD8077}"/>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E1E5FE4E-0B4E-FF39-3695-F8355A3D3C78}"/>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3988936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089781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9437959" cy="1081710"/>
          </a:xfrm>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combining a robust customer experience strategy with a design thinking approach</a:t>
            </a:r>
            <a:endParaRPr lang="en-US" b="0" kern="0" dirty="0"/>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623060"/>
            <a:ext cx="10976610" cy="4708981"/>
          </a:xfrm>
          <a:prstGeom prst="rect">
            <a:avLst/>
          </a:prstGeom>
          <a:noFill/>
        </p:spPr>
        <p:txBody>
          <a:bodyPr wrap="square" rtlCol="0">
            <a:spAutoFit/>
          </a:bodyPr>
          <a:lstStyle/>
          <a:p>
            <a:r>
              <a:rPr lang="en-US" sz="1500" dirty="0"/>
              <a:t>Airbnb's success can be attributed to its robust customer experience strategy and design thinking approach. By deeply understanding the needs and pain points of both hosts and guests, Airbnb revolutionized the travel experience. Through extensive user research and iterative design processes, they created user-friendly platforms, personalized recommendations, and streamlined booking processes. This customer-centric approach helped Airbnb become a leading platform for unique travel experiences.</a:t>
            </a:r>
          </a:p>
          <a:p>
            <a:endParaRPr lang="en-US" sz="1500" dirty="0"/>
          </a:p>
          <a:p>
            <a:r>
              <a:rPr lang="en-US" sz="1500" dirty="0"/>
              <a:t>Design thinking played a pivotal role in Airbnb's strategy. They engaged in empathetic research, conducting interviews and observations to gain profound insights into user needs and motivations. This informed their decision-making process and shaped their solutions.</a:t>
            </a:r>
          </a:p>
          <a:p>
            <a:endParaRPr lang="en-US" sz="1500" dirty="0"/>
          </a:p>
          <a:p>
            <a:r>
              <a:rPr lang="en-US" sz="1500" dirty="0"/>
              <a:t>By embracing an iterative design process, Airbnb rapidly prototyped and tested their offerings, gathering feedback from hosts and guests. This agile approach allowed them to learn, adapt, and continually improve their platform and services based on real-time user input.</a:t>
            </a:r>
          </a:p>
          <a:p>
            <a:endParaRPr lang="en-US" sz="1500" dirty="0"/>
          </a:p>
          <a:p>
            <a:r>
              <a:rPr lang="en-US" sz="1500" dirty="0"/>
              <a:t>The result was a seamless and user-friendly platform that facilitated connections between hosts and guests, fostering a sense of community. Airbnb disrupted the industry by tapping into the sharing economy and providing alternative accommodations that catered to diverse traveler preferences.</a:t>
            </a:r>
          </a:p>
          <a:p>
            <a:endParaRPr lang="en-US" sz="1500" dirty="0"/>
          </a:p>
          <a:p>
            <a:r>
              <a:rPr lang="en-US" sz="1500" dirty="0"/>
              <a:t>Airbnb's success story exemplifies the power of combining a robust customer experience strategy with a design thinking approach. </a:t>
            </a:r>
          </a:p>
        </p:txBody>
      </p:sp>
      <p:pic>
        <p:nvPicPr>
          <p:cNvPr id="3074" name="Picture 2">
            <a:extLst>
              <a:ext uri="{FF2B5EF4-FFF2-40B4-BE49-F238E27FC236}">
                <a16:creationId xmlns:a16="http://schemas.microsoft.com/office/drawing/2014/main" id="{BD6B3C8C-1E14-DC3D-4ECF-9C3F3DBF41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83837" y="582929"/>
            <a:ext cx="2042032" cy="638135"/>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A2873C4B-3D76-060A-FFC7-B505B2AC6DFE}"/>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462B453F-3C09-5D85-738F-C261555DB1BC}"/>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67415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472142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9364076" cy="1081710"/>
          </a:xfrm>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combining a robust customer experience strategy with a design thinking approach</a:t>
            </a:r>
            <a:endParaRPr lang="en-US" b="0" kern="0" dirty="0"/>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520190"/>
            <a:ext cx="10976610" cy="4939814"/>
          </a:xfrm>
          <a:prstGeom prst="rect">
            <a:avLst/>
          </a:prstGeom>
          <a:noFill/>
        </p:spPr>
        <p:txBody>
          <a:bodyPr wrap="square" rtlCol="0">
            <a:spAutoFit/>
          </a:bodyPr>
          <a:lstStyle/>
          <a:p>
            <a:r>
              <a:rPr lang="en-US" sz="1500" dirty="0"/>
              <a:t>Netflix, the popular streaming platform, has achieved significant success by adopting a robust customer experience strategy rooted in design thinking principles. By deeply understanding user needs and continually iterating on their offerings, Netflix has transformed the way people consume entertainment.</a:t>
            </a:r>
          </a:p>
          <a:p>
            <a:endParaRPr lang="en-US" sz="1500" dirty="0"/>
          </a:p>
          <a:p>
            <a:r>
              <a:rPr lang="en-US" sz="1500" dirty="0"/>
              <a:t>At the heart of Netflix's customer experience strategy is a strong emphasis on personalization. Through data-driven insights and extensive user research, Netflix gathers information on user preferences, viewing habits, and feedback. This deep understanding of individual tastes and preferences allows Netflix to curate personalized recommendations and tailor the content offered to each user.</a:t>
            </a:r>
          </a:p>
          <a:p>
            <a:endParaRPr lang="en-US" sz="1500" dirty="0"/>
          </a:p>
          <a:p>
            <a:r>
              <a:rPr lang="en-US" sz="1500" dirty="0"/>
              <a:t>Netflix's design thinking approach involves rapid prototyping and continuous testing. They experiment with different user interfaces, content layouts, and features to optimize the viewing experience. By gathering user feedback and analyzing data, Netflix continually refines their platform to meet evolving customer expectations.</a:t>
            </a:r>
          </a:p>
          <a:p>
            <a:endParaRPr lang="en-US" sz="1500" dirty="0"/>
          </a:p>
          <a:p>
            <a:r>
              <a:rPr lang="en-US" sz="1500" dirty="0"/>
              <a:t>Another notable aspect of Netflix's customer experience strategy is their commitment to seamless access and convenience. They prioritize ease of use, allowing users to stream content across multiple devices and providing features like offline downloads. By reducing friction in the user experience, Netflix aims to create a hassle-free and enjoyable entertainment platform.</a:t>
            </a:r>
          </a:p>
          <a:p>
            <a:endParaRPr lang="en-US" sz="1500" dirty="0"/>
          </a:p>
          <a:p>
            <a:r>
              <a:rPr lang="en-US" sz="1500" dirty="0"/>
              <a:t>combining a robust customer experience strategy with a design thinking approach, Netflix has become a global leader in the streaming industry. Their ability to anticipate user needs, offer a vast library of content, and deliver a seamless viewing experience has cultivated a loyal customer base and established Netflix as a household name in entertainment.</a:t>
            </a:r>
          </a:p>
        </p:txBody>
      </p:sp>
      <p:pic>
        <p:nvPicPr>
          <p:cNvPr id="2" name="Picture 2">
            <a:extLst>
              <a:ext uri="{FF2B5EF4-FFF2-40B4-BE49-F238E27FC236}">
                <a16:creationId xmlns:a16="http://schemas.microsoft.com/office/drawing/2014/main" id="{0CA81261-3632-7F7F-5EA9-B2F9E302BD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78191" y="741831"/>
            <a:ext cx="1647059" cy="445864"/>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87900858-4D36-0882-F451-C21F61613846}"/>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8797E7AC-CDBA-8303-2F1B-497BEFBA51B2}"/>
              </a:ext>
            </a:extLst>
          </p:cNvPr>
          <p:cNvSpPr>
            <a:spLocks noGrp="1"/>
          </p:cNvSpPr>
          <p:nvPr>
            <p:ph type="sldNum" sz="quarter" idx="4"/>
          </p:nvPr>
        </p:nvSpPr>
        <p:spPr/>
        <p:txBody>
          <a:bodyPr/>
          <a:lstStyle/>
          <a:p>
            <a:fld id="{37F5C94B-8C55-478B-B509-BAE6A06B2E2A}" type="slidenum">
              <a:rPr lang="en-US" smtClean="0"/>
              <a:pPr/>
              <a:t>7</a:t>
            </a:fld>
            <a:endParaRPr lang="en-US" dirty="0"/>
          </a:p>
        </p:txBody>
      </p:sp>
    </p:spTree>
    <p:extLst>
      <p:ext uri="{BB962C8B-B14F-4D97-AF65-F5344CB8AC3E}">
        <p14:creationId xmlns:p14="http://schemas.microsoft.com/office/powerpoint/2010/main" val="2970377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31664765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tx1"/>
                </a:solidFill>
              </a:rPr>
              <a:t>Our tier-1 consultants created a Customer Experience Strategy &amp; Design Thinking Toolkit to help you create your own success stories</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by former McKinsey, Deloitte &amp; BCG management consultants.</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12" name="Footer Placeholder 11">
            <a:extLst>
              <a:ext uri="{FF2B5EF4-FFF2-40B4-BE49-F238E27FC236}">
                <a16:creationId xmlns:a16="http://schemas.microsoft.com/office/drawing/2014/main" id="{99C03E81-202F-CC32-3443-3B6205036F74}"/>
              </a:ext>
            </a:extLst>
          </p:cNvPr>
          <p:cNvSpPr>
            <a:spLocks noGrp="1"/>
          </p:cNvSpPr>
          <p:nvPr>
            <p:ph type="ftr" sz="quarter" idx="3"/>
          </p:nvPr>
        </p:nvSpPr>
        <p:spPr/>
        <p:txBody>
          <a:bodyPr/>
          <a:lstStyle/>
          <a:p>
            <a:r>
              <a:rPr lang="en-US"/>
              <a:t>Domont Consulting</a:t>
            </a:r>
            <a:endParaRPr lang="en-US" dirty="0"/>
          </a:p>
        </p:txBody>
      </p:sp>
      <p:sp>
        <p:nvSpPr>
          <p:cNvPr id="13" name="Slide Number Placeholder 12">
            <a:extLst>
              <a:ext uri="{FF2B5EF4-FFF2-40B4-BE49-F238E27FC236}">
                <a16:creationId xmlns:a16="http://schemas.microsoft.com/office/drawing/2014/main" id="{EA022A24-D8BB-B2D4-D3A9-550DC5543F52}"/>
              </a:ext>
            </a:extLst>
          </p:cNvPr>
          <p:cNvSpPr>
            <a:spLocks noGrp="1"/>
          </p:cNvSpPr>
          <p:nvPr>
            <p:ph type="sldNum" sz="quarter" idx="4"/>
          </p:nvPr>
        </p:nvSpPr>
        <p:spPr/>
        <p:txBody>
          <a:bodyPr/>
          <a:lstStyle/>
          <a:p>
            <a:fld id="{37F5C94B-8C55-478B-B509-BAE6A06B2E2A}" type="slidenum">
              <a:rPr lang="en-US" smtClean="0"/>
              <a:pPr/>
              <a:t>8</a:t>
            </a:fld>
            <a:endParaRPr lang="en-US" dirty="0"/>
          </a:p>
        </p:txBody>
      </p:sp>
    </p:spTree>
    <p:extLst>
      <p:ext uri="{BB962C8B-B14F-4D97-AF65-F5344CB8AC3E}">
        <p14:creationId xmlns:p14="http://schemas.microsoft.com/office/powerpoint/2010/main" val="862292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503788" y="1505347"/>
            <a:ext cx="11094412" cy="5147563"/>
          </a:xfrm>
          <a:prstGeom prst="rect">
            <a:avLst/>
          </a:prstGeom>
        </p:spPr>
        <p:txBody>
          <a:bodyPr wrap="square">
            <a:spAutoFit/>
          </a:bodyPr>
          <a:lstStyle/>
          <a:p>
            <a:pPr marL="0" marR="0" lvl="1" algn="l" defTabSz="914400" eaLnBrk="1" fontAlgn="auto" latinLnBrk="0" hangingPunct="1">
              <a:spcBef>
                <a:spcPts val="300"/>
              </a:spcBef>
              <a:spcAft>
                <a:spcPts val="300"/>
              </a:spcAft>
              <a:buClrTx/>
              <a:buSzTx/>
              <a:tabLst/>
              <a:defRPr/>
            </a:pPr>
            <a:r>
              <a:rPr lang="en-US" sz="1350" b="1" dirty="0">
                <a:solidFill>
                  <a:srgbClr val="002060"/>
                </a:solidFill>
                <a:latin typeface="Arial (Body)"/>
              </a:rPr>
              <a:t>The Customer Experience Strategy &amp; Design Thinking Toolkit includes frameworks, tools, templates, tutorials, real-life examples, video training, and best practices to help you:</a:t>
            </a:r>
          </a:p>
          <a:p>
            <a:pPr marL="379412" lvl="1" indent="-285750">
              <a:spcBef>
                <a:spcPts val="300"/>
              </a:spcBef>
              <a:spcAft>
                <a:spcPts val="300"/>
              </a:spcAft>
              <a:buFont typeface="Arial" panose="020B0604020202020204" pitchFamily="34" charset="0"/>
              <a:buChar char="•"/>
              <a:defRPr/>
            </a:pPr>
            <a:r>
              <a:rPr lang="en-US" sz="1350" b="1" dirty="0">
                <a:solidFill>
                  <a:srgbClr val="002060"/>
                </a:solidFill>
                <a:latin typeface="Arial (Body)"/>
              </a:rPr>
              <a:t>Define and implement a robust customer experience strategy: </a:t>
            </a:r>
            <a:r>
              <a:rPr lang="en-US" sz="1350" dirty="0">
                <a:solidFill>
                  <a:srgbClr val="002060"/>
                </a:solidFill>
                <a:latin typeface="Arial (Body)"/>
              </a:rPr>
              <a:t>(1) Summary of the corporate &amp; business strategy, (2) Current &amp; target customer experience maturity levels, (3) Customer experience vision, mission &amp; values, (4) Strategic objectives &amp; KPIs to reach our vision, (5) Customer Experience Team &amp; Budget, (6) Customer segments &amp; customer journeys, (7) </a:t>
            </a:r>
            <a:r>
              <a:rPr lang="en-GB" sz="1350" dirty="0">
                <a:solidFill>
                  <a:srgbClr val="002060"/>
                </a:solidFill>
                <a:latin typeface="Arial (Body)"/>
              </a:rPr>
              <a:t>List of initiatives and business cases,</a:t>
            </a:r>
            <a:r>
              <a:rPr lang="en-US" sz="1350" dirty="0">
                <a:solidFill>
                  <a:srgbClr val="002060"/>
                </a:solidFill>
                <a:latin typeface="Arial (Body)"/>
              </a:rPr>
              <a:t> (8) Initiative prioritization &amp; business roadmap</a:t>
            </a:r>
          </a:p>
          <a:p>
            <a:pPr marL="379412" lvl="1" indent="-285750">
              <a:spcBef>
                <a:spcPts val="300"/>
              </a:spcBef>
              <a:spcAft>
                <a:spcPts val="300"/>
              </a:spcAft>
              <a:buFont typeface="Arial" panose="020B0604020202020204" pitchFamily="34" charset="0"/>
              <a:buChar char="•"/>
              <a:defRPr/>
            </a:pPr>
            <a:r>
              <a:rPr lang="en-US" sz="1350" b="1" dirty="0">
                <a:solidFill>
                  <a:srgbClr val="002060"/>
                </a:solidFill>
                <a:latin typeface="Arial (Body)"/>
              </a:rPr>
              <a:t>Adopt and implement a Design Thinking approach within your organization using the 5 phases: </a:t>
            </a:r>
            <a:r>
              <a:rPr lang="en-US" sz="1350" dirty="0">
                <a:solidFill>
                  <a:srgbClr val="002060"/>
                </a:solidFill>
                <a:latin typeface="Arial (Body)"/>
              </a:rPr>
              <a:t>(I) Empathize, (II) Define, (III) Ideate, (IV) Prototype, (V) Test </a:t>
            </a:r>
          </a:p>
          <a:p>
            <a:pPr marL="379412" lvl="1" indent="-285750">
              <a:spcBef>
                <a:spcPts val="300"/>
              </a:spcBef>
              <a:spcAft>
                <a:spcPts val="300"/>
              </a:spcAft>
              <a:buFont typeface="Arial" panose="020B0604020202020204" pitchFamily="34" charset="0"/>
              <a:buChar char="•"/>
              <a:defRPr/>
            </a:pPr>
            <a:r>
              <a:rPr lang="en-US" sz="1350" b="1" dirty="0">
                <a:solidFill>
                  <a:srgbClr val="002060"/>
                </a:solidFill>
                <a:latin typeface="Arial (Body)"/>
              </a:rPr>
              <a:t>(I) Gain an empathic understanding of your users: </a:t>
            </a:r>
            <a:r>
              <a:rPr lang="en-US" sz="1350" dirty="0">
                <a:solidFill>
                  <a:srgbClr val="002060"/>
                </a:solidFill>
                <a:latin typeface="Arial (Body)"/>
              </a:rPr>
              <a:t>(1) Project canvas, (2) Stakeholder management, (3) Research plan, (4) Desktop research, (5) User interviews, (6) Focus groups, (7) Shadowing, (8) DILO, (9) Contextual inquiry, (10) Diary study, (11) Ethnographic research, (12) Emotional response cards, (13) Surveys, (14) Expert interviews, (15) Service safari</a:t>
            </a:r>
          </a:p>
          <a:p>
            <a:pPr marL="379412" lvl="1" indent="-285750">
              <a:spcBef>
                <a:spcPts val="300"/>
              </a:spcBef>
              <a:spcAft>
                <a:spcPts val="300"/>
              </a:spcAft>
              <a:buFont typeface="Arial" panose="020B0604020202020204" pitchFamily="34" charset="0"/>
              <a:buChar char="•"/>
              <a:defRPr/>
            </a:pPr>
            <a:r>
              <a:rPr lang="en-US" sz="1350" b="1" dirty="0">
                <a:solidFill>
                  <a:srgbClr val="002060"/>
                </a:solidFill>
                <a:latin typeface="Arial (Body)"/>
              </a:rPr>
              <a:t>(II) Define the key problem to solve: </a:t>
            </a:r>
            <a:r>
              <a:rPr lang="en-US" sz="1350" dirty="0">
                <a:solidFill>
                  <a:srgbClr val="002060"/>
                </a:solidFill>
                <a:latin typeface="Arial (Body)"/>
              </a:rPr>
              <a:t>(1) Customer journey, (2) User personas, (3) Empathy map, (4) Five whys, (5) Five WH questions, (6) Affinity mapping, (7) Card sorting, (8) Landscape review, (9) Problem statement, (10) Value proposition </a:t>
            </a:r>
          </a:p>
          <a:p>
            <a:pPr marL="379412" lvl="1" indent="-285750">
              <a:spcBef>
                <a:spcPts val="300"/>
              </a:spcBef>
              <a:spcAft>
                <a:spcPts val="300"/>
              </a:spcAft>
              <a:buFont typeface="Arial" panose="020B0604020202020204" pitchFamily="34" charset="0"/>
              <a:buChar char="•"/>
              <a:defRPr/>
            </a:pPr>
            <a:r>
              <a:rPr lang="en-US" sz="1350" b="1" dirty="0">
                <a:solidFill>
                  <a:srgbClr val="002060"/>
                </a:solidFill>
                <a:latin typeface="Arial (Body)"/>
              </a:rPr>
              <a:t>(III) Generate a range of ideas to solve the problem: </a:t>
            </a:r>
            <a:r>
              <a:rPr lang="en-US" sz="1350" dirty="0">
                <a:solidFill>
                  <a:srgbClr val="002060"/>
                </a:solidFill>
                <a:latin typeface="Arial (Body)"/>
              </a:rPr>
              <a:t>(1) Define success, (2) Ideation constraints, (3) “How might we” questions, (4) Ideation workshop, (5) Brainstorming, (6) Mind mapping, (7) Sketching, (8) Crazy 8s, (9) Design sprint, (10) NABC, (11) Idea evaluation</a:t>
            </a:r>
          </a:p>
          <a:p>
            <a:pPr marL="379412" lvl="1" indent="-285750">
              <a:spcBef>
                <a:spcPts val="300"/>
              </a:spcBef>
              <a:spcAft>
                <a:spcPts val="300"/>
              </a:spcAft>
              <a:buFont typeface="Arial" panose="020B0604020202020204" pitchFamily="34" charset="0"/>
              <a:buChar char="•"/>
              <a:defRPr/>
            </a:pPr>
            <a:r>
              <a:rPr lang="en-US" sz="1350" b="1" dirty="0">
                <a:solidFill>
                  <a:srgbClr val="002060"/>
                </a:solidFill>
                <a:latin typeface="Arial (Body)"/>
              </a:rPr>
              <a:t>(IV) Build prototypes for a range of our ideas: </a:t>
            </a:r>
            <a:r>
              <a:rPr lang="en-US" sz="1350" dirty="0">
                <a:solidFill>
                  <a:srgbClr val="002060"/>
                </a:solidFill>
                <a:latin typeface="Arial (Body)"/>
              </a:rPr>
              <a:t>(1) Sketching, (2) Storyboarding, (3) Low-fidelity prototyping, (4) Co-creation workshops, (5) High-fidelity prototyping, (6) Role-playing, (7) Proof of concept, (8) Minimum viable product</a:t>
            </a:r>
          </a:p>
          <a:p>
            <a:pPr marL="379412" lvl="1" indent="-285750">
              <a:spcBef>
                <a:spcPts val="300"/>
              </a:spcBef>
              <a:spcAft>
                <a:spcPts val="300"/>
              </a:spcAft>
              <a:buFont typeface="Arial" panose="020B0604020202020204" pitchFamily="34" charset="0"/>
              <a:buChar char="•"/>
              <a:defRPr/>
            </a:pPr>
            <a:r>
              <a:rPr lang="en-US" sz="1350" b="1" dirty="0">
                <a:solidFill>
                  <a:srgbClr val="002060"/>
                </a:solidFill>
                <a:latin typeface="Arial (Body)"/>
              </a:rPr>
              <a:t>(V) Return to the users for feedback: </a:t>
            </a:r>
            <a:r>
              <a:rPr lang="en-US" sz="1350" dirty="0">
                <a:solidFill>
                  <a:srgbClr val="002060"/>
                </a:solidFill>
                <a:latin typeface="Arial (Body)"/>
              </a:rPr>
              <a:t>(1) Testing sheet, (2) Heuristic evaluation, (3) Usability testing, (4) Accessibility testing, (5) A/B testing, (6) Eye tracking, (7) Heatmaps, (8) Performance testing, (9) Feedback capture grid</a:t>
            </a:r>
          </a:p>
          <a:p>
            <a:pPr marL="379412" lvl="1" indent="-285750">
              <a:spcBef>
                <a:spcPts val="300"/>
              </a:spcBef>
              <a:spcAft>
                <a:spcPts val="300"/>
              </a:spcAft>
              <a:buFont typeface="Arial" panose="020B0604020202020204" pitchFamily="34" charset="0"/>
              <a:buChar char="•"/>
              <a:defRPr/>
            </a:pPr>
            <a:r>
              <a:rPr lang="en-US" sz="1350" b="1" dirty="0">
                <a:solidFill>
                  <a:srgbClr val="002060"/>
                </a:solidFill>
                <a:latin typeface="Arial (Body)"/>
              </a:rPr>
              <a:t>Build a success stories such as Netflix who was able to revolutionize the movie industry, </a:t>
            </a:r>
            <a:r>
              <a:rPr lang="en-US" sz="1350" dirty="0">
                <a:solidFill>
                  <a:srgbClr val="002060"/>
                </a:solidFill>
                <a:latin typeface="Arial (Body)"/>
              </a:rPr>
              <a:t>and Airbnb who was able to double its revenue within a week by combining a robust customer experience strategy with a design thinking approach</a:t>
            </a:r>
          </a:p>
        </p:txBody>
      </p:sp>
      <p:sp>
        <p:nvSpPr>
          <p:cNvPr id="4" name="Footer Placeholder 3">
            <a:extLst>
              <a:ext uri="{FF2B5EF4-FFF2-40B4-BE49-F238E27FC236}">
                <a16:creationId xmlns:a16="http://schemas.microsoft.com/office/drawing/2014/main" id="{103A3C26-5879-8281-96CF-C6AAFD323AE1}"/>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B46DB1B7-4111-2D3D-1420-9DD0B978E447}"/>
              </a:ext>
            </a:extLst>
          </p:cNvPr>
          <p:cNvSpPr>
            <a:spLocks noGrp="1"/>
          </p:cNvSpPr>
          <p:nvPr>
            <p:ph type="sldNum" sz="quarter" idx="4"/>
          </p:nvPr>
        </p:nvSpPr>
        <p:spPr/>
        <p:txBody>
          <a:bodyPr/>
          <a:lstStyle/>
          <a:p>
            <a:fld id="{37F5C94B-8C55-478B-B509-BAE6A06B2E2A}" type="slidenum">
              <a:rPr lang="en-US" smtClean="0"/>
              <a:pPr/>
              <a:t>9</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10</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hlinkClick r:id="rId5"/>
              </a:rPr>
              <a:t>https://youtu.be/_7OuhE1372Y</a:t>
            </a:r>
            <a:endParaRPr lang="en-US" sz="1600" dirty="0"/>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a:hlinkClick r:id="rId5"/>
            <a:extLst>
              <a:ext uri="{FF2B5EF4-FFF2-40B4-BE49-F238E27FC236}">
                <a16:creationId xmlns:a16="http://schemas.microsoft.com/office/drawing/2014/main" id="{A3AB7693-F4F5-297B-0C2C-878A1FF5EA2B}"/>
              </a:ext>
            </a:extLst>
          </p:cNvPr>
          <p:cNvPicPr>
            <a:picLocks noChangeAspect="1"/>
          </p:cNvPicPr>
          <p:nvPr/>
        </p:nvPicPr>
        <p:blipFill>
          <a:blip r:embed="rId7"/>
          <a:stretch>
            <a:fillRect/>
          </a:stretch>
        </p:blipFill>
        <p:spPr>
          <a:xfrm>
            <a:off x="6476568" y="2082299"/>
            <a:ext cx="5105987" cy="2878321"/>
          </a:xfrm>
          <a:prstGeom prst="rect">
            <a:avLst/>
          </a:prstGeom>
        </p:spPr>
      </p:pic>
    </p:spTree>
    <p:extLst>
      <p:ext uri="{BB962C8B-B14F-4D97-AF65-F5344CB8AC3E}">
        <p14:creationId xmlns:p14="http://schemas.microsoft.com/office/powerpoint/2010/main" val="3892113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719810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184365"/>
            <a:ext cx="11073452" cy="1081710"/>
          </a:xfrm>
          <a:prstGeom prst="rect">
            <a:avLst/>
          </a:prstGeom>
        </p:spPr>
        <p:txBody>
          <a:bodyPr anchor="t">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The Toolkit includes 2 sections that we have built and refined over the past 20 years through constant trial and error</a:t>
            </a:r>
            <a:endParaRPr lang="en-US" b="0" kern="0" dirty="0"/>
          </a:p>
        </p:txBody>
      </p:sp>
      <p:sp>
        <p:nvSpPr>
          <p:cNvPr id="7" name="Rectangle: Rounded Corners 6">
            <a:extLst>
              <a:ext uri="{FF2B5EF4-FFF2-40B4-BE49-F238E27FC236}">
                <a16:creationId xmlns:a16="http://schemas.microsoft.com/office/drawing/2014/main" id="{42BF8F5C-313E-3C23-2524-F5FC9049CAC4}"/>
              </a:ext>
            </a:extLst>
          </p:cNvPr>
          <p:cNvSpPr/>
          <p:nvPr/>
        </p:nvSpPr>
        <p:spPr>
          <a:xfrm>
            <a:off x="572231" y="1972174"/>
            <a:ext cx="11052000" cy="4608000"/>
          </a:xfrm>
          <a:prstGeom prst="roundRect">
            <a:avLst>
              <a:gd name="adj" fmla="val 918"/>
            </a:avLst>
          </a:prstGeom>
          <a:solidFill>
            <a:srgbClr val="EBF1FF"/>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tx1"/>
                </a:solidFill>
              </a:rPr>
              <a:t>II. Design Thinking Process to implement our Initiatives</a:t>
            </a:r>
            <a:endParaRPr lang="en-US" sz="1300" b="1" dirty="0">
              <a:solidFill>
                <a:schemeClr val="tx1"/>
              </a:solidFill>
            </a:endParaRPr>
          </a:p>
        </p:txBody>
      </p:sp>
      <p:sp>
        <p:nvSpPr>
          <p:cNvPr id="8" name="Chevron 17">
            <a:extLst>
              <a:ext uri="{FF2B5EF4-FFF2-40B4-BE49-F238E27FC236}">
                <a16:creationId xmlns:a16="http://schemas.microsoft.com/office/drawing/2014/main" id="{EA638DBC-B59D-218B-B8B0-319AC8B0C6D5}"/>
              </a:ext>
            </a:extLst>
          </p:cNvPr>
          <p:cNvSpPr/>
          <p:nvPr/>
        </p:nvSpPr>
        <p:spPr bwMode="auto">
          <a:xfrm>
            <a:off x="1640742" y="2648204"/>
            <a:ext cx="2016000" cy="288000"/>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1. Empathize</a:t>
            </a:r>
          </a:p>
        </p:txBody>
      </p:sp>
      <p:sp>
        <p:nvSpPr>
          <p:cNvPr id="10" name="Chevron 17">
            <a:extLst>
              <a:ext uri="{FF2B5EF4-FFF2-40B4-BE49-F238E27FC236}">
                <a16:creationId xmlns:a16="http://schemas.microsoft.com/office/drawing/2014/main" id="{28E57AEA-DF77-F32E-E6DF-76CD69CD9AB7}"/>
              </a:ext>
            </a:extLst>
          </p:cNvPr>
          <p:cNvSpPr/>
          <p:nvPr/>
        </p:nvSpPr>
        <p:spPr bwMode="auto">
          <a:xfrm>
            <a:off x="5612522" y="2648204"/>
            <a:ext cx="2016000" cy="288000"/>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3. Ideate</a:t>
            </a:r>
          </a:p>
        </p:txBody>
      </p:sp>
      <p:sp>
        <p:nvSpPr>
          <p:cNvPr id="11" name="Chevron 17">
            <a:extLst>
              <a:ext uri="{FF2B5EF4-FFF2-40B4-BE49-F238E27FC236}">
                <a16:creationId xmlns:a16="http://schemas.microsoft.com/office/drawing/2014/main" id="{EEBA90EC-C553-924E-0909-DBA20E4E9CF2}"/>
              </a:ext>
            </a:extLst>
          </p:cNvPr>
          <p:cNvSpPr/>
          <p:nvPr/>
        </p:nvSpPr>
        <p:spPr bwMode="auto">
          <a:xfrm>
            <a:off x="7598412" y="2648204"/>
            <a:ext cx="2016000" cy="288000"/>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4. Protype</a:t>
            </a:r>
          </a:p>
        </p:txBody>
      </p:sp>
      <p:sp>
        <p:nvSpPr>
          <p:cNvPr id="12" name="Chevron 17">
            <a:extLst>
              <a:ext uri="{FF2B5EF4-FFF2-40B4-BE49-F238E27FC236}">
                <a16:creationId xmlns:a16="http://schemas.microsoft.com/office/drawing/2014/main" id="{C64CB089-B9E9-42D1-8A41-C8B220D3D48F}"/>
              </a:ext>
            </a:extLst>
          </p:cNvPr>
          <p:cNvSpPr/>
          <p:nvPr/>
        </p:nvSpPr>
        <p:spPr bwMode="auto">
          <a:xfrm>
            <a:off x="3626632" y="2648204"/>
            <a:ext cx="2016000" cy="288000"/>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2. Define</a:t>
            </a:r>
          </a:p>
        </p:txBody>
      </p:sp>
      <p:sp>
        <p:nvSpPr>
          <p:cNvPr id="15" name="Chevron 17">
            <a:extLst>
              <a:ext uri="{FF2B5EF4-FFF2-40B4-BE49-F238E27FC236}">
                <a16:creationId xmlns:a16="http://schemas.microsoft.com/office/drawing/2014/main" id="{A89DF7C9-BECC-D082-F2DF-B554B95F457B}"/>
              </a:ext>
            </a:extLst>
          </p:cNvPr>
          <p:cNvSpPr/>
          <p:nvPr/>
        </p:nvSpPr>
        <p:spPr bwMode="auto">
          <a:xfrm>
            <a:off x="9584303" y="2648204"/>
            <a:ext cx="2016000" cy="288000"/>
          </a:xfrm>
          <a:prstGeom prst="chevron">
            <a:avLst>
              <a:gd name="adj" fmla="val 31818"/>
            </a:avLst>
          </a:prstGeom>
          <a:solidFill>
            <a:schemeClr val="tx1"/>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5. Test</a:t>
            </a:r>
          </a:p>
        </p:txBody>
      </p:sp>
      <p:pic>
        <p:nvPicPr>
          <p:cNvPr id="27" name="Graphic 26" descr="Lightbulb outline">
            <a:extLst>
              <a:ext uri="{FF2B5EF4-FFF2-40B4-BE49-F238E27FC236}">
                <a16:creationId xmlns:a16="http://schemas.microsoft.com/office/drawing/2014/main" id="{025520DE-7166-3215-A86D-E13ED52DDFD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50119" y="2280020"/>
            <a:ext cx="340806" cy="340806"/>
          </a:xfrm>
          <a:prstGeom prst="rect">
            <a:avLst/>
          </a:prstGeom>
        </p:spPr>
      </p:pic>
      <p:pic>
        <p:nvPicPr>
          <p:cNvPr id="30" name="Graphic 29" descr="Potion outline">
            <a:extLst>
              <a:ext uri="{FF2B5EF4-FFF2-40B4-BE49-F238E27FC236}">
                <a16:creationId xmlns:a16="http://schemas.microsoft.com/office/drawing/2014/main" id="{7F774DB3-A916-1271-93C1-EFCB4B34E8B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13398" y="2244595"/>
            <a:ext cx="357810" cy="357810"/>
          </a:xfrm>
          <a:prstGeom prst="rect">
            <a:avLst/>
          </a:prstGeom>
        </p:spPr>
      </p:pic>
      <p:pic>
        <p:nvPicPr>
          <p:cNvPr id="31" name="Graphic 30" descr="Blueprint outline">
            <a:extLst>
              <a:ext uri="{FF2B5EF4-FFF2-40B4-BE49-F238E27FC236}">
                <a16:creationId xmlns:a16="http://schemas.microsoft.com/office/drawing/2014/main" id="{69844D08-A88D-AC13-526E-F9C8A05AFD6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94224" y="2224804"/>
            <a:ext cx="424376" cy="424376"/>
          </a:xfrm>
          <a:prstGeom prst="rect">
            <a:avLst/>
          </a:prstGeom>
        </p:spPr>
      </p:pic>
      <p:pic>
        <p:nvPicPr>
          <p:cNvPr id="32" name="Graphic 31" descr="Bullseye outline">
            <a:extLst>
              <a:ext uri="{FF2B5EF4-FFF2-40B4-BE49-F238E27FC236}">
                <a16:creationId xmlns:a16="http://schemas.microsoft.com/office/drawing/2014/main" id="{E43D1B93-6968-8DD4-54A3-1D61B52333E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41462" y="2238967"/>
            <a:ext cx="386341" cy="386341"/>
          </a:xfrm>
          <a:prstGeom prst="rect">
            <a:avLst/>
          </a:prstGeom>
        </p:spPr>
      </p:pic>
      <p:pic>
        <p:nvPicPr>
          <p:cNvPr id="33" name="Graphic 32" descr="Badge Heart outline">
            <a:extLst>
              <a:ext uri="{FF2B5EF4-FFF2-40B4-BE49-F238E27FC236}">
                <a16:creationId xmlns:a16="http://schemas.microsoft.com/office/drawing/2014/main" id="{4579B9D7-5C9A-E5B5-C1CF-FE4CCCC9D30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455572" y="2239907"/>
            <a:ext cx="386341" cy="386341"/>
          </a:xfrm>
          <a:prstGeom prst="rect">
            <a:avLst/>
          </a:prstGeom>
        </p:spPr>
      </p:pic>
      <p:sp>
        <p:nvSpPr>
          <p:cNvPr id="34" name="TextBox 33">
            <a:extLst>
              <a:ext uri="{FF2B5EF4-FFF2-40B4-BE49-F238E27FC236}">
                <a16:creationId xmlns:a16="http://schemas.microsoft.com/office/drawing/2014/main" id="{278E5C51-DEB2-E32A-B5CE-702D6B2CE809}"/>
              </a:ext>
            </a:extLst>
          </p:cNvPr>
          <p:cNvSpPr txBox="1"/>
          <p:nvPr/>
        </p:nvSpPr>
        <p:spPr>
          <a:xfrm>
            <a:off x="1604920" y="3001946"/>
            <a:ext cx="2030763" cy="430887"/>
          </a:xfrm>
          <a:prstGeom prst="rect">
            <a:avLst/>
          </a:prstGeom>
          <a:noFill/>
        </p:spPr>
        <p:txBody>
          <a:bodyPr wrap="square" rtlCol="0">
            <a:spAutoFit/>
          </a:bodyPr>
          <a:lstStyle/>
          <a:p>
            <a:pPr>
              <a:spcBef>
                <a:spcPts val="600"/>
              </a:spcBef>
              <a:spcAft>
                <a:spcPts val="600"/>
              </a:spcAft>
            </a:pPr>
            <a:r>
              <a:rPr lang="en-US" sz="1100" b="1" dirty="0"/>
              <a:t>Gain an empathic understanding of our users</a:t>
            </a:r>
          </a:p>
        </p:txBody>
      </p:sp>
      <p:sp>
        <p:nvSpPr>
          <p:cNvPr id="35" name="TextBox 34">
            <a:extLst>
              <a:ext uri="{FF2B5EF4-FFF2-40B4-BE49-F238E27FC236}">
                <a16:creationId xmlns:a16="http://schemas.microsoft.com/office/drawing/2014/main" id="{95F1145A-5559-27BF-926D-065DFAFAFAC4}"/>
              </a:ext>
            </a:extLst>
          </p:cNvPr>
          <p:cNvSpPr txBox="1"/>
          <p:nvPr/>
        </p:nvSpPr>
        <p:spPr>
          <a:xfrm>
            <a:off x="3564252" y="3001946"/>
            <a:ext cx="1942175" cy="430887"/>
          </a:xfrm>
          <a:prstGeom prst="rect">
            <a:avLst/>
          </a:prstGeom>
          <a:noFill/>
        </p:spPr>
        <p:txBody>
          <a:bodyPr wrap="square" rtlCol="0">
            <a:spAutoFit/>
          </a:bodyPr>
          <a:lstStyle/>
          <a:p>
            <a:pPr>
              <a:spcBef>
                <a:spcPts val="600"/>
              </a:spcBef>
              <a:spcAft>
                <a:spcPts val="600"/>
              </a:spcAft>
            </a:pPr>
            <a:r>
              <a:rPr lang="en-US" sz="1100" b="1" dirty="0"/>
              <a:t>Define the key problem we are trying to solve</a:t>
            </a:r>
          </a:p>
        </p:txBody>
      </p:sp>
      <p:sp>
        <p:nvSpPr>
          <p:cNvPr id="51" name="TextBox 50">
            <a:extLst>
              <a:ext uri="{FF2B5EF4-FFF2-40B4-BE49-F238E27FC236}">
                <a16:creationId xmlns:a16="http://schemas.microsoft.com/office/drawing/2014/main" id="{76A35E8C-E1A8-BD02-9580-C40800DF28EC}"/>
              </a:ext>
            </a:extLst>
          </p:cNvPr>
          <p:cNvSpPr txBox="1"/>
          <p:nvPr/>
        </p:nvSpPr>
        <p:spPr>
          <a:xfrm>
            <a:off x="5529287" y="3001946"/>
            <a:ext cx="1942175" cy="430887"/>
          </a:xfrm>
          <a:prstGeom prst="rect">
            <a:avLst/>
          </a:prstGeom>
          <a:noFill/>
        </p:spPr>
        <p:txBody>
          <a:bodyPr wrap="square" rtlCol="0">
            <a:spAutoFit/>
          </a:bodyPr>
          <a:lstStyle/>
          <a:p>
            <a:pPr>
              <a:spcBef>
                <a:spcPts val="600"/>
              </a:spcBef>
              <a:spcAft>
                <a:spcPts val="600"/>
              </a:spcAft>
            </a:pPr>
            <a:r>
              <a:rPr lang="en-US" sz="1100" b="1" dirty="0"/>
              <a:t>Generate a range of ideas to solve the problem</a:t>
            </a:r>
          </a:p>
        </p:txBody>
      </p:sp>
      <p:sp>
        <p:nvSpPr>
          <p:cNvPr id="52" name="TextBox 51">
            <a:extLst>
              <a:ext uri="{FF2B5EF4-FFF2-40B4-BE49-F238E27FC236}">
                <a16:creationId xmlns:a16="http://schemas.microsoft.com/office/drawing/2014/main" id="{2874C847-8B3D-4182-7AF3-390ADC046EF1}"/>
              </a:ext>
            </a:extLst>
          </p:cNvPr>
          <p:cNvSpPr txBox="1"/>
          <p:nvPr/>
        </p:nvSpPr>
        <p:spPr>
          <a:xfrm>
            <a:off x="7528611" y="3001946"/>
            <a:ext cx="1942175" cy="430887"/>
          </a:xfrm>
          <a:prstGeom prst="rect">
            <a:avLst/>
          </a:prstGeom>
          <a:noFill/>
        </p:spPr>
        <p:txBody>
          <a:bodyPr wrap="square" rtlCol="0">
            <a:spAutoFit/>
          </a:bodyPr>
          <a:lstStyle/>
          <a:p>
            <a:pPr>
              <a:spcBef>
                <a:spcPts val="600"/>
              </a:spcBef>
              <a:spcAft>
                <a:spcPts val="600"/>
              </a:spcAft>
            </a:pPr>
            <a:r>
              <a:rPr lang="en-US" sz="1100" b="1" dirty="0"/>
              <a:t>Build prototypes for a range of our ideas</a:t>
            </a:r>
          </a:p>
        </p:txBody>
      </p:sp>
      <p:sp>
        <p:nvSpPr>
          <p:cNvPr id="53" name="TextBox 52">
            <a:extLst>
              <a:ext uri="{FF2B5EF4-FFF2-40B4-BE49-F238E27FC236}">
                <a16:creationId xmlns:a16="http://schemas.microsoft.com/office/drawing/2014/main" id="{F62E43F5-9669-42BF-BE47-6FBCF45D8682}"/>
              </a:ext>
            </a:extLst>
          </p:cNvPr>
          <p:cNvSpPr txBox="1"/>
          <p:nvPr/>
        </p:nvSpPr>
        <p:spPr>
          <a:xfrm>
            <a:off x="9543231" y="3001946"/>
            <a:ext cx="1942175" cy="430887"/>
          </a:xfrm>
          <a:prstGeom prst="rect">
            <a:avLst/>
          </a:prstGeom>
          <a:noFill/>
        </p:spPr>
        <p:txBody>
          <a:bodyPr wrap="square" rtlCol="0">
            <a:spAutoFit/>
          </a:bodyPr>
          <a:lstStyle/>
          <a:p>
            <a:pPr>
              <a:spcBef>
                <a:spcPts val="600"/>
              </a:spcBef>
              <a:spcAft>
                <a:spcPts val="600"/>
              </a:spcAft>
            </a:pPr>
            <a:r>
              <a:rPr lang="en-US" sz="1100" b="1" dirty="0"/>
              <a:t>Return to our users for feedback</a:t>
            </a:r>
          </a:p>
        </p:txBody>
      </p:sp>
      <p:sp>
        <p:nvSpPr>
          <p:cNvPr id="54" name="Rectangle: Rounded Corners 53">
            <a:extLst>
              <a:ext uri="{FF2B5EF4-FFF2-40B4-BE49-F238E27FC236}">
                <a16:creationId xmlns:a16="http://schemas.microsoft.com/office/drawing/2014/main" id="{8C51AE5A-46C3-640F-BAFC-EF7796A35663}"/>
              </a:ext>
            </a:extLst>
          </p:cNvPr>
          <p:cNvSpPr/>
          <p:nvPr/>
        </p:nvSpPr>
        <p:spPr>
          <a:xfrm>
            <a:off x="626755" y="2962235"/>
            <a:ext cx="995775" cy="480060"/>
          </a:xfrm>
          <a:prstGeom prst="roundRect">
            <a:avLst>
              <a:gd name="adj" fmla="val 952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anose="020B0604020202020204"/>
                <a:ea typeface="+mn-ea"/>
                <a:cs typeface="+mn-cs"/>
              </a:rPr>
              <a:t>Objective</a:t>
            </a:r>
          </a:p>
        </p:txBody>
      </p:sp>
      <p:sp>
        <p:nvSpPr>
          <p:cNvPr id="55" name="Rectangle: Rounded Corners 54">
            <a:extLst>
              <a:ext uri="{FF2B5EF4-FFF2-40B4-BE49-F238E27FC236}">
                <a16:creationId xmlns:a16="http://schemas.microsoft.com/office/drawing/2014/main" id="{D3A6C4E9-62EA-4D7E-0405-157D86197F0B}"/>
              </a:ext>
            </a:extLst>
          </p:cNvPr>
          <p:cNvSpPr/>
          <p:nvPr/>
        </p:nvSpPr>
        <p:spPr>
          <a:xfrm>
            <a:off x="626755" y="3500517"/>
            <a:ext cx="995775" cy="3027877"/>
          </a:xfrm>
          <a:prstGeom prst="roundRect">
            <a:avLst>
              <a:gd name="adj" fmla="val 419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anose="020B0604020202020204"/>
                <a:ea typeface="+mn-ea"/>
                <a:cs typeface="+mn-cs"/>
              </a:rPr>
              <a:t>Activities</a:t>
            </a:r>
          </a:p>
        </p:txBody>
      </p:sp>
      <p:sp>
        <p:nvSpPr>
          <p:cNvPr id="56" name="TextBox 55">
            <a:extLst>
              <a:ext uri="{FF2B5EF4-FFF2-40B4-BE49-F238E27FC236}">
                <a16:creationId xmlns:a16="http://schemas.microsoft.com/office/drawing/2014/main" id="{76F12918-6FB8-1D7E-DBA0-B44BAA8FB9ED}"/>
              </a:ext>
            </a:extLst>
          </p:cNvPr>
          <p:cNvSpPr txBox="1"/>
          <p:nvPr/>
        </p:nvSpPr>
        <p:spPr>
          <a:xfrm>
            <a:off x="3548036" y="3489802"/>
            <a:ext cx="1942175" cy="2323713"/>
          </a:xfrm>
          <a:prstGeom prst="rect">
            <a:avLst/>
          </a:prstGeom>
          <a:noFill/>
        </p:spPr>
        <p:txBody>
          <a:bodyPr wrap="square" rtlCol="0">
            <a:spAutoFit/>
          </a:bodyPr>
          <a:lstStyle/>
          <a:p>
            <a:pPr marL="182563" indent="-182563">
              <a:spcBef>
                <a:spcPts val="300"/>
              </a:spcBef>
              <a:spcAft>
                <a:spcPts val="300"/>
              </a:spcAft>
              <a:buFont typeface="+mj-lt"/>
              <a:buAutoNum type="arabicPeriod"/>
            </a:pPr>
            <a:r>
              <a:rPr lang="en-US" sz="1000" dirty="0">
                <a:solidFill>
                  <a:schemeClr val="accent1"/>
                </a:solidFill>
              </a:rPr>
              <a:t>Customer journey</a:t>
            </a:r>
          </a:p>
          <a:p>
            <a:pPr marL="182563" indent="-182563">
              <a:spcBef>
                <a:spcPts val="300"/>
              </a:spcBef>
              <a:spcAft>
                <a:spcPts val="300"/>
              </a:spcAft>
              <a:buFont typeface="+mj-lt"/>
              <a:buAutoNum type="arabicPeriod"/>
            </a:pPr>
            <a:r>
              <a:rPr lang="en-US" sz="1000" dirty="0">
                <a:solidFill>
                  <a:schemeClr val="accent1"/>
                </a:solidFill>
              </a:rPr>
              <a:t>User personas</a:t>
            </a:r>
          </a:p>
          <a:p>
            <a:pPr marL="182563" indent="-182563">
              <a:spcBef>
                <a:spcPts val="300"/>
              </a:spcBef>
              <a:spcAft>
                <a:spcPts val="300"/>
              </a:spcAft>
              <a:buFont typeface="+mj-lt"/>
              <a:buAutoNum type="arabicPeriod"/>
            </a:pPr>
            <a:r>
              <a:rPr lang="en-US" sz="1000" dirty="0">
                <a:solidFill>
                  <a:schemeClr val="accent1"/>
                </a:solidFill>
              </a:rPr>
              <a:t>Empathy map</a:t>
            </a:r>
          </a:p>
          <a:p>
            <a:pPr marL="182563" indent="-182563">
              <a:spcBef>
                <a:spcPts val="300"/>
              </a:spcBef>
              <a:spcAft>
                <a:spcPts val="300"/>
              </a:spcAft>
              <a:buFont typeface="+mj-lt"/>
              <a:buAutoNum type="arabicPeriod"/>
            </a:pPr>
            <a:r>
              <a:rPr lang="en-US" sz="1000" dirty="0">
                <a:solidFill>
                  <a:schemeClr val="accent1"/>
                </a:solidFill>
              </a:rPr>
              <a:t>Five whys</a:t>
            </a:r>
          </a:p>
          <a:p>
            <a:pPr marL="182563" indent="-182563">
              <a:spcBef>
                <a:spcPts val="300"/>
              </a:spcBef>
              <a:spcAft>
                <a:spcPts val="300"/>
              </a:spcAft>
              <a:buFont typeface="+mj-lt"/>
              <a:buAutoNum type="arabicPeriod"/>
            </a:pPr>
            <a:r>
              <a:rPr lang="en-US" sz="1000" dirty="0">
                <a:solidFill>
                  <a:schemeClr val="accent1"/>
                </a:solidFill>
              </a:rPr>
              <a:t>Five WH questions</a:t>
            </a:r>
          </a:p>
          <a:p>
            <a:pPr marL="182563" indent="-182563">
              <a:spcBef>
                <a:spcPts val="300"/>
              </a:spcBef>
              <a:spcAft>
                <a:spcPts val="300"/>
              </a:spcAft>
              <a:buFont typeface="+mj-lt"/>
              <a:buAutoNum type="arabicPeriod"/>
            </a:pPr>
            <a:r>
              <a:rPr lang="en-US" sz="1000" dirty="0">
                <a:solidFill>
                  <a:schemeClr val="accent1"/>
                </a:solidFill>
              </a:rPr>
              <a:t>Affinity mapping</a:t>
            </a:r>
          </a:p>
          <a:p>
            <a:pPr marL="182563" indent="-182563">
              <a:spcBef>
                <a:spcPts val="300"/>
              </a:spcBef>
              <a:spcAft>
                <a:spcPts val="300"/>
              </a:spcAft>
              <a:buFont typeface="+mj-lt"/>
              <a:buAutoNum type="arabicPeriod"/>
            </a:pPr>
            <a:r>
              <a:rPr lang="en-US" sz="1000" dirty="0">
                <a:solidFill>
                  <a:schemeClr val="accent1"/>
                </a:solidFill>
              </a:rPr>
              <a:t>Card sorting</a:t>
            </a:r>
          </a:p>
          <a:p>
            <a:pPr marL="182563" indent="-182563">
              <a:spcBef>
                <a:spcPts val="300"/>
              </a:spcBef>
              <a:spcAft>
                <a:spcPts val="300"/>
              </a:spcAft>
              <a:buFont typeface="+mj-lt"/>
              <a:buAutoNum type="arabicPeriod"/>
            </a:pPr>
            <a:r>
              <a:rPr lang="en-US" sz="1000" dirty="0">
                <a:solidFill>
                  <a:schemeClr val="accent1"/>
                </a:solidFill>
              </a:rPr>
              <a:t>Landscape review</a:t>
            </a:r>
          </a:p>
          <a:p>
            <a:pPr marL="182563" indent="-182563">
              <a:spcBef>
                <a:spcPts val="300"/>
              </a:spcBef>
              <a:spcAft>
                <a:spcPts val="300"/>
              </a:spcAft>
              <a:buFont typeface="+mj-lt"/>
              <a:buAutoNum type="arabicPeriod"/>
            </a:pPr>
            <a:r>
              <a:rPr lang="en-US" sz="1000" dirty="0">
                <a:solidFill>
                  <a:schemeClr val="accent1"/>
                </a:solidFill>
              </a:rPr>
              <a:t>Problem statement</a:t>
            </a:r>
          </a:p>
          <a:p>
            <a:pPr marL="182563" indent="-182563">
              <a:spcBef>
                <a:spcPts val="300"/>
              </a:spcBef>
              <a:spcAft>
                <a:spcPts val="300"/>
              </a:spcAft>
              <a:buFont typeface="+mj-lt"/>
              <a:buAutoNum type="arabicPeriod"/>
            </a:pPr>
            <a:r>
              <a:rPr lang="en-US" sz="1000" dirty="0">
                <a:solidFill>
                  <a:schemeClr val="accent1"/>
                </a:solidFill>
              </a:rPr>
              <a:t>Value proposition</a:t>
            </a:r>
          </a:p>
        </p:txBody>
      </p:sp>
      <p:cxnSp>
        <p:nvCxnSpPr>
          <p:cNvPr id="57" name="Straight Connector 56">
            <a:extLst>
              <a:ext uri="{FF2B5EF4-FFF2-40B4-BE49-F238E27FC236}">
                <a16:creationId xmlns:a16="http://schemas.microsoft.com/office/drawing/2014/main" id="{C90C3A01-E865-04B9-54D6-3EFDAB13B3C4}"/>
              </a:ext>
            </a:extLst>
          </p:cNvPr>
          <p:cNvCxnSpPr/>
          <p:nvPr/>
        </p:nvCxnSpPr>
        <p:spPr>
          <a:xfrm>
            <a:off x="1616348" y="3459976"/>
            <a:ext cx="9900000"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2210E14-76B2-AA3C-2B51-0426762F5C37}"/>
              </a:ext>
            </a:extLst>
          </p:cNvPr>
          <p:cNvSpPr txBox="1"/>
          <p:nvPr/>
        </p:nvSpPr>
        <p:spPr>
          <a:xfrm>
            <a:off x="5529286" y="3489802"/>
            <a:ext cx="1942175" cy="2639184"/>
          </a:xfrm>
          <a:prstGeom prst="rect">
            <a:avLst/>
          </a:prstGeom>
          <a:noFill/>
        </p:spPr>
        <p:txBody>
          <a:bodyPr wrap="square" rtlCol="0">
            <a:spAutoFit/>
          </a:bodyPr>
          <a:lstStyle/>
          <a:p>
            <a:pPr marL="182563" indent="-182563">
              <a:spcBef>
                <a:spcPts val="300"/>
              </a:spcBef>
              <a:spcAft>
                <a:spcPts val="300"/>
              </a:spcAft>
              <a:buFont typeface="+mj-lt"/>
              <a:buAutoNum type="arabicPeriod"/>
            </a:pPr>
            <a:r>
              <a:rPr lang="en-US" sz="1000" dirty="0">
                <a:solidFill>
                  <a:schemeClr val="accent1"/>
                </a:solidFill>
              </a:rPr>
              <a:t>Define success</a:t>
            </a:r>
          </a:p>
          <a:p>
            <a:pPr marL="182563" indent="-182563">
              <a:spcBef>
                <a:spcPts val="300"/>
              </a:spcBef>
              <a:spcAft>
                <a:spcPts val="300"/>
              </a:spcAft>
              <a:buFont typeface="+mj-lt"/>
              <a:buAutoNum type="arabicPeriod"/>
            </a:pPr>
            <a:r>
              <a:rPr lang="en-US" sz="1000" dirty="0">
                <a:solidFill>
                  <a:schemeClr val="accent1"/>
                </a:solidFill>
              </a:rPr>
              <a:t>Ideation constraints</a:t>
            </a:r>
          </a:p>
          <a:p>
            <a:pPr marL="182563" indent="-182563">
              <a:spcBef>
                <a:spcPts val="300"/>
              </a:spcBef>
              <a:spcAft>
                <a:spcPts val="300"/>
              </a:spcAft>
              <a:buFont typeface="+mj-lt"/>
              <a:buAutoNum type="arabicPeriod"/>
            </a:pPr>
            <a:r>
              <a:rPr lang="en-US" sz="1000" dirty="0">
                <a:solidFill>
                  <a:schemeClr val="accent1"/>
                </a:solidFill>
              </a:rPr>
              <a:t>“How might we” questions</a:t>
            </a:r>
          </a:p>
          <a:p>
            <a:pPr marL="182563" indent="-182563">
              <a:spcBef>
                <a:spcPts val="300"/>
              </a:spcBef>
              <a:spcAft>
                <a:spcPts val="300"/>
              </a:spcAft>
              <a:buFont typeface="+mj-lt"/>
              <a:buAutoNum type="arabicPeriod"/>
            </a:pPr>
            <a:r>
              <a:rPr lang="en-US" sz="1000" dirty="0">
                <a:solidFill>
                  <a:schemeClr val="accent1"/>
                </a:solidFill>
              </a:rPr>
              <a:t>Ideation workshop</a:t>
            </a:r>
          </a:p>
          <a:p>
            <a:pPr marL="182563" indent="-182563">
              <a:spcBef>
                <a:spcPts val="300"/>
              </a:spcBef>
              <a:spcAft>
                <a:spcPts val="300"/>
              </a:spcAft>
              <a:buFont typeface="+mj-lt"/>
              <a:buAutoNum type="arabicPeriod"/>
            </a:pPr>
            <a:r>
              <a:rPr lang="en-US" sz="1000" dirty="0">
                <a:solidFill>
                  <a:schemeClr val="accent1"/>
                </a:solidFill>
              </a:rPr>
              <a:t>Brainstorming</a:t>
            </a:r>
          </a:p>
          <a:p>
            <a:pPr marL="182563" indent="-182563">
              <a:spcBef>
                <a:spcPts val="300"/>
              </a:spcBef>
              <a:spcAft>
                <a:spcPts val="300"/>
              </a:spcAft>
              <a:buFont typeface="+mj-lt"/>
              <a:buAutoNum type="arabicPeriod"/>
            </a:pPr>
            <a:r>
              <a:rPr lang="en-US" sz="1000" dirty="0">
                <a:solidFill>
                  <a:schemeClr val="accent1"/>
                </a:solidFill>
              </a:rPr>
              <a:t>Mind mapping</a:t>
            </a:r>
          </a:p>
          <a:p>
            <a:pPr marL="182563" indent="-182563">
              <a:spcBef>
                <a:spcPts val="300"/>
              </a:spcBef>
              <a:spcAft>
                <a:spcPts val="300"/>
              </a:spcAft>
              <a:buFont typeface="+mj-lt"/>
              <a:buAutoNum type="arabicPeriod"/>
            </a:pPr>
            <a:r>
              <a:rPr lang="en-US" sz="1000" dirty="0">
                <a:solidFill>
                  <a:schemeClr val="accent1"/>
                </a:solidFill>
              </a:rPr>
              <a:t>Sketching</a:t>
            </a:r>
          </a:p>
          <a:p>
            <a:pPr marL="182563" indent="-182563">
              <a:spcBef>
                <a:spcPts val="300"/>
              </a:spcBef>
              <a:spcAft>
                <a:spcPts val="300"/>
              </a:spcAft>
              <a:buFont typeface="+mj-lt"/>
              <a:buAutoNum type="arabicPeriod"/>
            </a:pPr>
            <a:r>
              <a:rPr lang="en-US" sz="1000" dirty="0">
                <a:solidFill>
                  <a:schemeClr val="accent1"/>
                </a:solidFill>
              </a:rPr>
              <a:t>Crazy 8s</a:t>
            </a:r>
          </a:p>
          <a:p>
            <a:pPr marL="182563" indent="-182563">
              <a:spcBef>
                <a:spcPts val="300"/>
              </a:spcBef>
              <a:spcAft>
                <a:spcPts val="300"/>
              </a:spcAft>
              <a:buFont typeface="+mj-lt"/>
              <a:buAutoNum type="arabicPeriod"/>
            </a:pPr>
            <a:r>
              <a:rPr lang="en-US" sz="1000" dirty="0">
                <a:solidFill>
                  <a:schemeClr val="accent1"/>
                </a:solidFill>
              </a:rPr>
              <a:t>Design sprint</a:t>
            </a:r>
          </a:p>
          <a:p>
            <a:pPr marL="182563" indent="-182563">
              <a:spcBef>
                <a:spcPts val="300"/>
              </a:spcBef>
              <a:spcAft>
                <a:spcPts val="300"/>
              </a:spcAft>
              <a:buFont typeface="+mj-lt"/>
              <a:buAutoNum type="arabicPeriod"/>
            </a:pPr>
            <a:r>
              <a:rPr lang="en-US" sz="1000" dirty="0">
                <a:solidFill>
                  <a:schemeClr val="accent1"/>
                </a:solidFill>
              </a:rPr>
              <a:t>NABC</a:t>
            </a:r>
          </a:p>
          <a:p>
            <a:pPr marL="182563" indent="-182563">
              <a:spcBef>
                <a:spcPts val="300"/>
              </a:spcBef>
              <a:spcAft>
                <a:spcPts val="300"/>
              </a:spcAft>
              <a:buFont typeface="+mj-lt"/>
              <a:buAutoNum type="arabicPeriod"/>
            </a:pPr>
            <a:r>
              <a:rPr lang="en-US" sz="1000" dirty="0">
                <a:solidFill>
                  <a:schemeClr val="accent1"/>
                </a:solidFill>
              </a:rPr>
              <a:t>Idea evaluation</a:t>
            </a:r>
          </a:p>
        </p:txBody>
      </p:sp>
      <p:sp>
        <p:nvSpPr>
          <p:cNvPr id="59" name="TextBox 58">
            <a:extLst>
              <a:ext uri="{FF2B5EF4-FFF2-40B4-BE49-F238E27FC236}">
                <a16:creationId xmlns:a16="http://schemas.microsoft.com/office/drawing/2014/main" id="{56B18F24-1339-C8F8-7C42-3411B41EACE4}"/>
              </a:ext>
            </a:extLst>
          </p:cNvPr>
          <p:cNvSpPr txBox="1"/>
          <p:nvPr/>
        </p:nvSpPr>
        <p:spPr>
          <a:xfrm>
            <a:off x="7482891" y="3489802"/>
            <a:ext cx="1942175" cy="1862048"/>
          </a:xfrm>
          <a:prstGeom prst="rect">
            <a:avLst/>
          </a:prstGeom>
          <a:noFill/>
        </p:spPr>
        <p:txBody>
          <a:bodyPr wrap="square" rtlCol="0">
            <a:spAutoFit/>
          </a:bodyPr>
          <a:lstStyle/>
          <a:p>
            <a:pPr marL="182563" indent="-182563">
              <a:spcBef>
                <a:spcPts val="300"/>
              </a:spcBef>
              <a:spcAft>
                <a:spcPts val="300"/>
              </a:spcAft>
              <a:buFont typeface="+mj-lt"/>
              <a:buAutoNum type="arabicPeriod"/>
            </a:pPr>
            <a:r>
              <a:rPr lang="en-US" sz="1000" dirty="0">
                <a:solidFill>
                  <a:schemeClr val="accent1"/>
                </a:solidFill>
              </a:rPr>
              <a:t>Sketching</a:t>
            </a:r>
          </a:p>
          <a:p>
            <a:pPr marL="182563" indent="-182563">
              <a:spcBef>
                <a:spcPts val="300"/>
              </a:spcBef>
              <a:spcAft>
                <a:spcPts val="300"/>
              </a:spcAft>
              <a:buFont typeface="+mj-lt"/>
              <a:buAutoNum type="arabicPeriod"/>
            </a:pPr>
            <a:r>
              <a:rPr lang="en-US" sz="1000" dirty="0">
                <a:solidFill>
                  <a:schemeClr val="accent1"/>
                </a:solidFill>
              </a:rPr>
              <a:t>Storyboarding</a:t>
            </a:r>
          </a:p>
          <a:p>
            <a:pPr marL="182563" indent="-182563">
              <a:spcBef>
                <a:spcPts val="300"/>
              </a:spcBef>
              <a:spcAft>
                <a:spcPts val="300"/>
              </a:spcAft>
              <a:buFont typeface="+mj-lt"/>
              <a:buAutoNum type="arabicPeriod"/>
            </a:pPr>
            <a:r>
              <a:rPr lang="en-US" sz="1000" dirty="0">
                <a:solidFill>
                  <a:schemeClr val="accent1"/>
                </a:solidFill>
              </a:rPr>
              <a:t>Low-fidelity prototyping</a:t>
            </a:r>
          </a:p>
          <a:p>
            <a:pPr marL="182563" indent="-182563">
              <a:spcBef>
                <a:spcPts val="300"/>
              </a:spcBef>
              <a:spcAft>
                <a:spcPts val="300"/>
              </a:spcAft>
              <a:buFont typeface="+mj-lt"/>
              <a:buAutoNum type="arabicPeriod"/>
            </a:pPr>
            <a:r>
              <a:rPr lang="en-US" sz="1000" dirty="0">
                <a:solidFill>
                  <a:schemeClr val="accent1"/>
                </a:solidFill>
              </a:rPr>
              <a:t>Co-creation workshops</a:t>
            </a:r>
          </a:p>
          <a:p>
            <a:pPr marL="182563" indent="-182563">
              <a:spcBef>
                <a:spcPts val="300"/>
              </a:spcBef>
              <a:spcAft>
                <a:spcPts val="300"/>
              </a:spcAft>
              <a:buFont typeface="+mj-lt"/>
              <a:buAutoNum type="arabicPeriod"/>
            </a:pPr>
            <a:r>
              <a:rPr lang="en-US" sz="1000" dirty="0">
                <a:solidFill>
                  <a:schemeClr val="accent1"/>
                </a:solidFill>
              </a:rPr>
              <a:t>High-fidelity prototyping</a:t>
            </a:r>
          </a:p>
          <a:p>
            <a:pPr marL="182563" indent="-182563">
              <a:spcBef>
                <a:spcPts val="300"/>
              </a:spcBef>
              <a:spcAft>
                <a:spcPts val="300"/>
              </a:spcAft>
              <a:buFont typeface="+mj-lt"/>
              <a:buAutoNum type="arabicPeriod"/>
            </a:pPr>
            <a:r>
              <a:rPr lang="en-US" sz="1000" dirty="0">
                <a:solidFill>
                  <a:schemeClr val="accent1"/>
                </a:solidFill>
              </a:rPr>
              <a:t>Role-playing</a:t>
            </a:r>
          </a:p>
          <a:p>
            <a:pPr marL="182563" indent="-182563">
              <a:spcBef>
                <a:spcPts val="300"/>
              </a:spcBef>
              <a:spcAft>
                <a:spcPts val="300"/>
              </a:spcAft>
              <a:buFont typeface="+mj-lt"/>
              <a:buAutoNum type="arabicPeriod"/>
            </a:pPr>
            <a:r>
              <a:rPr lang="en-US" sz="1000" dirty="0">
                <a:solidFill>
                  <a:schemeClr val="accent1"/>
                </a:solidFill>
              </a:rPr>
              <a:t>Proof of concept</a:t>
            </a:r>
          </a:p>
          <a:p>
            <a:pPr marL="182563" indent="-182563">
              <a:spcBef>
                <a:spcPts val="300"/>
              </a:spcBef>
              <a:spcAft>
                <a:spcPts val="300"/>
              </a:spcAft>
              <a:buFont typeface="+mj-lt"/>
              <a:buAutoNum type="arabicPeriod"/>
            </a:pPr>
            <a:r>
              <a:rPr lang="en-US" sz="1000" dirty="0">
                <a:solidFill>
                  <a:schemeClr val="accent1"/>
                </a:solidFill>
              </a:rPr>
              <a:t>Minimum viable product</a:t>
            </a:r>
          </a:p>
        </p:txBody>
      </p:sp>
      <p:sp>
        <p:nvSpPr>
          <p:cNvPr id="60" name="TextBox 59">
            <a:extLst>
              <a:ext uri="{FF2B5EF4-FFF2-40B4-BE49-F238E27FC236}">
                <a16:creationId xmlns:a16="http://schemas.microsoft.com/office/drawing/2014/main" id="{12518BD0-203B-C87C-492D-491DBFA34A72}"/>
              </a:ext>
            </a:extLst>
          </p:cNvPr>
          <p:cNvSpPr txBox="1"/>
          <p:nvPr/>
        </p:nvSpPr>
        <p:spPr>
          <a:xfrm>
            <a:off x="9570277" y="3489802"/>
            <a:ext cx="1942175" cy="2092881"/>
          </a:xfrm>
          <a:prstGeom prst="rect">
            <a:avLst/>
          </a:prstGeom>
          <a:noFill/>
        </p:spPr>
        <p:txBody>
          <a:bodyPr wrap="square" rtlCol="0">
            <a:spAutoFit/>
          </a:bodyPr>
          <a:lstStyle/>
          <a:p>
            <a:pPr marL="182563" indent="-182563">
              <a:spcBef>
                <a:spcPts val="300"/>
              </a:spcBef>
              <a:spcAft>
                <a:spcPts val="300"/>
              </a:spcAft>
              <a:buFont typeface="+mj-lt"/>
              <a:buAutoNum type="arabicPeriod"/>
            </a:pPr>
            <a:r>
              <a:rPr lang="en-US" sz="1000" dirty="0">
                <a:solidFill>
                  <a:schemeClr val="accent1"/>
                </a:solidFill>
              </a:rPr>
              <a:t>Testing sheet</a:t>
            </a:r>
          </a:p>
          <a:p>
            <a:pPr marL="182563" indent="-182563">
              <a:spcBef>
                <a:spcPts val="300"/>
              </a:spcBef>
              <a:spcAft>
                <a:spcPts val="300"/>
              </a:spcAft>
              <a:buFont typeface="+mj-lt"/>
              <a:buAutoNum type="arabicPeriod"/>
            </a:pPr>
            <a:r>
              <a:rPr lang="en-US" sz="1000" dirty="0">
                <a:solidFill>
                  <a:schemeClr val="accent1"/>
                </a:solidFill>
              </a:rPr>
              <a:t>Heuristic evaluation</a:t>
            </a:r>
          </a:p>
          <a:p>
            <a:pPr marL="182563" indent="-182563">
              <a:spcBef>
                <a:spcPts val="300"/>
              </a:spcBef>
              <a:spcAft>
                <a:spcPts val="300"/>
              </a:spcAft>
              <a:buFont typeface="+mj-lt"/>
              <a:buAutoNum type="arabicPeriod"/>
            </a:pPr>
            <a:r>
              <a:rPr lang="en-US" sz="1000" dirty="0">
                <a:solidFill>
                  <a:schemeClr val="accent1"/>
                </a:solidFill>
              </a:rPr>
              <a:t>Usability testing</a:t>
            </a:r>
          </a:p>
          <a:p>
            <a:pPr marL="182563" indent="-182563">
              <a:spcBef>
                <a:spcPts val="300"/>
              </a:spcBef>
              <a:spcAft>
                <a:spcPts val="300"/>
              </a:spcAft>
              <a:buFont typeface="+mj-lt"/>
              <a:buAutoNum type="arabicPeriod"/>
            </a:pPr>
            <a:r>
              <a:rPr lang="en-US" sz="1000" dirty="0">
                <a:solidFill>
                  <a:schemeClr val="accent1"/>
                </a:solidFill>
              </a:rPr>
              <a:t>Accessibility testing</a:t>
            </a:r>
          </a:p>
          <a:p>
            <a:pPr marL="182563" indent="-182563">
              <a:spcBef>
                <a:spcPts val="300"/>
              </a:spcBef>
              <a:spcAft>
                <a:spcPts val="300"/>
              </a:spcAft>
              <a:buFont typeface="+mj-lt"/>
              <a:buAutoNum type="arabicPeriod"/>
            </a:pPr>
            <a:r>
              <a:rPr lang="en-US" sz="1000" dirty="0">
                <a:solidFill>
                  <a:schemeClr val="accent1"/>
                </a:solidFill>
              </a:rPr>
              <a:t>A/B testing</a:t>
            </a:r>
          </a:p>
          <a:p>
            <a:pPr marL="182563" indent="-182563">
              <a:spcBef>
                <a:spcPts val="300"/>
              </a:spcBef>
              <a:spcAft>
                <a:spcPts val="300"/>
              </a:spcAft>
              <a:buFont typeface="+mj-lt"/>
              <a:buAutoNum type="arabicPeriod"/>
            </a:pPr>
            <a:r>
              <a:rPr lang="en-US" sz="1000" dirty="0">
                <a:solidFill>
                  <a:schemeClr val="accent1"/>
                </a:solidFill>
              </a:rPr>
              <a:t>Eye tracking</a:t>
            </a:r>
          </a:p>
          <a:p>
            <a:pPr marL="182563" indent="-182563">
              <a:spcBef>
                <a:spcPts val="300"/>
              </a:spcBef>
              <a:spcAft>
                <a:spcPts val="300"/>
              </a:spcAft>
              <a:buFont typeface="+mj-lt"/>
              <a:buAutoNum type="arabicPeriod"/>
            </a:pPr>
            <a:r>
              <a:rPr lang="en-US" sz="1000" dirty="0">
                <a:solidFill>
                  <a:schemeClr val="accent1"/>
                </a:solidFill>
              </a:rPr>
              <a:t>Heatmaps</a:t>
            </a:r>
          </a:p>
          <a:p>
            <a:pPr marL="182563" indent="-182563">
              <a:spcBef>
                <a:spcPts val="300"/>
              </a:spcBef>
              <a:spcAft>
                <a:spcPts val="300"/>
              </a:spcAft>
              <a:buFont typeface="+mj-lt"/>
              <a:buAutoNum type="arabicPeriod"/>
            </a:pPr>
            <a:r>
              <a:rPr lang="en-US" sz="1000" dirty="0">
                <a:solidFill>
                  <a:schemeClr val="accent1"/>
                </a:solidFill>
              </a:rPr>
              <a:t>Performance testing</a:t>
            </a:r>
          </a:p>
          <a:p>
            <a:pPr marL="182563" indent="-182563">
              <a:spcBef>
                <a:spcPts val="300"/>
              </a:spcBef>
              <a:spcAft>
                <a:spcPts val="300"/>
              </a:spcAft>
              <a:buFont typeface="+mj-lt"/>
              <a:buAutoNum type="arabicPeriod"/>
            </a:pPr>
            <a:r>
              <a:rPr lang="en-US" sz="1000" dirty="0">
                <a:solidFill>
                  <a:schemeClr val="accent1"/>
                </a:solidFill>
              </a:rPr>
              <a:t>Feedback capture grid</a:t>
            </a:r>
          </a:p>
        </p:txBody>
      </p:sp>
      <p:sp>
        <p:nvSpPr>
          <p:cNvPr id="61" name="Rectangle: Rounded Corners 60">
            <a:extLst>
              <a:ext uri="{FF2B5EF4-FFF2-40B4-BE49-F238E27FC236}">
                <a16:creationId xmlns:a16="http://schemas.microsoft.com/office/drawing/2014/main" id="{C6F47441-3093-8D38-7325-D0F6417DAC52}"/>
              </a:ext>
            </a:extLst>
          </p:cNvPr>
          <p:cNvSpPr/>
          <p:nvPr/>
        </p:nvSpPr>
        <p:spPr>
          <a:xfrm>
            <a:off x="572231" y="1019270"/>
            <a:ext cx="11052000" cy="918000"/>
          </a:xfrm>
          <a:prstGeom prst="roundRect">
            <a:avLst>
              <a:gd name="adj" fmla="val 338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bg1">
                    <a:lumMod val="95000"/>
                  </a:schemeClr>
                </a:solidFill>
              </a:rPr>
              <a:t>I. Customer Experience Strategy</a:t>
            </a:r>
            <a:endParaRPr lang="en-US" sz="1300" b="1" dirty="0">
              <a:solidFill>
                <a:schemeClr val="bg1">
                  <a:lumMod val="95000"/>
                </a:schemeClr>
              </a:solidFill>
            </a:endParaRPr>
          </a:p>
        </p:txBody>
      </p:sp>
      <p:sp>
        <p:nvSpPr>
          <p:cNvPr id="62" name="Rectangle: Rounded Corners 61">
            <a:extLst>
              <a:ext uri="{FF2B5EF4-FFF2-40B4-BE49-F238E27FC236}">
                <a16:creationId xmlns:a16="http://schemas.microsoft.com/office/drawing/2014/main" id="{FA8FA6D4-48FC-DD6C-B1AB-EDA9BFCC1D67}"/>
              </a:ext>
            </a:extLst>
          </p:cNvPr>
          <p:cNvSpPr/>
          <p:nvPr/>
        </p:nvSpPr>
        <p:spPr>
          <a:xfrm>
            <a:off x="605490" y="1331157"/>
            <a:ext cx="1332000" cy="575276"/>
          </a:xfrm>
          <a:prstGeom prst="roundRect">
            <a:avLst>
              <a:gd name="adj" fmla="val 5121"/>
            </a:avLst>
          </a:prstGeom>
          <a:solidFill>
            <a:srgbClr val="EBF1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180000" rIns="36000" bIns="180000" rtlCol="0" anchor="ctr"/>
          <a:lstStyle/>
          <a:p>
            <a:pPr algn="ctr"/>
            <a:r>
              <a:rPr lang="en-US" sz="980" b="1" dirty="0">
                <a:solidFill>
                  <a:schemeClr val="tx1"/>
                </a:solidFill>
              </a:rPr>
              <a:t>Summary of the Corporate &amp; Business Strategy</a:t>
            </a:r>
          </a:p>
        </p:txBody>
      </p:sp>
      <p:sp>
        <p:nvSpPr>
          <p:cNvPr id="63" name="Rectangle: Rounded Corners 62">
            <a:extLst>
              <a:ext uri="{FF2B5EF4-FFF2-40B4-BE49-F238E27FC236}">
                <a16:creationId xmlns:a16="http://schemas.microsoft.com/office/drawing/2014/main" id="{C1F8A329-2EF4-B4C9-B80B-78AAB98AA8B1}"/>
              </a:ext>
            </a:extLst>
          </p:cNvPr>
          <p:cNvSpPr/>
          <p:nvPr/>
        </p:nvSpPr>
        <p:spPr>
          <a:xfrm>
            <a:off x="1986969" y="1331157"/>
            <a:ext cx="1332000" cy="575276"/>
          </a:xfrm>
          <a:prstGeom prst="roundRect">
            <a:avLst>
              <a:gd name="adj" fmla="val 7686"/>
            </a:avLst>
          </a:prstGeom>
          <a:solidFill>
            <a:srgbClr val="EBF1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180000" rIns="36000" bIns="180000" rtlCol="0" anchor="ctr"/>
          <a:lstStyle/>
          <a:p>
            <a:pPr algn="ctr"/>
            <a:r>
              <a:rPr lang="en-US" sz="980" b="1" dirty="0">
                <a:solidFill>
                  <a:schemeClr val="tx1"/>
                </a:solidFill>
              </a:rPr>
              <a:t>Customer Experience Maturity Levels</a:t>
            </a:r>
          </a:p>
        </p:txBody>
      </p:sp>
      <p:sp>
        <p:nvSpPr>
          <p:cNvPr id="64" name="Rectangle: Rounded Corners 63">
            <a:extLst>
              <a:ext uri="{FF2B5EF4-FFF2-40B4-BE49-F238E27FC236}">
                <a16:creationId xmlns:a16="http://schemas.microsoft.com/office/drawing/2014/main" id="{C5F51796-565B-F104-5EF0-7EB3714FB8CF}"/>
              </a:ext>
            </a:extLst>
          </p:cNvPr>
          <p:cNvSpPr/>
          <p:nvPr/>
        </p:nvSpPr>
        <p:spPr>
          <a:xfrm>
            <a:off x="3368448" y="1331156"/>
            <a:ext cx="1332000" cy="575276"/>
          </a:xfrm>
          <a:prstGeom prst="roundRect">
            <a:avLst>
              <a:gd name="adj" fmla="val 11535"/>
            </a:avLst>
          </a:prstGeom>
          <a:solidFill>
            <a:srgbClr val="EBF1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180000" rIns="36000" bIns="180000" rtlCol="0" anchor="ctr"/>
          <a:lstStyle/>
          <a:p>
            <a:pPr algn="ctr"/>
            <a:r>
              <a:rPr lang="en-US" sz="980" b="1" dirty="0">
                <a:solidFill>
                  <a:schemeClr val="tx1"/>
                </a:solidFill>
              </a:rPr>
              <a:t>Customer Experience Vision, Mission &amp; Values</a:t>
            </a:r>
          </a:p>
        </p:txBody>
      </p:sp>
      <p:sp>
        <p:nvSpPr>
          <p:cNvPr id="65" name="Rectangle: Rounded Corners 64">
            <a:extLst>
              <a:ext uri="{FF2B5EF4-FFF2-40B4-BE49-F238E27FC236}">
                <a16:creationId xmlns:a16="http://schemas.microsoft.com/office/drawing/2014/main" id="{BB55BE04-0C79-1E1B-8163-A42F639DBE9E}"/>
              </a:ext>
            </a:extLst>
          </p:cNvPr>
          <p:cNvSpPr/>
          <p:nvPr/>
        </p:nvSpPr>
        <p:spPr>
          <a:xfrm>
            <a:off x="4749927" y="1331156"/>
            <a:ext cx="1332000" cy="575276"/>
          </a:xfrm>
          <a:prstGeom prst="roundRect">
            <a:avLst>
              <a:gd name="adj" fmla="val 11535"/>
            </a:avLst>
          </a:prstGeom>
          <a:solidFill>
            <a:srgbClr val="EBF1FF"/>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bIns="180000" rtlCol="0" anchor="ctr"/>
          <a:lstStyle/>
          <a:p>
            <a:pPr algn="ctr"/>
            <a:r>
              <a:rPr lang="en-US" sz="980" b="1" dirty="0">
                <a:solidFill>
                  <a:schemeClr val="tx1"/>
                </a:solidFill>
              </a:rPr>
              <a:t>Strategic Objectives &amp; KPIs to reach our Vision</a:t>
            </a:r>
          </a:p>
        </p:txBody>
      </p:sp>
      <p:sp>
        <p:nvSpPr>
          <p:cNvPr id="66" name="Rectangle: Rounded Corners 65">
            <a:extLst>
              <a:ext uri="{FF2B5EF4-FFF2-40B4-BE49-F238E27FC236}">
                <a16:creationId xmlns:a16="http://schemas.microsoft.com/office/drawing/2014/main" id="{F6C67279-8B45-C118-36E0-B9B0542A9712}"/>
              </a:ext>
            </a:extLst>
          </p:cNvPr>
          <p:cNvSpPr/>
          <p:nvPr/>
        </p:nvSpPr>
        <p:spPr>
          <a:xfrm>
            <a:off x="6131406" y="1331156"/>
            <a:ext cx="1332000" cy="575276"/>
          </a:xfrm>
          <a:prstGeom prst="roundRect">
            <a:avLst>
              <a:gd name="adj" fmla="val 11535"/>
            </a:avLst>
          </a:prstGeom>
          <a:solidFill>
            <a:srgbClr val="EBF1FF"/>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bIns="180000" rtlCol="0" anchor="ctr"/>
          <a:lstStyle/>
          <a:p>
            <a:pPr algn="ctr"/>
            <a:r>
              <a:rPr lang="en-US" sz="980" b="1" dirty="0">
                <a:solidFill>
                  <a:schemeClr val="tx1"/>
                </a:solidFill>
              </a:rPr>
              <a:t>Customer Experience Team &amp; Budget</a:t>
            </a:r>
          </a:p>
        </p:txBody>
      </p:sp>
      <p:sp>
        <p:nvSpPr>
          <p:cNvPr id="67" name="Rectangle: Rounded Corners 66">
            <a:extLst>
              <a:ext uri="{FF2B5EF4-FFF2-40B4-BE49-F238E27FC236}">
                <a16:creationId xmlns:a16="http://schemas.microsoft.com/office/drawing/2014/main" id="{D77337A7-2B6C-B4AE-D815-144461942D30}"/>
              </a:ext>
            </a:extLst>
          </p:cNvPr>
          <p:cNvSpPr/>
          <p:nvPr/>
        </p:nvSpPr>
        <p:spPr>
          <a:xfrm>
            <a:off x="8894364" y="1331156"/>
            <a:ext cx="1332000" cy="575276"/>
          </a:xfrm>
          <a:prstGeom prst="roundRect">
            <a:avLst>
              <a:gd name="adj" fmla="val 11535"/>
            </a:avLst>
          </a:prstGeom>
          <a:solidFill>
            <a:srgbClr val="EBF1FF"/>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bIns="180000" rtlCol="0" anchor="ctr"/>
          <a:lstStyle/>
          <a:p>
            <a:pPr algn="ctr"/>
            <a:r>
              <a:rPr lang="en-US" sz="980" b="1" kern="0" dirty="0">
                <a:solidFill>
                  <a:schemeClr val="tx1"/>
                </a:solidFill>
              </a:rPr>
              <a:t>List of Initiatives and Business Cases</a:t>
            </a:r>
            <a:endParaRPr lang="en-US" sz="980" b="1" dirty="0">
              <a:solidFill>
                <a:schemeClr val="tx1"/>
              </a:solidFill>
            </a:endParaRPr>
          </a:p>
        </p:txBody>
      </p:sp>
      <p:sp>
        <p:nvSpPr>
          <p:cNvPr id="68" name="Rectangle: Rounded Corners 67">
            <a:extLst>
              <a:ext uri="{FF2B5EF4-FFF2-40B4-BE49-F238E27FC236}">
                <a16:creationId xmlns:a16="http://schemas.microsoft.com/office/drawing/2014/main" id="{83500437-CA78-963C-E514-AD6ECDE414C8}"/>
              </a:ext>
            </a:extLst>
          </p:cNvPr>
          <p:cNvSpPr/>
          <p:nvPr/>
        </p:nvSpPr>
        <p:spPr>
          <a:xfrm>
            <a:off x="7512885" y="1331156"/>
            <a:ext cx="1332000" cy="575276"/>
          </a:xfrm>
          <a:prstGeom prst="roundRect">
            <a:avLst>
              <a:gd name="adj" fmla="val 11535"/>
            </a:avLst>
          </a:prstGeom>
          <a:solidFill>
            <a:srgbClr val="EBF1FF"/>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bIns="180000" rtlCol="0" anchor="ctr"/>
          <a:lstStyle/>
          <a:p>
            <a:pPr algn="ctr"/>
            <a:r>
              <a:rPr lang="en-US" sz="980" b="1" kern="0" dirty="0">
                <a:solidFill>
                  <a:schemeClr val="tx1"/>
                </a:solidFill>
              </a:rPr>
              <a:t>Customer Segments &amp; Customer Journeys</a:t>
            </a:r>
            <a:endParaRPr lang="en-US" sz="980" b="1" dirty="0">
              <a:solidFill>
                <a:schemeClr val="tx1"/>
              </a:solidFill>
            </a:endParaRPr>
          </a:p>
        </p:txBody>
      </p:sp>
      <p:sp>
        <p:nvSpPr>
          <p:cNvPr id="69" name="TextBox 68">
            <a:extLst>
              <a:ext uri="{FF2B5EF4-FFF2-40B4-BE49-F238E27FC236}">
                <a16:creationId xmlns:a16="http://schemas.microsoft.com/office/drawing/2014/main" id="{59CB01D1-8700-26BA-04F8-0A8A57EA1CF3}"/>
              </a:ext>
            </a:extLst>
          </p:cNvPr>
          <p:cNvSpPr txBox="1"/>
          <p:nvPr/>
        </p:nvSpPr>
        <p:spPr>
          <a:xfrm>
            <a:off x="1616349" y="3489802"/>
            <a:ext cx="2062202" cy="3118803"/>
          </a:xfrm>
          <a:prstGeom prst="rect">
            <a:avLst/>
          </a:prstGeom>
          <a:noFill/>
        </p:spPr>
        <p:txBody>
          <a:bodyPr wrap="square" rtlCol="0">
            <a:spAutoFit/>
          </a:bodyPr>
          <a:lstStyle/>
          <a:p>
            <a:pPr marL="182563" indent="-182563">
              <a:spcBef>
                <a:spcPts val="200"/>
              </a:spcBef>
              <a:spcAft>
                <a:spcPts val="200"/>
              </a:spcAft>
              <a:buFont typeface="+mj-lt"/>
              <a:buAutoNum type="arabicPeriod"/>
            </a:pPr>
            <a:r>
              <a:rPr lang="en-US" sz="1000" dirty="0"/>
              <a:t>Project canvas</a:t>
            </a:r>
          </a:p>
          <a:p>
            <a:pPr marL="182563" indent="-182563">
              <a:spcBef>
                <a:spcPts val="200"/>
              </a:spcBef>
              <a:spcAft>
                <a:spcPts val="200"/>
              </a:spcAft>
              <a:buFont typeface="+mj-lt"/>
              <a:buAutoNum type="arabicPeriod"/>
            </a:pPr>
            <a:r>
              <a:rPr lang="en-US" sz="1000" dirty="0">
                <a:solidFill>
                  <a:schemeClr val="accent1"/>
                </a:solidFill>
              </a:rPr>
              <a:t>Stakeholder management</a:t>
            </a:r>
          </a:p>
          <a:p>
            <a:pPr marL="182563" indent="-182563">
              <a:spcBef>
                <a:spcPts val="200"/>
              </a:spcBef>
              <a:spcAft>
                <a:spcPts val="200"/>
              </a:spcAft>
              <a:buFont typeface="+mj-lt"/>
              <a:buAutoNum type="arabicPeriod"/>
            </a:pPr>
            <a:r>
              <a:rPr lang="en-US" sz="1000" dirty="0">
                <a:solidFill>
                  <a:schemeClr val="accent1"/>
                </a:solidFill>
              </a:rPr>
              <a:t>Research plan</a:t>
            </a:r>
          </a:p>
          <a:p>
            <a:pPr marL="182563" indent="-182563">
              <a:spcBef>
                <a:spcPts val="200"/>
              </a:spcBef>
              <a:spcAft>
                <a:spcPts val="200"/>
              </a:spcAft>
              <a:buFont typeface="+mj-lt"/>
              <a:buAutoNum type="arabicPeriod"/>
            </a:pPr>
            <a:r>
              <a:rPr lang="en-US" sz="1000" dirty="0">
                <a:solidFill>
                  <a:schemeClr val="accent1"/>
                </a:solidFill>
              </a:rPr>
              <a:t>Desktop research</a:t>
            </a:r>
          </a:p>
          <a:p>
            <a:pPr marL="182563" indent="-182563">
              <a:spcBef>
                <a:spcPts val="200"/>
              </a:spcBef>
              <a:spcAft>
                <a:spcPts val="200"/>
              </a:spcAft>
              <a:buFont typeface="+mj-lt"/>
              <a:buAutoNum type="arabicPeriod"/>
            </a:pPr>
            <a:r>
              <a:rPr lang="en-US" sz="1000" dirty="0">
                <a:solidFill>
                  <a:schemeClr val="accent1"/>
                </a:solidFill>
              </a:rPr>
              <a:t>User interviews</a:t>
            </a:r>
          </a:p>
          <a:p>
            <a:pPr marL="182563" indent="-182563">
              <a:spcBef>
                <a:spcPts val="200"/>
              </a:spcBef>
              <a:spcAft>
                <a:spcPts val="200"/>
              </a:spcAft>
              <a:buFont typeface="+mj-lt"/>
              <a:buAutoNum type="arabicPeriod"/>
            </a:pPr>
            <a:r>
              <a:rPr lang="en-US" sz="1000" dirty="0">
                <a:solidFill>
                  <a:schemeClr val="accent1"/>
                </a:solidFill>
              </a:rPr>
              <a:t>Focus groups</a:t>
            </a:r>
          </a:p>
          <a:p>
            <a:pPr marL="182563" indent="-182563">
              <a:spcBef>
                <a:spcPts val="200"/>
              </a:spcBef>
              <a:spcAft>
                <a:spcPts val="200"/>
              </a:spcAft>
              <a:buFont typeface="+mj-lt"/>
              <a:buAutoNum type="arabicPeriod"/>
            </a:pPr>
            <a:r>
              <a:rPr lang="en-US" sz="1000" dirty="0">
                <a:solidFill>
                  <a:schemeClr val="accent1"/>
                </a:solidFill>
              </a:rPr>
              <a:t>Shadowing</a:t>
            </a:r>
          </a:p>
          <a:p>
            <a:pPr marL="182563" indent="-182563">
              <a:spcBef>
                <a:spcPts val="200"/>
              </a:spcBef>
              <a:spcAft>
                <a:spcPts val="200"/>
              </a:spcAft>
              <a:buFont typeface="+mj-lt"/>
              <a:buAutoNum type="arabicPeriod"/>
            </a:pPr>
            <a:r>
              <a:rPr lang="en-US" sz="1000" dirty="0">
                <a:solidFill>
                  <a:schemeClr val="accent1"/>
                </a:solidFill>
              </a:rPr>
              <a:t>DILO (day in the life of)</a:t>
            </a:r>
          </a:p>
          <a:p>
            <a:pPr marL="182563" indent="-182563">
              <a:spcBef>
                <a:spcPts val="200"/>
              </a:spcBef>
              <a:spcAft>
                <a:spcPts val="200"/>
              </a:spcAft>
              <a:buFont typeface="+mj-lt"/>
              <a:buAutoNum type="arabicPeriod"/>
            </a:pPr>
            <a:r>
              <a:rPr lang="en-US" sz="1000" dirty="0">
                <a:solidFill>
                  <a:schemeClr val="accent1"/>
                </a:solidFill>
              </a:rPr>
              <a:t>Contextual inquiry</a:t>
            </a:r>
          </a:p>
          <a:p>
            <a:pPr marL="182563" indent="-182563">
              <a:spcBef>
                <a:spcPts val="200"/>
              </a:spcBef>
              <a:spcAft>
                <a:spcPts val="200"/>
              </a:spcAft>
              <a:buFont typeface="+mj-lt"/>
              <a:buAutoNum type="arabicPeriod"/>
            </a:pPr>
            <a:r>
              <a:rPr lang="en-US" sz="1000" dirty="0">
                <a:solidFill>
                  <a:schemeClr val="accent1"/>
                </a:solidFill>
              </a:rPr>
              <a:t>Diary study</a:t>
            </a:r>
          </a:p>
          <a:p>
            <a:pPr marL="182563" indent="-182563">
              <a:spcBef>
                <a:spcPts val="200"/>
              </a:spcBef>
              <a:spcAft>
                <a:spcPts val="200"/>
              </a:spcAft>
              <a:buFont typeface="+mj-lt"/>
              <a:buAutoNum type="arabicPeriod"/>
            </a:pPr>
            <a:r>
              <a:rPr lang="en-US" sz="1000" dirty="0">
                <a:solidFill>
                  <a:schemeClr val="accent1"/>
                </a:solidFill>
              </a:rPr>
              <a:t>Ethnographic research</a:t>
            </a:r>
          </a:p>
          <a:p>
            <a:pPr marL="182563" indent="-182563">
              <a:spcBef>
                <a:spcPts val="200"/>
              </a:spcBef>
              <a:spcAft>
                <a:spcPts val="200"/>
              </a:spcAft>
              <a:buFont typeface="+mj-lt"/>
              <a:buAutoNum type="arabicPeriod"/>
            </a:pPr>
            <a:r>
              <a:rPr lang="en-US" sz="1000" dirty="0">
                <a:solidFill>
                  <a:schemeClr val="accent1"/>
                </a:solidFill>
              </a:rPr>
              <a:t>Emotional response cards</a:t>
            </a:r>
          </a:p>
          <a:p>
            <a:pPr marL="182563" indent="-182563">
              <a:spcBef>
                <a:spcPts val="200"/>
              </a:spcBef>
              <a:spcAft>
                <a:spcPts val="200"/>
              </a:spcAft>
              <a:buFont typeface="+mj-lt"/>
              <a:buAutoNum type="arabicPeriod"/>
            </a:pPr>
            <a:r>
              <a:rPr lang="en-US" sz="1000" dirty="0">
                <a:solidFill>
                  <a:schemeClr val="accent1"/>
                </a:solidFill>
              </a:rPr>
              <a:t>Surveys</a:t>
            </a:r>
          </a:p>
          <a:p>
            <a:pPr marL="182563" indent="-182563">
              <a:spcBef>
                <a:spcPts val="200"/>
              </a:spcBef>
              <a:spcAft>
                <a:spcPts val="200"/>
              </a:spcAft>
              <a:buFont typeface="+mj-lt"/>
              <a:buAutoNum type="arabicPeriod"/>
            </a:pPr>
            <a:r>
              <a:rPr lang="en-US" sz="1000" dirty="0">
                <a:solidFill>
                  <a:schemeClr val="accent1"/>
                </a:solidFill>
              </a:rPr>
              <a:t>Expert interviews</a:t>
            </a:r>
          </a:p>
          <a:p>
            <a:pPr marL="182563" indent="-182563">
              <a:spcBef>
                <a:spcPts val="200"/>
              </a:spcBef>
              <a:spcAft>
                <a:spcPts val="200"/>
              </a:spcAft>
              <a:buFont typeface="+mj-lt"/>
              <a:buAutoNum type="arabicPeriod"/>
            </a:pPr>
            <a:r>
              <a:rPr lang="en-US" sz="1000" dirty="0">
                <a:solidFill>
                  <a:schemeClr val="accent1"/>
                </a:solidFill>
              </a:rPr>
              <a:t>Service safari</a:t>
            </a:r>
          </a:p>
        </p:txBody>
      </p:sp>
      <p:sp>
        <p:nvSpPr>
          <p:cNvPr id="3" name="Footer Placeholder 2">
            <a:extLst>
              <a:ext uri="{FF2B5EF4-FFF2-40B4-BE49-F238E27FC236}">
                <a16:creationId xmlns:a16="http://schemas.microsoft.com/office/drawing/2014/main" id="{DA661803-394D-5EC3-3D7E-CBB704419693}"/>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6B6007F2-EA16-922F-81A6-51E8BFAB569C}"/>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
        <p:nvSpPr>
          <p:cNvPr id="2" name="Rectangle: Rounded Corners 1">
            <a:extLst>
              <a:ext uri="{FF2B5EF4-FFF2-40B4-BE49-F238E27FC236}">
                <a16:creationId xmlns:a16="http://schemas.microsoft.com/office/drawing/2014/main" id="{A5A32BA7-0922-EA2F-60D6-611EEF8893CE}"/>
              </a:ext>
            </a:extLst>
          </p:cNvPr>
          <p:cNvSpPr/>
          <p:nvPr/>
        </p:nvSpPr>
        <p:spPr>
          <a:xfrm>
            <a:off x="10275844" y="1331156"/>
            <a:ext cx="1332000" cy="575276"/>
          </a:xfrm>
          <a:prstGeom prst="roundRect">
            <a:avLst>
              <a:gd name="adj" fmla="val 11535"/>
            </a:avLst>
          </a:prstGeom>
          <a:solidFill>
            <a:srgbClr val="EBF1FF"/>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bIns="180000" rtlCol="0" anchor="ctr"/>
          <a:lstStyle/>
          <a:p>
            <a:pPr algn="ctr"/>
            <a:r>
              <a:rPr lang="en-US" sz="980" b="1" kern="0" dirty="0">
                <a:solidFill>
                  <a:schemeClr val="tx1"/>
                </a:solidFill>
              </a:rPr>
              <a:t>Initiative Prioritization &amp; Business Roadmap</a:t>
            </a:r>
            <a:endParaRPr lang="en-US" sz="980" b="1" dirty="0">
              <a:solidFill>
                <a:schemeClr val="tx1"/>
              </a:solidFill>
            </a:endParaRPr>
          </a:p>
        </p:txBody>
      </p:sp>
    </p:spTree>
    <p:extLst>
      <p:ext uri="{BB962C8B-B14F-4D97-AF65-F5344CB8AC3E}">
        <p14:creationId xmlns:p14="http://schemas.microsoft.com/office/powerpoint/2010/main" val="105918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1178835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section “I. Customer Experience Strategy”</a:t>
            </a:r>
            <a:endParaRPr lang="en-US" b="0" dirty="0"/>
          </a:p>
        </p:txBody>
      </p:sp>
      <p:sp>
        <p:nvSpPr>
          <p:cNvPr id="5" name="Rectangle: Rounded Corners 4">
            <a:extLst>
              <a:ext uri="{FF2B5EF4-FFF2-40B4-BE49-F238E27FC236}">
                <a16:creationId xmlns:a16="http://schemas.microsoft.com/office/drawing/2014/main" id="{8924C5F6-1D8A-8E99-2720-275DA52A7360}"/>
              </a:ext>
            </a:extLst>
          </p:cNvPr>
          <p:cNvSpPr/>
          <p:nvPr/>
        </p:nvSpPr>
        <p:spPr>
          <a:xfrm>
            <a:off x="9983973" y="365125"/>
            <a:ext cx="1589542" cy="336623"/>
          </a:xfrm>
          <a:prstGeom prst="roundRect">
            <a:avLst>
              <a:gd name="adj" fmla="val 3387"/>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00" b="1" dirty="0">
              <a:solidFill>
                <a:schemeClr val="bg1">
                  <a:lumMod val="95000"/>
                </a:schemeClr>
              </a:solidFill>
            </a:endParaRPr>
          </a:p>
        </p:txBody>
      </p:sp>
      <p:sp>
        <p:nvSpPr>
          <p:cNvPr id="7" name="Rectangle: Rounded Corners 6">
            <a:extLst>
              <a:ext uri="{FF2B5EF4-FFF2-40B4-BE49-F238E27FC236}">
                <a16:creationId xmlns:a16="http://schemas.microsoft.com/office/drawing/2014/main" id="{D3FC1E3D-C908-002F-C5AF-792FDB6F9D16}"/>
              </a:ext>
            </a:extLst>
          </p:cNvPr>
          <p:cNvSpPr/>
          <p:nvPr/>
        </p:nvSpPr>
        <p:spPr>
          <a:xfrm>
            <a:off x="9983973" y="737669"/>
            <a:ext cx="1589542" cy="694885"/>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00" b="1" dirty="0">
              <a:solidFill>
                <a:schemeClr val="bg1">
                  <a:lumMod val="95000"/>
                </a:schemeClr>
              </a:solidFill>
            </a:endParaRPr>
          </a:p>
        </p:txBody>
      </p:sp>
      <p:sp>
        <p:nvSpPr>
          <p:cNvPr id="8" name="Chevron 17">
            <a:extLst>
              <a:ext uri="{FF2B5EF4-FFF2-40B4-BE49-F238E27FC236}">
                <a16:creationId xmlns:a16="http://schemas.microsoft.com/office/drawing/2014/main" id="{F2390B66-50AD-405B-A30F-F8C59DF9FA54}"/>
              </a:ext>
            </a:extLst>
          </p:cNvPr>
          <p:cNvSpPr/>
          <p:nvPr/>
        </p:nvSpPr>
        <p:spPr bwMode="auto">
          <a:xfrm>
            <a:off x="10011322"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9" name="Chevron 17">
            <a:extLst>
              <a:ext uri="{FF2B5EF4-FFF2-40B4-BE49-F238E27FC236}">
                <a16:creationId xmlns:a16="http://schemas.microsoft.com/office/drawing/2014/main" id="{C157F97E-4D0C-E241-98E6-1344C71617F0}"/>
              </a:ext>
            </a:extLst>
          </p:cNvPr>
          <p:cNvSpPr/>
          <p:nvPr/>
        </p:nvSpPr>
        <p:spPr bwMode="auto">
          <a:xfrm>
            <a:off x="10317131"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10" name="Chevron 17">
            <a:extLst>
              <a:ext uri="{FF2B5EF4-FFF2-40B4-BE49-F238E27FC236}">
                <a16:creationId xmlns:a16="http://schemas.microsoft.com/office/drawing/2014/main" id="{632FEABA-57ED-39D3-19AB-E7502F315B2D}"/>
              </a:ext>
            </a:extLst>
          </p:cNvPr>
          <p:cNvSpPr/>
          <p:nvPr/>
        </p:nvSpPr>
        <p:spPr bwMode="auto">
          <a:xfrm>
            <a:off x="10622940"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11" name="Chevron 17">
            <a:extLst>
              <a:ext uri="{FF2B5EF4-FFF2-40B4-BE49-F238E27FC236}">
                <a16:creationId xmlns:a16="http://schemas.microsoft.com/office/drawing/2014/main" id="{892FF3A4-7DFD-8248-83EC-1F98ABBC876E}"/>
              </a:ext>
            </a:extLst>
          </p:cNvPr>
          <p:cNvSpPr/>
          <p:nvPr/>
        </p:nvSpPr>
        <p:spPr bwMode="auto">
          <a:xfrm>
            <a:off x="10928749"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12" name="Chevron 17">
            <a:extLst>
              <a:ext uri="{FF2B5EF4-FFF2-40B4-BE49-F238E27FC236}">
                <a16:creationId xmlns:a16="http://schemas.microsoft.com/office/drawing/2014/main" id="{F531C15D-2A13-D15B-576E-BBDECAF62551}"/>
              </a:ext>
            </a:extLst>
          </p:cNvPr>
          <p:cNvSpPr/>
          <p:nvPr/>
        </p:nvSpPr>
        <p:spPr bwMode="auto">
          <a:xfrm>
            <a:off x="11234556"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pic>
        <p:nvPicPr>
          <p:cNvPr id="13" name="Picture 12">
            <a:extLst>
              <a:ext uri="{FF2B5EF4-FFF2-40B4-BE49-F238E27FC236}">
                <a16:creationId xmlns:a16="http://schemas.microsoft.com/office/drawing/2014/main" id="{3B10BF31-6D35-24AB-B768-254631D9C0DC}"/>
              </a:ext>
            </a:extLst>
          </p:cNvPr>
          <p:cNvPicPr>
            <a:picLocks noChangeAspect="1"/>
          </p:cNvPicPr>
          <p:nvPr/>
        </p:nvPicPr>
        <p:blipFill>
          <a:blip r:embed="rId5"/>
          <a:stretch>
            <a:fillRect/>
          </a:stretch>
        </p:blipFill>
        <p:spPr>
          <a:xfrm>
            <a:off x="917980" y="1736506"/>
            <a:ext cx="3200000" cy="180000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5852B7A9-5B45-C70D-78B8-957A45880E18}"/>
              </a:ext>
            </a:extLst>
          </p:cNvPr>
          <p:cNvPicPr>
            <a:picLocks noChangeAspect="1"/>
          </p:cNvPicPr>
          <p:nvPr/>
        </p:nvPicPr>
        <p:blipFill>
          <a:blip r:embed="rId6"/>
          <a:stretch>
            <a:fillRect/>
          </a:stretch>
        </p:blipFill>
        <p:spPr>
          <a:xfrm>
            <a:off x="8178556" y="1736506"/>
            <a:ext cx="3200000" cy="18000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6B971924-0719-5754-4935-22613722748E}"/>
              </a:ext>
            </a:extLst>
          </p:cNvPr>
          <p:cNvPicPr>
            <a:picLocks noChangeAspect="1"/>
          </p:cNvPicPr>
          <p:nvPr/>
        </p:nvPicPr>
        <p:blipFill>
          <a:blip r:embed="rId7"/>
          <a:stretch>
            <a:fillRect/>
          </a:stretch>
        </p:blipFill>
        <p:spPr>
          <a:xfrm>
            <a:off x="917980" y="3832697"/>
            <a:ext cx="6835076" cy="2518424"/>
          </a:xfrm>
          <a:prstGeom prst="rect">
            <a:avLst/>
          </a:prstGeom>
          <a:effectLst>
            <a:outerShdw blurRad="50800" dist="38100" dir="5400000" algn="t" rotWithShape="0">
              <a:prstClr val="black">
                <a:alpha val="40000"/>
              </a:prstClr>
            </a:outerShdw>
          </a:effectLst>
        </p:spPr>
      </p:pic>
      <p:pic>
        <p:nvPicPr>
          <p:cNvPr id="20" name="Picture 19">
            <a:hlinkClick r:id="rId8"/>
            <a:extLst>
              <a:ext uri="{FF2B5EF4-FFF2-40B4-BE49-F238E27FC236}">
                <a16:creationId xmlns:a16="http://schemas.microsoft.com/office/drawing/2014/main" id="{2B58B5B4-95F6-4BD6-8DA1-B3DB0AC43734}"/>
              </a:ext>
            </a:extLst>
          </p:cNvPr>
          <p:cNvPicPr>
            <a:picLocks noChangeAspect="1"/>
          </p:cNvPicPr>
          <p:nvPr/>
        </p:nvPicPr>
        <p:blipFill>
          <a:blip r:embed="rId9"/>
          <a:stretch>
            <a:fillRect/>
          </a:stretch>
        </p:blipFill>
        <p:spPr>
          <a:xfrm>
            <a:off x="4543480" y="1736506"/>
            <a:ext cx="3209576" cy="18000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3E589BA6-6CFB-4293-A533-3ECB20CECCBC}"/>
              </a:ext>
            </a:extLst>
          </p:cNvPr>
          <p:cNvPicPr>
            <a:picLocks noChangeAspect="1"/>
          </p:cNvPicPr>
          <p:nvPr/>
        </p:nvPicPr>
        <p:blipFill>
          <a:blip r:embed="rId10"/>
          <a:stretch>
            <a:fillRect/>
          </a:stretch>
        </p:blipFill>
        <p:spPr>
          <a:xfrm>
            <a:off x="8178556" y="4228096"/>
            <a:ext cx="3200000" cy="1800000"/>
          </a:xfrm>
          <a:prstGeom prst="rect">
            <a:avLst/>
          </a:prstGeom>
          <a:effectLst>
            <a:outerShdw blurRad="50800" dist="38100" dir="5400000" algn="t" rotWithShape="0">
              <a:prstClr val="black">
                <a:alpha val="40000"/>
              </a:prstClr>
            </a:outerShdw>
          </a:effectLst>
        </p:spPr>
      </p:pic>
      <p:sp>
        <p:nvSpPr>
          <p:cNvPr id="22" name="Footer Placeholder 21">
            <a:extLst>
              <a:ext uri="{FF2B5EF4-FFF2-40B4-BE49-F238E27FC236}">
                <a16:creationId xmlns:a16="http://schemas.microsoft.com/office/drawing/2014/main" id="{F05663E5-3677-FA51-5F92-736FA0376374}"/>
              </a:ext>
            </a:extLst>
          </p:cNvPr>
          <p:cNvSpPr>
            <a:spLocks noGrp="1"/>
          </p:cNvSpPr>
          <p:nvPr>
            <p:ph type="ftr" sz="quarter" idx="3"/>
          </p:nvPr>
        </p:nvSpPr>
        <p:spPr/>
        <p:txBody>
          <a:bodyPr/>
          <a:lstStyle/>
          <a:p>
            <a:r>
              <a:rPr lang="en-US"/>
              <a:t>Domont Consulting</a:t>
            </a:r>
            <a:endParaRPr lang="en-US" dirty="0"/>
          </a:p>
        </p:txBody>
      </p:sp>
      <p:sp>
        <p:nvSpPr>
          <p:cNvPr id="23" name="Slide Number Placeholder 22">
            <a:extLst>
              <a:ext uri="{FF2B5EF4-FFF2-40B4-BE49-F238E27FC236}">
                <a16:creationId xmlns:a16="http://schemas.microsoft.com/office/drawing/2014/main" id="{39919129-2B15-CF37-C7CB-55338962908B}"/>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1454091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233333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7" name="Picture 36">
            <a:extLst>
              <a:ext uri="{FF2B5EF4-FFF2-40B4-BE49-F238E27FC236}">
                <a16:creationId xmlns:a16="http://schemas.microsoft.com/office/drawing/2014/main" id="{E5B68F73-E8F6-C767-4C1E-35BBE37BC390}"/>
              </a:ext>
            </a:extLst>
          </p:cNvPr>
          <p:cNvPicPr>
            <a:picLocks noChangeAspect="1"/>
          </p:cNvPicPr>
          <p:nvPr/>
        </p:nvPicPr>
        <p:blipFill>
          <a:blip r:embed="rId5"/>
          <a:stretch>
            <a:fillRect/>
          </a:stretch>
        </p:blipFill>
        <p:spPr>
          <a:xfrm>
            <a:off x="6223858" y="1689936"/>
            <a:ext cx="4044801" cy="2275200"/>
          </a:xfrm>
          <a:prstGeom prst="rect">
            <a:avLst/>
          </a:prstGeom>
          <a:effectLst>
            <a:outerShdw blurRad="50800" dist="38100" dir="5400000" algn="t" rotWithShape="0">
              <a:prstClr val="black">
                <a:alpha val="40000"/>
              </a:prstClr>
            </a:outerShdw>
          </a:effectLst>
        </p:spPr>
      </p:pic>
      <p:pic>
        <p:nvPicPr>
          <p:cNvPr id="38" name="Picture 37">
            <a:extLst>
              <a:ext uri="{FF2B5EF4-FFF2-40B4-BE49-F238E27FC236}">
                <a16:creationId xmlns:a16="http://schemas.microsoft.com/office/drawing/2014/main" id="{3F0E1B3D-B5D1-0F11-12D6-4DA4DC933179}"/>
              </a:ext>
            </a:extLst>
          </p:cNvPr>
          <p:cNvPicPr>
            <a:picLocks noChangeAspect="1"/>
          </p:cNvPicPr>
          <p:nvPr/>
        </p:nvPicPr>
        <p:blipFill>
          <a:blip r:embed="rId6"/>
          <a:stretch>
            <a:fillRect/>
          </a:stretch>
        </p:blipFill>
        <p:spPr>
          <a:xfrm>
            <a:off x="1664370" y="1689936"/>
            <a:ext cx="4044800" cy="2275200"/>
          </a:xfrm>
          <a:prstGeom prst="rect">
            <a:avLst/>
          </a:prstGeom>
          <a:effectLst>
            <a:outerShdw blurRad="50800" dist="38100" dir="5400000" algn="t" rotWithShape="0">
              <a:prstClr val="black">
                <a:alpha val="40000"/>
              </a:prstClr>
            </a:outerShdw>
          </a:effectLst>
        </p:spPr>
      </p:pic>
      <p:pic>
        <p:nvPicPr>
          <p:cNvPr id="39" name="Picture 38">
            <a:extLst>
              <a:ext uri="{FF2B5EF4-FFF2-40B4-BE49-F238E27FC236}">
                <a16:creationId xmlns:a16="http://schemas.microsoft.com/office/drawing/2014/main" id="{49D23437-9593-96A8-0B6A-845EA7DD0099}"/>
              </a:ext>
            </a:extLst>
          </p:cNvPr>
          <p:cNvPicPr>
            <a:picLocks noChangeAspect="1"/>
          </p:cNvPicPr>
          <p:nvPr/>
        </p:nvPicPr>
        <p:blipFill>
          <a:blip r:embed="rId7"/>
          <a:stretch>
            <a:fillRect/>
          </a:stretch>
        </p:blipFill>
        <p:spPr>
          <a:xfrm>
            <a:off x="1664370" y="4129202"/>
            <a:ext cx="4044801" cy="2275200"/>
          </a:xfrm>
          <a:prstGeom prst="rect">
            <a:avLst/>
          </a:prstGeom>
          <a:effectLst>
            <a:outerShdw blurRad="50800" dist="38100" dir="5400000" algn="t" rotWithShape="0">
              <a:prstClr val="black">
                <a:alpha val="40000"/>
              </a:prstClr>
            </a:outerShdw>
          </a:effectLst>
        </p:spPr>
      </p:pic>
      <p:pic>
        <p:nvPicPr>
          <p:cNvPr id="40" name="Picture 39">
            <a:extLst>
              <a:ext uri="{FF2B5EF4-FFF2-40B4-BE49-F238E27FC236}">
                <a16:creationId xmlns:a16="http://schemas.microsoft.com/office/drawing/2014/main" id="{42ADDB7F-A2EE-936F-DE96-E5D5939CD171}"/>
              </a:ext>
            </a:extLst>
          </p:cNvPr>
          <p:cNvPicPr>
            <a:picLocks noChangeAspect="1"/>
          </p:cNvPicPr>
          <p:nvPr/>
        </p:nvPicPr>
        <p:blipFill>
          <a:blip r:embed="rId8"/>
          <a:stretch>
            <a:fillRect/>
          </a:stretch>
        </p:blipFill>
        <p:spPr>
          <a:xfrm>
            <a:off x="6223859" y="4129202"/>
            <a:ext cx="4044800" cy="22752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section “II. Design Thinking Process”</a:t>
            </a:r>
            <a:br>
              <a:rPr lang="en-US" dirty="0"/>
            </a:br>
            <a:r>
              <a:rPr lang="en-US" sz="2000" b="0" dirty="0">
                <a:solidFill>
                  <a:schemeClr val="accent2"/>
                </a:solidFill>
              </a:rPr>
              <a:t>Phase 1 - Empathize</a:t>
            </a:r>
            <a:endParaRPr lang="en-US" b="0" dirty="0">
              <a:solidFill>
                <a:schemeClr val="accent2"/>
              </a:solidFill>
            </a:endParaRPr>
          </a:p>
        </p:txBody>
      </p:sp>
      <p:sp>
        <p:nvSpPr>
          <p:cNvPr id="5" name="Rectangle: Rounded Corners 4">
            <a:extLst>
              <a:ext uri="{FF2B5EF4-FFF2-40B4-BE49-F238E27FC236}">
                <a16:creationId xmlns:a16="http://schemas.microsoft.com/office/drawing/2014/main" id="{8924C5F6-1D8A-8E99-2720-275DA52A7360}"/>
              </a:ext>
            </a:extLst>
          </p:cNvPr>
          <p:cNvSpPr/>
          <p:nvPr/>
        </p:nvSpPr>
        <p:spPr>
          <a:xfrm>
            <a:off x="9983973" y="365125"/>
            <a:ext cx="1589542" cy="336623"/>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00" b="1" dirty="0">
              <a:solidFill>
                <a:schemeClr val="bg1">
                  <a:lumMod val="95000"/>
                </a:schemeClr>
              </a:solidFill>
            </a:endParaRPr>
          </a:p>
        </p:txBody>
      </p:sp>
      <p:sp>
        <p:nvSpPr>
          <p:cNvPr id="7" name="Rectangle: Rounded Corners 6">
            <a:extLst>
              <a:ext uri="{FF2B5EF4-FFF2-40B4-BE49-F238E27FC236}">
                <a16:creationId xmlns:a16="http://schemas.microsoft.com/office/drawing/2014/main" id="{D3FC1E3D-C908-002F-C5AF-792FDB6F9D16}"/>
              </a:ext>
            </a:extLst>
          </p:cNvPr>
          <p:cNvSpPr/>
          <p:nvPr/>
        </p:nvSpPr>
        <p:spPr>
          <a:xfrm>
            <a:off x="9983973" y="737669"/>
            <a:ext cx="1589542" cy="694885"/>
          </a:xfrm>
          <a:prstGeom prst="roundRect">
            <a:avLst>
              <a:gd name="adj" fmla="val 3387"/>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00" b="1" dirty="0">
              <a:solidFill>
                <a:schemeClr val="bg1">
                  <a:lumMod val="95000"/>
                </a:schemeClr>
              </a:solidFill>
            </a:endParaRPr>
          </a:p>
        </p:txBody>
      </p:sp>
      <p:sp>
        <p:nvSpPr>
          <p:cNvPr id="8" name="Chevron 17">
            <a:extLst>
              <a:ext uri="{FF2B5EF4-FFF2-40B4-BE49-F238E27FC236}">
                <a16:creationId xmlns:a16="http://schemas.microsoft.com/office/drawing/2014/main" id="{F2390B66-50AD-405B-A30F-F8C59DF9FA54}"/>
              </a:ext>
            </a:extLst>
          </p:cNvPr>
          <p:cNvSpPr/>
          <p:nvPr/>
        </p:nvSpPr>
        <p:spPr bwMode="auto">
          <a:xfrm>
            <a:off x="10011322" y="851360"/>
            <a:ext cx="288000" cy="137468"/>
          </a:xfrm>
          <a:prstGeom prst="chevron">
            <a:avLst>
              <a:gd name="adj" fmla="val 31818"/>
            </a:avLst>
          </a:prstGeom>
          <a:solidFill>
            <a:schemeClr val="accent2"/>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9" name="Chevron 17">
            <a:extLst>
              <a:ext uri="{FF2B5EF4-FFF2-40B4-BE49-F238E27FC236}">
                <a16:creationId xmlns:a16="http://schemas.microsoft.com/office/drawing/2014/main" id="{C157F97E-4D0C-E241-98E6-1344C71617F0}"/>
              </a:ext>
            </a:extLst>
          </p:cNvPr>
          <p:cNvSpPr/>
          <p:nvPr/>
        </p:nvSpPr>
        <p:spPr bwMode="auto">
          <a:xfrm>
            <a:off x="10317131"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10" name="Chevron 17">
            <a:extLst>
              <a:ext uri="{FF2B5EF4-FFF2-40B4-BE49-F238E27FC236}">
                <a16:creationId xmlns:a16="http://schemas.microsoft.com/office/drawing/2014/main" id="{632FEABA-57ED-39D3-19AB-E7502F315B2D}"/>
              </a:ext>
            </a:extLst>
          </p:cNvPr>
          <p:cNvSpPr/>
          <p:nvPr/>
        </p:nvSpPr>
        <p:spPr bwMode="auto">
          <a:xfrm>
            <a:off x="10622940"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11" name="Chevron 17">
            <a:extLst>
              <a:ext uri="{FF2B5EF4-FFF2-40B4-BE49-F238E27FC236}">
                <a16:creationId xmlns:a16="http://schemas.microsoft.com/office/drawing/2014/main" id="{892FF3A4-7DFD-8248-83EC-1F98ABBC876E}"/>
              </a:ext>
            </a:extLst>
          </p:cNvPr>
          <p:cNvSpPr/>
          <p:nvPr/>
        </p:nvSpPr>
        <p:spPr bwMode="auto">
          <a:xfrm>
            <a:off x="10928749"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12" name="Chevron 17">
            <a:extLst>
              <a:ext uri="{FF2B5EF4-FFF2-40B4-BE49-F238E27FC236}">
                <a16:creationId xmlns:a16="http://schemas.microsoft.com/office/drawing/2014/main" id="{F531C15D-2A13-D15B-576E-BBDECAF62551}"/>
              </a:ext>
            </a:extLst>
          </p:cNvPr>
          <p:cNvSpPr/>
          <p:nvPr/>
        </p:nvSpPr>
        <p:spPr bwMode="auto">
          <a:xfrm>
            <a:off x="11234556"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43" name="Footer Placeholder 42">
            <a:extLst>
              <a:ext uri="{FF2B5EF4-FFF2-40B4-BE49-F238E27FC236}">
                <a16:creationId xmlns:a16="http://schemas.microsoft.com/office/drawing/2014/main" id="{A6674EB3-E1D9-876C-7142-3FA9B96E41C3}"/>
              </a:ext>
            </a:extLst>
          </p:cNvPr>
          <p:cNvSpPr>
            <a:spLocks noGrp="1"/>
          </p:cNvSpPr>
          <p:nvPr>
            <p:ph type="ftr" sz="quarter" idx="3"/>
          </p:nvPr>
        </p:nvSpPr>
        <p:spPr/>
        <p:txBody>
          <a:bodyPr/>
          <a:lstStyle/>
          <a:p>
            <a:r>
              <a:rPr lang="en-US"/>
              <a:t>Domont Consulting</a:t>
            </a:r>
            <a:endParaRPr lang="en-US" dirty="0"/>
          </a:p>
        </p:txBody>
      </p:sp>
      <p:sp>
        <p:nvSpPr>
          <p:cNvPr id="44" name="Slide Number Placeholder 43">
            <a:extLst>
              <a:ext uri="{FF2B5EF4-FFF2-40B4-BE49-F238E27FC236}">
                <a16:creationId xmlns:a16="http://schemas.microsoft.com/office/drawing/2014/main" id="{D26514AE-47AD-EDCD-ACD3-15E22D6F9835}"/>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4141428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6514695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 name="Picture 2">
            <a:extLst>
              <a:ext uri="{FF2B5EF4-FFF2-40B4-BE49-F238E27FC236}">
                <a16:creationId xmlns:a16="http://schemas.microsoft.com/office/drawing/2014/main" id="{03256C6B-E1C3-73C3-9BB9-D7EBCCD58513}"/>
              </a:ext>
            </a:extLst>
          </p:cNvPr>
          <p:cNvPicPr>
            <a:picLocks noChangeAspect="1"/>
          </p:cNvPicPr>
          <p:nvPr/>
        </p:nvPicPr>
        <p:blipFill>
          <a:blip r:embed="rId5"/>
          <a:stretch>
            <a:fillRect/>
          </a:stretch>
        </p:blipFill>
        <p:spPr>
          <a:xfrm>
            <a:off x="1670401" y="4129202"/>
            <a:ext cx="4044801" cy="22752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0367A46E-03B7-654D-28A8-B10CC093EDBC}"/>
              </a:ext>
            </a:extLst>
          </p:cNvPr>
          <p:cNvPicPr>
            <a:picLocks noChangeAspect="1"/>
          </p:cNvPicPr>
          <p:nvPr/>
        </p:nvPicPr>
        <p:blipFill>
          <a:blip r:embed="rId6"/>
          <a:stretch>
            <a:fillRect/>
          </a:stretch>
        </p:blipFill>
        <p:spPr>
          <a:xfrm>
            <a:off x="1670402" y="1689936"/>
            <a:ext cx="4044800" cy="22752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4CB2ACE5-4444-AD4E-8349-CE2A3ED20F08}"/>
              </a:ext>
            </a:extLst>
          </p:cNvPr>
          <p:cNvPicPr>
            <a:picLocks noChangeAspect="1"/>
          </p:cNvPicPr>
          <p:nvPr/>
        </p:nvPicPr>
        <p:blipFill>
          <a:blip r:embed="rId7"/>
          <a:stretch>
            <a:fillRect/>
          </a:stretch>
        </p:blipFill>
        <p:spPr>
          <a:xfrm>
            <a:off x="6229890" y="4129202"/>
            <a:ext cx="4044800" cy="2275200"/>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624C13A6-E709-D1E5-8273-DA70EC81BD56}"/>
              </a:ext>
            </a:extLst>
          </p:cNvPr>
          <p:cNvPicPr>
            <a:picLocks noChangeAspect="1"/>
          </p:cNvPicPr>
          <p:nvPr/>
        </p:nvPicPr>
        <p:blipFill>
          <a:blip r:embed="rId8"/>
          <a:stretch>
            <a:fillRect/>
          </a:stretch>
        </p:blipFill>
        <p:spPr>
          <a:xfrm>
            <a:off x="6229890" y="1689936"/>
            <a:ext cx="4044800" cy="22752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section “I. Design Thinking Process”</a:t>
            </a:r>
            <a:br>
              <a:rPr lang="en-US" dirty="0"/>
            </a:br>
            <a:r>
              <a:rPr lang="en-US" sz="2000" b="0" dirty="0">
                <a:solidFill>
                  <a:schemeClr val="accent2"/>
                </a:solidFill>
              </a:rPr>
              <a:t>Phase 2 - Define</a:t>
            </a:r>
            <a:endParaRPr lang="en-US" b="0" dirty="0">
              <a:solidFill>
                <a:schemeClr val="accent2"/>
              </a:solidFill>
            </a:endParaRPr>
          </a:p>
        </p:txBody>
      </p:sp>
      <p:sp>
        <p:nvSpPr>
          <p:cNvPr id="5" name="Rectangle: Rounded Corners 4">
            <a:extLst>
              <a:ext uri="{FF2B5EF4-FFF2-40B4-BE49-F238E27FC236}">
                <a16:creationId xmlns:a16="http://schemas.microsoft.com/office/drawing/2014/main" id="{8924C5F6-1D8A-8E99-2720-275DA52A7360}"/>
              </a:ext>
            </a:extLst>
          </p:cNvPr>
          <p:cNvSpPr/>
          <p:nvPr/>
        </p:nvSpPr>
        <p:spPr>
          <a:xfrm>
            <a:off x="9983973" y="365125"/>
            <a:ext cx="1589542" cy="336623"/>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00" b="1" dirty="0">
              <a:solidFill>
                <a:schemeClr val="bg1">
                  <a:lumMod val="95000"/>
                </a:schemeClr>
              </a:solidFill>
            </a:endParaRPr>
          </a:p>
        </p:txBody>
      </p:sp>
      <p:sp>
        <p:nvSpPr>
          <p:cNvPr id="7" name="Rectangle: Rounded Corners 6">
            <a:extLst>
              <a:ext uri="{FF2B5EF4-FFF2-40B4-BE49-F238E27FC236}">
                <a16:creationId xmlns:a16="http://schemas.microsoft.com/office/drawing/2014/main" id="{D3FC1E3D-C908-002F-C5AF-792FDB6F9D16}"/>
              </a:ext>
            </a:extLst>
          </p:cNvPr>
          <p:cNvSpPr/>
          <p:nvPr/>
        </p:nvSpPr>
        <p:spPr>
          <a:xfrm>
            <a:off x="9983973" y="737669"/>
            <a:ext cx="1589542" cy="694885"/>
          </a:xfrm>
          <a:prstGeom prst="roundRect">
            <a:avLst>
              <a:gd name="adj" fmla="val 3387"/>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00" b="1" dirty="0">
              <a:solidFill>
                <a:schemeClr val="bg1">
                  <a:lumMod val="95000"/>
                </a:schemeClr>
              </a:solidFill>
            </a:endParaRPr>
          </a:p>
        </p:txBody>
      </p:sp>
      <p:sp>
        <p:nvSpPr>
          <p:cNvPr id="8" name="Chevron 17">
            <a:extLst>
              <a:ext uri="{FF2B5EF4-FFF2-40B4-BE49-F238E27FC236}">
                <a16:creationId xmlns:a16="http://schemas.microsoft.com/office/drawing/2014/main" id="{F2390B66-50AD-405B-A30F-F8C59DF9FA54}"/>
              </a:ext>
            </a:extLst>
          </p:cNvPr>
          <p:cNvSpPr/>
          <p:nvPr/>
        </p:nvSpPr>
        <p:spPr bwMode="auto">
          <a:xfrm>
            <a:off x="10011322"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9" name="Chevron 17">
            <a:extLst>
              <a:ext uri="{FF2B5EF4-FFF2-40B4-BE49-F238E27FC236}">
                <a16:creationId xmlns:a16="http://schemas.microsoft.com/office/drawing/2014/main" id="{C157F97E-4D0C-E241-98E6-1344C71617F0}"/>
              </a:ext>
            </a:extLst>
          </p:cNvPr>
          <p:cNvSpPr/>
          <p:nvPr/>
        </p:nvSpPr>
        <p:spPr bwMode="auto">
          <a:xfrm>
            <a:off x="10317131" y="851360"/>
            <a:ext cx="288000" cy="137468"/>
          </a:xfrm>
          <a:prstGeom prst="chevron">
            <a:avLst>
              <a:gd name="adj" fmla="val 31818"/>
            </a:avLst>
          </a:prstGeom>
          <a:solidFill>
            <a:schemeClr val="accent2"/>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10" name="Chevron 17">
            <a:extLst>
              <a:ext uri="{FF2B5EF4-FFF2-40B4-BE49-F238E27FC236}">
                <a16:creationId xmlns:a16="http://schemas.microsoft.com/office/drawing/2014/main" id="{632FEABA-57ED-39D3-19AB-E7502F315B2D}"/>
              </a:ext>
            </a:extLst>
          </p:cNvPr>
          <p:cNvSpPr/>
          <p:nvPr/>
        </p:nvSpPr>
        <p:spPr bwMode="auto">
          <a:xfrm>
            <a:off x="10622940"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11" name="Chevron 17">
            <a:extLst>
              <a:ext uri="{FF2B5EF4-FFF2-40B4-BE49-F238E27FC236}">
                <a16:creationId xmlns:a16="http://schemas.microsoft.com/office/drawing/2014/main" id="{892FF3A4-7DFD-8248-83EC-1F98ABBC876E}"/>
              </a:ext>
            </a:extLst>
          </p:cNvPr>
          <p:cNvSpPr/>
          <p:nvPr/>
        </p:nvSpPr>
        <p:spPr bwMode="auto">
          <a:xfrm>
            <a:off x="10928749"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12" name="Chevron 17">
            <a:extLst>
              <a:ext uri="{FF2B5EF4-FFF2-40B4-BE49-F238E27FC236}">
                <a16:creationId xmlns:a16="http://schemas.microsoft.com/office/drawing/2014/main" id="{F531C15D-2A13-D15B-576E-BBDECAF62551}"/>
              </a:ext>
            </a:extLst>
          </p:cNvPr>
          <p:cNvSpPr/>
          <p:nvPr/>
        </p:nvSpPr>
        <p:spPr bwMode="auto">
          <a:xfrm>
            <a:off x="11234556"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23" name="Footer Placeholder 22">
            <a:extLst>
              <a:ext uri="{FF2B5EF4-FFF2-40B4-BE49-F238E27FC236}">
                <a16:creationId xmlns:a16="http://schemas.microsoft.com/office/drawing/2014/main" id="{4867AF27-0785-6F20-FA8E-5A4EB30D6EFD}"/>
              </a:ext>
            </a:extLst>
          </p:cNvPr>
          <p:cNvSpPr>
            <a:spLocks noGrp="1"/>
          </p:cNvSpPr>
          <p:nvPr>
            <p:ph type="ftr" sz="quarter" idx="3"/>
          </p:nvPr>
        </p:nvSpPr>
        <p:spPr/>
        <p:txBody>
          <a:bodyPr/>
          <a:lstStyle/>
          <a:p>
            <a:r>
              <a:rPr lang="en-US"/>
              <a:t>Domont Consulting</a:t>
            </a:r>
            <a:endParaRPr lang="en-US" dirty="0"/>
          </a:p>
        </p:txBody>
      </p:sp>
      <p:sp>
        <p:nvSpPr>
          <p:cNvPr id="25" name="Slide Number Placeholder 24">
            <a:extLst>
              <a:ext uri="{FF2B5EF4-FFF2-40B4-BE49-F238E27FC236}">
                <a16:creationId xmlns:a16="http://schemas.microsoft.com/office/drawing/2014/main" id="{183699A2-601F-D3B1-929A-9A699B614DCC}"/>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3139062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4504624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42" name="Picture 41">
            <a:extLst>
              <a:ext uri="{FF2B5EF4-FFF2-40B4-BE49-F238E27FC236}">
                <a16:creationId xmlns:a16="http://schemas.microsoft.com/office/drawing/2014/main" id="{18F3A1AD-0755-C36D-37C1-C155123955A5}"/>
              </a:ext>
            </a:extLst>
          </p:cNvPr>
          <p:cNvPicPr>
            <a:picLocks noChangeAspect="1"/>
          </p:cNvPicPr>
          <p:nvPr/>
        </p:nvPicPr>
        <p:blipFill>
          <a:blip r:embed="rId5"/>
          <a:stretch>
            <a:fillRect/>
          </a:stretch>
        </p:blipFill>
        <p:spPr>
          <a:xfrm>
            <a:off x="6229890" y="1689936"/>
            <a:ext cx="4044800" cy="2275200"/>
          </a:xfrm>
          <a:prstGeom prst="rect">
            <a:avLst/>
          </a:prstGeom>
          <a:effectLst>
            <a:outerShdw blurRad="50800" dist="38100" dir="5400000" algn="t" rotWithShape="0">
              <a:prstClr val="black">
                <a:alpha val="40000"/>
              </a:prstClr>
            </a:outerShdw>
          </a:effectLst>
        </p:spPr>
      </p:pic>
      <p:pic>
        <p:nvPicPr>
          <p:cNvPr id="43" name="Picture 42">
            <a:extLst>
              <a:ext uri="{FF2B5EF4-FFF2-40B4-BE49-F238E27FC236}">
                <a16:creationId xmlns:a16="http://schemas.microsoft.com/office/drawing/2014/main" id="{208F94BA-854D-757C-C2FE-E91DB244F42E}"/>
              </a:ext>
            </a:extLst>
          </p:cNvPr>
          <p:cNvPicPr>
            <a:picLocks noChangeAspect="1"/>
          </p:cNvPicPr>
          <p:nvPr/>
        </p:nvPicPr>
        <p:blipFill>
          <a:blip r:embed="rId6"/>
          <a:stretch>
            <a:fillRect/>
          </a:stretch>
        </p:blipFill>
        <p:spPr>
          <a:xfrm>
            <a:off x="1670402" y="1666857"/>
            <a:ext cx="4044800" cy="2275200"/>
          </a:xfrm>
          <a:prstGeom prst="rect">
            <a:avLst/>
          </a:prstGeom>
          <a:effectLst>
            <a:outerShdw blurRad="50800" dist="38100" dir="5400000" algn="t" rotWithShape="0">
              <a:prstClr val="black">
                <a:alpha val="40000"/>
              </a:prstClr>
            </a:outerShdw>
          </a:effectLst>
        </p:spPr>
      </p:pic>
      <p:pic>
        <p:nvPicPr>
          <p:cNvPr id="44" name="Picture 43">
            <a:extLst>
              <a:ext uri="{FF2B5EF4-FFF2-40B4-BE49-F238E27FC236}">
                <a16:creationId xmlns:a16="http://schemas.microsoft.com/office/drawing/2014/main" id="{E623C29A-92FA-DCAB-AC99-B41F6D371D43}"/>
              </a:ext>
            </a:extLst>
          </p:cNvPr>
          <p:cNvPicPr>
            <a:picLocks noChangeAspect="1"/>
          </p:cNvPicPr>
          <p:nvPr/>
        </p:nvPicPr>
        <p:blipFill>
          <a:blip r:embed="rId7"/>
          <a:stretch>
            <a:fillRect/>
          </a:stretch>
        </p:blipFill>
        <p:spPr>
          <a:xfrm>
            <a:off x="1670402" y="4129202"/>
            <a:ext cx="4044800" cy="2275200"/>
          </a:xfrm>
          <a:prstGeom prst="rect">
            <a:avLst/>
          </a:prstGeom>
          <a:effectLst>
            <a:outerShdw blurRad="50800" dist="38100" dir="5400000" algn="t" rotWithShape="0">
              <a:prstClr val="black">
                <a:alpha val="40000"/>
              </a:prstClr>
            </a:outerShdw>
          </a:effectLst>
        </p:spPr>
      </p:pic>
      <p:pic>
        <p:nvPicPr>
          <p:cNvPr id="45" name="Picture 44">
            <a:extLst>
              <a:ext uri="{FF2B5EF4-FFF2-40B4-BE49-F238E27FC236}">
                <a16:creationId xmlns:a16="http://schemas.microsoft.com/office/drawing/2014/main" id="{1F0B0FD5-041A-EF5E-B81D-3CB5B4E8BA3F}"/>
              </a:ext>
            </a:extLst>
          </p:cNvPr>
          <p:cNvPicPr>
            <a:picLocks noChangeAspect="1"/>
          </p:cNvPicPr>
          <p:nvPr/>
        </p:nvPicPr>
        <p:blipFill>
          <a:blip r:embed="rId8"/>
          <a:stretch>
            <a:fillRect/>
          </a:stretch>
        </p:blipFill>
        <p:spPr>
          <a:xfrm>
            <a:off x="6225564" y="4117269"/>
            <a:ext cx="4044800" cy="22752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section “I. Design Thinking Process”</a:t>
            </a:r>
            <a:br>
              <a:rPr lang="en-US" dirty="0"/>
            </a:br>
            <a:r>
              <a:rPr lang="en-US" sz="2000" b="0" dirty="0">
                <a:solidFill>
                  <a:schemeClr val="accent2"/>
                </a:solidFill>
              </a:rPr>
              <a:t>Phase 3, 4 and 5: Ideate, Protype, and Test</a:t>
            </a:r>
            <a:endParaRPr lang="en-US" b="0" dirty="0">
              <a:solidFill>
                <a:schemeClr val="accent2"/>
              </a:solidFill>
            </a:endParaRPr>
          </a:p>
        </p:txBody>
      </p:sp>
      <p:sp>
        <p:nvSpPr>
          <p:cNvPr id="5" name="Rectangle: Rounded Corners 4">
            <a:extLst>
              <a:ext uri="{FF2B5EF4-FFF2-40B4-BE49-F238E27FC236}">
                <a16:creationId xmlns:a16="http://schemas.microsoft.com/office/drawing/2014/main" id="{8924C5F6-1D8A-8E99-2720-275DA52A7360}"/>
              </a:ext>
            </a:extLst>
          </p:cNvPr>
          <p:cNvSpPr/>
          <p:nvPr/>
        </p:nvSpPr>
        <p:spPr>
          <a:xfrm>
            <a:off x="9983973" y="365125"/>
            <a:ext cx="1589542" cy="336623"/>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00" b="1" dirty="0">
              <a:solidFill>
                <a:schemeClr val="bg1">
                  <a:lumMod val="95000"/>
                </a:schemeClr>
              </a:solidFill>
            </a:endParaRPr>
          </a:p>
        </p:txBody>
      </p:sp>
      <p:sp>
        <p:nvSpPr>
          <p:cNvPr id="7" name="Rectangle: Rounded Corners 6">
            <a:extLst>
              <a:ext uri="{FF2B5EF4-FFF2-40B4-BE49-F238E27FC236}">
                <a16:creationId xmlns:a16="http://schemas.microsoft.com/office/drawing/2014/main" id="{D3FC1E3D-C908-002F-C5AF-792FDB6F9D16}"/>
              </a:ext>
            </a:extLst>
          </p:cNvPr>
          <p:cNvSpPr/>
          <p:nvPr/>
        </p:nvSpPr>
        <p:spPr>
          <a:xfrm>
            <a:off x="9983973" y="737669"/>
            <a:ext cx="1589542" cy="694885"/>
          </a:xfrm>
          <a:prstGeom prst="roundRect">
            <a:avLst>
              <a:gd name="adj" fmla="val 3387"/>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00" b="1" dirty="0">
              <a:solidFill>
                <a:schemeClr val="bg1">
                  <a:lumMod val="95000"/>
                </a:schemeClr>
              </a:solidFill>
            </a:endParaRPr>
          </a:p>
        </p:txBody>
      </p:sp>
      <p:sp>
        <p:nvSpPr>
          <p:cNvPr id="8" name="Chevron 17">
            <a:extLst>
              <a:ext uri="{FF2B5EF4-FFF2-40B4-BE49-F238E27FC236}">
                <a16:creationId xmlns:a16="http://schemas.microsoft.com/office/drawing/2014/main" id="{F2390B66-50AD-405B-A30F-F8C59DF9FA54}"/>
              </a:ext>
            </a:extLst>
          </p:cNvPr>
          <p:cNvSpPr/>
          <p:nvPr/>
        </p:nvSpPr>
        <p:spPr bwMode="auto">
          <a:xfrm>
            <a:off x="10011322"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9" name="Chevron 17">
            <a:extLst>
              <a:ext uri="{FF2B5EF4-FFF2-40B4-BE49-F238E27FC236}">
                <a16:creationId xmlns:a16="http://schemas.microsoft.com/office/drawing/2014/main" id="{C157F97E-4D0C-E241-98E6-1344C71617F0}"/>
              </a:ext>
            </a:extLst>
          </p:cNvPr>
          <p:cNvSpPr/>
          <p:nvPr/>
        </p:nvSpPr>
        <p:spPr bwMode="auto">
          <a:xfrm>
            <a:off x="10317131" y="851360"/>
            <a:ext cx="288000" cy="137468"/>
          </a:xfrm>
          <a:prstGeom prst="chevron">
            <a:avLst>
              <a:gd name="adj" fmla="val 31818"/>
            </a:avLst>
          </a:prstGeom>
          <a:solidFill>
            <a:schemeClr val="bg1">
              <a:lumMod val="75000"/>
            </a:schemeClr>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10" name="Chevron 17">
            <a:extLst>
              <a:ext uri="{FF2B5EF4-FFF2-40B4-BE49-F238E27FC236}">
                <a16:creationId xmlns:a16="http://schemas.microsoft.com/office/drawing/2014/main" id="{632FEABA-57ED-39D3-19AB-E7502F315B2D}"/>
              </a:ext>
            </a:extLst>
          </p:cNvPr>
          <p:cNvSpPr/>
          <p:nvPr/>
        </p:nvSpPr>
        <p:spPr bwMode="auto">
          <a:xfrm>
            <a:off x="10622940" y="851360"/>
            <a:ext cx="288000" cy="137468"/>
          </a:xfrm>
          <a:prstGeom prst="chevron">
            <a:avLst>
              <a:gd name="adj" fmla="val 31818"/>
            </a:avLst>
          </a:prstGeom>
          <a:solidFill>
            <a:schemeClr val="accent2"/>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11" name="Chevron 17">
            <a:extLst>
              <a:ext uri="{FF2B5EF4-FFF2-40B4-BE49-F238E27FC236}">
                <a16:creationId xmlns:a16="http://schemas.microsoft.com/office/drawing/2014/main" id="{892FF3A4-7DFD-8248-83EC-1F98ABBC876E}"/>
              </a:ext>
            </a:extLst>
          </p:cNvPr>
          <p:cNvSpPr/>
          <p:nvPr/>
        </p:nvSpPr>
        <p:spPr bwMode="auto">
          <a:xfrm>
            <a:off x="10928749" y="851360"/>
            <a:ext cx="288000" cy="137468"/>
          </a:xfrm>
          <a:prstGeom prst="chevron">
            <a:avLst>
              <a:gd name="adj" fmla="val 31818"/>
            </a:avLst>
          </a:prstGeom>
          <a:solidFill>
            <a:schemeClr val="accent2"/>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12" name="Chevron 17">
            <a:extLst>
              <a:ext uri="{FF2B5EF4-FFF2-40B4-BE49-F238E27FC236}">
                <a16:creationId xmlns:a16="http://schemas.microsoft.com/office/drawing/2014/main" id="{F531C15D-2A13-D15B-576E-BBDECAF62551}"/>
              </a:ext>
            </a:extLst>
          </p:cNvPr>
          <p:cNvSpPr/>
          <p:nvPr/>
        </p:nvSpPr>
        <p:spPr bwMode="auto">
          <a:xfrm>
            <a:off x="11234556" y="851360"/>
            <a:ext cx="288000" cy="137468"/>
          </a:xfrm>
          <a:prstGeom prst="chevron">
            <a:avLst>
              <a:gd name="adj" fmla="val 31818"/>
            </a:avLst>
          </a:prstGeom>
          <a:solidFill>
            <a:schemeClr val="accent2"/>
          </a:solidFill>
          <a:ln>
            <a:noFill/>
          </a:ln>
          <a:effectLst/>
        </p:spPr>
        <p:txBody>
          <a:bodyPr wrap="square" lIns="91440" tIns="45715" rIns="90000" bIns="45715" rtlCol="0" anchor="ctr">
            <a:noAutofit/>
          </a:bodyPr>
          <a:lstStyle/>
          <a:p>
            <a:pPr algn="ctr" defTabSz="623853" fontAlgn="base">
              <a:spcBef>
                <a:spcPts val="600"/>
              </a:spcBef>
              <a:spcAft>
                <a:spcPts val="600"/>
              </a:spcAft>
              <a:buClr>
                <a:srgbClr val="000000"/>
              </a:buClr>
            </a:pPr>
            <a:endParaRPr lang="en-US" sz="1200" b="1" dirty="0">
              <a:solidFill>
                <a:schemeClr val="bg1"/>
              </a:solidFill>
              <a:cs typeface="Times New Roman" pitchFamily="18" charset="0"/>
            </a:endParaRPr>
          </a:p>
        </p:txBody>
      </p:sp>
      <p:sp>
        <p:nvSpPr>
          <p:cNvPr id="46" name="Footer Placeholder 45">
            <a:extLst>
              <a:ext uri="{FF2B5EF4-FFF2-40B4-BE49-F238E27FC236}">
                <a16:creationId xmlns:a16="http://schemas.microsoft.com/office/drawing/2014/main" id="{8E3A2CF0-2A5C-1EA1-CA42-112C2F9663A8}"/>
              </a:ext>
            </a:extLst>
          </p:cNvPr>
          <p:cNvSpPr>
            <a:spLocks noGrp="1"/>
          </p:cNvSpPr>
          <p:nvPr>
            <p:ph type="ftr" sz="quarter" idx="3"/>
          </p:nvPr>
        </p:nvSpPr>
        <p:spPr/>
        <p:txBody>
          <a:bodyPr/>
          <a:lstStyle/>
          <a:p>
            <a:r>
              <a:rPr lang="en-US"/>
              <a:t>Domont Consulting</a:t>
            </a:r>
            <a:endParaRPr lang="en-US" dirty="0"/>
          </a:p>
        </p:txBody>
      </p:sp>
      <p:sp>
        <p:nvSpPr>
          <p:cNvPr id="47" name="Slide Number Placeholder 46">
            <a:extLst>
              <a:ext uri="{FF2B5EF4-FFF2-40B4-BE49-F238E27FC236}">
                <a16:creationId xmlns:a16="http://schemas.microsoft.com/office/drawing/2014/main" id="{782C9125-D94B-6B53-8EC5-85661EA47C7D}"/>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857221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5" name="Rectangle: Rounded Corners 4">
            <a:extLst>
              <a:ext uri="{FF2B5EF4-FFF2-40B4-BE49-F238E27FC236}">
                <a16:creationId xmlns:a16="http://schemas.microsoft.com/office/drawing/2014/main" id="{A06D5FD9-3D93-33B7-6637-3FA343080225}"/>
              </a:ext>
            </a:extLst>
          </p:cNvPr>
          <p:cNvSpPr/>
          <p:nvPr/>
        </p:nvSpPr>
        <p:spPr>
          <a:xfrm>
            <a:off x="621153" y="4954265"/>
            <a:ext cx="10966010" cy="871477"/>
          </a:xfrm>
          <a:prstGeom prst="roundRect">
            <a:avLst>
              <a:gd name="adj" fmla="val 4711"/>
            </a:avLst>
          </a:prstGeom>
          <a:solidFill>
            <a:schemeClr val="bg1"/>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Rounded Corners 17">
            <a:extLst>
              <a:ext uri="{FF2B5EF4-FFF2-40B4-BE49-F238E27FC236}">
                <a16:creationId xmlns:a16="http://schemas.microsoft.com/office/drawing/2014/main" id="{CF416F9A-C352-3074-251B-889FB995E05D}"/>
              </a:ext>
            </a:extLst>
          </p:cNvPr>
          <p:cNvSpPr/>
          <p:nvPr/>
        </p:nvSpPr>
        <p:spPr>
          <a:xfrm>
            <a:off x="621153" y="3882015"/>
            <a:ext cx="10966010" cy="871477"/>
          </a:xfrm>
          <a:prstGeom prst="roundRect">
            <a:avLst>
              <a:gd name="adj" fmla="val 4711"/>
            </a:avLst>
          </a:prstGeom>
          <a:solidFill>
            <a:schemeClr val="bg1"/>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D57D4F4D-9809-C5E4-8FEE-40326BC7600D}"/>
              </a:ext>
            </a:extLst>
          </p:cNvPr>
          <p:cNvSpPr/>
          <p:nvPr/>
        </p:nvSpPr>
        <p:spPr>
          <a:xfrm>
            <a:off x="621153" y="2816044"/>
            <a:ext cx="10966010" cy="871477"/>
          </a:xfrm>
          <a:prstGeom prst="roundRect">
            <a:avLst>
              <a:gd name="adj" fmla="val 4711"/>
            </a:avLst>
          </a:prstGeom>
          <a:solidFill>
            <a:schemeClr val="bg1"/>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7B03DF6F-FDFC-9A25-94AC-E81409379EDA}"/>
              </a:ext>
            </a:extLst>
          </p:cNvPr>
          <p:cNvSpPr/>
          <p:nvPr/>
        </p:nvSpPr>
        <p:spPr>
          <a:xfrm>
            <a:off x="621153" y="1720039"/>
            <a:ext cx="10966010" cy="871477"/>
          </a:xfrm>
          <a:prstGeom prst="roundRect">
            <a:avLst>
              <a:gd name="adj" fmla="val 4711"/>
            </a:avLst>
          </a:prstGeom>
          <a:solidFill>
            <a:schemeClr val="bg1"/>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
            <a:extLst>
              <a:ext uri="{FF2B5EF4-FFF2-40B4-BE49-F238E27FC236}">
                <a16:creationId xmlns:a16="http://schemas.microsoft.com/office/drawing/2014/main" id="{231F7364-437E-EA47-81EA-B15950F579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Download Microsoft Excel Logo in SVG Vector or PNG File Format - Logo.wine">
            <a:extLst>
              <a:ext uri="{FF2B5EF4-FFF2-40B4-BE49-F238E27FC236}">
                <a16:creationId xmlns:a16="http://schemas.microsoft.com/office/drawing/2014/main" id="{5D2EEB69-E89B-D473-F4E1-F4A6E4E827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pic>
        <p:nvPicPr>
          <p:cNvPr id="29" name="Graphic 28" descr="Open folder outline">
            <a:extLst>
              <a:ext uri="{FF2B5EF4-FFF2-40B4-BE49-F238E27FC236}">
                <a16:creationId xmlns:a16="http://schemas.microsoft.com/office/drawing/2014/main" id="{8EF0C873-5A8E-4CCA-CE81-3CF858C763E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794401" y="5010472"/>
            <a:ext cx="829320" cy="829320"/>
          </a:xfrm>
          <a:prstGeom prst="rect">
            <a:avLst/>
          </a:prstGeom>
        </p:spPr>
      </p:pic>
      <p:sp>
        <p:nvSpPr>
          <p:cNvPr id="30" name="TextBox 29">
            <a:extLst>
              <a:ext uri="{FF2B5EF4-FFF2-40B4-BE49-F238E27FC236}">
                <a16:creationId xmlns:a16="http://schemas.microsoft.com/office/drawing/2014/main" id="{3DC62D0C-0157-55A4-E1FB-A56E941DF99C}"/>
              </a:ext>
            </a:extLst>
          </p:cNvPr>
          <p:cNvSpPr txBox="1"/>
          <p:nvPr/>
        </p:nvSpPr>
        <p:spPr>
          <a:xfrm>
            <a:off x="1863088" y="1994804"/>
            <a:ext cx="4400551" cy="338554"/>
          </a:xfrm>
          <a:prstGeom prst="rect">
            <a:avLst/>
          </a:prstGeom>
          <a:noFill/>
        </p:spPr>
        <p:txBody>
          <a:bodyPr wrap="square" rtlCol="0">
            <a:spAutoFit/>
          </a:bodyPr>
          <a:lstStyle/>
          <a:p>
            <a:r>
              <a:rPr lang="en-US" sz="1600" b="1" dirty="0"/>
              <a:t>350 editable PowerPoint slides*</a:t>
            </a:r>
          </a:p>
        </p:txBody>
      </p:sp>
      <p:sp>
        <p:nvSpPr>
          <p:cNvPr id="31" name="TextBox 30">
            <a:extLst>
              <a:ext uri="{FF2B5EF4-FFF2-40B4-BE49-F238E27FC236}">
                <a16:creationId xmlns:a16="http://schemas.microsoft.com/office/drawing/2014/main" id="{8558C281-4535-78B5-4C8E-562F89EFD04B}"/>
              </a:ext>
            </a:extLst>
          </p:cNvPr>
          <p:cNvSpPr txBox="1"/>
          <p:nvPr/>
        </p:nvSpPr>
        <p:spPr>
          <a:xfrm>
            <a:off x="1863088" y="3125122"/>
            <a:ext cx="3005768" cy="338554"/>
          </a:xfrm>
          <a:prstGeom prst="rect">
            <a:avLst/>
          </a:prstGeom>
          <a:noFill/>
        </p:spPr>
        <p:txBody>
          <a:bodyPr wrap="square" rtlCol="0">
            <a:spAutoFit/>
          </a:bodyPr>
          <a:lstStyle/>
          <a:p>
            <a:r>
              <a:rPr lang="en-US" sz="1600" b="1" dirty="0"/>
              <a:t>14 Excel sheets*</a:t>
            </a:r>
          </a:p>
        </p:txBody>
      </p:sp>
      <p:sp>
        <p:nvSpPr>
          <p:cNvPr id="32" name="TextBox 31">
            <a:extLst>
              <a:ext uri="{FF2B5EF4-FFF2-40B4-BE49-F238E27FC236}">
                <a16:creationId xmlns:a16="http://schemas.microsoft.com/office/drawing/2014/main" id="{476CB7AD-2E4C-C66A-5D37-CDDE25478CAC}"/>
              </a:ext>
            </a:extLst>
          </p:cNvPr>
          <p:cNvSpPr txBox="1"/>
          <p:nvPr/>
        </p:nvSpPr>
        <p:spPr>
          <a:xfrm>
            <a:off x="1863088" y="4153332"/>
            <a:ext cx="3450672" cy="338554"/>
          </a:xfrm>
          <a:prstGeom prst="rect">
            <a:avLst/>
          </a:prstGeom>
          <a:noFill/>
        </p:spPr>
        <p:txBody>
          <a:bodyPr wrap="square" rtlCol="0">
            <a:spAutoFit/>
          </a:bodyPr>
          <a:lstStyle/>
          <a:p>
            <a:r>
              <a:rPr lang="en-US" sz="1600" b="1"/>
              <a:t>55 </a:t>
            </a:r>
            <a:r>
              <a:rPr lang="en-US" sz="1600" b="1" dirty="0"/>
              <a:t>minutes of Video training</a:t>
            </a:r>
          </a:p>
        </p:txBody>
      </p:sp>
      <p:sp>
        <p:nvSpPr>
          <p:cNvPr id="34" name="Rectangle 33">
            <a:extLst>
              <a:ext uri="{FF2B5EF4-FFF2-40B4-BE49-F238E27FC236}">
                <a16:creationId xmlns:a16="http://schemas.microsoft.com/office/drawing/2014/main" id="{666B5B4D-70D7-A179-C644-9D1E6C984E46}"/>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E174769-6919-6173-DE6D-5FAD3983EE47}"/>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8E60AE3E-9035-B7FB-670F-C52F829E389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034079ED-F6EA-A879-2A08-BD0B6D5D3A68}"/>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74E4C74D-FC09-6180-594A-8445B3A1002B}"/>
              </a:ext>
            </a:extLst>
          </p:cNvPr>
          <p:cNvPicPr>
            <a:picLocks noChangeAspect="1"/>
          </p:cNvPicPr>
          <p:nvPr/>
        </p:nvPicPr>
        <p:blipFill rotWithShape="1">
          <a:blip r:embed="rId10"/>
          <a:srcRect l="11344" t="22611" r="63111" b="28117"/>
          <a:stretch/>
        </p:blipFill>
        <p:spPr>
          <a:xfrm>
            <a:off x="794400" y="3945615"/>
            <a:ext cx="823861" cy="689810"/>
          </a:xfrm>
          <a:prstGeom prst="rect">
            <a:avLst/>
          </a:prstGeom>
        </p:spPr>
      </p:pic>
      <p:sp>
        <p:nvSpPr>
          <p:cNvPr id="2" name="TextBox 1">
            <a:extLst>
              <a:ext uri="{FF2B5EF4-FFF2-40B4-BE49-F238E27FC236}">
                <a16:creationId xmlns:a16="http://schemas.microsoft.com/office/drawing/2014/main" id="{76F94330-0051-9540-A57C-E631B790F5DF}"/>
              </a:ext>
            </a:extLst>
          </p:cNvPr>
          <p:cNvSpPr txBox="1"/>
          <p:nvPr/>
        </p:nvSpPr>
        <p:spPr>
          <a:xfrm>
            <a:off x="1863087" y="4940214"/>
            <a:ext cx="9534511" cy="893841"/>
          </a:xfrm>
          <a:prstGeom prst="rect">
            <a:avLst/>
          </a:prstGeom>
          <a:noFill/>
        </p:spPr>
        <p:txBody>
          <a:bodyPr wrap="square" numCol="2" rtlCol="0">
            <a:noAutofit/>
          </a:bodyPr>
          <a:lstStyle/>
          <a:p>
            <a:pPr marL="228600" indent="-228600">
              <a:buFont typeface="+mj-lt"/>
              <a:buAutoNum type="arabicPeriod"/>
            </a:pPr>
            <a:r>
              <a:rPr lang="en-US" sz="1100" dirty="0"/>
              <a:t>Overview and Approach</a:t>
            </a:r>
          </a:p>
          <a:p>
            <a:pPr marL="228600" indent="-228600">
              <a:buFont typeface="+mj-lt"/>
              <a:buAutoNum type="arabicPeriod"/>
            </a:pPr>
            <a:r>
              <a:rPr lang="en-US" sz="1100" dirty="0"/>
              <a:t>Customer Experience Strategy</a:t>
            </a:r>
          </a:p>
          <a:p>
            <a:pPr marL="228600" indent="-228600">
              <a:buFont typeface="+mj-lt"/>
              <a:buAutoNum type="arabicPeriod"/>
            </a:pPr>
            <a:r>
              <a:rPr lang="en-US" sz="1100" dirty="0"/>
              <a:t>Business Case and Financial Model</a:t>
            </a:r>
          </a:p>
          <a:p>
            <a:pPr marL="228600" indent="-228600">
              <a:buFont typeface="+mj-lt"/>
              <a:buAutoNum type="arabicPeriod"/>
            </a:pPr>
            <a:r>
              <a:rPr lang="en-US" sz="1100" dirty="0"/>
              <a:t>Design Thinking</a:t>
            </a:r>
          </a:p>
          <a:p>
            <a:pPr marL="228600" indent="-228600">
              <a:buFont typeface="+mj-lt"/>
              <a:buAutoNum type="arabicPeriod"/>
            </a:pPr>
            <a:r>
              <a:rPr lang="en-US" sz="1100" dirty="0"/>
              <a:t>Empathize</a:t>
            </a:r>
          </a:p>
          <a:p>
            <a:pPr marL="228600" indent="-228600">
              <a:buFont typeface="+mj-lt"/>
              <a:buAutoNum type="arabicPeriod"/>
            </a:pPr>
            <a:r>
              <a:rPr lang="en-US" sz="1100" dirty="0"/>
              <a:t>Define</a:t>
            </a:r>
          </a:p>
          <a:p>
            <a:pPr marL="228600" indent="-228600">
              <a:buFont typeface="+mj-lt"/>
              <a:buAutoNum type="arabicPeriod"/>
            </a:pPr>
            <a:r>
              <a:rPr lang="en-US" sz="1100" dirty="0"/>
              <a:t>Ideate</a:t>
            </a:r>
          </a:p>
          <a:p>
            <a:pPr marL="228600" indent="-228600">
              <a:buFont typeface="+mj-lt"/>
              <a:buAutoNum type="arabicPeriod"/>
            </a:pPr>
            <a:r>
              <a:rPr lang="en-US" sz="1100" dirty="0"/>
              <a:t>Prototype</a:t>
            </a:r>
          </a:p>
          <a:p>
            <a:pPr marL="228600" indent="-228600">
              <a:buFont typeface="+mj-lt"/>
              <a:buAutoNum type="arabicPeriod"/>
            </a:pPr>
            <a:r>
              <a:rPr lang="en-US" sz="1100" dirty="0"/>
              <a:t>Test</a:t>
            </a:r>
          </a:p>
        </p:txBody>
      </p:sp>
      <p:sp>
        <p:nvSpPr>
          <p:cNvPr id="3" name="Footer Placeholder 2">
            <a:extLst>
              <a:ext uri="{FF2B5EF4-FFF2-40B4-BE49-F238E27FC236}">
                <a16:creationId xmlns:a16="http://schemas.microsoft.com/office/drawing/2014/main" id="{267A7057-F4CA-137B-F2D4-837B87E5E098}"/>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1DE629F4-3BAA-3256-0994-F18B94683C76}"/>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6" name="Footer Placeholder 5">
            <a:extLst>
              <a:ext uri="{FF2B5EF4-FFF2-40B4-BE49-F238E27FC236}">
                <a16:creationId xmlns:a16="http://schemas.microsoft.com/office/drawing/2014/main" id="{AB2740CF-A2FC-404A-100A-D49517D8C919}"/>
              </a:ext>
            </a:extLst>
          </p:cNvPr>
          <p:cNvSpPr>
            <a:spLocks noGrp="1"/>
          </p:cNvSpPr>
          <p:nvPr>
            <p:ph type="ftr" sz="quarter" idx="3"/>
          </p:nvPr>
        </p:nvSpPr>
        <p:spPr/>
        <p:txBody>
          <a:bodyPr/>
          <a:lstStyle/>
          <a:p>
            <a:r>
              <a:rPr lang="en-US"/>
              <a:t>Domont Consulting</a:t>
            </a:r>
            <a:endParaRPr lang="en-US" dirty="0"/>
          </a:p>
        </p:txBody>
      </p:sp>
      <p:sp>
        <p:nvSpPr>
          <p:cNvPr id="14" name="Slide Number Placeholder 13">
            <a:extLst>
              <a:ext uri="{FF2B5EF4-FFF2-40B4-BE49-F238E27FC236}">
                <a16:creationId xmlns:a16="http://schemas.microsoft.com/office/drawing/2014/main" id="{933ED2AC-8326-9D15-F1FD-4A2B9880B1BD}"/>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81248259-4014-05FC-3000-AB51B8551223}"/>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9A3802D4-5812-1872-6612-8B97E40EF237}"/>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6"/>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71"/>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58"/>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3"/>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58"/>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40"/>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60"/>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48"/>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6"/>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1"/>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11" name="Footer Placeholder 10">
            <a:extLst>
              <a:ext uri="{FF2B5EF4-FFF2-40B4-BE49-F238E27FC236}">
                <a16:creationId xmlns:a16="http://schemas.microsoft.com/office/drawing/2014/main" id="{26BA88B8-252B-9780-0677-529ADF04D1A8}"/>
              </a:ext>
            </a:extLst>
          </p:cNvPr>
          <p:cNvSpPr>
            <a:spLocks noGrp="1"/>
          </p:cNvSpPr>
          <p:nvPr>
            <p:ph type="ftr" sz="quarter" idx="3"/>
          </p:nvPr>
        </p:nvSpPr>
        <p:spPr/>
        <p:txBody>
          <a:bodyPr/>
          <a:lstStyle/>
          <a:p>
            <a:r>
              <a:rPr lang="en-US"/>
              <a:t>Domont Consulting</a:t>
            </a:r>
            <a:endParaRPr lang="en-US" dirty="0"/>
          </a:p>
        </p:txBody>
      </p:sp>
      <p:sp>
        <p:nvSpPr>
          <p:cNvPr id="25" name="Slide Number Placeholder 24">
            <a:extLst>
              <a:ext uri="{FF2B5EF4-FFF2-40B4-BE49-F238E27FC236}">
                <a16:creationId xmlns:a16="http://schemas.microsoft.com/office/drawing/2014/main" id="{60702EFC-B37C-AD14-A3AC-0114637930AC}"/>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8" name="Footer Placeholder 7">
            <a:extLst>
              <a:ext uri="{FF2B5EF4-FFF2-40B4-BE49-F238E27FC236}">
                <a16:creationId xmlns:a16="http://schemas.microsoft.com/office/drawing/2014/main" id="{7E54C5A6-F990-37BA-E5EA-D5CD93106FC1}"/>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ECC62635-093C-9277-59D5-7972625B460D}"/>
              </a:ext>
            </a:extLst>
          </p:cNvPr>
          <p:cNvSpPr>
            <a:spLocks noGrp="1"/>
          </p:cNvSpPr>
          <p:nvPr>
            <p:ph type="sldNum" sz="quarter" idx="4"/>
          </p:nvPr>
        </p:nvSpPr>
        <p:spPr/>
        <p:txBody>
          <a:bodyPr/>
          <a:lstStyle/>
          <a:p>
            <a:fld id="{37F5C94B-8C55-478B-B509-BAE6A06B2E2A}" type="slidenum">
              <a:rPr lang="en-US" smtClean="0"/>
              <a:pPr/>
              <a:t>20</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8" name="Footer Placeholder 7">
            <a:extLst>
              <a:ext uri="{FF2B5EF4-FFF2-40B4-BE49-F238E27FC236}">
                <a16:creationId xmlns:a16="http://schemas.microsoft.com/office/drawing/2014/main" id="{8A630C35-A666-4E59-294D-C96A5D3D5AC4}"/>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6F936A86-F963-1C1C-0238-734493585414}"/>
              </a:ext>
            </a:extLst>
          </p:cNvPr>
          <p:cNvSpPr>
            <a:spLocks noGrp="1"/>
          </p:cNvSpPr>
          <p:nvPr>
            <p:ph type="sldNum" sz="quarter" idx="4"/>
          </p:nvPr>
        </p:nvSpPr>
        <p:spPr/>
        <p:txBody>
          <a:bodyPr/>
          <a:lstStyle/>
          <a:p>
            <a:fld id="{37F5C94B-8C55-478B-B509-BAE6A06B2E2A}" type="slidenum">
              <a:rPr lang="en-US" smtClean="0"/>
              <a:pPr/>
              <a:t>21</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VMlHcIhSZVjzss0GNV3yj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1_Theme3">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2.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7194</TotalTime>
  <Words>2510</Words>
  <Application>Microsoft Office PowerPoint</Application>
  <PresentationFormat>Widescreen</PresentationFormat>
  <Paragraphs>255</Paragraphs>
  <Slides>22</Slides>
  <Notes>16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1" baseType="lpstr">
      <vt:lpstr>ＭＳ Ｐゴシック</vt:lpstr>
      <vt:lpstr>Arial</vt:lpstr>
      <vt:lpstr>Arial (Body)</vt:lpstr>
      <vt:lpstr>Calibri</vt:lpstr>
      <vt:lpstr>Helvetica</vt:lpstr>
      <vt:lpstr>Lato Light</vt:lpstr>
      <vt:lpstr>Times New Roman</vt:lpstr>
      <vt:lpstr>1_Theme3</vt:lpstr>
      <vt:lpstr>think-cell Slide</vt:lpstr>
      <vt:lpstr>PowerPoint Presentation</vt:lpstr>
      <vt:lpstr>PowerPoint Presentation</vt:lpstr>
      <vt:lpstr>Introduction</vt:lpstr>
      <vt:lpstr>Customer experience is increasingly becoming a top priority for companies, as it helps improve business performance</vt:lpstr>
      <vt:lpstr>Design Thinking is the #1 approach used by Fortune 100 companies to improve customer experience</vt:lpstr>
      <vt:lpstr>Success stories of companies combining a robust customer experience strategy with a design thinking approach</vt:lpstr>
      <vt:lpstr>Success stories of companies combining a robust customer experience strategy with a design thinking approach</vt:lpstr>
      <vt:lpstr>Our tier-1 consultants created a Customer Experience Strategy &amp; Design Thinking Toolkit to help you create your own success stories</vt:lpstr>
      <vt:lpstr>Our Toolkit will help you fulfill multiple objectives</vt:lpstr>
      <vt:lpstr>Video demonstration of the Toolkit</vt:lpstr>
      <vt:lpstr>The Toolkit includes 2 sections that we have built and refined over the past 20 years through constant trial and error</vt:lpstr>
      <vt:lpstr>Small preview of the section “I. Customer Experience Strategy”</vt:lpstr>
      <vt:lpstr>Small preview of the section “II. Design Thinking Process” Phase 1 - Empathize</vt:lpstr>
      <vt:lpstr>Small preview of the section “I. Design Thinking Process” Phase 2 - Define</vt:lpstr>
      <vt:lpstr>Small preview of the section “I. Design Thinking Process” Phase 3, 4 and 5: Ideate, Protype, and Test</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2025-07-02T05:41:28Z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