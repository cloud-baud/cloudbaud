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25.xml" ContentType="application/vnd.openxmlformats-officedocument.presentationml.tags+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notesSlides/notesSlide5.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6.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7.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8.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9.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10.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11.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25"/>
  </p:notesMasterIdLst>
  <p:handoutMasterIdLst>
    <p:handoutMasterId r:id="rId26"/>
  </p:handoutMasterIdLst>
  <p:sldIdLst>
    <p:sldId id="526" r:id="rId5"/>
    <p:sldId id="528" r:id="rId6"/>
    <p:sldId id="3289" r:id="rId7"/>
    <p:sldId id="3302" r:id="rId8"/>
    <p:sldId id="2560" r:id="rId9"/>
    <p:sldId id="2162" r:id="rId10"/>
    <p:sldId id="3377" r:id="rId11"/>
    <p:sldId id="3301" r:id="rId12"/>
    <p:sldId id="3303" r:id="rId13"/>
    <p:sldId id="3304" r:id="rId14"/>
    <p:sldId id="3305" r:id="rId15"/>
    <p:sldId id="3306" r:id="rId16"/>
    <p:sldId id="3307" r:id="rId17"/>
    <p:sldId id="2338" r:id="rId18"/>
    <p:sldId id="2034" r:id="rId19"/>
    <p:sldId id="3282" r:id="rId20"/>
    <p:sldId id="1711" r:id="rId21"/>
    <p:sldId id="1598" r:id="rId22"/>
    <p:sldId id="2240" r:id="rId23"/>
    <p:sldId id="1600" r:id="rId24"/>
  </p:sldIdLst>
  <p:sldSz cx="12192000" cy="6858000"/>
  <p:notesSz cx="6858000" cy="9144000"/>
  <p:custDataLst>
    <p:tags r:id="rId2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016C2C6-BB88-41A3-AE79-158B84DD32E3}">
          <p14:sldIdLst>
            <p14:sldId id="526"/>
            <p14:sldId id="528"/>
            <p14:sldId id="3289"/>
            <p14:sldId id="3302"/>
            <p14:sldId id="2560"/>
          </p14:sldIdLst>
        </p14:section>
        <p14:section name="Toolkit overview" id="{358A7D16-3CD2-45DF-B24E-543D1A768EF4}">
          <p14:sldIdLst>
            <p14:sldId id="2162"/>
            <p14:sldId id="3377"/>
            <p14:sldId id="3301"/>
            <p14:sldId id="3303"/>
            <p14:sldId id="3304"/>
            <p14:sldId id="3305"/>
            <p14:sldId id="3306"/>
            <p14:sldId id="3307"/>
            <p14:sldId id="2338"/>
          </p14:sldIdLst>
        </p14:section>
        <p14:section name="Domont Consulting overview" id="{10B6DC02-03AE-4E5A-A864-1301491DF514}">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1F985DA-E5B7-E2D5-F2BA-A9B5C32074DF}" name="Aurelien Domont" initials="AD" userId="6da7715ce44349b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C38789-9056-4B85-8A10-93443E724780}" v="6" dt="2025-07-02T04:28:55.303"/>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p:cViewPr varScale="1">
        <p:scale>
          <a:sx n="74" d="100"/>
          <a:sy n="74" d="100"/>
        </p:scale>
        <p:origin x="374" y="271"/>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DCC38789-9056-4B85-8A10-93443E724780}"/>
    <pc:docChg chg="custSel addSld modSld">
      <pc:chgData name="Aurelien Domont" userId="6da7715ce44349b3" providerId="LiveId" clId="{DCC38789-9056-4B85-8A10-93443E724780}" dt="2025-07-02T04:29:02.219" v="10" actId="14100"/>
      <pc:docMkLst>
        <pc:docMk/>
      </pc:docMkLst>
      <pc:sldChg chg="add">
        <pc:chgData name="Aurelien Domont" userId="6da7715ce44349b3" providerId="LiveId" clId="{DCC38789-9056-4B85-8A10-93443E724780}" dt="2025-07-02T04:28:16.326" v="0"/>
        <pc:sldMkLst>
          <pc:docMk/>
          <pc:sldMk cId="4043539438" sldId="528"/>
        </pc:sldMkLst>
      </pc:sldChg>
      <pc:sldChg chg="addSp delSp modSp add mod">
        <pc:chgData name="Aurelien Domont" userId="6da7715ce44349b3" providerId="LiveId" clId="{DCC38789-9056-4B85-8A10-93443E724780}" dt="2025-07-02T04:29:02.219" v="10" actId="14100"/>
        <pc:sldMkLst>
          <pc:docMk/>
          <pc:sldMk cId="3892113266" sldId="3377"/>
        </pc:sldMkLst>
        <pc:spChg chg="mod">
          <ac:chgData name="Aurelien Domont" userId="6da7715ce44349b3" providerId="LiveId" clId="{DCC38789-9056-4B85-8A10-93443E724780}" dt="2025-07-02T04:28:25.441" v="2" actId="20577"/>
          <ac:spMkLst>
            <pc:docMk/>
            <pc:sldMk cId="3892113266" sldId="3377"/>
            <ac:spMk id="2" creationId="{80848328-A156-B728-0E7B-DBD9A3015AFF}"/>
          </ac:spMkLst>
        </pc:spChg>
        <pc:spChg chg="mod">
          <ac:chgData name="Aurelien Domont" userId="6da7715ce44349b3" providerId="LiveId" clId="{DCC38789-9056-4B85-8A10-93443E724780}" dt="2025-07-02T04:28:50.080" v="6" actId="13926"/>
          <ac:spMkLst>
            <pc:docMk/>
            <pc:sldMk cId="3892113266" sldId="3377"/>
            <ac:spMk id="14" creationId="{ABF9D4B2-53D2-60E9-FECC-79B008226F65}"/>
          </ac:spMkLst>
        </pc:spChg>
        <pc:picChg chg="add mod">
          <ac:chgData name="Aurelien Domont" userId="6da7715ce44349b3" providerId="LiveId" clId="{DCC38789-9056-4B85-8A10-93443E724780}" dt="2025-07-02T04:29:02.219" v="10" actId="14100"/>
          <ac:picMkLst>
            <pc:docMk/>
            <pc:sldMk cId="3892113266" sldId="3377"/>
            <ac:picMk id="10" creationId="{3BD3C986-E09D-DA20-6228-AFD9198E6C61}"/>
          </ac:picMkLst>
        </pc:picChg>
        <pc:picChg chg="del">
          <ac:chgData name="Aurelien Domont" userId="6da7715ce44349b3" providerId="LiveId" clId="{DCC38789-9056-4B85-8A10-93443E724780}" dt="2025-07-02T04:28:55.090" v="7" actId="478"/>
          <ac:picMkLst>
            <pc:docMk/>
            <pc:sldMk cId="3892113266" sldId="3377"/>
            <ac:picMk id="17" creationId="{1EE5AC12-F00C-61C3-8EF9-F68A052AD79D}"/>
          </ac:picMkLst>
        </pc:picChg>
      </pc:sldChg>
    </pc:docChg>
  </pc:docChgLst>
  <pc:docChgLst>
    <pc:chgData name="Aurelien Domont" userId="6da7715ce44349b3" providerId="LiveId" clId="{C3B994DB-AF37-400D-AF7F-B1D12BA6F4D5}"/>
    <pc:docChg chg="addSld delSld modSld">
      <pc:chgData name="Aurelien Domont" userId="6da7715ce44349b3" providerId="LiveId" clId="{C3B994DB-AF37-400D-AF7F-B1D12BA6F4D5}" dt="2023-11-22T03:45:32.729" v="30" actId="47"/>
      <pc:docMkLst>
        <pc:docMk/>
      </pc:docMkLst>
      <pc:sldChg chg="add del">
        <pc:chgData name="Aurelien Domont" userId="6da7715ce44349b3" providerId="LiveId" clId="{C3B994DB-AF37-400D-AF7F-B1D12BA6F4D5}" dt="2023-11-22T03:45:32.729" v="30" actId="47"/>
        <pc:sldMkLst>
          <pc:docMk/>
          <pc:sldMk cId="3761177222" sldId="2582"/>
        </pc:sldMkLst>
      </pc:sldChg>
      <pc:sldChg chg="modSp mod">
        <pc:chgData name="Aurelien Domont" userId="6da7715ce44349b3" providerId="LiveId" clId="{C3B994DB-AF37-400D-AF7F-B1D12BA6F4D5}" dt="2023-11-22T03:35:09.656" v="28" actId="20577"/>
        <pc:sldMkLst>
          <pc:docMk/>
          <pc:sldMk cId="3022687460" sldId="3295"/>
        </pc:sldMkLst>
      </pc:sld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6T23:34:49.284" v="13050" actId="5793"/>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16T23:34:49.284" v="13050" actId="5793"/>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docChgLst>
    <pc:chgData name="Aurelien Domont" userId="6da7715ce44349b3" providerId="LiveId" clId="{131BB8E8-1659-49D0-9117-5008174AAE79}"/>
    <pc:docChg chg="undo custSel addSld delSld modSld sldOrd addSection modSection replTag">
      <pc:chgData name="Aurelien Domont" userId="6da7715ce44349b3" providerId="LiveId" clId="{131BB8E8-1659-49D0-9117-5008174AAE79}" dt="2023-12-06T03:50:02.184" v="7531" actId="2"/>
      <pc:docMkLst>
        <pc:docMk/>
      </pc:docMkLst>
      <pc:sldChg chg="modSp mod">
        <pc:chgData name="Aurelien Domont" userId="6da7715ce44349b3" providerId="LiveId" clId="{131BB8E8-1659-49D0-9117-5008174AAE79}" dt="2023-12-04T23:59:52.792" v="1456" actId="20577"/>
        <pc:sldMkLst>
          <pc:docMk/>
          <pc:sldMk cId="3956982643" sldId="526"/>
        </pc:sldMkLst>
      </pc:sldChg>
      <pc:sldChg chg="addSp delSp modSp mod">
        <pc:chgData name="Aurelien Domont" userId="6da7715ce44349b3" providerId="LiveId" clId="{131BB8E8-1659-49D0-9117-5008174AAE79}" dt="2023-12-06T03:34:20.563" v="7481" actId="478"/>
        <pc:sldMkLst>
          <pc:docMk/>
          <pc:sldMk cId="3272444503" sldId="2162"/>
        </pc:sldMkLst>
      </pc:sldChg>
      <pc:sldChg chg="modSp mod">
        <pc:chgData name="Aurelien Domont" userId="6da7715ce44349b3" providerId="LiveId" clId="{131BB8E8-1659-49D0-9117-5008174AAE79}" dt="2023-12-06T03:50:02.184" v="7531" actId="2"/>
        <pc:sldMkLst>
          <pc:docMk/>
          <pc:sldMk cId="1209091634" sldId="2338"/>
        </pc:sldMkLst>
      </pc:sldChg>
      <pc:sldChg chg="add del">
        <pc:chgData name="Aurelien Domont" userId="6da7715ce44349b3" providerId="LiveId" clId="{131BB8E8-1659-49D0-9117-5008174AAE79}" dt="2023-12-06T03:11:19.292" v="6741"/>
        <pc:sldMkLst>
          <pc:docMk/>
          <pc:sldMk cId="2695188363" sldId="2416"/>
        </pc:sldMkLst>
      </pc:sldChg>
      <pc:sldChg chg="del">
        <pc:chgData name="Aurelien Domont" userId="6da7715ce44349b3" providerId="LiveId" clId="{131BB8E8-1659-49D0-9117-5008174AAE79}" dt="2023-12-06T03:14:46.543" v="6886" actId="47"/>
        <pc:sldMkLst>
          <pc:docMk/>
          <pc:sldMk cId="4078591124" sldId="2557"/>
        </pc:sldMkLst>
      </pc:sldChg>
      <pc:sldChg chg="del">
        <pc:chgData name="Aurelien Domont" userId="6da7715ce44349b3" providerId="LiveId" clId="{131BB8E8-1659-49D0-9117-5008174AAE79}" dt="2023-12-06T03:14:46.543" v="6886" actId="47"/>
        <pc:sldMkLst>
          <pc:docMk/>
          <pc:sldMk cId="2304312946" sldId="2558"/>
        </pc:sldMkLst>
      </pc:sldChg>
      <pc:sldChg chg="addSp delSp modSp mod">
        <pc:chgData name="Aurelien Domont" userId="6da7715ce44349b3" providerId="LiveId" clId="{131BB8E8-1659-49D0-9117-5008174AAE79}" dt="2023-12-06T02:40:47.968" v="5962" actId="20577"/>
        <pc:sldMkLst>
          <pc:docMk/>
          <pc:sldMk cId="862292938" sldId="2560"/>
        </pc:sldMkLst>
      </pc:sldChg>
      <pc:sldChg chg="del">
        <pc:chgData name="Aurelien Domont" userId="6da7715ce44349b3" providerId="LiveId" clId="{131BB8E8-1659-49D0-9117-5008174AAE79}" dt="2023-12-06T03:15:09.089" v="6887" actId="47"/>
        <pc:sldMkLst>
          <pc:docMk/>
          <pc:sldMk cId="416818066" sldId="3284"/>
        </pc:sldMkLst>
      </pc:sldChg>
      <pc:sldChg chg="del">
        <pc:chgData name="Aurelien Domont" userId="6da7715ce44349b3" providerId="LiveId" clId="{131BB8E8-1659-49D0-9117-5008174AAE79}" dt="2023-12-06T03:15:09.089" v="6887" actId="47"/>
        <pc:sldMkLst>
          <pc:docMk/>
          <pc:sldMk cId="498457531" sldId="3285"/>
        </pc:sldMkLst>
      </pc:sldChg>
      <pc:sldChg chg="del">
        <pc:chgData name="Aurelien Domont" userId="6da7715ce44349b3" providerId="LiveId" clId="{131BB8E8-1659-49D0-9117-5008174AAE79}" dt="2023-12-06T03:15:09.089" v="6887" actId="47"/>
        <pc:sldMkLst>
          <pc:docMk/>
          <pc:sldMk cId="2716070288" sldId="3286"/>
        </pc:sldMkLst>
      </pc:sldChg>
      <pc:sldChg chg="del">
        <pc:chgData name="Aurelien Domont" userId="6da7715ce44349b3" providerId="LiveId" clId="{131BB8E8-1659-49D0-9117-5008174AAE79}" dt="2023-12-06T03:15:09.089" v="6887" actId="47"/>
        <pc:sldMkLst>
          <pc:docMk/>
          <pc:sldMk cId="4113459810" sldId="3287"/>
        </pc:sldMkLst>
      </pc:sldChg>
      <pc:sldChg chg="modSp mod">
        <pc:chgData name="Aurelien Domont" userId="6da7715ce44349b3" providerId="LiveId" clId="{131BB8E8-1659-49D0-9117-5008174AAE79}" dt="2023-12-06T02:43:09.617" v="6029" actId="20577"/>
        <pc:sldMkLst>
          <pc:docMk/>
          <pc:sldMk cId="2246164536" sldId="3289"/>
        </pc:sldMkLst>
      </pc:sldChg>
      <pc:sldChg chg="del">
        <pc:chgData name="Aurelien Domont" userId="6da7715ce44349b3" providerId="LiveId" clId="{131BB8E8-1659-49D0-9117-5008174AAE79}" dt="2023-12-06T03:14:46.543" v="6886" actId="47"/>
        <pc:sldMkLst>
          <pc:docMk/>
          <pc:sldMk cId="3022929388" sldId="3290"/>
        </pc:sldMkLst>
      </pc:sldChg>
      <pc:sldChg chg="del">
        <pc:chgData name="Aurelien Domont" userId="6da7715ce44349b3" providerId="LiveId" clId="{131BB8E8-1659-49D0-9117-5008174AAE79}" dt="2023-12-06T03:14:46.543" v="6886" actId="47"/>
        <pc:sldMkLst>
          <pc:docMk/>
          <pc:sldMk cId="3033454792" sldId="3291"/>
        </pc:sldMkLst>
      </pc:sldChg>
      <pc:sldChg chg="del">
        <pc:chgData name="Aurelien Domont" userId="6da7715ce44349b3" providerId="LiveId" clId="{131BB8E8-1659-49D0-9117-5008174AAE79}" dt="2023-12-06T03:15:12.103" v="6888" actId="47"/>
        <pc:sldMkLst>
          <pc:docMk/>
          <pc:sldMk cId="3005508325" sldId="3292"/>
        </pc:sldMkLst>
      </pc:sldChg>
      <pc:sldChg chg="del">
        <pc:chgData name="Aurelien Domont" userId="6da7715ce44349b3" providerId="LiveId" clId="{131BB8E8-1659-49D0-9117-5008174AAE79}" dt="2023-12-06T02:24:51.479" v="3839" actId="47"/>
        <pc:sldMkLst>
          <pc:docMk/>
          <pc:sldMk cId="2839640228" sldId="3294"/>
        </pc:sldMkLst>
      </pc:sldChg>
      <pc:sldChg chg="addSp delSp modSp del mod">
        <pc:chgData name="Aurelien Domont" userId="6da7715ce44349b3" providerId="LiveId" clId="{131BB8E8-1659-49D0-9117-5008174AAE79}" dt="2023-12-05T04:37:14.092" v="2411" actId="47"/>
        <pc:sldMkLst>
          <pc:docMk/>
          <pc:sldMk cId="4290400277" sldId="3296"/>
        </pc:sldMkLst>
      </pc:sldChg>
      <pc:sldChg chg="addSp delSp modSp del mod">
        <pc:chgData name="Aurelien Domont" userId="6da7715ce44349b3" providerId="LiveId" clId="{131BB8E8-1659-49D0-9117-5008174AAE79}" dt="2023-11-30T02:16:07.089" v="1201" actId="47"/>
        <pc:sldMkLst>
          <pc:docMk/>
          <pc:sldMk cId="937810425" sldId="3297"/>
        </pc:sldMkLst>
      </pc:sldChg>
      <pc:sldChg chg="new add del">
        <pc:chgData name="Aurelien Domont" userId="6da7715ce44349b3" providerId="LiveId" clId="{131BB8E8-1659-49D0-9117-5008174AAE79}" dt="2023-11-29T04:26:43.689" v="3" actId="47"/>
        <pc:sldMkLst>
          <pc:docMk/>
          <pc:sldMk cId="1875403106" sldId="3298"/>
        </pc:sldMkLst>
      </pc:sldChg>
      <pc:sldChg chg="add del">
        <pc:chgData name="Aurelien Domont" userId="6da7715ce44349b3" providerId="LiveId" clId="{131BB8E8-1659-49D0-9117-5008174AAE79}" dt="2023-12-04T23:49:46.880" v="1312" actId="47"/>
        <pc:sldMkLst>
          <pc:docMk/>
          <pc:sldMk cId="2879702699" sldId="3298"/>
        </pc:sldMkLst>
      </pc:sldChg>
      <pc:sldChg chg="addSp delSp modSp add del mod">
        <pc:chgData name="Aurelien Domont" userId="6da7715ce44349b3" providerId="LiveId" clId="{131BB8E8-1659-49D0-9117-5008174AAE79}" dt="2023-12-04T23:49:44.130" v="1311" actId="47"/>
        <pc:sldMkLst>
          <pc:docMk/>
          <pc:sldMk cId="2969891217" sldId="3299"/>
        </pc:sldMkLst>
      </pc:sldChg>
      <pc:sldChg chg="add del">
        <pc:chgData name="Aurelien Domont" userId="6da7715ce44349b3" providerId="LiveId" clId="{131BB8E8-1659-49D0-9117-5008174AAE79}" dt="2023-12-04T23:49:21.852" v="1305" actId="47"/>
        <pc:sldMkLst>
          <pc:docMk/>
          <pc:sldMk cId="2689967887" sldId="3300"/>
        </pc:sldMkLst>
      </pc:sldChg>
      <pc:sldChg chg="addSp delSp modSp add mod ord">
        <pc:chgData name="Aurelien Domont" userId="6da7715ce44349b3" providerId="LiveId" clId="{131BB8E8-1659-49D0-9117-5008174AAE79}" dt="2023-12-06T02:41:56.237" v="6023"/>
        <pc:sldMkLst>
          <pc:docMk/>
          <pc:sldMk cId="2392440094" sldId="3301"/>
        </pc:sldMkLst>
      </pc:sldChg>
      <pc:sldChg chg="add del">
        <pc:chgData name="Aurelien Domont" userId="6da7715ce44349b3" providerId="LiveId" clId="{131BB8E8-1659-49D0-9117-5008174AAE79}" dt="2023-12-04T23:58:07.152" v="1452" actId="47"/>
        <pc:sldMkLst>
          <pc:docMk/>
          <pc:sldMk cId="649289581" sldId="3302"/>
        </pc:sldMkLst>
      </pc:sldChg>
      <pc:sldChg chg="addSp delSp modSp new add mod">
        <pc:chgData name="Aurelien Domont" userId="6da7715ce44349b3" providerId="LiveId" clId="{131BB8E8-1659-49D0-9117-5008174AAE79}" dt="2023-12-06T02:40:03.347" v="5947"/>
        <pc:sldMkLst>
          <pc:docMk/>
          <pc:sldMk cId="1393908417" sldId="3302"/>
        </pc:sldMkLst>
      </pc:sldChg>
      <pc:sldChg chg="addSp delSp modSp add del mod">
        <pc:chgData name="Aurelien Domont" userId="6da7715ce44349b3" providerId="LiveId" clId="{131BB8E8-1659-49D0-9117-5008174AAE79}" dt="2023-12-05T00:04:04.215" v="2368" actId="47"/>
        <pc:sldMkLst>
          <pc:docMk/>
          <pc:sldMk cId="2745418366" sldId="3302"/>
        </pc:sldMkLst>
      </pc:sldChg>
      <pc:sldChg chg="addSp delSp modSp add mod">
        <pc:chgData name="Aurelien Domont" userId="6da7715ce44349b3" providerId="LiveId" clId="{131BB8E8-1659-49D0-9117-5008174AAE79}" dt="2023-12-06T02:50:33.257" v="6240" actId="108"/>
        <pc:sldMkLst>
          <pc:docMk/>
          <pc:sldMk cId="348420775" sldId="3303"/>
        </pc:sldMkLst>
      </pc:sldChg>
      <pc:sldChg chg="add del">
        <pc:chgData name="Aurelien Domont" userId="6da7715ce44349b3" providerId="LiveId" clId="{131BB8E8-1659-49D0-9117-5008174AAE79}" dt="2023-12-06T02:24:53.603" v="3840" actId="47"/>
        <pc:sldMkLst>
          <pc:docMk/>
          <pc:sldMk cId="4107792550" sldId="3303"/>
        </pc:sldMkLst>
      </pc:sldChg>
      <pc:sldChg chg="addSp delSp modSp add mod">
        <pc:chgData name="Aurelien Domont" userId="6da7715ce44349b3" providerId="LiveId" clId="{131BB8E8-1659-49D0-9117-5008174AAE79}" dt="2023-12-06T02:57:13.430" v="6380" actId="108"/>
        <pc:sldMkLst>
          <pc:docMk/>
          <pc:sldMk cId="2666055795" sldId="3304"/>
        </pc:sldMkLst>
      </pc:sldChg>
      <pc:sldChg chg="addSp delSp modSp add mod">
        <pc:chgData name="Aurelien Domont" userId="6da7715ce44349b3" providerId="LiveId" clId="{131BB8E8-1659-49D0-9117-5008174AAE79}" dt="2023-12-06T03:05:01.560" v="6545" actId="207"/>
        <pc:sldMkLst>
          <pc:docMk/>
          <pc:sldMk cId="957674206" sldId="3305"/>
        </pc:sldMkLst>
      </pc:sldChg>
      <pc:sldChg chg="addSp delSp modSp add mod">
        <pc:chgData name="Aurelien Domont" userId="6da7715ce44349b3" providerId="LiveId" clId="{131BB8E8-1659-49D0-9117-5008174AAE79}" dt="2023-12-06T03:10:06.478" v="6731" actId="207"/>
        <pc:sldMkLst>
          <pc:docMk/>
          <pc:sldMk cId="3006714839" sldId="3306"/>
        </pc:sldMkLst>
      </pc:sldChg>
      <pc:sldChg chg="addSp delSp modSp add mod">
        <pc:chgData name="Aurelien Domont" userId="6da7715ce44349b3" providerId="LiveId" clId="{131BB8E8-1659-49D0-9117-5008174AAE79}" dt="2023-12-06T03:14:29.748" v="6885" actId="108"/>
        <pc:sldMkLst>
          <pc:docMk/>
          <pc:sldMk cId="130198696" sldId="3307"/>
        </pc:sldMkLst>
      </pc:sldChg>
      <pc:sldChg chg="add del">
        <pc:chgData name="Aurelien Domont" userId="6da7715ce44349b3" providerId="LiveId" clId="{131BB8E8-1659-49D0-9117-5008174AAE79}" dt="2023-12-06T02:46:31.372" v="6191" actId="47"/>
        <pc:sldMkLst>
          <pc:docMk/>
          <pc:sldMk cId="3150484292" sldId="3308"/>
        </pc:sldMkLst>
      </pc:sldChg>
    </pc:docChg>
  </pc:docChgLst>
  <pc:docChgLst>
    <pc:chgData name="Aurelien Domont" userId="6da7715ce44349b3" providerId="LiveId" clId="{22309527-0B3F-4103-B55C-3A02DE10C806}"/>
    <pc:docChg chg="custSel addSld delSld modSld modSection replTag">
      <pc:chgData name="Aurelien Domont" userId="6da7715ce44349b3" providerId="LiveId" clId="{22309527-0B3F-4103-B55C-3A02DE10C806}" dt="2024-05-13T04:09:28.080" v="278" actId="20577"/>
      <pc:docMkLst>
        <pc:docMk/>
      </pc:docMkLst>
      <pc:sldChg chg="modSp mod">
        <pc:chgData name="Aurelien Domont" userId="6da7715ce44349b3" providerId="LiveId" clId="{22309527-0B3F-4103-B55C-3A02DE10C806}" dt="2024-02-06T01:55:22.793" v="37" actId="1035"/>
        <pc:sldMkLst>
          <pc:docMk/>
          <pc:sldMk cId="3956982643" sldId="526"/>
        </pc:sldMkLst>
      </pc:sldChg>
      <pc:sldChg chg="modSp mod">
        <pc:chgData name="Aurelien Domont" userId="6da7715ce44349b3" providerId="LiveId" clId="{22309527-0B3F-4103-B55C-3A02DE10C806}" dt="2024-02-12T05:46:41.812" v="39" actId="20577"/>
        <pc:sldMkLst>
          <pc:docMk/>
          <pc:sldMk cId="3272444503" sldId="2162"/>
        </pc:sldMkLst>
      </pc:sldChg>
      <pc:sldChg chg="modSp mod">
        <pc:chgData name="Aurelien Domont" userId="6da7715ce44349b3" providerId="LiveId" clId="{22309527-0B3F-4103-B55C-3A02DE10C806}" dt="2024-05-13T04:09:28.080" v="278" actId="20577"/>
        <pc:sldMkLst>
          <pc:docMk/>
          <pc:sldMk cId="1209091634" sldId="2338"/>
        </pc:sldMkLst>
      </pc:sldChg>
      <pc:sldChg chg="addSp delSp modSp mod">
        <pc:chgData name="Aurelien Domont" userId="6da7715ce44349b3" providerId="LiveId" clId="{22309527-0B3F-4103-B55C-3A02DE10C806}" dt="2024-04-10T02:19:31.639" v="274"/>
        <pc:sldMkLst>
          <pc:docMk/>
          <pc:sldMk cId="862292938" sldId="2560"/>
        </pc:sldMkLst>
      </pc:sldChg>
      <pc:sldChg chg="modSp mod">
        <pc:chgData name="Aurelien Domont" userId="6da7715ce44349b3" providerId="LiveId" clId="{22309527-0B3F-4103-B55C-3A02DE10C806}" dt="2023-12-14T03:50:44.331" v="18" actId="20577"/>
        <pc:sldMkLst>
          <pc:docMk/>
          <pc:sldMk cId="2246164536" sldId="3289"/>
        </pc:sldMkLst>
      </pc:sldChg>
      <pc:sldChg chg="modSp mod">
        <pc:chgData name="Aurelien Domont" userId="6da7715ce44349b3" providerId="LiveId" clId="{22309527-0B3F-4103-B55C-3A02DE10C806}" dt="2024-02-02T04:58:56.319" v="23" actId="20577"/>
        <pc:sldMkLst>
          <pc:docMk/>
          <pc:sldMk cId="2392440094" sldId="3301"/>
        </pc:sldMkLst>
      </pc:sldChg>
      <pc:sldChg chg="addSp modSp">
        <pc:chgData name="Aurelien Domont" userId="6da7715ce44349b3" providerId="LiveId" clId="{22309527-0B3F-4103-B55C-3A02DE10C806}" dt="2023-12-15T02:49:24.092" v="19"/>
        <pc:sldMkLst>
          <pc:docMk/>
          <pc:sldMk cId="1393908417" sldId="3302"/>
        </pc:sldMkLst>
      </pc:sldChg>
      <pc:sldChg chg="addSp modSp add del mod">
        <pc:chgData name="Aurelien Domont" userId="6da7715ce44349b3" providerId="LiveId" clId="{22309527-0B3F-4103-B55C-3A02DE10C806}" dt="2023-12-06T04:09:45.175" v="4" actId="47"/>
        <pc:sldMkLst>
          <pc:docMk/>
          <pc:sldMk cId="2283142339" sldId="3308"/>
        </pc:sldMkLst>
      </pc:sldChg>
    </pc:docChg>
  </pc:docChgLst>
  <pc:docChgLst>
    <pc:chgData name="Aurelien Domont" userId="6da7715ce44349b3" providerId="LiveId" clId="{9149B00E-810E-48AB-9153-54C78195225C}"/>
    <pc:docChg chg="undo custSel addSld delSld modSld sldOrd replTag">
      <pc:chgData name="Aurelien Domont" userId="6da7715ce44349b3" providerId="LiveId" clId="{9149B00E-810E-48AB-9153-54C78195225C}" dt="2023-11-24T06:13:39.326" v="7283" actId="20577"/>
      <pc:docMkLst>
        <pc:docMk/>
      </pc:docMkLst>
      <pc:sldChg chg="addSp delSp modSp mod">
        <pc:chgData name="Aurelien Domont" userId="6da7715ce44349b3" providerId="LiveId" clId="{9149B00E-810E-48AB-9153-54C78195225C}" dt="2023-11-22T02:03:24.035" v="6234"/>
        <pc:sldMkLst>
          <pc:docMk/>
          <pc:sldMk cId="3956982643" sldId="526"/>
        </pc:sldMkLst>
      </pc:sldChg>
      <pc:sldChg chg="modSp add del mod modClrScheme chgLayout">
        <pc:chgData name="Aurelien Domont" userId="6da7715ce44349b3" providerId="LiveId" clId="{9149B00E-810E-48AB-9153-54C78195225C}" dt="2023-11-22T22:16:33.778" v="6364" actId="2696"/>
        <pc:sldMkLst>
          <pc:docMk/>
          <pc:sldMk cId="2244843449" sldId="1784"/>
        </pc:sldMkLst>
      </pc:sldChg>
      <pc:sldChg chg="modSp add del mod modClrScheme chgLayout">
        <pc:chgData name="Aurelien Domont" userId="6da7715ce44349b3" providerId="LiveId" clId="{9149B00E-810E-48AB-9153-54C78195225C}" dt="2023-11-22T22:16:33.778" v="6364" actId="2696"/>
        <pc:sldMkLst>
          <pc:docMk/>
          <pc:sldMk cId="2407825212" sldId="1785"/>
        </pc:sldMkLst>
      </pc:sldChg>
      <pc:sldChg chg="modSp add del mod modClrScheme chgLayout">
        <pc:chgData name="Aurelien Domont" userId="6da7715ce44349b3" providerId="LiveId" clId="{9149B00E-810E-48AB-9153-54C78195225C}" dt="2023-11-22T22:16:33.778" v="6364" actId="2696"/>
        <pc:sldMkLst>
          <pc:docMk/>
          <pc:sldMk cId="3394244967" sldId="1786"/>
        </pc:sldMkLst>
      </pc:sldChg>
      <pc:sldChg chg="addSp modSp mod ord">
        <pc:chgData name="Aurelien Domont" userId="6da7715ce44349b3" providerId="LiveId" clId="{9149B00E-810E-48AB-9153-54C78195225C}" dt="2023-11-22T00:23:50.916" v="6023" actId="1076"/>
        <pc:sldMkLst>
          <pc:docMk/>
          <pc:sldMk cId="3272444503" sldId="2162"/>
        </pc:sldMkLst>
      </pc:sldChg>
      <pc:sldChg chg="modSp add del mod ord modClrScheme chgLayout">
        <pc:chgData name="Aurelien Domont" userId="6da7715ce44349b3" providerId="LiveId" clId="{9149B00E-810E-48AB-9153-54C78195225C}" dt="2023-11-22T00:10:49.077" v="4822" actId="47"/>
        <pc:sldMkLst>
          <pc:docMk/>
          <pc:sldMk cId="3015462381" sldId="2195"/>
        </pc:sldMkLst>
      </pc:sldChg>
      <pc:sldChg chg="delSp modSp add del mod modClrScheme chgLayout">
        <pc:chgData name="Aurelien Domont" userId="6da7715ce44349b3" providerId="LiveId" clId="{9149B00E-810E-48AB-9153-54C78195225C}" dt="2023-11-22T22:16:33.778" v="6364" actId="2696"/>
        <pc:sldMkLst>
          <pc:docMk/>
          <pc:sldMk cId="1636293053" sldId="2206"/>
        </pc:sldMkLst>
      </pc:sldChg>
      <pc:sldChg chg="delSp modSp add del mod modClrScheme chgLayout">
        <pc:chgData name="Aurelien Domont" userId="6da7715ce44349b3" providerId="LiveId" clId="{9149B00E-810E-48AB-9153-54C78195225C}" dt="2023-11-22T22:16:33.778" v="6364" actId="2696"/>
        <pc:sldMkLst>
          <pc:docMk/>
          <pc:sldMk cId="1868381863" sldId="2207"/>
        </pc:sldMkLst>
      </pc:sldChg>
      <pc:sldChg chg="del">
        <pc:chgData name="Aurelien Domont" userId="6da7715ce44349b3" providerId="LiveId" clId="{9149B00E-810E-48AB-9153-54C78195225C}" dt="2023-11-22T00:20:46.796" v="5445" actId="47"/>
        <pc:sldMkLst>
          <pc:docMk/>
          <pc:sldMk cId="3871908814" sldId="2559"/>
        </pc:sldMkLst>
      </pc:sldChg>
      <pc:sldChg chg="addSp delSp modSp mod ord">
        <pc:chgData name="Aurelien Domont" userId="6da7715ce44349b3" providerId="LiveId" clId="{9149B00E-810E-48AB-9153-54C78195225C}" dt="2023-11-22T00:22:54.262" v="6014" actId="20577"/>
        <pc:sldMkLst>
          <pc:docMk/>
          <pc:sldMk cId="862292938" sldId="2560"/>
        </pc:sldMkLst>
      </pc:sldChg>
      <pc:sldChg chg="addSp delSp modSp del mod ord">
        <pc:chgData name="Aurelien Domont" userId="6da7715ce44349b3" providerId="LiveId" clId="{9149B00E-810E-48AB-9153-54C78195225C}" dt="2023-11-22T00:36:45.694" v="6222" actId="47"/>
        <pc:sldMkLst>
          <pc:docMk/>
          <pc:sldMk cId="3906540847" sldId="2561"/>
        </pc:sldMkLst>
      </pc:sldChg>
      <pc:sldChg chg="add del ord">
        <pc:chgData name="Aurelien Domont" userId="6da7715ce44349b3" providerId="LiveId" clId="{9149B00E-810E-48AB-9153-54C78195225C}" dt="2023-11-22T00:36:48" v="6223" actId="47"/>
        <pc:sldMkLst>
          <pc:docMk/>
          <pc:sldMk cId="3357917663" sldId="2590"/>
        </pc:sldMkLst>
      </pc:sldChg>
      <pc:sldChg chg="modSp mod ord">
        <pc:chgData name="Aurelien Domont" userId="6da7715ce44349b3" providerId="LiveId" clId="{9149B00E-810E-48AB-9153-54C78195225C}" dt="2023-11-21T23:56:24.281" v="184" actId="20577"/>
        <pc:sldMkLst>
          <pc:docMk/>
          <pc:sldMk cId="2246164536" sldId="3289"/>
        </pc:sldMkLst>
      </pc:sldChg>
      <pc:sldChg chg="new add">
        <pc:chgData name="Aurelien Domont" userId="6da7715ce44349b3" providerId="LiveId" clId="{9149B00E-810E-48AB-9153-54C78195225C}" dt="2023-11-21T23:49:39.101" v="9"/>
        <pc:sldMkLst>
          <pc:docMk/>
          <pc:sldMk cId="3005508325" sldId="3292"/>
        </pc:sldMkLst>
      </pc:sldChg>
      <pc:sldChg chg="addSp delSp modSp add del mod">
        <pc:chgData name="Aurelien Domont" userId="6da7715ce44349b3" providerId="LiveId" clId="{9149B00E-810E-48AB-9153-54C78195225C}" dt="2023-11-22T00:10:40.664" v="4821" actId="47"/>
        <pc:sldMkLst>
          <pc:docMk/>
          <pc:sldMk cId="2515676013" sldId="3293"/>
        </pc:sldMkLst>
      </pc:sldChg>
      <pc:sldChg chg="addSp delSp modSp add mod">
        <pc:chgData name="Aurelien Domont" userId="6da7715ce44349b3" providerId="LiveId" clId="{9149B00E-810E-48AB-9153-54C78195225C}" dt="2023-11-22T00:20:39.591" v="5444" actId="20577"/>
        <pc:sldMkLst>
          <pc:docMk/>
          <pc:sldMk cId="2839640228" sldId="3294"/>
        </pc:sldMkLst>
      </pc:sldChg>
      <pc:sldChg chg="addSp delSp modSp add del mod addCm delCm modCm modNotesTx">
        <pc:chgData name="Aurelien Domont" userId="6da7715ce44349b3" providerId="LiveId" clId="{9149B00E-810E-48AB-9153-54C78195225C}" dt="2023-11-24T06:13:17.339" v="7267" actId="47"/>
        <pc:sldMkLst>
          <pc:docMk/>
          <pc:sldMk cId="3022687460" sldId="3295"/>
        </pc:sldMkLst>
        <pc:extLst>
          <p:ext xmlns:p="http://schemas.openxmlformats.org/presentationml/2006/main" uri="{D6D511B9-2390-475A-947B-AFAB55BFBCF1}">
            <pc226:cmChg xmlns:pc226="http://schemas.microsoft.com/office/powerpoint/2022/06/main/command" chg="add del mod">
              <pc226:chgData name="Aurelien Domont" userId="6da7715ce44349b3" providerId="LiveId" clId="{9149B00E-810E-48AB-9153-54C78195225C}" dt="2023-11-23T05:24:17.613" v="6438"/>
              <pc2:cmMkLst xmlns:pc2="http://schemas.microsoft.com/office/powerpoint/2019/9/main/command">
                <pc:docMk/>
                <pc:sldMk cId="3022687460" sldId="3295"/>
                <pc2:cmMk id="{781ABA62-B7B8-46A1-98B5-7C672E33ADD1}"/>
              </pc2:cmMkLst>
            </pc226:cmChg>
          </p:ext>
        </pc:extLst>
      </pc:sldChg>
      <pc:sldChg chg="add del">
        <pc:chgData name="Aurelien Domont" userId="6da7715ce44349b3" providerId="LiveId" clId="{9149B00E-810E-48AB-9153-54C78195225C}" dt="2023-11-22T00:28:10.398" v="6092"/>
        <pc:sldMkLst>
          <pc:docMk/>
          <pc:sldMk cId="1732872127" sldId="3296"/>
        </pc:sldMkLst>
      </pc:sldChg>
      <pc:sldChg chg="addSp delSp modSp add del mod">
        <pc:chgData name="Aurelien Domont" userId="6da7715ce44349b3" providerId="LiveId" clId="{9149B00E-810E-48AB-9153-54C78195225C}" dt="2023-11-22T00:36:42.977" v="6221" actId="47"/>
        <pc:sldMkLst>
          <pc:docMk/>
          <pc:sldMk cId="2874432511" sldId="3296"/>
        </pc:sldMkLst>
      </pc:sldChg>
      <pc:sldChg chg="delSp modSp add mod">
        <pc:chgData name="Aurelien Domont" userId="6da7715ce44349b3" providerId="LiveId" clId="{9149B00E-810E-48AB-9153-54C78195225C}" dt="2023-11-23T06:59:09.081" v="6702" actId="5793"/>
        <pc:sldMkLst>
          <pc:docMk/>
          <pc:sldMk cId="4290400277" sldId="3296"/>
        </pc:sldMkLst>
      </pc:sldChg>
      <pc:sldChg chg="addSp delSp modSp add mod ord">
        <pc:chgData name="Aurelien Domont" userId="6da7715ce44349b3" providerId="LiveId" clId="{9149B00E-810E-48AB-9153-54C78195225C}" dt="2023-11-24T06:13:39.326" v="7283" actId="20577"/>
        <pc:sldMkLst>
          <pc:docMk/>
          <pc:sldMk cId="937810425" sldId="3297"/>
        </pc:sldMkLst>
      </pc:sldChg>
      <pc:sldMasterChg chg="delSldLayout">
        <pc:chgData name="Aurelien Domont" userId="6da7715ce44349b3" providerId="LiveId" clId="{9149B00E-810E-48AB-9153-54C78195225C}" dt="2023-11-21T23:57:54.169" v="192" actId="2696"/>
        <pc:sldMasterMkLst>
          <pc:docMk/>
          <pc:sldMasterMk cId="3482721130" sldId="2147483828"/>
        </pc:sldMasterMkLst>
        <pc:sldLayoutChg chg="del">
          <pc:chgData name="Aurelien Domont" userId="6da7715ce44349b3" providerId="LiveId" clId="{9149B00E-810E-48AB-9153-54C78195225C}" dt="2023-11-21T23:57:54.169" v="192" actId="2696"/>
          <pc:sldLayoutMkLst>
            <pc:docMk/>
            <pc:sldMasterMk cId="3482721130" sldId="2147483828"/>
            <pc:sldLayoutMk cId="2253346866" sldId="2147483836"/>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596880623875225E-2"/>
          <c:y val="0.13006756756756757"/>
          <c:w val="0.96880623875224958"/>
          <c:h val="0.77744932432432434"/>
        </c:manualLayout>
      </c:layout>
      <c:barChart>
        <c:barDir val="col"/>
        <c:grouping val="stacked"/>
        <c:varyColors val="0"/>
        <c:ser>
          <c:idx val="0"/>
          <c:order val="0"/>
          <c:spPr>
            <a:solidFill>
              <a:schemeClr val="accent1"/>
            </a:solidFill>
            <a:ln>
              <a:noFill/>
            </a:ln>
          </c:spPr>
          <c:invertIfNegative val="0"/>
          <c:dPt>
            <c:idx val="1"/>
            <c:invertIfNegative val="0"/>
            <c:bubble3D val="0"/>
            <c:spPr>
              <a:solidFill>
                <a:schemeClr val="accent2"/>
              </a:solidFill>
              <a:ln>
                <a:noFill/>
              </a:ln>
            </c:spPr>
            <c:extLst>
              <c:ext xmlns:c16="http://schemas.microsoft.com/office/drawing/2014/chart" uri="{C3380CC4-5D6E-409C-BE32-E72D297353CC}">
                <c16:uniqueId val="{00000000-6A06-400D-8292-9F0E0B673376}"/>
              </c:ext>
            </c:extLst>
          </c:dPt>
          <c:dLbls>
            <c:dLbl>
              <c:idx val="0"/>
              <c:layout>
                <c:manualLayout>
                  <c:x val="0"/>
                  <c:y val="-0.2043918918918918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6A06-400D-8292-9F0E0B673376}"/>
                </c:ext>
              </c:extLst>
            </c:dLbl>
            <c:dLbl>
              <c:idx val="1"/>
              <c:layout>
                <c:manualLayout>
                  <c:x val="0"/>
                  <c:y val="-0.4265202702702702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A06-400D-8292-9F0E0B67337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30</c:v>
                </c:pt>
                <c:pt idx="1">
                  <c:v>70</c:v>
                </c:pt>
              </c:numCache>
            </c:numRef>
          </c:val>
          <c:extLst>
            <c:ext xmlns:c16="http://schemas.microsoft.com/office/drawing/2014/chart" uri="{C3380CC4-5D6E-409C-BE32-E72D297353CC}">
              <c16:uniqueId val="{00000002-6A06-400D-8292-9F0E0B673376}"/>
            </c:ext>
          </c:extLst>
        </c:ser>
        <c:dLbls>
          <c:showLegendKey val="0"/>
          <c:showVal val="0"/>
          <c:showCatName val="0"/>
          <c:showSerName val="0"/>
          <c:showPercent val="0"/>
          <c:showBubbleSize val="0"/>
        </c:dLbls>
        <c:gapWidth val="80"/>
        <c:overlap val="100"/>
        <c:axId val="901384672"/>
        <c:axId val="1"/>
      </c:barChart>
      <c:catAx>
        <c:axId val="90138467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0"/>
          <c:min val="0"/>
        </c:scaling>
        <c:delete val="1"/>
        <c:axPos val="l"/>
        <c:numFmt formatCode="General" sourceLinked="1"/>
        <c:majorTickMark val="out"/>
        <c:minorTickMark val="none"/>
        <c:tickLblPos val="nextTo"/>
        <c:crossAx val="901384672"/>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554890816631767E-2"/>
          <c:y val="0.13006756756756757"/>
          <c:w val="0.9688902183667365"/>
          <c:h val="0.77744932432432434"/>
        </c:manualLayout>
      </c:layout>
      <c:barChart>
        <c:barDir val="col"/>
        <c:grouping val="stacked"/>
        <c:varyColors val="0"/>
        <c:ser>
          <c:idx val="0"/>
          <c:order val="0"/>
          <c:spPr>
            <a:solidFill>
              <a:schemeClr val="accent1"/>
            </a:solidFill>
            <a:ln>
              <a:noFill/>
            </a:ln>
          </c:spPr>
          <c:invertIfNegative val="0"/>
          <c:dPt>
            <c:idx val="3"/>
            <c:invertIfNegative val="0"/>
            <c:bubble3D val="0"/>
            <c:spPr>
              <a:solidFill>
                <a:schemeClr val="accent2"/>
              </a:solidFill>
              <a:ln>
                <a:noFill/>
              </a:ln>
            </c:spPr>
            <c:extLst>
              <c:ext xmlns:c16="http://schemas.microsoft.com/office/drawing/2014/chart" uri="{C3380CC4-5D6E-409C-BE32-E72D297353CC}">
                <c16:uniqueId val="{00000000-BA68-4DAC-9905-7D3DEDCBDA2F}"/>
              </c:ext>
            </c:extLst>
          </c:dPt>
          <c:dLbls>
            <c:dLbl>
              <c:idx val="0"/>
              <c:layout>
                <c:manualLayout>
                  <c:x val="0"/>
                  <c:y val="-0.10515202702702703"/>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A68-4DAC-9905-7D3DEDCBDA2F}"/>
                </c:ext>
              </c:extLst>
            </c:dLbl>
            <c:dLbl>
              <c:idx val="1"/>
              <c:layout>
                <c:manualLayout>
                  <c:x val="0"/>
                  <c:y val="-0.22423986486486486"/>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BA68-4DAC-9905-7D3DEDCBDA2F}"/>
                </c:ext>
              </c:extLst>
            </c:dLbl>
            <c:dLbl>
              <c:idx val="2"/>
              <c:layout>
                <c:manualLayout>
                  <c:x val="0"/>
                  <c:y val="-0.1423141891891892"/>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A68-4DAC-9905-7D3DEDCBDA2F}"/>
                </c:ext>
              </c:extLst>
            </c:dLbl>
            <c:dLbl>
              <c:idx val="3"/>
              <c:layout>
                <c:manualLayout>
                  <c:x val="0"/>
                  <c:y val="-0.42652027027027029"/>
                </c:manualLayout>
              </c:layout>
              <c:numFmt formatCode="#,##0&quot;%&quot;;&quot;-&quot;#,##0&quot;%&quot;" sourceLinked="0"/>
              <c:spPr>
                <a:noFill/>
                <a:ln>
                  <a:noFill/>
                </a:ln>
              </c:spPr>
              <c:txPr>
                <a:bodyPr wrap="none"/>
                <a:lstStyle/>
                <a:p>
                  <a:pPr>
                    <a:defRPr sz="16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A68-4DAC-9905-7D3DEDCBDA2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9</c:v>
                </c:pt>
                <c:pt idx="1">
                  <c:v>25</c:v>
                </c:pt>
                <c:pt idx="2">
                  <c:v>14.000000000000002</c:v>
                </c:pt>
                <c:pt idx="3">
                  <c:v>52</c:v>
                </c:pt>
              </c:numCache>
            </c:numRef>
          </c:val>
          <c:extLst>
            <c:ext xmlns:c16="http://schemas.microsoft.com/office/drawing/2014/chart" uri="{C3380CC4-5D6E-409C-BE32-E72D297353CC}">
              <c16:uniqueId val="{00000004-BA68-4DAC-9905-7D3DEDCBDA2F}"/>
            </c:ext>
          </c:extLst>
        </c:ser>
        <c:dLbls>
          <c:showLegendKey val="0"/>
          <c:showVal val="0"/>
          <c:showCatName val="0"/>
          <c:showSerName val="0"/>
          <c:showPercent val="0"/>
          <c:showBubbleSize val="0"/>
        </c:dLbls>
        <c:gapWidth val="80"/>
        <c:overlap val="100"/>
        <c:axId val="901381792"/>
        <c:axId val="1"/>
      </c:barChart>
      <c:catAx>
        <c:axId val="9013817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2"/>
          <c:min val="0"/>
        </c:scaling>
        <c:delete val="1"/>
        <c:axPos val="l"/>
        <c:numFmt formatCode="General" sourceLinked="1"/>
        <c:majorTickMark val="out"/>
        <c:minorTickMark val="none"/>
        <c:tickLblPos val="nextTo"/>
        <c:crossAx val="901381792"/>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4292223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6</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8</a:t>
            </a:fld>
            <a:endParaRPr lang="en-US" dirty="0"/>
          </a:p>
        </p:txBody>
      </p:sp>
    </p:spTree>
    <p:extLst>
      <p:ext uri="{BB962C8B-B14F-4D97-AF65-F5344CB8AC3E}">
        <p14:creationId xmlns:p14="http://schemas.microsoft.com/office/powerpoint/2010/main" val="3945602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14</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15</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17</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18</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19</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6.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hyperlink" Target="https://youtu.be/Lei_2L1R5vs" TargetMode="External"/><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5" Type="http://schemas.openxmlformats.org/officeDocument/2006/relationships/image" Target="../media/image14.png"/><Relationship Id="rId10" Type="http://schemas.openxmlformats.org/officeDocument/2006/relationships/image" Target="../media/image10.png"/><Relationship Id="rId4" Type="http://schemas.openxmlformats.org/officeDocument/2006/relationships/oleObject" Target="../embeddings/oleObject7.bin"/><Relationship Id="rId9" Type="http://schemas.openxmlformats.org/officeDocument/2006/relationships/image" Target="../media/image9.pn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5.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8.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chart" Target="../charts/chart1.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17.emf"/><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oleObject" Target="../embeddings/oleObject9.bin"/><Relationship Id="rId5" Type="http://schemas.openxmlformats.org/officeDocument/2006/relationships/tags" Target="../tags/tag20.xml"/><Relationship Id="rId10" Type="http://schemas.openxmlformats.org/officeDocument/2006/relationships/slideLayout" Target="../slideLayouts/slideLayout1.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chart" Target="../charts/chart2.xml"/></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slideLayout" Target="../slideLayouts/slideLayout1.xml"/><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tags" Target="../tags/tag26.xml"/><Relationship Id="rId16" Type="http://schemas.openxmlformats.org/officeDocument/2006/relationships/image" Target="../media/image27.svg"/><Relationship Id="rId20" Type="http://schemas.openxmlformats.org/officeDocument/2006/relationships/image" Target="../media/image31.svg"/><Relationship Id="rId1" Type="http://schemas.openxmlformats.org/officeDocument/2006/relationships/tags" Target="../tags/tag25.xml"/><Relationship Id="rId6" Type="http://schemas.openxmlformats.org/officeDocument/2006/relationships/image" Target="../media/image3.emf"/><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oleObject" Target="../embeddings/oleObject10.bin"/><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svg"/><Relationship Id="rId19" Type="http://schemas.openxmlformats.org/officeDocument/2006/relationships/image" Target="../media/image30.png"/><Relationship Id="rId4" Type="http://schemas.openxmlformats.org/officeDocument/2006/relationships/notesSlide" Target="../notesSlides/notesSlide4.xml"/><Relationship Id="rId9" Type="http://schemas.openxmlformats.org/officeDocument/2006/relationships/image" Target="../media/image20.png"/><Relationship Id="rId14" Type="http://schemas.openxmlformats.org/officeDocument/2006/relationships/image" Target="../media/image25.svg"/><Relationship Id="rId22" Type="http://schemas.openxmlformats.org/officeDocument/2006/relationships/image" Target="../media/image3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27.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38.png"/><Relationship Id="rId2" Type="http://schemas.openxmlformats.org/officeDocument/2006/relationships/slideLayout" Target="../slideLayouts/slideLayout1.xml"/><Relationship Id="rId1" Type="http://schemas.openxmlformats.org/officeDocument/2006/relationships/tags" Target="../tags/tag28.xml"/><Relationship Id="rId6" Type="http://schemas.openxmlformats.org/officeDocument/2006/relationships/image" Target="../media/image37.png"/><Relationship Id="rId5" Type="http://schemas.openxmlformats.org/officeDocument/2006/relationships/hyperlink" Target="https://youtu.be/xEyGB451XAY" TargetMode="Externa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3" Type="http://schemas.openxmlformats.org/officeDocument/2006/relationships/notesSlide" Target="../notesSlides/notesSlide6.xml"/><Relationship Id="rId7" Type="http://schemas.openxmlformats.org/officeDocument/2006/relationships/image" Target="../media/image40.svg"/><Relationship Id="rId12" Type="http://schemas.openxmlformats.org/officeDocument/2006/relationships/image" Target="../media/image45.png"/><Relationship Id="rId2" Type="http://schemas.openxmlformats.org/officeDocument/2006/relationships/slideLayout" Target="../slideLayouts/slideLayout1.xml"/><Relationship Id="rId1" Type="http://schemas.openxmlformats.org/officeDocument/2006/relationships/tags" Target="../tags/tag29.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3.emf"/><Relationship Id="rId10" Type="http://schemas.openxmlformats.org/officeDocument/2006/relationships/image" Target="../media/image43.png"/><Relationship Id="rId4" Type="http://schemas.openxmlformats.org/officeDocument/2006/relationships/oleObject" Target="../embeddings/oleObject13.bin"/><Relationship Id="rId9" Type="http://schemas.openxmlformats.org/officeDocument/2006/relationships/image" Target="../media/image42.svg"/></Relationships>
</file>

<file path=ppt/slides/_rels/slide9.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7.png"/><Relationship Id="rId3" Type="http://schemas.openxmlformats.org/officeDocument/2006/relationships/oleObject" Target="../embeddings/oleObject14.bin"/><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slideLayout" Target="../slideLayouts/slideLayout1.xml"/><Relationship Id="rId1" Type="http://schemas.openxmlformats.org/officeDocument/2006/relationships/tags" Target="../tags/tag30.xml"/><Relationship Id="rId6" Type="http://schemas.openxmlformats.org/officeDocument/2006/relationships/image" Target="../media/image40.svg"/><Relationship Id="rId11" Type="http://schemas.openxmlformats.org/officeDocument/2006/relationships/image" Target="../media/image51.png"/><Relationship Id="rId5" Type="http://schemas.openxmlformats.org/officeDocument/2006/relationships/image" Target="../media/image39.png"/><Relationship Id="rId15" Type="http://schemas.openxmlformats.org/officeDocument/2006/relationships/image" Target="../media/image9.png"/><Relationship Id="rId10" Type="http://schemas.openxmlformats.org/officeDocument/2006/relationships/image" Target="../media/image50.svg"/><Relationship Id="rId4" Type="http://schemas.openxmlformats.org/officeDocument/2006/relationships/image" Target="../media/image3.emf"/><Relationship Id="rId9" Type="http://schemas.openxmlformats.org/officeDocument/2006/relationships/image" Target="../media/image49.png"/><Relationship Id="rId14"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49.png"/><Relationship Id="rId3" Type="http://schemas.openxmlformats.org/officeDocument/2006/relationships/oleObject" Target="../embeddings/oleObject15.bin"/><Relationship Id="rId7" Type="http://schemas.openxmlformats.org/officeDocument/2006/relationships/hyperlink" Target="https://youtu.be/Lei_2L1R5vs" TargetMode="External"/><Relationship Id="rId12" Type="http://schemas.openxmlformats.org/officeDocument/2006/relationships/image" Target="../media/image42.svg"/><Relationship Id="rId2" Type="http://schemas.openxmlformats.org/officeDocument/2006/relationships/slideLayout" Target="../slideLayouts/slideLayout1.xml"/><Relationship Id="rId16" Type="http://schemas.openxmlformats.org/officeDocument/2006/relationships/image" Target="../media/image52.svg"/><Relationship Id="rId1" Type="http://schemas.openxmlformats.org/officeDocument/2006/relationships/tags" Target="../tags/tag31.xml"/><Relationship Id="rId6" Type="http://schemas.openxmlformats.org/officeDocument/2006/relationships/image" Target="../media/image11.png"/><Relationship Id="rId11" Type="http://schemas.openxmlformats.org/officeDocument/2006/relationships/image" Target="../media/image41.png"/><Relationship Id="rId5" Type="http://schemas.openxmlformats.org/officeDocument/2006/relationships/image" Target="../media/image10.png"/><Relationship Id="rId15" Type="http://schemas.openxmlformats.org/officeDocument/2006/relationships/image" Target="../media/image51.png"/><Relationship Id="rId10" Type="http://schemas.openxmlformats.org/officeDocument/2006/relationships/image" Target="../media/image54.svg"/><Relationship Id="rId4" Type="http://schemas.openxmlformats.org/officeDocument/2006/relationships/image" Target="../media/image3.emf"/><Relationship Id="rId9" Type="http://schemas.openxmlformats.org/officeDocument/2006/relationships/image" Target="../media/image53.png"/><Relationship Id="rId14" Type="http://schemas.openxmlformats.org/officeDocument/2006/relationships/image" Target="../media/image50.svg"/></Relationships>
</file>

<file path=ppt/slides/_rels/slide11.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svg"/><Relationship Id="rId3" Type="http://schemas.openxmlformats.org/officeDocument/2006/relationships/oleObject" Target="../embeddings/oleObject16.bin"/><Relationship Id="rId7" Type="http://schemas.openxmlformats.org/officeDocument/2006/relationships/image" Target="../media/image54.svg"/><Relationship Id="rId12" Type="http://schemas.openxmlformats.org/officeDocument/2006/relationships/image" Target="../media/image51.png"/><Relationship Id="rId2" Type="http://schemas.openxmlformats.org/officeDocument/2006/relationships/slideLayout" Target="../slideLayouts/slideLayout1.xml"/><Relationship Id="rId1" Type="http://schemas.openxmlformats.org/officeDocument/2006/relationships/tags" Target="../tags/tag32.xml"/><Relationship Id="rId6" Type="http://schemas.openxmlformats.org/officeDocument/2006/relationships/image" Target="../media/image53.png"/><Relationship Id="rId11" Type="http://schemas.openxmlformats.org/officeDocument/2006/relationships/image" Target="../media/image44.svg"/><Relationship Id="rId5" Type="http://schemas.openxmlformats.org/officeDocument/2006/relationships/image" Target="../media/image13.png"/><Relationship Id="rId15" Type="http://schemas.openxmlformats.org/officeDocument/2006/relationships/image" Target="../media/image6.png"/><Relationship Id="rId10" Type="http://schemas.openxmlformats.org/officeDocument/2006/relationships/image" Target="../media/image43.png"/><Relationship Id="rId4" Type="http://schemas.openxmlformats.org/officeDocument/2006/relationships/image" Target="../media/image3.emf"/><Relationship Id="rId9" Type="http://schemas.openxmlformats.org/officeDocument/2006/relationships/image" Target="../media/image48.svg"/><Relationship Id="rId14" Type="http://schemas.openxmlformats.org/officeDocument/2006/relationships/image" Target="../media/image55.png"/></Relationships>
</file>

<file path=ppt/slides/_rels/slide12.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0.svg"/><Relationship Id="rId3" Type="http://schemas.openxmlformats.org/officeDocument/2006/relationships/oleObject" Target="../embeddings/oleObject16.bin"/><Relationship Id="rId7" Type="http://schemas.openxmlformats.org/officeDocument/2006/relationships/image" Target="../media/image58.png"/><Relationship Id="rId12" Type="http://schemas.openxmlformats.org/officeDocument/2006/relationships/image" Target="../media/image49.png"/><Relationship Id="rId2" Type="http://schemas.openxmlformats.org/officeDocument/2006/relationships/slideLayout" Target="../slideLayouts/slideLayout1.xml"/><Relationship Id="rId1" Type="http://schemas.openxmlformats.org/officeDocument/2006/relationships/tags" Target="../tags/tag33.xml"/><Relationship Id="rId6" Type="http://schemas.openxmlformats.org/officeDocument/2006/relationships/image" Target="../media/image57.png"/><Relationship Id="rId11" Type="http://schemas.openxmlformats.org/officeDocument/2006/relationships/image" Target="../media/image48.svg"/><Relationship Id="rId5" Type="http://schemas.openxmlformats.org/officeDocument/2006/relationships/image" Target="../media/image56.png"/><Relationship Id="rId15" Type="http://schemas.openxmlformats.org/officeDocument/2006/relationships/image" Target="../media/image46.svg"/><Relationship Id="rId10" Type="http://schemas.openxmlformats.org/officeDocument/2006/relationships/image" Target="../media/image47.png"/><Relationship Id="rId4" Type="http://schemas.openxmlformats.org/officeDocument/2006/relationships/image" Target="../media/image3.emf"/><Relationship Id="rId9" Type="http://schemas.openxmlformats.org/officeDocument/2006/relationships/image" Target="../media/image54.svg"/><Relationship Id="rId14"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image" Target="../media/image51.png"/><Relationship Id="rId3" Type="http://schemas.openxmlformats.org/officeDocument/2006/relationships/oleObject" Target="../embeddings/oleObject16.bin"/><Relationship Id="rId7" Type="http://schemas.openxmlformats.org/officeDocument/2006/relationships/image" Target="../media/image53.png"/><Relationship Id="rId12" Type="http://schemas.openxmlformats.org/officeDocument/2006/relationships/image" Target="../media/image50.svg"/><Relationship Id="rId2" Type="http://schemas.openxmlformats.org/officeDocument/2006/relationships/slideLayout" Target="../slideLayouts/slideLayout1.xml"/><Relationship Id="rId1" Type="http://schemas.openxmlformats.org/officeDocument/2006/relationships/tags" Target="../tags/tag34.xml"/><Relationship Id="rId6" Type="http://schemas.openxmlformats.org/officeDocument/2006/relationships/image" Target="../media/image60.png"/><Relationship Id="rId11" Type="http://schemas.openxmlformats.org/officeDocument/2006/relationships/image" Target="../media/image49.png"/><Relationship Id="rId5" Type="http://schemas.openxmlformats.org/officeDocument/2006/relationships/image" Target="../media/image59.png"/><Relationship Id="rId15" Type="http://schemas.openxmlformats.org/officeDocument/2006/relationships/image" Target="../media/image61.png"/><Relationship Id="rId10" Type="http://schemas.openxmlformats.org/officeDocument/2006/relationships/image" Target="../media/image48.svg"/><Relationship Id="rId4" Type="http://schemas.openxmlformats.org/officeDocument/2006/relationships/image" Target="../media/image3.emf"/><Relationship Id="rId9" Type="http://schemas.openxmlformats.org/officeDocument/2006/relationships/image" Target="../media/image47.png"/><Relationship Id="rId14" Type="http://schemas.openxmlformats.org/officeDocument/2006/relationships/image" Target="../media/image52.svg"/></Relationships>
</file>

<file path=ppt/slides/_rels/slide14.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notesSlide" Target="../notesSlides/notesSlide7.xml"/><Relationship Id="rId7" Type="http://schemas.openxmlformats.org/officeDocument/2006/relationships/image" Target="../media/image63.png"/><Relationship Id="rId2" Type="http://schemas.openxmlformats.org/officeDocument/2006/relationships/slideLayout" Target="../slideLayouts/slideLayout1.xml"/><Relationship Id="rId1" Type="http://schemas.openxmlformats.org/officeDocument/2006/relationships/tags" Target="../tags/tag35.xml"/><Relationship Id="rId6" Type="http://schemas.openxmlformats.org/officeDocument/2006/relationships/image" Target="../media/image62.png"/><Relationship Id="rId5" Type="http://schemas.openxmlformats.org/officeDocument/2006/relationships/image" Target="../media/image1.emf"/><Relationship Id="rId10" Type="http://schemas.openxmlformats.org/officeDocument/2006/relationships/image" Target="../media/image37.png"/><Relationship Id="rId4" Type="http://schemas.openxmlformats.org/officeDocument/2006/relationships/oleObject" Target="../embeddings/oleObject17.bin"/><Relationship Id="rId9" Type="http://schemas.openxmlformats.org/officeDocument/2006/relationships/image" Target="../media/image65.svg"/></Relationships>
</file>

<file path=ppt/slides/_rels/slide15.xml.rels><?xml version="1.0" encoding="UTF-8" standalone="yes"?>
<Relationships xmlns="http://schemas.openxmlformats.org/package/2006/relationships"><Relationship Id="rId8" Type="http://schemas.openxmlformats.org/officeDocument/2006/relationships/image" Target="../media/image67.svg"/><Relationship Id="rId13" Type="http://schemas.openxmlformats.org/officeDocument/2006/relationships/image" Target="../media/image72.png"/><Relationship Id="rId18" Type="http://schemas.openxmlformats.org/officeDocument/2006/relationships/image" Target="../media/image77.svg"/><Relationship Id="rId3" Type="http://schemas.openxmlformats.org/officeDocument/2006/relationships/slideLayout" Target="../slideLayouts/slideLayout1.xml"/><Relationship Id="rId21" Type="http://schemas.openxmlformats.org/officeDocument/2006/relationships/image" Target="../media/image80.png"/><Relationship Id="rId7" Type="http://schemas.openxmlformats.org/officeDocument/2006/relationships/image" Target="../media/image66.png"/><Relationship Id="rId12" Type="http://schemas.openxmlformats.org/officeDocument/2006/relationships/image" Target="../media/image71.svg"/><Relationship Id="rId17" Type="http://schemas.openxmlformats.org/officeDocument/2006/relationships/image" Target="../media/image76.png"/><Relationship Id="rId2" Type="http://schemas.openxmlformats.org/officeDocument/2006/relationships/tags" Target="../tags/tag37.xml"/><Relationship Id="rId16" Type="http://schemas.openxmlformats.org/officeDocument/2006/relationships/image" Target="../media/image75.svg"/><Relationship Id="rId20" Type="http://schemas.openxmlformats.org/officeDocument/2006/relationships/image" Target="../media/image79.svg"/><Relationship Id="rId1" Type="http://schemas.openxmlformats.org/officeDocument/2006/relationships/tags" Target="../tags/tag36.xml"/><Relationship Id="rId6" Type="http://schemas.openxmlformats.org/officeDocument/2006/relationships/image" Target="../media/image1.emf"/><Relationship Id="rId11" Type="http://schemas.openxmlformats.org/officeDocument/2006/relationships/image" Target="../media/image70.png"/><Relationship Id="rId24" Type="http://schemas.openxmlformats.org/officeDocument/2006/relationships/image" Target="../media/image83.svg"/><Relationship Id="rId5" Type="http://schemas.openxmlformats.org/officeDocument/2006/relationships/oleObject" Target="../embeddings/oleObject17.bin"/><Relationship Id="rId15" Type="http://schemas.openxmlformats.org/officeDocument/2006/relationships/image" Target="../media/image74.png"/><Relationship Id="rId23" Type="http://schemas.openxmlformats.org/officeDocument/2006/relationships/image" Target="../media/image82.png"/><Relationship Id="rId10" Type="http://schemas.openxmlformats.org/officeDocument/2006/relationships/image" Target="../media/image69.svg"/><Relationship Id="rId19" Type="http://schemas.openxmlformats.org/officeDocument/2006/relationships/image" Target="../media/image78.png"/><Relationship Id="rId4" Type="http://schemas.openxmlformats.org/officeDocument/2006/relationships/notesSlide" Target="../notesSlides/notesSlide8.xml"/><Relationship Id="rId9" Type="http://schemas.openxmlformats.org/officeDocument/2006/relationships/image" Target="../media/image68.png"/><Relationship Id="rId14" Type="http://schemas.openxmlformats.org/officeDocument/2006/relationships/image" Target="../media/image73.svg"/><Relationship Id="rId22" Type="http://schemas.openxmlformats.org/officeDocument/2006/relationships/image" Target="../media/image81.sv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38.xml"/><Relationship Id="rId6" Type="http://schemas.openxmlformats.org/officeDocument/2006/relationships/hyperlink" Target="https://www.domontconsulting.com/pages/reviews" TargetMode="External"/><Relationship Id="rId5" Type="http://schemas.openxmlformats.org/officeDocument/2006/relationships/image" Target="../media/image84.png"/><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notesSlide" Target="../notesSlides/notesSlide9.xml"/><Relationship Id="rId7"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ags" Target="../tags/tag39.xml"/><Relationship Id="rId6" Type="http://schemas.openxmlformats.org/officeDocument/2006/relationships/image" Target="../media/image85.png"/><Relationship Id="rId11" Type="http://schemas.openxmlformats.org/officeDocument/2006/relationships/image" Target="../media/image36.png"/><Relationship Id="rId5" Type="http://schemas.openxmlformats.org/officeDocument/2006/relationships/image" Target="../media/image1.emf"/><Relationship Id="rId10" Type="http://schemas.openxmlformats.org/officeDocument/2006/relationships/image" Target="../media/image35.png"/><Relationship Id="rId4" Type="http://schemas.openxmlformats.org/officeDocument/2006/relationships/oleObject" Target="../embeddings/oleObject18.bin"/><Relationship Id="rId9" Type="http://schemas.openxmlformats.org/officeDocument/2006/relationships/image" Target="../media/image34.png"/></Relationships>
</file>

<file path=ppt/slides/_rels/slide18.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2.emf"/><Relationship Id="rId5" Type="http://schemas.openxmlformats.org/officeDocument/2006/relationships/oleObject" Target="../embeddings/oleObject19.bin"/><Relationship Id="rId4" Type="http://schemas.openxmlformats.org/officeDocument/2006/relationships/notesSlide" Target="../notesSlides/notesSlide10.xml"/><Relationship Id="rId9" Type="http://schemas.openxmlformats.org/officeDocument/2006/relationships/hyperlink" Target="https://www.domontconsulting.com/pages/full-access"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91.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1.emf"/><Relationship Id="rId11" Type="http://schemas.openxmlformats.org/officeDocument/2006/relationships/image" Target="../media/image90.png"/><Relationship Id="rId5" Type="http://schemas.openxmlformats.org/officeDocument/2006/relationships/oleObject" Target="../embeddings/oleObject20.bin"/><Relationship Id="rId10" Type="http://schemas.openxmlformats.org/officeDocument/2006/relationships/image" Target="../media/image89.png"/><Relationship Id="rId4" Type="http://schemas.openxmlformats.org/officeDocument/2006/relationships/notesSlide" Target="../notesSlides/notesSlide11.xml"/><Relationship Id="rId9" Type="http://schemas.openxmlformats.org/officeDocument/2006/relationships/image" Target="../media/image88.png"/></Relationships>
</file>

<file path=ppt/slides/_rels/slide20.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oleObject" Target="../embeddings/oleObject21.bin"/><Relationship Id="rId5" Type="http://schemas.openxmlformats.org/officeDocument/2006/relationships/image" Target="../media/image93.png"/><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1319639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12" name="Pic">
            <a:extLst>
              <a:ext uri="{FF2B5EF4-FFF2-40B4-BE49-F238E27FC236}">
                <a16:creationId xmlns:a16="http://schemas.microsoft.com/office/drawing/2014/main" id="{FDE59D02-D0F8-014D-09C8-90507D3BB649}"/>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7986" b="7986"/>
          <a:stretch>
            <a:fillRect/>
          </a:stretch>
        </p:blipFill>
        <p:spPr bwMode="auto">
          <a:xfrm>
            <a:off x="0" y="-1"/>
            <a:ext cx="12192000" cy="6858000"/>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5071730"/>
            <a:ext cx="12192000" cy="17862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253851" y="5433235"/>
            <a:ext cx="6678577" cy="1138773"/>
          </a:xfrm>
          <a:prstGeom prst="rect">
            <a:avLst/>
          </a:prstGeom>
          <a:noFill/>
        </p:spPr>
        <p:txBody>
          <a:bodyPr wrap="square" rtlCol="0">
            <a:spAutoFit/>
          </a:bodyPr>
          <a:lstStyle/>
          <a:p>
            <a:r>
              <a:rPr lang="en-US" sz="3600" b="1" dirty="0"/>
              <a:t>PMI Toolkit</a:t>
            </a:r>
          </a:p>
          <a:p>
            <a:r>
              <a:rPr lang="en-US" sz="3200" dirty="0"/>
              <a:t>Overview</a:t>
            </a:r>
          </a:p>
        </p:txBody>
      </p:sp>
      <p:pic>
        <p:nvPicPr>
          <p:cNvPr id="3" name="Picture 2">
            <a:hlinkClick r:id="rId8"/>
            <a:extLst>
              <a:ext uri="{FF2B5EF4-FFF2-40B4-BE49-F238E27FC236}">
                <a16:creationId xmlns:a16="http://schemas.microsoft.com/office/drawing/2014/main" id="{00063173-AAB2-BC28-DBCA-ED0E0758D2E3}"/>
              </a:ext>
            </a:extLst>
          </p:cNvPr>
          <p:cNvPicPr>
            <a:picLocks noChangeAspect="1"/>
          </p:cNvPicPr>
          <p:nvPr/>
        </p:nvPicPr>
        <p:blipFill>
          <a:blip r:embed="rId9"/>
          <a:stretch>
            <a:fillRect/>
          </a:stretch>
        </p:blipFill>
        <p:spPr>
          <a:xfrm>
            <a:off x="7836195" y="5530624"/>
            <a:ext cx="4101954" cy="964769"/>
          </a:xfrm>
          <a:prstGeom prst="rect">
            <a:avLst/>
          </a:prstGeom>
        </p:spPr>
      </p:pic>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8DE75FDA-2341-6147-53E6-6B32AF5461C0}"/>
              </a:ext>
            </a:extLst>
          </p:cNvPr>
          <p:cNvPicPr>
            <a:picLocks noChangeAspect="1"/>
          </p:cNvPicPr>
          <p:nvPr/>
        </p:nvPicPr>
        <p:blipFill>
          <a:blip r:embed="rId6"/>
          <a:stretch>
            <a:fillRect/>
          </a:stretch>
        </p:blipFill>
        <p:spPr>
          <a:xfrm>
            <a:off x="4437149" y="2483532"/>
            <a:ext cx="3308800" cy="1861200"/>
          </a:xfrm>
          <a:prstGeom prst="rect">
            <a:avLst/>
          </a:prstGeom>
          <a:effectLst>
            <a:outerShdw blurRad="50800" dist="38100" dir="5400000" algn="t" rotWithShape="0">
              <a:prstClr val="black">
                <a:alpha val="40000"/>
              </a:prstClr>
            </a:outerShdw>
          </a:effectLst>
        </p:spPr>
      </p:pic>
      <p:pic>
        <p:nvPicPr>
          <p:cNvPr id="3" name="Picture 2">
            <a:extLst>
              <a:ext uri="{FF2B5EF4-FFF2-40B4-BE49-F238E27FC236}">
                <a16:creationId xmlns:a16="http://schemas.microsoft.com/office/drawing/2014/main" id="{877B31E3-39EB-5402-FC99-3F96F6D90853}"/>
              </a:ext>
            </a:extLst>
          </p:cNvPr>
          <p:cNvPicPr>
            <a:picLocks noChangeAspect="1"/>
          </p:cNvPicPr>
          <p:nvPr/>
        </p:nvPicPr>
        <p:blipFill>
          <a:blip r:embed="rId7"/>
          <a:stretch>
            <a:fillRect/>
          </a:stretch>
        </p:blipFill>
        <p:spPr>
          <a:xfrm>
            <a:off x="642066" y="274469"/>
            <a:ext cx="3308800" cy="1861200"/>
          </a:xfrm>
          <a:prstGeom prst="rect">
            <a:avLst/>
          </a:prstGeom>
          <a:effectLst>
            <a:outerShdw blurRad="50800" dist="38100" dir="5400000" algn="t" rotWithShape="0">
              <a:prstClr val="black">
                <a:alpha val="40000"/>
              </a:prstClr>
            </a:outerShdw>
          </a:effectLst>
        </p:spPr>
      </p:pic>
      <p:pic>
        <p:nvPicPr>
          <p:cNvPr id="5" name="Picture 4">
            <a:extLst>
              <a:ext uri="{FF2B5EF4-FFF2-40B4-BE49-F238E27FC236}">
                <a16:creationId xmlns:a16="http://schemas.microsoft.com/office/drawing/2014/main" id="{65A0E6D2-9A24-27A5-9EA5-9E0E086B343D}"/>
              </a:ext>
            </a:extLst>
          </p:cNvPr>
          <p:cNvPicPr>
            <a:picLocks noChangeAspect="1"/>
          </p:cNvPicPr>
          <p:nvPr/>
        </p:nvPicPr>
        <p:blipFill>
          <a:blip r:embed="rId8"/>
          <a:stretch>
            <a:fillRect/>
          </a:stretch>
        </p:blipFill>
        <p:spPr>
          <a:xfrm>
            <a:off x="4437149" y="4629781"/>
            <a:ext cx="3308801" cy="1861200"/>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910BF660-01ED-5D37-3DE5-E6F41EBC9BE3}"/>
              </a:ext>
            </a:extLst>
          </p:cNvPr>
          <p:cNvPicPr>
            <a:picLocks noChangeAspect="1"/>
          </p:cNvPicPr>
          <p:nvPr/>
        </p:nvPicPr>
        <p:blipFill>
          <a:blip r:embed="rId9"/>
          <a:stretch>
            <a:fillRect/>
          </a:stretch>
        </p:blipFill>
        <p:spPr>
          <a:xfrm>
            <a:off x="642066" y="4633553"/>
            <a:ext cx="3308800" cy="1861200"/>
          </a:xfrm>
          <a:prstGeom prst="rect">
            <a:avLst/>
          </a:prstGeom>
          <a:effectLst>
            <a:outerShdw blurRad="50800" dist="38100" dir="5400000" algn="t" rotWithShape="0">
              <a:prstClr val="black">
                <a:alpha val="40000"/>
              </a:prstClr>
            </a:outerShdw>
          </a:effectLst>
        </p:spPr>
      </p:pic>
      <p:pic>
        <p:nvPicPr>
          <p:cNvPr id="8" name="Picture 7">
            <a:extLst>
              <a:ext uri="{FF2B5EF4-FFF2-40B4-BE49-F238E27FC236}">
                <a16:creationId xmlns:a16="http://schemas.microsoft.com/office/drawing/2014/main" id="{D40D1896-1615-8C63-D409-17FCD4316544}"/>
              </a:ext>
            </a:extLst>
          </p:cNvPr>
          <p:cNvPicPr>
            <a:picLocks noChangeAspect="1"/>
          </p:cNvPicPr>
          <p:nvPr/>
        </p:nvPicPr>
        <p:blipFill>
          <a:blip r:embed="rId10"/>
          <a:stretch>
            <a:fillRect/>
          </a:stretch>
        </p:blipFill>
        <p:spPr>
          <a:xfrm>
            <a:off x="642066" y="2477976"/>
            <a:ext cx="3308800" cy="18612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5892C881-459E-DD7C-DD8D-5153C28726CE}"/>
              </a:ext>
            </a:extLst>
          </p:cNvPr>
          <p:cNvPicPr>
            <a:picLocks noChangeAspect="1"/>
          </p:cNvPicPr>
          <p:nvPr/>
        </p:nvPicPr>
        <p:blipFill rotWithShape="1">
          <a:blip r:embed="rId11"/>
          <a:srcRect r="10634"/>
          <a:stretch/>
        </p:blipFill>
        <p:spPr>
          <a:xfrm>
            <a:off x="8227480" y="2477084"/>
            <a:ext cx="3314402" cy="1861200"/>
          </a:xfrm>
          <a:prstGeom prst="rect">
            <a:avLst/>
          </a:prstGeom>
          <a:effectLst>
            <a:outerShdw blurRad="50800" dist="38100" dir="5400000" algn="t" rotWithShape="0">
              <a:prstClr val="black">
                <a:alpha val="40000"/>
              </a:prstClr>
            </a:outerShdw>
          </a:effectLst>
        </p:spPr>
      </p:pic>
      <p:pic>
        <p:nvPicPr>
          <p:cNvPr id="11" name="Picture 10">
            <a:hlinkClick r:id="rId12"/>
            <a:extLst>
              <a:ext uri="{FF2B5EF4-FFF2-40B4-BE49-F238E27FC236}">
                <a16:creationId xmlns:a16="http://schemas.microsoft.com/office/drawing/2014/main" id="{2412FC61-0356-6CC8-A38C-26B73C554619}"/>
              </a:ext>
            </a:extLst>
          </p:cNvPr>
          <p:cNvPicPr>
            <a:picLocks noChangeAspect="1"/>
          </p:cNvPicPr>
          <p:nvPr/>
        </p:nvPicPr>
        <p:blipFill>
          <a:blip r:embed="rId13"/>
          <a:stretch>
            <a:fillRect/>
          </a:stretch>
        </p:blipFill>
        <p:spPr>
          <a:xfrm>
            <a:off x="8227480" y="274469"/>
            <a:ext cx="3318702" cy="18612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4F1C7309-83A1-2382-99BF-9E185AD0ED4E}"/>
              </a:ext>
            </a:extLst>
          </p:cNvPr>
          <p:cNvPicPr>
            <a:picLocks noChangeAspect="1"/>
          </p:cNvPicPr>
          <p:nvPr/>
        </p:nvPicPr>
        <p:blipFill rotWithShape="1">
          <a:blip r:embed="rId14"/>
          <a:srcRect r="7935"/>
          <a:stretch/>
        </p:blipFill>
        <p:spPr>
          <a:xfrm>
            <a:off x="8227480" y="4635336"/>
            <a:ext cx="3345468" cy="18612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C26E78DA-AD7E-54AE-80CE-E274C5944B46}"/>
              </a:ext>
            </a:extLst>
          </p:cNvPr>
          <p:cNvPicPr>
            <a:picLocks noChangeAspect="1"/>
          </p:cNvPicPr>
          <p:nvPr/>
        </p:nvPicPr>
        <p:blipFill>
          <a:blip r:embed="rId15"/>
          <a:stretch>
            <a:fillRect/>
          </a:stretch>
        </p:blipFill>
        <p:spPr>
          <a:xfrm>
            <a:off x="4434773" y="274469"/>
            <a:ext cx="3308800" cy="18612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043539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GB" sz="1600" b="1" dirty="0">
                <a:solidFill>
                  <a:schemeClr val="tx1"/>
                </a:solidFill>
                <a:cs typeface="Arial" panose="020B0604020202020204" pitchFamily="34" charset="0"/>
              </a:rPr>
              <a:t>This Toolkit was created by ex-McKinsey, Deloitte and BCG Management Consultants, </a:t>
            </a:r>
            <a:r>
              <a:rPr lang="en-GB" sz="1600" dirty="0">
                <a:solidFill>
                  <a:schemeClr val="tx1"/>
                </a:solidFill>
                <a:cs typeface="Arial" panose="020B0604020202020204" pitchFamily="34" charset="0"/>
              </a:rPr>
              <a:t>after more than 3000 hours of work. It is considered the world's best &amp; most comprehensive Post Merger Integration Toolkit. It includes all the Frameworks, </a:t>
            </a:r>
            <a:r>
              <a:rPr lang="en-GB" sz="1600">
                <a:solidFill>
                  <a:schemeClr val="tx1"/>
                </a:solidFill>
                <a:cs typeface="Arial" panose="020B0604020202020204" pitchFamily="34" charset="0"/>
              </a:rPr>
              <a:t>Best Practices </a:t>
            </a:r>
            <a:r>
              <a:rPr lang="en-GB" sz="1600" dirty="0">
                <a:solidFill>
                  <a:schemeClr val="tx1"/>
                </a:solidFill>
                <a:cs typeface="Arial" panose="020B0604020202020204" pitchFamily="34" charset="0"/>
              </a:rPr>
              <a:t>&amp; Templates required to increase the value creation of your Mergers &amp; Acquisitions.</a:t>
            </a:r>
            <a:endParaRPr lang="en-GB" sz="1600" dirty="0">
              <a:solidFill>
                <a:schemeClr val="tx1"/>
              </a:solidFill>
              <a:highlight>
                <a:srgbClr val="FFFF00"/>
              </a:highlight>
              <a:cs typeface="Arial" panose="020B0604020202020204" pitchFamily="34" charset="0"/>
            </a:endParaRPr>
          </a:p>
          <a:p>
            <a:pPr marL="182563" indent="-182563">
              <a:spcBef>
                <a:spcPts val="600"/>
              </a:spcBef>
              <a:spcAft>
                <a:spcPts val="600"/>
              </a:spcAft>
              <a:buFont typeface="Arial" panose="020B0604020202020204" pitchFamily="34" charset="0"/>
              <a:buChar char="•"/>
            </a:pPr>
            <a:r>
              <a:rPr lang="en-GB" sz="1600" b="1" dirty="0">
                <a:solidFill>
                  <a:srgbClr val="002060"/>
                </a:solidFill>
                <a:cs typeface="Arial" panose="020B0604020202020204" pitchFamily="34" charset="0"/>
              </a:rPr>
              <a:t>Join the 200,000+ Executives, Consultants &amp; Entrepreneurs </a:t>
            </a:r>
            <a:r>
              <a:rPr lang="en-GB"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GB" sz="1600" b="1" dirty="0">
                <a:solidFill>
                  <a:srgbClr val="002060"/>
                </a:solidFill>
                <a:cs typeface="Arial" panose="020B0604020202020204" pitchFamily="34" charset="0"/>
              </a:rPr>
              <a:t>If you have any questions, send us an email at support@domontconsulting.com </a:t>
            </a:r>
            <a:r>
              <a:rPr lang="en-GB"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GB" sz="1100" dirty="0"/>
              <a:t>Aurelien Domont</a:t>
            </a:r>
          </a:p>
          <a:p>
            <a:pPr algn="ctr"/>
            <a:r>
              <a:rPr lang="en-GB" sz="1100" dirty="0"/>
              <a:t>Management Consultant</a:t>
            </a:r>
          </a:p>
          <a:p>
            <a:pPr algn="ctr"/>
            <a:r>
              <a:rPr lang="en-GB"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FA27F5ED-D4FF-789E-01B5-04A22C6E38E2}"/>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91A31051-71CD-77B8-816F-296169471235}"/>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6A0928A2-5679-39E5-8050-3FF70F110818}"/>
              </a:ext>
            </a:extLst>
          </p:cNvPr>
          <p:cNvGraphicFramePr>
            <a:graphicFrameLocks noChangeAspect="1"/>
          </p:cNvGraphicFramePr>
          <p:nvPr>
            <p:custDataLst>
              <p:tags r:id="rId1"/>
            </p:custDataLst>
            <p:extLst>
              <p:ext uri="{D42A27DB-BD31-4B8C-83A1-F6EECF244321}">
                <p14:modId xmlns:p14="http://schemas.microsoft.com/office/powerpoint/2010/main" val="1403656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06" imgH="306" progId="TCLayout.ActiveDocument.1">
                  <p:embed/>
                </p:oleObj>
              </mc:Choice>
              <mc:Fallback>
                <p:oleObj name="think-cell Slide" r:id="rId11" imgW="306" imgH="306" progId="TCLayout.ActiveDocument.1">
                  <p:embed/>
                  <p:pic>
                    <p:nvPicPr>
                      <p:cNvPr id="16" name="think-cell data - do not delete" hidden="1">
                        <a:extLst>
                          <a:ext uri="{FF2B5EF4-FFF2-40B4-BE49-F238E27FC236}">
                            <a16:creationId xmlns:a16="http://schemas.microsoft.com/office/drawing/2014/main" id="{6A0928A2-5679-39E5-8050-3FF70F11081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C8D96AE-3B87-BB1A-13CC-08803680CEE2}"/>
              </a:ext>
            </a:extLst>
          </p:cNvPr>
          <p:cNvSpPr>
            <a:spLocks noGrp="1"/>
          </p:cNvSpPr>
          <p:nvPr>
            <p:ph type="title"/>
          </p:nvPr>
        </p:nvSpPr>
        <p:spPr/>
        <p:txBody>
          <a:bodyPr vert="horz">
            <a:normAutofit/>
          </a:bodyPr>
          <a:lstStyle/>
          <a:p>
            <a:r>
              <a:rPr lang="en-GB" dirty="0">
                <a:solidFill>
                  <a:schemeClr val="accent2"/>
                </a:solidFill>
              </a:rPr>
              <a:t>Problem: </a:t>
            </a:r>
            <a:r>
              <a:rPr lang="en-GB" dirty="0">
                <a:solidFill>
                  <a:schemeClr val="tx1"/>
                </a:solidFill>
              </a:rPr>
              <a:t>Most M&amp;A failures are due to a poorly managed post merger integration</a:t>
            </a:r>
            <a:endParaRPr lang="en-US" dirty="0">
              <a:solidFill>
                <a:schemeClr val="tx1"/>
              </a:solidFill>
            </a:endParaRPr>
          </a:p>
        </p:txBody>
      </p:sp>
      <p:grpSp>
        <p:nvGrpSpPr>
          <p:cNvPr id="5" name="Group 4">
            <a:extLst>
              <a:ext uri="{FF2B5EF4-FFF2-40B4-BE49-F238E27FC236}">
                <a16:creationId xmlns:a16="http://schemas.microsoft.com/office/drawing/2014/main" id="{FFD140FC-D4EB-098F-094C-EB282360BAF1}"/>
              </a:ext>
            </a:extLst>
          </p:cNvPr>
          <p:cNvGrpSpPr/>
          <p:nvPr/>
        </p:nvGrpSpPr>
        <p:grpSpPr>
          <a:xfrm>
            <a:off x="599178" y="1686792"/>
            <a:ext cx="5127265" cy="338554"/>
            <a:chOff x="599178" y="1686792"/>
            <a:chExt cx="5127265" cy="338554"/>
          </a:xfrm>
        </p:grpSpPr>
        <p:cxnSp>
          <p:nvCxnSpPr>
            <p:cNvPr id="6" name="Straight Connector 5">
              <a:extLst>
                <a:ext uri="{FF2B5EF4-FFF2-40B4-BE49-F238E27FC236}">
                  <a16:creationId xmlns:a16="http://schemas.microsoft.com/office/drawing/2014/main" id="{8A93B5C5-9FA9-F393-B949-25159AE84CD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02B9222-5CB1-3B84-6E21-D911BAAE741F}"/>
                </a:ext>
              </a:extLst>
            </p:cNvPr>
            <p:cNvSpPr txBox="1"/>
            <p:nvPr/>
          </p:nvSpPr>
          <p:spPr>
            <a:xfrm>
              <a:off x="599178" y="1686792"/>
              <a:ext cx="5112000" cy="338554"/>
            </a:xfrm>
            <a:prstGeom prst="rect">
              <a:avLst/>
            </a:prstGeom>
            <a:noFill/>
          </p:spPr>
          <p:txBody>
            <a:bodyPr wrap="square" rtlCol="0">
              <a:spAutoFit/>
            </a:bodyPr>
            <a:lstStyle/>
            <a:p>
              <a:r>
                <a:rPr lang="en-GB" sz="1600" b="1" dirty="0"/>
                <a:t>M&amp;A ability to reach value creation objectives</a:t>
              </a:r>
            </a:p>
          </p:txBody>
        </p:sp>
      </p:grpSp>
      <p:grpSp>
        <p:nvGrpSpPr>
          <p:cNvPr id="8" name="Group 7">
            <a:extLst>
              <a:ext uri="{FF2B5EF4-FFF2-40B4-BE49-F238E27FC236}">
                <a16:creationId xmlns:a16="http://schemas.microsoft.com/office/drawing/2014/main" id="{9BB6EC18-FF6A-B910-8161-459A436075B6}"/>
              </a:ext>
            </a:extLst>
          </p:cNvPr>
          <p:cNvGrpSpPr/>
          <p:nvPr/>
        </p:nvGrpSpPr>
        <p:grpSpPr>
          <a:xfrm>
            <a:off x="6448425" y="1687513"/>
            <a:ext cx="5127625" cy="338138"/>
            <a:chOff x="599178" y="1686792"/>
            <a:chExt cx="5127265" cy="338554"/>
          </a:xfrm>
        </p:grpSpPr>
        <p:cxnSp>
          <p:nvCxnSpPr>
            <p:cNvPr id="9" name="Straight Connector 8">
              <a:extLst>
                <a:ext uri="{FF2B5EF4-FFF2-40B4-BE49-F238E27FC236}">
                  <a16:creationId xmlns:a16="http://schemas.microsoft.com/office/drawing/2014/main" id="{9B386F1F-9103-6CEC-9684-CC129590483A}"/>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CB9C308-1B6C-C036-ABD5-4933853DB3D6}"/>
                </a:ext>
              </a:extLst>
            </p:cNvPr>
            <p:cNvSpPr txBox="1"/>
            <p:nvPr/>
          </p:nvSpPr>
          <p:spPr>
            <a:xfrm>
              <a:off x="599178" y="1686792"/>
              <a:ext cx="5112000" cy="338554"/>
            </a:xfrm>
            <a:prstGeom prst="rect">
              <a:avLst/>
            </a:prstGeom>
            <a:noFill/>
          </p:spPr>
          <p:txBody>
            <a:bodyPr wrap="square" rtlCol="0">
              <a:spAutoFit/>
            </a:bodyPr>
            <a:lstStyle/>
            <a:p>
              <a:r>
                <a:rPr lang="en-GB" sz="1600" b="1" dirty="0"/>
                <a:t>Main reasons for M&amp;A failure</a:t>
              </a:r>
            </a:p>
          </p:txBody>
        </p:sp>
      </p:grpSp>
      <p:graphicFrame>
        <p:nvGraphicFramePr>
          <p:cNvPr id="55" name="Chart 54">
            <a:extLst>
              <a:ext uri="{FF2B5EF4-FFF2-40B4-BE49-F238E27FC236}">
                <a16:creationId xmlns:a16="http://schemas.microsoft.com/office/drawing/2014/main" id="{B11C9326-8430-5C70-D042-B93A8A9A17C2}"/>
              </a:ext>
            </a:extLst>
          </p:cNvPr>
          <p:cNvGraphicFramePr/>
          <p:nvPr>
            <p:custDataLst>
              <p:tags r:id="rId2"/>
            </p:custDataLst>
            <p:extLst>
              <p:ext uri="{D42A27DB-BD31-4B8C-83A1-F6EECF244321}">
                <p14:modId xmlns:p14="http://schemas.microsoft.com/office/powerpoint/2010/main" val="3410601540"/>
              </p:ext>
            </p:extLst>
          </p:nvPr>
        </p:nvGraphicFramePr>
        <p:xfrm>
          <a:off x="515938" y="2322513"/>
          <a:ext cx="5292725" cy="3759200"/>
        </p:xfrm>
        <a:graphic>
          <a:graphicData uri="http://schemas.openxmlformats.org/drawingml/2006/chart">
            <c:chart xmlns:c="http://schemas.openxmlformats.org/drawingml/2006/chart" xmlns:r="http://schemas.openxmlformats.org/officeDocument/2006/relationships" r:id="rId13"/>
          </a:graphicData>
        </a:graphic>
      </p:graphicFrame>
      <p:sp>
        <p:nvSpPr>
          <p:cNvPr id="12" name="Rectangle 11">
            <a:extLst>
              <a:ext uri="{FF2B5EF4-FFF2-40B4-BE49-F238E27FC236}">
                <a16:creationId xmlns:a16="http://schemas.microsoft.com/office/drawing/2014/main" id="{685B27CA-FD1D-573B-76DD-CF807315C6BE}"/>
              </a:ext>
            </a:extLst>
          </p:cNvPr>
          <p:cNvSpPr/>
          <p:nvPr>
            <p:custDataLst>
              <p:tags r:id="rId3"/>
            </p:custDataLst>
          </p:nvPr>
        </p:nvSpPr>
        <p:spPr bwMode="auto">
          <a:xfrm>
            <a:off x="1327150" y="5792788"/>
            <a:ext cx="11064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4B7BD009-B8E5-46F5-A593-7E2B9B27DDD2}" type="datetime'''''''''''Suc''ce''ss'''' ''ra''''''''''''t''''''''''''e'''">
              <a:rPr lang="en-US" altLang="en-US" sz="1400" b="1" smtClean="0">
                <a:solidFill>
                  <a:schemeClr val="tx1"/>
                </a:solidFill>
              </a:rPr>
              <a:pPr/>
              <a:t>Success rate</a:t>
            </a:fld>
            <a:endParaRPr lang="en-US" sz="1400" b="1" dirty="0">
              <a:solidFill>
                <a:schemeClr val="tx1"/>
              </a:solidFill>
            </a:endParaRPr>
          </a:p>
        </p:txBody>
      </p:sp>
      <p:sp>
        <p:nvSpPr>
          <p:cNvPr id="13" name="Rectangle 12">
            <a:extLst>
              <a:ext uri="{FF2B5EF4-FFF2-40B4-BE49-F238E27FC236}">
                <a16:creationId xmlns:a16="http://schemas.microsoft.com/office/drawing/2014/main" id="{5417CBAA-CB2E-C307-17E4-3D03BB742EF8}"/>
              </a:ext>
            </a:extLst>
          </p:cNvPr>
          <p:cNvSpPr/>
          <p:nvPr>
            <p:custDataLst>
              <p:tags r:id="rId4"/>
            </p:custDataLst>
          </p:nvPr>
        </p:nvSpPr>
        <p:spPr bwMode="auto">
          <a:xfrm>
            <a:off x="3959225" y="5792788"/>
            <a:ext cx="9683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F53F0128-886D-4487-8A96-769D064C9CEA}" type="datetime'''''''''''Fa''''i''''''''l''''u''r''''e'' r''''a''''''''t''e'">
              <a:rPr lang="en-US" altLang="en-US" sz="1400" b="1" smtClean="0">
                <a:solidFill>
                  <a:schemeClr val="tx1"/>
                </a:solidFill>
              </a:rPr>
              <a:pPr/>
              <a:t>Failure rate</a:t>
            </a:fld>
            <a:endParaRPr lang="en-US" sz="1400" b="1" dirty="0">
              <a:solidFill>
                <a:schemeClr val="tx1"/>
              </a:solidFill>
            </a:endParaRPr>
          </a:p>
        </p:txBody>
      </p:sp>
      <p:graphicFrame>
        <p:nvGraphicFramePr>
          <p:cNvPr id="56" name="Chart 55">
            <a:extLst>
              <a:ext uri="{FF2B5EF4-FFF2-40B4-BE49-F238E27FC236}">
                <a16:creationId xmlns:a16="http://schemas.microsoft.com/office/drawing/2014/main" id="{E002BDF1-EC7B-0E5A-53AA-9CE7499D4974}"/>
              </a:ext>
            </a:extLst>
          </p:cNvPr>
          <p:cNvGraphicFramePr/>
          <p:nvPr>
            <p:custDataLst>
              <p:tags r:id="rId5"/>
            </p:custDataLst>
            <p:extLst>
              <p:ext uri="{D42A27DB-BD31-4B8C-83A1-F6EECF244321}">
                <p14:modId xmlns:p14="http://schemas.microsoft.com/office/powerpoint/2010/main" val="3470705264"/>
              </p:ext>
            </p:extLst>
          </p:nvPr>
        </p:nvGraphicFramePr>
        <p:xfrm>
          <a:off x="6362700" y="2322513"/>
          <a:ext cx="5307013" cy="3759200"/>
        </p:xfrm>
        <a:graphic>
          <a:graphicData uri="http://schemas.openxmlformats.org/drawingml/2006/chart">
            <c:chart xmlns:c="http://schemas.openxmlformats.org/drawingml/2006/chart" xmlns:r="http://schemas.openxmlformats.org/officeDocument/2006/relationships" r:id="rId14"/>
          </a:graphicData>
        </a:graphic>
      </p:graphicFrame>
      <p:sp>
        <p:nvSpPr>
          <p:cNvPr id="23" name="Rectangle 22">
            <a:extLst>
              <a:ext uri="{FF2B5EF4-FFF2-40B4-BE49-F238E27FC236}">
                <a16:creationId xmlns:a16="http://schemas.microsoft.com/office/drawing/2014/main" id="{B569F797-3226-BA33-BF8C-22327040D1D6}"/>
              </a:ext>
            </a:extLst>
          </p:cNvPr>
          <p:cNvSpPr/>
          <p:nvPr>
            <p:custDataLst>
              <p:tags r:id="rId6"/>
            </p:custDataLst>
          </p:nvPr>
        </p:nvSpPr>
        <p:spPr bwMode="auto">
          <a:xfrm>
            <a:off x="6657975" y="5792788"/>
            <a:ext cx="860425" cy="63817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0" tIns="0" rIns="0" bIns="0" rtlCol="0" anchor="t"/>
          <a:lstStyle/>
          <a:p>
            <a:pPr algn="ctr">
              <a:spcBef>
                <a:spcPct val="0"/>
              </a:spcBef>
              <a:spcAft>
                <a:spcPct val="0"/>
              </a:spcAft>
            </a:pPr>
            <a:fld id="{23768E31-370B-425A-916B-DA6EF7723730}" type="datetime'Cor''p''orat''e ''''St''rategy de''f''init''i''o''''''''''n'">
              <a:rPr lang="en-US" altLang="en-US" sz="1400" b="1" smtClean="0">
                <a:solidFill>
                  <a:schemeClr val="tx1"/>
                </a:solidFill>
              </a:rPr>
              <a:pPr/>
              <a:t>Corporate Strategy definition</a:t>
            </a:fld>
            <a:endParaRPr lang="en-US" sz="1400" b="1" dirty="0">
              <a:solidFill>
                <a:schemeClr val="tx1"/>
              </a:solidFill>
            </a:endParaRPr>
          </a:p>
        </p:txBody>
      </p:sp>
      <p:sp>
        <p:nvSpPr>
          <p:cNvPr id="24" name="Rectangle 23">
            <a:extLst>
              <a:ext uri="{FF2B5EF4-FFF2-40B4-BE49-F238E27FC236}">
                <a16:creationId xmlns:a16="http://schemas.microsoft.com/office/drawing/2014/main" id="{7231813A-6307-0A95-E972-6C124DD26365}"/>
              </a:ext>
            </a:extLst>
          </p:cNvPr>
          <p:cNvSpPr/>
          <p:nvPr>
            <p:custDataLst>
              <p:tags r:id="rId7"/>
            </p:custDataLst>
          </p:nvPr>
        </p:nvSpPr>
        <p:spPr bwMode="auto">
          <a:xfrm>
            <a:off x="7793038" y="5792788"/>
            <a:ext cx="1163638" cy="63817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0" tIns="0" rIns="0" bIns="0" rtlCol="0" anchor="t"/>
          <a:lstStyle/>
          <a:p>
            <a:pPr algn="ctr">
              <a:spcBef>
                <a:spcPct val="0"/>
              </a:spcBef>
              <a:spcAft>
                <a:spcPct val="0"/>
              </a:spcAft>
            </a:pPr>
            <a:fld id="{8EB324DF-79C3-4F83-B99B-C63F2AD23BA2}" type="datetime'''Targe''''''t ''''screen''in''g &amp;'' Due'' ''dilige''nc''''e'">
              <a:rPr lang="en-US" altLang="en-US" sz="1400" b="1" smtClean="0">
                <a:solidFill>
                  <a:schemeClr val="tx1"/>
                </a:solidFill>
              </a:rPr>
              <a:pPr/>
              <a:t>Target screening &amp; Due diligence</a:t>
            </a:fld>
            <a:endParaRPr lang="en-US" sz="1400" b="1" dirty="0">
              <a:solidFill>
                <a:schemeClr val="tx1"/>
              </a:solidFill>
            </a:endParaRPr>
          </a:p>
        </p:txBody>
      </p:sp>
      <p:sp>
        <p:nvSpPr>
          <p:cNvPr id="32" name="Rectangle 31">
            <a:extLst>
              <a:ext uri="{FF2B5EF4-FFF2-40B4-BE49-F238E27FC236}">
                <a16:creationId xmlns:a16="http://schemas.microsoft.com/office/drawing/2014/main" id="{F1EAC2A1-60CC-5D88-F44F-9E24C4E66F56}"/>
              </a:ext>
            </a:extLst>
          </p:cNvPr>
          <p:cNvSpPr/>
          <p:nvPr>
            <p:custDataLst>
              <p:tags r:id="rId8"/>
            </p:custDataLst>
          </p:nvPr>
        </p:nvSpPr>
        <p:spPr bwMode="auto">
          <a:xfrm>
            <a:off x="9166225" y="5792788"/>
            <a:ext cx="985838" cy="425450"/>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0" tIns="0" rIns="0" bIns="0" rtlCol="0" anchor="t"/>
          <a:lstStyle/>
          <a:p>
            <a:pPr algn="ctr">
              <a:spcBef>
                <a:spcPct val="0"/>
              </a:spcBef>
              <a:spcAft>
                <a:spcPct val="0"/>
              </a:spcAft>
            </a:pPr>
            <a:fld id="{BC15AA38-6B59-4787-B0A2-3BF863F4282D}" type="datetime'''Neg''''''''ot''iat''''''i''o''n ''&amp; c''''''''''losi''''''ng'">
              <a:rPr lang="en-US" altLang="en-US" sz="1400" b="1" smtClean="0">
                <a:solidFill>
                  <a:schemeClr val="tx1"/>
                </a:solidFill>
              </a:rPr>
              <a:pPr/>
              <a:t>Negotiation &amp; closing</a:t>
            </a:fld>
            <a:endParaRPr lang="en-US" sz="1400" b="1" dirty="0">
              <a:solidFill>
                <a:schemeClr val="tx1"/>
              </a:solidFill>
            </a:endParaRPr>
          </a:p>
        </p:txBody>
      </p:sp>
      <p:sp>
        <p:nvSpPr>
          <p:cNvPr id="35" name="Rectangle 34">
            <a:extLst>
              <a:ext uri="{FF2B5EF4-FFF2-40B4-BE49-F238E27FC236}">
                <a16:creationId xmlns:a16="http://schemas.microsoft.com/office/drawing/2014/main" id="{178216EB-BA0A-672E-82E5-C727BD51ABC4}"/>
              </a:ext>
            </a:extLst>
          </p:cNvPr>
          <p:cNvSpPr/>
          <p:nvPr>
            <p:custDataLst>
              <p:tags r:id="rId9"/>
            </p:custDataLst>
          </p:nvPr>
        </p:nvSpPr>
        <p:spPr bwMode="auto">
          <a:xfrm>
            <a:off x="10420350" y="5792788"/>
            <a:ext cx="1049338" cy="425450"/>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0" tIns="0" rIns="0" bIns="0" rtlCol="0" anchor="t"/>
          <a:lstStyle/>
          <a:p>
            <a:pPr algn="ctr">
              <a:spcBef>
                <a:spcPct val="0"/>
              </a:spcBef>
              <a:spcAft>
                <a:spcPct val="0"/>
              </a:spcAft>
            </a:pPr>
            <a:fld id="{989B6D73-B514-4B02-8C3F-11062351D65C}" type="datetime'''Post'''''' ''me''r''ger i''''''''nteg''''r''ati''o''''n'''">
              <a:rPr lang="en-US" altLang="en-US" sz="1400" b="1" smtClean="0">
                <a:solidFill>
                  <a:schemeClr val="tx1"/>
                </a:solidFill>
              </a:rPr>
              <a:pPr/>
              <a:t>Post merger integration</a:t>
            </a:fld>
            <a:endParaRPr lang="en-US" sz="1400" b="1" dirty="0">
              <a:solidFill>
                <a:schemeClr val="tx1"/>
              </a:solidFill>
            </a:endParaRPr>
          </a:p>
        </p:txBody>
      </p:sp>
      <p:sp>
        <p:nvSpPr>
          <p:cNvPr id="108" name="Footer Placeholder 107">
            <a:extLst>
              <a:ext uri="{FF2B5EF4-FFF2-40B4-BE49-F238E27FC236}">
                <a16:creationId xmlns:a16="http://schemas.microsoft.com/office/drawing/2014/main" id="{837A0A3E-F251-0B73-3ECB-60E5ECC8B74D}"/>
              </a:ext>
            </a:extLst>
          </p:cNvPr>
          <p:cNvSpPr>
            <a:spLocks noGrp="1"/>
          </p:cNvSpPr>
          <p:nvPr>
            <p:ph type="ftr" sz="quarter" idx="3"/>
          </p:nvPr>
        </p:nvSpPr>
        <p:spPr/>
        <p:txBody>
          <a:bodyPr/>
          <a:lstStyle/>
          <a:p>
            <a:r>
              <a:rPr lang="en-US"/>
              <a:t>Domont Consulting</a:t>
            </a:r>
            <a:endParaRPr lang="en-US" dirty="0"/>
          </a:p>
        </p:txBody>
      </p:sp>
      <p:sp>
        <p:nvSpPr>
          <p:cNvPr id="109" name="Slide Number Placeholder 108">
            <a:extLst>
              <a:ext uri="{FF2B5EF4-FFF2-40B4-BE49-F238E27FC236}">
                <a16:creationId xmlns:a16="http://schemas.microsoft.com/office/drawing/2014/main" id="{68C4106C-AF12-7F3F-BB93-145E55280CC5}"/>
              </a:ext>
            </a:extLst>
          </p:cNvPr>
          <p:cNvSpPr>
            <a:spLocks noGrp="1"/>
          </p:cNvSpPr>
          <p:nvPr>
            <p:ph type="sldNum" sz="quarter" idx="4"/>
          </p:nvPr>
        </p:nvSpPr>
        <p:spPr/>
        <p:txBody>
          <a:bodyPr/>
          <a:lstStyle/>
          <a:p>
            <a:fld id="{37F5C94B-8C55-478B-B509-BAE6A06B2E2A}" type="slidenum">
              <a:rPr lang="en-US" smtClean="0"/>
              <a:pPr/>
              <a:t>4</a:t>
            </a:fld>
            <a:endParaRPr lang="en-US" dirty="0"/>
          </a:p>
        </p:txBody>
      </p:sp>
      <p:sp>
        <p:nvSpPr>
          <p:cNvPr id="3" name="TextBox 2">
            <a:extLst>
              <a:ext uri="{FF2B5EF4-FFF2-40B4-BE49-F238E27FC236}">
                <a16:creationId xmlns:a16="http://schemas.microsoft.com/office/drawing/2014/main" id="{A138372C-B22A-86F9-2488-6C52595756F9}"/>
              </a:ext>
            </a:extLst>
          </p:cNvPr>
          <p:cNvSpPr txBox="1"/>
          <p:nvPr/>
        </p:nvSpPr>
        <p:spPr>
          <a:xfrm>
            <a:off x="518055" y="6571943"/>
            <a:ext cx="7200000" cy="246221"/>
          </a:xfrm>
          <a:prstGeom prst="rect">
            <a:avLst/>
          </a:prstGeom>
          <a:noFill/>
        </p:spPr>
        <p:txBody>
          <a:bodyPr wrap="square" rtlCol="0" anchor="ctr">
            <a:spAutoFit/>
          </a:bodyPr>
          <a:lstStyle/>
          <a:p>
            <a:pPr>
              <a:spcBef>
                <a:spcPts val="400"/>
              </a:spcBef>
              <a:spcAft>
                <a:spcPts val="400"/>
              </a:spcAft>
            </a:pPr>
            <a:r>
              <a:rPr lang="en-US" sz="1000" dirty="0">
                <a:solidFill>
                  <a:schemeClr val="bg1">
                    <a:lumMod val="65000"/>
                  </a:schemeClr>
                </a:solidFill>
              </a:rPr>
              <a:t>Source: Consolidation of multiple surveys from New York Times, Harvard Business Review, and Australia Financial Review</a:t>
            </a:r>
          </a:p>
        </p:txBody>
      </p:sp>
    </p:spTree>
    <p:extLst>
      <p:ext uri="{BB962C8B-B14F-4D97-AF65-F5344CB8AC3E}">
        <p14:creationId xmlns:p14="http://schemas.microsoft.com/office/powerpoint/2010/main" val="1393908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2427062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solidFill>
                  <a:schemeClr val="accent2"/>
                </a:solidFill>
              </a:rPr>
              <a:t>Solution: </a:t>
            </a:r>
            <a:r>
              <a:rPr lang="en-US" dirty="0"/>
              <a:t>Our </a:t>
            </a:r>
            <a:r>
              <a:rPr lang="en-GB" dirty="0"/>
              <a:t>ex-McKinsey, Deloitte &amp; BCG consultants</a:t>
            </a:r>
            <a:r>
              <a:rPr lang="en-US" dirty="0"/>
              <a:t> created a PMI Toolkit </a:t>
            </a:r>
            <a:r>
              <a:rPr lang="en-US"/>
              <a:t>to help you significantly increase </a:t>
            </a:r>
            <a:r>
              <a:rPr lang="en-US" dirty="0"/>
              <a:t>your odds of success</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523220"/>
          </a:xfrm>
          <a:prstGeom prst="rect">
            <a:avLst/>
          </a:prstGeom>
          <a:noFill/>
        </p:spPr>
        <p:txBody>
          <a:bodyPr wrap="square" rtlCol="0">
            <a:spAutoFit/>
          </a:bodyPr>
          <a:lstStyle/>
          <a:p>
            <a:r>
              <a:rPr lang="en-US" sz="1400" dirty="0"/>
              <a:t>The Toolkit was created </a:t>
            </a:r>
            <a:r>
              <a:rPr lang="en-GB" sz="1400" dirty="0"/>
              <a:t>by former McKinsey, Deloitte &amp; BCG management consultants</a:t>
            </a:r>
            <a:r>
              <a:rPr lang="en-US" sz="1400" dirty="0"/>
              <a:t>.</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GB" sz="1400" dirty="0"/>
              <a:t>There are 200,000+ Executives, Consultants &amp; Entrepreneurs leveraging our Toolkits to improve the performance of their organization</a:t>
            </a:r>
            <a:r>
              <a:rPr lang="en-US" sz="1400" dirty="0"/>
              <a:t>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GB"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24" name="Footer Placeholder 23">
            <a:extLst>
              <a:ext uri="{FF2B5EF4-FFF2-40B4-BE49-F238E27FC236}">
                <a16:creationId xmlns:a16="http://schemas.microsoft.com/office/drawing/2014/main" id="{0B841915-6BBA-61C7-023B-507BAD013462}"/>
              </a:ext>
            </a:extLst>
          </p:cNvPr>
          <p:cNvSpPr>
            <a:spLocks noGrp="1"/>
          </p:cNvSpPr>
          <p:nvPr>
            <p:ph type="ftr" sz="quarter" idx="3"/>
          </p:nvPr>
        </p:nvSpPr>
        <p:spPr/>
        <p:txBody>
          <a:bodyPr/>
          <a:lstStyle/>
          <a:p>
            <a:r>
              <a:rPr lang="en-US"/>
              <a:t>Domont Consulting</a:t>
            </a:r>
            <a:endParaRPr lang="en-US" dirty="0"/>
          </a:p>
        </p:txBody>
      </p:sp>
      <p:sp>
        <p:nvSpPr>
          <p:cNvPr id="25" name="Slide Number Placeholder 24">
            <a:extLst>
              <a:ext uri="{FF2B5EF4-FFF2-40B4-BE49-F238E27FC236}">
                <a16:creationId xmlns:a16="http://schemas.microsoft.com/office/drawing/2014/main" id="{E6B4B1F3-D437-9783-F897-3911110109EF}"/>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493155" y="1547879"/>
            <a:ext cx="11094412" cy="5221942"/>
          </a:xfrm>
          <a:prstGeom prst="rect">
            <a:avLst/>
          </a:prstGeom>
        </p:spPr>
        <p:txBody>
          <a:bodyPr wrap="square">
            <a:spAutoFit/>
          </a:bodyPr>
          <a:lstStyle/>
          <a:p>
            <a:pPr marL="0" marR="0" lvl="1" algn="l" defTabSz="914400" eaLnBrk="1" fontAlgn="auto" latinLnBrk="0" hangingPunct="1">
              <a:spcBef>
                <a:spcPts val="400"/>
              </a:spcBef>
              <a:spcAft>
                <a:spcPts val="400"/>
              </a:spcAft>
              <a:buClrTx/>
              <a:buSzTx/>
              <a:tabLst/>
              <a:defRPr/>
            </a:pPr>
            <a:r>
              <a:rPr lang="en-US" sz="1400" b="1" dirty="0">
                <a:solidFill>
                  <a:srgbClr val="002060"/>
                </a:solidFill>
                <a:latin typeface="Arial (Body)"/>
              </a:rPr>
              <a:t>The Post Merger Integration Toolkit includes frameworks, tools, templates, tutorials, real-life examples, video training, and best practices to help you:</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400" b="1" dirty="0">
                <a:solidFill>
                  <a:srgbClr val="002060"/>
                </a:solidFill>
                <a:latin typeface="Arial (Body)"/>
              </a:rPr>
              <a:t>Conduct a successful post merger integration with our 6-phase approach: </a:t>
            </a:r>
            <a:r>
              <a:rPr lang="en-US" sz="1400" dirty="0">
                <a:solidFill>
                  <a:srgbClr val="002060"/>
                </a:solidFill>
                <a:latin typeface="Arial (Body)"/>
              </a:rPr>
              <a:t>(I) Integration Strategy, (II) Integration &amp; synergy initiatives, (III) Detailed Plans, (IV) Implementation &amp; Monitoring, (V) Change Management and Internal Communication, and (VI) Stakeholder Engagement</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400" b="1" dirty="0">
                <a:solidFill>
                  <a:srgbClr val="002060"/>
                </a:solidFill>
                <a:latin typeface="Arial (Body)"/>
              </a:rPr>
              <a:t>(I) Define your integration strategy: </a:t>
            </a:r>
            <a:r>
              <a:rPr lang="en-US" sz="1400" dirty="0">
                <a:solidFill>
                  <a:srgbClr val="002060"/>
                </a:solidFill>
                <a:latin typeface="Arial (Body)"/>
              </a:rPr>
              <a:t>(1) Deal rationale, (2) Merger strategic objectives, (3) Key performance indicators (KPIs), (4) Governance and Integration Management Office (IMO), (5) Guiding principles, (6) Integration approach, (7) Operating model and organization design, (8) Integrated synergy baseline</a:t>
            </a:r>
            <a:r>
              <a:rPr lang="en-US" sz="1400">
                <a:solidFill>
                  <a:srgbClr val="002060"/>
                </a:solidFill>
                <a:latin typeface="Arial (Body)"/>
              </a:rPr>
              <a:t>, (9) </a:t>
            </a:r>
            <a:r>
              <a:rPr lang="en-US" sz="1400" dirty="0">
                <a:solidFill>
                  <a:srgbClr val="002060"/>
                </a:solidFill>
                <a:latin typeface="Arial (Body)"/>
              </a:rPr>
              <a:t>Synergy targets </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400" b="1" dirty="0">
                <a:solidFill>
                  <a:srgbClr val="002060"/>
                </a:solidFill>
                <a:latin typeface="Arial (Body)"/>
              </a:rPr>
              <a:t>(II) Identify your integration &amp; synergy initiatives: </a:t>
            </a:r>
            <a:r>
              <a:rPr lang="en-GB" sz="1400" dirty="0">
                <a:solidFill>
                  <a:srgbClr val="002060"/>
                </a:solidFill>
                <a:latin typeface="Arial (Body)"/>
              </a:rPr>
              <a:t>(1) Potential integration &amp; synergy initiatives, (2) Business cases and financial models, (3) Integration &amp; synergy initiatives prioritization, (4) Integration &amp; synergy initiatives roadmap</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400" b="1" dirty="0">
                <a:solidFill>
                  <a:srgbClr val="002060"/>
                </a:solidFill>
                <a:latin typeface="Arial (Body)"/>
              </a:rPr>
              <a:t>(III) Create your detailed plans: </a:t>
            </a:r>
            <a:r>
              <a:rPr lang="en-GB" sz="1400" dirty="0">
                <a:solidFill>
                  <a:srgbClr val="002060"/>
                </a:solidFill>
                <a:latin typeface="Arial (Body)"/>
              </a:rPr>
              <a:t>(1) Integration plan: Day 1, Day 30, Day 60, Day 90, (2) Day one readiness workshop, (3) Staffing &amp; retention plan, (4) Culture integration strategy and plan, (5) Risk management strategy and plan</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400" b="1" dirty="0">
                <a:solidFill>
                  <a:srgbClr val="002060"/>
                </a:solidFill>
                <a:latin typeface="Arial (Body)"/>
              </a:rPr>
              <a:t>(IV) Implement and monitor your integration: </a:t>
            </a:r>
            <a:r>
              <a:rPr lang="en-GB" sz="1400" dirty="0">
                <a:solidFill>
                  <a:srgbClr val="002060"/>
                </a:solidFill>
                <a:latin typeface="Arial (Body)"/>
              </a:rPr>
              <a:t>(1) Governance and Integration Management Office (IMO), (2) Dashboards: Strategic objectives and KPIs, Integration &amp; synergy initiatives, Integration plan, Other detailed plans, (3) Training to help managers set up their team, (4) Integration lessons learned</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400" b="1" dirty="0">
                <a:solidFill>
                  <a:srgbClr val="002060"/>
                </a:solidFill>
                <a:latin typeface="Arial (Body)"/>
              </a:rPr>
              <a:t>(V) Define and implement your change management strategy and internal communication strategy: </a:t>
            </a:r>
            <a:r>
              <a:rPr lang="en-GB" sz="1400" dirty="0">
                <a:solidFill>
                  <a:srgbClr val="002060"/>
                </a:solidFill>
                <a:latin typeface="Arial (Body)"/>
              </a:rPr>
              <a:t>(1) Change management strategy, (2) Change management plans, (3) Implementation, tracking and progress management, (4) Effective communication</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GB" sz="1400" b="1" dirty="0">
                <a:solidFill>
                  <a:srgbClr val="002060"/>
                </a:solidFill>
                <a:latin typeface="Arial (Body)"/>
              </a:rPr>
              <a:t>(VI) Engage your stakeholders effectively: </a:t>
            </a:r>
            <a:r>
              <a:rPr lang="en-GB" sz="1400" dirty="0">
                <a:solidFill>
                  <a:srgbClr val="002060"/>
                </a:solidFill>
                <a:latin typeface="Arial (Body)"/>
              </a:rPr>
              <a:t>(1) Stakeholder analysis, (2) Stakeholder engagement strategy, (3) Stakeholder engagement detailed plan</a:t>
            </a:r>
            <a:endParaRPr lang="en-US" sz="1400" dirty="0">
              <a:solidFill>
                <a:srgbClr val="002060"/>
              </a:solidFill>
              <a:latin typeface="Arial (Body)"/>
            </a:endParaRP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endParaRPr lang="en-US" sz="1400" dirty="0">
              <a:solidFill>
                <a:srgbClr val="002060"/>
              </a:solidFill>
              <a:latin typeface="Arial (Body)"/>
            </a:endParaRPr>
          </a:p>
        </p:txBody>
      </p:sp>
      <p:sp>
        <p:nvSpPr>
          <p:cNvPr id="10" name="Footer Placeholder 9">
            <a:extLst>
              <a:ext uri="{FF2B5EF4-FFF2-40B4-BE49-F238E27FC236}">
                <a16:creationId xmlns:a16="http://schemas.microsoft.com/office/drawing/2014/main" id="{68CA76AC-0E27-93F2-CD7A-3E94A53195F3}"/>
              </a:ext>
            </a:extLst>
          </p:cNvPr>
          <p:cNvSpPr>
            <a:spLocks noGrp="1"/>
          </p:cNvSpPr>
          <p:nvPr>
            <p:ph type="ftr" sz="quarter" idx="3"/>
          </p:nvPr>
        </p:nvSpPr>
        <p:spPr/>
        <p:txBody>
          <a:bodyPr/>
          <a:lstStyle/>
          <a:p>
            <a:r>
              <a:rPr lang="en-US"/>
              <a:t>Domont Consulting</a:t>
            </a:r>
            <a:endParaRPr lang="en-US" dirty="0"/>
          </a:p>
        </p:txBody>
      </p:sp>
      <p:sp>
        <p:nvSpPr>
          <p:cNvPr id="11" name="Slide Number Placeholder 10">
            <a:extLst>
              <a:ext uri="{FF2B5EF4-FFF2-40B4-BE49-F238E27FC236}">
                <a16:creationId xmlns:a16="http://schemas.microsoft.com/office/drawing/2014/main" id="{F3F767A9-7249-A2B4-86C1-ABCEE14FA6A3}"/>
              </a:ext>
            </a:extLst>
          </p:cNvPr>
          <p:cNvSpPr>
            <a:spLocks noGrp="1"/>
          </p:cNvSpPr>
          <p:nvPr>
            <p:ph type="sldNum" sz="quarter" idx="4"/>
          </p:nvPr>
        </p:nvSpPr>
        <p:spPr/>
        <p:txBody>
          <a:bodyPr/>
          <a:lstStyle/>
          <a:p>
            <a:fld id="{37F5C94B-8C55-478B-B509-BAE6A06B2E2A}" type="slidenum">
              <a:rPr lang="en-US" smtClean="0"/>
              <a:pPr/>
              <a:t>6</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7</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46659"/>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https://youtu.be/xEyGB451XAY</a:t>
            </a:r>
            <a:r>
              <a:rPr lang="en-US" sz="1600" dirty="0"/>
              <a:t> </a:t>
            </a:r>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3BD3C986-E09D-DA20-6228-AFD9198E6C61}"/>
              </a:ext>
            </a:extLst>
          </p:cNvPr>
          <p:cNvPicPr>
            <a:picLocks noChangeAspect="1"/>
          </p:cNvPicPr>
          <p:nvPr/>
        </p:nvPicPr>
        <p:blipFill>
          <a:blip r:embed="rId7"/>
          <a:stretch>
            <a:fillRect/>
          </a:stretch>
        </p:blipFill>
        <p:spPr>
          <a:xfrm>
            <a:off x="6476569" y="2080435"/>
            <a:ext cx="5096946" cy="287033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92113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4131533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The PMI Toolkit includes a 6-phase approach that we have built and refined over the past 20 years through constant trial and error</a:t>
            </a:r>
          </a:p>
        </p:txBody>
      </p:sp>
      <p:sp>
        <p:nvSpPr>
          <p:cNvPr id="15" name="Chevron 17">
            <a:extLst>
              <a:ext uri="{FF2B5EF4-FFF2-40B4-BE49-F238E27FC236}">
                <a16:creationId xmlns:a16="http://schemas.microsoft.com/office/drawing/2014/main" id="{F95D053A-FBA3-610B-9BD1-F145684E3208}"/>
              </a:ext>
            </a:extLst>
          </p:cNvPr>
          <p:cNvSpPr/>
          <p:nvPr/>
        </p:nvSpPr>
        <p:spPr bwMode="auto">
          <a:xfrm>
            <a:off x="3321830" y="2078691"/>
            <a:ext cx="2830593" cy="540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Integration </a:t>
            </a:r>
            <a:r>
              <a:rPr lang="en-US" sz="1300" b="1">
                <a:solidFill>
                  <a:schemeClr val="bg1"/>
                </a:solidFill>
                <a:cs typeface="Times New Roman" pitchFamily="18" charset="0"/>
              </a:rPr>
              <a:t>&amp; Synergy </a:t>
            </a:r>
            <a:r>
              <a:rPr lang="en-US" sz="1300" b="1" dirty="0">
                <a:solidFill>
                  <a:schemeClr val="bg1"/>
                </a:solidFill>
                <a:cs typeface="Times New Roman" pitchFamily="18" charset="0"/>
              </a:rPr>
              <a:t>I</a:t>
            </a:r>
            <a:r>
              <a:rPr lang="en-US" sz="1300" b="1">
                <a:solidFill>
                  <a:schemeClr val="bg1"/>
                </a:solidFill>
                <a:cs typeface="Times New Roman" pitchFamily="18" charset="0"/>
              </a:rPr>
              <a:t>nitiatives</a:t>
            </a:r>
            <a:endParaRPr lang="en-US" sz="1300" b="1" dirty="0">
              <a:solidFill>
                <a:schemeClr val="bg1"/>
              </a:solidFill>
              <a:cs typeface="Times New Roman" pitchFamily="18" charset="0"/>
            </a:endParaRPr>
          </a:p>
        </p:txBody>
      </p:sp>
      <p:sp>
        <p:nvSpPr>
          <p:cNvPr id="47" name="Chevron 17">
            <a:extLst>
              <a:ext uri="{FF2B5EF4-FFF2-40B4-BE49-F238E27FC236}">
                <a16:creationId xmlns:a16="http://schemas.microsoft.com/office/drawing/2014/main" id="{9E4A6680-5025-FB6B-DA1A-B4A028F45B79}"/>
              </a:ext>
            </a:extLst>
          </p:cNvPr>
          <p:cNvSpPr/>
          <p:nvPr/>
        </p:nvSpPr>
        <p:spPr bwMode="auto">
          <a:xfrm>
            <a:off x="6039402" y="2078691"/>
            <a:ext cx="2830593" cy="540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Detailed Plans</a:t>
            </a:r>
            <a:endParaRPr lang="en-US" sz="1300" b="1" kern="1200" dirty="0">
              <a:solidFill>
                <a:schemeClr val="bg1"/>
              </a:solidFill>
              <a:cs typeface="Times New Roman" pitchFamily="18" charset="0"/>
            </a:endParaRPr>
          </a:p>
        </p:txBody>
      </p:sp>
      <p:sp>
        <p:nvSpPr>
          <p:cNvPr id="48" name="Rectangle 47">
            <a:extLst>
              <a:ext uri="{FF2B5EF4-FFF2-40B4-BE49-F238E27FC236}">
                <a16:creationId xmlns:a16="http://schemas.microsoft.com/office/drawing/2014/main" id="{6E5CA747-2D26-66DD-BB96-9AAA8CC980AB}"/>
              </a:ext>
            </a:extLst>
          </p:cNvPr>
          <p:cNvSpPr/>
          <p:nvPr/>
        </p:nvSpPr>
        <p:spPr>
          <a:xfrm>
            <a:off x="652311" y="2684614"/>
            <a:ext cx="2669518" cy="2739211"/>
          </a:xfrm>
          <a:prstGeom prst="rect">
            <a:avLst/>
          </a:prstGeom>
          <a:effectLst/>
        </p:spPr>
        <p:txBody>
          <a:bodyPr wrap="square" lIns="0">
            <a:spAutoFit/>
          </a:bodyPr>
          <a:lstStyle/>
          <a:p>
            <a:pPr marL="169863" indent="-169863">
              <a:spcBef>
                <a:spcPts val="300"/>
              </a:spcBef>
              <a:spcAft>
                <a:spcPts val="300"/>
              </a:spcAft>
              <a:buFont typeface="+mj-lt"/>
              <a:buAutoNum type="arabicPeriod"/>
              <a:defRPr/>
            </a:pPr>
            <a:r>
              <a:rPr lang="en-US" sz="1200" dirty="0"/>
              <a:t>Deal rationale</a:t>
            </a:r>
          </a:p>
          <a:p>
            <a:pPr marL="169863" indent="-169863">
              <a:spcBef>
                <a:spcPts val="300"/>
              </a:spcBef>
              <a:spcAft>
                <a:spcPts val="300"/>
              </a:spcAft>
              <a:buFont typeface="+mj-lt"/>
              <a:buAutoNum type="arabicPeriod"/>
              <a:defRPr/>
            </a:pPr>
            <a:r>
              <a:rPr lang="en-US" sz="1200" dirty="0"/>
              <a:t>Merger strategic objectives</a:t>
            </a:r>
          </a:p>
          <a:p>
            <a:pPr marL="169863" indent="-169863">
              <a:spcBef>
                <a:spcPts val="300"/>
              </a:spcBef>
              <a:spcAft>
                <a:spcPts val="300"/>
              </a:spcAft>
              <a:buFont typeface="+mj-lt"/>
              <a:buAutoNum type="arabicPeriod"/>
              <a:defRPr/>
            </a:pPr>
            <a:r>
              <a:rPr lang="en-US" sz="1200" dirty="0"/>
              <a:t>Key performance indicators (KPIs)</a:t>
            </a:r>
          </a:p>
          <a:p>
            <a:pPr marL="169863" indent="-169863">
              <a:spcBef>
                <a:spcPts val="400"/>
              </a:spcBef>
              <a:spcAft>
                <a:spcPts val="400"/>
              </a:spcAft>
              <a:buFont typeface="+mj-lt"/>
              <a:buAutoNum type="arabicPeriod"/>
              <a:defRPr/>
            </a:pPr>
            <a:r>
              <a:rPr lang="en-US" sz="1200" dirty="0"/>
              <a:t>Governance and Integration Management Office (IMO)</a:t>
            </a:r>
          </a:p>
          <a:p>
            <a:pPr marL="169863" indent="-169863">
              <a:spcBef>
                <a:spcPts val="300"/>
              </a:spcBef>
              <a:spcAft>
                <a:spcPts val="300"/>
              </a:spcAft>
              <a:buFont typeface="+mj-lt"/>
              <a:buAutoNum type="arabicPeriod"/>
              <a:defRPr/>
            </a:pPr>
            <a:r>
              <a:rPr lang="en-US" sz="1200" dirty="0"/>
              <a:t>Guiding principles</a:t>
            </a:r>
          </a:p>
          <a:p>
            <a:pPr marL="169863" indent="-169863">
              <a:spcBef>
                <a:spcPts val="300"/>
              </a:spcBef>
              <a:spcAft>
                <a:spcPts val="300"/>
              </a:spcAft>
              <a:buFont typeface="+mj-lt"/>
              <a:buAutoNum type="arabicPeriod"/>
              <a:defRPr/>
            </a:pPr>
            <a:r>
              <a:rPr lang="en-US" sz="1200" dirty="0"/>
              <a:t>Integration approach</a:t>
            </a:r>
          </a:p>
          <a:p>
            <a:pPr marL="169863" indent="-169863">
              <a:spcBef>
                <a:spcPts val="300"/>
              </a:spcBef>
              <a:spcAft>
                <a:spcPts val="300"/>
              </a:spcAft>
              <a:buFont typeface="+mj-lt"/>
              <a:buAutoNum type="arabicPeriod"/>
              <a:defRPr/>
            </a:pPr>
            <a:r>
              <a:rPr lang="en-US" sz="1200" dirty="0"/>
              <a:t>Operating model and organization design</a:t>
            </a:r>
          </a:p>
          <a:p>
            <a:pPr marL="169863" indent="-169863">
              <a:spcBef>
                <a:spcPts val="300"/>
              </a:spcBef>
              <a:spcAft>
                <a:spcPts val="300"/>
              </a:spcAft>
              <a:buFont typeface="+mj-lt"/>
              <a:buAutoNum type="arabicPeriod"/>
              <a:defRPr/>
            </a:pPr>
            <a:r>
              <a:rPr lang="en-US" sz="1200" dirty="0"/>
              <a:t>Integrated synergy baseline</a:t>
            </a:r>
          </a:p>
          <a:p>
            <a:pPr marL="169863" indent="-169863">
              <a:spcBef>
                <a:spcPts val="300"/>
              </a:spcBef>
              <a:spcAft>
                <a:spcPts val="300"/>
              </a:spcAft>
              <a:buFont typeface="+mj-lt"/>
              <a:buAutoNum type="arabicPeriod"/>
              <a:defRPr/>
            </a:pPr>
            <a:r>
              <a:rPr lang="en-US" sz="1200" dirty="0"/>
              <a:t>Synergy targets </a:t>
            </a:r>
          </a:p>
        </p:txBody>
      </p:sp>
      <p:sp>
        <p:nvSpPr>
          <p:cNvPr id="49" name="Rectangle 48">
            <a:extLst>
              <a:ext uri="{FF2B5EF4-FFF2-40B4-BE49-F238E27FC236}">
                <a16:creationId xmlns:a16="http://schemas.microsoft.com/office/drawing/2014/main" id="{D000125F-0088-751F-E3A3-3ECDEF236824}"/>
              </a:ext>
            </a:extLst>
          </p:cNvPr>
          <p:cNvSpPr/>
          <p:nvPr/>
        </p:nvSpPr>
        <p:spPr>
          <a:xfrm>
            <a:off x="8756974" y="2684614"/>
            <a:ext cx="2715518" cy="2554545"/>
          </a:xfrm>
          <a:prstGeom prst="rect">
            <a:avLst/>
          </a:prstGeom>
          <a:effectLst/>
        </p:spPr>
        <p:txBody>
          <a:bodyPr wrap="square">
            <a:spAutoFit/>
          </a:bodyPr>
          <a:lstStyle/>
          <a:p>
            <a:pPr marL="169863" indent="-169863">
              <a:spcBef>
                <a:spcPts val="400"/>
              </a:spcBef>
              <a:spcAft>
                <a:spcPts val="400"/>
              </a:spcAft>
              <a:buFont typeface="+mj-lt"/>
              <a:buAutoNum type="arabicPeriod"/>
              <a:defRPr/>
            </a:pPr>
            <a:r>
              <a:rPr lang="en-US" sz="1200" dirty="0"/>
              <a:t>Governance and Integration Management Office (IMO)</a:t>
            </a:r>
          </a:p>
          <a:p>
            <a:pPr marL="169863" indent="-169863">
              <a:spcBef>
                <a:spcPts val="400"/>
              </a:spcBef>
              <a:spcAft>
                <a:spcPts val="400"/>
              </a:spcAft>
              <a:buFont typeface="+mj-lt"/>
              <a:buAutoNum type="arabicPeriod"/>
              <a:defRPr/>
            </a:pPr>
            <a:r>
              <a:rPr lang="en-US" sz="1200" dirty="0"/>
              <a:t>Dashboards</a:t>
            </a:r>
          </a:p>
          <a:p>
            <a:pPr marL="358775" indent="-179388">
              <a:spcBef>
                <a:spcPts val="300"/>
              </a:spcBef>
              <a:spcAft>
                <a:spcPts val="300"/>
              </a:spcAft>
              <a:buFont typeface="Arial" panose="020B0604020202020204" pitchFamily="34" charset="0"/>
              <a:buChar char="•"/>
              <a:defRPr/>
            </a:pPr>
            <a:r>
              <a:rPr lang="en-US" sz="1200" dirty="0"/>
              <a:t>Strategic objectives and KPIs</a:t>
            </a:r>
          </a:p>
          <a:p>
            <a:pPr marL="358775" indent="-179388">
              <a:spcBef>
                <a:spcPts val="300"/>
              </a:spcBef>
              <a:spcAft>
                <a:spcPts val="300"/>
              </a:spcAft>
              <a:buFont typeface="Arial" panose="020B0604020202020204" pitchFamily="34" charset="0"/>
              <a:buChar char="•"/>
              <a:defRPr/>
            </a:pPr>
            <a:r>
              <a:rPr lang="en-US" sz="1200" dirty="0"/>
              <a:t>Integration &amp; synergy initiatives</a:t>
            </a:r>
          </a:p>
          <a:p>
            <a:pPr marL="358775" indent="-179388">
              <a:spcBef>
                <a:spcPts val="300"/>
              </a:spcBef>
              <a:spcAft>
                <a:spcPts val="300"/>
              </a:spcAft>
              <a:buFont typeface="Arial" panose="020B0604020202020204" pitchFamily="34" charset="0"/>
              <a:buChar char="•"/>
              <a:defRPr/>
            </a:pPr>
            <a:r>
              <a:rPr lang="en-US" sz="1200" dirty="0"/>
              <a:t>Integration plan</a:t>
            </a:r>
          </a:p>
          <a:p>
            <a:pPr marL="358775" indent="-179388">
              <a:spcBef>
                <a:spcPts val="300"/>
              </a:spcBef>
              <a:spcAft>
                <a:spcPts val="300"/>
              </a:spcAft>
              <a:buFont typeface="Arial" panose="020B0604020202020204" pitchFamily="34" charset="0"/>
              <a:buChar char="•"/>
              <a:defRPr/>
            </a:pPr>
            <a:r>
              <a:rPr lang="en-US" sz="1200" dirty="0"/>
              <a:t>Other detailed plans</a:t>
            </a:r>
          </a:p>
          <a:p>
            <a:pPr marL="179388" indent="-179388">
              <a:spcBef>
                <a:spcPts val="400"/>
              </a:spcBef>
              <a:spcAft>
                <a:spcPts val="400"/>
              </a:spcAft>
              <a:buClr>
                <a:schemeClr val="tx1"/>
              </a:buClr>
              <a:buFont typeface="+mj-lt"/>
              <a:buAutoNum type="arabicPeriod" startAt="3"/>
              <a:defRPr/>
            </a:pPr>
            <a:r>
              <a:rPr lang="en-US" sz="1200" dirty="0"/>
              <a:t>Training to help managers set up their team</a:t>
            </a:r>
          </a:p>
          <a:p>
            <a:pPr marL="179388" indent="-179388">
              <a:spcBef>
                <a:spcPts val="400"/>
              </a:spcBef>
              <a:spcAft>
                <a:spcPts val="400"/>
              </a:spcAft>
              <a:buClr>
                <a:schemeClr val="tx1"/>
              </a:buClr>
              <a:buFont typeface="+mj-lt"/>
              <a:buAutoNum type="arabicPeriod" startAt="3"/>
              <a:defRPr/>
            </a:pPr>
            <a:r>
              <a:rPr lang="en-US" sz="1200" dirty="0"/>
              <a:t>Integration lessons learned</a:t>
            </a:r>
          </a:p>
        </p:txBody>
      </p:sp>
      <p:sp>
        <p:nvSpPr>
          <p:cNvPr id="50" name="Rectangle 49">
            <a:extLst>
              <a:ext uri="{FF2B5EF4-FFF2-40B4-BE49-F238E27FC236}">
                <a16:creationId xmlns:a16="http://schemas.microsoft.com/office/drawing/2014/main" id="{F160A322-898E-E49B-D5D2-C8EE5E71D010}"/>
              </a:ext>
            </a:extLst>
          </p:cNvPr>
          <p:cNvSpPr/>
          <p:nvPr/>
        </p:nvSpPr>
        <p:spPr>
          <a:xfrm>
            <a:off x="6019628" y="2684614"/>
            <a:ext cx="2669518" cy="1980029"/>
          </a:xfrm>
          <a:prstGeom prst="rect">
            <a:avLst/>
          </a:prstGeom>
          <a:effectLst/>
        </p:spPr>
        <p:txBody>
          <a:bodyPr wrap="square">
            <a:spAutoFit/>
          </a:bodyPr>
          <a:lstStyle/>
          <a:p>
            <a:pPr marL="169863" lvl="0" indent="-169863">
              <a:spcBef>
                <a:spcPts val="400"/>
              </a:spcBef>
              <a:spcAft>
                <a:spcPts val="400"/>
              </a:spcAft>
              <a:buFont typeface="+mj-lt"/>
              <a:buAutoNum type="arabicPeriod"/>
              <a:defRPr/>
            </a:pPr>
            <a:r>
              <a:rPr lang="en-US" sz="1200" dirty="0">
                <a:solidFill>
                  <a:srgbClr val="002776"/>
                </a:solidFill>
              </a:rPr>
              <a:t>Integration plan: Day 1, Day 30, Day 60, Day 90</a:t>
            </a:r>
          </a:p>
          <a:p>
            <a:pPr marL="169863" lvl="0" indent="-169863">
              <a:spcBef>
                <a:spcPts val="400"/>
              </a:spcBef>
              <a:spcAft>
                <a:spcPts val="400"/>
              </a:spcAft>
              <a:buFont typeface="+mj-lt"/>
              <a:buAutoNum type="arabicPeriod"/>
              <a:defRPr/>
            </a:pPr>
            <a:r>
              <a:rPr lang="en-US" sz="1200" dirty="0">
                <a:solidFill>
                  <a:srgbClr val="002776"/>
                </a:solidFill>
              </a:rPr>
              <a:t>Day one readiness workshop</a:t>
            </a:r>
          </a:p>
          <a:p>
            <a:pPr marL="169863" indent="-169863">
              <a:spcBef>
                <a:spcPts val="400"/>
              </a:spcBef>
              <a:spcAft>
                <a:spcPts val="400"/>
              </a:spcAft>
              <a:buFont typeface="+mj-lt"/>
              <a:buAutoNum type="arabicPeriod"/>
              <a:defRPr/>
            </a:pPr>
            <a:r>
              <a:rPr lang="en-US" sz="1200" dirty="0">
                <a:solidFill>
                  <a:srgbClr val="002776"/>
                </a:solidFill>
              </a:rPr>
              <a:t>Staffing &amp; retention plan</a:t>
            </a:r>
          </a:p>
          <a:p>
            <a:pPr marL="169863" indent="-169863">
              <a:spcBef>
                <a:spcPts val="400"/>
              </a:spcBef>
              <a:spcAft>
                <a:spcPts val="400"/>
              </a:spcAft>
              <a:buFont typeface="+mj-lt"/>
              <a:buAutoNum type="arabicPeriod"/>
              <a:defRPr/>
            </a:pPr>
            <a:r>
              <a:rPr lang="en-US" sz="1200" dirty="0">
                <a:solidFill>
                  <a:srgbClr val="002776"/>
                </a:solidFill>
              </a:rPr>
              <a:t>Culture integration strategy and plan</a:t>
            </a:r>
          </a:p>
          <a:p>
            <a:pPr marL="169863" indent="-169863">
              <a:spcBef>
                <a:spcPts val="400"/>
              </a:spcBef>
              <a:spcAft>
                <a:spcPts val="400"/>
              </a:spcAft>
              <a:buFont typeface="+mj-lt"/>
              <a:buAutoNum type="arabicPeriod"/>
              <a:defRPr/>
            </a:pPr>
            <a:r>
              <a:rPr lang="en-US" sz="1200" dirty="0">
                <a:solidFill>
                  <a:srgbClr val="002776"/>
                </a:solidFill>
              </a:rPr>
              <a:t>Risk management strategy and plan</a:t>
            </a:r>
          </a:p>
        </p:txBody>
      </p:sp>
      <p:cxnSp>
        <p:nvCxnSpPr>
          <p:cNvPr id="51" name="Straight Connector 50">
            <a:extLst>
              <a:ext uri="{FF2B5EF4-FFF2-40B4-BE49-F238E27FC236}">
                <a16:creationId xmlns:a16="http://schemas.microsoft.com/office/drawing/2014/main" id="{7F02FA42-B1F8-3D81-77BD-EF05DBAEB874}"/>
              </a:ext>
            </a:extLst>
          </p:cNvPr>
          <p:cNvCxnSpPr>
            <a:cxnSpLocks/>
          </p:cNvCxnSpPr>
          <p:nvPr/>
        </p:nvCxnSpPr>
        <p:spPr>
          <a:xfrm>
            <a:off x="3309325" y="2710697"/>
            <a:ext cx="0" cy="2860762"/>
          </a:xfrm>
          <a:prstGeom prst="line">
            <a:avLst/>
          </a:prstGeom>
          <a:ln>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56" name="Arrow: Pentagon 55">
            <a:extLst>
              <a:ext uri="{FF2B5EF4-FFF2-40B4-BE49-F238E27FC236}">
                <a16:creationId xmlns:a16="http://schemas.microsoft.com/office/drawing/2014/main" id="{485737D5-0CF3-9082-DA25-E5ED8220601A}"/>
              </a:ext>
            </a:extLst>
          </p:cNvPr>
          <p:cNvSpPr/>
          <p:nvPr/>
        </p:nvSpPr>
        <p:spPr>
          <a:xfrm>
            <a:off x="602460" y="2088847"/>
            <a:ext cx="2832391" cy="540000"/>
          </a:xfrm>
          <a:prstGeom prst="homePlate">
            <a:avLst>
              <a:gd name="adj" fmla="val 31705"/>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Integration Strategy</a:t>
            </a:r>
            <a:endParaRPr lang="en-US" sz="1300" b="1" dirty="0">
              <a:solidFill>
                <a:schemeClr val="bg1"/>
              </a:solidFill>
              <a:cs typeface="Times New Roman" pitchFamily="18" charset="0"/>
            </a:endParaRPr>
          </a:p>
        </p:txBody>
      </p:sp>
      <p:sp>
        <p:nvSpPr>
          <p:cNvPr id="57" name="Oval 56">
            <a:extLst>
              <a:ext uri="{FF2B5EF4-FFF2-40B4-BE49-F238E27FC236}">
                <a16:creationId xmlns:a16="http://schemas.microsoft.com/office/drawing/2014/main" id="{C2C15A32-7D55-DAB2-41C0-EA9AC96ADED7}"/>
              </a:ext>
            </a:extLst>
          </p:cNvPr>
          <p:cNvSpPr/>
          <p:nvPr/>
        </p:nvSpPr>
        <p:spPr>
          <a:xfrm>
            <a:off x="518943" y="188206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58" name="Oval 57">
            <a:extLst>
              <a:ext uri="{FF2B5EF4-FFF2-40B4-BE49-F238E27FC236}">
                <a16:creationId xmlns:a16="http://schemas.microsoft.com/office/drawing/2014/main" id="{7D152806-36A5-C9F4-81D1-0916B910C26E}"/>
              </a:ext>
            </a:extLst>
          </p:cNvPr>
          <p:cNvSpPr/>
          <p:nvPr/>
        </p:nvSpPr>
        <p:spPr>
          <a:xfrm>
            <a:off x="3304809" y="188206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pic>
        <p:nvPicPr>
          <p:cNvPr id="61" name="Graphic 60" descr="Lightbulb and pencil outline">
            <a:extLst>
              <a:ext uri="{FF2B5EF4-FFF2-40B4-BE49-F238E27FC236}">
                <a16:creationId xmlns:a16="http://schemas.microsoft.com/office/drawing/2014/main" id="{BF03350A-9CE3-0200-256C-4D32F5DBC7D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0435" y="1596664"/>
            <a:ext cx="432000" cy="432000"/>
          </a:xfrm>
          <a:prstGeom prst="rect">
            <a:avLst/>
          </a:prstGeom>
        </p:spPr>
      </p:pic>
      <p:pic>
        <p:nvPicPr>
          <p:cNvPr id="62" name="Graphic 61" descr="Blueprint outline">
            <a:extLst>
              <a:ext uri="{FF2B5EF4-FFF2-40B4-BE49-F238E27FC236}">
                <a16:creationId xmlns:a16="http://schemas.microsoft.com/office/drawing/2014/main" id="{33B3FA32-E02D-E69B-C5A7-17CA4AFD190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74221" y="1518892"/>
            <a:ext cx="569955" cy="569955"/>
          </a:xfrm>
          <a:prstGeom prst="rect">
            <a:avLst/>
          </a:prstGeom>
        </p:spPr>
      </p:pic>
      <p:sp>
        <p:nvSpPr>
          <p:cNvPr id="3" name="Chevron 17">
            <a:extLst>
              <a:ext uri="{FF2B5EF4-FFF2-40B4-BE49-F238E27FC236}">
                <a16:creationId xmlns:a16="http://schemas.microsoft.com/office/drawing/2014/main" id="{1344A6CB-05DF-7EFE-6A4F-5326960A4224}"/>
              </a:ext>
            </a:extLst>
          </p:cNvPr>
          <p:cNvSpPr/>
          <p:nvPr/>
        </p:nvSpPr>
        <p:spPr bwMode="auto">
          <a:xfrm>
            <a:off x="8756974" y="2078691"/>
            <a:ext cx="2830593" cy="540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Implementation &amp; Monitoring</a:t>
            </a:r>
            <a:endParaRPr lang="en-US" sz="1300" b="1" kern="1200" dirty="0">
              <a:solidFill>
                <a:schemeClr val="bg1"/>
              </a:solidFill>
              <a:cs typeface="Times New Roman" pitchFamily="18" charset="0"/>
            </a:endParaRPr>
          </a:p>
        </p:txBody>
      </p:sp>
      <p:sp>
        <p:nvSpPr>
          <p:cNvPr id="7" name="Rectangle 6">
            <a:extLst>
              <a:ext uri="{FF2B5EF4-FFF2-40B4-BE49-F238E27FC236}">
                <a16:creationId xmlns:a16="http://schemas.microsoft.com/office/drawing/2014/main" id="{FE3FDD9B-75FF-A85A-B583-5989E754BAD2}"/>
              </a:ext>
            </a:extLst>
          </p:cNvPr>
          <p:cNvSpPr/>
          <p:nvPr/>
        </p:nvSpPr>
        <p:spPr>
          <a:xfrm>
            <a:off x="3277768" y="2684614"/>
            <a:ext cx="2559503" cy="1877437"/>
          </a:xfrm>
          <a:prstGeom prst="rect">
            <a:avLst/>
          </a:prstGeom>
          <a:effectLst/>
        </p:spPr>
        <p:txBody>
          <a:bodyPr wrap="square">
            <a:spAutoFit/>
          </a:bodyPr>
          <a:lstStyle/>
          <a:p>
            <a:pPr marL="169863" lvl="0" indent="-169863">
              <a:spcBef>
                <a:spcPts val="400"/>
              </a:spcBef>
              <a:spcAft>
                <a:spcPts val="400"/>
              </a:spcAft>
              <a:buFont typeface="+mj-lt"/>
              <a:buAutoNum type="arabicPeriod"/>
              <a:defRPr/>
            </a:pPr>
            <a:r>
              <a:rPr lang="en-GB" sz="1200" dirty="0">
                <a:solidFill>
                  <a:srgbClr val="002776"/>
                </a:solidFill>
              </a:rPr>
              <a:t>Potential integration &amp; synergy initiatives</a:t>
            </a:r>
          </a:p>
          <a:p>
            <a:pPr marL="169863" lvl="0" indent="-169863">
              <a:spcBef>
                <a:spcPts val="400"/>
              </a:spcBef>
              <a:spcAft>
                <a:spcPts val="400"/>
              </a:spcAft>
              <a:buFont typeface="+mj-lt"/>
              <a:buAutoNum type="arabicPeriod"/>
              <a:defRPr/>
            </a:pPr>
            <a:r>
              <a:rPr lang="en-GB" sz="1200" dirty="0">
                <a:solidFill>
                  <a:srgbClr val="002776"/>
                </a:solidFill>
              </a:rPr>
              <a:t>Business cases and financial models</a:t>
            </a:r>
          </a:p>
          <a:p>
            <a:pPr marL="169863" lvl="0" indent="-169863">
              <a:spcBef>
                <a:spcPts val="400"/>
              </a:spcBef>
              <a:spcAft>
                <a:spcPts val="400"/>
              </a:spcAft>
              <a:buFont typeface="+mj-lt"/>
              <a:buAutoNum type="arabicPeriod"/>
              <a:defRPr/>
            </a:pPr>
            <a:r>
              <a:rPr lang="en-GB" sz="1200" dirty="0">
                <a:solidFill>
                  <a:srgbClr val="002776"/>
                </a:solidFill>
              </a:rPr>
              <a:t>Integration &amp; synergy initiatives prioritization</a:t>
            </a:r>
          </a:p>
          <a:p>
            <a:pPr marL="169863" indent="-169863">
              <a:spcBef>
                <a:spcPts val="400"/>
              </a:spcBef>
              <a:spcAft>
                <a:spcPts val="400"/>
              </a:spcAft>
              <a:buFont typeface="+mj-lt"/>
              <a:buAutoNum type="arabicPeriod"/>
              <a:defRPr/>
            </a:pPr>
            <a:r>
              <a:rPr lang="en-US" sz="1200" dirty="0">
                <a:solidFill>
                  <a:srgbClr val="002776"/>
                </a:solidFill>
              </a:rPr>
              <a:t>Integration &amp; synergy initiatives roadmap</a:t>
            </a:r>
          </a:p>
        </p:txBody>
      </p:sp>
      <p:sp>
        <p:nvSpPr>
          <p:cNvPr id="12" name="Oval 11">
            <a:extLst>
              <a:ext uri="{FF2B5EF4-FFF2-40B4-BE49-F238E27FC236}">
                <a16:creationId xmlns:a16="http://schemas.microsoft.com/office/drawing/2014/main" id="{BC51187C-3FC3-BEBD-AE39-0085ECF7D6DD}"/>
              </a:ext>
            </a:extLst>
          </p:cNvPr>
          <p:cNvSpPr/>
          <p:nvPr/>
        </p:nvSpPr>
        <p:spPr>
          <a:xfrm>
            <a:off x="6024179" y="188206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13" name="Oval 12">
            <a:extLst>
              <a:ext uri="{FF2B5EF4-FFF2-40B4-BE49-F238E27FC236}">
                <a16:creationId xmlns:a16="http://schemas.microsoft.com/office/drawing/2014/main" id="{62EEBFBC-83B8-7DAD-6B14-D3BE025CACEE}"/>
              </a:ext>
            </a:extLst>
          </p:cNvPr>
          <p:cNvSpPr/>
          <p:nvPr/>
        </p:nvSpPr>
        <p:spPr>
          <a:xfrm>
            <a:off x="8725995" y="188206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19" name="Graphic 18" descr="List outline">
            <a:extLst>
              <a:ext uri="{FF2B5EF4-FFF2-40B4-BE49-F238E27FC236}">
                <a16:creationId xmlns:a16="http://schemas.microsoft.com/office/drawing/2014/main" id="{C8886E1B-B14D-243A-7D11-F0877C3A307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87208" y="1574690"/>
            <a:ext cx="504001" cy="504001"/>
          </a:xfrm>
          <a:prstGeom prst="rect">
            <a:avLst/>
          </a:prstGeom>
        </p:spPr>
      </p:pic>
      <p:pic>
        <p:nvPicPr>
          <p:cNvPr id="23" name="Graphic 22" descr="Group of men outline">
            <a:extLst>
              <a:ext uri="{FF2B5EF4-FFF2-40B4-BE49-F238E27FC236}">
                <a16:creationId xmlns:a16="http://schemas.microsoft.com/office/drawing/2014/main" id="{F4BE74C8-642A-9D42-4C6C-711AF7FF1C1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95616" y="1607954"/>
            <a:ext cx="449012" cy="449012"/>
          </a:xfrm>
          <a:prstGeom prst="rect">
            <a:avLst/>
          </a:prstGeom>
        </p:spPr>
      </p:pic>
      <p:sp>
        <p:nvSpPr>
          <p:cNvPr id="24" name="Chevron 17">
            <a:extLst>
              <a:ext uri="{FF2B5EF4-FFF2-40B4-BE49-F238E27FC236}">
                <a16:creationId xmlns:a16="http://schemas.microsoft.com/office/drawing/2014/main" id="{2E819BAE-2B69-C19A-C55F-0E02F7BE605E}"/>
              </a:ext>
            </a:extLst>
          </p:cNvPr>
          <p:cNvSpPr/>
          <p:nvPr/>
        </p:nvSpPr>
        <p:spPr bwMode="auto">
          <a:xfrm>
            <a:off x="602461" y="5620933"/>
            <a:ext cx="10985106" cy="322460"/>
          </a:xfrm>
          <a:prstGeom prst="homePlate">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Change Management and Internal Communication</a:t>
            </a:r>
          </a:p>
        </p:txBody>
      </p:sp>
      <p:sp>
        <p:nvSpPr>
          <p:cNvPr id="25" name="Chevron 17">
            <a:extLst>
              <a:ext uri="{FF2B5EF4-FFF2-40B4-BE49-F238E27FC236}">
                <a16:creationId xmlns:a16="http://schemas.microsoft.com/office/drawing/2014/main" id="{494F9D9A-9C7B-4039-5508-73CF09BD236E}"/>
              </a:ext>
            </a:extLst>
          </p:cNvPr>
          <p:cNvSpPr/>
          <p:nvPr/>
        </p:nvSpPr>
        <p:spPr bwMode="auto">
          <a:xfrm>
            <a:off x="602461" y="6169583"/>
            <a:ext cx="10985106" cy="322460"/>
          </a:xfrm>
          <a:prstGeom prst="homePlate">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Stakeholder Engagement</a:t>
            </a:r>
          </a:p>
        </p:txBody>
      </p:sp>
      <p:cxnSp>
        <p:nvCxnSpPr>
          <p:cNvPr id="27" name="Straight Connector 26">
            <a:extLst>
              <a:ext uri="{FF2B5EF4-FFF2-40B4-BE49-F238E27FC236}">
                <a16:creationId xmlns:a16="http://schemas.microsoft.com/office/drawing/2014/main" id="{2108756B-174F-8EFD-07B5-50872BD21D41}"/>
              </a:ext>
            </a:extLst>
          </p:cNvPr>
          <p:cNvCxnSpPr>
            <a:cxnSpLocks/>
          </p:cNvCxnSpPr>
          <p:nvPr/>
        </p:nvCxnSpPr>
        <p:spPr>
          <a:xfrm>
            <a:off x="6011595" y="2710697"/>
            <a:ext cx="0" cy="2860762"/>
          </a:xfrm>
          <a:prstGeom prst="line">
            <a:avLst/>
          </a:prstGeom>
          <a:ln>
            <a:solidFill>
              <a:schemeClr val="accent1"/>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9185B50-34FE-59C7-03F5-51D3254B2C05}"/>
              </a:ext>
            </a:extLst>
          </p:cNvPr>
          <p:cNvCxnSpPr>
            <a:cxnSpLocks/>
          </p:cNvCxnSpPr>
          <p:nvPr/>
        </p:nvCxnSpPr>
        <p:spPr>
          <a:xfrm>
            <a:off x="8725995" y="2710697"/>
            <a:ext cx="0" cy="2860762"/>
          </a:xfrm>
          <a:prstGeom prst="line">
            <a:avLst/>
          </a:prstGeom>
          <a:ln>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3142A629-52C8-BC84-0159-47E3BA371663}"/>
              </a:ext>
            </a:extLst>
          </p:cNvPr>
          <p:cNvSpPr/>
          <p:nvPr/>
        </p:nvSpPr>
        <p:spPr>
          <a:xfrm>
            <a:off x="518943" y="543319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31" name="Oval 30">
            <a:extLst>
              <a:ext uri="{FF2B5EF4-FFF2-40B4-BE49-F238E27FC236}">
                <a16:creationId xmlns:a16="http://schemas.microsoft.com/office/drawing/2014/main" id="{E1978435-C540-2E60-80ED-5F61F834CA95}"/>
              </a:ext>
            </a:extLst>
          </p:cNvPr>
          <p:cNvSpPr/>
          <p:nvPr/>
        </p:nvSpPr>
        <p:spPr>
          <a:xfrm>
            <a:off x="518943" y="5987100"/>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5" name="Footer Placeholder 4">
            <a:extLst>
              <a:ext uri="{FF2B5EF4-FFF2-40B4-BE49-F238E27FC236}">
                <a16:creationId xmlns:a16="http://schemas.microsoft.com/office/drawing/2014/main" id="{8963E3F0-E584-CAB8-E78D-4B53E6277CDA}"/>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D3BBE21D-BAC3-6D20-D000-C42F0ED6877C}"/>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2392440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1 small preview</a:t>
            </a:r>
          </a:p>
        </p:txBody>
      </p:sp>
      <p:sp>
        <p:nvSpPr>
          <p:cNvPr id="4" name="Chevron 17">
            <a:extLst>
              <a:ext uri="{FF2B5EF4-FFF2-40B4-BE49-F238E27FC236}">
                <a16:creationId xmlns:a16="http://schemas.microsoft.com/office/drawing/2014/main" id="{99603223-1600-4878-C974-BE354BB939BC}"/>
              </a:ext>
            </a:extLst>
          </p:cNvPr>
          <p:cNvSpPr/>
          <p:nvPr/>
        </p:nvSpPr>
        <p:spPr bwMode="auto">
          <a:xfrm>
            <a:off x="3321830"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Integration &amp; synergy initiatives</a:t>
            </a:r>
          </a:p>
        </p:txBody>
      </p:sp>
      <p:sp>
        <p:nvSpPr>
          <p:cNvPr id="7" name="Chevron 17">
            <a:extLst>
              <a:ext uri="{FF2B5EF4-FFF2-40B4-BE49-F238E27FC236}">
                <a16:creationId xmlns:a16="http://schemas.microsoft.com/office/drawing/2014/main" id="{862E9442-E533-82E4-DCB5-A77EFB47F88B}"/>
              </a:ext>
            </a:extLst>
          </p:cNvPr>
          <p:cNvSpPr/>
          <p:nvPr/>
        </p:nvSpPr>
        <p:spPr bwMode="auto">
          <a:xfrm>
            <a:off x="6039402"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Detailed Plans</a:t>
            </a:r>
            <a:endParaRPr lang="en-US" sz="1300" b="1" kern="1200" dirty="0">
              <a:solidFill>
                <a:schemeClr val="bg1"/>
              </a:solidFill>
              <a:cs typeface="Times New Roman" pitchFamily="18" charset="0"/>
            </a:endParaRPr>
          </a:p>
        </p:txBody>
      </p:sp>
      <p:sp>
        <p:nvSpPr>
          <p:cNvPr id="25" name="Arrow: Pentagon 24">
            <a:extLst>
              <a:ext uri="{FF2B5EF4-FFF2-40B4-BE49-F238E27FC236}">
                <a16:creationId xmlns:a16="http://schemas.microsoft.com/office/drawing/2014/main" id="{B6D6720F-030A-1F46-4D17-753ACBF75408}"/>
              </a:ext>
            </a:extLst>
          </p:cNvPr>
          <p:cNvSpPr/>
          <p:nvPr/>
        </p:nvSpPr>
        <p:spPr>
          <a:xfrm>
            <a:off x="602460" y="2088847"/>
            <a:ext cx="2832391" cy="540000"/>
          </a:xfrm>
          <a:prstGeom prst="homePlate">
            <a:avLst>
              <a:gd name="adj" fmla="val 31705"/>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Integration Strategy</a:t>
            </a:r>
            <a:endParaRPr lang="en-US" sz="1300" b="1" dirty="0">
              <a:solidFill>
                <a:schemeClr val="bg1"/>
              </a:solidFill>
              <a:cs typeface="Times New Roman" pitchFamily="18" charset="0"/>
            </a:endParaRPr>
          </a:p>
        </p:txBody>
      </p:sp>
      <p:sp>
        <p:nvSpPr>
          <p:cNvPr id="26" name="Oval 25">
            <a:extLst>
              <a:ext uri="{FF2B5EF4-FFF2-40B4-BE49-F238E27FC236}">
                <a16:creationId xmlns:a16="http://schemas.microsoft.com/office/drawing/2014/main" id="{F6B8514A-BF88-ED43-C17C-5A12FF045C4B}"/>
              </a:ext>
            </a:extLst>
          </p:cNvPr>
          <p:cNvSpPr/>
          <p:nvPr/>
        </p:nvSpPr>
        <p:spPr>
          <a:xfrm>
            <a:off x="518943" y="188206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27" name="Oval 26">
            <a:extLst>
              <a:ext uri="{FF2B5EF4-FFF2-40B4-BE49-F238E27FC236}">
                <a16:creationId xmlns:a16="http://schemas.microsoft.com/office/drawing/2014/main" id="{4842930F-9DF5-33EE-D54F-607C8A387A73}"/>
              </a:ext>
            </a:extLst>
          </p:cNvPr>
          <p:cNvSpPr/>
          <p:nvPr/>
        </p:nvSpPr>
        <p:spPr>
          <a:xfrm>
            <a:off x="3304809"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pic>
        <p:nvPicPr>
          <p:cNvPr id="29" name="Graphic 28" descr="Lightbulb and pencil outline">
            <a:extLst>
              <a:ext uri="{FF2B5EF4-FFF2-40B4-BE49-F238E27FC236}">
                <a16:creationId xmlns:a16="http://schemas.microsoft.com/office/drawing/2014/main" id="{DDC5EFC3-30CF-D190-0F31-8CF28EE907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0435" y="1596664"/>
            <a:ext cx="432000" cy="432000"/>
          </a:xfrm>
          <a:prstGeom prst="rect">
            <a:avLst/>
          </a:prstGeom>
        </p:spPr>
      </p:pic>
      <p:pic>
        <p:nvPicPr>
          <p:cNvPr id="36" name="Graphic 35" descr="Blueprint outline">
            <a:extLst>
              <a:ext uri="{FF2B5EF4-FFF2-40B4-BE49-F238E27FC236}">
                <a16:creationId xmlns:a16="http://schemas.microsoft.com/office/drawing/2014/main" id="{97C3198F-7D51-2162-8158-E2A0C58DF4B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74221" y="1518892"/>
            <a:ext cx="569955" cy="569955"/>
          </a:xfrm>
          <a:prstGeom prst="rect">
            <a:avLst/>
          </a:prstGeom>
        </p:spPr>
      </p:pic>
      <p:sp>
        <p:nvSpPr>
          <p:cNvPr id="37" name="Chevron 17">
            <a:extLst>
              <a:ext uri="{FF2B5EF4-FFF2-40B4-BE49-F238E27FC236}">
                <a16:creationId xmlns:a16="http://schemas.microsoft.com/office/drawing/2014/main" id="{FEAB0721-E263-2251-2BD5-BC356A0DA702}"/>
              </a:ext>
            </a:extLst>
          </p:cNvPr>
          <p:cNvSpPr/>
          <p:nvPr/>
        </p:nvSpPr>
        <p:spPr bwMode="auto">
          <a:xfrm>
            <a:off x="8756974"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Implementation &amp; Monitoring</a:t>
            </a:r>
            <a:endParaRPr lang="en-US" sz="1300" b="1" kern="1200" dirty="0">
              <a:solidFill>
                <a:schemeClr val="bg1"/>
              </a:solidFill>
              <a:cs typeface="Times New Roman" pitchFamily="18" charset="0"/>
            </a:endParaRPr>
          </a:p>
        </p:txBody>
      </p:sp>
      <p:sp>
        <p:nvSpPr>
          <p:cNvPr id="39" name="Oval 38">
            <a:extLst>
              <a:ext uri="{FF2B5EF4-FFF2-40B4-BE49-F238E27FC236}">
                <a16:creationId xmlns:a16="http://schemas.microsoft.com/office/drawing/2014/main" id="{1DE63163-F39C-446C-0532-22E9E2681DDE}"/>
              </a:ext>
            </a:extLst>
          </p:cNvPr>
          <p:cNvSpPr/>
          <p:nvPr/>
        </p:nvSpPr>
        <p:spPr>
          <a:xfrm>
            <a:off x="6024179"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40" name="Oval 39">
            <a:extLst>
              <a:ext uri="{FF2B5EF4-FFF2-40B4-BE49-F238E27FC236}">
                <a16:creationId xmlns:a16="http://schemas.microsoft.com/office/drawing/2014/main" id="{70CAD695-C742-F8F8-B4B3-CFFEBF5DC866}"/>
              </a:ext>
            </a:extLst>
          </p:cNvPr>
          <p:cNvSpPr/>
          <p:nvPr/>
        </p:nvSpPr>
        <p:spPr>
          <a:xfrm>
            <a:off x="8725995"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41" name="Graphic 40" descr="List outline">
            <a:extLst>
              <a:ext uri="{FF2B5EF4-FFF2-40B4-BE49-F238E27FC236}">
                <a16:creationId xmlns:a16="http://schemas.microsoft.com/office/drawing/2014/main" id="{7C15731A-822F-F8BD-2689-22999A8F31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87208" y="1574690"/>
            <a:ext cx="504001" cy="504001"/>
          </a:xfrm>
          <a:prstGeom prst="rect">
            <a:avLst/>
          </a:prstGeom>
        </p:spPr>
      </p:pic>
      <p:pic>
        <p:nvPicPr>
          <p:cNvPr id="42" name="Graphic 41" descr="Group of men outline">
            <a:extLst>
              <a:ext uri="{FF2B5EF4-FFF2-40B4-BE49-F238E27FC236}">
                <a16:creationId xmlns:a16="http://schemas.microsoft.com/office/drawing/2014/main" id="{051673A3-C6AB-14C0-AEB1-1EAF7298EB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95616" y="1607954"/>
            <a:ext cx="449012" cy="449012"/>
          </a:xfrm>
          <a:prstGeom prst="rect">
            <a:avLst/>
          </a:prstGeom>
        </p:spPr>
      </p:pic>
      <p:sp>
        <p:nvSpPr>
          <p:cNvPr id="43" name="Chevron 17">
            <a:extLst>
              <a:ext uri="{FF2B5EF4-FFF2-40B4-BE49-F238E27FC236}">
                <a16:creationId xmlns:a16="http://schemas.microsoft.com/office/drawing/2014/main" id="{65B22EE6-5F4E-8BB1-D9CB-0B4001EE062F}"/>
              </a:ext>
            </a:extLst>
          </p:cNvPr>
          <p:cNvSpPr/>
          <p:nvPr/>
        </p:nvSpPr>
        <p:spPr bwMode="auto">
          <a:xfrm>
            <a:off x="602461" y="5620933"/>
            <a:ext cx="10985106" cy="322460"/>
          </a:xfrm>
          <a:prstGeom prst="homePlate">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Change Management and Internal Communication</a:t>
            </a:r>
          </a:p>
        </p:txBody>
      </p:sp>
      <p:sp>
        <p:nvSpPr>
          <p:cNvPr id="44" name="Chevron 17">
            <a:extLst>
              <a:ext uri="{FF2B5EF4-FFF2-40B4-BE49-F238E27FC236}">
                <a16:creationId xmlns:a16="http://schemas.microsoft.com/office/drawing/2014/main" id="{77EDB655-A6D9-E267-73F6-BEFB5D1C97DF}"/>
              </a:ext>
            </a:extLst>
          </p:cNvPr>
          <p:cNvSpPr/>
          <p:nvPr/>
        </p:nvSpPr>
        <p:spPr bwMode="auto">
          <a:xfrm>
            <a:off x="602461" y="6169583"/>
            <a:ext cx="10985106" cy="322460"/>
          </a:xfrm>
          <a:prstGeom prst="homePlate">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Stakeholder Engagement</a:t>
            </a:r>
          </a:p>
        </p:txBody>
      </p:sp>
      <p:sp>
        <p:nvSpPr>
          <p:cNvPr id="47" name="Oval 46">
            <a:extLst>
              <a:ext uri="{FF2B5EF4-FFF2-40B4-BE49-F238E27FC236}">
                <a16:creationId xmlns:a16="http://schemas.microsoft.com/office/drawing/2014/main" id="{47325780-CCCA-9444-34F9-CB9622723945}"/>
              </a:ext>
            </a:extLst>
          </p:cNvPr>
          <p:cNvSpPr/>
          <p:nvPr/>
        </p:nvSpPr>
        <p:spPr>
          <a:xfrm>
            <a:off x="518943" y="543319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48" name="Oval 47">
            <a:extLst>
              <a:ext uri="{FF2B5EF4-FFF2-40B4-BE49-F238E27FC236}">
                <a16:creationId xmlns:a16="http://schemas.microsoft.com/office/drawing/2014/main" id="{F23E0C0F-578D-E988-445E-BA5542861168}"/>
              </a:ext>
            </a:extLst>
          </p:cNvPr>
          <p:cNvSpPr/>
          <p:nvPr/>
        </p:nvSpPr>
        <p:spPr>
          <a:xfrm>
            <a:off x="518943" y="5987100"/>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49" name="Rectangle 48">
            <a:extLst>
              <a:ext uri="{FF2B5EF4-FFF2-40B4-BE49-F238E27FC236}">
                <a16:creationId xmlns:a16="http://schemas.microsoft.com/office/drawing/2014/main" id="{3C905963-C70F-E1A5-8AA8-A396684C93E7}"/>
              </a:ext>
            </a:extLst>
          </p:cNvPr>
          <p:cNvSpPr/>
          <p:nvPr/>
        </p:nvSpPr>
        <p:spPr>
          <a:xfrm>
            <a:off x="613321" y="3013746"/>
            <a:ext cx="10960193" cy="2338232"/>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0" name="Arrow: Down 49">
            <a:extLst>
              <a:ext uri="{FF2B5EF4-FFF2-40B4-BE49-F238E27FC236}">
                <a16:creationId xmlns:a16="http://schemas.microsoft.com/office/drawing/2014/main" id="{5ADE43CB-F9B9-D4E7-2E0E-AFCF25E14661}"/>
              </a:ext>
            </a:extLst>
          </p:cNvPr>
          <p:cNvSpPr/>
          <p:nvPr/>
        </p:nvSpPr>
        <p:spPr>
          <a:xfrm>
            <a:off x="1808730" y="2682330"/>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51" name="Picture 50">
            <a:extLst>
              <a:ext uri="{FF2B5EF4-FFF2-40B4-BE49-F238E27FC236}">
                <a16:creationId xmlns:a16="http://schemas.microsoft.com/office/drawing/2014/main" id="{4873C094-C287-8194-A4AA-0B88CC6006E6}"/>
              </a:ext>
            </a:extLst>
          </p:cNvPr>
          <p:cNvPicPr>
            <a:picLocks noChangeAspect="1"/>
          </p:cNvPicPr>
          <p:nvPr/>
        </p:nvPicPr>
        <p:blipFill>
          <a:blip r:embed="rId13"/>
          <a:stretch>
            <a:fillRect/>
          </a:stretch>
        </p:blipFill>
        <p:spPr>
          <a:xfrm>
            <a:off x="896206" y="3272339"/>
            <a:ext cx="3237415" cy="1821046"/>
          </a:xfrm>
          <a:prstGeom prst="rect">
            <a:avLst/>
          </a:prstGeom>
          <a:effectLst>
            <a:outerShdw blurRad="50800" dist="38100" dir="5400000" algn="t" rotWithShape="0">
              <a:prstClr val="black">
                <a:alpha val="40000"/>
              </a:prstClr>
            </a:outerShdw>
          </a:effectLst>
        </p:spPr>
      </p:pic>
      <p:pic>
        <p:nvPicPr>
          <p:cNvPr id="52" name="Picture 51">
            <a:extLst>
              <a:ext uri="{FF2B5EF4-FFF2-40B4-BE49-F238E27FC236}">
                <a16:creationId xmlns:a16="http://schemas.microsoft.com/office/drawing/2014/main" id="{221F28CA-A28B-DDB7-71FE-F1204D85DC64}"/>
              </a:ext>
            </a:extLst>
          </p:cNvPr>
          <p:cNvPicPr>
            <a:picLocks noChangeAspect="1"/>
          </p:cNvPicPr>
          <p:nvPr/>
        </p:nvPicPr>
        <p:blipFill>
          <a:blip r:embed="rId14"/>
          <a:stretch>
            <a:fillRect/>
          </a:stretch>
        </p:blipFill>
        <p:spPr>
          <a:xfrm>
            <a:off x="4480688" y="3272339"/>
            <a:ext cx="3237416" cy="1821046"/>
          </a:xfrm>
          <a:prstGeom prst="rect">
            <a:avLst/>
          </a:prstGeom>
          <a:effectLst>
            <a:outerShdw blurRad="50800" dist="38100" dir="5400000" algn="t" rotWithShape="0">
              <a:prstClr val="black">
                <a:alpha val="40000"/>
              </a:prstClr>
            </a:outerShdw>
          </a:effectLst>
        </p:spPr>
      </p:pic>
      <p:pic>
        <p:nvPicPr>
          <p:cNvPr id="53" name="Picture 52">
            <a:extLst>
              <a:ext uri="{FF2B5EF4-FFF2-40B4-BE49-F238E27FC236}">
                <a16:creationId xmlns:a16="http://schemas.microsoft.com/office/drawing/2014/main" id="{6F04A4A9-85F7-ED34-42F4-B51BC397BB6D}"/>
              </a:ext>
            </a:extLst>
          </p:cNvPr>
          <p:cNvPicPr>
            <a:picLocks noChangeAspect="1"/>
          </p:cNvPicPr>
          <p:nvPr/>
        </p:nvPicPr>
        <p:blipFill>
          <a:blip r:embed="rId15"/>
          <a:stretch>
            <a:fillRect/>
          </a:stretch>
        </p:blipFill>
        <p:spPr>
          <a:xfrm>
            <a:off x="8065171" y="3271527"/>
            <a:ext cx="3237415" cy="1821046"/>
          </a:xfrm>
          <a:prstGeom prst="rect">
            <a:avLst/>
          </a:prstGeom>
          <a:effectLst>
            <a:outerShdw blurRad="50800" dist="38100" dir="5400000" algn="t" rotWithShape="0">
              <a:prstClr val="black">
                <a:alpha val="40000"/>
              </a:prstClr>
            </a:outerShdw>
          </a:effectLst>
        </p:spPr>
      </p:pic>
      <p:sp>
        <p:nvSpPr>
          <p:cNvPr id="54" name="Footer Placeholder 53">
            <a:extLst>
              <a:ext uri="{FF2B5EF4-FFF2-40B4-BE49-F238E27FC236}">
                <a16:creationId xmlns:a16="http://schemas.microsoft.com/office/drawing/2014/main" id="{8F8E7917-8A82-1FE2-AB04-78EC2E09733B}"/>
              </a:ext>
            </a:extLst>
          </p:cNvPr>
          <p:cNvSpPr>
            <a:spLocks noGrp="1"/>
          </p:cNvSpPr>
          <p:nvPr>
            <p:ph type="ftr" sz="quarter" idx="3"/>
          </p:nvPr>
        </p:nvSpPr>
        <p:spPr/>
        <p:txBody>
          <a:bodyPr/>
          <a:lstStyle/>
          <a:p>
            <a:r>
              <a:rPr lang="en-US"/>
              <a:t>Domont Consulting</a:t>
            </a:r>
            <a:endParaRPr lang="en-US" dirty="0"/>
          </a:p>
        </p:txBody>
      </p:sp>
      <p:sp>
        <p:nvSpPr>
          <p:cNvPr id="55" name="Slide Number Placeholder 54">
            <a:extLst>
              <a:ext uri="{FF2B5EF4-FFF2-40B4-BE49-F238E27FC236}">
                <a16:creationId xmlns:a16="http://schemas.microsoft.com/office/drawing/2014/main" id="{1613E1FC-9173-92FF-8931-4F9A3AC48C9A}"/>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348420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497835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435D17F0-9C99-3976-8EC5-D897D6909EEA}"/>
              </a:ext>
            </a:extLst>
          </p:cNvPr>
          <p:cNvSpPr/>
          <p:nvPr/>
        </p:nvSpPr>
        <p:spPr>
          <a:xfrm>
            <a:off x="613321" y="3013746"/>
            <a:ext cx="10960193" cy="2338232"/>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0" name="Picture 19">
            <a:extLst>
              <a:ext uri="{FF2B5EF4-FFF2-40B4-BE49-F238E27FC236}">
                <a16:creationId xmlns:a16="http://schemas.microsoft.com/office/drawing/2014/main" id="{009B177C-2038-B1E4-0C68-CA8D65F00BB3}"/>
              </a:ext>
            </a:extLst>
          </p:cNvPr>
          <p:cNvPicPr>
            <a:picLocks noChangeAspect="1"/>
          </p:cNvPicPr>
          <p:nvPr/>
        </p:nvPicPr>
        <p:blipFill>
          <a:blip r:embed="rId5"/>
          <a:stretch>
            <a:fillRect/>
          </a:stretch>
        </p:blipFill>
        <p:spPr>
          <a:xfrm>
            <a:off x="896206" y="3266119"/>
            <a:ext cx="3238400" cy="1821600"/>
          </a:xfrm>
          <a:prstGeom prst="rect">
            <a:avLst/>
          </a:prstGeom>
          <a:effectLst>
            <a:outerShdw blurRad="50800" dist="38100" dir="5400000" algn="t" rotWithShape="0">
              <a:prstClr val="black">
                <a:alpha val="40000"/>
              </a:prstClr>
            </a:outerShdw>
          </a:effectLst>
        </p:spPr>
      </p:pic>
      <p:pic>
        <p:nvPicPr>
          <p:cNvPr id="24" name="Picture 23">
            <a:extLst>
              <a:ext uri="{FF2B5EF4-FFF2-40B4-BE49-F238E27FC236}">
                <a16:creationId xmlns:a16="http://schemas.microsoft.com/office/drawing/2014/main" id="{976E294F-6439-4A7D-5488-AA27559F37B9}"/>
              </a:ext>
            </a:extLst>
          </p:cNvPr>
          <p:cNvPicPr>
            <a:picLocks noChangeAspect="1"/>
          </p:cNvPicPr>
          <p:nvPr/>
        </p:nvPicPr>
        <p:blipFill rotWithShape="1">
          <a:blip r:embed="rId6"/>
          <a:srcRect r="10634"/>
          <a:stretch/>
        </p:blipFill>
        <p:spPr>
          <a:xfrm>
            <a:off x="4474221" y="3266119"/>
            <a:ext cx="3243883" cy="1821600"/>
          </a:xfrm>
          <a:prstGeom prst="rect">
            <a:avLst/>
          </a:prstGeom>
          <a:effectLst>
            <a:outerShdw blurRad="50800" dist="38100" dir="5400000" algn="t" rotWithShape="0">
              <a:prstClr val="black">
                <a:alpha val="40000"/>
              </a:prstClr>
            </a:outerShdw>
          </a:effectLst>
        </p:spPr>
      </p:pic>
      <p:pic>
        <p:nvPicPr>
          <p:cNvPr id="28" name="Picture 27">
            <a:hlinkClick r:id="rId7"/>
            <a:extLst>
              <a:ext uri="{FF2B5EF4-FFF2-40B4-BE49-F238E27FC236}">
                <a16:creationId xmlns:a16="http://schemas.microsoft.com/office/drawing/2014/main" id="{FB776835-77D1-C3C0-7A89-7FD82C7F02CB}"/>
              </a:ext>
            </a:extLst>
          </p:cNvPr>
          <p:cNvPicPr>
            <a:picLocks noChangeAspect="1"/>
          </p:cNvPicPr>
          <p:nvPr/>
        </p:nvPicPr>
        <p:blipFill>
          <a:blip r:embed="rId8"/>
          <a:stretch>
            <a:fillRect/>
          </a:stretch>
        </p:blipFill>
        <p:spPr>
          <a:xfrm>
            <a:off x="8064186" y="3266119"/>
            <a:ext cx="3248091"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2 small preview</a:t>
            </a:r>
          </a:p>
        </p:txBody>
      </p:sp>
      <p:sp>
        <p:nvSpPr>
          <p:cNvPr id="4" name="Chevron 17">
            <a:extLst>
              <a:ext uri="{FF2B5EF4-FFF2-40B4-BE49-F238E27FC236}">
                <a16:creationId xmlns:a16="http://schemas.microsoft.com/office/drawing/2014/main" id="{99603223-1600-4878-C974-BE354BB939BC}"/>
              </a:ext>
            </a:extLst>
          </p:cNvPr>
          <p:cNvSpPr/>
          <p:nvPr/>
        </p:nvSpPr>
        <p:spPr bwMode="auto">
          <a:xfrm>
            <a:off x="3321830" y="2078691"/>
            <a:ext cx="2830593" cy="540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Integration &amp; synergy initiatives</a:t>
            </a:r>
          </a:p>
        </p:txBody>
      </p:sp>
      <p:sp>
        <p:nvSpPr>
          <p:cNvPr id="7" name="Chevron 17">
            <a:extLst>
              <a:ext uri="{FF2B5EF4-FFF2-40B4-BE49-F238E27FC236}">
                <a16:creationId xmlns:a16="http://schemas.microsoft.com/office/drawing/2014/main" id="{862E9442-E533-82E4-DCB5-A77EFB47F88B}"/>
              </a:ext>
            </a:extLst>
          </p:cNvPr>
          <p:cNvSpPr/>
          <p:nvPr/>
        </p:nvSpPr>
        <p:spPr bwMode="auto">
          <a:xfrm>
            <a:off x="6039402"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Detailed Plans</a:t>
            </a:r>
            <a:endParaRPr lang="en-US" sz="1300" b="1" kern="1200" dirty="0">
              <a:solidFill>
                <a:schemeClr val="bg1"/>
              </a:solidFill>
              <a:cs typeface="Times New Roman" pitchFamily="18" charset="0"/>
            </a:endParaRPr>
          </a:p>
        </p:txBody>
      </p:sp>
      <p:sp>
        <p:nvSpPr>
          <p:cNvPr id="25" name="Arrow: Pentagon 24">
            <a:extLst>
              <a:ext uri="{FF2B5EF4-FFF2-40B4-BE49-F238E27FC236}">
                <a16:creationId xmlns:a16="http://schemas.microsoft.com/office/drawing/2014/main" id="{B6D6720F-030A-1F46-4D17-753ACBF75408}"/>
              </a:ext>
            </a:extLst>
          </p:cNvPr>
          <p:cNvSpPr/>
          <p:nvPr/>
        </p:nvSpPr>
        <p:spPr>
          <a:xfrm>
            <a:off x="602460" y="2088847"/>
            <a:ext cx="2832391" cy="540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Integration Strategy</a:t>
            </a:r>
            <a:endParaRPr lang="en-US" sz="1300" b="1" dirty="0">
              <a:solidFill>
                <a:schemeClr val="bg1"/>
              </a:solidFill>
              <a:cs typeface="Times New Roman" pitchFamily="18" charset="0"/>
            </a:endParaRPr>
          </a:p>
        </p:txBody>
      </p:sp>
      <p:sp>
        <p:nvSpPr>
          <p:cNvPr id="26" name="Oval 25">
            <a:extLst>
              <a:ext uri="{FF2B5EF4-FFF2-40B4-BE49-F238E27FC236}">
                <a16:creationId xmlns:a16="http://schemas.microsoft.com/office/drawing/2014/main" id="{F6B8514A-BF88-ED43-C17C-5A12FF045C4B}"/>
              </a:ext>
            </a:extLst>
          </p:cNvPr>
          <p:cNvSpPr/>
          <p:nvPr/>
        </p:nvSpPr>
        <p:spPr>
          <a:xfrm>
            <a:off x="518943"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27" name="Oval 26">
            <a:extLst>
              <a:ext uri="{FF2B5EF4-FFF2-40B4-BE49-F238E27FC236}">
                <a16:creationId xmlns:a16="http://schemas.microsoft.com/office/drawing/2014/main" id="{4842930F-9DF5-33EE-D54F-607C8A387A73}"/>
              </a:ext>
            </a:extLst>
          </p:cNvPr>
          <p:cNvSpPr/>
          <p:nvPr/>
        </p:nvSpPr>
        <p:spPr>
          <a:xfrm>
            <a:off x="3304809" y="188206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pic>
        <p:nvPicPr>
          <p:cNvPr id="29" name="Graphic 28" descr="Lightbulb and pencil outline">
            <a:extLst>
              <a:ext uri="{FF2B5EF4-FFF2-40B4-BE49-F238E27FC236}">
                <a16:creationId xmlns:a16="http://schemas.microsoft.com/office/drawing/2014/main" id="{DDC5EFC3-30CF-D190-0F31-8CF28EE9078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50435" y="1596664"/>
            <a:ext cx="432000" cy="432000"/>
          </a:xfrm>
          <a:prstGeom prst="rect">
            <a:avLst/>
          </a:prstGeom>
        </p:spPr>
      </p:pic>
      <p:pic>
        <p:nvPicPr>
          <p:cNvPr id="36" name="Graphic 35" descr="Blueprint outline">
            <a:extLst>
              <a:ext uri="{FF2B5EF4-FFF2-40B4-BE49-F238E27FC236}">
                <a16:creationId xmlns:a16="http://schemas.microsoft.com/office/drawing/2014/main" id="{97C3198F-7D51-2162-8158-E2A0C58DF4B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474221" y="1518892"/>
            <a:ext cx="569955" cy="569955"/>
          </a:xfrm>
          <a:prstGeom prst="rect">
            <a:avLst/>
          </a:prstGeom>
        </p:spPr>
      </p:pic>
      <p:sp>
        <p:nvSpPr>
          <p:cNvPr id="37" name="Chevron 17">
            <a:extLst>
              <a:ext uri="{FF2B5EF4-FFF2-40B4-BE49-F238E27FC236}">
                <a16:creationId xmlns:a16="http://schemas.microsoft.com/office/drawing/2014/main" id="{FEAB0721-E263-2251-2BD5-BC356A0DA702}"/>
              </a:ext>
            </a:extLst>
          </p:cNvPr>
          <p:cNvSpPr/>
          <p:nvPr/>
        </p:nvSpPr>
        <p:spPr bwMode="auto">
          <a:xfrm>
            <a:off x="8756974"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Implementation &amp; Monitoring</a:t>
            </a:r>
            <a:endParaRPr lang="en-US" sz="1300" b="1" kern="1200" dirty="0">
              <a:solidFill>
                <a:schemeClr val="bg1"/>
              </a:solidFill>
              <a:cs typeface="Times New Roman" pitchFamily="18" charset="0"/>
            </a:endParaRPr>
          </a:p>
        </p:txBody>
      </p:sp>
      <p:sp>
        <p:nvSpPr>
          <p:cNvPr id="39" name="Oval 38">
            <a:extLst>
              <a:ext uri="{FF2B5EF4-FFF2-40B4-BE49-F238E27FC236}">
                <a16:creationId xmlns:a16="http://schemas.microsoft.com/office/drawing/2014/main" id="{1DE63163-F39C-446C-0532-22E9E2681DDE}"/>
              </a:ext>
            </a:extLst>
          </p:cNvPr>
          <p:cNvSpPr/>
          <p:nvPr/>
        </p:nvSpPr>
        <p:spPr>
          <a:xfrm>
            <a:off x="6024179"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40" name="Oval 39">
            <a:extLst>
              <a:ext uri="{FF2B5EF4-FFF2-40B4-BE49-F238E27FC236}">
                <a16:creationId xmlns:a16="http://schemas.microsoft.com/office/drawing/2014/main" id="{70CAD695-C742-F8F8-B4B3-CFFEBF5DC866}"/>
              </a:ext>
            </a:extLst>
          </p:cNvPr>
          <p:cNvSpPr/>
          <p:nvPr/>
        </p:nvSpPr>
        <p:spPr>
          <a:xfrm>
            <a:off x="8725995"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41" name="Graphic 40" descr="List outline">
            <a:extLst>
              <a:ext uri="{FF2B5EF4-FFF2-40B4-BE49-F238E27FC236}">
                <a16:creationId xmlns:a16="http://schemas.microsoft.com/office/drawing/2014/main" id="{7C15731A-822F-F8BD-2689-22999A8F313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187208" y="1574690"/>
            <a:ext cx="504001" cy="504001"/>
          </a:xfrm>
          <a:prstGeom prst="rect">
            <a:avLst/>
          </a:prstGeom>
        </p:spPr>
      </p:pic>
      <p:pic>
        <p:nvPicPr>
          <p:cNvPr id="42" name="Graphic 41" descr="Group of men outline">
            <a:extLst>
              <a:ext uri="{FF2B5EF4-FFF2-40B4-BE49-F238E27FC236}">
                <a16:creationId xmlns:a16="http://schemas.microsoft.com/office/drawing/2014/main" id="{051673A3-C6AB-14C0-AEB1-1EAF7298EB4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995616" y="1607954"/>
            <a:ext cx="449012" cy="449012"/>
          </a:xfrm>
          <a:prstGeom prst="rect">
            <a:avLst/>
          </a:prstGeom>
        </p:spPr>
      </p:pic>
      <p:sp>
        <p:nvSpPr>
          <p:cNvPr id="43" name="Chevron 17">
            <a:extLst>
              <a:ext uri="{FF2B5EF4-FFF2-40B4-BE49-F238E27FC236}">
                <a16:creationId xmlns:a16="http://schemas.microsoft.com/office/drawing/2014/main" id="{65B22EE6-5F4E-8BB1-D9CB-0B4001EE062F}"/>
              </a:ext>
            </a:extLst>
          </p:cNvPr>
          <p:cNvSpPr/>
          <p:nvPr/>
        </p:nvSpPr>
        <p:spPr bwMode="auto">
          <a:xfrm>
            <a:off x="602461" y="5620933"/>
            <a:ext cx="10985106" cy="322460"/>
          </a:xfrm>
          <a:prstGeom prst="homePlate">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Change Management and Internal Communication</a:t>
            </a:r>
          </a:p>
        </p:txBody>
      </p:sp>
      <p:sp>
        <p:nvSpPr>
          <p:cNvPr id="44" name="Chevron 17">
            <a:extLst>
              <a:ext uri="{FF2B5EF4-FFF2-40B4-BE49-F238E27FC236}">
                <a16:creationId xmlns:a16="http://schemas.microsoft.com/office/drawing/2014/main" id="{77EDB655-A6D9-E267-73F6-BEFB5D1C97DF}"/>
              </a:ext>
            </a:extLst>
          </p:cNvPr>
          <p:cNvSpPr/>
          <p:nvPr/>
        </p:nvSpPr>
        <p:spPr bwMode="auto">
          <a:xfrm>
            <a:off x="602461" y="6169583"/>
            <a:ext cx="10985106" cy="322460"/>
          </a:xfrm>
          <a:prstGeom prst="homePlate">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Stakeholder Engagement</a:t>
            </a:r>
          </a:p>
        </p:txBody>
      </p:sp>
      <p:sp>
        <p:nvSpPr>
          <p:cNvPr id="47" name="Oval 46">
            <a:extLst>
              <a:ext uri="{FF2B5EF4-FFF2-40B4-BE49-F238E27FC236}">
                <a16:creationId xmlns:a16="http://schemas.microsoft.com/office/drawing/2014/main" id="{47325780-CCCA-9444-34F9-CB9622723945}"/>
              </a:ext>
            </a:extLst>
          </p:cNvPr>
          <p:cNvSpPr/>
          <p:nvPr/>
        </p:nvSpPr>
        <p:spPr>
          <a:xfrm>
            <a:off x="518943" y="543319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48" name="Oval 47">
            <a:extLst>
              <a:ext uri="{FF2B5EF4-FFF2-40B4-BE49-F238E27FC236}">
                <a16:creationId xmlns:a16="http://schemas.microsoft.com/office/drawing/2014/main" id="{F23E0C0F-578D-E988-445E-BA5542861168}"/>
              </a:ext>
            </a:extLst>
          </p:cNvPr>
          <p:cNvSpPr/>
          <p:nvPr/>
        </p:nvSpPr>
        <p:spPr>
          <a:xfrm>
            <a:off x="518943" y="5987100"/>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19" name="Arrow: Down 18">
            <a:extLst>
              <a:ext uri="{FF2B5EF4-FFF2-40B4-BE49-F238E27FC236}">
                <a16:creationId xmlns:a16="http://schemas.microsoft.com/office/drawing/2014/main" id="{9D7178C2-2642-DBCC-00FF-3ECEA7308B0B}"/>
              </a:ext>
            </a:extLst>
          </p:cNvPr>
          <p:cNvSpPr/>
          <p:nvPr/>
        </p:nvSpPr>
        <p:spPr>
          <a:xfrm>
            <a:off x="4546547" y="2682330"/>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0" name="Footer Placeholder 29">
            <a:extLst>
              <a:ext uri="{FF2B5EF4-FFF2-40B4-BE49-F238E27FC236}">
                <a16:creationId xmlns:a16="http://schemas.microsoft.com/office/drawing/2014/main" id="{C8DD699F-DB4D-0F41-869B-625450F9506E}"/>
              </a:ext>
            </a:extLst>
          </p:cNvPr>
          <p:cNvSpPr>
            <a:spLocks noGrp="1"/>
          </p:cNvSpPr>
          <p:nvPr>
            <p:ph type="ftr" sz="quarter" idx="3"/>
          </p:nvPr>
        </p:nvSpPr>
        <p:spPr/>
        <p:txBody>
          <a:bodyPr/>
          <a:lstStyle/>
          <a:p>
            <a:r>
              <a:rPr lang="en-US"/>
              <a:t>Domont Consulting</a:t>
            </a:r>
            <a:endParaRPr lang="en-US" dirty="0"/>
          </a:p>
        </p:txBody>
      </p:sp>
      <p:sp>
        <p:nvSpPr>
          <p:cNvPr id="31" name="Slide Number Placeholder 30">
            <a:extLst>
              <a:ext uri="{FF2B5EF4-FFF2-40B4-BE49-F238E27FC236}">
                <a16:creationId xmlns:a16="http://schemas.microsoft.com/office/drawing/2014/main" id="{A4BC2ACD-0749-5439-C857-A19D827260AB}"/>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Tree>
    <p:extLst>
      <p:ext uri="{BB962C8B-B14F-4D97-AF65-F5344CB8AC3E}">
        <p14:creationId xmlns:p14="http://schemas.microsoft.com/office/powerpoint/2010/main" val="2666055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9270357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D4CAFF94-7967-8784-1524-00E07F6328C7}"/>
              </a:ext>
            </a:extLst>
          </p:cNvPr>
          <p:cNvSpPr/>
          <p:nvPr/>
        </p:nvSpPr>
        <p:spPr>
          <a:xfrm>
            <a:off x="613321" y="3013746"/>
            <a:ext cx="10960193" cy="2338232"/>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7" name="Picture 16">
            <a:extLst>
              <a:ext uri="{FF2B5EF4-FFF2-40B4-BE49-F238E27FC236}">
                <a16:creationId xmlns:a16="http://schemas.microsoft.com/office/drawing/2014/main" id="{DD86FEDB-56D2-73D8-2F20-4D2B1A00E666}"/>
              </a:ext>
            </a:extLst>
          </p:cNvPr>
          <p:cNvPicPr>
            <a:picLocks noChangeAspect="1"/>
          </p:cNvPicPr>
          <p:nvPr/>
        </p:nvPicPr>
        <p:blipFill rotWithShape="1">
          <a:blip r:embed="rId5"/>
          <a:srcRect r="4540"/>
          <a:stretch/>
        </p:blipFill>
        <p:spPr>
          <a:xfrm>
            <a:off x="7918435" y="3275186"/>
            <a:ext cx="3395019"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3 small preview</a:t>
            </a:r>
          </a:p>
        </p:txBody>
      </p:sp>
      <p:sp>
        <p:nvSpPr>
          <p:cNvPr id="4" name="Chevron 17">
            <a:extLst>
              <a:ext uri="{FF2B5EF4-FFF2-40B4-BE49-F238E27FC236}">
                <a16:creationId xmlns:a16="http://schemas.microsoft.com/office/drawing/2014/main" id="{99603223-1600-4878-C974-BE354BB939BC}"/>
              </a:ext>
            </a:extLst>
          </p:cNvPr>
          <p:cNvSpPr/>
          <p:nvPr/>
        </p:nvSpPr>
        <p:spPr bwMode="auto">
          <a:xfrm>
            <a:off x="3321830"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Integration &amp; synergy initiatives</a:t>
            </a:r>
          </a:p>
        </p:txBody>
      </p:sp>
      <p:sp>
        <p:nvSpPr>
          <p:cNvPr id="7" name="Chevron 17">
            <a:extLst>
              <a:ext uri="{FF2B5EF4-FFF2-40B4-BE49-F238E27FC236}">
                <a16:creationId xmlns:a16="http://schemas.microsoft.com/office/drawing/2014/main" id="{862E9442-E533-82E4-DCB5-A77EFB47F88B}"/>
              </a:ext>
            </a:extLst>
          </p:cNvPr>
          <p:cNvSpPr/>
          <p:nvPr/>
        </p:nvSpPr>
        <p:spPr bwMode="auto">
          <a:xfrm>
            <a:off x="6039402" y="2078691"/>
            <a:ext cx="2830593" cy="540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Detailed Plans</a:t>
            </a:r>
            <a:endParaRPr lang="en-US" sz="1300" b="1" kern="1200" dirty="0">
              <a:solidFill>
                <a:schemeClr val="bg1"/>
              </a:solidFill>
              <a:cs typeface="Times New Roman" pitchFamily="18" charset="0"/>
            </a:endParaRPr>
          </a:p>
        </p:txBody>
      </p:sp>
      <p:sp>
        <p:nvSpPr>
          <p:cNvPr id="25" name="Arrow: Pentagon 24">
            <a:extLst>
              <a:ext uri="{FF2B5EF4-FFF2-40B4-BE49-F238E27FC236}">
                <a16:creationId xmlns:a16="http://schemas.microsoft.com/office/drawing/2014/main" id="{B6D6720F-030A-1F46-4D17-753ACBF75408}"/>
              </a:ext>
            </a:extLst>
          </p:cNvPr>
          <p:cNvSpPr/>
          <p:nvPr/>
        </p:nvSpPr>
        <p:spPr>
          <a:xfrm>
            <a:off x="602460" y="2088847"/>
            <a:ext cx="2832391" cy="540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Integration Strategy</a:t>
            </a:r>
            <a:endParaRPr lang="en-US" sz="1300" b="1" dirty="0">
              <a:solidFill>
                <a:schemeClr val="bg1"/>
              </a:solidFill>
              <a:cs typeface="Times New Roman" pitchFamily="18" charset="0"/>
            </a:endParaRPr>
          </a:p>
        </p:txBody>
      </p:sp>
      <p:sp>
        <p:nvSpPr>
          <p:cNvPr id="26" name="Oval 25">
            <a:extLst>
              <a:ext uri="{FF2B5EF4-FFF2-40B4-BE49-F238E27FC236}">
                <a16:creationId xmlns:a16="http://schemas.microsoft.com/office/drawing/2014/main" id="{F6B8514A-BF88-ED43-C17C-5A12FF045C4B}"/>
              </a:ext>
            </a:extLst>
          </p:cNvPr>
          <p:cNvSpPr/>
          <p:nvPr/>
        </p:nvSpPr>
        <p:spPr>
          <a:xfrm>
            <a:off x="518943"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27" name="Oval 26">
            <a:extLst>
              <a:ext uri="{FF2B5EF4-FFF2-40B4-BE49-F238E27FC236}">
                <a16:creationId xmlns:a16="http://schemas.microsoft.com/office/drawing/2014/main" id="{4842930F-9DF5-33EE-D54F-607C8A387A73}"/>
              </a:ext>
            </a:extLst>
          </p:cNvPr>
          <p:cNvSpPr/>
          <p:nvPr/>
        </p:nvSpPr>
        <p:spPr>
          <a:xfrm>
            <a:off x="3304809"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pic>
        <p:nvPicPr>
          <p:cNvPr id="29" name="Graphic 28" descr="Lightbulb and pencil outline">
            <a:extLst>
              <a:ext uri="{FF2B5EF4-FFF2-40B4-BE49-F238E27FC236}">
                <a16:creationId xmlns:a16="http://schemas.microsoft.com/office/drawing/2014/main" id="{DDC5EFC3-30CF-D190-0F31-8CF28EE9078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50435" y="1596664"/>
            <a:ext cx="432000" cy="432000"/>
          </a:xfrm>
          <a:prstGeom prst="rect">
            <a:avLst/>
          </a:prstGeom>
        </p:spPr>
      </p:pic>
      <p:pic>
        <p:nvPicPr>
          <p:cNvPr id="36" name="Graphic 35" descr="Blueprint outline">
            <a:extLst>
              <a:ext uri="{FF2B5EF4-FFF2-40B4-BE49-F238E27FC236}">
                <a16:creationId xmlns:a16="http://schemas.microsoft.com/office/drawing/2014/main" id="{97C3198F-7D51-2162-8158-E2A0C58DF4B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74221" y="1518892"/>
            <a:ext cx="569955" cy="569955"/>
          </a:xfrm>
          <a:prstGeom prst="rect">
            <a:avLst/>
          </a:prstGeom>
        </p:spPr>
      </p:pic>
      <p:sp>
        <p:nvSpPr>
          <p:cNvPr id="37" name="Chevron 17">
            <a:extLst>
              <a:ext uri="{FF2B5EF4-FFF2-40B4-BE49-F238E27FC236}">
                <a16:creationId xmlns:a16="http://schemas.microsoft.com/office/drawing/2014/main" id="{FEAB0721-E263-2251-2BD5-BC356A0DA702}"/>
              </a:ext>
            </a:extLst>
          </p:cNvPr>
          <p:cNvSpPr/>
          <p:nvPr/>
        </p:nvSpPr>
        <p:spPr bwMode="auto">
          <a:xfrm>
            <a:off x="8756974"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Implementation &amp; Monitoring</a:t>
            </a:r>
            <a:endParaRPr lang="en-US" sz="1300" b="1" kern="1200" dirty="0">
              <a:solidFill>
                <a:schemeClr val="bg1"/>
              </a:solidFill>
              <a:cs typeface="Times New Roman" pitchFamily="18" charset="0"/>
            </a:endParaRPr>
          </a:p>
        </p:txBody>
      </p:sp>
      <p:sp>
        <p:nvSpPr>
          <p:cNvPr id="39" name="Oval 38">
            <a:extLst>
              <a:ext uri="{FF2B5EF4-FFF2-40B4-BE49-F238E27FC236}">
                <a16:creationId xmlns:a16="http://schemas.microsoft.com/office/drawing/2014/main" id="{1DE63163-F39C-446C-0532-22E9E2681DDE}"/>
              </a:ext>
            </a:extLst>
          </p:cNvPr>
          <p:cNvSpPr/>
          <p:nvPr/>
        </p:nvSpPr>
        <p:spPr>
          <a:xfrm>
            <a:off x="6024179" y="188206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40" name="Oval 39">
            <a:extLst>
              <a:ext uri="{FF2B5EF4-FFF2-40B4-BE49-F238E27FC236}">
                <a16:creationId xmlns:a16="http://schemas.microsoft.com/office/drawing/2014/main" id="{70CAD695-C742-F8F8-B4B3-CFFEBF5DC866}"/>
              </a:ext>
            </a:extLst>
          </p:cNvPr>
          <p:cNvSpPr/>
          <p:nvPr/>
        </p:nvSpPr>
        <p:spPr>
          <a:xfrm>
            <a:off x="8725995"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41" name="Graphic 40" descr="List outline">
            <a:extLst>
              <a:ext uri="{FF2B5EF4-FFF2-40B4-BE49-F238E27FC236}">
                <a16:creationId xmlns:a16="http://schemas.microsoft.com/office/drawing/2014/main" id="{7C15731A-822F-F8BD-2689-22999A8F313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187208" y="1574690"/>
            <a:ext cx="504001" cy="504001"/>
          </a:xfrm>
          <a:prstGeom prst="rect">
            <a:avLst/>
          </a:prstGeom>
        </p:spPr>
      </p:pic>
      <p:pic>
        <p:nvPicPr>
          <p:cNvPr id="42" name="Graphic 41" descr="Group of men outline">
            <a:extLst>
              <a:ext uri="{FF2B5EF4-FFF2-40B4-BE49-F238E27FC236}">
                <a16:creationId xmlns:a16="http://schemas.microsoft.com/office/drawing/2014/main" id="{051673A3-C6AB-14C0-AEB1-1EAF7298EB4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995616" y="1607954"/>
            <a:ext cx="449012" cy="449012"/>
          </a:xfrm>
          <a:prstGeom prst="rect">
            <a:avLst/>
          </a:prstGeom>
        </p:spPr>
      </p:pic>
      <p:sp>
        <p:nvSpPr>
          <p:cNvPr id="43" name="Chevron 17">
            <a:extLst>
              <a:ext uri="{FF2B5EF4-FFF2-40B4-BE49-F238E27FC236}">
                <a16:creationId xmlns:a16="http://schemas.microsoft.com/office/drawing/2014/main" id="{65B22EE6-5F4E-8BB1-D9CB-0B4001EE062F}"/>
              </a:ext>
            </a:extLst>
          </p:cNvPr>
          <p:cNvSpPr/>
          <p:nvPr/>
        </p:nvSpPr>
        <p:spPr bwMode="auto">
          <a:xfrm>
            <a:off x="602461" y="5620933"/>
            <a:ext cx="10985106" cy="322460"/>
          </a:xfrm>
          <a:prstGeom prst="homePlate">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Change Management and Internal Communication</a:t>
            </a:r>
          </a:p>
        </p:txBody>
      </p:sp>
      <p:sp>
        <p:nvSpPr>
          <p:cNvPr id="44" name="Chevron 17">
            <a:extLst>
              <a:ext uri="{FF2B5EF4-FFF2-40B4-BE49-F238E27FC236}">
                <a16:creationId xmlns:a16="http://schemas.microsoft.com/office/drawing/2014/main" id="{77EDB655-A6D9-E267-73F6-BEFB5D1C97DF}"/>
              </a:ext>
            </a:extLst>
          </p:cNvPr>
          <p:cNvSpPr/>
          <p:nvPr/>
        </p:nvSpPr>
        <p:spPr bwMode="auto">
          <a:xfrm>
            <a:off x="602461" y="6169583"/>
            <a:ext cx="10985106" cy="322460"/>
          </a:xfrm>
          <a:prstGeom prst="homePlate">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Stakeholder Engagement</a:t>
            </a:r>
          </a:p>
        </p:txBody>
      </p:sp>
      <p:sp>
        <p:nvSpPr>
          <p:cNvPr id="47" name="Oval 46">
            <a:extLst>
              <a:ext uri="{FF2B5EF4-FFF2-40B4-BE49-F238E27FC236}">
                <a16:creationId xmlns:a16="http://schemas.microsoft.com/office/drawing/2014/main" id="{47325780-CCCA-9444-34F9-CB9622723945}"/>
              </a:ext>
            </a:extLst>
          </p:cNvPr>
          <p:cNvSpPr/>
          <p:nvPr/>
        </p:nvSpPr>
        <p:spPr>
          <a:xfrm>
            <a:off x="518943" y="543319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48" name="Oval 47">
            <a:extLst>
              <a:ext uri="{FF2B5EF4-FFF2-40B4-BE49-F238E27FC236}">
                <a16:creationId xmlns:a16="http://schemas.microsoft.com/office/drawing/2014/main" id="{F23E0C0F-578D-E988-445E-BA5542861168}"/>
              </a:ext>
            </a:extLst>
          </p:cNvPr>
          <p:cNvSpPr/>
          <p:nvPr/>
        </p:nvSpPr>
        <p:spPr>
          <a:xfrm>
            <a:off x="518943" y="5987100"/>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pic>
        <p:nvPicPr>
          <p:cNvPr id="14" name="Picture 13">
            <a:extLst>
              <a:ext uri="{FF2B5EF4-FFF2-40B4-BE49-F238E27FC236}">
                <a16:creationId xmlns:a16="http://schemas.microsoft.com/office/drawing/2014/main" id="{A271F1FE-7ABE-C38D-D265-B81619A950B0}"/>
              </a:ext>
            </a:extLst>
          </p:cNvPr>
          <p:cNvPicPr>
            <a:picLocks noChangeAspect="1"/>
          </p:cNvPicPr>
          <p:nvPr/>
        </p:nvPicPr>
        <p:blipFill>
          <a:blip r:embed="rId14"/>
          <a:stretch>
            <a:fillRect/>
          </a:stretch>
        </p:blipFill>
        <p:spPr>
          <a:xfrm>
            <a:off x="896206" y="3271250"/>
            <a:ext cx="3081908" cy="1821600"/>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EC380AB3-687D-CD96-1B61-8874D484DB57}"/>
              </a:ext>
            </a:extLst>
          </p:cNvPr>
          <p:cNvPicPr>
            <a:picLocks noChangeAspect="1"/>
          </p:cNvPicPr>
          <p:nvPr/>
        </p:nvPicPr>
        <p:blipFill>
          <a:blip r:embed="rId15"/>
          <a:stretch>
            <a:fillRect/>
          </a:stretch>
        </p:blipFill>
        <p:spPr>
          <a:xfrm>
            <a:off x="4329074" y="3260938"/>
            <a:ext cx="3238400" cy="1821600"/>
          </a:xfrm>
          <a:prstGeom prst="rect">
            <a:avLst/>
          </a:prstGeom>
          <a:effectLst>
            <a:outerShdw blurRad="50800" dist="38100" dir="5400000" algn="t" rotWithShape="0">
              <a:prstClr val="black">
                <a:alpha val="40000"/>
              </a:prstClr>
            </a:outerShdw>
          </a:effectLst>
        </p:spPr>
      </p:pic>
      <p:sp>
        <p:nvSpPr>
          <p:cNvPr id="19" name="Arrow: Down 18">
            <a:extLst>
              <a:ext uri="{FF2B5EF4-FFF2-40B4-BE49-F238E27FC236}">
                <a16:creationId xmlns:a16="http://schemas.microsoft.com/office/drawing/2014/main" id="{EE3E145E-8E92-4DE6-463A-0FD7A1E6CAF1}"/>
              </a:ext>
            </a:extLst>
          </p:cNvPr>
          <p:cNvSpPr/>
          <p:nvPr/>
        </p:nvSpPr>
        <p:spPr>
          <a:xfrm>
            <a:off x="7239012" y="2682330"/>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Footer Placeholder 19">
            <a:extLst>
              <a:ext uri="{FF2B5EF4-FFF2-40B4-BE49-F238E27FC236}">
                <a16:creationId xmlns:a16="http://schemas.microsoft.com/office/drawing/2014/main" id="{593E054B-D0F0-9C74-ABD6-80C3965BCF18}"/>
              </a:ext>
            </a:extLst>
          </p:cNvPr>
          <p:cNvSpPr>
            <a:spLocks noGrp="1"/>
          </p:cNvSpPr>
          <p:nvPr>
            <p:ph type="ftr" sz="quarter" idx="3"/>
          </p:nvPr>
        </p:nvSpPr>
        <p:spPr/>
        <p:txBody>
          <a:bodyPr/>
          <a:lstStyle/>
          <a:p>
            <a:r>
              <a:rPr lang="en-US"/>
              <a:t>Domont Consulting</a:t>
            </a:r>
            <a:endParaRPr lang="en-US" dirty="0"/>
          </a:p>
        </p:txBody>
      </p:sp>
      <p:sp>
        <p:nvSpPr>
          <p:cNvPr id="21" name="Slide Number Placeholder 20">
            <a:extLst>
              <a:ext uri="{FF2B5EF4-FFF2-40B4-BE49-F238E27FC236}">
                <a16:creationId xmlns:a16="http://schemas.microsoft.com/office/drawing/2014/main" id="{794E1C95-C35D-B9CB-6A45-4E0A2578DFDE}"/>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957674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8476023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3EFD1B6-0D99-075A-A9E7-6CACA5E2E9B7}"/>
              </a:ext>
            </a:extLst>
          </p:cNvPr>
          <p:cNvSpPr/>
          <p:nvPr/>
        </p:nvSpPr>
        <p:spPr>
          <a:xfrm>
            <a:off x="613321" y="3013746"/>
            <a:ext cx="10960193" cy="2338232"/>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5" name="Picture 14">
            <a:extLst>
              <a:ext uri="{FF2B5EF4-FFF2-40B4-BE49-F238E27FC236}">
                <a16:creationId xmlns:a16="http://schemas.microsoft.com/office/drawing/2014/main" id="{2023ACD8-E15E-D510-CC1B-E21264B3950C}"/>
              </a:ext>
            </a:extLst>
          </p:cNvPr>
          <p:cNvPicPr>
            <a:picLocks noChangeAspect="1"/>
          </p:cNvPicPr>
          <p:nvPr/>
        </p:nvPicPr>
        <p:blipFill>
          <a:blip r:embed="rId5"/>
          <a:stretch>
            <a:fillRect/>
          </a:stretch>
        </p:blipFill>
        <p:spPr>
          <a:xfrm>
            <a:off x="896206" y="3260702"/>
            <a:ext cx="3238400" cy="1821600"/>
          </a:xfrm>
          <a:prstGeom prst="rect">
            <a:avLst/>
          </a:prstGeom>
          <a:effectLst>
            <a:outerShdw blurRad="50800" dist="38100" dir="5400000" algn="t" rotWithShape="0">
              <a:prstClr val="black">
                <a:alpha val="40000"/>
              </a:prstClr>
            </a:outerShdw>
          </a:effectLst>
        </p:spPr>
      </p:pic>
      <p:pic>
        <p:nvPicPr>
          <p:cNvPr id="16" name="Picture 15">
            <a:extLst>
              <a:ext uri="{FF2B5EF4-FFF2-40B4-BE49-F238E27FC236}">
                <a16:creationId xmlns:a16="http://schemas.microsoft.com/office/drawing/2014/main" id="{B7CC5DE9-05AA-AE53-C444-DB5E7E1CB878}"/>
              </a:ext>
            </a:extLst>
          </p:cNvPr>
          <p:cNvPicPr>
            <a:picLocks noChangeAspect="1"/>
          </p:cNvPicPr>
          <p:nvPr/>
        </p:nvPicPr>
        <p:blipFill>
          <a:blip r:embed="rId6"/>
          <a:stretch>
            <a:fillRect/>
          </a:stretch>
        </p:blipFill>
        <p:spPr>
          <a:xfrm>
            <a:off x="4480688" y="3260702"/>
            <a:ext cx="3238400" cy="18216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6BFDBB04-768D-D24C-0E29-C4C73C4A61DF}"/>
              </a:ext>
            </a:extLst>
          </p:cNvPr>
          <p:cNvPicPr>
            <a:picLocks noChangeAspect="1"/>
          </p:cNvPicPr>
          <p:nvPr/>
        </p:nvPicPr>
        <p:blipFill>
          <a:blip r:embed="rId7"/>
          <a:stretch>
            <a:fillRect/>
          </a:stretch>
        </p:blipFill>
        <p:spPr>
          <a:xfrm>
            <a:off x="8064678" y="3270688"/>
            <a:ext cx="3238400"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4 small preview</a:t>
            </a:r>
          </a:p>
        </p:txBody>
      </p:sp>
      <p:sp>
        <p:nvSpPr>
          <p:cNvPr id="4" name="Chevron 17">
            <a:extLst>
              <a:ext uri="{FF2B5EF4-FFF2-40B4-BE49-F238E27FC236}">
                <a16:creationId xmlns:a16="http://schemas.microsoft.com/office/drawing/2014/main" id="{99603223-1600-4878-C974-BE354BB939BC}"/>
              </a:ext>
            </a:extLst>
          </p:cNvPr>
          <p:cNvSpPr/>
          <p:nvPr/>
        </p:nvSpPr>
        <p:spPr bwMode="auto">
          <a:xfrm>
            <a:off x="3321830"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Integration &amp; synergy initiatives</a:t>
            </a:r>
          </a:p>
        </p:txBody>
      </p:sp>
      <p:sp>
        <p:nvSpPr>
          <p:cNvPr id="7" name="Chevron 17">
            <a:extLst>
              <a:ext uri="{FF2B5EF4-FFF2-40B4-BE49-F238E27FC236}">
                <a16:creationId xmlns:a16="http://schemas.microsoft.com/office/drawing/2014/main" id="{862E9442-E533-82E4-DCB5-A77EFB47F88B}"/>
              </a:ext>
            </a:extLst>
          </p:cNvPr>
          <p:cNvSpPr/>
          <p:nvPr/>
        </p:nvSpPr>
        <p:spPr bwMode="auto">
          <a:xfrm>
            <a:off x="6039402"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Detailed Plans</a:t>
            </a:r>
            <a:endParaRPr lang="en-US" sz="1300" b="1" kern="1200" dirty="0">
              <a:solidFill>
                <a:schemeClr val="bg1"/>
              </a:solidFill>
              <a:cs typeface="Times New Roman" pitchFamily="18" charset="0"/>
            </a:endParaRPr>
          </a:p>
        </p:txBody>
      </p:sp>
      <p:sp>
        <p:nvSpPr>
          <p:cNvPr id="25" name="Arrow: Pentagon 24">
            <a:extLst>
              <a:ext uri="{FF2B5EF4-FFF2-40B4-BE49-F238E27FC236}">
                <a16:creationId xmlns:a16="http://schemas.microsoft.com/office/drawing/2014/main" id="{B6D6720F-030A-1F46-4D17-753ACBF75408}"/>
              </a:ext>
            </a:extLst>
          </p:cNvPr>
          <p:cNvSpPr/>
          <p:nvPr/>
        </p:nvSpPr>
        <p:spPr>
          <a:xfrm>
            <a:off x="602460" y="2088847"/>
            <a:ext cx="2832391" cy="540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Integration Strategy</a:t>
            </a:r>
            <a:endParaRPr lang="en-US" sz="1300" b="1" dirty="0">
              <a:solidFill>
                <a:schemeClr val="bg1"/>
              </a:solidFill>
              <a:cs typeface="Times New Roman" pitchFamily="18" charset="0"/>
            </a:endParaRPr>
          </a:p>
        </p:txBody>
      </p:sp>
      <p:sp>
        <p:nvSpPr>
          <p:cNvPr id="26" name="Oval 25">
            <a:extLst>
              <a:ext uri="{FF2B5EF4-FFF2-40B4-BE49-F238E27FC236}">
                <a16:creationId xmlns:a16="http://schemas.microsoft.com/office/drawing/2014/main" id="{F6B8514A-BF88-ED43-C17C-5A12FF045C4B}"/>
              </a:ext>
            </a:extLst>
          </p:cNvPr>
          <p:cNvSpPr/>
          <p:nvPr/>
        </p:nvSpPr>
        <p:spPr>
          <a:xfrm>
            <a:off x="518943"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27" name="Oval 26">
            <a:extLst>
              <a:ext uri="{FF2B5EF4-FFF2-40B4-BE49-F238E27FC236}">
                <a16:creationId xmlns:a16="http://schemas.microsoft.com/office/drawing/2014/main" id="{4842930F-9DF5-33EE-D54F-607C8A387A73}"/>
              </a:ext>
            </a:extLst>
          </p:cNvPr>
          <p:cNvSpPr/>
          <p:nvPr/>
        </p:nvSpPr>
        <p:spPr>
          <a:xfrm>
            <a:off x="3304809"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pic>
        <p:nvPicPr>
          <p:cNvPr id="29" name="Graphic 28" descr="Lightbulb and pencil outline">
            <a:extLst>
              <a:ext uri="{FF2B5EF4-FFF2-40B4-BE49-F238E27FC236}">
                <a16:creationId xmlns:a16="http://schemas.microsoft.com/office/drawing/2014/main" id="{DDC5EFC3-30CF-D190-0F31-8CF28EE9078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50435" y="1596664"/>
            <a:ext cx="432000" cy="432000"/>
          </a:xfrm>
          <a:prstGeom prst="rect">
            <a:avLst/>
          </a:prstGeom>
        </p:spPr>
      </p:pic>
      <p:pic>
        <p:nvPicPr>
          <p:cNvPr id="36" name="Graphic 35" descr="Blueprint outline">
            <a:extLst>
              <a:ext uri="{FF2B5EF4-FFF2-40B4-BE49-F238E27FC236}">
                <a16:creationId xmlns:a16="http://schemas.microsoft.com/office/drawing/2014/main" id="{97C3198F-7D51-2162-8158-E2A0C58DF4B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474221" y="1518892"/>
            <a:ext cx="569955" cy="569955"/>
          </a:xfrm>
          <a:prstGeom prst="rect">
            <a:avLst/>
          </a:prstGeom>
        </p:spPr>
      </p:pic>
      <p:sp>
        <p:nvSpPr>
          <p:cNvPr id="37" name="Chevron 17">
            <a:extLst>
              <a:ext uri="{FF2B5EF4-FFF2-40B4-BE49-F238E27FC236}">
                <a16:creationId xmlns:a16="http://schemas.microsoft.com/office/drawing/2014/main" id="{FEAB0721-E263-2251-2BD5-BC356A0DA702}"/>
              </a:ext>
            </a:extLst>
          </p:cNvPr>
          <p:cNvSpPr/>
          <p:nvPr/>
        </p:nvSpPr>
        <p:spPr bwMode="auto">
          <a:xfrm>
            <a:off x="8756974" y="2078691"/>
            <a:ext cx="2830593" cy="540000"/>
          </a:xfrm>
          <a:prstGeom prst="chevron">
            <a:avLst>
              <a:gd name="adj" fmla="val 31818"/>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Implementation &amp; Monitoring</a:t>
            </a:r>
            <a:endParaRPr lang="en-US" sz="1300" b="1" kern="1200" dirty="0">
              <a:solidFill>
                <a:schemeClr val="bg1"/>
              </a:solidFill>
              <a:cs typeface="Times New Roman" pitchFamily="18" charset="0"/>
            </a:endParaRPr>
          </a:p>
        </p:txBody>
      </p:sp>
      <p:sp>
        <p:nvSpPr>
          <p:cNvPr id="39" name="Oval 38">
            <a:extLst>
              <a:ext uri="{FF2B5EF4-FFF2-40B4-BE49-F238E27FC236}">
                <a16:creationId xmlns:a16="http://schemas.microsoft.com/office/drawing/2014/main" id="{1DE63163-F39C-446C-0532-22E9E2681DDE}"/>
              </a:ext>
            </a:extLst>
          </p:cNvPr>
          <p:cNvSpPr/>
          <p:nvPr/>
        </p:nvSpPr>
        <p:spPr>
          <a:xfrm>
            <a:off x="6024179"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40" name="Oval 39">
            <a:extLst>
              <a:ext uri="{FF2B5EF4-FFF2-40B4-BE49-F238E27FC236}">
                <a16:creationId xmlns:a16="http://schemas.microsoft.com/office/drawing/2014/main" id="{70CAD695-C742-F8F8-B4B3-CFFEBF5DC866}"/>
              </a:ext>
            </a:extLst>
          </p:cNvPr>
          <p:cNvSpPr/>
          <p:nvPr/>
        </p:nvSpPr>
        <p:spPr>
          <a:xfrm>
            <a:off x="8725995" y="188206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41" name="Graphic 40" descr="List outline">
            <a:extLst>
              <a:ext uri="{FF2B5EF4-FFF2-40B4-BE49-F238E27FC236}">
                <a16:creationId xmlns:a16="http://schemas.microsoft.com/office/drawing/2014/main" id="{7C15731A-822F-F8BD-2689-22999A8F313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187208" y="1574690"/>
            <a:ext cx="504001" cy="504001"/>
          </a:xfrm>
          <a:prstGeom prst="rect">
            <a:avLst/>
          </a:prstGeom>
        </p:spPr>
      </p:pic>
      <p:pic>
        <p:nvPicPr>
          <p:cNvPr id="42" name="Graphic 41" descr="Group of men outline">
            <a:extLst>
              <a:ext uri="{FF2B5EF4-FFF2-40B4-BE49-F238E27FC236}">
                <a16:creationId xmlns:a16="http://schemas.microsoft.com/office/drawing/2014/main" id="{051673A3-C6AB-14C0-AEB1-1EAF7298EB4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95616" y="1607954"/>
            <a:ext cx="449012" cy="449012"/>
          </a:xfrm>
          <a:prstGeom prst="rect">
            <a:avLst/>
          </a:prstGeom>
        </p:spPr>
      </p:pic>
      <p:sp>
        <p:nvSpPr>
          <p:cNvPr id="43" name="Chevron 17">
            <a:extLst>
              <a:ext uri="{FF2B5EF4-FFF2-40B4-BE49-F238E27FC236}">
                <a16:creationId xmlns:a16="http://schemas.microsoft.com/office/drawing/2014/main" id="{65B22EE6-5F4E-8BB1-D9CB-0B4001EE062F}"/>
              </a:ext>
            </a:extLst>
          </p:cNvPr>
          <p:cNvSpPr/>
          <p:nvPr/>
        </p:nvSpPr>
        <p:spPr bwMode="auto">
          <a:xfrm>
            <a:off x="602461" y="5620933"/>
            <a:ext cx="10985106" cy="322460"/>
          </a:xfrm>
          <a:prstGeom prst="homePlate">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Change Management and Internal Communication</a:t>
            </a:r>
          </a:p>
        </p:txBody>
      </p:sp>
      <p:sp>
        <p:nvSpPr>
          <p:cNvPr id="44" name="Chevron 17">
            <a:extLst>
              <a:ext uri="{FF2B5EF4-FFF2-40B4-BE49-F238E27FC236}">
                <a16:creationId xmlns:a16="http://schemas.microsoft.com/office/drawing/2014/main" id="{77EDB655-A6D9-E267-73F6-BEFB5D1C97DF}"/>
              </a:ext>
            </a:extLst>
          </p:cNvPr>
          <p:cNvSpPr/>
          <p:nvPr/>
        </p:nvSpPr>
        <p:spPr bwMode="auto">
          <a:xfrm>
            <a:off x="602461" y="6169583"/>
            <a:ext cx="10985106" cy="322460"/>
          </a:xfrm>
          <a:prstGeom prst="homePlate">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Stakeholder Engagement</a:t>
            </a:r>
          </a:p>
        </p:txBody>
      </p:sp>
      <p:sp>
        <p:nvSpPr>
          <p:cNvPr id="47" name="Oval 46">
            <a:extLst>
              <a:ext uri="{FF2B5EF4-FFF2-40B4-BE49-F238E27FC236}">
                <a16:creationId xmlns:a16="http://schemas.microsoft.com/office/drawing/2014/main" id="{47325780-CCCA-9444-34F9-CB9622723945}"/>
              </a:ext>
            </a:extLst>
          </p:cNvPr>
          <p:cNvSpPr/>
          <p:nvPr/>
        </p:nvSpPr>
        <p:spPr>
          <a:xfrm>
            <a:off x="518943" y="543319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48" name="Oval 47">
            <a:extLst>
              <a:ext uri="{FF2B5EF4-FFF2-40B4-BE49-F238E27FC236}">
                <a16:creationId xmlns:a16="http://schemas.microsoft.com/office/drawing/2014/main" id="{F23E0C0F-578D-E988-445E-BA5542861168}"/>
              </a:ext>
            </a:extLst>
          </p:cNvPr>
          <p:cNvSpPr/>
          <p:nvPr/>
        </p:nvSpPr>
        <p:spPr>
          <a:xfrm>
            <a:off x="518943" y="5987100"/>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14" name="Arrow: Down 13">
            <a:extLst>
              <a:ext uri="{FF2B5EF4-FFF2-40B4-BE49-F238E27FC236}">
                <a16:creationId xmlns:a16="http://schemas.microsoft.com/office/drawing/2014/main" id="{DA65CDB5-C9EE-EBBD-E3E5-BADEA11AD09F}"/>
              </a:ext>
            </a:extLst>
          </p:cNvPr>
          <p:cNvSpPr/>
          <p:nvPr/>
        </p:nvSpPr>
        <p:spPr>
          <a:xfrm>
            <a:off x="9959619" y="2682330"/>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Footer Placeholder 17">
            <a:extLst>
              <a:ext uri="{FF2B5EF4-FFF2-40B4-BE49-F238E27FC236}">
                <a16:creationId xmlns:a16="http://schemas.microsoft.com/office/drawing/2014/main" id="{600034FF-7EE6-AE43-65C5-F164686270E7}"/>
              </a:ext>
            </a:extLst>
          </p:cNvPr>
          <p:cNvSpPr>
            <a:spLocks noGrp="1"/>
          </p:cNvSpPr>
          <p:nvPr>
            <p:ph type="ftr" sz="quarter" idx="3"/>
          </p:nvPr>
        </p:nvSpPr>
        <p:spPr/>
        <p:txBody>
          <a:bodyPr/>
          <a:lstStyle/>
          <a:p>
            <a:r>
              <a:rPr lang="en-US"/>
              <a:t>Domont Consulting</a:t>
            </a:r>
            <a:endParaRPr lang="en-US" dirty="0"/>
          </a:p>
        </p:txBody>
      </p:sp>
      <p:sp>
        <p:nvSpPr>
          <p:cNvPr id="19" name="Slide Number Placeholder 18">
            <a:extLst>
              <a:ext uri="{FF2B5EF4-FFF2-40B4-BE49-F238E27FC236}">
                <a16:creationId xmlns:a16="http://schemas.microsoft.com/office/drawing/2014/main" id="{EE96484A-9A84-A22E-BE31-FBC35D807F1D}"/>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3006714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186379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4308539F-3013-4A2F-3172-AC6FFBBC4BEA}"/>
              </a:ext>
            </a:extLst>
          </p:cNvPr>
          <p:cNvSpPr/>
          <p:nvPr/>
        </p:nvSpPr>
        <p:spPr>
          <a:xfrm>
            <a:off x="613321" y="2807551"/>
            <a:ext cx="10960193" cy="2338232"/>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1" name="Picture 20">
            <a:extLst>
              <a:ext uri="{FF2B5EF4-FFF2-40B4-BE49-F238E27FC236}">
                <a16:creationId xmlns:a16="http://schemas.microsoft.com/office/drawing/2014/main" id="{0B918CDD-BA9A-6DC8-7E53-FC2E87C66194}"/>
              </a:ext>
            </a:extLst>
          </p:cNvPr>
          <p:cNvPicPr>
            <a:picLocks noChangeAspect="1"/>
          </p:cNvPicPr>
          <p:nvPr/>
        </p:nvPicPr>
        <p:blipFill>
          <a:blip r:embed="rId5"/>
          <a:stretch>
            <a:fillRect/>
          </a:stretch>
        </p:blipFill>
        <p:spPr>
          <a:xfrm>
            <a:off x="894626" y="3060960"/>
            <a:ext cx="3238400" cy="1821600"/>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433B3F7E-70EF-D309-1098-AF144C17FE64}"/>
              </a:ext>
            </a:extLst>
          </p:cNvPr>
          <p:cNvPicPr>
            <a:picLocks noChangeAspect="1"/>
          </p:cNvPicPr>
          <p:nvPr/>
        </p:nvPicPr>
        <p:blipFill>
          <a:blip r:embed="rId6"/>
          <a:stretch>
            <a:fillRect/>
          </a:stretch>
        </p:blipFill>
        <p:spPr>
          <a:xfrm>
            <a:off x="4483100" y="3060960"/>
            <a:ext cx="3238400" cy="18216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5 and 6 small preview</a:t>
            </a:r>
          </a:p>
        </p:txBody>
      </p:sp>
      <p:sp>
        <p:nvSpPr>
          <p:cNvPr id="4" name="Chevron 17">
            <a:extLst>
              <a:ext uri="{FF2B5EF4-FFF2-40B4-BE49-F238E27FC236}">
                <a16:creationId xmlns:a16="http://schemas.microsoft.com/office/drawing/2014/main" id="{99603223-1600-4878-C974-BE354BB939BC}"/>
              </a:ext>
            </a:extLst>
          </p:cNvPr>
          <p:cNvSpPr/>
          <p:nvPr/>
        </p:nvSpPr>
        <p:spPr bwMode="auto">
          <a:xfrm>
            <a:off x="3321830"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Integration &amp; synergy initiatives</a:t>
            </a:r>
          </a:p>
        </p:txBody>
      </p:sp>
      <p:sp>
        <p:nvSpPr>
          <p:cNvPr id="7" name="Chevron 17">
            <a:extLst>
              <a:ext uri="{FF2B5EF4-FFF2-40B4-BE49-F238E27FC236}">
                <a16:creationId xmlns:a16="http://schemas.microsoft.com/office/drawing/2014/main" id="{862E9442-E533-82E4-DCB5-A77EFB47F88B}"/>
              </a:ext>
            </a:extLst>
          </p:cNvPr>
          <p:cNvSpPr/>
          <p:nvPr/>
        </p:nvSpPr>
        <p:spPr bwMode="auto">
          <a:xfrm>
            <a:off x="6039402"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Detailed Plans</a:t>
            </a:r>
            <a:endParaRPr lang="en-US" sz="1300" b="1" kern="1200" dirty="0">
              <a:solidFill>
                <a:schemeClr val="bg1"/>
              </a:solidFill>
              <a:cs typeface="Times New Roman" pitchFamily="18" charset="0"/>
            </a:endParaRPr>
          </a:p>
        </p:txBody>
      </p:sp>
      <p:sp>
        <p:nvSpPr>
          <p:cNvPr id="25" name="Arrow: Pentagon 24">
            <a:extLst>
              <a:ext uri="{FF2B5EF4-FFF2-40B4-BE49-F238E27FC236}">
                <a16:creationId xmlns:a16="http://schemas.microsoft.com/office/drawing/2014/main" id="{B6D6720F-030A-1F46-4D17-753ACBF75408}"/>
              </a:ext>
            </a:extLst>
          </p:cNvPr>
          <p:cNvSpPr/>
          <p:nvPr/>
        </p:nvSpPr>
        <p:spPr>
          <a:xfrm>
            <a:off x="602460" y="2088847"/>
            <a:ext cx="2832391" cy="540000"/>
          </a:xfrm>
          <a:prstGeom prst="homePlate">
            <a:avLst>
              <a:gd name="adj" fmla="val 31705"/>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GB" sz="1300" b="1" dirty="0">
                <a:solidFill>
                  <a:schemeClr val="bg1"/>
                </a:solidFill>
                <a:cs typeface="Times New Roman" pitchFamily="18" charset="0"/>
              </a:rPr>
              <a:t>Integration Strategy</a:t>
            </a:r>
            <a:endParaRPr lang="en-US" sz="1300" b="1" dirty="0">
              <a:solidFill>
                <a:schemeClr val="bg1"/>
              </a:solidFill>
              <a:cs typeface="Times New Roman" pitchFamily="18" charset="0"/>
            </a:endParaRPr>
          </a:p>
        </p:txBody>
      </p:sp>
      <p:sp>
        <p:nvSpPr>
          <p:cNvPr id="26" name="Oval 25">
            <a:extLst>
              <a:ext uri="{FF2B5EF4-FFF2-40B4-BE49-F238E27FC236}">
                <a16:creationId xmlns:a16="http://schemas.microsoft.com/office/drawing/2014/main" id="{F6B8514A-BF88-ED43-C17C-5A12FF045C4B}"/>
              </a:ext>
            </a:extLst>
          </p:cNvPr>
          <p:cNvSpPr/>
          <p:nvPr/>
        </p:nvSpPr>
        <p:spPr>
          <a:xfrm>
            <a:off x="518943"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27" name="Oval 26">
            <a:extLst>
              <a:ext uri="{FF2B5EF4-FFF2-40B4-BE49-F238E27FC236}">
                <a16:creationId xmlns:a16="http://schemas.microsoft.com/office/drawing/2014/main" id="{4842930F-9DF5-33EE-D54F-607C8A387A73}"/>
              </a:ext>
            </a:extLst>
          </p:cNvPr>
          <p:cNvSpPr/>
          <p:nvPr/>
        </p:nvSpPr>
        <p:spPr>
          <a:xfrm>
            <a:off x="3304809"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pic>
        <p:nvPicPr>
          <p:cNvPr id="29" name="Graphic 28" descr="Lightbulb and pencil outline">
            <a:extLst>
              <a:ext uri="{FF2B5EF4-FFF2-40B4-BE49-F238E27FC236}">
                <a16:creationId xmlns:a16="http://schemas.microsoft.com/office/drawing/2014/main" id="{DDC5EFC3-30CF-D190-0F31-8CF28EE9078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0435" y="1596664"/>
            <a:ext cx="432000" cy="432000"/>
          </a:xfrm>
          <a:prstGeom prst="rect">
            <a:avLst/>
          </a:prstGeom>
        </p:spPr>
      </p:pic>
      <p:pic>
        <p:nvPicPr>
          <p:cNvPr id="36" name="Graphic 35" descr="Blueprint outline">
            <a:extLst>
              <a:ext uri="{FF2B5EF4-FFF2-40B4-BE49-F238E27FC236}">
                <a16:creationId xmlns:a16="http://schemas.microsoft.com/office/drawing/2014/main" id="{97C3198F-7D51-2162-8158-E2A0C58DF4B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74221" y="1518892"/>
            <a:ext cx="569955" cy="569955"/>
          </a:xfrm>
          <a:prstGeom prst="rect">
            <a:avLst/>
          </a:prstGeom>
        </p:spPr>
      </p:pic>
      <p:sp>
        <p:nvSpPr>
          <p:cNvPr id="37" name="Chevron 17">
            <a:extLst>
              <a:ext uri="{FF2B5EF4-FFF2-40B4-BE49-F238E27FC236}">
                <a16:creationId xmlns:a16="http://schemas.microsoft.com/office/drawing/2014/main" id="{FEAB0721-E263-2251-2BD5-BC356A0DA702}"/>
              </a:ext>
            </a:extLst>
          </p:cNvPr>
          <p:cNvSpPr/>
          <p:nvPr/>
        </p:nvSpPr>
        <p:spPr bwMode="auto">
          <a:xfrm>
            <a:off x="8756974" y="2078691"/>
            <a:ext cx="2830593" cy="540000"/>
          </a:xfrm>
          <a:prstGeom prst="chevron">
            <a:avLst>
              <a:gd name="adj" fmla="val 31818"/>
            </a:avLst>
          </a:prstGeom>
          <a:solidFill>
            <a:schemeClr val="bg1">
              <a:lumMod val="75000"/>
            </a:schemeClr>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Implementation &amp; Monitoring</a:t>
            </a:r>
            <a:endParaRPr lang="en-US" sz="1300" b="1" kern="1200" dirty="0">
              <a:solidFill>
                <a:schemeClr val="bg1"/>
              </a:solidFill>
              <a:cs typeface="Times New Roman" pitchFamily="18" charset="0"/>
            </a:endParaRPr>
          </a:p>
        </p:txBody>
      </p:sp>
      <p:sp>
        <p:nvSpPr>
          <p:cNvPr id="39" name="Oval 38">
            <a:extLst>
              <a:ext uri="{FF2B5EF4-FFF2-40B4-BE49-F238E27FC236}">
                <a16:creationId xmlns:a16="http://schemas.microsoft.com/office/drawing/2014/main" id="{1DE63163-F39C-446C-0532-22E9E2681DDE}"/>
              </a:ext>
            </a:extLst>
          </p:cNvPr>
          <p:cNvSpPr/>
          <p:nvPr/>
        </p:nvSpPr>
        <p:spPr>
          <a:xfrm>
            <a:off x="6024179"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40" name="Oval 39">
            <a:extLst>
              <a:ext uri="{FF2B5EF4-FFF2-40B4-BE49-F238E27FC236}">
                <a16:creationId xmlns:a16="http://schemas.microsoft.com/office/drawing/2014/main" id="{70CAD695-C742-F8F8-B4B3-CFFEBF5DC866}"/>
              </a:ext>
            </a:extLst>
          </p:cNvPr>
          <p:cNvSpPr/>
          <p:nvPr/>
        </p:nvSpPr>
        <p:spPr>
          <a:xfrm>
            <a:off x="8725995" y="1882061"/>
            <a:ext cx="288000" cy="288000"/>
          </a:xfrm>
          <a:prstGeom prst="ellipse">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41" name="Graphic 40" descr="List outline">
            <a:extLst>
              <a:ext uri="{FF2B5EF4-FFF2-40B4-BE49-F238E27FC236}">
                <a16:creationId xmlns:a16="http://schemas.microsoft.com/office/drawing/2014/main" id="{7C15731A-822F-F8BD-2689-22999A8F313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87208" y="1574690"/>
            <a:ext cx="504001" cy="504001"/>
          </a:xfrm>
          <a:prstGeom prst="rect">
            <a:avLst/>
          </a:prstGeom>
        </p:spPr>
      </p:pic>
      <p:pic>
        <p:nvPicPr>
          <p:cNvPr id="42" name="Graphic 41" descr="Group of men outline">
            <a:extLst>
              <a:ext uri="{FF2B5EF4-FFF2-40B4-BE49-F238E27FC236}">
                <a16:creationId xmlns:a16="http://schemas.microsoft.com/office/drawing/2014/main" id="{051673A3-C6AB-14C0-AEB1-1EAF7298EB4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995616" y="1607954"/>
            <a:ext cx="449012" cy="449012"/>
          </a:xfrm>
          <a:prstGeom prst="rect">
            <a:avLst/>
          </a:prstGeom>
        </p:spPr>
      </p:pic>
      <p:sp>
        <p:nvSpPr>
          <p:cNvPr id="43" name="Chevron 17">
            <a:extLst>
              <a:ext uri="{FF2B5EF4-FFF2-40B4-BE49-F238E27FC236}">
                <a16:creationId xmlns:a16="http://schemas.microsoft.com/office/drawing/2014/main" id="{65B22EE6-5F4E-8BB1-D9CB-0B4001EE062F}"/>
              </a:ext>
            </a:extLst>
          </p:cNvPr>
          <p:cNvSpPr/>
          <p:nvPr/>
        </p:nvSpPr>
        <p:spPr bwMode="auto">
          <a:xfrm>
            <a:off x="602461" y="5620933"/>
            <a:ext cx="10985106" cy="322460"/>
          </a:xfrm>
          <a:prstGeom prst="homePlate">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Change Management and Internal Communication</a:t>
            </a:r>
          </a:p>
        </p:txBody>
      </p:sp>
      <p:sp>
        <p:nvSpPr>
          <p:cNvPr id="44" name="Chevron 17">
            <a:extLst>
              <a:ext uri="{FF2B5EF4-FFF2-40B4-BE49-F238E27FC236}">
                <a16:creationId xmlns:a16="http://schemas.microsoft.com/office/drawing/2014/main" id="{77EDB655-A6D9-E267-73F6-BEFB5D1C97DF}"/>
              </a:ext>
            </a:extLst>
          </p:cNvPr>
          <p:cNvSpPr/>
          <p:nvPr/>
        </p:nvSpPr>
        <p:spPr bwMode="auto">
          <a:xfrm>
            <a:off x="602461" y="6169583"/>
            <a:ext cx="10985106" cy="322460"/>
          </a:xfrm>
          <a:prstGeom prst="homePlate">
            <a:avLst/>
          </a:prstGeom>
          <a:solidFill>
            <a:schemeClr val="tx1"/>
          </a:solidFill>
          <a:ln>
            <a:noFill/>
          </a:ln>
          <a:effectLst/>
        </p:spPr>
        <p:txBody>
          <a:bodyPr wrap="square" lIns="91440" tIns="45715" rIns="0" bIns="45715" rtlCol="0" anchor="ctr">
            <a:noAutofit/>
          </a:bodyPr>
          <a:lstStyle/>
          <a:p>
            <a:pPr algn="ctr" defTabSz="623853" fontAlgn="base">
              <a:spcBef>
                <a:spcPts val="600"/>
              </a:spcBef>
              <a:spcAft>
                <a:spcPts val="600"/>
              </a:spcAft>
              <a:buClr>
                <a:srgbClr val="000000"/>
              </a:buClr>
            </a:pPr>
            <a:r>
              <a:rPr lang="en-US" sz="1300" b="1" dirty="0">
                <a:solidFill>
                  <a:schemeClr val="bg1"/>
                </a:solidFill>
                <a:cs typeface="Times New Roman" pitchFamily="18" charset="0"/>
              </a:rPr>
              <a:t>Stakeholder Engagement</a:t>
            </a:r>
          </a:p>
        </p:txBody>
      </p:sp>
      <p:sp>
        <p:nvSpPr>
          <p:cNvPr id="47" name="Oval 46">
            <a:extLst>
              <a:ext uri="{FF2B5EF4-FFF2-40B4-BE49-F238E27FC236}">
                <a16:creationId xmlns:a16="http://schemas.microsoft.com/office/drawing/2014/main" id="{47325780-CCCA-9444-34F9-CB9622723945}"/>
              </a:ext>
            </a:extLst>
          </p:cNvPr>
          <p:cNvSpPr/>
          <p:nvPr/>
        </p:nvSpPr>
        <p:spPr>
          <a:xfrm>
            <a:off x="518943" y="5433191"/>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48" name="Oval 47">
            <a:extLst>
              <a:ext uri="{FF2B5EF4-FFF2-40B4-BE49-F238E27FC236}">
                <a16:creationId xmlns:a16="http://schemas.microsoft.com/office/drawing/2014/main" id="{F23E0C0F-578D-E988-445E-BA5542861168}"/>
              </a:ext>
            </a:extLst>
          </p:cNvPr>
          <p:cNvSpPr/>
          <p:nvPr/>
        </p:nvSpPr>
        <p:spPr>
          <a:xfrm>
            <a:off x="518943" y="5987100"/>
            <a:ext cx="288000" cy="288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6</a:t>
            </a:r>
          </a:p>
        </p:txBody>
      </p:sp>
      <p:sp>
        <p:nvSpPr>
          <p:cNvPr id="15" name="Arrow: Down 14">
            <a:extLst>
              <a:ext uri="{FF2B5EF4-FFF2-40B4-BE49-F238E27FC236}">
                <a16:creationId xmlns:a16="http://schemas.microsoft.com/office/drawing/2014/main" id="{EB7499AA-3E21-ED00-FA7C-8491E0641374}"/>
              </a:ext>
            </a:extLst>
          </p:cNvPr>
          <p:cNvSpPr/>
          <p:nvPr/>
        </p:nvSpPr>
        <p:spPr>
          <a:xfrm rot="10800000">
            <a:off x="1806004" y="5223596"/>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Arrow: Down 15">
            <a:extLst>
              <a:ext uri="{FF2B5EF4-FFF2-40B4-BE49-F238E27FC236}">
                <a16:creationId xmlns:a16="http://schemas.microsoft.com/office/drawing/2014/main" id="{B8D106A6-211B-9FB5-6C34-AA2048EC6275}"/>
              </a:ext>
            </a:extLst>
          </p:cNvPr>
          <p:cNvSpPr/>
          <p:nvPr/>
        </p:nvSpPr>
        <p:spPr>
          <a:xfrm rot="10800000">
            <a:off x="9960694" y="5223596"/>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7" name="Picture 16">
            <a:extLst>
              <a:ext uri="{FF2B5EF4-FFF2-40B4-BE49-F238E27FC236}">
                <a16:creationId xmlns:a16="http://schemas.microsoft.com/office/drawing/2014/main" id="{51346E45-DA9A-23C8-7C62-C397C46A5EE3}"/>
              </a:ext>
            </a:extLst>
          </p:cNvPr>
          <p:cNvPicPr>
            <a:picLocks noChangeAspect="1"/>
          </p:cNvPicPr>
          <p:nvPr/>
        </p:nvPicPr>
        <p:blipFill>
          <a:blip r:embed="rId15"/>
          <a:stretch>
            <a:fillRect/>
          </a:stretch>
        </p:blipFill>
        <p:spPr>
          <a:xfrm>
            <a:off x="8057394" y="3060960"/>
            <a:ext cx="3238400" cy="1821600"/>
          </a:xfrm>
          <a:prstGeom prst="rect">
            <a:avLst/>
          </a:prstGeom>
          <a:effectLst>
            <a:outerShdw blurRad="50800" dist="38100" dir="5400000" algn="t" rotWithShape="0">
              <a:prstClr val="black">
                <a:alpha val="40000"/>
              </a:prstClr>
            </a:outerShdw>
          </a:effectLst>
        </p:spPr>
      </p:pic>
      <p:sp>
        <p:nvSpPr>
          <p:cNvPr id="23" name="Footer Placeholder 22">
            <a:extLst>
              <a:ext uri="{FF2B5EF4-FFF2-40B4-BE49-F238E27FC236}">
                <a16:creationId xmlns:a16="http://schemas.microsoft.com/office/drawing/2014/main" id="{62B2B7C0-DED3-0E98-E5EC-BD4F6254AD0E}"/>
              </a:ext>
            </a:extLst>
          </p:cNvPr>
          <p:cNvSpPr>
            <a:spLocks noGrp="1"/>
          </p:cNvSpPr>
          <p:nvPr>
            <p:ph type="ftr" sz="quarter" idx="3"/>
          </p:nvPr>
        </p:nvSpPr>
        <p:spPr/>
        <p:txBody>
          <a:bodyPr/>
          <a:lstStyle/>
          <a:p>
            <a:r>
              <a:rPr lang="en-US"/>
              <a:t>Domont Consulting</a:t>
            </a:r>
            <a:endParaRPr lang="en-US" dirty="0"/>
          </a:p>
        </p:txBody>
      </p:sp>
      <p:sp>
        <p:nvSpPr>
          <p:cNvPr id="24" name="Slide Number Placeholder 23">
            <a:extLst>
              <a:ext uri="{FF2B5EF4-FFF2-40B4-BE49-F238E27FC236}">
                <a16:creationId xmlns:a16="http://schemas.microsoft.com/office/drawing/2014/main" id="{25E5EDFD-2220-95A4-1148-D9B55E40E355}"/>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130198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6" name="Rectangle: Rounded Corners 5">
            <a:extLst>
              <a:ext uri="{FF2B5EF4-FFF2-40B4-BE49-F238E27FC236}">
                <a16:creationId xmlns:a16="http://schemas.microsoft.com/office/drawing/2014/main" id="{E1C86821-54CE-8A1B-CBED-54B7AF9E8611}"/>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B22B2CC-25AA-263D-1020-C20A807B7EB8}"/>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D0572104-6430-3E61-5813-3590A3CFE972}"/>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D6B23995-4475-E84D-EF57-7992732496E4}"/>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2">
            <a:extLst>
              <a:ext uri="{FF2B5EF4-FFF2-40B4-BE49-F238E27FC236}">
                <a16:creationId xmlns:a16="http://schemas.microsoft.com/office/drawing/2014/main" id="{F8D9CE97-3B89-11F5-DD37-F399ADABE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ownload Microsoft Excel Logo in SVG Vector or PNG File Format - Logo.wine">
            <a:extLst>
              <a:ext uri="{FF2B5EF4-FFF2-40B4-BE49-F238E27FC236}">
                <a16:creationId xmlns:a16="http://schemas.microsoft.com/office/drawing/2014/main" id="{B71C95D7-A854-1E0E-C591-CD4E72F4E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Open folder outline">
            <a:extLst>
              <a:ext uri="{FF2B5EF4-FFF2-40B4-BE49-F238E27FC236}">
                <a16:creationId xmlns:a16="http://schemas.microsoft.com/office/drawing/2014/main" id="{9EE88CF5-F9D5-B7D1-ABD0-E1C6B217D73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794401" y="5010472"/>
            <a:ext cx="829320" cy="829320"/>
          </a:xfrm>
          <a:prstGeom prst="rect">
            <a:avLst/>
          </a:prstGeom>
        </p:spPr>
      </p:pic>
      <p:sp>
        <p:nvSpPr>
          <p:cNvPr id="14" name="TextBox 13">
            <a:extLst>
              <a:ext uri="{FF2B5EF4-FFF2-40B4-BE49-F238E27FC236}">
                <a16:creationId xmlns:a16="http://schemas.microsoft.com/office/drawing/2014/main" id="{4A437ECF-467E-1AD6-2C2E-4087FF953203}"/>
              </a:ext>
            </a:extLst>
          </p:cNvPr>
          <p:cNvSpPr txBox="1"/>
          <p:nvPr/>
        </p:nvSpPr>
        <p:spPr>
          <a:xfrm>
            <a:off x="1863088" y="1994804"/>
            <a:ext cx="4400551" cy="338554"/>
          </a:xfrm>
          <a:prstGeom prst="rect">
            <a:avLst/>
          </a:prstGeom>
          <a:noFill/>
        </p:spPr>
        <p:txBody>
          <a:bodyPr wrap="square" rtlCol="0">
            <a:spAutoFit/>
          </a:bodyPr>
          <a:lstStyle/>
          <a:p>
            <a:r>
              <a:rPr lang="en-US" sz="1600" b="1" dirty="0"/>
              <a:t>600 editable PowerPoint slides*</a:t>
            </a:r>
          </a:p>
        </p:txBody>
      </p:sp>
      <p:sp>
        <p:nvSpPr>
          <p:cNvPr id="15" name="TextBox 14">
            <a:extLst>
              <a:ext uri="{FF2B5EF4-FFF2-40B4-BE49-F238E27FC236}">
                <a16:creationId xmlns:a16="http://schemas.microsoft.com/office/drawing/2014/main" id="{777600B6-F58C-3E6A-BB6D-D47C974412BF}"/>
              </a:ext>
            </a:extLst>
          </p:cNvPr>
          <p:cNvSpPr txBox="1"/>
          <p:nvPr/>
        </p:nvSpPr>
        <p:spPr>
          <a:xfrm>
            <a:off x="1863088" y="3125122"/>
            <a:ext cx="3005768" cy="338554"/>
          </a:xfrm>
          <a:prstGeom prst="rect">
            <a:avLst/>
          </a:prstGeom>
          <a:noFill/>
        </p:spPr>
        <p:txBody>
          <a:bodyPr wrap="square" rtlCol="0">
            <a:spAutoFit/>
          </a:bodyPr>
          <a:lstStyle/>
          <a:p>
            <a:r>
              <a:rPr lang="en-US" sz="1600" b="1" dirty="0"/>
              <a:t>33 Excel sheets*</a:t>
            </a:r>
          </a:p>
        </p:txBody>
      </p:sp>
      <p:sp>
        <p:nvSpPr>
          <p:cNvPr id="17" name="TextBox 16">
            <a:extLst>
              <a:ext uri="{FF2B5EF4-FFF2-40B4-BE49-F238E27FC236}">
                <a16:creationId xmlns:a16="http://schemas.microsoft.com/office/drawing/2014/main" id="{FE597C27-D46E-623C-682B-08389CD25348}"/>
              </a:ext>
            </a:extLst>
          </p:cNvPr>
          <p:cNvSpPr txBox="1"/>
          <p:nvPr/>
        </p:nvSpPr>
        <p:spPr>
          <a:xfrm>
            <a:off x="1863088" y="4153332"/>
            <a:ext cx="3450672" cy="338554"/>
          </a:xfrm>
          <a:prstGeom prst="rect">
            <a:avLst/>
          </a:prstGeom>
          <a:noFill/>
        </p:spPr>
        <p:txBody>
          <a:bodyPr wrap="square" rtlCol="0">
            <a:spAutoFit/>
          </a:bodyPr>
          <a:lstStyle/>
          <a:p>
            <a:r>
              <a:rPr lang="en-US" sz="1600" b="1"/>
              <a:t>52 </a:t>
            </a:r>
            <a:r>
              <a:rPr lang="en-US" sz="1600" b="1" dirty="0"/>
              <a:t>minutes of Video training</a:t>
            </a:r>
          </a:p>
        </p:txBody>
      </p:sp>
      <p:sp>
        <p:nvSpPr>
          <p:cNvPr id="18" name="TextBox 17">
            <a:extLst>
              <a:ext uri="{FF2B5EF4-FFF2-40B4-BE49-F238E27FC236}">
                <a16:creationId xmlns:a16="http://schemas.microsoft.com/office/drawing/2014/main" id="{4D320F2E-6201-9947-D452-66AFE8B758E1}"/>
              </a:ext>
            </a:extLst>
          </p:cNvPr>
          <p:cNvSpPr txBox="1"/>
          <p:nvPr/>
        </p:nvSpPr>
        <p:spPr>
          <a:xfrm>
            <a:off x="1863088" y="4971174"/>
            <a:ext cx="9534511" cy="897772"/>
          </a:xfrm>
          <a:prstGeom prst="rect">
            <a:avLst/>
          </a:prstGeom>
          <a:noFill/>
        </p:spPr>
        <p:txBody>
          <a:bodyPr wrap="square" numCol="2" rtlCol="0" anchor="ctr">
            <a:noAutofit/>
          </a:bodyPr>
          <a:lstStyle/>
          <a:p>
            <a:r>
              <a:rPr lang="en-US" sz="1100" dirty="0"/>
              <a:t>0. Overview and Approach</a:t>
            </a:r>
          </a:p>
          <a:p>
            <a:r>
              <a:rPr lang="en-US" sz="1100" dirty="0"/>
              <a:t>1. Integration Strategy</a:t>
            </a:r>
          </a:p>
          <a:p>
            <a:r>
              <a:rPr lang="en-US" sz="1100" dirty="0"/>
              <a:t>2. Integration &amp; synergy initiatives</a:t>
            </a:r>
          </a:p>
          <a:p>
            <a:r>
              <a:rPr lang="en-US" sz="1100" dirty="0"/>
              <a:t>3. Detailed Plans</a:t>
            </a:r>
          </a:p>
          <a:p>
            <a:r>
              <a:rPr lang="en-US" sz="1100" dirty="0"/>
              <a:t>4. Implementation &amp; Monitoring</a:t>
            </a:r>
          </a:p>
          <a:p>
            <a:r>
              <a:rPr lang="fr-FR" sz="1100" dirty="0"/>
              <a:t>5. Change Management &amp; Internal Communication</a:t>
            </a:r>
          </a:p>
          <a:p>
            <a:r>
              <a:rPr lang="en-US" sz="1100" dirty="0"/>
              <a:t>6. Stakeholder Engagement</a:t>
            </a:r>
          </a:p>
        </p:txBody>
      </p:sp>
      <p:sp>
        <p:nvSpPr>
          <p:cNvPr id="19" name="Rectangle 18">
            <a:extLst>
              <a:ext uri="{FF2B5EF4-FFF2-40B4-BE49-F238E27FC236}">
                <a16:creationId xmlns:a16="http://schemas.microsoft.com/office/drawing/2014/main" id="{58B932BA-CA7A-E3C4-9CC0-B95F841B1AA1}"/>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0FE0B1D-EED1-17BD-8FCD-7A8076B46A80}"/>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0FC0FE-A163-ED1A-A296-D87A1C3FBA7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9470BB-701E-9F9B-5EED-CC4D40F693E5}"/>
              </a:ext>
            </a:extLst>
          </p:cNvPr>
          <p:cNvSpPr/>
          <p:nvPr/>
        </p:nvSpPr>
        <p:spPr>
          <a:xfrm>
            <a:off x="1686842" y="5056527"/>
            <a:ext cx="59203" cy="6898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CBE2770C-6D4F-9F15-A358-CC0DFDE1D3D0}"/>
              </a:ext>
            </a:extLst>
          </p:cNvPr>
          <p:cNvPicPr>
            <a:picLocks noChangeAspect="1"/>
          </p:cNvPicPr>
          <p:nvPr/>
        </p:nvPicPr>
        <p:blipFill rotWithShape="1">
          <a:blip r:embed="rId10"/>
          <a:srcRect l="11344" t="22611" r="63111" b="28117"/>
          <a:stretch/>
        </p:blipFill>
        <p:spPr>
          <a:xfrm>
            <a:off x="794400" y="3945615"/>
            <a:ext cx="823861" cy="689810"/>
          </a:xfrm>
          <a:prstGeom prst="rect">
            <a:avLst/>
          </a:prstGeom>
        </p:spPr>
      </p:pic>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sp>
        <p:nvSpPr>
          <p:cNvPr id="2" name="Footer Placeholder 1">
            <a:extLst>
              <a:ext uri="{FF2B5EF4-FFF2-40B4-BE49-F238E27FC236}">
                <a16:creationId xmlns:a16="http://schemas.microsoft.com/office/drawing/2014/main" id="{3A3B45A2-6730-AAE6-D2B9-DE558A8BAB55}"/>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24F8AD31-0AF9-5A74-3C81-0664730D0C73}"/>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44722813-CA7B-743F-2865-95D43FE4DA52}"/>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572406C9-4EBE-0F5E-2B72-C05073EE7F19}"/>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2F9CE760-CA4B-E925-FAD9-C788638FC19D}"/>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60F575FF-EE9F-DC72-B546-90416B160436}"/>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11"/>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6"/>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71"/>
            <a:ext cx="635106" cy="539471"/>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64"/>
            <a:ext cx="957768" cy="619242"/>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3"/>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5"/>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45"/>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8"/>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1"/>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6"/>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4019DB2F-2F23-DB66-D167-31840D42D980}"/>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BC003A15-EC52-BB26-B2EA-D1F6A5BB5F42}"/>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C67973EC-07C4-FF4C-740C-76BF40656E5E}"/>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CECECF77-7C25-E4AC-F4D7-A7E06C4A3529}"/>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A169548C-8BDC-101F-0F14-9450ED82DDE4}"/>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360BF72A-34C7-ED75-EACA-1530D71C5DD8}"/>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zLSisqdFc7H3FtQLi1bQg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QiQHjlMtLL8DL68b8HNMm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Ii102ikHTPVW3MHc5L7QY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scvxow4C5XYkEZ__tX8xx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XPBtUoFSBI0YTP3o1zA5i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kyia56VsqZC7jAhsgR023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TQ_y8TUaq0RO7af6JmFev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_FFR.LfJ_A84txH9GfuiX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E8C63A-4744-4DE4-BB49-0FF0B5375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6612</TotalTime>
  <Words>1603</Words>
  <Application>Microsoft Office PowerPoint</Application>
  <PresentationFormat>Widescreen</PresentationFormat>
  <Paragraphs>251</Paragraphs>
  <Slides>20</Slides>
  <Notes>12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9" baseType="lpstr">
      <vt:lpstr>ＭＳ Ｐゴシック</vt:lpstr>
      <vt:lpstr>Arial</vt:lpstr>
      <vt:lpstr>Arial (Body)</vt:lpstr>
      <vt:lpstr>Calibri</vt:lpstr>
      <vt:lpstr>Helvetica</vt:lpstr>
      <vt:lpstr>Lato Light</vt:lpstr>
      <vt:lpstr>Times New Roman</vt:lpstr>
      <vt:lpstr>1_Theme3</vt:lpstr>
      <vt:lpstr>think-cell Slide</vt:lpstr>
      <vt:lpstr>PowerPoint Presentation</vt:lpstr>
      <vt:lpstr>PowerPoint Presentation</vt:lpstr>
      <vt:lpstr>Introduction</vt:lpstr>
      <vt:lpstr>Problem: Most M&amp;A failures are due to a poorly managed post merger integration</vt:lpstr>
      <vt:lpstr>Solution: Our ex-McKinsey, Deloitte &amp; BCG consultants created a PMI Toolkit to help you significantly increase your odds of success</vt:lpstr>
      <vt:lpstr>Our Toolkit will help you fulfill multiple objectives</vt:lpstr>
      <vt:lpstr>Video demonstration of the Toolkit</vt:lpstr>
      <vt:lpstr>The PMI Toolkit includes a 6-phase approach that we have built and refined over the past 20 years through constant trial and error</vt:lpstr>
      <vt:lpstr>Phase 1 small preview</vt:lpstr>
      <vt:lpstr>Phase 2 small preview</vt:lpstr>
      <vt:lpstr>Phase 3 small preview</vt:lpstr>
      <vt:lpstr>Phase 4 small preview</vt:lpstr>
      <vt:lpstr>Phase 5 and 6 small preview</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2025-07-02T04:29:06Z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