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notesSlides/notesSlide5.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6.xml" ContentType="application/vnd.openxmlformats-officedocument.presentationml.notesSlide+xml"/>
  <Override PartName="/ppt/tags/tag25.xml" ContentType="application/vnd.openxmlformats-officedocument.presentationml.tags+xml"/>
  <Override PartName="/ppt/notesSlides/notesSlide7.xml" ContentType="application/vnd.openxmlformats-officedocument.presentationml.notesSlide+xml"/>
  <Override PartName="/ppt/tags/tag26.xml" ContentType="application/vnd.openxmlformats-officedocument.presentationml.tags+xml"/>
  <Override PartName="/ppt/notesSlides/notesSlide8.xml" ContentType="application/vnd.openxmlformats-officedocument.presentationml.notesSlide+xml"/>
  <Override PartName="/ppt/tags/tag27.xml" ContentType="application/vnd.openxmlformats-officedocument.presentationml.tags+xml"/>
  <Override PartName="/ppt/notesSlides/notesSlide9.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0.xml" ContentType="application/vnd.openxmlformats-officedocument.presentationml.notesSlide+xml"/>
  <Override PartName="/ppt/tags/tag30.xml" ContentType="application/vnd.openxmlformats-officedocument.presentationml.tags+xml"/>
  <Override PartName="/ppt/notesSlides/notesSlide11.xml" ContentType="application/vnd.openxmlformats-officedocument.presentationml.notesSlide+xml"/>
  <Override PartName="/ppt/tags/tag31.xml" ContentType="application/vnd.openxmlformats-officedocument.presentationml.tags+xml"/>
  <Override PartName="/ppt/notesSlides/notesSlide12.xml" ContentType="application/vnd.openxmlformats-officedocument.presentationml.notesSlide+xml"/>
  <Override PartName="/ppt/tags/tag32.xml" ContentType="application/vnd.openxmlformats-officedocument.presentationml.tags+xml"/>
  <Override PartName="/ppt/notesSlides/notesSlide13.xml" ContentType="application/vnd.openxmlformats-officedocument.presentationml.notesSlide+xml"/>
  <Override PartName="/ppt/tags/tag33.xml" ContentType="application/vnd.openxmlformats-officedocument.presentationml.tags+xml"/>
  <Override PartName="/ppt/notesSlides/notesSlide14.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5.xml" ContentType="application/vnd.openxmlformats-officedocument.presentationml.notesSlide+xml"/>
  <Override PartName="/ppt/tags/tag65.xml" ContentType="application/vnd.openxmlformats-officedocument.presentationml.tags+xml"/>
  <Override PartName="/ppt/notesSlides/notesSlide16.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17.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18.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notesSlides/notesSlide19.xml" ContentType="application/vnd.openxmlformats-officedocument.presentationml.notesSlide+xml"/>
  <Override PartName="/ppt/tags/tag72.xml" ContentType="application/vnd.openxmlformats-officedocument.presentationml.tags+xml"/>
  <Override PartName="/ppt/notesSlides/notesSlide20.xml" ContentType="application/vnd.openxmlformats-officedocument.presentationml.notesSlide+xml"/>
  <Override PartName="/ppt/tags/tag73.xml" ContentType="application/vnd.openxmlformats-officedocument.presentationml.tags+xml"/>
  <Override PartName="/ppt/notesSlides/notesSlide21.xml" ContentType="application/vnd.openxmlformats-officedocument.presentationml.notesSlide+xml"/>
  <Override PartName="/ppt/tags/tag74.xml" ContentType="application/vnd.openxmlformats-officedocument.presentationml.tags+xml"/>
  <Override PartName="/ppt/notesSlides/notesSlide22.xml" ContentType="application/vnd.openxmlformats-officedocument.presentationml.notesSlide+xml"/>
  <Override PartName="/ppt/tags/tag75.xml" ContentType="application/vnd.openxmlformats-officedocument.presentationml.tags+xml"/>
  <Override PartName="/ppt/notesSlides/notesSlide23.xml" ContentType="application/vnd.openxmlformats-officedocument.presentationml.notesSlide+xml"/>
  <Override PartName="/ppt/tags/tag76.xml" ContentType="application/vnd.openxmlformats-officedocument.presentationml.tags+xml"/>
  <Override PartName="/ppt/notesSlides/notesSlide24.xml" ContentType="application/vnd.openxmlformats-officedocument.presentationml.notesSlide+xml"/>
  <Override PartName="/ppt/tags/tag77.xml" ContentType="application/vnd.openxmlformats-officedocument.presentationml.tags+xml"/>
  <Override PartName="/ppt/notesSlides/notesSlide25.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notesSlides/notesSlide26.xml" ContentType="application/vnd.openxmlformats-officedocument.presentationml.notesSlide+xml"/>
  <Override PartName="/ppt/tags/tag80.xml" ContentType="application/vnd.openxmlformats-officedocument.presentationml.tags+xml"/>
  <Override PartName="/ppt/notesSlides/notesSlide27.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notesSlides/notesSlide28.xml" ContentType="application/vnd.openxmlformats-officedocument.presentationml.notesSlide+xml"/>
  <Override PartName="/ppt/tags/tag83.xml" ContentType="application/vnd.openxmlformats-officedocument.presentationml.tags+xml"/>
  <Override PartName="/ppt/notesSlides/notesSlide29.xml" ContentType="application/vnd.openxmlformats-officedocument.presentationml.notesSlide+xml"/>
  <Override PartName="/ppt/tags/tag84.xml" ContentType="application/vnd.openxmlformats-officedocument.presentationml.tags+xml"/>
  <Override PartName="/ppt/notesSlides/notesSlide30.xml" ContentType="application/vnd.openxmlformats-officedocument.presentationml.notesSlide+xml"/>
  <Override PartName="/ppt/tags/tag85.xml" ContentType="application/vnd.openxmlformats-officedocument.presentationml.tags+xml"/>
  <Override PartName="/ppt/notesSlides/notesSlide31.xml" ContentType="application/vnd.openxmlformats-officedocument.presentationml.notesSlide+xml"/>
  <Override PartName="/ppt/tags/tag86.xml" ContentType="application/vnd.openxmlformats-officedocument.presentationml.tags+xml"/>
  <Override PartName="/ppt/notesSlides/notesSlide32.xml" ContentType="application/vnd.openxmlformats-officedocument.presentationml.notesSlide+xml"/>
  <Override PartName="/ppt/tags/tag87.xml" ContentType="application/vnd.openxmlformats-officedocument.presentationml.tags+xml"/>
  <Override PartName="/ppt/notesSlides/notesSlide33.xml" ContentType="application/vnd.openxmlformats-officedocument.presentationml.notesSlide+xml"/>
  <Override PartName="/ppt/tags/tag88.xml" ContentType="application/vnd.openxmlformats-officedocument.presentationml.tags+xml"/>
  <Override PartName="/ppt/notesSlides/notesSlide34.xml" ContentType="application/vnd.openxmlformats-officedocument.presentationml.notesSlide+xml"/>
  <Override PartName="/ppt/tags/tag89.xml" ContentType="application/vnd.openxmlformats-officedocument.presentationml.tags+xml"/>
  <Override PartName="/ppt/notesSlides/notesSlide35.xml" ContentType="application/vnd.openxmlformats-officedocument.presentationml.notesSlide+xml"/>
  <Override PartName="/ppt/tags/tag90.xml" ContentType="application/vnd.openxmlformats-officedocument.presentationml.tags+xml"/>
  <Override PartName="/ppt/notesSlides/notesSlide36.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notesSlides/notesSlide37.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notesSlides/notesSlide38.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39.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notesSlides/notesSlide40.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49"/>
  </p:notesMasterIdLst>
  <p:handoutMasterIdLst>
    <p:handoutMasterId r:id="rId50"/>
  </p:handoutMasterIdLst>
  <p:sldIdLst>
    <p:sldId id="526" r:id="rId5"/>
    <p:sldId id="536" r:id="rId6"/>
    <p:sldId id="3289" r:id="rId7"/>
    <p:sldId id="2963" r:id="rId8"/>
    <p:sldId id="2964" r:id="rId9"/>
    <p:sldId id="2431" r:id="rId10"/>
    <p:sldId id="2947" r:id="rId11"/>
    <p:sldId id="2946" r:id="rId12"/>
    <p:sldId id="2950" r:id="rId13"/>
    <p:sldId id="3390" r:id="rId14"/>
    <p:sldId id="2951" r:id="rId15"/>
    <p:sldId id="2952" r:id="rId16"/>
    <p:sldId id="2953" r:id="rId17"/>
    <p:sldId id="2954" r:id="rId18"/>
    <p:sldId id="1899" r:id="rId19"/>
    <p:sldId id="3391" r:id="rId20"/>
    <p:sldId id="2955" r:id="rId21"/>
    <p:sldId id="2958" r:id="rId22"/>
    <p:sldId id="2956" r:id="rId23"/>
    <p:sldId id="2957" r:id="rId24"/>
    <p:sldId id="2989" r:id="rId25"/>
    <p:sldId id="2990" r:id="rId26"/>
    <p:sldId id="2959" r:id="rId27"/>
    <p:sldId id="2960" r:id="rId28"/>
    <p:sldId id="2961" r:id="rId29"/>
    <p:sldId id="3392" r:id="rId30"/>
    <p:sldId id="2560" r:id="rId31"/>
    <p:sldId id="2162" r:id="rId32"/>
    <p:sldId id="3377" r:id="rId33"/>
    <p:sldId id="2945" r:id="rId34"/>
    <p:sldId id="2998" r:id="rId35"/>
    <p:sldId id="3393" r:id="rId36"/>
    <p:sldId id="3394" r:id="rId37"/>
    <p:sldId id="3395" r:id="rId38"/>
    <p:sldId id="3398" r:id="rId39"/>
    <p:sldId id="3399" r:id="rId40"/>
    <p:sldId id="3397" r:id="rId41"/>
    <p:sldId id="2338" r:id="rId42"/>
    <p:sldId id="2034" r:id="rId43"/>
    <p:sldId id="3282" r:id="rId44"/>
    <p:sldId id="1711" r:id="rId45"/>
    <p:sldId id="1598" r:id="rId46"/>
    <p:sldId id="2240" r:id="rId47"/>
    <p:sldId id="1600" r:id="rId48"/>
  </p:sldIdLst>
  <p:sldSz cx="12192000" cy="6858000"/>
  <p:notesSz cx="6858000" cy="91440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07A647-356E-4D94-9FE3-66ADA0BB504F}">
          <p14:sldIdLst>
            <p14:sldId id="526"/>
            <p14:sldId id="536"/>
            <p14:sldId id="3289"/>
            <p14:sldId id="2963"/>
          </p14:sldIdLst>
        </p14:section>
        <p14:section name="What is Lean Six Sigma?" id="{7C15519A-5182-4E7A-86E1-774CA6FBF7C2}">
          <p14:sldIdLst>
            <p14:sldId id="2964"/>
            <p14:sldId id="2431"/>
            <p14:sldId id="2947"/>
            <p14:sldId id="2946"/>
            <p14:sldId id="2950"/>
            <p14:sldId id="3390"/>
            <p14:sldId id="2951"/>
            <p14:sldId id="2952"/>
            <p14:sldId id="2953"/>
            <p14:sldId id="2954"/>
            <p14:sldId id="1899"/>
          </p14:sldIdLst>
        </p14:section>
        <p14:section name="What are the key benefits of using Lean Six Sigma?" id="{81F75D15-C867-46FA-9269-BE754C8DCB44}">
          <p14:sldIdLst>
            <p14:sldId id="3391"/>
            <p14:sldId id="2955"/>
            <p14:sldId id="2958"/>
            <p14:sldId id="2956"/>
            <p14:sldId id="2957"/>
            <p14:sldId id="2989"/>
            <p14:sldId id="2990"/>
            <p14:sldId id="2959"/>
            <p14:sldId id="2960"/>
            <p14:sldId id="2961"/>
          </p14:sldIdLst>
        </p14:section>
        <p14:section name="Lean Six Sigma Toolkit - Approach and overview" id="{02A3E003-9252-4302-BECF-CDDDB1E32FFC}">
          <p14:sldIdLst>
            <p14:sldId id="3392"/>
            <p14:sldId id="2560"/>
            <p14:sldId id="2162"/>
            <p14:sldId id="3377"/>
            <p14:sldId id="2945"/>
            <p14:sldId id="2998"/>
            <p14:sldId id="3393"/>
            <p14:sldId id="3394"/>
            <p14:sldId id="3395"/>
            <p14:sldId id="3398"/>
            <p14:sldId id="3399"/>
            <p14:sldId id="3397"/>
            <p14:sldId id="2338"/>
          </p14:sldIdLst>
        </p14:section>
        <p14:section name="Domont Consulting overview" id="{CFC560AE-1A41-4E74-900F-7DB740784DCF}">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2C46A0-7CDF-436D-B128-084743608ABF}" v="4" dt="2025-07-02T04:57:51.498"/>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3447" autoAdjust="0"/>
  </p:normalViewPr>
  <p:slideViewPr>
    <p:cSldViewPr snapToGrid="0">
      <p:cViewPr varScale="1">
        <p:scale>
          <a:sx n="68" d="100"/>
          <a:sy n="68" d="100"/>
        </p:scale>
        <p:origin x="600" y="267"/>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6352"/>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2-02T05:42:32.189" v="27" actId="20577"/>
        <pc:sldMkLst>
          <pc:docMk/>
          <pc:sldMk cId="1209091634" sldId="2338"/>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C52C46A0-7CDF-436D-B128-084743608ABF}"/>
    <pc:docChg chg="custSel addSld modSld">
      <pc:chgData name="Aurelien Domont" userId="6da7715ce44349b3" providerId="LiveId" clId="{C52C46A0-7CDF-436D-B128-084743608ABF}" dt="2025-07-02T04:57:51.498" v="4"/>
      <pc:docMkLst>
        <pc:docMk/>
      </pc:docMkLst>
      <pc:sldChg chg="add">
        <pc:chgData name="Aurelien Domont" userId="6da7715ce44349b3" providerId="LiveId" clId="{C52C46A0-7CDF-436D-B128-084743608ABF}" dt="2025-07-02T04:56:51.498" v="0"/>
        <pc:sldMkLst>
          <pc:docMk/>
          <pc:sldMk cId="1025105226" sldId="536"/>
        </pc:sldMkLst>
      </pc:sldChg>
      <pc:sldChg chg="addSp delSp modSp add mod">
        <pc:chgData name="Aurelien Domont" userId="6da7715ce44349b3" providerId="LiveId" clId="{C52C46A0-7CDF-436D-B128-084743608ABF}" dt="2025-07-02T04:57:51.498" v="4"/>
        <pc:sldMkLst>
          <pc:docMk/>
          <pc:sldMk cId="3892113266" sldId="3377"/>
        </pc:sldMkLst>
        <pc:spChg chg="mod">
          <ac:chgData name="Aurelien Domont" userId="6da7715ce44349b3" providerId="LiveId" clId="{C52C46A0-7CDF-436D-B128-084743608ABF}" dt="2025-07-02T04:57:45.362" v="2"/>
          <ac:spMkLst>
            <pc:docMk/>
            <pc:sldMk cId="3892113266" sldId="3377"/>
            <ac:spMk id="14" creationId="{ABF9D4B2-53D2-60E9-FECC-79B008226F65}"/>
          </ac:spMkLst>
        </pc:spChg>
        <pc:picChg chg="add mod">
          <ac:chgData name="Aurelien Domont" userId="6da7715ce44349b3" providerId="LiveId" clId="{C52C46A0-7CDF-436D-B128-084743608ABF}" dt="2025-07-02T04:57:51.498" v="4"/>
          <ac:picMkLst>
            <pc:docMk/>
            <pc:sldMk cId="3892113266" sldId="3377"/>
            <ac:picMk id="10" creationId="{3933D741-055B-9728-1437-6344FE9BB831}"/>
          </ac:picMkLst>
        </pc:picChg>
        <pc:picChg chg="del">
          <ac:chgData name="Aurelien Domont" userId="6da7715ce44349b3" providerId="LiveId" clId="{C52C46A0-7CDF-436D-B128-084743608ABF}" dt="2025-07-02T04:57:51.156" v="3" actId="478"/>
          <ac:picMkLst>
            <pc:docMk/>
            <pc:sldMk cId="3892113266" sldId="3377"/>
            <ac:picMk id="17" creationId="{1EE5AC12-F00C-61C3-8EF9-F68A052AD79D}"/>
          </ac:picMkLst>
        </pc:picChg>
      </pc:sldChg>
    </pc:docChg>
  </pc:docChgLst>
  <pc:docChgLst>
    <pc:chgData name="Aurelien Domont" userId="6da7715ce44349b3" providerId="LiveId" clId="{119E25BE-88E7-4569-A67E-60FFA2A0A9D2}"/>
    <pc:docChg chg="undo custSel addSld delSld modSld sldOrd modMainMaster modSection replTag">
      <pc:chgData name="Aurelien Domont" userId="6da7715ce44349b3" providerId="LiveId" clId="{119E25BE-88E7-4569-A67E-60FFA2A0A9D2}" dt="2024-03-20T04:25:37.819" v="4092" actId="47"/>
      <pc:docMkLst>
        <pc:docMk/>
      </pc:docMkLst>
      <pc:sldChg chg="del">
        <pc:chgData name="Aurelien Domont" userId="6da7715ce44349b3" providerId="LiveId" clId="{119E25BE-88E7-4569-A67E-60FFA2A0A9D2}" dt="2024-03-20T03:06:54.828" v="8" actId="47"/>
        <pc:sldMkLst>
          <pc:docMk/>
          <pc:sldMk cId="3956982643" sldId="526"/>
        </pc:sldMkLst>
      </pc:sldChg>
      <pc:sldChg chg="modSp mod modNotes">
        <pc:chgData name="Aurelien Domont" userId="6da7715ce44349b3" providerId="LiveId" clId="{119E25BE-88E7-4569-A67E-60FFA2A0A9D2}" dt="2024-03-20T04:15:46.260" v="3942" actId="790"/>
        <pc:sldMkLst>
          <pc:docMk/>
          <pc:sldMk cId="1754585881" sldId="1598"/>
        </pc:sldMkLst>
      </pc:sldChg>
      <pc:sldChg chg="modSp mod modNotes">
        <pc:chgData name="Aurelien Domont" userId="6da7715ce44349b3" providerId="LiveId" clId="{119E25BE-88E7-4569-A67E-60FFA2A0A9D2}" dt="2024-03-20T04:15:46.264" v="3946" actId="790"/>
        <pc:sldMkLst>
          <pc:docMk/>
          <pc:sldMk cId="2853806433" sldId="1600"/>
        </pc:sldMkLst>
      </pc:sldChg>
      <pc:sldChg chg="modSp mod modNotes">
        <pc:chgData name="Aurelien Domont" userId="6da7715ce44349b3" providerId="LiveId" clId="{119E25BE-88E7-4569-A67E-60FFA2A0A9D2}" dt="2024-03-20T04:15:46.258" v="3940" actId="790"/>
        <pc:sldMkLst>
          <pc:docMk/>
          <pc:sldMk cId="1252826214" sldId="1711"/>
        </pc:sldMkLst>
      </pc:sldChg>
      <pc:sldChg chg="modSp mod modNotes">
        <pc:chgData name="Aurelien Domont" userId="6da7715ce44349b3" providerId="LiveId" clId="{119E25BE-88E7-4569-A67E-60FFA2A0A9D2}" dt="2024-03-20T04:15:46.256" v="3938" actId="790"/>
        <pc:sldMkLst>
          <pc:docMk/>
          <pc:sldMk cId="3938337455" sldId="2034"/>
        </pc:sldMkLst>
      </pc:sldChg>
      <pc:sldChg chg="addSp delSp modSp mod ord modNotes">
        <pc:chgData name="Aurelien Domont" userId="6da7715ce44349b3" providerId="LiveId" clId="{119E25BE-88E7-4569-A67E-60FFA2A0A9D2}" dt="2024-03-20T04:15:46.246" v="3932" actId="790"/>
        <pc:sldMkLst>
          <pc:docMk/>
          <pc:sldMk cId="3272444503" sldId="2162"/>
        </pc:sldMkLst>
      </pc:sldChg>
      <pc:sldChg chg="modSp mod modNotes">
        <pc:chgData name="Aurelien Domont" userId="6da7715ce44349b3" providerId="LiveId" clId="{119E25BE-88E7-4569-A67E-60FFA2A0A9D2}" dt="2024-03-20T04:15:46.262" v="3944" actId="790"/>
        <pc:sldMkLst>
          <pc:docMk/>
          <pc:sldMk cId="1534399825" sldId="2240"/>
        </pc:sldMkLst>
      </pc:sldChg>
      <pc:sldChg chg="modSp add mod modClrScheme chgLayout modNotes">
        <pc:chgData name="Aurelien Domont" userId="6da7715ce44349b3" providerId="LiveId" clId="{119E25BE-88E7-4569-A67E-60FFA2A0A9D2}" dt="2024-03-20T04:15:46.389" v="4011"/>
        <pc:sldMkLst>
          <pc:docMk/>
          <pc:sldMk cId="2561262077" sldId="2306"/>
        </pc:sldMkLst>
      </pc:sldChg>
      <pc:sldChg chg="modSp mod modNotes">
        <pc:chgData name="Aurelien Domont" userId="6da7715ce44349b3" providerId="LiveId" clId="{119E25BE-88E7-4569-A67E-60FFA2A0A9D2}" dt="2024-03-20T04:15:46.254" v="3936" actId="790"/>
        <pc:sldMkLst>
          <pc:docMk/>
          <pc:sldMk cId="1209091634" sldId="2338"/>
        </pc:sldMkLst>
      </pc:sldChg>
      <pc:sldChg chg="addSp delSp modSp mod ord modNotes">
        <pc:chgData name="Aurelien Domont" userId="6da7715ce44349b3" providerId="LiveId" clId="{119E25BE-88E7-4569-A67E-60FFA2A0A9D2}" dt="2024-03-20T04:15:46.411" v="4017"/>
        <pc:sldMkLst>
          <pc:docMk/>
          <pc:sldMk cId="862292938" sldId="2560"/>
        </pc:sldMkLst>
      </pc:sldChg>
      <pc:sldChg chg="modSp mod">
        <pc:chgData name="Aurelien Domont" userId="6da7715ce44349b3" providerId="LiveId" clId="{119E25BE-88E7-4569-A67E-60FFA2A0A9D2}" dt="2024-03-20T04:15:44.977" v="2104" actId="790"/>
        <pc:sldMkLst>
          <pc:docMk/>
          <pc:sldMk cId="1926619926" sldId="3282"/>
        </pc:sldMkLst>
      </pc:sldChg>
      <pc:sldChg chg="modSp mod ord modNotes">
        <pc:chgData name="Aurelien Domont" userId="6da7715ce44349b3" providerId="LiveId" clId="{119E25BE-88E7-4569-A67E-60FFA2A0A9D2}" dt="2024-03-20T04:19:59.141" v="4081" actId="20577"/>
        <pc:sldMkLst>
          <pc:docMk/>
          <pc:sldMk cId="2246164536" sldId="3289"/>
        </pc:sldMkLst>
      </pc:sldChg>
      <pc:sldChg chg="del">
        <pc:chgData name="Aurelien Domont" userId="6da7715ce44349b3" providerId="LiveId" clId="{119E25BE-88E7-4569-A67E-60FFA2A0A9D2}" dt="2024-03-20T03:21:43.578" v="141" actId="47"/>
        <pc:sldMkLst>
          <pc:docMk/>
          <pc:sldMk cId="3931065156" sldId="3300"/>
        </pc:sldMkLst>
      </pc:sldChg>
      <pc:sldChg chg="del">
        <pc:chgData name="Aurelien Domont" userId="6da7715ce44349b3" providerId="LiveId" clId="{119E25BE-88E7-4569-A67E-60FFA2A0A9D2}" dt="2024-03-20T03:21:43.578" v="141" actId="47"/>
        <pc:sldMkLst>
          <pc:docMk/>
          <pc:sldMk cId="4273032646" sldId="3301"/>
        </pc:sldMkLst>
      </pc:sldChg>
      <pc:sldChg chg="del">
        <pc:chgData name="Aurelien Domont" userId="6da7715ce44349b3" providerId="LiveId" clId="{119E25BE-88E7-4569-A67E-60FFA2A0A9D2}" dt="2024-03-20T03:55:26.600" v="1777" actId="47"/>
        <pc:sldMkLst>
          <pc:docMk/>
          <pc:sldMk cId="348420775" sldId="3303"/>
        </pc:sldMkLst>
      </pc:sldChg>
      <pc:sldChg chg="del">
        <pc:chgData name="Aurelien Domont" userId="6da7715ce44349b3" providerId="LiveId" clId="{119E25BE-88E7-4569-A67E-60FFA2A0A9D2}" dt="2024-03-20T03:34:47.090" v="1080" actId="47"/>
        <pc:sldMkLst>
          <pc:docMk/>
          <pc:sldMk cId="2387808226" sldId="3366"/>
        </pc:sldMkLst>
      </pc:sldChg>
      <pc:sldChg chg="del">
        <pc:chgData name="Aurelien Domont" userId="6da7715ce44349b3" providerId="LiveId" clId="{119E25BE-88E7-4569-A67E-60FFA2A0A9D2}" dt="2024-03-20T03:55:26.600" v="1777" actId="47"/>
        <pc:sldMkLst>
          <pc:docMk/>
          <pc:sldMk cId="2269690018" sldId="3376"/>
        </pc:sldMkLst>
      </pc:sldChg>
      <pc:sldChg chg="del">
        <pc:chgData name="Aurelien Domont" userId="6da7715ce44349b3" providerId="LiveId" clId="{119E25BE-88E7-4569-A67E-60FFA2A0A9D2}" dt="2024-03-20T03:55:26.600" v="1777" actId="47"/>
        <pc:sldMkLst>
          <pc:docMk/>
          <pc:sldMk cId="2120394965" sldId="3377"/>
        </pc:sldMkLst>
      </pc:sldChg>
      <pc:sldChg chg="del">
        <pc:chgData name="Aurelien Domont" userId="6da7715ce44349b3" providerId="LiveId" clId="{119E25BE-88E7-4569-A67E-60FFA2A0A9D2}" dt="2024-03-20T03:55:26.600" v="1777" actId="47"/>
        <pc:sldMkLst>
          <pc:docMk/>
          <pc:sldMk cId="1083748519" sldId="3378"/>
        </pc:sldMkLst>
      </pc:sldChg>
      <pc:sldChg chg="del">
        <pc:chgData name="Aurelien Domont" userId="6da7715ce44349b3" providerId="LiveId" clId="{119E25BE-88E7-4569-A67E-60FFA2A0A9D2}" dt="2024-03-20T03:55:26.600" v="1777" actId="47"/>
        <pc:sldMkLst>
          <pc:docMk/>
          <pc:sldMk cId="55671321" sldId="3379"/>
        </pc:sldMkLst>
      </pc:sldChg>
      <pc:sldChg chg="del">
        <pc:chgData name="Aurelien Domont" userId="6da7715ce44349b3" providerId="LiveId" clId="{119E25BE-88E7-4569-A67E-60FFA2A0A9D2}" dt="2024-03-20T03:55:26.600" v="1777" actId="47"/>
        <pc:sldMkLst>
          <pc:docMk/>
          <pc:sldMk cId="3592377542" sldId="3380"/>
        </pc:sldMkLst>
      </pc:sldChg>
      <pc:sldChg chg="addSp delSp modSp add mod modNotes">
        <pc:chgData name="Aurelien Domont" userId="6da7715ce44349b3" providerId="LiveId" clId="{119E25BE-88E7-4569-A67E-60FFA2A0A9D2}" dt="2024-03-20T04:15:46.227" v="3922" actId="790"/>
        <pc:sldMkLst>
          <pc:docMk/>
          <pc:sldMk cId="3694985765" sldId="3381"/>
        </pc:sldMkLst>
      </pc:sldChg>
      <pc:sldChg chg="new del ord">
        <pc:chgData name="Aurelien Domont" userId="6da7715ce44349b3" providerId="LiveId" clId="{119E25BE-88E7-4569-A67E-60FFA2A0A9D2}" dt="2024-03-20T03:55:26.600" v="1777" actId="47"/>
        <pc:sldMkLst>
          <pc:docMk/>
          <pc:sldMk cId="521705588" sldId="3382"/>
        </pc:sldMkLst>
      </pc:sldChg>
      <pc:sldChg chg="addSp delSp modSp add mod modNotes">
        <pc:chgData name="Aurelien Domont" userId="6da7715ce44349b3" providerId="LiveId" clId="{119E25BE-88E7-4569-A67E-60FFA2A0A9D2}" dt="2024-03-20T04:15:58.874" v="4018" actId="313"/>
        <pc:sldMkLst>
          <pc:docMk/>
          <pc:sldMk cId="2646470254" sldId="3383"/>
        </pc:sldMkLst>
      </pc:sldChg>
      <pc:sldChg chg="add del">
        <pc:chgData name="Aurelien Domont" userId="6da7715ce44349b3" providerId="LiveId" clId="{119E25BE-88E7-4569-A67E-60FFA2A0A9D2}" dt="2024-03-20T03:21:06.181" v="139" actId="47"/>
        <pc:sldMkLst>
          <pc:docMk/>
          <pc:sldMk cId="2557735817" sldId="3384"/>
        </pc:sldMkLst>
      </pc:sldChg>
      <pc:sldChg chg="delSp modSp add mod">
        <pc:chgData name="Aurelien Domont" userId="6da7715ce44349b3" providerId="LiveId" clId="{119E25BE-88E7-4569-A67E-60FFA2A0A9D2}" dt="2024-03-20T04:15:44.844" v="1999" actId="790"/>
        <pc:sldMkLst>
          <pc:docMk/>
          <pc:sldMk cId="4260551227" sldId="3384"/>
        </pc:sldMkLst>
      </pc:sldChg>
      <pc:sldChg chg="addSp delSp modSp add mod ord modNotes">
        <pc:chgData name="Aurelien Domont" userId="6da7715ce44349b3" providerId="LiveId" clId="{119E25BE-88E7-4569-A67E-60FFA2A0A9D2}" dt="2024-03-20T04:15:46.400" v="4013"/>
        <pc:sldMkLst>
          <pc:docMk/>
          <pc:sldMk cId="3746721311" sldId="3385"/>
        </pc:sldMkLst>
      </pc:sldChg>
      <pc:sldChg chg="addSp delSp modSp add mod">
        <pc:chgData name="Aurelien Domont" userId="6da7715ce44349b3" providerId="LiveId" clId="{119E25BE-88E7-4569-A67E-60FFA2A0A9D2}" dt="2024-03-20T04:15:44.853" v="2009" actId="790"/>
        <pc:sldMkLst>
          <pc:docMk/>
          <pc:sldMk cId="452916749" sldId="3386"/>
        </pc:sldMkLst>
      </pc:sldChg>
      <pc:sldChg chg="addSp delSp modSp add mod">
        <pc:chgData name="Aurelien Domont" userId="6da7715ce44349b3" providerId="LiveId" clId="{119E25BE-88E7-4569-A67E-60FFA2A0A9D2}" dt="2024-03-20T04:15:44.864" v="2019" actId="790"/>
        <pc:sldMkLst>
          <pc:docMk/>
          <pc:sldMk cId="1912173946" sldId="3387"/>
        </pc:sldMkLst>
      </pc:sldChg>
      <pc:sldChg chg="addSp delSp modSp add mod">
        <pc:chgData name="Aurelien Domont" userId="6da7715ce44349b3" providerId="LiveId" clId="{119E25BE-88E7-4569-A67E-60FFA2A0A9D2}" dt="2024-03-20T04:15:44.873" v="2029" actId="790"/>
        <pc:sldMkLst>
          <pc:docMk/>
          <pc:sldMk cId="4192861017" sldId="3388"/>
        </pc:sldMkLst>
      </pc:sldChg>
      <pc:sldChg chg="addSp modSp add del mod">
        <pc:chgData name="Aurelien Domont" userId="6da7715ce44349b3" providerId="LiveId" clId="{119E25BE-88E7-4569-A67E-60FFA2A0A9D2}" dt="2024-03-20T04:25:37.819" v="4092" actId="47"/>
        <pc:sldMkLst>
          <pc:docMk/>
          <pc:sldMk cId="190480438" sldId="3389"/>
        </pc:sldMkLst>
      </pc:sldChg>
      <pc:sldMasterChg chg="modSp mod delSldLayout modSldLayout">
        <pc:chgData name="Aurelien Domont" userId="6da7715ce44349b3" providerId="LiveId" clId="{119E25BE-88E7-4569-A67E-60FFA2A0A9D2}" dt="2024-03-20T04:16:40.359" v="4019" actId="2696"/>
        <pc:sldMasterMkLst>
          <pc:docMk/>
          <pc:sldMasterMk cId="3482721130" sldId="2147483828"/>
        </pc:sldMasterMkLst>
        <pc:sldLayoutChg chg="modSp mod">
          <pc:chgData name="Aurelien Domont" userId="6da7715ce44349b3" providerId="LiveId" clId="{119E25BE-88E7-4569-A67E-60FFA2A0A9D2}" dt="2024-03-20T04:15:46.217" v="3915" actId="139"/>
          <pc:sldLayoutMkLst>
            <pc:docMk/>
            <pc:sldMasterMk cId="3482721130" sldId="2147483828"/>
            <pc:sldLayoutMk cId="250590409" sldId="2147483831"/>
          </pc:sldLayoutMkLst>
        </pc:sldLayoutChg>
        <pc:sldLayoutChg chg="modSp mod">
          <pc:chgData name="Aurelien Domont" userId="6da7715ce44349b3" providerId="LiveId" clId="{119E25BE-88E7-4569-A67E-60FFA2A0A9D2}" dt="2024-03-20T04:15:46.218" v="3916" actId="790"/>
          <pc:sldLayoutMkLst>
            <pc:docMk/>
            <pc:sldMasterMk cId="3482721130" sldId="2147483828"/>
            <pc:sldLayoutMk cId="1759204997" sldId="2147483835"/>
          </pc:sldLayoutMkLst>
        </pc:sldLayoutChg>
        <pc:sldLayoutChg chg="modSp del mod">
          <pc:chgData name="Aurelien Domont" userId="6da7715ce44349b3" providerId="LiveId" clId="{119E25BE-88E7-4569-A67E-60FFA2A0A9D2}" dt="2024-03-20T04:16:40.359" v="4019" actId="2696"/>
          <pc:sldLayoutMkLst>
            <pc:docMk/>
            <pc:sldMasterMk cId="3482721130" sldId="2147483828"/>
            <pc:sldLayoutMk cId="1811382983" sldId="2147483836"/>
          </pc:sldLayoutMkLst>
        </pc:sldLayoutChg>
      </pc:sldMasterChg>
    </pc:docChg>
  </pc:docChgLst>
  <pc:docChgLst>
    <pc:chgData name="Aurelien Domont" userId="6da7715ce44349b3" providerId="LiveId" clId="{B52C3AF2-5076-4BF5-AF33-C7553B05AF76}"/>
    <pc:docChg chg="undo custSel addSld delSld modSld sldOrd modMainMaster modSection replTag">
      <pc:chgData name="Aurelien Domont" userId="6da7715ce44349b3" providerId="LiveId" clId="{B52C3AF2-5076-4BF5-AF33-C7553B05AF76}" dt="2024-03-11T23:15:40.673" v="14932" actId="47"/>
      <pc:docMkLst>
        <pc:docMk/>
      </pc:docMkLst>
      <pc:sldChg chg="modSp mod modNotes">
        <pc:chgData name="Aurelien Domont" userId="6da7715ce44349b3" providerId="LiveId" clId="{B52C3AF2-5076-4BF5-AF33-C7553B05AF76}" dt="2024-03-11T23:09:49.979" v="14923" actId="790"/>
        <pc:sldMkLst>
          <pc:docMk/>
          <pc:sldMk cId="1754585881" sldId="1598"/>
        </pc:sldMkLst>
      </pc:sldChg>
      <pc:sldChg chg="modSp mod modNotes">
        <pc:chgData name="Aurelien Domont" userId="6da7715ce44349b3" providerId="LiveId" clId="{B52C3AF2-5076-4BF5-AF33-C7553B05AF76}" dt="2024-03-11T23:09:49.983" v="14927" actId="790"/>
        <pc:sldMkLst>
          <pc:docMk/>
          <pc:sldMk cId="2853806433" sldId="1600"/>
        </pc:sldMkLst>
      </pc:sldChg>
      <pc:sldChg chg="modSp mod modNotes">
        <pc:chgData name="Aurelien Domont" userId="6da7715ce44349b3" providerId="LiveId" clId="{B52C3AF2-5076-4BF5-AF33-C7553B05AF76}" dt="2024-03-11T23:09:49.977" v="14921" actId="790"/>
        <pc:sldMkLst>
          <pc:docMk/>
          <pc:sldMk cId="1252826214" sldId="1711"/>
        </pc:sldMkLst>
      </pc:sldChg>
      <pc:sldChg chg="modSp mod modNotes">
        <pc:chgData name="Aurelien Domont" userId="6da7715ce44349b3" providerId="LiveId" clId="{B52C3AF2-5076-4BF5-AF33-C7553B05AF76}" dt="2024-03-11T23:09:49.974" v="14919" actId="790"/>
        <pc:sldMkLst>
          <pc:docMk/>
          <pc:sldMk cId="3938337455" sldId="2034"/>
        </pc:sldMkLst>
      </pc:sldChg>
      <pc:sldChg chg="addSp delSp modSp mod ord modNotes">
        <pc:chgData name="Aurelien Domont" userId="6da7715ce44349b3" providerId="LiveId" clId="{B52C3AF2-5076-4BF5-AF33-C7553B05AF76}" dt="2024-03-11T23:09:49.919" v="14915" actId="790"/>
        <pc:sldMkLst>
          <pc:docMk/>
          <pc:sldMk cId="3272444503" sldId="2162"/>
        </pc:sldMkLst>
      </pc:sldChg>
      <pc:sldChg chg="modSp mod modNotes">
        <pc:chgData name="Aurelien Domont" userId="6da7715ce44349b3" providerId="LiveId" clId="{B52C3AF2-5076-4BF5-AF33-C7553B05AF76}" dt="2024-03-11T23:09:49.981" v="14925" actId="790"/>
        <pc:sldMkLst>
          <pc:docMk/>
          <pc:sldMk cId="1534399825" sldId="2240"/>
        </pc:sldMkLst>
      </pc:sldChg>
      <pc:sldChg chg="addSp delSp modSp mod modNotes">
        <pc:chgData name="Aurelien Domont" userId="6da7715ce44349b3" providerId="LiveId" clId="{B52C3AF2-5076-4BF5-AF33-C7553B05AF76}" dt="2024-03-11T23:09:49.972" v="14917" actId="790"/>
        <pc:sldMkLst>
          <pc:docMk/>
          <pc:sldMk cId="1209091634" sldId="2338"/>
        </pc:sldMkLst>
      </pc:sldChg>
      <pc:sldChg chg="add del">
        <pc:chgData name="Aurelien Domont" userId="6da7715ce44349b3" providerId="LiveId" clId="{B52C3AF2-5076-4BF5-AF33-C7553B05AF76}" dt="2024-03-11T23:00:05.139" v="12383"/>
        <pc:sldMkLst>
          <pc:docMk/>
          <pc:sldMk cId="1365513723" sldId="2490"/>
        </pc:sldMkLst>
      </pc:sldChg>
      <pc:sldChg chg="modSp mod ord modNotes">
        <pc:chgData name="Aurelien Domont" userId="6da7715ce44349b3" providerId="LiveId" clId="{B52C3AF2-5076-4BF5-AF33-C7553B05AF76}" dt="2024-03-11T23:09:49.916" v="14913" actId="790"/>
        <pc:sldMkLst>
          <pc:docMk/>
          <pc:sldMk cId="862292938" sldId="2560"/>
        </pc:sldMkLst>
      </pc:sldChg>
      <pc:sldChg chg="modSp mod">
        <pc:chgData name="Aurelien Domont" userId="6da7715ce44349b3" providerId="LiveId" clId="{B52C3AF2-5076-4BF5-AF33-C7553B05AF76}" dt="2024-03-11T23:09:48.470" v="13095" actId="790"/>
        <pc:sldMkLst>
          <pc:docMk/>
          <pc:sldMk cId="1926619926" sldId="3282"/>
        </pc:sldMkLst>
      </pc:sldChg>
      <pc:sldChg chg="modSp mod modNotes">
        <pc:chgData name="Aurelien Domont" userId="6da7715ce44349b3" providerId="LiveId" clId="{B52C3AF2-5076-4BF5-AF33-C7553B05AF76}" dt="2024-03-11T23:09:49.913" v="14911" actId="790"/>
        <pc:sldMkLst>
          <pc:docMk/>
          <pc:sldMk cId="2246164536" sldId="3289"/>
        </pc:sldMkLst>
      </pc:sldChg>
      <pc:sldChg chg="addSp delSp modSp del mod">
        <pc:chgData name="Aurelien Domont" userId="6da7715ce44349b3" providerId="LiveId" clId="{B52C3AF2-5076-4BF5-AF33-C7553B05AF76}" dt="2024-03-11T06:09:34.337" v="10312" actId="47"/>
        <pc:sldMkLst>
          <pc:docMk/>
          <pc:sldMk cId="2392440094" sldId="3301"/>
        </pc:sldMkLst>
      </pc:sldChg>
      <pc:sldChg chg="del">
        <pc:chgData name="Aurelien Domont" userId="6da7715ce44349b3" providerId="LiveId" clId="{B52C3AF2-5076-4BF5-AF33-C7553B05AF76}" dt="2024-03-11T06:00:20.219" v="10192" actId="47"/>
        <pc:sldMkLst>
          <pc:docMk/>
          <pc:sldMk cId="1393908417" sldId="3302"/>
        </pc:sldMkLst>
      </pc:sldChg>
      <pc:sldChg chg="addSp delSp modSp mod ord">
        <pc:chgData name="Aurelien Domont" userId="6da7715ce44349b3" providerId="LiveId" clId="{B52C3AF2-5076-4BF5-AF33-C7553B05AF76}" dt="2024-03-11T23:09:48.204" v="12882" actId="790"/>
        <pc:sldMkLst>
          <pc:docMk/>
          <pc:sldMk cId="348420775" sldId="3303"/>
        </pc:sldMkLst>
      </pc:sldChg>
      <pc:sldChg chg="addSp delSp modSp mod modNotes">
        <pc:chgData name="Aurelien Domont" userId="6da7715ce44349b3" providerId="LiveId" clId="{B52C3AF2-5076-4BF5-AF33-C7553B05AF76}" dt="2024-03-11T23:09:49.910" v="14909" actId="790"/>
        <pc:sldMkLst>
          <pc:docMk/>
          <pc:sldMk cId="3071151777" sldId="3309"/>
        </pc:sldMkLst>
      </pc:sldChg>
      <pc:sldChg chg="del">
        <pc:chgData name="Aurelien Domont" userId="6da7715ce44349b3" providerId="LiveId" clId="{B52C3AF2-5076-4BF5-AF33-C7553B05AF76}" dt="2024-03-11T06:00:20.219" v="10192" actId="47"/>
        <pc:sldMkLst>
          <pc:docMk/>
          <pc:sldMk cId="2098415580" sldId="3312"/>
        </pc:sldMkLst>
      </pc:sldChg>
      <pc:sldChg chg="del">
        <pc:chgData name="Aurelien Domont" userId="6da7715ce44349b3" providerId="LiveId" clId="{B52C3AF2-5076-4BF5-AF33-C7553B05AF76}" dt="2024-03-11T06:09:30.614" v="10311" actId="47"/>
        <pc:sldMkLst>
          <pc:docMk/>
          <pc:sldMk cId="696290259" sldId="3313"/>
        </pc:sldMkLst>
      </pc:sldChg>
      <pc:sldChg chg="del">
        <pc:chgData name="Aurelien Domont" userId="6da7715ce44349b3" providerId="LiveId" clId="{B52C3AF2-5076-4BF5-AF33-C7553B05AF76}" dt="2024-03-11T23:01:47.972" v="12550" actId="47"/>
        <pc:sldMkLst>
          <pc:docMk/>
          <pc:sldMk cId="804346767" sldId="3314"/>
        </pc:sldMkLst>
      </pc:sldChg>
      <pc:sldChg chg="del">
        <pc:chgData name="Aurelien Domont" userId="6da7715ce44349b3" providerId="LiveId" clId="{B52C3AF2-5076-4BF5-AF33-C7553B05AF76}" dt="2024-03-11T23:01:51.742" v="12551" actId="47"/>
        <pc:sldMkLst>
          <pc:docMk/>
          <pc:sldMk cId="1371543036" sldId="3315"/>
        </pc:sldMkLst>
      </pc:sldChg>
      <pc:sldChg chg="del">
        <pc:chgData name="Aurelien Domont" userId="6da7715ce44349b3" providerId="LiveId" clId="{B52C3AF2-5076-4BF5-AF33-C7553B05AF76}" dt="2024-03-11T23:01:54.144" v="12552" actId="47"/>
        <pc:sldMkLst>
          <pc:docMk/>
          <pc:sldMk cId="441079416" sldId="3316"/>
        </pc:sldMkLst>
      </pc:sldChg>
      <pc:sldChg chg="del">
        <pc:chgData name="Aurelien Domont" userId="6da7715ce44349b3" providerId="LiveId" clId="{B52C3AF2-5076-4BF5-AF33-C7553B05AF76}" dt="2024-03-11T23:01:57.654" v="12553" actId="47"/>
        <pc:sldMkLst>
          <pc:docMk/>
          <pc:sldMk cId="2570003898" sldId="3317"/>
        </pc:sldMkLst>
      </pc:sldChg>
      <pc:sldChg chg="del">
        <pc:chgData name="Aurelien Domont" userId="6da7715ce44349b3" providerId="LiveId" clId="{B52C3AF2-5076-4BF5-AF33-C7553B05AF76}" dt="2024-03-11T23:01:59.905" v="12554" actId="47"/>
        <pc:sldMkLst>
          <pc:docMk/>
          <pc:sldMk cId="1743261416" sldId="3318"/>
        </pc:sldMkLst>
      </pc:sldChg>
      <pc:sldChg chg="del">
        <pc:chgData name="Aurelien Domont" userId="6da7715ce44349b3" providerId="LiveId" clId="{B52C3AF2-5076-4BF5-AF33-C7553B05AF76}" dt="2024-03-11T23:02:03.194" v="12555" actId="47"/>
        <pc:sldMkLst>
          <pc:docMk/>
          <pc:sldMk cId="1410449565" sldId="3319"/>
        </pc:sldMkLst>
      </pc:sldChg>
      <pc:sldChg chg="new del ord">
        <pc:chgData name="Aurelien Domont" userId="6da7715ce44349b3" providerId="LiveId" clId="{B52C3AF2-5076-4BF5-AF33-C7553B05AF76}" dt="2024-03-11T23:02:13.328" v="12556" actId="47"/>
        <pc:sldMkLst>
          <pc:docMk/>
          <pc:sldMk cId="3438512007" sldId="3320"/>
        </pc:sldMkLst>
      </pc:sldChg>
      <pc:sldChg chg="addSp delSp modSp add mod">
        <pc:chgData name="Aurelien Domont" userId="6da7715ce44349b3" providerId="LiveId" clId="{B52C3AF2-5076-4BF5-AF33-C7553B05AF76}" dt="2024-03-11T23:09:47.912" v="12700" actId="139"/>
        <pc:sldMkLst>
          <pc:docMk/>
          <pc:sldMk cId="601276562" sldId="3321"/>
        </pc:sldMkLst>
      </pc:sldChg>
      <pc:sldChg chg="addSp delSp modSp add mod">
        <pc:chgData name="Aurelien Domont" userId="6da7715ce44349b3" providerId="LiveId" clId="{B52C3AF2-5076-4BF5-AF33-C7553B05AF76}" dt="2024-03-11T23:09:47.954" v="12731" actId="139"/>
        <pc:sldMkLst>
          <pc:docMk/>
          <pc:sldMk cId="361454376" sldId="3322"/>
        </pc:sldMkLst>
      </pc:sldChg>
      <pc:sldChg chg="add del">
        <pc:chgData name="Aurelien Domont" userId="6da7715ce44349b3" providerId="LiveId" clId="{B52C3AF2-5076-4BF5-AF33-C7553B05AF76}" dt="2024-03-11T05:33:40.842" v="1911" actId="47"/>
        <pc:sldMkLst>
          <pc:docMk/>
          <pc:sldMk cId="2617163469" sldId="3322"/>
        </pc:sldMkLst>
      </pc:sldChg>
      <pc:sldChg chg="add del">
        <pc:chgData name="Aurelien Domont" userId="6da7715ce44349b3" providerId="LiveId" clId="{B52C3AF2-5076-4BF5-AF33-C7553B05AF76}" dt="2024-03-11T05:57:29.878" v="9914" actId="47"/>
        <pc:sldMkLst>
          <pc:docMk/>
          <pc:sldMk cId="2287180567" sldId="3323"/>
        </pc:sldMkLst>
      </pc:sldChg>
      <pc:sldChg chg="add del">
        <pc:chgData name="Aurelien Domont" userId="6da7715ce44349b3" providerId="LiveId" clId="{B52C3AF2-5076-4BF5-AF33-C7553B05AF76}" dt="2024-03-11T05:41:01.497" v="3218"/>
        <pc:sldMkLst>
          <pc:docMk/>
          <pc:sldMk cId="2367118339" sldId="3323"/>
        </pc:sldMkLst>
      </pc:sldChg>
      <pc:sldChg chg="add del">
        <pc:chgData name="Aurelien Domont" userId="6da7715ce44349b3" providerId="LiveId" clId="{B52C3AF2-5076-4BF5-AF33-C7553B05AF76}" dt="2024-03-11T05:58:06.263" v="9921" actId="47"/>
        <pc:sldMkLst>
          <pc:docMk/>
          <pc:sldMk cId="3486130709" sldId="3323"/>
        </pc:sldMkLst>
      </pc:sldChg>
      <pc:sldChg chg="delSp modSp add mod">
        <pc:chgData name="Aurelien Domont" userId="6da7715ce44349b3" providerId="LiveId" clId="{B52C3AF2-5076-4BF5-AF33-C7553B05AF76}" dt="2024-03-11T23:09:48.174" v="12859" actId="790"/>
        <pc:sldMkLst>
          <pc:docMk/>
          <pc:sldMk cId="2387808226" sldId="3366"/>
        </pc:sldMkLst>
      </pc:sldChg>
      <pc:sldChg chg="add del">
        <pc:chgData name="Aurelien Domont" userId="6da7715ce44349b3" providerId="LiveId" clId="{B52C3AF2-5076-4BF5-AF33-C7553B05AF76}" dt="2024-03-11T23:01:43.682" v="12549" actId="47"/>
        <pc:sldMkLst>
          <pc:docMk/>
          <pc:sldMk cId="3382774822" sldId="3367"/>
        </pc:sldMkLst>
      </pc:sldChg>
      <pc:sldChg chg="addSp delSp modSp add mod">
        <pc:chgData name="Aurelien Domont" userId="6da7715ce44349b3" providerId="LiveId" clId="{B52C3AF2-5076-4BF5-AF33-C7553B05AF76}" dt="2024-03-11T23:09:48.229" v="12905" actId="790"/>
        <pc:sldMkLst>
          <pc:docMk/>
          <pc:sldMk cId="1598780141" sldId="3368"/>
        </pc:sldMkLst>
      </pc:sldChg>
      <pc:sldChg chg="addSp delSp modSp add del mod">
        <pc:chgData name="Aurelien Domont" userId="6da7715ce44349b3" providerId="LiveId" clId="{B52C3AF2-5076-4BF5-AF33-C7553B05AF76}" dt="2024-03-11T23:05:38.601" v="12557" actId="47"/>
        <pc:sldMkLst>
          <pc:docMk/>
          <pc:sldMk cId="1970736011" sldId="3369"/>
        </pc:sldMkLst>
      </pc:sldChg>
      <pc:sldChg chg="addSp delSp modSp add mod">
        <pc:chgData name="Aurelien Domont" userId="6da7715ce44349b3" providerId="LiveId" clId="{B52C3AF2-5076-4BF5-AF33-C7553B05AF76}" dt="2024-03-11T23:09:48.274" v="12951" actId="790"/>
        <pc:sldMkLst>
          <pc:docMk/>
          <pc:sldMk cId="3823632917" sldId="3370"/>
        </pc:sldMkLst>
      </pc:sldChg>
      <pc:sldChg chg="addSp delSp modSp add mod">
        <pc:chgData name="Aurelien Domont" userId="6da7715ce44349b3" providerId="LiveId" clId="{B52C3AF2-5076-4BF5-AF33-C7553B05AF76}" dt="2024-03-11T23:09:48.296" v="12974" actId="790"/>
        <pc:sldMkLst>
          <pc:docMk/>
          <pc:sldMk cId="3016347705" sldId="3371"/>
        </pc:sldMkLst>
      </pc:sldChg>
      <pc:sldChg chg="addSp delSp modSp add mod">
        <pc:chgData name="Aurelien Domont" userId="6da7715ce44349b3" providerId="LiveId" clId="{B52C3AF2-5076-4BF5-AF33-C7553B05AF76}" dt="2024-03-11T23:09:48.319" v="12997" actId="790"/>
        <pc:sldMkLst>
          <pc:docMk/>
          <pc:sldMk cId="4075100597" sldId="3372"/>
        </pc:sldMkLst>
      </pc:sldChg>
      <pc:sldChg chg="addSp delSp modSp add mod">
        <pc:chgData name="Aurelien Domont" userId="6da7715ce44349b3" providerId="LiveId" clId="{B52C3AF2-5076-4BF5-AF33-C7553B05AF76}" dt="2024-03-11T23:09:48.351" v="13020" actId="790"/>
        <pc:sldMkLst>
          <pc:docMk/>
          <pc:sldMk cId="773617390" sldId="3373"/>
        </pc:sldMkLst>
      </pc:sldChg>
      <pc:sldChg chg="addSp delSp modSp add mod">
        <pc:chgData name="Aurelien Domont" userId="6da7715ce44349b3" providerId="LiveId" clId="{B52C3AF2-5076-4BF5-AF33-C7553B05AF76}" dt="2024-03-11T23:09:48.251" v="12928" actId="790"/>
        <pc:sldMkLst>
          <pc:docMk/>
          <pc:sldMk cId="2985957761" sldId="3374"/>
        </pc:sldMkLst>
      </pc:sldChg>
      <pc:sldChg chg="addSp modSp add del mod">
        <pc:chgData name="Aurelien Domont" userId="6da7715ce44349b3" providerId="LiveId" clId="{B52C3AF2-5076-4BF5-AF33-C7553B05AF76}" dt="2024-03-11T23:15:40.673" v="14932" actId="47"/>
        <pc:sldMkLst>
          <pc:docMk/>
          <pc:sldMk cId="1744129791" sldId="3375"/>
        </pc:sldMkLst>
      </pc:sldChg>
      <pc:sldChg chg="add del">
        <pc:chgData name="Aurelien Domont" userId="6da7715ce44349b3" providerId="LiveId" clId="{B52C3AF2-5076-4BF5-AF33-C7553B05AF76}" dt="2024-03-11T06:26:57.261" v="10834"/>
        <pc:sldMkLst>
          <pc:docMk/>
          <pc:sldMk cId="668364606" sldId="3665"/>
        </pc:sldMkLst>
      </pc:sldChg>
      <pc:sldChg chg="add del">
        <pc:chgData name="Aurelien Domont" userId="6da7715ce44349b3" providerId="LiveId" clId="{B52C3AF2-5076-4BF5-AF33-C7553B05AF76}" dt="2024-03-11T22:55:16.704" v="12260"/>
        <pc:sldMkLst>
          <pc:docMk/>
          <pc:sldMk cId="2710600272" sldId="3926"/>
        </pc:sldMkLst>
      </pc:sldChg>
      <pc:sldMasterChg chg="modSp mod modSldLayout">
        <pc:chgData name="Aurelien Domont" userId="6da7715ce44349b3" providerId="LiveId" clId="{B52C3AF2-5076-4BF5-AF33-C7553B05AF76}" dt="2024-03-11T23:09:49.907" v="14907" actId="790"/>
        <pc:sldMasterMkLst>
          <pc:docMk/>
          <pc:sldMasterMk cId="3482721130" sldId="2147483828"/>
        </pc:sldMasterMkLst>
        <pc:sldLayoutChg chg="modSp mod">
          <pc:chgData name="Aurelien Domont" userId="6da7715ce44349b3" providerId="LiveId" clId="{B52C3AF2-5076-4BF5-AF33-C7553B05AF76}" dt="2024-03-11T23:09:49.906" v="14906" actId="139"/>
          <pc:sldLayoutMkLst>
            <pc:docMk/>
            <pc:sldMasterMk cId="3482721130" sldId="2147483828"/>
            <pc:sldLayoutMk cId="250590409" sldId="2147483831"/>
          </pc:sldLayoutMkLst>
        </pc:sldLayoutChg>
        <pc:sldLayoutChg chg="modSp mod">
          <pc:chgData name="Aurelien Domont" userId="6da7715ce44349b3" providerId="LiveId" clId="{B52C3AF2-5076-4BF5-AF33-C7553B05AF76}" dt="2024-03-11T23:09:49.907" v="14907" actId="790"/>
          <pc:sldLayoutMkLst>
            <pc:docMk/>
            <pc:sldMasterMk cId="3482721130" sldId="2147483828"/>
            <pc:sldLayoutMk cId="1759204997" sldId="2147483835"/>
          </pc:sldLayoutMkLst>
        </pc:sldLayoutChg>
      </pc:sldMaster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B72C76FD-36B6-44C2-9B5A-8B8ED0474FD6}"/>
    <pc:docChg chg="undo redo custSel addSld delSld modSld sldOrd modMainMaster addSection delSection modSection replTag">
      <pc:chgData name="Aurelien Domont" userId="6da7715ce44349b3" providerId="LiveId" clId="{B72C76FD-36B6-44C2-9B5A-8B8ED0474FD6}" dt="2024-08-19T05:07:37.016" v="4070" actId="20577"/>
      <pc:docMkLst>
        <pc:docMk/>
      </pc:docMkLst>
      <pc:sldChg chg="addSp delSp modSp add mod modNotes">
        <pc:chgData name="Aurelien Domont" userId="6da7715ce44349b3" providerId="LiveId" clId="{B72C76FD-36B6-44C2-9B5A-8B8ED0474FD6}" dt="2024-03-21T02:43:28.521" v="3686" actId="790"/>
        <pc:sldMkLst>
          <pc:docMk/>
          <pc:sldMk cId="3956982643" sldId="526"/>
        </pc:sldMkLst>
      </pc:sldChg>
      <pc:sldChg chg="modSp mod modNotes">
        <pc:chgData name="Aurelien Domont" userId="6da7715ce44349b3" providerId="LiveId" clId="{B72C76FD-36B6-44C2-9B5A-8B8ED0474FD6}" dt="2024-03-21T02:43:28.614" v="3758" actId="790"/>
        <pc:sldMkLst>
          <pc:docMk/>
          <pc:sldMk cId="1754585881" sldId="1598"/>
        </pc:sldMkLst>
      </pc:sldChg>
      <pc:sldChg chg="modSp mod modNotes">
        <pc:chgData name="Aurelien Domont" userId="6da7715ce44349b3" providerId="LiveId" clId="{B72C76FD-36B6-44C2-9B5A-8B8ED0474FD6}" dt="2024-03-21T02:43:28.621" v="3762" actId="790"/>
        <pc:sldMkLst>
          <pc:docMk/>
          <pc:sldMk cId="2853806433" sldId="1600"/>
        </pc:sldMkLst>
      </pc:sldChg>
      <pc:sldChg chg="modSp mod modNotes">
        <pc:chgData name="Aurelien Domont" userId="6da7715ce44349b3" providerId="LiveId" clId="{B72C76FD-36B6-44C2-9B5A-8B8ED0474FD6}" dt="2024-03-21T02:43:28.612" v="3756" actId="790"/>
        <pc:sldMkLst>
          <pc:docMk/>
          <pc:sldMk cId="1252826214" sldId="1711"/>
        </pc:sldMkLst>
      </pc:sldChg>
      <pc:sldChg chg="modSp add mod modClrScheme chgLayout">
        <pc:chgData name="Aurelien Domont" userId="6da7715ce44349b3" providerId="LiveId" clId="{B72C76FD-36B6-44C2-9B5A-8B8ED0474FD6}" dt="2024-03-21T02:43:57.279" v="3818" actId="313"/>
        <pc:sldMkLst>
          <pc:docMk/>
          <pc:sldMk cId="232566646" sldId="1899"/>
        </pc:sldMkLst>
      </pc:sldChg>
      <pc:sldChg chg="modSp mod modNotes">
        <pc:chgData name="Aurelien Domont" userId="6da7715ce44349b3" providerId="LiveId" clId="{B72C76FD-36B6-44C2-9B5A-8B8ED0474FD6}" dt="2024-03-21T02:43:28.609" v="3754" actId="790"/>
        <pc:sldMkLst>
          <pc:docMk/>
          <pc:sldMk cId="3938337455" sldId="2034"/>
        </pc:sldMkLst>
      </pc:sldChg>
      <pc:sldChg chg="modSp mod ord modNotes">
        <pc:chgData name="Aurelien Domont" userId="6da7715ce44349b3" providerId="LiveId" clId="{B72C76FD-36B6-44C2-9B5A-8B8ED0474FD6}" dt="2024-04-09T00:03:53.392" v="4058" actId="20577"/>
        <pc:sldMkLst>
          <pc:docMk/>
          <pc:sldMk cId="3272444503" sldId="2162"/>
        </pc:sldMkLst>
      </pc:sldChg>
      <pc:sldChg chg="modSp mod modNotes">
        <pc:chgData name="Aurelien Domont" userId="6da7715ce44349b3" providerId="LiveId" clId="{B72C76FD-36B6-44C2-9B5A-8B8ED0474FD6}" dt="2024-03-21T02:43:28.617" v="3760" actId="790"/>
        <pc:sldMkLst>
          <pc:docMk/>
          <pc:sldMk cId="1534399825" sldId="2240"/>
        </pc:sldMkLst>
      </pc:sldChg>
      <pc:sldChg chg="del">
        <pc:chgData name="Aurelien Domont" userId="6da7715ce44349b3" providerId="LiveId" clId="{B72C76FD-36B6-44C2-9B5A-8B8ED0474FD6}" dt="2024-03-21T01:55:37.459" v="427" actId="47"/>
        <pc:sldMkLst>
          <pc:docMk/>
          <pc:sldMk cId="2561262077" sldId="2306"/>
        </pc:sldMkLst>
      </pc:sldChg>
      <pc:sldChg chg="modSp mod modNotes">
        <pc:chgData name="Aurelien Domont" userId="6da7715ce44349b3" providerId="LiveId" clId="{B72C76FD-36B6-44C2-9B5A-8B8ED0474FD6}" dt="2024-08-19T05:07:37.016" v="4070" actId="20577"/>
        <pc:sldMkLst>
          <pc:docMk/>
          <pc:sldMk cId="1209091634" sldId="2338"/>
        </pc:sldMkLst>
      </pc:sldChg>
      <pc:sldChg chg="modSp add mod modClrScheme chgLayout modNotes">
        <pc:chgData name="Aurelien Domont" userId="6da7715ce44349b3" providerId="LiveId" clId="{B72C76FD-36B6-44C2-9B5A-8B8ED0474FD6}" dt="2024-03-21T02:43:29.238" v="3768"/>
        <pc:sldMkLst>
          <pc:docMk/>
          <pc:sldMk cId="3667090990" sldId="2431"/>
        </pc:sldMkLst>
      </pc:sldChg>
      <pc:sldChg chg="addSp delSp modSp mod modNotes">
        <pc:chgData name="Aurelien Domont" userId="6da7715ce44349b3" providerId="LiveId" clId="{B72C76FD-36B6-44C2-9B5A-8B8ED0474FD6}" dt="2024-03-21T02:43:28.584" v="3734" actId="790"/>
        <pc:sldMkLst>
          <pc:docMk/>
          <pc:sldMk cId="862292938" sldId="2560"/>
        </pc:sldMkLst>
      </pc:sldChg>
      <pc:sldChg chg="add del">
        <pc:chgData name="Aurelien Domont" userId="6da7715ce44349b3" providerId="LiveId" clId="{B72C76FD-36B6-44C2-9B5A-8B8ED0474FD6}" dt="2024-03-21T02:34:28.688" v="951"/>
        <pc:sldMkLst>
          <pc:docMk/>
          <pc:sldMk cId="3109918362" sldId="2574"/>
        </pc:sldMkLst>
      </pc:sldChg>
      <pc:sldChg chg="modSp add mod modClrScheme chgLayout modNotes">
        <pc:chgData name="Aurelien Domont" userId="6da7715ce44349b3" providerId="LiveId" clId="{B72C76FD-36B6-44C2-9B5A-8B8ED0474FD6}" dt="2024-03-21T02:43:29.410" v="3812"/>
        <pc:sldMkLst>
          <pc:docMk/>
          <pc:sldMk cId="1501811659" sldId="2945"/>
        </pc:sldMkLst>
      </pc:sldChg>
      <pc:sldChg chg="modSp add mod modClrScheme chgLayout modNotes">
        <pc:chgData name="Aurelien Domont" userId="6da7715ce44349b3" providerId="LiveId" clId="{B72C76FD-36B6-44C2-9B5A-8B8ED0474FD6}" dt="2024-03-21T02:43:29.238" v="3770"/>
        <pc:sldMkLst>
          <pc:docMk/>
          <pc:sldMk cId="1077540542" sldId="2946"/>
        </pc:sldMkLst>
      </pc:sldChg>
      <pc:sldChg chg="modSp add mod modClrScheme chgLayout modNotes">
        <pc:chgData name="Aurelien Domont" userId="6da7715ce44349b3" providerId="LiveId" clId="{B72C76FD-36B6-44C2-9B5A-8B8ED0474FD6}" dt="2024-03-21T02:43:29.254" v="3772"/>
        <pc:sldMkLst>
          <pc:docMk/>
          <pc:sldMk cId="2911586471" sldId="2947"/>
        </pc:sldMkLst>
      </pc:sldChg>
      <pc:sldChg chg="modSp add mod modClrScheme chgLayout modNotes">
        <pc:chgData name="Aurelien Domont" userId="6da7715ce44349b3" providerId="LiveId" clId="{B72C76FD-36B6-44C2-9B5A-8B8ED0474FD6}" dt="2024-03-21T03:14:03.699" v="4028" actId="207"/>
        <pc:sldMkLst>
          <pc:docMk/>
          <pc:sldMk cId="756599120" sldId="2950"/>
        </pc:sldMkLst>
      </pc:sldChg>
      <pc:sldChg chg="modSp add mod modClrScheme chgLayout modNotes">
        <pc:chgData name="Aurelien Domont" userId="6da7715ce44349b3" providerId="LiveId" clId="{B72C76FD-36B6-44C2-9B5A-8B8ED0474FD6}" dt="2024-03-21T02:43:29.230" v="3766"/>
        <pc:sldMkLst>
          <pc:docMk/>
          <pc:sldMk cId="3805664740" sldId="2951"/>
        </pc:sldMkLst>
      </pc:sldChg>
      <pc:sldChg chg="modSp add mod modClrScheme chgLayout modNotes">
        <pc:chgData name="Aurelien Domont" userId="6da7715ce44349b3" providerId="LiveId" clId="{B72C76FD-36B6-44C2-9B5A-8B8ED0474FD6}" dt="2024-03-21T02:43:29.285" v="3782"/>
        <pc:sldMkLst>
          <pc:docMk/>
          <pc:sldMk cId="2734987460" sldId="2952"/>
        </pc:sldMkLst>
      </pc:sldChg>
      <pc:sldChg chg="modSp add mod modClrScheme chgLayout modNotes">
        <pc:chgData name="Aurelien Domont" userId="6da7715ce44349b3" providerId="LiveId" clId="{B72C76FD-36B6-44C2-9B5A-8B8ED0474FD6}" dt="2024-03-21T02:43:29.300" v="3784"/>
        <pc:sldMkLst>
          <pc:docMk/>
          <pc:sldMk cId="2960578651" sldId="2953"/>
        </pc:sldMkLst>
      </pc:sldChg>
      <pc:sldChg chg="modSp add mod modClrScheme chgLayout modNotes">
        <pc:chgData name="Aurelien Domont" userId="6da7715ce44349b3" providerId="LiveId" clId="{B72C76FD-36B6-44C2-9B5A-8B8ED0474FD6}" dt="2024-03-21T02:43:29.285" v="3780"/>
        <pc:sldMkLst>
          <pc:docMk/>
          <pc:sldMk cId="466667091" sldId="2954"/>
        </pc:sldMkLst>
      </pc:sldChg>
      <pc:sldChg chg="modSp add mod modClrScheme chgLayout modNotes">
        <pc:chgData name="Aurelien Domont" userId="6da7715ce44349b3" providerId="LiveId" clId="{B72C76FD-36B6-44C2-9B5A-8B8ED0474FD6}" dt="2024-03-21T02:43:29.316" v="3790"/>
        <pc:sldMkLst>
          <pc:docMk/>
          <pc:sldMk cId="1557538868" sldId="2955"/>
        </pc:sldMkLst>
      </pc:sldChg>
      <pc:sldChg chg="addSp delSp modSp add mod modClrScheme chgLayout modNotes">
        <pc:chgData name="Aurelien Domont" userId="6da7715ce44349b3" providerId="LiveId" clId="{B72C76FD-36B6-44C2-9B5A-8B8ED0474FD6}" dt="2024-03-21T02:43:29.348" v="3796"/>
        <pc:sldMkLst>
          <pc:docMk/>
          <pc:sldMk cId="2143814335" sldId="2956"/>
        </pc:sldMkLst>
      </pc:sldChg>
      <pc:sldChg chg="addSp delSp modSp add mod modClrScheme chgLayout modNotes">
        <pc:chgData name="Aurelien Domont" userId="6da7715ce44349b3" providerId="LiveId" clId="{B72C76FD-36B6-44C2-9B5A-8B8ED0474FD6}" dt="2024-03-21T02:43:29.363" v="3802"/>
        <pc:sldMkLst>
          <pc:docMk/>
          <pc:sldMk cId="3797072887" sldId="2957"/>
        </pc:sldMkLst>
      </pc:sldChg>
      <pc:sldChg chg="addSp delSp modSp add mod modClrScheme chgLayout modNotes">
        <pc:chgData name="Aurelien Domont" userId="6da7715ce44349b3" providerId="LiveId" clId="{B72C76FD-36B6-44C2-9B5A-8B8ED0474FD6}" dt="2024-03-21T02:43:29.363" v="3800"/>
        <pc:sldMkLst>
          <pc:docMk/>
          <pc:sldMk cId="2110329321" sldId="2958"/>
        </pc:sldMkLst>
      </pc:sldChg>
      <pc:sldChg chg="modSp add mod modClrScheme chgLayout modNotes">
        <pc:chgData name="Aurelien Domont" userId="6da7715ce44349b3" providerId="LiveId" clId="{B72C76FD-36B6-44C2-9B5A-8B8ED0474FD6}" dt="2024-03-21T02:43:29.348" v="3798"/>
        <pc:sldMkLst>
          <pc:docMk/>
          <pc:sldMk cId="67415954" sldId="2959"/>
        </pc:sldMkLst>
      </pc:sldChg>
      <pc:sldChg chg="modSp add mod modClrScheme chgLayout modNotes">
        <pc:chgData name="Aurelien Domont" userId="6da7715ce44349b3" providerId="LiveId" clId="{B72C76FD-36B6-44C2-9B5A-8B8ED0474FD6}" dt="2024-03-21T02:43:29.332" v="3794"/>
        <pc:sldMkLst>
          <pc:docMk/>
          <pc:sldMk cId="1725559646" sldId="2960"/>
        </pc:sldMkLst>
      </pc:sldChg>
      <pc:sldChg chg="modSp add mod modClrScheme chgLayout modNotes">
        <pc:chgData name="Aurelien Domont" userId="6da7715ce44349b3" providerId="LiveId" clId="{B72C76FD-36B6-44C2-9B5A-8B8ED0474FD6}" dt="2024-03-21T02:43:29.332" v="3792"/>
        <pc:sldMkLst>
          <pc:docMk/>
          <pc:sldMk cId="1197378495" sldId="2961"/>
        </pc:sldMkLst>
      </pc:sldChg>
      <pc:sldChg chg="addSp delSp modSp add mod modClrScheme chgLayout modNotes">
        <pc:chgData name="Aurelien Domont" userId="6da7715ce44349b3" providerId="LiveId" clId="{B72C76FD-36B6-44C2-9B5A-8B8ED0474FD6}" dt="2024-03-21T02:43:29.254" v="3774"/>
        <pc:sldMkLst>
          <pc:docMk/>
          <pc:sldMk cId="3881885875" sldId="2963"/>
        </pc:sldMkLst>
      </pc:sldChg>
      <pc:sldChg chg="modSp add mod modClrScheme chgLayout modNotes">
        <pc:chgData name="Aurelien Domont" userId="6da7715ce44349b3" providerId="LiveId" clId="{B72C76FD-36B6-44C2-9B5A-8B8ED0474FD6}" dt="2024-03-21T02:43:29.269" v="3778"/>
        <pc:sldMkLst>
          <pc:docMk/>
          <pc:sldMk cId="2863070852" sldId="2964"/>
        </pc:sldMkLst>
      </pc:sldChg>
      <pc:sldChg chg="modSp add mod modClrScheme chgLayout modNotes">
        <pc:chgData name="Aurelien Domont" userId="6da7715ce44349b3" providerId="LiveId" clId="{B72C76FD-36B6-44C2-9B5A-8B8ED0474FD6}" dt="2024-03-21T02:43:29.379" v="3804"/>
        <pc:sldMkLst>
          <pc:docMk/>
          <pc:sldMk cId="574044858" sldId="2989"/>
        </pc:sldMkLst>
      </pc:sldChg>
      <pc:sldChg chg="modSp add mod modClrScheme chgLayout modNotes">
        <pc:chgData name="Aurelien Domont" userId="6da7715ce44349b3" providerId="LiveId" clId="{B72C76FD-36B6-44C2-9B5A-8B8ED0474FD6}" dt="2024-03-21T02:43:29.316" v="3788"/>
        <pc:sldMkLst>
          <pc:docMk/>
          <pc:sldMk cId="538547987" sldId="2990"/>
        </pc:sldMkLst>
      </pc:sldChg>
      <pc:sldChg chg="modSp add del mod modClrScheme chgLayout">
        <pc:chgData name="Aurelien Domont" userId="6da7715ce44349b3" providerId="LiveId" clId="{B72C76FD-36B6-44C2-9B5A-8B8ED0474FD6}" dt="2024-03-21T01:44:31.110" v="119" actId="47"/>
        <pc:sldMkLst>
          <pc:docMk/>
          <pc:sldMk cId="203370073" sldId="2994"/>
        </pc:sldMkLst>
      </pc:sldChg>
      <pc:sldChg chg="addSp delSp modSp add mod modClrScheme chgLayout modNotes">
        <pc:chgData name="Aurelien Domont" userId="6da7715ce44349b3" providerId="LiveId" clId="{B72C76FD-36B6-44C2-9B5A-8B8ED0474FD6}" dt="2024-04-09T00:03:18.069" v="4049"/>
        <pc:sldMkLst>
          <pc:docMk/>
          <pc:sldMk cId="178738611" sldId="2998"/>
        </pc:sldMkLst>
      </pc:sldChg>
      <pc:sldChg chg="modSp mod">
        <pc:chgData name="Aurelien Domont" userId="6da7715ce44349b3" providerId="LiveId" clId="{B72C76FD-36B6-44C2-9B5A-8B8ED0474FD6}" dt="2024-03-21T02:43:27.011" v="1872" actId="790"/>
        <pc:sldMkLst>
          <pc:docMk/>
          <pc:sldMk cId="1926619926" sldId="3282"/>
        </pc:sldMkLst>
      </pc:sldChg>
      <pc:sldChg chg="modSp mod ord modNotes">
        <pc:chgData name="Aurelien Domont" userId="6da7715ce44349b3" providerId="LiveId" clId="{B72C76FD-36B6-44C2-9B5A-8B8ED0474FD6}" dt="2024-03-21T02:43:28.524" v="3688" actId="790"/>
        <pc:sldMkLst>
          <pc:docMk/>
          <pc:sldMk cId="2246164536" sldId="3289"/>
        </pc:sldMkLst>
      </pc:sldChg>
      <pc:sldChg chg="del">
        <pc:chgData name="Aurelien Domont" userId="6da7715ce44349b3" providerId="LiveId" clId="{B72C76FD-36B6-44C2-9B5A-8B8ED0474FD6}" dt="2024-03-21T01:29:38.110" v="1" actId="47"/>
        <pc:sldMkLst>
          <pc:docMk/>
          <pc:sldMk cId="3694985765" sldId="3381"/>
        </pc:sldMkLst>
      </pc:sldChg>
      <pc:sldChg chg="del">
        <pc:chgData name="Aurelien Domont" userId="6da7715ce44349b3" providerId="LiveId" clId="{B72C76FD-36B6-44C2-9B5A-8B8ED0474FD6}" dt="2024-03-21T01:55:37.459" v="427" actId="47"/>
        <pc:sldMkLst>
          <pc:docMk/>
          <pc:sldMk cId="2646470254" sldId="3383"/>
        </pc:sldMkLst>
      </pc:sldChg>
      <pc:sldChg chg="del">
        <pc:chgData name="Aurelien Domont" userId="6da7715ce44349b3" providerId="LiveId" clId="{B72C76FD-36B6-44C2-9B5A-8B8ED0474FD6}" dt="2024-03-21T02:02:12.980" v="691" actId="47"/>
        <pc:sldMkLst>
          <pc:docMk/>
          <pc:sldMk cId="4260551227" sldId="3384"/>
        </pc:sldMkLst>
      </pc:sldChg>
      <pc:sldChg chg="del">
        <pc:chgData name="Aurelien Domont" userId="6da7715ce44349b3" providerId="LiveId" clId="{B72C76FD-36B6-44C2-9B5A-8B8ED0474FD6}" dt="2024-03-21T02:02:12.980" v="691" actId="47"/>
        <pc:sldMkLst>
          <pc:docMk/>
          <pc:sldMk cId="3746721311" sldId="3385"/>
        </pc:sldMkLst>
      </pc:sldChg>
      <pc:sldChg chg="del ord">
        <pc:chgData name="Aurelien Domont" userId="6da7715ce44349b3" providerId="LiveId" clId="{B72C76FD-36B6-44C2-9B5A-8B8ED0474FD6}" dt="2024-03-21T02:05:52.483" v="790" actId="47"/>
        <pc:sldMkLst>
          <pc:docMk/>
          <pc:sldMk cId="452916749" sldId="3386"/>
        </pc:sldMkLst>
      </pc:sldChg>
      <pc:sldChg chg="del">
        <pc:chgData name="Aurelien Domont" userId="6da7715ce44349b3" providerId="LiveId" clId="{B72C76FD-36B6-44C2-9B5A-8B8ED0474FD6}" dt="2024-03-21T02:39:40.655" v="995" actId="47"/>
        <pc:sldMkLst>
          <pc:docMk/>
          <pc:sldMk cId="1912173946" sldId="3387"/>
        </pc:sldMkLst>
      </pc:sldChg>
      <pc:sldChg chg="del">
        <pc:chgData name="Aurelien Domont" userId="6da7715ce44349b3" providerId="LiveId" clId="{B72C76FD-36B6-44C2-9B5A-8B8ED0474FD6}" dt="2024-03-21T02:39:40.655" v="995" actId="47"/>
        <pc:sldMkLst>
          <pc:docMk/>
          <pc:sldMk cId="4192861017" sldId="3388"/>
        </pc:sldMkLst>
      </pc:sldChg>
      <pc:sldChg chg="new del ord">
        <pc:chgData name="Aurelien Domont" userId="6da7715ce44349b3" providerId="LiveId" clId="{B72C76FD-36B6-44C2-9B5A-8B8ED0474FD6}" dt="2024-03-21T02:39:40.655" v="995" actId="47"/>
        <pc:sldMkLst>
          <pc:docMk/>
          <pc:sldMk cId="2229925454" sldId="3389"/>
        </pc:sldMkLst>
      </pc:sldChg>
      <pc:sldChg chg="addSp delSp modSp add mod modNotes">
        <pc:chgData name="Aurelien Domont" userId="6da7715ce44349b3" providerId="LiveId" clId="{B72C76FD-36B6-44C2-9B5A-8B8ED0474FD6}" dt="2024-03-21T03:14:10.924" v="4029" actId="207"/>
        <pc:sldMkLst>
          <pc:docMk/>
          <pc:sldMk cId="1789145877" sldId="3390"/>
        </pc:sldMkLst>
      </pc:sldChg>
      <pc:sldChg chg="modSp add mod modNotes">
        <pc:chgData name="Aurelien Domont" userId="6da7715ce44349b3" providerId="LiveId" clId="{B72C76FD-36B6-44C2-9B5A-8B8ED0474FD6}" dt="2024-03-21T02:43:29.300" v="3786"/>
        <pc:sldMkLst>
          <pc:docMk/>
          <pc:sldMk cId="1507889881" sldId="3391"/>
        </pc:sldMkLst>
      </pc:sldChg>
      <pc:sldChg chg="modSp add mod modNotes">
        <pc:chgData name="Aurelien Domont" userId="6da7715ce44349b3" providerId="LiveId" clId="{B72C76FD-36B6-44C2-9B5A-8B8ED0474FD6}" dt="2024-03-21T02:43:29.395" v="3808"/>
        <pc:sldMkLst>
          <pc:docMk/>
          <pc:sldMk cId="2257735511" sldId="3392"/>
        </pc:sldMkLst>
      </pc:sldChg>
      <pc:sldChg chg="addSp delSp modSp add mod modNotes">
        <pc:chgData name="Aurelien Domont" userId="6da7715ce44349b3" providerId="LiveId" clId="{B72C76FD-36B6-44C2-9B5A-8B8ED0474FD6}" dt="2024-03-21T02:43:28.595" v="3742" actId="790"/>
        <pc:sldMkLst>
          <pc:docMk/>
          <pc:sldMk cId="1142176224" sldId="3393"/>
        </pc:sldMkLst>
      </pc:sldChg>
      <pc:sldChg chg="addSp delSp modSp add mod modNotes">
        <pc:chgData name="Aurelien Domont" userId="6da7715ce44349b3" providerId="LiveId" clId="{B72C76FD-36B6-44C2-9B5A-8B8ED0474FD6}" dt="2024-03-21T02:43:28.597" v="3744" actId="790"/>
        <pc:sldMkLst>
          <pc:docMk/>
          <pc:sldMk cId="4102685422" sldId="3394"/>
        </pc:sldMkLst>
      </pc:sldChg>
      <pc:sldChg chg="addSp delSp modSp add mod modNotes">
        <pc:chgData name="Aurelien Domont" userId="6da7715ce44349b3" providerId="LiveId" clId="{B72C76FD-36B6-44C2-9B5A-8B8ED0474FD6}" dt="2024-03-21T02:43:28.599" v="3746" actId="790"/>
        <pc:sldMkLst>
          <pc:docMk/>
          <pc:sldMk cId="844664650" sldId="3395"/>
        </pc:sldMkLst>
      </pc:sldChg>
      <pc:sldChg chg="addSp delSp modSp add del mod modNotes">
        <pc:chgData name="Aurelien Domont" userId="6da7715ce44349b3" providerId="LiveId" clId="{B72C76FD-36B6-44C2-9B5A-8B8ED0474FD6}" dt="2024-03-21T02:51:11.574" v="3935" actId="47"/>
        <pc:sldMkLst>
          <pc:docMk/>
          <pc:sldMk cId="2904410929" sldId="3396"/>
        </pc:sldMkLst>
      </pc:sldChg>
      <pc:sldChg chg="addSp delSp modSp add mod modNotes">
        <pc:chgData name="Aurelien Domont" userId="6da7715ce44349b3" providerId="LiveId" clId="{B72C76FD-36B6-44C2-9B5A-8B8ED0474FD6}" dt="2024-03-21T02:43:28.604" v="3750" actId="790"/>
        <pc:sldMkLst>
          <pc:docMk/>
          <pc:sldMk cId="1424433552" sldId="3397"/>
        </pc:sldMkLst>
      </pc:sldChg>
      <pc:sldChg chg="modSp add mod">
        <pc:chgData name="Aurelien Domont" userId="6da7715ce44349b3" providerId="LiveId" clId="{B72C76FD-36B6-44C2-9B5A-8B8ED0474FD6}" dt="2024-03-21T02:53:38.359" v="3946"/>
        <pc:sldMkLst>
          <pc:docMk/>
          <pc:sldMk cId="2844418331" sldId="3398"/>
        </pc:sldMkLst>
      </pc:sldChg>
      <pc:sldChg chg="add del">
        <pc:chgData name="Aurelien Domont" userId="6da7715ce44349b3" providerId="LiveId" clId="{B72C76FD-36B6-44C2-9B5A-8B8ED0474FD6}" dt="2024-03-21T02:42:59.842" v="1084" actId="47"/>
        <pc:sldMkLst>
          <pc:docMk/>
          <pc:sldMk cId="3239811196" sldId="3398"/>
        </pc:sldMkLst>
      </pc:sldChg>
      <pc:sldChg chg="addSp delSp modSp add mod">
        <pc:chgData name="Aurelien Domont" userId="6da7715ce44349b3" providerId="LiveId" clId="{B72C76FD-36B6-44C2-9B5A-8B8ED0474FD6}" dt="2024-03-21T02:54:47.163" v="4014" actId="1038"/>
        <pc:sldMkLst>
          <pc:docMk/>
          <pc:sldMk cId="608314567" sldId="3399"/>
        </pc:sldMkLst>
      </pc:sldChg>
      <pc:sldChg chg="add del">
        <pc:chgData name="Aurelien Domont" userId="6da7715ce44349b3" providerId="LiveId" clId="{B72C76FD-36B6-44C2-9B5A-8B8ED0474FD6}" dt="2024-03-21T02:51:07.772" v="3934" actId="47"/>
        <pc:sldMkLst>
          <pc:docMk/>
          <pc:sldMk cId="3315348856" sldId="3399"/>
        </pc:sldMkLst>
      </pc:sldChg>
      <pc:sldChg chg="add del">
        <pc:chgData name="Aurelien Domont" userId="6da7715ce44349b3" providerId="LiveId" clId="{B72C76FD-36B6-44C2-9B5A-8B8ED0474FD6}" dt="2024-03-21T02:51:04.646" v="3933" actId="47"/>
        <pc:sldMkLst>
          <pc:docMk/>
          <pc:sldMk cId="1423034767" sldId="3400"/>
        </pc:sldMkLst>
      </pc:sldChg>
      <pc:sldChg chg="addSp modSp add del mod">
        <pc:chgData name="Aurelien Domont" userId="6da7715ce44349b3" providerId="LiveId" clId="{B72C76FD-36B6-44C2-9B5A-8B8ED0474FD6}" dt="2024-03-21T03:03:02.657" v="4025" actId="47"/>
        <pc:sldMkLst>
          <pc:docMk/>
          <pc:sldMk cId="2049076745" sldId="3400"/>
        </pc:sldMkLst>
      </pc:sldChg>
      <pc:sldMasterChg chg="modSp mod delSldLayout modSldLayout">
        <pc:chgData name="Aurelien Domont" userId="6da7715ce44349b3" providerId="LiveId" clId="{B72C76FD-36B6-44C2-9B5A-8B8ED0474FD6}" dt="2024-03-21T02:43:28.517" v="3684" actId="790"/>
        <pc:sldMasterMkLst>
          <pc:docMk/>
          <pc:sldMasterMk cId="3482721130" sldId="2147483828"/>
        </pc:sldMasterMkLst>
        <pc:sldLayoutChg chg="modSp mod">
          <pc:chgData name="Aurelien Domont" userId="6da7715ce44349b3" providerId="LiveId" clId="{B72C76FD-36B6-44C2-9B5A-8B8ED0474FD6}" dt="2024-03-21T02:43:28.515" v="3683" actId="139"/>
          <pc:sldLayoutMkLst>
            <pc:docMk/>
            <pc:sldMasterMk cId="3482721130" sldId="2147483828"/>
            <pc:sldLayoutMk cId="250590409" sldId="2147483831"/>
          </pc:sldLayoutMkLst>
        </pc:sldLayoutChg>
        <pc:sldLayoutChg chg="modSp mod">
          <pc:chgData name="Aurelien Domont" userId="6da7715ce44349b3" providerId="LiveId" clId="{B72C76FD-36B6-44C2-9B5A-8B8ED0474FD6}" dt="2024-03-21T02:43:28.517" v="3684" actId="790"/>
          <pc:sldLayoutMkLst>
            <pc:docMk/>
            <pc:sldMasterMk cId="3482721130" sldId="2147483828"/>
            <pc:sldLayoutMk cId="1759204997" sldId="2147483835"/>
          </pc:sldLayoutMkLst>
        </pc:sldLayoutChg>
        <pc:sldLayoutChg chg="del">
          <pc:chgData name="Aurelien Domont" userId="6da7715ce44349b3" providerId="LiveId" clId="{B72C76FD-36B6-44C2-9B5A-8B8ED0474FD6}" dt="2024-03-21T02:00:04.701" v="565" actId="2696"/>
          <pc:sldLayoutMkLst>
            <pc:docMk/>
            <pc:sldMasterMk cId="3482721130" sldId="2147483828"/>
            <pc:sldLayoutMk cId="76160419" sldId="2147483836"/>
          </pc:sldLayoutMkLst>
        </pc:sldLayoutChg>
        <pc:sldLayoutChg chg="del">
          <pc:chgData name="Aurelien Domont" userId="6da7715ce44349b3" providerId="LiveId" clId="{B72C76FD-36B6-44C2-9B5A-8B8ED0474FD6}" dt="2024-03-21T01:48:34.842" v="224" actId="2696"/>
          <pc:sldLayoutMkLst>
            <pc:docMk/>
            <pc:sldMasterMk cId="3482721130" sldId="2147483828"/>
            <pc:sldLayoutMk cId="3583948354" sldId="2147483836"/>
          </pc:sldLayoutMkLst>
        </pc:sldLayoutChg>
        <pc:sldLayoutChg chg="del">
          <pc:chgData name="Aurelien Domont" userId="6da7715ce44349b3" providerId="LiveId" clId="{B72C76FD-36B6-44C2-9B5A-8B8ED0474FD6}" dt="2024-03-21T01:48:34.197" v="223" actId="2696"/>
          <pc:sldLayoutMkLst>
            <pc:docMk/>
            <pc:sldMasterMk cId="3482721130" sldId="2147483828"/>
            <pc:sldLayoutMk cId="454734804" sldId="2147483837"/>
          </pc:sldLayoutMkLst>
        </pc:sldLayoutChg>
      </pc:sldMaster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addSp delSp modSp mod">
        <pc:chgData name="Aurelien Domont" userId="6da7715ce44349b3" providerId="LiveId" clId="{9149B00E-810E-48AB-9153-54C78195225C}" dt="2023-11-22T02:03:24.035" v="6234"/>
        <pc:sldMkLst>
          <pc:docMk/>
          <pc:sldMk cId="3956982643" sldId="526"/>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addSp modSp mod ord">
        <pc:chgData name="Aurelien Domont" userId="6da7715ce44349b3" providerId="LiveId" clId="{9149B00E-810E-48AB-9153-54C78195225C}" dt="2023-11-22T00:23:50.916" v="6023" actId="1076"/>
        <pc:sldMkLst>
          <pc:docMk/>
          <pc:sldMk cId="3272444503" sldId="2162"/>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mod ord">
        <pc:chgData name="Aurelien Domont" userId="6da7715ce44349b3" providerId="LiveId" clId="{9149B00E-810E-48AB-9153-54C78195225C}" dt="2023-11-22T00:22:54.262" v="6014" actId="20577"/>
        <pc:sldMkLst>
          <pc:docMk/>
          <pc:sldMk cId="862292938" sldId="2560"/>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modSp mod ord">
        <pc:chgData name="Aurelien Domont" userId="6da7715ce44349b3" providerId="LiveId" clId="{9149B00E-810E-48AB-9153-54C78195225C}" dt="2023-11-21T23:56:24.281" v="184" actId="20577"/>
        <pc:sldMkLst>
          <pc:docMk/>
          <pc:sldMk cId="2246164536" sldId="3289"/>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sldMasterChg chg="delSldLayout">
        <pc:chgData name="Aurelien Domont" userId="6da7715ce44349b3" providerId="LiveId" clId="{9149B00E-810E-48AB-9153-54C78195225C}" dt="2023-11-21T23:57:54.169" v="192" actId="2696"/>
        <pc:sldMasterMkLst>
          <pc:docMk/>
          <pc:sldMasterMk cId="3482721130" sldId="2147483828"/>
        </pc:sldMasterMkLst>
        <pc:sldLayoutChg chg="del">
          <pc:chgData name="Aurelien Domont" userId="6da7715ce44349b3" providerId="LiveId" clId="{9149B00E-810E-48AB-9153-54C78195225C}" dt="2023-11-21T23:57:54.169" v="192" actId="2696"/>
          <pc:sldLayoutMkLst>
            <pc:docMk/>
            <pc:sldMasterMk cId="3482721130" sldId="2147483828"/>
            <pc:sldLayoutMk cId="2253346866" sldId="2147483836"/>
          </pc:sldLayoutMkLst>
        </pc:sldLayoutChg>
      </pc:sldMaster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4-03-06T05:26:59.397" v="5373" actId="20577"/>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modSp mod ord">
        <pc:chgData name="Aurelien Domont" userId="6da7715ce44349b3" providerId="LiveId" clId="{D6B2C6B8-087B-43B3-8633-024465984332}" dt="2024-02-27T00:12:13.105" v="5308" actId="20577"/>
        <pc:sldMkLst>
          <pc:docMk/>
          <pc:sldMk cId="3272444503" sldId="2162"/>
        </pc:sldMkLst>
      </pc:sldChg>
      <pc:sldChg chg="addSp delSp modSp mod ord">
        <pc:chgData name="Aurelien Domont" userId="6da7715ce44349b3" providerId="LiveId" clId="{D6B2C6B8-087B-43B3-8633-024465984332}" dt="2024-02-22T00:08:49.071" v="5229" actId="20577"/>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mod ord chgLayout">
        <pc:chgData name="Aurelien Domont" userId="6da7715ce44349b3" providerId="LiveId" clId="{D6B2C6B8-087B-43B3-8633-024465984332}" dt="2024-03-04T01:51:03.678" v="5311" actId="1076"/>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02-21T05:55:29.115" v="42" actId="404"/>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3-06T05:26:59.397" v="5373"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02-22T00:04:50.614" v="5095" actId="108"/>
        <pc:sldMkLst>
          <pc:docMk/>
          <pc:sldMk cId="1743261416" sldId="3318"/>
        </pc:sldMkLst>
      </pc:sldChg>
      <pc:sldChg chg="addSp delSp modSp add mod">
        <pc:chgData name="Aurelien Domont" userId="6da7715ce44349b3" providerId="LiveId" clId="{D6B2C6B8-087B-43B3-8633-024465984332}" dt="2024-02-22T00:06:34.585" v="5215" actId="108"/>
        <pc:sldMkLst>
          <pc:docMk/>
          <pc:sldMk cId="1410449565" sldId="3319"/>
        </pc:sldMkLst>
      </pc:sldChg>
    </pc:docChg>
  </pc:docChgLst>
  <pc:docChgLst>
    <pc:chgData name="Aurelien Domont" userId="6da7715ce44349b3" providerId="LiveId" clId="{BA095A81-6963-459F-8BD4-70478DA41F8A}"/>
    <pc:docChg chg="undo redo custSel addSld delSld modSld sldOrd modMainMaster modSection replTag">
      <pc:chgData name="Aurelien Domont" userId="6da7715ce44349b3" providerId="LiveId" clId="{BA095A81-6963-459F-8BD4-70478DA41F8A}" dt="2024-03-19T06:20:37.101" v="4390" actId="20577"/>
      <pc:docMkLst>
        <pc:docMk/>
      </pc:docMkLst>
      <pc:sldChg chg="modSp add mod modNotes">
        <pc:chgData name="Aurelien Domont" userId="6da7715ce44349b3" providerId="LiveId" clId="{BA095A81-6963-459F-8BD4-70478DA41F8A}" dt="2024-03-19T05:33:34.891" v="4236" actId="790"/>
        <pc:sldMkLst>
          <pc:docMk/>
          <pc:sldMk cId="3956982643" sldId="526"/>
        </pc:sldMkLst>
      </pc:sldChg>
      <pc:sldChg chg="modSp mod modNotes">
        <pc:chgData name="Aurelien Domont" userId="6da7715ce44349b3" providerId="LiveId" clId="{BA095A81-6963-459F-8BD4-70478DA41F8A}" dt="2024-03-19T05:33:34.912" v="4254" actId="790"/>
        <pc:sldMkLst>
          <pc:docMk/>
          <pc:sldMk cId="1754585881" sldId="1598"/>
        </pc:sldMkLst>
      </pc:sldChg>
      <pc:sldChg chg="modSp mod modNotes">
        <pc:chgData name="Aurelien Domont" userId="6da7715ce44349b3" providerId="LiveId" clId="{BA095A81-6963-459F-8BD4-70478DA41F8A}" dt="2024-03-19T05:33:34.916" v="4258" actId="790"/>
        <pc:sldMkLst>
          <pc:docMk/>
          <pc:sldMk cId="2853806433" sldId="1600"/>
        </pc:sldMkLst>
      </pc:sldChg>
      <pc:sldChg chg="modSp mod modNotes">
        <pc:chgData name="Aurelien Domont" userId="6da7715ce44349b3" providerId="LiveId" clId="{BA095A81-6963-459F-8BD4-70478DA41F8A}" dt="2024-03-19T05:33:34.909" v="4252" actId="790"/>
        <pc:sldMkLst>
          <pc:docMk/>
          <pc:sldMk cId="1252826214" sldId="1711"/>
        </pc:sldMkLst>
      </pc:sldChg>
      <pc:sldChg chg="modSp mod modNotes">
        <pc:chgData name="Aurelien Domont" userId="6da7715ce44349b3" providerId="LiveId" clId="{BA095A81-6963-459F-8BD4-70478DA41F8A}" dt="2024-03-19T05:33:34.907" v="4250" actId="790"/>
        <pc:sldMkLst>
          <pc:docMk/>
          <pc:sldMk cId="3938337455" sldId="2034"/>
        </pc:sldMkLst>
      </pc:sldChg>
      <pc:sldChg chg="modSp mod modNotes">
        <pc:chgData name="Aurelien Domont" userId="6da7715ce44349b3" providerId="LiveId" clId="{BA095A81-6963-459F-8BD4-70478DA41F8A}" dt="2024-03-19T06:20:37.101" v="4390" actId="20577"/>
        <pc:sldMkLst>
          <pc:docMk/>
          <pc:sldMk cId="3272444503" sldId="2162"/>
        </pc:sldMkLst>
      </pc:sldChg>
      <pc:sldChg chg="modSp mod modNotes">
        <pc:chgData name="Aurelien Domont" userId="6da7715ce44349b3" providerId="LiveId" clId="{BA095A81-6963-459F-8BD4-70478DA41F8A}" dt="2024-03-19T05:33:34.914" v="4256" actId="790"/>
        <pc:sldMkLst>
          <pc:docMk/>
          <pc:sldMk cId="1534399825" sldId="2240"/>
        </pc:sldMkLst>
      </pc:sldChg>
      <pc:sldChg chg="addSp delSp modSp mod modNotes">
        <pc:chgData name="Aurelien Domont" userId="6da7715ce44349b3" providerId="LiveId" clId="{BA095A81-6963-459F-8BD4-70478DA41F8A}" dt="2024-03-19T05:33:34.905" v="4248" actId="790"/>
        <pc:sldMkLst>
          <pc:docMk/>
          <pc:sldMk cId="1209091634" sldId="2338"/>
        </pc:sldMkLst>
      </pc:sldChg>
      <pc:sldChg chg="addSp delSp modSp mod ord modNotes">
        <pc:chgData name="Aurelien Domont" userId="6da7715ce44349b3" providerId="LiveId" clId="{BA095A81-6963-459F-8BD4-70478DA41F8A}" dt="2024-03-19T05:33:35.621" v="4360"/>
        <pc:sldMkLst>
          <pc:docMk/>
          <pc:sldMk cId="862292938" sldId="2560"/>
        </pc:sldMkLst>
      </pc:sldChg>
      <pc:sldChg chg="modSp mod">
        <pc:chgData name="Aurelien Domont" userId="6da7715ce44349b3" providerId="LiveId" clId="{BA095A81-6963-459F-8BD4-70478DA41F8A}" dt="2024-03-19T05:33:33.621" v="2417" actId="790"/>
        <pc:sldMkLst>
          <pc:docMk/>
          <pc:sldMk cId="1926619926" sldId="3282"/>
        </pc:sldMkLst>
      </pc:sldChg>
      <pc:sldChg chg="modSp mod ord modNotes">
        <pc:chgData name="Aurelien Domont" userId="6da7715ce44349b3" providerId="LiveId" clId="{BA095A81-6963-459F-8BD4-70478DA41F8A}" dt="2024-03-19T05:33:34.893" v="4238" actId="790"/>
        <pc:sldMkLst>
          <pc:docMk/>
          <pc:sldMk cId="2246164536" sldId="3289"/>
        </pc:sldMkLst>
      </pc:sldChg>
      <pc:sldChg chg="modSp add mod modClrScheme chgLayout modNotes">
        <pc:chgData name="Aurelien Domont" userId="6da7715ce44349b3" providerId="LiveId" clId="{BA095A81-6963-459F-8BD4-70478DA41F8A}" dt="2024-03-19T05:33:35.617" v="4356"/>
        <pc:sldMkLst>
          <pc:docMk/>
          <pc:sldMk cId="3931065156" sldId="3300"/>
        </pc:sldMkLst>
      </pc:sldChg>
      <pc:sldChg chg="modSp add mod modClrScheme chgLayout modNotes">
        <pc:chgData name="Aurelien Domont" userId="6da7715ce44349b3" providerId="LiveId" clId="{BA095A81-6963-459F-8BD4-70478DA41F8A}" dt="2024-03-19T05:33:35.614" v="4354"/>
        <pc:sldMkLst>
          <pc:docMk/>
          <pc:sldMk cId="4273032646" sldId="3301"/>
        </pc:sldMkLst>
      </pc:sldChg>
      <pc:sldChg chg="addSp delSp modSp mod ord">
        <pc:chgData name="Aurelien Domont" userId="6da7715ce44349b3" providerId="LiveId" clId="{BA095A81-6963-459F-8BD4-70478DA41F8A}" dt="2024-03-19T05:33:33.426" v="2257" actId="790"/>
        <pc:sldMkLst>
          <pc:docMk/>
          <pc:sldMk cId="348420775" sldId="3303"/>
        </pc:sldMkLst>
      </pc:sldChg>
      <pc:sldChg chg="del">
        <pc:chgData name="Aurelien Domont" userId="6da7715ce44349b3" providerId="LiveId" clId="{BA095A81-6963-459F-8BD4-70478DA41F8A}" dt="2024-03-19T04:47:42.853" v="44" actId="47"/>
        <pc:sldMkLst>
          <pc:docMk/>
          <pc:sldMk cId="3071151777" sldId="3309"/>
        </pc:sldMkLst>
      </pc:sldChg>
      <pc:sldChg chg="del">
        <pc:chgData name="Aurelien Domont" userId="6da7715ce44349b3" providerId="LiveId" clId="{BA095A81-6963-459F-8BD4-70478DA41F8A}" dt="2024-03-19T04:52:32.446" v="523" actId="47"/>
        <pc:sldMkLst>
          <pc:docMk/>
          <pc:sldMk cId="601276562" sldId="3321"/>
        </pc:sldMkLst>
      </pc:sldChg>
      <pc:sldChg chg="del">
        <pc:chgData name="Aurelien Domont" userId="6da7715ce44349b3" providerId="LiveId" clId="{BA095A81-6963-459F-8BD4-70478DA41F8A}" dt="2024-03-19T04:52:32.446" v="523" actId="47"/>
        <pc:sldMkLst>
          <pc:docMk/>
          <pc:sldMk cId="361454376" sldId="3322"/>
        </pc:sldMkLst>
      </pc:sldChg>
      <pc:sldChg chg="addSp delSp modSp mod ord">
        <pc:chgData name="Aurelien Domont" userId="6da7715ce44349b3" providerId="LiveId" clId="{BA095A81-6963-459F-8BD4-70478DA41F8A}" dt="2024-03-19T05:33:33.409" v="2240" actId="790"/>
        <pc:sldMkLst>
          <pc:docMk/>
          <pc:sldMk cId="2387808226" sldId="3366"/>
        </pc:sldMkLst>
      </pc:sldChg>
      <pc:sldChg chg="del">
        <pc:chgData name="Aurelien Domont" userId="6da7715ce44349b3" providerId="LiveId" clId="{BA095A81-6963-459F-8BD4-70478DA41F8A}" dt="2024-03-19T05:14:46.833" v="1484" actId="47"/>
        <pc:sldMkLst>
          <pc:docMk/>
          <pc:sldMk cId="1598780141" sldId="3368"/>
        </pc:sldMkLst>
      </pc:sldChg>
      <pc:sldChg chg="addSp delSp modSp del mod">
        <pc:chgData name="Aurelien Domont" userId="6da7715ce44349b3" providerId="LiveId" clId="{BA095A81-6963-459F-8BD4-70478DA41F8A}" dt="2024-03-19T05:16:54.192" v="1772" actId="47"/>
        <pc:sldMkLst>
          <pc:docMk/>
          <pc:sldMk cId="3823632917" sldId="3370"/>
        </pc:sldMkLst>
      </pc:sldChg>
      <pc:sldChg chg="del">
        <pc:chgData name="Aurelien Domont" userId="6da7715ce44349b3" providerId="LiveId" clId="{BA095A81-6963-459F-8BD4-70478DA41F8A}" dt="2024-03-19T05:16:55.733" v="1773" actId="47"/>
        <pc:sldMkLst>
          <pc:docMk/>
          <pc:sldMk cId="3016347705" sldId="3371"/>
        </pc:sldMkLst>
      </pc:sldChg>
      <pc:sldChg chg="del">
        <pc:chgData name="Aurelien Domont" userId="6da7715ce44349b3" providerId="LiveId" clId="{BA095A81-6963-459F-8BD4-70478DA41F8A}" dt="2024-03-19T05:18:04.363" v="1829" actId="47"/>
        <pc:sldMkLst>
          <pc:docMk/>
          <pc:sldMk cId="4075100597" sldId="3372"/>
        </pc:sldMkLst>
      </pc:sldChg>
      <pc:sldChg chg="del">
        <pc:chgData name="Aurelien Domont" userId="6da7715ce44349b3" providerId="LiveId" clId="{BA095A81-6963-459F-8BD4-70478DA41F8A}" dt="2024-03-19T05:25:35.690" v="1994" actId="47"/>
        <pc:sldMkLst>
          <pc:docMk/>
          <pc:sldMk cId="773617390" sldId="3373"/>
        </pc:sldMkLst>
      </pc:sldChg>
      <pc:sldChg chg="del">
        <pc:chgData name="Aurelien Domont" userId="6da7715ce44349b3" providerId="LiveId" clId="{BA095A81-6963-459F-8BD4-70478DA41F8A}" dt="2024-03-19T05:14:48.643" v="1485" actId="47"/>
        <pc:sldMkLst>
          <pc:docMk/>
          <pc:sldMk cId="2985957761" sldId="3374"/>
        </pc:sldMkLst>
      </pc:sldChg>
      <pc:sldChg chg="new del ord">
        <pc:chgData name="Aurelien Domont" userId="6da7715ce44349b3" providerId="LiveId" clId="{BA095A81-6963-459F-8BD4-70478DA41F8A}" dt="2024-03-19T05:25:37.073" v="1995" actId="47"/>
        <pc:sldMkLst>
          <pc:docMk/>
          <pc:sldMk cId="493646158" sldId="3375"/>
        </pc:sldMkLst>
      </pc:sldChg>
      <pc:sldChg chg="addSp delSp modSp add mod">
        <pc:chgData name="Aurelien Domont" userId="6da7715ce44349b3" providerId="LiveId" clId="{BA095A81-6963-459F-8BD4-70478DA41F8A}" dt="2024-03-19T05:33:35.607" v="4348"/>
        <pc:sldMkLst>
          <pc:docMk/>
          <pc:sldMk cId="2269690018" sldId="3376"/>
        </pc:sldMkLst>
      </pc:sldChg>
      <pc:sldChg chg="addSp delSp modSp add mod">
        <pc:chgData name="Aurelien Domont" userId="6da7715ce44349b3" providerId="LiveId" clId="{BA095A81-6963-459F-8BD4-70478DA41F8A}" dt="2024-03-19T05:33:35.625" v="4364"/>
        <pc:sldMkLst>
          <pc:docMk/>
          <pc:sldMk cId="2120394965" sldId="3377"/>
        </pc:sldMkLst>
      </pc:sldChg>
      <pc:sldChg chg="addSp delSp modSp add mod">
        <pc:chgData name="Aurelien Domont" userId="6da7715ce44349b3" providerId="LiveId" clId="{BA095A81-6963-459F-8BD4-70478DA41F8A}" dt="2024-03-19T05:33:35.611" v="4352"/>
        <pc:sldMkLst>
          <pc:docMk/>
          <pc:sldMk cId="1083748519" sldId="3378"/>
        </pc:sldMkLst>
      </pc:sldChg>
      <pc:sldChg chg="addSp delSp modSp add mod">
        <pc:chgData name="Aurelien Domont" userId="6da7715ce44349b3" providerId="LiveId" clId="{BA095A81-6963-459F-8BD4-70478DA41F8A}" dt="2024-03-19T05:36:48.600" v="4372" actId="108"/>
        <pc:sldMkLst>
          <pc:docMk/>
          <pc:sldMk cId="55671321" sldId="3379"/>
        </pc:sldMkLst>
      </pc:sldChg>
      <pc:sldChg chg="addSp delSp modSp add mod">
        <pc:chgData name="Aurelien Domont" userId="6da7715ce44349b3" providerId="LiveId" clId="{BA095A81-6963-459F-8BD4-70478DA41F8A}" dt="2024-03-19T05:33:33.514" v="2342" actId="790"/>
        <pc:sldMkLst>
          <pc:docMk/>
          <pc:sldMk cId="3592377542" sldId="3380"/>
        </pc:sldMkLst>
      </pc:sldChg>
      <pc:sldChg chg="addSp modSp add del mod">
        <pc:chgData name="Aurelien Domont" userId="6da7715ce44349b3" providerId="LiveId" clId="{BA095A81-6963-459F-8BD4-70478DA41F8A}" dt="2024-03-19T06:16:18.062" v="4383" actId="47"/>
        <pc:sldMkLst>
          <pc:docMk/>
          <pc:sldMk cId="571704221" sldId="3381"/>
        </pc:sldMkLst>
      </pc:sldChg>
      <pc:sldMasterChg chg="modSp mod delSldLayout modSldLayout">
        <pc:chgData name="Aurelien Domont" userId="6da7715ce44349b3" providerId="LiveId" clId="{BA095A81-6963-459F-8BD4-70478DA41F8A}" dt="2024-03-19T05:34:29.043" v="4365" actId="2696"/>
        <pc:sldMasterMkLst>
          <pc:docMk/>
          <pc:sldMasterMk cId="3482721130" sldId="2147483828"/>
        </pc:sldMasterMkLst>
        <pc:sldLayoutChg chg="modSp mod">
          <pc:chgData name="Aurelien Domont" userId="6da7715ce44349b3" providerId="LiveId" clId="{BA095A81-6963-459F-8BD4-70478DA41F8A}" dt="2024-03-19T05:33:34.876" v="4228" actId="139"/>
          <pc:sldLayoutMkLst>
            <pc:docMk/>
            <pc:sldMasterMk cId="3482721130" sldId="2147483828"/>
            <pc:sldLayoutMk cId="250590409" sldId="2147483831"/>
          </pc:sldLayoutMkLst>
        </pc:sldLayoutChg>
        <pc:sldLayoutChg chg="modSp mod">
          <pc:chgData name="Aurelien Domont" userId="6da7715ce44349b3" providerId="LiveId" clId="{BA095A81-6963-459F-8BD4-70478DA41F8A}" dt="2024-03-19T05:33:34.877" v="4229" actId="790"/>
          <pc:sldLayoutMkLst>
            <pc:docMk/>
            <pc:sldMasterMk cId="3482721130" sldId="2147483828"/>
            <pc:sldLayoutMk cId="1759204997" sldId="2147483835"/>
          </pc:sldLayoutMkLst>
        </pc:sldLayoutChg>
        <pc:sldLayoutChg chg="modSp del mod">
          <pc:chgData name="Aurelien Domont" userId="6da7715ce44349b3" providerId="LiveId" clId="{BA095A81-6963-459F-8BD4-70478DA41F8A}" dt="2024-03-19T05:34:29.043" v="4365" actId="2696"/>
          <pc:sldLayoutMkLst>
            <pc:docMk/>
            <pc:sldMasterMk cId="3482721130" sldId="2147483828"/>
            <pc:sldLayoutMk cId="1506458806" sldId="2147483836"/>
          </pc:sldLayoutMkLst>
        </pc:sldLayoutChg>
      </pc:sldMaster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7/2/2025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7/2/2025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719020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4</a:t>
            </a:fld>
            <a:endParaRPr lang="en-US" dirty="0"/>
          </a:p>
        </p:txBody>
      </p:sp>
    </p:spTree>
    <p:extLst>
      <p:ext uri="{BB962C8B-B14F-4D97-AF65-F5344CB8AC3E}">
        <p14:creationId xmlns:p14="http://schemas.microsoft.com/office/powerpoint/2010/main" val="1565284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5</a:t>
            </a:fld>
            <a:endParaRPr lang="en-US" dirty="0"/>
          </a:p>
        </p:txBody>
      </p:sp>
    </p:spTree>
    <p:extLst>
      <p:ext uri="{BB962C8B-B14F-4D97-AF65-F5344CB8AC3E}">
        <p14:creationId xmlns:p14="http://schemas.microsoft.com/office/powerpoint/2010/main" val="1904916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6</a:t>
            </a:fld>
            <a:endParaRPr lang="en-US" dirty="0"/>
          </a:p>
        </p:txBody>
      </p:sp>
    </p:spTree>
    <p:extLst>
      <p:ext uri="{BB962C8B-B14F-4D97-AF65-F5344CB8AC3E}">
        <p14:creationId xmlns:p14="http://schemas.microsoft.com/office/powerpoint/2010/main" val="1746857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7</a:t>
            </a:fld>
            <a:endParaRPr lang="en-US" dirty="0"/>
          </a:p>
        </p:txBody>
      </p:sp>
    </p:spTree>
    <p:extLst>
      <p:ext uri="{BB962C8B-B14F-4D97-AF65-F5344CB8AC3E}">
        <p14:creationId xmlns:p14="http://schemas.microsoft.com/office/powerpoint/2010/main" val="2543253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8</a:t>
            </a:fld>
            <a:endParaRPr lang="en-US" dirty="0"/>
          </a:p>
        </p:txBody>
      </p:sp>
    </p:spTree>
    <p:extLst>
      <p:ext uri="{BB962C8B-B14F-4D97-AF65-F5344CB8AC3E}">
        <p14:creationId xmlns:p14="http://schemas.microsoft.com/office/powerpoint/2010/main" val="2599483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9</a:t>
            </a:fld>
            <a:endParaRPr lang="en-US" dirty="0"/>
          </a:p>
        </p:txBody>
      </p:sp>
    </p:spTree>
    <p:extLst>
      <p:ext uri="{BB962C8B-B14F-4D97-AF65-F5344CB8AC3E}">
        <p14:creationId xmlns:p14="http://schemas.microsoft.com/office/powerpoint/2010/main" val="1916832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10</a:t>
            </a:fld>
            <a:endParaRPr lang="en-US" dirty="0"/>
          </a:p>
        </p:txBody>
      </p:sp>
    </p:spTree>
    <p:extLst>
      <p:ext uri="{BB962C8B-B14F-4D97-AF65-F5344CB8AC3E}">
        <p14:creationId xmlns:p14="http://schemas.microsoft.com/office/powerpoint/2010/main" val="186217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11</a:t>
            </a:fld>
            <a:endParaRPr lang="en-US" dirty="0"/>
          </a:p>
        </p:txBody>
      </p:sp>
    </p:spTree>
    <p:extLst>
      <p:ext uri="{BB962C8B-B14F-4D97-AF65-F5344CB8AC3E}">
        <p14:creationId xmlns:p14="http://schemas.microsoft.com/office/powerpoint/2010/main" val="4167841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12</a:t>
            </a:fld>
            <a:endParaRPr lang="en-US" dirty="0"/>
          </a:p>
        </p:txBody>
      </p:sp>
    </p:spTree>
    <p:extLst>
      <p:ext uri="{BB962C8B-B14F-4D97-AF65-F5344CB8AC3E}">
        <p14:creationId xmlns:p14="http://schemas.microsoft.com/office/powerpoint/2010/main" val="2204683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13</a:t>
            </a:fld>
            <a:endParaRPr lang="en-US" dirty="0"/>
          </a:p>
        </p:txBody>
      </p:sp>
    </p:spTree>
    <p:extLst>
      <p:ext uri="{BB962C8B-B14F-4D97-AF65-F5344CB8AC3E}">
        <p14:creationId xmlns:p14="http://schemas.microsoft.com/office/powerpoint/2010/main" val="3058279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14</a:t>
            </a:fld>
            <a:endParaRPr lang="en-US" dirty="0"/>
          </a:p>
        </p:txBody>
      </p:sp>
    </p:spTree>
    <p:extLst>
      <p:ext uri="{BB962C8B-B14F-4D97-AF65-F5344CB8AC3E}">
        <p14:creationId xmlns:p14="http://schemas.microsoft.com/office/powerpoint/2010/main" val="24219449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16</a:t>
            </a:fld>
            <a:endParaRPr lang="en-US" dirty="0"/>
          </a:p>
        </p:txBody>
      </p:sp>
    </p:spTree>
    <p:extLst>
      <p:ext uri="{BB962C8B-B14F-4D97-AF65-F5344CB8AC3E}">
        <p14:creationId xmlns:p14="http://schemas.microsoft.com/office/powerpoint/2010/main" val="7975335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21377908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29070373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19</a:t>
            </a:fld>
            <a:endParaRPr lang="en-US" dirty="0"/>
          </a:p>
        </p:txBody>
      </p:sp>
    </p:spTree>
    <p:extLst>
      <p:ext uri="{BB962C8B-B14F-4D97-AF65-F5344CB8AC3E}">
        <p14:creationId xmlns:p14="http://schemas.microsoft.com/office/powerpoint/2010/main" val="38301124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20</a:t>
            </a:fld>
            <a:endParaRPr lang="en-US" dirty="0"/>
          </a:p>
        </p:txBody>
      </p:sp>
    </p:spTree>
    <p:extLst>
      <p:ext uri="{BB962C8B-B14F-4D97-AF65-F5344CB8AC3E}">
        <p14:creationId xmlns:p14="http://schemas.microsoft.com/office/powerpoint/2010/main" val="14065160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21</a:t>
            </a:fld>
            <a:endParaRPr lang="en-US" dirty="0"/>
          </a:p>
        </p:txBody>
      </p:sp>
    </p:spTree>
    <p:extLst>
      <p:ext uri="{BB962C8B-B14F-4D97-AF65-F5344CB8AC3E}">
        <p14:creationId xmlns:p14="http://schemas.microsoft.com/office/powerpoint/2010/main" val="31250434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22</a:t>
            </a:fld>
            <a:endParaRPr lang="en-US" dirty="0"/>
          </a:p>
        </p:txBody>
      </p:sp>
    </p:spTree>
    <p:extLst>
      <p:ext uri="{BB962C8B-B14F-4D97-AF65-F5344CB8AC3E}">
        <p14:creationId xmlns:p14="http://schemas.microsoft.com/office/powerpoint/2010/main" val="11019322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23</a:t>
            </a:fld>
            <a:endParaRPr lang="en-US" dirty="0"/>
          </a:p>
        </p:txBody>
      </p:sp>
    </p:spTree>
    <p:extLst>
      <p:ext uri="{BB962C8B-B14F-4D97-AF65-F5344CB8AC3E}">
        <p14:creationId xmlns:p14="http://schemas.microsoft.com/office/powerpoint/2010/main" val="7145112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24</a:t>
            </a:fld>
            <a:endParaRPr lang="en-US" dirty="0"/>
          </a:p>
        </p:txBody>
      </p:sp>
    </p:spTree>
    <p:extLst>
      <p:ext uri="{BB962C8B-B14F-4D97-AF65-F5344CB8AC3E}">
        <p14:creationId xmlns:p14="http://schemas.microsoft.com/office/powerpoint/2010/main" val="10082979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25</a:t>
            </a:fld>
            <a:endParaRPr lang="en-US" dirty="0"/>
          </a:p>
        </p:txBody>
      </p:sp>
    </p:spTree>
    <p:extLst>
      <p:ext uri="{BB962C8B-B14F-4D97-AF65-F5344CB8AC3E}">
        <p14:creationId xmlns:p14="http://schemas.microsoft.com/office/powerpoint/2010/main" val="12037967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26</a:t>
            </a:fld>
            <a:endParaRPr lang="en-US" dirty="0"/>
          </a:p>
        </p:txBody>
      </p:sp>
    </p:spTree>
    <p:extLst>
      <p:ext uri="{BB962C8B-B14F-4D97-AF65-F5344CB8AC3E}">
        <p14:creationId xmlns:p14="http://schemas.microsoft.com/office/powerpoint/2010/main" val="25621353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27</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28</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30</a:t>
            </a:fld>
            <a:endParaRPr lang="en-US" dirty="0"/>
          </a:p>
        </p:txBody>
      </p:sp>
    </p:spTree>
    <p:extLst>
      <p:ext uri="{BB962C8B-B14F-4D97-AF65-F5344CB8AC3E}">
        <p14:creationId xmlns:p14="http://schemas.microsoft.com/office/powerpoint/2010/main" val="24753904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31</a:t>
            </a:fld>
            <a:endParaRPr lang="en-US" dirty="0"/>
          </a:p>
        </p:txBody>
      </p:sp>
    </p:spTree>
    <p:extLst>
      <p:ext uri="{BB962C8B-B14F-4D97-AF65-F5344CB8AC3E}">
        <p14:creationId xmlns:p14="http://schemas.microsoft.com/office/powerpoint/2010/main" val="11194736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32</a:t>
            </a:fld>
            <a:endParaRPr lang="en-US" dirty="0"/>
          </a:p>
        </p:txBody>
      </p:sp>
    </p:spTree>
    <p:extLst>
      <p:ext uri="{BB962C8B-B14F-4D97-AF65-F5344CB8AC3E}">
        <p14:creationId xmlns:p14="http://schemas.microsoft.com/office/powerpoint/2010/main" val="21261359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33</a:t>
            </a:fld>
            <a:endParaRPr lang="en-US" dirty="0"/>
          </a:p>
        </p:txBody>
      </p:sp>
    </p:spTree>
    <p:extLst>
      <p:ext uri="{BB962C8B-B14F-4D97-AF65-F5344CB8AC3E}">
        <p14:creationId xmlns:p14="http://schemas.microsoft.com/office/powerpoint/2010/main" val="30035442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34</a:t>
            </a:fld>
            <a:endParaRPr lang="en-US" dirty="0"/>
          </a:p>
        </p:txBody>
      </p:sp>
    </p:spTree>
    <p:extLst>
      <p:ext uri="{BB962C8B-B14F-4D97-AF65-F5344CB8AC3E}">
        <p14:creationId xmlns:p14="http://schemas.microsoft.com/office/powerpoint/2010/main" val="24891818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35</a:t>
            </a:fld>
            <a:endParaRPr lang="en-US" dirty="0"/>
          </a:p>
        </p:txBody>
      </p:sp>
    </p:spTree>
    <p:extLst>
      <p:ext uri="{BB962C8B-B14F-4D97-AF65-F5344CB8AC3E}">
        <p14:creationId xmlns:p14="http://schemas.microsoft.com/office/powerpoint/2010/main" val="42067756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36</a:t>
            </a:fld>
            <a:endParaRPr lang="en-US" dirty="0"/>
          </a:p>
        </p:txBody>
      </p:sp>
    </p:spTree>
    <p:extLst>
      <p:ext uri="{BB962C8B-B14F-4D97-AF65-F5344CB8AC3E}">
        <p14:creationId xmlns:p14="http://schemas.microsoft.com/office/powerpoint/2010/main" val="2957037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37</a:t>
            </a:fld>
            <a:endParaRPr lang="en-US" dirty="0"/>
          </a:p>
        </p:txBody>
      </p:sp>
    </p:spTree>
    <p:extLst>
      <p:ext uri="{BB962C8B-B14F-4D97-AF65-F5344CB8AC3E}">
        <p14:creationId xmlns:p14="http://schemas.microsoft.com/office/powerpoint/2010/main" val="40173231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38</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39</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41</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42</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43</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44</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4.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3.emf"/><Relationship Id="rId10" Type="http://schemas.openxmlformats.org/officeDocument/2006/relationships/image" Target="../media/image10.png"/><Relationship Id="rId4" Type="http://schemas.openxmlformats.org/officeDocument/2006/relationships/oleObject" Target="../embeddings/oleObject7.bin"/><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8.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8.svg"/><Relationship Id="rId2" Type="http://schemas.openxmlformats.org/officeDocument/2006/relationships/slideLayout" Target="../slideLayouts/slideLayout1.xml"/><Relationship Id="rId1" Type="http://schemas.openxmlformats.org/officeDocument/2006/relationships/tags" Target="../tags/tag16.xml"/><Relationship Id="rId6" Type="http://schemas.openxmlformats.org/officeDocument/2006/relationships/image" Target="../media/image17.png"/><Relationship Id="rId5" Type="http://schemas.openxmlformats.org/officeDocument/2006/relationships/image" Target="../media/image1.emf"/><Relationship Id="rId4"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8.svg"/><Relationship Id="rId2" Type="http://schemas.openxmlformats.org/officeDocument/2006/relationships/slideLayout" Target="../slideLayouts/slideLayout1.xml"/><Relationship Id="rId1" Type="http://schemas.openxmlformats.org/officeDocument/2006/relationships/tags" Target="../tags/tag17.xml"/><Relationship Id="rId6" Type="http://schemas.openxmlformats.org/officeDocument/2006/relationships/image" Target="../media/image17.png"/><Relationship Id="rId5" Type="http://schemas.openxmlformats.org/officeDocument/2006/relationships/image" Target="../media/image1.emf"/><Relationship Id="rId4" Type="http://schemas.openxmlformats.org/officeDocument/2006/relationships/oleObject" Target="../embeddings/oleObject10.bin"/></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1.emf"/><Relationship Id="rId5" Type="http://schemas.openxmlformats.org/officeDocument/2006/relationships/tags" Target="../tags/tag22.xml"/><Relationship Id="rId10" Type="http://schemas.openxmlformats.org/officeDocument/2006/relationships/oleObject" Target="../embeddings/oleObject11.bin"/><Relationship Id="rId4" Type="http://schemas.openxmlformats.org/officeDocument/2006/relationships/tags" Target="../tags/tag2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25.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18" Type="http://schemas.openxmlformats.org/officeDocument/2006/relationships/image" Target="../media/image31.png"/><Relationship Id="rId3" Type="http://schemas.openxmlformats.org/officeDocument/2006/relationships/notesSlide" Target="../notesSlides/notesSlide8.xml"/><Relationship Id="rId21" Type="http://schemas.openxmlformats.org/officeDocument/2006/relationships/image" Target="../media/image34.svg"/><Relationship Id="rId7" Type="http://schemas.openxmlformats.org/officeDocument/2006/relationships/image" Target="../media/image20.svg"/><Relationship Id="rId12" Type="http://schemas.openxmlformats.org/officeDocument/2006/relationships/image" Target="../media/image25.png"/><Relationship Id="rId17" Type="http://schemas.openxmlformats.org/officeDocument/2006/relationships/image" Target="../media/image30.svg"/><Relationship Id="rId2" Type="http://schemas.openxmlformats.org/officeDocument/2006/relationships/slideLayout" Target="../slideLayouts/slideLayout1.xml"/><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tags" Target="../tags/tag26.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emf"/><Relationship Id="rId15" Type="http://schemas.openxmlformats.org/officeDocument/2006/relationships/image" Target="../media/image28.svg"/><Relationship Id="rId10" Type="http://schemas.openxmlformats.org/officeDocument/2006/relationships/image" Target="../media/image23.png"/><Relationship Id="rId19" Type="http://schemas.openxmlformats.org/officeDocument/2006/relationships/image" Target="../media/image32.svg"/><Relationship Id="rId4" Type="http://schemas.openxmlformats.org/officeDocument/2006/relationships/oleObject" Target="../embeddings/oleObject13.bin"/><Relationship Id="rId9" Type="http://schemas.openxmlformats.org/officeDocument/2006/relationships/image" Target="../media/image22.svg"/><Relationship Id="rId1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18" Type="http://schemas.openxmlformats.org/officeDocument/2006/relationships/image" Target="../media/image29.png"/><Relationship Id="rId3" Type="http://schemas.openxmlformats.org/officeDocument/2006/relationships/notesSlide" Target="../notesSlides/notesSlide9.xml"/><Relationship Id="rId21" Type="http://schemas.openxmlformats.org/officeDocument/2006/relationships/image" Target="../media/image32.svg"/><Relationship Id="rId7" Type="http://schemas.openxmlformats.org/officeDocument/2006/relationships/image" Target="../media/image34.svg"/><Relationship Id="rId12" Type="http://schemas.openxmlformats.org/officeDocument/2006/relationships/image" Target="../media/image23.png"/><Relationship Id="rId17" Type="http://schemas.openxmlformats.org/officeDocument/2006/relationships/image" Target="../media/image28.svg"/><Relationship Id="rId2" Type="http://schemas.openxmlformats.org/officeDocument/2006/relationships/slideLayout" Target="../slideLayouts/slideLayout1.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tags" Target="../tags/tag27.xml"/><Relationship Id="rId6" Type="http://schemas.openxmlformats.org/officeDocument/2006/relationships/image" Target="../media/image33.png"/><Relationship Id="rId11" Type="http://schemas.openxmlformats.org/officeDocument/2006/relationships/image" Target="../media/image22.svg"/><Relationship Id="rId5" Type="http://schemas.openxmlformats.org/officeDocument/2006/relationships/image" Target="../media/image1.emf"/><Relationship Id="rId15" Type="http://schemas.openxmlformats.org/officeDocument/2006/relationships/image" Target="../media/image26.svg"/><Relationship Id="rId10" Type="http://schemas.openxmlformats.org/officeDocument/2006/relationships/image" Target="../media/image21.png"/><Relationship Id="rId19" Type="http://schemas.openxmlformats.org/officeDocument/2006/relationships/image" Target="../media/image30.svg"/><Relationship Id="rId4" Type="http://schemas.openxmlformats.org/officeDocument/2006/relationships/oleObject" Target="../embeddings/oleObject14.bin"/><Relationship Id="rId9" Type="http://schemas.openxmlformats.org/officeDocument/2006/relationships/image" Target="../media/image20.svg"/><Relationship Id="rId14"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34.svg"/><Relationship Id="rId13" Type="http://schemas.openxmlformats.org/officeDocument/2006/relationships/image" Target="../media/image23.png"/><Relationship Id="rId18" Type="http://schemas.openxmlformats.org/officeDocument/2006/relationships/image" Target="../media/image28.svg"/><Relationship Id="rId3" Type="http://schemas.openxmlformats.org/officeDocument/2006/relationships/slideLayout" Target="../slideLayouts/slideLayout1.xml"/><Relationship Id="rId21" Type="http://schemas.openxmlformats.org/officeDocument/2006/relationships/image" Target="../media/image31.png"/><Relationship Id="rId7" Type="http://schemas.openxmlformats.org/officeDocument/2006/relationships/image" Target="../media/image33.png"/><Relationship Id="rId12" Type="http://schemas.openxmlformats.org/officeDocument/2006/relationships/image" Target="../media/image22.svg"/><Relationship Id="rId17" Type="http://schemas.openxmlformats.org/officeDocument/2006/relationships/image" Target="../media/image27.png"/><Relationship Id="rId2" Type="http://schemas.openxmlformats.org/officeDocument/2006/relationships/tags" Target="../tags/tag29.xml"/><Relationship Id="rId16" Type="http://schemas.openxmlformats.org/officeDocument/2006/relationships/image" Target="../media/image26.svg"/><Relationship Id="rId20" Type="http://schemas.openxmlformats.org/officeDocument/2006/relationships/image" Target="../media/image30.svg"/><Relationship Id="rId1" Type="http://schemas.openxmlformats.org/officeDocument/2006/relationships/tags" Target="../tags/tag28.xml"/><Relationship Id="rId6" Type="http://schemas.openxmlformats.org/officeDocument/2006/relationships/image" Target="../media/image1.emf"/><Relationship Id="rId11" Type="http://schemas.openxmlformats.org/officeDocument/2006/relationships/image" Target="../media/image21.png"/><Relationship Id="rId5" Type="http://schemas.openxmlformats.org/officeDocument/2006/relationships/oleObject" Target="../embeddings/oleObject14.bin"/><Relationship Id="rId15" Type="http://schemas.openxmlformats.org/officeDocument/2006/relationships/image" Target="../media/image25.png"/><Relationship Id="rId10" Type="http://schemas.openxmlformats.org/officeDocument/2006/relationships/image" Target="../media/image20.svg"/><Relationship Id="rId19" Type="http://schemas.openxmlformats.org/officeDocument/2006/relationships/image" Target="../media/image29.png"/><Relationship Id="rId4" Type="http://schemas.openxmlformats.org/officeDocument/2006/relationships/notesSlide" Target="../notesSlides/notesSlide10.xml"/><Relationship Id="rId9" Type="http://schemas.openxmlformats.org/officeDocument/2006/relationships/image" Target="../media/image19.png"/><Relationship Id="rId14" Type="http://schemas.openxmlformats.org/officeDocument/2006/relationships/image" Target="../media/image24.svg"/><Relationship Id="rId22" Type="http://schemas.openxmlformats.org/officeDocument/2006/relationships/image" Target="../media/image32.sv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30.xml"/><Relationship Id="rId5" Type="http://schemas.openxmlformats.org/officeDocument/2006/relationships/image" Target="../media/image1.emf"/><Relationship Id="rId4" Type="http://schemas.openxmlformats.org/officeDocument/2006/relationships/oleObject" Target="../embeddings/oleObject14.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31.xml"/><Relationship Id="rId5" Type="http://schemas.openxmlformats.org/officeDocument/2006/relationships/image" Target="../media/image1.emf"/><Relationship Id="rId4" Type="http://schemas.openxmlformats.org/officeDocument/2006/relationships/oleObject" Target="../embeddings/oleObject15.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32.xml"/><Relationship Id="rId5" Type="http://schemas.openxmlformats.org/officeDocument/2006/relationships/image" Target="../media/image1.emf"/><Relationship Id="rId4"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33.xml"/><Relationship Id="rId5" Type="http://schemas.openxmlformats.org/officeDocument/2006/relationships/image" Target="../media/image1.emf"/><Relationship Id="rId4" Type="http://schemas.openxmlformats.org/officeDocument/2006/relationships/oleObject" Target="../embeddings/oleObject14.bin"/></Relationships>
</file>

<file path=ppt/slides/_rels/slide15.xml.rels><?xml version="1.0" encoding="UTF-8" standalone="yes"?>
<Relationships xmlns="http://schemas.openxmlformats.org/package/2006/relationships"><Relationship Id="rId13" Type="http://schemas.openxmlformats.org/officeDocument/2006/relationships/tags" Target="../tags/tag46.xml"/><Relationship Id="rId18" Type="http://schemas.openxmlformats.org/officeDocument/2006/relationships/tags" Target="../tags/tag51.xml"/><Relationship Id="rId26" Type="http://schemas.openxmlformats.org/officeDocument/2006/relationships/tags" Target="../tags/tag59.xml"/><Relationship Id="rId21" Type="http://schemas.openxmlformats.org/officeDocument/2006/relationships/tags" Target="../tags/tag54.xml"/><Relationship Id="rId34" Type="http://schemas.openxmlformats.org/officeDocument/2006/relationships/image" Target="../media/image35.png"/><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tags" Target="../tags/tag50.xml"/><Relationship Id="rId25" Type="http://schemas.openxmlformats.org/officeDocument/2006/relationships/tags" Target="../tags/tag58.xml"/><Relationship Id="rId33" Type="http://schemas.openxmlformats.org/officeDocument/2006/relationships/image" Target="../media/image1.emf"/><Relationship Id="rId38" Type="http://schemas.openxmlformats.org/officeDocument/2006/relationships/image" Target="../media/image37.png"/><Relationship Id="rId2" Type="http://schemas.openxmlformats.org/officeDocument/2006/relationships/tags" Target="../tags/tag35.xml"/><Relationship Id="rId16" Type="http://schemas.openxmlformats.org/officeDocument/2006/relationships/tags" Target="../tags/tag49.xml"/><Relationship Id="rId20" Type="http://schemas.openxmlformats.org/officeDocument/2006/relationships/tags" Target="../tags/tag53.xml"/><Relationship Id="rId29" Type="http://schemas.openxmlformats.org/officeDocument/2006/relationships/tags" Target="../tags/tag62.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24" Type="http://schemas.openxmlformats.org/officeDocument/2006/relationships/tags" Target="../tags/tag57.xml"/><Relationship Id="rId32" Type="http://schemas.openxmlformats.org/officeDocument/2006/relationships/oleObject" Target="../embeddings/oleObject16.bin"/><Relationship Id="rId37" Type="http://schemas.openxmlformats.org/officeDocument/2006/relationships/hyperlink" Target="http://www.motorola.com/seamless_mobility" TargetMode="External"/><Relationship Id="rId5" Type="http://schemas.openxmlformats.org/officeDocument/2006/relationships/tags" Target="../tags/tag38.xml"/><Relationship Id="rId15" Type="http://schemas.openxmlformats.org/officeDocument/2006/relationships/tags" Target="../tags/tag48.xml"/><Relationship Id="rId23" Type="http://schemas.openxmlformats.org/officeDocument/2006/relationships/tags" Target="../tags/tag56.xml"/><Relationship Id="rId28" Type="http://schemas.openxmlformats.org/officeDocument/2006/relationships/tags" Target="../tags/tag61.xml"/><Relationship Id="rId36" Type="http://schemas.openxmlformats.org/officeDocument/2006/relationships/image" Target="../media/image36.png"/><Relationship Id="rId10" Type="http://schemas.openxmlformats.org/officeDocument/2006/relationships/tags" Target="../tags/tag43.xml"/><Relationship Id="rId19" Type="http://schemas.openxmlformats.org/officeDocument/2006/relationships/tags" Target="../tags/tag52.xml"/><Relationship Id="rId31" Type="http://schemas.openxmlformats.org/officeDocument/2006/relationships/slideLayout" Target="../slideLayouts/slideLayout1.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tags" Target="../tags/tag55.xml"/><Relationship Id="rId27" Type="http://schemas.openxmlformats.org/officeDocument/2006/relationships/tags" Target="../tags/tag60.xml"/><Relationship Id="rId30" Type="http://schemas.openxmlformats.org/officeDocument/2006/relationships/tags" Target="../tags/tag63.xml"/><Relationship Id="rId35" Type="http://schemas.openxmlformats.org/officeDocument/2006/relationships/hyperlink" Target="http://www.toyota.co.jp/en/" TargetMode="External"/><Relationship Id="rId8" Type="http://schemas.openxmlformats.org/officeDocument/2006/relationships/tags" Target="../tags/tag41.xml"/><Relationship Id="rId3" Type="http://schemas.openxmlformats.org/officeDocument/2006/relationships/tags" Target="../tags/tag3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18.svg"/><Relationship Id="rId2" Type="http://schemas.openxmlformats.org/officeDocument/2006/relationships/slideLayout" Target="../slideLayouts/slideLayout1.xml"/><Relationship Id="rId1" Type="http://schemas.openxmlformats.org/officeDocument/2006/relationships/tags" Target="../tags/tag64.xml"/><Relationship Id="rId6" Type="http://schemas.openxmlformats.org/officeDocument/2006/relationships/image" Target="../media/image17.png"/><Relationship Id="rId5" Type="http://schemas.openxmlformats.org/officeDocument/2006/relationships/image" Target="../media/image1.emf"/><Relationship Id="rId4" Type="http://schemas.openxmlformats.org/officeDocument/2006/relationships/oleObject" Target="../embeddings/oleObject17.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65.xml"/><Relationship Id="rId5" Type="http://schemas.openxmlformats.org/officeDocument/2006/relationships/image" Target="../media/image1.emf"/><Relationship Id="rId4" Type="http://schemas.openxmlformats.org/officeDocument/2006/relationships/oleObject" Target="../embeddings/oleObject18.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1.emf"/><Relationship Id="rId5" Type="http://schemas.openxmlformats.org/officeDocument/2006/relationships/oleObject" Target="../embeddings/oleObject19.bin"/><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1.emf"/><Relationship Id="rId5" Type="http://schemas.openxmlformats.org/officeDocument/2006/relationships/oleObject" Target="../embeddings/oleObject20.bin"/><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1.emf"/><Relationship Id="rId5" Type="http://schemas.openxmlformats.org/officeDocument/2006/relationships/oleObject" Target="../embeddings/oleObject21.bin"/><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72.xml"/><Relationship Id="rId5" Type="http://schemas.openxmlformats.org/officeDocument/2006/relationships/image" Target="../media/image1.emf"/><Relationship Id="rId4" Type="http://schemas.openxmlformats.org/officeDocument/2006/relationships/oleObject" Target="../embeddings/oleObject22.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73.xml"/><Relationship Id="rId5" Type="http://schemas.openxmlformats.org/officeDocument/2006/relationships/image" Target="../media/image1.emf"/><Relationship Id="rId4" Type="http://schemas.openxmlformats.org/officeDocument/2006/relationships/oleObject" Target="../embeddings/oleObject22.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74.xml"/><Relationship Id="rId6" Type="http://schemas.openxmlformats.org/officeDocument/2006/relationships/image" Target="../media/image38.png"/><Relationship Id="rId5" Type="http://schemas.openxmlformats.org/officeDocument/2006/relationships/image" Target="../media/image1.emf"/><Relationship Id="rId4" Type="http://schemas.openxmlformats.org/officeDocument/2006/relationships/oleObject" Target="../embeddings/oleObject22.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75.xml"/><Relationship Id="rId6" Type="http://schemas.openxmlformats.org/officeDocument/2006/relationships/image" Target="../media/image39.png"/><Relationship Id="rId5" Type="http://schemas.openxmlformats.org/officeDocument/2006/relationships/image" Target="../media/image1.emf"/><Relationship Id="rId4" Type="http://schemas.openxmlformats.org/officeDocument/2006/relationships/oleObject" Target="../embeddings/oleObject23.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76.xml"/><Relationship Id="rId6" Type="http://schemas.openxmlformats.org/officeDocument/2006/relationships/image" Target="../media/image40.png"/><Relationship Id="rId5" Type="http://schemas.openxmlformats.org/officeDocument/2006/relationships/image" Target="../media/image1.emf"/><Relationship Id="rId4" Type="http://schemas.openxmlformats.org/officeDocument/2006/relationships/oleObject" Target="../embeddings/oleObject21.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18.svg"/><Relationship Id="rId2" Type="http://schemas.openxmlformats.org/officeDocument/2006/relationships/slideLayout" Target="../slideLayouts/slideLayout1.xml"/><Relationship Id="rId1" Type="http://schemas.openxmlformats.org/officeDocument/2006/relationships/tags" Target="../tags/tag77.xml"/><Relationship Id="rId6" Type="http://schemas.openxmlformats.org/officeDocument/2006/relationships/image" Target="../media/image17.png"/><Relationship Id="rId5" Type="http://schemas.openxmlformats.org/officeDocument/2006/relationships/image" Target="../media/image1.emf"/><Relationship Id="rId4" Type="http://schemas.openxmlformats.org/officeDocument/2006/relationships/oleObject" Target="../embeddings/oleObject23.bin"/></Relationships>
</file>

<file path=ppt/slides/_rels/slide27.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47.png"/><Relationship Id="rId18" Type="http://schemas.openxmlformats.org/officeDocument/2006/relationships/image" Target="../media/image52.svg"/><Relationship Id="rId3" Type="http://schemas.openxmlformats.org/officeDocument/2006/relationships/slideLayout" Target="../slideLayouts/slideLayout1.xml"/><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sv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tags" Target="../tags/tag79.xml"/><Relationship Id="rId16" Type="http://schemas.openxmlformats.org/officeDocument/2006/relationships/image" Target="../media/image50.svg"/><Relationship Id="rId20" Type="http://schemas.openxmlformats.org/officeDocument/2006/relationships/image" Target="../media/image54.svg"/><Relationship Id="rId1" Type="http://schemas.openxmlformats.org/officeDocument/2006/relationships/tags" Target="../tags/tag78.xml"/><Relationship Id="rId6" Type="http://schemas.openxmlformats.org/officeDocument/2006/relationships/image" Target="../media/image3.emf"/><Relationship Id="rId11" Type="http://schemas.openxmlformats.org/officeDocument/2006/relationships/image" Target="../media/image45.png"/><Relationship Id="rId24" Type="http://schemas.openxmlformats.org/officeDocument/2006/relationships/image" Target="../media/image58.png"/><Relationship Id="rId5" Type="http://schemas.openxmlformats.org/officeDocument/2006/relationships/oleObject" Target="../embeddings/oleObject24.bin"/><Relationship Id="rId15" Type="http://schemas.openxmlformats.org/officeDocument/2006/relationships/image" Target="../media/image49.png"/><Relationship Id="rId23" Type="http://schemas.openxmlformats.org/officeDocument/2006/relationships/image" Target="../media/image57.png"/><Relationship Id="rId10" Type="http://schemas.openxmlformats.org/officeDocument/2006/relationships/image" Target="../media/image44.svg"/><Relationship Id="rId19" Type="http://schemas.openxmlformats.org/officeDocument/2006/relationships/image" Target="../media/image53.png"/><Relationship Id="rId4" Type="http://schemas.openxmlformats.org/officeDocument/2006/relationships/notesSlide" Target="../notesSlides/notesSlide26.xml"/><Relationship Id="rId9" Type="http://schemas.openxmlformats.org/officeDocument/2006/relationships/image" Target="../media/image43.png"/><Relationship Id="rId14" Type="http://schemas.openxmlformats.org/officeDocument/2006/relationships/image" Target="../media/image48.svg"/><Relationship Id="rId22" Type="http://schemas.openxmlformats.org/officeDocument/2006/relationships/image" Target="../media/image56.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ags" Target="../tags/tag80.xml"/><Relationship Id="rId5" Type="http://schemas.openxmlformats.org/officeDocument/2006/relationships/image" Target="../media/image1.emf"/><Relationship Id="rId4" Type="http://schemas.openxmlformats.org/officeDocument/2006/relationships/oleObject" Target="../embeddings/oleObject25.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61.png"/><Relationship Id="rId2" Type="http://schemas.openxmlformats.org/officeDocument/2006/relationships/slideLayout" Target="../slideLayouts/slideLayout1.xml"/><Relationship Id="rId1" Type="http://schemas.openxmlformats.org/officeDocument/2006/relationships/tags" Target="../tags/tag81.xml"/><Relationship Id="rId6" Type="http://schemas.openxmlformats.org/officeDocument/2006/relationships/image" Target="../media/image60.png"/><Relationship Id="rId5" Type="http://schemas.openxmlformats.org/officeDocument/2006/relationships/hyperlink" Target="https://youtu.be/HV5ewjpjF0Q" TargetMode="External"/><Relationship Id="rId4" Type="http://schemas.openxmlformats.org/officeDocument/2006/relationships/image" Target="../media/image3.emf"/></Relationships>
</file>

<file path=ppt/slides/_rels/slide30.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svg"/><Relationship Id="rId3" Type="http://schemas.openxmlformats.org/officeDocument/2006/relationships/notesSlide" Target="../notesSlides/notesSlide28.xml"/><Relationship Id="rId7" Type="http://schemas.openxmlformats.org/officeDocument/2006/relationships/image" Target="../media/image63.svg"/><Relationship Id="rId12" Type="http://schemas.openxmlformats.org/officeDocument/2006/relationships/image" Target="../media/image68.png"/><Relationship Id="rId2" Type="http://schemas.openxmlformats.org/officeDocument/2006/relationships/slideLayout" Target="../slideLayouts/slideLayout1.xml"/><Relationship Id="rId1" Type="http://schemas.openxmlformats.org/officeDocument/2006/relationships/tags" Target="../tags/tag82.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1.emf"/><Relationship Id="rId15" Type="http://schemas.openxmlformats.org/officeDocument/2006/relationships/image" Target="../media/image71.svg"/><Relationship Id="rId10" Type="http://schemas.openxmlformats.org/officeDocument/2006/relationships/image" Target="../media/image66.png"/><Relationship Id="rId4" Type="http://schemas.openxmlformats.org/officeDocument/2006/relationships/oleObject" Target="../embeddings/oleObject14.bin"/><Relationship Id="rId9" Type="http://schemas.openxmlformats.org/officeDocument/2006/relationships/image" Target="../media/image65.svg"/><Relationship Id="rId14" Type="http://schemas.openxmlformats.org/officeDocument/2006/relationships/image" Target="../media/image70.png"/></Relationships>
</file>

<file path=ppt/slides/_rels/slide31.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svg"/><Relationship Id="rId3" Type="http://schemas.openxmlformats.org/officeDocument/2006/relationships/notesSlide" Target="../notesSlides/notesSlide29.xml"/><Relationship Id="rId7" Type="http://schemas.openxmlformats.org/officeDocument/2006/relationships/image" Target="../media/image63.svg"/><Relationship Id="rId12" Type="http://schemas.openxmlformats.org/officeDocument/2006/relationships/image" Target="../media/image68.png"/><Relationship Id="rId2" Type="http://schemas.openxmlformats.org/officeDocument/2006/relationships/slideLayout" Target="../slideLayouts/slideLayout1.xml"/><Relationship Id="rId1" Type="http://schemas.openxmlformats.org/officeDocument/2006/relationships/tags" Target="../tags/tag83.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1.emf"/><Relationship Id="rId15" Type="http://schemas.openxmlformats.org/officeDocument/2006/relationships/image" Target="../media/image71.svg"/><Relationship Id="rId10" Type="http://schemas.openxmlformats.org/officeDocument/2006/relationships/image" Target="../media/image66.png"/><Relationship Id="rId4" Type="http://schemas.openxmlformats.org/officeDocument/2006/relationships/oleObject" Target="../embeddings/oleObject14.bin"/><Relationship Id="rId9" Type="http://schemas.openxmlformats.org/officeDocument/2006/relationships/image" Target="../media/image65.svg"/><Relationship Id="rId14" Type="http://schemas.openxmlformats.org/officeDocument/2006/relationships/image" Target="../media/image70.png"/></Relationships>
</file>

<file path=ppt/slides/_rels/slide32.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svg"/><Relationship Id="rId18" Type="http://schemas.openxmlformats.org/officeDocument/2006/relationships/image" Target="../media/image10.png"/><Relationship Id="rId3" Type="http://schemas.openxmlformats.org/officeDocument/2006/relationships/notesSlide" Target="../notesSlides/notesSlide30.xml"/><Relationship Id="rId7" Type="http://schemas.openxmlformats.org/officeDocument/2006/relationships/image" Target="../media/image63.svg"/><Relationship Id="rId12" Type="http://schemas.openxmlformats.org/officeDocument/2006/relationships/image" Target="../media/image68.png"/><Relationship Id="rId17" Type="http://schemas.openxmlformats.org/officeDocument/2006/relationships/image" Target="../media/image12.png"/><Relationship Id="rId2" Type="http://schemas.openxmlformats.org/officeDocument/2006/relationships/slideLayout" Target="../slideLayouts/slideLayout1.xml"/><Relationship Id="rId16" Type="http://schemas.openxmlformats.org/officeDocument/2006/relationships/image" Target="../media/image11.png"/><Relationship Id="rId1" Type="http://schemas.openxmlformats.org/officeDocument/2006/relationships/tags" Target="../tags/tag84.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1.emf"/><Relationship Id="rId15" Type="http://schemas.openxmlformats.org/officeDocument/2006/relationships/image" Target="../media/image71.svg"/><Relationship Id="rId10" Type="http://schemas.openxmlformats.org/officeDocument/2006/relationships/image" Target="../media/image66.png"/><Relationship Id="rId4" Type="http://schemas.openxmlformats.org/officeDocument/2006/relationships/oleObject" Target="../embeddings/oleObject21.bin"/><Relationship Id="rId9" Type="http://schemas.openxmlformats.org/officeDocument/2006/relationships/image" Target="../media/image65.svg"/><Relationship Id="rId14" Type="http://schemas.openxmlformats.org/officeDocument/2006/relationships/image" Target="../media/image70.png"/></Relationships>
</file>

<file path=ppt/slides/_rels/slide33.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svg"/><Relationship Id="rId18" Type="http://schemas.openxmlformats.org/officeDocument/2006/relationships/image" Target="../media/image74.png"/><Relationship Id="rId3" Type="http://schemas.openxmlformats.org/officeDocument/2006/relationships/notesSlide" Target="../notesSlides/notesSlide31.xml"/><Relationship Id="rId7" Type="http://schemas.openxmlformats.org/officeDocument/2006/relationships/image" Target="../media/image63.svg"/><Relationship Id="rId12" Type="http://schemas.openxmlformats.org/officeDocument/2006/relationships/image" Target="../media/image68.png"/><Relationship Id="rId17" Type="http://schemas.openxmlformats.org/officeDocument/2006/relationships/image" Target="../media/image73.png"/><Relationship Id="rId2" Type="http://schemas.openxmlformats.org/officeDocument/2006/relationships/slideLayout" Target="../slideLayouts/slideLayout1.xml"/><Relationship Id="rId16" Type="http://schemas.openxmlformats.org/officeDocument/2006/relationships/image" Target="../media/image72.png"/><Relationship Id="rId1" Type="http://schemas.openxmlformats.org/officeDocument/2006/relationships/tags" Target="../tags/tag85.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1.emf"/><Relationship Id="rId15" Type="http://schemas.openxmlformats.org/officeDocument/2006/relationships/image" Target="../media/image71.svg"/><Relationship Id="rId10" Type="http://schemas.openxmlformats.org/officeDocument/2006/relationships/image" Target="../media/image66.png"/><Relationship Id="rId4" Type="http://schemas.openxmlformats.org/officeDocument/2006/relationships/oleObject" Target="../embeddings/oleObject27.bin"/><Relationship Id="rId9" Type="http://schemas.openxmlformats.org/officeDocument/2006/relationships/image" Target="../media/image65.svg"/><Relationship Id="rId14" Type="http://schemas.openxmlformats.org/officeDocument/2006/relationships/image" Target="../media/image70.png"/></Relationships>
</file>

<file path=ppt/slides/_rels/slide34.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svg"/><Relationship Id="rId3" Type="http://schemas.openxmlformats.org/officeDocument/2006/relationships/notesSlide" Target="../notesSlides/notesSlide32.xml"/><Relationship Id="rId7" Type="http://schemas.openxmlformats.org/officeDocument/2006/relationships/image" Target="../media/image63.svg"/><Relationship Id="rId12" Type="http://schemas.openxmlformats.org/officeDocument/2006/relationships/image" Target="../media/image68.png"/><Relationship Id="rId17" Type="http://schemas.openxmlformats.org/officeDocument/2006/relationships/image" Target="../media/image76.emf"/><Relationship Id="rId2" Type="http://schemas.openxmlformats.org/officeDocument/2006/relationships/slideLayout" Target="../slideLayouts/slideLayout1.xml"/><Relationship Id="rId16" Type="http://schemas.openxmlformats.org/officeDocument/2006/relationships/image" Target="../media/image75.png"/><Relationship Id="rId1" Type="http://schemas.openxmlformats.org/officeDocument/2006/relationships/tags" Target="../tags/tag86.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1.emf"/><Relationship Id="rId15" Type="http://schemas.openxmlformats.org/officeDocument/2006/relationships/image" Target="../media/image71.svg"/><Relationship Id="rId10" Type="http://schemas.openxmlformats.org/officeDocument/2006/relationships/image" Target="../media/image66.png"/><Relationship Id="rId4" Type="http://schemas.openxmlformats.org/officeDocument/2006/relationships/oleObject" Target="../embeddings/oleObject14.bin"/><Relationship Id="rId9" Type="http://schemas.openxmlformats.org/officeDocument/2006/relationships/image" Target="../media/image65.svg"/><Relationship Id="rId14" Type="http://schemas.openxmlformats.org/officeDocument/2006/relationships/image" Target="../media/image70.png"/></Relationships>
</file>

<file path=ppt/slides/_rels/slide35.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svg"/><Relationship Id="rId18" Type="http://schemas.openxmlformats.org/officeDocument/2006/relationships/image" Target="../media/image79.png"/><Relationship Id="rId3" Type="http://schemas.openxmlformats.org/officeDocument/2006/relationships/notesSlide" Target="../notesSlides/notesSlide33.xml"/><Relationship Id="rId7" Type="http://schemas.openxmlformats.org/officeDocument/2006/relationships/image" Target="../media/image63.svg"/><Relationship Id="rId12" Type="http://schemas.openxmlformats.org/officeDocument/2006/relationships/image" Target="../media/image68.png"/><Relationship Id="rId17" Type="http://schemas.openxmlformats.org/officeDocument/2006/relationships/image" Target="../media/image78.png"/><Relationship Id="rId2" Type="http://schemas.openxmlformats.org/officeDocument/2006/relationships/slideLayout" Target="../slideLayouts/slideLayout1.xml"/><Relationship Id="rId16" Type="http://schemas.openxmlformats.org/officeDocument/2006/relationships/image" Target="../media/image77.png"/><Relationship Id="rId1" Type="http://schemas.openxmlformats.org/officeDocument/2006/relationships/tags" Target="../tags/tag87.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1.emf"/><Relationship Id="rId15" Type="http://schemas.openxmlformats.org/officeDocument/2006/relationships/image" Target="../media/image71.svg"/><Relationship Id="rId10" Type="http://schemas.openxmlformats.org/officeDocument/2006/relationships/image" Target="../media/image66.png"/><Relationship Id="rId19" Type="http://schemas.openxmlformats.org/officeDocument/2006/relationships/image" Target="../media/image13.png"/><Relationship Id="rId4" Type="http://schemas.openxmlformats.org/officeDocument/2006/relationships/oleObject" Target="../embeddings/oleObject14.bin"/><Relationship Id="rId9" Type="http://schemas.openxmlformats.org/officeDocument/2006/relationships/image" Target="../media/image65.svg"/><Relationship Id="rId14" Type="http://schemas.openxmlformats.org/officeDocument/2006/relationships/image" Target="../media/image70.png"/></Relationships>
</file>

<file path=ppt/slides/_rels/slide36.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svg"/><Relationship Id="rId18" Type="http://schemas.openxmlformats.org/officeDocument/2006/relationships/image" Target="../media/image81.png"/><Relationship Id="rId3" Type="http://schemas.openxmlformats.org/officeDocument/2006/relationships/notesSlide" Target="../notesSlides/notesSlide34.xml"/><Relationship Id="rId7" Type="http://schemas.openxmlformats.org/officeDocument/2006/relationships/image" Target="../media/image63.svg"/><Relationship Id="rId12" Type="http://schemas.openxmlformats.org/officeDocument/2006/relationships/image" Target="../media/image68.png"/><Relationship Id="rId17" Type="http://schemas.openxmlformats.org/officeDocument/2006/relationships/image" Target="../media/image80.png"/><Relationship Id="rId2" Type="http://schemas.openxmlformats.org/officeDocument/2006/relationships/slideLayout" Target="../slideLayouts/slideLayout1.xml"/><Relationship Id="rId16" Type="http://schemas.openxmlformats.org/officeDocument/2006/relationships/image" Target="../media/image14.png"/><Relationship Id="rId1" Type="http://schemas.openxmlformats.org/officeDocument/2006/relationships/tags" Target="../tags/tag88.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1.emf"/><Relationship Id="rId15" Type="http://schemas.openxmlformats.org/officeDocument/2006/relationships/image" Target="../media/image71.svg"/><Relationship Id="rId10" Type="http://schemas.openxmlformats.org/officeDocument/2006/relationships/image" Target="../media/image66.png"/><Relationship Id="rId4" Type="http://schemas.openxmlformats.org/officeDocument/2006/relationships/oleObject" Target="../embeddings/oleObject14.bin"/><Relationship Id="rId9" Type="http://schemas.openxmlformats.org/officeDocument/2006/relationships/image" Target="../media/image65.svg"/><Relationship Id="rId14" Type="http://schemas.openxmlformats.org/officeDocument/2006/relationships/image" Target="../media/image70.png"/></Relationships>
</file>

<file path=ppt/slides/_rels/slide3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svg"/><Relationship Id="rId3" Type="http://schemas.openxmlformats.org/officeDocument/2006/relationships/notesSlide" Target="../notesSlides/notesSlide35.xml"/><Relationship Id="rId7" Type="http://schemas.openxmlformats.org/officeDocument/2006/relationships/image" Target="../media/image63.svg"/><Relationship Id="rId12" Type="http://schemas.openxmlformats.org/officeDocument/2006/relationships/image" Target="../media/image68.png"/><Relationship Id="rId17" Type="http://schemas.openxmlformats.org/officeDocument/2006/relationships/image" Target="../media/image83.png"/><Relationship Id="rId2" Type="http://schemas.openxmlformats.org/officeDocument/2006/relationships/slideLayout" Target="../slideLayouts/slideLayout1.xml"/><Relationship Id="rId16" Type="http://schemas.openxmlformats.org/officeDocument/2006/relationships/image" Target="../media/image82.png"/><Relationship Id="rId1" Type="http://schemas.openxmlformats.org/officeDocument/2006/relationships/tags" Target="../tags/tag89.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1.emf"/><Relationship Id="rId15" Type="http://schemas.openxmlformats.org/officeDocument/2006/relationships/image" Target="../media/image71.svg"/><Relationship Id="rId10" Type="http://schemas.openxmlformats.org/officeDocument/2006/relationships/image" Target="../media/image66.png"/><Relationship Id="rId4" Type="http://schemas.openxmlformats.org/officeDocument/2006/relationships/oleObject" Target="../embeddings/oleObject14.bin"/><Relationship Id="rId9" Type="http://schemas.openxmlformats.org/officeDocument/2006/relationships/image" Target="../media/image65.svg"/><Relationship Id="rId14" Type="http://schemas.openxmlformats.org/officeDocument/2006/relationships/image" Target="../media/image70.png"/></Relationships>
</file>

<file path=ppt/slides/_rels/slide38.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notesSlide" Target="../notesSlides/notesSlide36.xml"/><Relationship Id="rId7" Type="http://schemas.openxmlformats.org/officeDocument/2006/relationships/image" Target="../media/image85.png"/><Relationship Id="rId2" Type="http://schemas.openxmlformats.org/officeDocument/2006/relationships/slideLayout" Target="../slideLayouts/slideLayout1.xml"/><Relationship Id="rId1" Type="http://schemas.openxmlformats.org/officeDocument/2006/relationships/tags" Target="../tags/tag90.xml"/><Relationship Id="rId6" Type="http://schemas.openxmlformats.org/officeDocument/2006/relationships/image" Target="../media/image84.png"/><Relationship Id="rId5" Type="http://schemas.openxmlformats.org/officeDocument/2006/relationships/image" Target="../media/image1.emf"/><Relationship Id="rId10" Type="http://schemas.openxmlformats.org/officeDocument/2006/relationships/image" Target="../media/image60.png"/><Relationship Id="rId4" Type="http://schemas.openxmlformats.org/officeDocument/2006/relationships/oleObject" Target="../embeddings/oleObject25.bin"/><Relationship Id="rId9" Type="http://schemas.openxmlformats.org/officeDocument/2006/relationships/image" Target="../media/image87.svg"/></Relationships>
</file>

<file path=ppt/slides/_rels/slide39.xml.rels><?xml version="1.0" encoding="UTF-8" standalone="yes"?>
<Relationships xmlns="http://schemas.openxmlformats.org/package/2006/relationships"><Relationship Id="rId8" Type="http://schemas.openxmlformats.org/officeDocument/2006/relationships/image" Target="../media/image89.svg"/><Relationship Id="rId13" Type="http://schemas.openxmlformats.org/officeDocument/2006/relationships/image" Target="../media/image94.png"/><Relationship Id="rId18" Type="http://schemas.openxmlformats.org/officeDocument/2006/relationships/image" Target="../media/image99.svg"/><Relationship Id="rId3" Type="http://schemas.openxmlformats.org/officeDocument/2006/relationships/slideLayout" Target="../slideLayouts/slideLayout1.xml"/><Relationship Id="rId21" Type="http://schemas.openxmlformats.org/officeDocument/2006/relationships/image" Target="../media/image102.png"/><Relationship Id="rId7" Type="http://schemas.openxmlformats.org/officeDocument/2006/relationships/image" Target="../media/image88.png"/><Relationship Id="rId12" Type="http://schemas.openxmlformats.org/officeDocument/2006/relationships/image" Target="../media/image93.svg"/><Relationship Id="rId17" Type="http://schemas.openxmlformats.org/officeDocument/2006/relationships/image" Target="../media/image98.png"/><Relationship Id="rId2" Type="http://schemas.openxmlformats.org/officeDocument/2006/relationships/tags" Target="../tags/tag92.xml"/><Relationship Id="rId16" Type="http://schemas.openxmlformats.org/officeDocument/2006/relationships/image" Target="../media/image97.svg"/><Relationship Id="rId20" Type="http://schemas.openxmlformats.org/officeDocument/2006/relationships/image" Target="../media/image101.svg"/><Relationship Id="rId1" Type="http://schemas.openxmlformats.org/officeDocument/2006/relationships/tags" Target="../tags/tag91.xml"/><Relationship Id="rId6" Type="http://schemas.openxmlformats.org/officeDocument/2006/relationships/image" Target="../media/image1.emf"/><Relationship Id="rId11" Type="http://schemas.openxmlformats.org/officeDocument/2006/relationships/image" Target="../media/image92.png"/><Relationship Id="rId24" Type="http://schemas.openxmlformats.org/officeDocument/2006/relationships/image" Target="../media/image105.svg"/><Relationship Id="rId5" Type="http://schemas.openxmlformats.org/officeDocument/2006/relationships/oleObject" Target="../embeddings/oleObject25.bin"/><Relationship Id="rId15" Type="http://schemas.openxmlformats.org/officeDocument/2006/relationships/image" Target="../media/image96.png"/><Relationship Id="rId23" Type="http://schemas.openxmlformats.org/officeDocument/2006/relationships/image" Target="../media/image104.png"/><Relationship Id="rId10" Type="http://schemas.openxmlformats.org/officeDocument/2006/relationships/image" Target="../media/image91.svg"/><Relationship Id="rId19" Type="http://schemas.openxmlformats.org/officeDocument/2006/relationships/image" Target="../media/image100.png"/><Relationship Id="rId4" Type="http://schemas.openxmlformats.org/officeDocument/2006/relationships/notesSlide" Target="../notesSlides/notesSlide37.xml"/><Relationship Id="rId9" Type="http://schemas.openxmlformats.org/officeDocument/2006/relationships/image" Target="../media/image90.png"/><Relationship Id="rId14" Type="http://schemas.openxmlformats.org/officeDocument/2006/relationships/image" Target="../media/image95.svg"/><Relationship Id="rId22" Type="http://schemas.openxmlformats.org/officeDocument/2006/relationships/image" Target="../media/image103.sv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8.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93.xml"/><Relationship Id="rId6" Type="http://schemas.openxmlformats.org/officeDocument/2006/relationships/hyperlink" Target="https://www.domontconsulting.com/pages/reviews" TargetMode="External"/><Relationship Id="rId5" Type="http://schemas.openxmlformats.org/officeDocument/2006/relationships/image" Target="../media/image106.png"/><Relationship Id="rId4" Type="http://schemas.openxmlformats.org/officeDocument/2006/relationships/image" Target="../media/image3.emf"/></Relationships>
</file>

<file path=ppt/slides/_rels/slide4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notesSlide" Target="../notesSlides/notesSlide38.xml"/><Relationship Id="rId7" Type="http://schemas.openxmlformats.org/officeDocument/2006/relationships/image" Target="../media/image55.png"/><Relationship Id="rId2" Type="http://schemas.openxmlformats.org/officeDocument/2006/relationships/slideLayout" Target="../slideLayouts/slideLayout1.xml"/><Relationship Id="rId1" Type="http://schemas.openxmlformats.org/officeDocument/2006/relationships/tags" Target="../tags/tag94.xml"/><Relationship Id="rId6" Type="http://schemas.openxmlformats.org/officeDocument/2006/relationships/image" Target="../media/image107.png"/><Relationship Id="rId11" Type="http://schemas.openxmlformats.org/officeDocument/2006/relationships/image" Target="../media/image59.png"/><Relationship Id="rId5" Type="http://schemas.openxmlformats.org/officeDocument/2006/relationships/image" Target="../media/image1.emf"/><Relationship Id="rId10" Type="http://schemas.openxmlformats.org/officeDocument/2006/relationships/image" Target="../media/image58.png"/><Relationship Id="rId4" Type="http://schemas.openxmlformats.org/officeDocument/2006/relationships/oleObject" Target="../embeddings/oleObject29.bin"/><Relationship Id="rId9" Type="http://schemas.openxmlformats.org/officeDocument/2006/relationships/image" Target="../media/image57.png"/></Relationships>
</file>

<file path=ppt/slides/_rels/slide42.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image" Target="../media/image2.emf"/><Relationship Id="rId5" Type="http://schemas.openxmlformats.org/officeDocument/2006/relationships/oleObject" Target="../embeddings/oleObject30.bin"/><Relationship Id="rId4" Type="http://schemas.openxmlformats.org/officeDocument/2006/relationships/notesSlide" Target="../notesSlides/notesSlide39.xml"/><Relationship Id="rId9" Type="http://schemas.openxmlformats.org/officeDocument/2006/relationships/hyperlink" Target="https://www.domontconsulting.com/pages/full-access" TargetMode="External"/></Relationships>
</file>

<file path=ppt/slides/_rels/slide43.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113.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1.emf"/><Relationship Id="rId11" Type="http://schemas.openxmlformats.org/officeDocument/2006/relationships/image" Target="../media/image112.png"/><Relationship Id="rId5" Type="http://schemas.openxmlformats.org/officeDocument/2006/relationships/oleObject" Target="../embeddings/oleObject25.bin"/><Relationship Id="rId10" Type="http://schemas.openxmlformats.org/officeDocument/2006/relationships/image" Target="../media/image111.png"/><Relationship Id="rId4" Type="http://schemas.openxmlformats.org/officeDocument/2006/relationships/notesSlide" Target="../notesSlides/notesSlide40.xml"/><Relationship Id="rId9" Type="http://schemas.openxmlformats.org/officeDocument/2006/relationships/image" Target="../media/image110.png"/></Relationships>
</file>

<file path=ppt/slides/_rels/slide44.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oleObject" Target="../embeddings/oleObject25.bin"/><Relationship Id="rId5" Type="http://schemas.openxmlformats.org/officeDocument/2006/relationships/image" Target="../media/image115.png"/><Relationship Id="rId4"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5" name="Pic">
            <a:extLst>
              <a:ext uri="{FF2B5EF4-FFF2-40B4-BE49-F238E27FC236}">
                <a16:creationId xmlns:a16="http://schemas.microsoft.com/office/drawing/2014/main" id="{8E9885A7-A253-C4AC-8B90-81F2490CC0C7}"/>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14564" b="14564"/>
          <a:stretch>
            <a:fillRect/>
          </a:stretch>
        </p:blipFill>
        <p:spPr bwMode="auto">
          <a:xfrm>
            <a:off x="0" y="0"/>
            <a:ext cx="12192000" cy="4859338"/>
          </a:xfrm>
          <a:prstGeom prst="rect">
            <a:avLst/>
          </a:prstGeom>
          <a:noFill/>
          <a:ln>
            <a:noFill/>
          </a:ln>
          <a:effectLst/>
          <a:extLst>
            <a:ext uri="{909E8E84-426E-40DD-AFC4-6F175D3DCCD1}">
              <a14:hiddenFill xmlns:a14="http://schemas.microsoft.com/office/drawing/2010/main">
                <a:solidFill>
                  <a:scrgbClr r="0" g="0" b="0"/>
                </a:solidFill>
              </a14:hiddenFill>
            </a:ext>
          </a:extLst>
        </p:spPr>
      </p:pic>
      <p:sp>
        <p:nvSpPr>
          <p:cNvPr id="9" name="Rectangle 8">
            <a:extLst>
              <a:ext uri="{FF2B5EF4-FFF2-40B4-BE49-F238E27FC236}">
                <a16:creationId xmlns:a16="http://schemas.microsoft.com/office/drawing/2014/main" id="{A1ADDC43-E206-24D0-5D8D-6D8244D3F224}"/>
              </a:ext>
            </a:extLst>
          </p:cNvPr>
          <p:cNvSpPr/>
          <p:nvPr/>
        </p:nvSpPr>
        <p:spPr>
          <a:xfrm>
            <a:off x="-1" y="4606290"/>
            <a:ext cx="12192000" cy="225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332933" y="5161446"/>
            <a:ext cx="9463253" cy="1138773"/>
          </a:xfrm>
          <a:prstGeom prst="rect">
            <a:avLst/>
          </a:prstGeom>
          <a:noFill/>
        </p:spPr>
        <p:txBody>
          <a:bodyPr wrap="square" rtlCol="0">
            <a:spAutoFit/>
          </a:bodyPr>
          <a:lstStyle/>
          <a:p>
            <a:r>
              <a:rPr lang="en-US" sz="3600" b="1" dirty="0"/>
              <a:t>Lean 6 Sigma Toolkit</a:t>
            </a:r>
          </a:p>
          <a:p>
            <a:r>
              <a:rPr lang="en-US" sz="3200" dirty="0">
                <a:solidFill>
                  <a:schemeClr val="accent2"/>
                </a:solidFill>
              </a:rPr>
              <a:t>Overview</a:t>
            </a:r>
          </a:p>
        </p:txBody>
      </p:sp>
      <p:pic>
        <p:nvPicPr>
          <p:cNvPr id="3" name="Picture 2">
            <a:hlinkClick r:id="rId8"/>
            <a:extLst>
              <a:ext uri="{FF2B5EF4-FFF2-40B4-BE49-F238E27FC236}">
                <a16:creationId xmlns:a16="http://schemas.microsoft.com/office/drawing/2014/main" id="{AF671D0B-4384-4F76-362A-08ED4190D089}"/>
              </a:ext>
            </a:extLst>
          </p:cNvPr>
          <p:cNvPicPr>
            <a:picLocks noChangeAspect="1"/>
          </p:cNvPicPr>
          <p:nvPr/>
        </p:nvPicPr>
        <p:blipFill>
          <a:blip r:embed="rId9"/>
          <a:stretch>
            <a:fillRect/>
          </a:stretch>
        </p:blipFill>
        <p:spPr>
          <a:xfrm>
            <a:off x="7780942" y="5238746"/>
            <a:ext cx="4184450" cy="984172"/>
          </a:xfrm>
          <a:prstGeom prst="rect">
            <a:avLst/>
          </a:prstGeom>
        </p:spPr>
      </p:pic>
    </p:spTree>
    <p:extLst>
      <p:ext uri="{BB962C8B-B14F-4D97-AF65-F5344CB8AC3E}">
        <p14:creationId xmlns:p14="http://schemas.microsoft.com/office/powerpoint/2010/main" val="3956982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Picture 3" descr="A large machine in a building&#10;&#10;Description automatically generated">
            <a:extLst>
              <a:ext uri="{FF2B5EF4-FFF2-40B4-BE49-F238E27FC236}">
                <a16:creationId xmlns:a16="http://schemas.microsoft.com/office/drawing/2014/main" id="{721F8E65-2754-668E-AA8B-F6BB4D7BE749}"/>
              </a:ext>
            </a:extLst>
          </p:cNvPr>
          <p:cNvPicPr>
            <a:picLocks noChangeAspect="1"/>
          </p:cNvPicPr>
          <p:nvPr/>
        </p:nvPicPr>
        <p:blipFill>
          <a:blip r:embed="rId6"/>
          <a:stretch>
            <a:fillRect/>
          </a:stretch>
        </p:blipFill>
        <p:spPr>
          <a:xfrm>
            <a:off x="618208" y="361657"/>
            <a:ext cx="3334400" cy="1875600"/>
          </a:xfrm>
          <a:prstGeom prst="rect">
            <a:avLst/>
          </a:prstGeom>
          <a:effectLst>
            <a:outerShdw blurRad="50800" dist="38100" dir="5400000" algn="t" rotWithShape="0">
              <a:prstClr val="black">
                <a:alpha val="40000"/>
              </a:prstClr>
            </a:outerShdw>
          </a:effectLst>
        </p:spPr>
      </p:pic>
      <p:pic>
        <p:nvPicPr>
          <p:cNvPr id="10" name="Picture 9" descr="A diagram of a diagram&#10;&#10;Description automatically generated">
            <a:extLst>
              <a:ext uri="{FF2B5EF4-FFF2-40B4-BE49-F238E27FC236}">
                <a16:creationId xmlns:a16="http://schemas.microsoft.com/office/drawing/2014/main" id="{4C656F2B-CAEB-2AA4-6B41-63C725D9D370}"/>
              </a:ext>
            </a:extLst>
          </p:cNvPr>
          <p:cNvPicPr>
            <a:picLocks noChangeAspect="1"/>
          </p:cNvPicPr>
          <p:nvPr/>
        </p:nvPicPr>
        <p:blipFill>
          <a:blip r:embed="rId7"/>
          <a:stretch>
            <a:fillRect/>
          </a:stretch>
        </p:blipFill>
        <p:spPr>
          <a:xfrm>
            <a:off x="8266379" y="2480646"/>
            <a:ext cx="3334400" cy="1875600"/>
          </a:xfrm>
          <a:prstGeom prst="rect">
            <a:avLst/>
          </a:prstGeom>
          <a:effectLst>
            <a:outerShdw blurRad="50800" dist="38100" dir="5400000" algn="t" rotWithShape="0">
              <a:prstClr val="black">
                <a:alpha val="40000"/>
              </a:prstClr>
            </a:outerShdw>
          </a:effectLst>
        </p:spPr>
      </p:pic>
      <p:pic>
        <p:nvPicPr>
          <p:cNvPr id="13" name="Picture 12" descr="A graph of a diagram&#10;&#10;Description automatically generated with medium confidence">
            <a:extLst>
              <a:ext uri="{FF2B5EF4-FFF2-40B4-BE49-F238E27FC236}">
                <a16:creationId xmlns:a16="http://schemas.microsoft.com/office/drawing/2014/main" id="{C229FED5-E1A2-AE37-068F-3F17443F31DE}"/>
              </a:ext>
            </a:extLst>
          </p:cNvPr>
          <p:cNvPicPr>
            <a:picLocks noChangeAspect="1"/>
          </p:cNvPicPr>
          <p:nvPr/>
        </p:nvPicPr>
        <p:blipFill>
          <a:blip r:embed="rId8"/>
          <a:stretch>
            <a:fillRect/>
          </a:stretch>
        </p:blipFill>
        <p:spPr>
          <a:xfrm>
            <a:off x="8266379" y="361657"/>
            <a:ext cx="3334400" cy="1875600"/>
          </a:xfrm>
          <a:prstGeom prst="rect">
            <a:avLst/>
          </a:prstGeom>
          <a:effectLst>
            <a:outerShdw blurRad="50800" dist="38100" dir="5400000" algn="t" rotWithShape="0">
              <a:prstClr val="black">
                <a:alpha val="40000"/>
              </a:prstClr>
            </a:outerShdw>
          </a:effectLst>
        </p:spPr>
      </p:pic>
      <p:pic>
        <p:nvPicPr>
          <p:cNvPr id="15" name="Picture 14" descr="A diagram of a project&#10;&#10;Description automatically generated with medium confidence">
            <a:extLst>
              <a:ext uri="{FF2B5EF4-FFF2-40B4-BE49-F238E27FC236}">
                <a16:creationId xmlns:a16="http://schemas.microsoft.com/office/drawing/2014/main" id="{B3D9E509-5E04-74D0-7998-012F97E8AE29}"/>
              </a:ext>
            </a:extLst>
          </p:cNvPr>
          <p:cNvPicPr>
            <a:picLocks noChangeAspect="1"/>
          </p:cNvPicPr>
          <p:nvPr/>
        </p:nvPicPr>
        <p:blipFill>
          <a:blip r:embed="rId9"/>
          <a:stretch>
            <a:fillRect/>
          </a:stretch>
        </p:blipFill>
        <p:spPr>
          <a:xfrm>
            <a:off x="4453178" y="361657"/>
            <a:ext cx="3334400" cy="1875600"/>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56D64EAA-38E3-7564-9DA5-9C783C912864}"/>
              </a:ext>
            </a:extLst>
          </p:cNvPr>
          <p:cNvPicPr>
            <a:picLocks noChangeAspect="1"/>
          </p:cNvPicPr>
          <p:nvPr/>
        </p:nvPicPr>
        <p:blipFill rotWithShape="1">
          <a:blip r:embed="rId10"/>
          <a:srcRect l="1600"/>
          <a:stretch/>
        </p:blipFill>
        <p:spPr>
          <a:xfrm>
            <a:off x="4453178" y="4620743"/>
            <a:ext cx="3324253" cy="1875600"/>
          </a:xfrm>
          <a:prstGeom prst="rect">
            <a:avLst/>
          </a:prstGeom>
          <a:effectLst>
            <a:outerShdw blurRad="50800" dist="38100" dir="5400000" algn="t" rotWithShape="0">
              <a:prstClr val="black">
                <a:alpha val="40000"/>
              </a:prstClr>
            </a:outerShdw>
          </a:effectLst>
        </p:spPr>
      </p:pic>
      <p:pic>
        <p:nvPicPr>
          <p:cNvPr id="18" name="Picture 17">
            <a:extLst>
              <a:ext uri="{FF2B5EF4-FFF2-40B4-BE49-F238E27FC236}">
                <a16:creationId xmlns:a16="http://schemas.microsoft.com/office/drawing/2014/main" id="{C4FD6F0B-1341-B7BD-BBD9-371FFC9E6D7F}"/>
              </a:ext>
            </a:extLst>
          </p:cNvPr>
          <p:cNvPicPr>
            <a:picLocks noChangeAspect="1"/>
          </p:cNvPicPr>
          <p:nvPr/>
        </p:nvPicPr>
        <p:blipFill>
          <a:blip r:embed="rId11"/>
          <a:stretch>
            <a:fillRect/>
          </a:stretch>
        </p:blipFill>
        <p:spPr>
          <a:xfrm>
            <a:off x="618208" y="2480646"/>
            <a:ext cx="3334400" cy="1875600"/>
          </a:xfrm>
          <a:prstGeom prst="rect">
            <a:avLst/>
          </a:prstGeom>
          <a:effectLst>
            <a:outerShdw blurRad="50800" dist="38100" dir="5400000" algn="t" rotWithShape="0">
              <a:prstClr val="black">
                <a:alpha val="40000"/>
              </a:prstClr>
            </a:outerShdw>
          </a:effectLst>
        </p:spPr>
      </p:pic>
      <p:pic>
        <p:nvPicPr>
          <p:cNvPr id="22" name="Picture 21">
            <a:extLst>
              <a:ext uri="{FF2B5EF4-FFF2-40B4-BE49-F238E27FC236}">
                <a16:creationId xmlns:a16="http://schemas.microsoft.com/office/drawing/2014/main" id="{E8803A66-71DA-AC52-9701-2587B3993A06}"/>
              </a:ext>
            </a:extLst>
          </p:cNvPr>
          <p:cNvPicPr>
            <a:picLocks noChangeAspect="1"/>
          </p:cNvPicPr>
          <p:nvPr/>
        </p:nvPicPr>
        <p:blipFill>
          <a:blip r:embed="rId12"/>
          <a:stretch>
            <a:fillRect/>
          </a:stretch>
        </p:blipFill>
        <p:spPr>
          <a:xfrm>
            <a:off x="618208" y="4620743"/>
            <a:ext cx="3334400" cy="1875600"/>
          </a:xfrm>
          <a:prstGeom prst="rect">
            <a:avLst/>
          </a:prstGeom>
          <a:effectLst>
            <a:outerShdw blurRad="50800" dist="38100" dir="5400000" algn="t" rotWithShape="0">
              <a:prstClr val="black">
                <a:alpha val="40000"/>
              </a:prstClr>
            </a:outerShdw>
          </a:effectLst>
        </p:spPr>
      </p:pic>
      <p:pic>
        <p:nvPicPr>
          <p:cNvPr id="26" name="Picture 25">
            <a:extLst>
              <a:ext uri="{FF2B5EF4-FFF2-40B4-BE49-F238E27FC236}">
                <a16:creationId xmlns:a16="http://schemas.microsoft.com/office/drawing/2014/main" id="{591CF4B1-7543-C502-1662-D10567944EC8}"/>
              </a:ext>
            </a:extLst>
          </p:cNvPr>
          <p:cNvPicPr>
            <a:picLocks noChangeAspect="1"/>
          </p:cNvPicPr>
          <p:nvPr/>
        </p:nvPicPr>
        <p:blipFill>
          <a:blip r:embed="rId13"/>
          <a:stretch>
            <a:fillRect/>
          </a:stretch>
        </p:blipFill>
        <p:spPr>
          <a:xfrm>
            <a:off x="8266379" y="4605081"/>
            <a:ext cx="3243847" cy="1872000"/>
          </a:xfrm>
          <a:prstGeom prst="rect">
            <a:avLst/>
          </a:prstGeom>
          <a:effectLst>
            <a:outerShdw blurRad="50800" dist="38100" dir="5400000" algn="t" rotWithShape="0">
              <a:prstClr val="black">
                <a:alpha val="40000"/>
              </a:prstClr>
            </a:outerShdw>
          </a:effectLst>
        </p:spPr>
      </p:pic>
      <p:pic>
        <p:nvPicPr>
          <p:cNvPr id="27" name="Picture 26">
            <a:extLst>
              <a:ext uri="{FF2B5EF4-FFF2-40B4-BE49-F238E27FC236}">
                <a16:creationId xmlns:a16="http://schemas.microsoft.com/office/drawing/2014/main" id="{3DF60D89-F659-2419-59EB-2A4419B0E361}"/>
              </a:ext>
            </a:extLst>
          </p:cNvPr>
          <p:cNvPicPr>
            <a:picLocks noChangeAspect="1"/>
          </p:cNvPicPr>
          <p:nvPr/>
        </p:nvPicPr>
        <p:blipFill rotWithShape="1">
          <a:blip r:embed="rId14"/>
          <a:srcRect t="27220" b="3888"/>
          <a:stretch/>
        </p:blipFill>
        <p:spPr>
          <a:xfrm>
            <a:off x="4453178" y="2480646"/>
            <a:ext cx="3315905" cy="18756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025105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Toolkit was created by ex-McKinsey, Deloitte and BCG Management Consultants </a:t>
            </a:r>
            <a:r>
              <a:rPr lang="en-US" sz="1600" dirty="0">
                <a:solidFill>
                  <a:schemeClr val="tx1"/>
                </a:solidFill>
                <a:cs typeface="Arial" panose="020B0604020202020204" pitchFamily="34" charset="0"/>
              </a:rPr>
              <a:t>specialized in Lean Six Sigma. It includes all the Frameworks, Best Practices &amp; Templates required to adopt and implement Lean 6 Sigma within your organization using the world-class DMAIC approach. Build success stories such as Motorola who saved over $16 billion in costs and increased customer satisfaction by 15% using Lean 6 Sigma.</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2" name="Footer Placeholder 1">
            <a:extLst>
              <a:ext uri="{FF2B5EF4-FFF2-40B4-BE49-F238E27FC236}">
                <a16:creationId xmlns:a16="http://schemas.microsoft.com/office/drawing/2014/main" id="{8BEF7E16-951D-3FD6-39AB-BEBDE272D143}"/>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F2F934DA-66FA-DA77-CE8D-51EF63FA8924}"/>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5245978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Table of contents</a:t>
            </a:r>
            <a:endParaRPr lang="en-US" b="0" kern="0" dirty="0"/>
          </a:p>
        </p:txBody>
      </p:sp>
      <p:sp>
        <p:nvSpPr>
          <p:cNvPr id="8" name="Rectangle 7">
            <a:extLst>
              <a:ext uri="{FF2B5EF4-FFF2-40B4-BE49-F238E27FC236}">
                <a16:creationId xmlns:a16="http://schemas.microsoft.com/office/drawing/2014/main" id="{C9E637C6-8134-5B98-DD94-524C82FD667C}"/>
              </a:ext>
            </a:extLst>
          </p:cNvPr>
          <p:cNvSpPr/>
          <p:nvPr/>
        </p:nvSpPr>
        <p:spPr>
          <a:xfrm>
            <a:off x="635726" y="1858636"/>
            <a:ext cx="10951437" cy="75822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9" name="Rectangle 8">
            <a:extLst>
              <a:ext uri="{FF2B5EF4-FFF2-40B4-BE49-F238E27FC236}">
                <a16:creationId xmlns:a16="http://schemas.microsoft.com/office/drawing/2014/main" id="{2B9998FE-E2A1-5938-5DA7-BDAE294B8AA1}"/>
              </a:ext>
            </a:extLst>
          </p:cNvPr>
          <p:cNvSpPr/>
          <p:nvPr/>
        </p:nvSpPr>
        <p:spPr>
          <a:xfrm>
            <a:off x="644041" y="1919599"/>
            <a:ext cx="742853" cy="6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1</a:t>
            </a:r>
          </a:p>
        </p:txBody>
      </p:sp>
      <p:sp>
        <p:nvSpPr>
          <p:cNvPr id="10" name="Rectangle 9">
            <a:extLst>
              <a:ext uri="{FF2B5EF4-FFF2-40B4-BE49-F238E27FC236}">
                <a16:creationId xmlns:a16="http://schemas.microsoft.com/office/drawing/2014/main" id="{F7B039DE-4974-C51F-FAFF-6D45F59B94BA}"/>
              </a:ext>
            </a:extLst>
          </p:cNvPr>
          <p:cNvSpPr/>
          <p:nvPr/>
        </p:nvSpPr>
        <p:spPr>
          <a:xfrm>
            <a:off x="1724862" y="2099250"/>
            <a:ext cx="940468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114300" defTabSz="914400" fontAlgn="auto">
              <a:lnSpc>
                <a:spcPct val="100000"/>
              </a:lnSpc>
              <a:spcBef>
                <a:spcPts val="2800"/>
              </a:spcBef>
              <a:spcAft>
                <a:spcPts val="2800"/>
              </a:spcAft>
              <a:defRPr/>
            </a:pPr>
            <a:r>
              <a:rPr lang="en-US" sz="1800" b="1" noProof="1">
                <a:solidFill>
                  <a:schemeClr val="tx1"/>
                </a:solidFill>
                <a:latin typeface="Arial"/>
                <a:cs typeface="+mn-cs"/>
              </a:rPr>
              <a:t>What is Lean Six Sigma?</a:t>
            </a:r>
          </a:p>
        </p:txBody>
      </p:sp>
      <p:sp>
        <p:nvSpPr>
          <p:cNvPr id="11" name="Rectangle 10">
            <a:extLst>
              <a:ext uri="{FF2B5EF4-FFF2-40B4-BE49-F238E27FC236}">
                <a16:creationId xmlns:a16="http://schemas.microsoft.com/office/drawing/2014/main" id="{5C02D2FC-0389-E8CC-2EB8-AA124EF1D049}"/>
              </a:ext>
            </a:extLst>
          </p:cNvPr>
          <p:cNvSpPr/>
          <p:nvPr/>
        </p:nvSpPr>
        <p:spPr>
          <a:xfrm>
            <a:off x="1403286" y="1937017"/>
            <a:ext cx="113594" cy="61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12" name="Rectangle 11">
            <a:extLst>
              <a:ext uri="{FF2B5EF4-FFF2-40B4-BE49-F238E27FC236}">
                <a16:creationId xmlns:a16="http://schemas.microsoft.com/office/drawing/2014/main" id="{E5A3677F-D69F-F970-F121-5BDFFF764BAE}"/>
              </a:ext>
            </a:extLst>
          </p:cNvPr>
          <p:cNvSpPr/>
          <p:nvPr/>
        </p:nvSpPr>
        <p:spPr>
          <a:xfrm>
            <a:off x="635726" y="2883916"/>
            <a:ext cx="10951437" cy="75822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4" name="Rectangle 13">
            <a:extLst>
              <a:ext uri="{FF2B5EF4-FFF2-40B4-BE49-F238E27FC236}">
                <a16:creationId xmlns:a16="http://schemas.microsoft.com/office/drawing/2014/main" id="{2FB56F43-8D0B-38F3-18DC-38202AADFF9D}"/>
              </a:ext>
            </a:extLst>
          </p:cNvPr>
          <p:cNvSpPr/>
          <p:nvPr/>
        </p:nvSpPr>
        <p:spPr>
          <a:xfrm>
            <a:off x="644041" y="2944879"/>
            <a:ext cx="742853" cy="6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2</a:t>
            </a:r>
          </a:p>
        </p:txBody>
      </p:sp>
      <p:sp>
        <p:nvSpPr>
          <p:cNvPr id="15" name="Rectangle 14">
            <a:extLst>
              <a:ext uri="{FF2B5EF4-FFF2-40B4-BE49-F238E27FC236}">
                <a16:creationId xmlns:a16="http://schemas.microsoft.com/office/drawing/2014/main" id="{A92F5059-CE59-050A-41D3-0399F61DEA71}"/>
              </a:ext>
            </a:extLst>
          </p:cNvPr>
          <p:cNvSpPr/>
          <p:nvPr/>
        </p:nvSpPr>
        <p:spPr>
          <a:xfrm>
            <a:off x="1724862" y="3124530"/>
            <a:ext cx="940468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114300" defTabSz="914400" fontAlgn="auto">
              <a:lnSpc>
                <a:spcPct val="100000"/>
              </a:lnSpc>
              <a:spcBef>
                <a:spcPts val="2800"/>
              </a:spcBef>
              <a:spcAft>
                <a:spcPts val="2800"/>
              </a:spcAft>
              <a:defRPr/>
            </a:pPr>
            <a:r>
              <a:rPr lang="en-US" sz="1800" b="1" noProof="1">
                <a:solidFill>
                  <a:schemeClr val="tx1"/>
                </a:solidFill>
                <a:latin typeface="Arial"/>
                <a:cs typeface="+mn-cs"/>
              </a:rPr>
              <a:t>What are the key benefits of using Lean Six Sigma?</a:t>
            </a:r>
          </a:p>
        </p:txBody>
      </p:sp>
      <p:sp>
        <p:nvSpPr>
          <p:cNvPr id="17" name="Rectangle 16">
            <a:extLst>
              <a:ext uri="{FF2B5EF4-FFF2-40B4-BE49-F238E27FC236}">
                <a16:creationId xmlns:a16="http://schemas.microsoft.com/office/drawing/2014/main" id="{CE9CD71F-709B-69F5-229C-B4E37F774B1C}"/>
              </a:ext>
            </a:extLst>
          </p:cNvPr>
          <p:cNvSpPr/>
          <p:nvPr/>
        </p:nvSpPr>
        <p:spPr>
          <a:xfrm>
            <a:off x="1403286" y="2962297"/>
            <a:ext cx="113594" cy="61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8" name="Rectangle 17">
            <a:extLst>
              <a:ext uri="{FF2B5EF4-FFF2-40B4-BE49-F238E27FC236}">
                <a16:creationId xmlns:a16="http://schemas.microsoft.com/office/drawing/2014/main" id="{685B98D3-C352-34F3-C059-1AF2AFC40AD2}"/>
              </a:ext>
            </a:extLst>
          </p:cNvPr>
          <p:cNvSpPr/>
          <p:nvPr/>
        </p:nvSpPr>
        <p:spPr>
          <a:xfrm>
            <a:off x="635726" y="3909196"/>
            <a:ext cx="10951437" cy="75822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9" name="Rectangle 18">
            <a:extLst>
              <a:ext uri="{FF2B5EF4-FFF2-40B4-BE49-F238E27FC236}">
                <a16:creationId xmlns:a16="http://schemas.microsoft.com/office/drawing/2014/main" id="{B1AC7022-20C4-7846-69D2-5B0495CC22B3}"/>
              </a:ext>
            </a:extLst>
          </p:cNvPr>
          <p:cNvSpPr/>
          <p:nvPr/>
        </p:nvSpPr>
        <p:spPr>
          <a:xfrm>
            <a:off x="644041" y="3970159"/>
            <a:ext cx="742853" cy="6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3</a:t>
            </a:r>
          </a:p>
        </p:txBody>
      </p:sp>
      <p:sp>
        <p:nvSpPr>
          <p:cNvPr id="20" name="Rectangle 19">
            <a:extLst>
              <a:ext uri="{FF2B5EF4-FFF2-40B4-BE49-F238E27FC236}">
                <a16:creationId xmlns:a16="http://schemas.microsoft.com/office/drawing/2014/main" id="{5A37D375-E99F-17DD-D91E-FA8F349B9BC0}"/>
              </a:ext>
            </a:extLst>
          </p:cNvPr>
          <p:cNvSpPr/>
          <p:nvPr/>
        </p:nvSpPr>
        <p:spPr>
          <a:xfrm>
            <a:off x="1724862" y="4149810"/>
            <a:ext cx="940468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114300" defTabSz="914400" fontAlgn="auto">
              <a:lnSpc>
                <a:spcPct val="100000"/>
              </a:lnSpc>
              <a:spcBef>
                <a:spcPts val="2800"/>
              </a:spcBef>
              <a:spcAft>
                <a:spcPts val="2800"/>
              </a:spcAft>
              <a:defRPr/>
            </a:pPr>
            <a:r>
              <a:rPr lang="en-US" sz="1800" b="1" noProof="1">
                <a:solidFill>
                  <a:schemeClr val="tx1"/>
                </a:solidFill>
                <a:latin typeface="Arial"/>
                <a:cs typeface="+mn-cs"/>
              </a:rPr>
              <a:t>Lean Six Sigma Toolkit - Approach and overview</a:t>
            </a:r>
          </a:p>
        </p:txBody>
      </p:sp>
      <p:sp>
        <p:nvSpPr>
          <p:cNvPr id="21" name="Rectangle 20">
            <a:extLst>
              <a:ext uri="{FF2B5EF4-FFF2-40B4-BE49-F238E27FC236}">
                <a16:creationId xmlns:a16="http://schemas.microsoft.com/office/drawing/2014/main" id="{2CDB9760-82FE-6C94-0110-4DB8241E83F2}"/>
              </a:ext>
            </a:extLst>
          </p:cNvPr>
          <p:cNvSpPr/>
          <p:nvPr/>
        </p:nvSpPr>
        <p:spPr>
          <a:xfrm>
            <a:off x="1403286" y="3987577"/>
            <a:ext cx="113594" cy="61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pic>
        <p:nvPicPr>
          <p:cNvPr id="2" name="Graphic 1" descr="List">
            <a:extLst>
              <a:ext uri="{FF2B5EF4-FFF2-40B4-BE49-F238E27FC236}">
                <a16:creationId xmlns:a16="http://schemas.microsoft.com/office/drawing/2014/main" id="{561EFDB4-1B1F-EFC7-E052-FF4082B9CB7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8137" y="511345"/>
            <a:ext cx="914400" cy="914400"/>
          </a:xfrm>
          <a:prstGeom prst="rect">
            <a:avLst/>
          </a:prstGeom>
        </p:spPr>
      </p:pic>
      <p:sp>
        <p:nvSpPr>
          <p:cNvPr id="4" name="Footer Placeholder 3">
            <a:extLst>
              <a:ext uri="{FF2B5EF4-FFF2-40B4-BE49-F238E27FC236}">
                <a16:creationId xmlns:a16="http://schemas.microsoft.com/office/drawing/2014/main" id="{730521DD-80E4-1819-D435-F35ADD5C58BB}"/>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B3917CEF-D588-9A56-DD3A-070A4E96A042}"/>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3881885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61542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Table of contents</a:t>
            </a:r>
            <a:endParaRPr lang="en-US" b="0" kern="0" dirty="0"/>
          </a:p>
        </p:txBody>
      </p:sp>
      <p:pic>
        <p:nvPicPr>
          <p:cNvPr id="7" name="Graphic 6" descr="List">
            <a:extLst>
              <a:ext uri="{FF2B5EF4-FFF2-40B4-BE49-F238E27FC236}">
                <a16:creationId xmlns:a16="http://schemas.microsoft.com/office/drawing/2014/main" id="{8850C581-C269-2BDA-1120-643286CF504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8137" y="511345"/>
            <a:ext cx="914400" cy="914400"/>
          </a:xfrm>
          <a:prstGeom prst="rect">
            <a:avLst/>
          </a:prstGeom>
        </p:spPr>
      </p:pic>
      <p:sp>
        <p:nvSpPr>
          <p:cNvPr id="8" name="Rectangle 7">
            <a:extLst>
              <a:ext uri="{FF2B5EF4-FFF2-40B4-BE49-F238E27FC236}">
                <a16:creationId xmlns:a16="http://schemas.microsoft.com/office/drawing/2014/main" id="{C9E637C6-8134-5B98-DD94-524C82FD667C}"/>
              </a:ext>
            </a:extLst>
          </p:cNvPr>
          <p:cNvSpPr/>
          <p:nvPr/>
        </p:nvSpPr>
        <p:spPr>
          <a:xfrm>
            <a:off x="635726" y="1858636"/>
            <a:ext cx="10951437" cy="75822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9" name="Rectangle 8">
            <a:extLst>
              <a:ext uri="{FF2B5EF4-FFF2-40B4-BE49-F238E27FC236}">
                <a16:creationId xmlns:a16="http://schemas.microsoft.com/office/drawing/2014/main" id="{2B9998FE-E2A1-5938-5DA7-BDAE294B8AA1}"/>
              </a:ext>
            </a:extLst>
          </p:cNvPr>
          <p:cNvSpPr/>
          <p:nvPr/>
        </p:nvSpPr>
        <p:spPr>
          <a:xfrm>
            <a:off x="644041" y="1919599"/>
            <a:ext cx="742853" cy="6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1</a:t>
            </a:r>
          </a:p>
        </p:txBody>
      </p:sp>
      <p:sp>
        <p:nvSpPr>
          <p:cNvPr id="10" name="Rectangle 9">
            <a:extLst>
              <a:ext uri="{FF2B5EF4-FFF2-40B4-BE49-F238E27FC236}">
                <a16:creationId xmlns:a16="http://schemas.microsoft.com/office/drawing/2014/main" id="{F7B039DE-4974-C51F-FAFF-6D45F59B94BA}"/>
              </a:ext>
            </a:extLst>
          </p:cNvPr>
          <p:cNvSpPr/>
          <p:nvPr/>
        </p:nvSpPr>
        <p:spPr>
          <a:xfrm>
            <a:off x="1724862" y="2099250"/>
            <a:ext cx="940468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114300" defTabSz="914400" fontAlgn="auto">
              <a:lnSpc>
                <a:spcPct val="100000"/>
              </a:lnSpc>
              <a:spcBef>
                <a:spcPts val="2800"/>
              </a:spcBef>
              <a:spcAft>
                <a:spcPts val="2800"/>
              </a:spcAft>
              <a:defRPr/>
            </a:pPr>
            <a:r>
              <a:rPr lang="en-US" sz="1800" b="1" noProof="1">
                <a:solidFill>
                  <a:schemeClr val="tx1"/>
                </a:solidFill>
                <a:latin typeface="Arial"/>
                <a:cs typeface="+mn-cs"/>
              </a:rPr>
              <a:t>What is Lean Six Sigma?</a:t>
            </a:r>
          </a:p>
        </p:txBody>
      </p:sp>
      <p:sp>
        <p:nvSpPr>
          <p:cNvPr id="11" name="Rectangle 10">
            <a:extLst>
              <a:ext uri="{FF2B5EF4-FFF2-40B4-BE49-F238E27FC236}">
                <a16:creationId xmlns:a16="http://schemas.microsoft.com/office/drawing/2014/main" id="{5C02D2FC-0389-E8CC-2EB8-AA124EF1D049}"/>
              </a:ext>
            </a:extLst>
          </p:cNvPr>
          <p:cNvSpPr/>
          <p:nvPr/>
        </p:nvSpPr>
        <p:spPr>
          <a:xfrm>
            <a:off x="1403286" y="1937017"/>
            <a:ext cx="113594" cy="61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12" name="Rectangle 11">
            <a:extLst>
              <a:ext uri="{FF2B5EF4-FFF2-40B4-BE49-F238E27FC236}">
                <a16:creationId xmlns:a16="http://schemas.microsoft.com/office/drawing/2014/main" id="{E5A3677F-D69F-F970-F121-5BDFFF764BAE}"/>
              </a:ext>
            </a:extLst>
          </p:cNvPr>
          <p:cNvSpPr/>
          <p:nvPr/>
        </p:nvSpPr>
        <p:spPr>
          <a:xfrm>
            <a:off x="635726" y="2883916"/>
            <a:ext cx="10951437" cy="75822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4" name="Rectangle 13">
            <a:extLst>
              <a:ext uri="{FF2B5EF4-FFF2-40B4-BE49-F238E27FC236}">
                <a16:creationId xmlns:a16="http://schemas.microsoft.com/office/drawing/2014/main" id="{2FB56F43-8D0B-38F3-18DC-38202AADFF9D}"/>
              </a:ext>
            </a:extLst>
          </p:cNvPr>
          <p:cNvSpPr/>
          <p:nvPr/>
        </p:nvSpPr>
        <p:spPr>
          <a:xfrm>
            <a:off x="644041" y="2944879"/>
            <a:ext cx="742853" cy="6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2</a:t>
            </a:r>
          </a:p>
        </p:txBody>
      </p:sp>
      <p:sp>
        <p:nvSpPr>
          <p:cNvPr id="15" name="Rectangle 14">
            <a:extLst>
              <a:ext uri="{FF2B5EF4-FFF2-40B4-BE49-F238E27FC236}">
                <a16:creationId xmlns:a16="http://schemas.microsoft.com/office/drawing/2014/main" id="{A92F5059-CE59-050A-41D3-0399F61DEA71}"/>
              </a:ext>
            </a:extLst>
          </p:cNvPr>
          <p:cNvSpPr/>
          <p:nvPr/>
        </p:nvSpPr>
        <p:spPr>
          <a:xfrm>
            <a:off x="1724862" y="3124530"/>
            <a:ext cx="940468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114300" defTabSz="914400" fontAlgn="auto">
              <a:lnSpc>
                <a:spcPct val="100000"/>
              </a:lnSpc>
              <a:spcBef>
                <a:spcPts val="2800"/>
              </a:spcBef>
              <a:spcAft>
                <a:spcPts val="2800"/>
              </a:spcAft>
              <a:defRPr/>
            </a:pPr>
            <a:r>
              <a:rPr lang="en-US" sz="1800" b="1" noProof="1">
                <a:solidFill>
                  <a:schemeClr val="tx1"/>
                </a:solidFill>
                <a:latin typeface="Arial"/>
                <a:cs typeface="+mn-cs"/>
              </a:rPr>
              <a:t>What are the key benefits of using Lean Six Sigma?</a:t>
            </a:r>
          </a:p>
        </p:txBody>
      </p:sp>
      <p:sp>
        <p:nvSpPr>
          <p:cNvPr id="17" name="Rectangle 16">
            <a:extLst>
              <a:ext uri="{FF2B5EF4-FFF2-40B4-BE49-F238E27FC236}">
                <a16:creationId xmlns:a16="http://schemas.microsoft.com/office/drawing/2014/main" id="{CE9CD71F-709B-69F5-229C-B4E37F774B1C}"/>
              </a:ext>
            </a:extLst>
          </p:cNvPr>
          <p:cNvSpPr/>
          <p:nvPr/>
        </p:nvSpPr>
        <p:spPr>
          <a:xfrm>
            <a:off x="1403286" y="2962297"/>
            <a:ext cx="113594" cy="61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8" name="Rectangle 17">
            <a:extLst>
              <a:ext uri="{FF2B5EF4-FFF2-40B4-BE49-F238E27FC236}">
                <a16:creationId xmlns:a16="http://schemas.microsoft.com/office/drawing/2014/main" id="{685B98D3-C352-34F3-C059-1AF2AFC40AD2}"/>
              </a:ext>
            </a:extLst>
          </p:cNvPr>
          <p:cNvSpPr/>
          <p:nvPr/>
        </p:nvSpPr>
        <p:spPr>
          <a:xfrm>
            <a:off x="635726" y="3909196"/>
            <a:ext cx="10951437" cy="75822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9" name="Rectangle 18">
            <a:extLst>
              <a:ext uri="{FF2B5EF4-FFF2-40B4-BE49-F238E27FC236}">
                <a16:creationId xmlns:a16="http://schemas.microsoft.com/office/drawing/2014/main" id="{B1AC7022-20C4-7846-69D2-5B0495CC22B3}"/>
              </a:ext>
            </a:extLst>
          </p:cNvPr>
          <p:cNvSpPr/>
          <p:nvPr/>
        </p:nvSpPr>
        <p:spPr>
          <a:xfrm>
            <a:off x="644041" y="3970159"/>
            <a:ext cx="742853" cy="6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3</a:t>
            </a:r>
          </a:p>
        </p:txBody>
      </p:sp>
      <p:sp>
        <p:nvSpPr>
          <p:cNvPr id="20" name="Rectangle 19">
            <a:extLst>
              <a:ext uri="{FF2B5EF4-FFF2-40B4-BE49-F238E27FC236}">
                <a16:creationId xmlns:a16="http://schemas.microsoft.com/office/drawing/2014/main" id="{5A37D375-E99F-17DD-D91E-FA8F349B9BC0}"/>
              </a:ext>
            </a:extLst>
          </p:cNvPr>
          <p:cNvSpPr/>
          <p:nvPr/>
        </p:nvSpPr>
        <p:spPr>
          <a:xfrm>
            <a:off x="1724862" y="4149810"/>
            <a:ext cx="940468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114300" defTabSz="914400" fontAlgn="auto">
              <a:lnSpc>
                <a:spcPct val="100000"/>
              </a:lnSpc>
              <a:spcBef>
                <a:spcPts val="2800"/>
              </a:spcBef>
              <a:spcAft>
                <a:spcPts val="2800"/>
              </a:spcAft>
              <a:defRPr/>
            </a:pPr>
            <a:r>
              <a:rPr lang="en-US" sz="1800" b="1" noProof="1">
                <a:solidFill>
                  <a:schemeClr val="tx1"/>
                </a:solidFill>
                <a:latin typeface="Arial"/>
                <a:cs typeface="+mn-cs"/>
              </a:rPr>
              <a:t>Lean Six Sigma Toolkit - Approach and overview</a:t>
            </a:r>
          </a:p>
        </p:txBody>
      </p:sp>
      <p:sp>
        <p:nvSpPr>
          <p:cNvPr id="21" name="Rectangle 20">
            <a:extLst>
              <a:ext uri="{FF2B5EF4-FFF2-40B4-BE49-F238E27FC236}">
                <a16:creationId xmlns:a16="http://schemas.microsoft.com/office/drawing/2014/main" id="{2CDB9760-82FE-6C94-0110-4DB8241E83F2}"/>
              </a:ext>
            </a:extLst>
          </p:cNvPr>
          <p:cNvSpPr/>
          <p:nvPr/>
        </p:nvSpPr>
        <p:spPr>
          <a:xfrm>
            <a:off x="1403286" y="3987577"/>
            <a:ext cx="113594" cy="61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 name="Footer Placeholder 1">
            <a:extLst>
              <a:ext uri="{FF2B5EF4-FFF2-40B4-BE49-F238E27FC236}">
                <a16:creationId xmlns:a16="http://schemas.microsoft.com/office/drawing/2014/main" id="{DFF61DB9-D30D-6E55-D6AE-FA166CE0C57A}"/>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BA29CBD4-455E-B7E5-B113-F2CF555587B6}"/>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2863070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2813242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44" imgH="344" progId="TCLayout.ActiveDocument.1">
                  <p:embed/>
                </p:oleObj>
              </mc:Choice>
              <mc:Fallback>
                <p:oleObj name="think-cell Slide" r:id="rId10"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Lean Six Sigma provides a balanced approach to simultaneously reducing complexity (Lean) and increasing reliability (Six Sigma)</a:t>
            </a:r>
            <a:endParaRPr lang="en-US" b="0" kern="0" dirty="0"/>
          </a:p>
        </p:txBody>
      </p:sp>
      <p:sp>
        <p:nvSpPr>
          <p:cNvPr id="8" name="Rectangle 39">
            <a:extLst>
              <a:ext uri="{FF2B5EF4-FFF2-40B4-BE49-F238E27FC236}">
                <a16:creationId xmlns:a16="http://schemas.microsoft.com/office/drawing/2014/main" id="{2C8B92E2-0F16-C143-7D8E-73EF1C7C763D}"/>
              </a:ext>
            </a:extLst>
          </p:cNvPr>
          <p:cNvSpPr>
            <a:spLocks noChangeArrowheads="1"/>
          </p:cNvSpPr>
          <p:nvPr>
            <p:custDataLst>
              <p:tags r:id="rId2"/>
            </p:custDataLst>
          </p:nvPr>
        </p:nvSpPr>
        <p:spPr bwMode="auto">
          <a:xfrm>
            <a:off x="834158" y="3583773"/>
            <a:ext cx="1211869" cy="610424"/>
          </a:xfrm>
          <a:prstGeom prst="rect">
            <a:avLst/>
          </a:prstGeom>
          <a:noFill/>
          <a:ln w="9525">
            <a:noFill/>
            <a:miter lim="800000"/>
            <a:headEnd/>
            <a:tailEnd/>
          </a:ln>
          <a:effectLst/>
        </p:spPr>
        <p:txBody>
          <a:bodyPr wrap="none" lIns="180975" tIns="88900" rIns="180975" bIns="88900">
            <a:spAutoFit/>
          </a:bodyPr>
          <a:lstStyle/>
          <a:p>
            <a:pPr marL="0" marR="0" lvl="0" indent="0" algn="ctr" defTabSz="3489325"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effectLst/>
                <a:uLnTx/>
                <a:uFillTx/>
              </a:rPr>
              <a:t>Simplicity</a:t>
            </a:r>
          </a:p>
          <a:p>
            <a:pPr marL="0" marR="0" lvl="0" indent="0" algn="ctr" defTabSz="3489325" eaLnBrk="1" fontAlgn="auto" latinLnBrk="0" hangingPunct="1">
              <a:lnSpc>
                <a:spcPct val="100000"/>
              </a:lnSpc>
              <a:spcBef>
                <a:spcPts val="0"/>
              </a:spcBef>
              <a:spcAft>
                <a:spcPts val="0"/>
              </a:spcAft>
              <a:buClrTx/>
              <a:buSzTx/>
              <a:buFontTx/>
              <a:buNone/>
              <a:tabLst/>
              <a:defRPr/>
            </a:pPr>
            <a:r>
              <a:rPr lang="en-GB" sz="1400" b="1" kern="0" dirty="0"/>
              <a:t>(</a:t>
            </a:r>
            <a:r>
              <a:rPr kumimoji="0" lang="en-GB" sz="1400" b="1" i="0" u="none" strike="noStrike" kern="0" cap="none" spc="0" normalizeH="0" baseline="0" noProof="0" dirty="0">
                <a:ln>
                  <a:noFill/>
                </a:ln>
                <a:effectLst/>
                <a:uLnTx/>
                <a:uFillTx/>
              </a:rPr>
              <a:t>Lean)</a:t>
            </a:r>
          </a:p>
        </p:txBody>
      </p:sp>
      <p:sp>
        <p:nvSpPr>
          <p:cNvPr id="14" name="Rectangle 40">
            <a:extLst>
              <a:ext uri="{FF2B5EF4-FFF2-40B4-BE49-F238E27FC236}">
                <a16:creationId xmlns:a16="http://schemas.microsoft.com/office/drawing/2014/main" id="{EE19CDCE-0958-414F-012B-D44DBBF78876}"/>
              </a:ext>
            </a:extLst>
          </p:cNvPr>
          <p:cNvSpPr>
            <a:spLocks noChangeArrowheads="1"/>
          </p:cNvSpPr>
          <p:nvPr>
            <p:custDataLst>
              <p:tags r:id="rId3"/>
            </p:custDataLst>
          </p:nvPr>
        </p:nvSpPr>
        <p:spPr bwMode="auto">
          <a:xfrm>
            <a:off x="5824583" y="5922244"/>
            <a:ext cx="1341713" cy="610424"/>
          </a:xfrm>
          <a:prstGeom prst="rect">
            <a:avLst/>
          </a:prstGeom>
          <a:noFill/>
          <a:ln w="9525">
            <a:noFill/>
            <a:miter lim="800000"/>
            <a:headEnd/>
            <a:tailEnd/>
          </a:ln>
          <a:effectLst/>
        </p:spPr>
        <p:txBody>
          <a:bodyPr wrap="none" lIns="180975" tIns="88900" rIns="180975" bIns="88900">
            <a:spAutoFit/>
          </a:bodyPr>
          <a:lstStyle/>
          <a:p>
            <a:pPr marL="0" marR="0" lvl="0" indent="0" algn="ctr" defTabSz="3489325"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effectLst/>
                <a:uLnTx/>
                <a:uFillTx/>
              </a:rPr>
              <a:t>Reliability </a:t>
            </a:r>
          </a:p>
          <a:p>
            <a:pPr marL="0" marR="0" lvl="0" indent="0" algn="ctr" defTabSz="3489325" eaLnBrk="1" fontAlgn="auto" latinLnBrk="0" hangingPunct="1">
              <a:lnSpc>
                <a:spcPct val="100000"/>
              </a:lnSpc>
              <a:spcBef>
                <a:spcPts val="0"/>
              </a:spcBef>
              <a:spcAft>
                <a:spcPts val="0"/>
              </a:spcAft>
              <a:buClrTx/>
              <a:buSzTx/>
              <a:buFontTx/>
              <a:buNone/>
              <a:tabLst/>
              <a:defRPr/>
            </a:pPr>
            <a:r>
              <a:rPr kumimoji="0" lang="en-GB" sz="1400" b="1" i="0" u="none" strike="noStrike" kern="0" cap="none" spc="0" normalizeH="0" baseline="0" noProof="0" dirty="0">
                <a:ln>
                  <a:noFill/>
                </a:ln>
                <a:effectLst/>
                <a:uLnTx/>
                <a:uFillTx/>
              </a:rPr>
              <a:t>(Six Sigma)</a:t>
            </a:r>
          </a:p>
        </p:txBody>
      </p:sp>
      <p:sp>
        <p:nvSpPr>
          <p:cNvPr id="15" name="Rectangle 38">
            <a:extLst>
              <a:ext uri="{FF2B5EF4-FFF2-40B4-BE49-F238E27FC236}">
                <a16:creationId xmlns:a16="http://schemas.microsoft.com/office/drawing/2014/main" id="{6094F92C-03A3-6632-64E8-70FC531078F0}"/>
              </a:ext>
            </a:extLst>
          </p:cNvPr>
          <p:cNvSpPr>
            <a:spLocks noChangeArrowheads="1"/>
          </p:cNvSpPr>
          <p:nvPr>
            <p:custDataLst>
              <p:tags r:id="rId4"/>
            </p:custDataLst>
          </p:nvPr>
        </p:nvSpPr>
        <p:spPr bwMode="auto">
          <a:xfrm>
            <a:off x="4399890" y="5661347"/>
            <a:ext cx="495328" cy="277641"/>
          </a:xfrm>
          <a:prstGeom prst="rect">
            <a:avLst/>
          </a:prstGeom>
          <a:noFill/>
          <a:ln w="9525">
            <a:noFill/>
            <a:miter lim="800000"/>
            <a:headEnd/>
            <a:tailEnd/>
          </a:ln>
          <a:effectLst/>
        </p:spPr>
        <p:txBody>
          <a:bodyPr wrap="none" lIns="92075" tIns="46038" rIns="92075" bIns="46038">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effectLst/>
                <a:uLnTx/>
                <a:uFillTx/>
              </a:rPr>
              <a:t>Low</a:t>
            </a:r>
          </a:p>
        </p:txBody>
      </p:sp>
      <p:sp>
        <p:nvSpPr>
          <p:cNvPr id="17" name="Rectangle 38">
            <a:extLst>
              <a:ext uri="{FF2B5EF4-FFF2-40B4-BE49-F238E27FC236}">
                <a16:creationId xmlns:a16="http://schemas.microsoft.com/office/drawing/2014/main" id="{02E60F04-6FD3-8A46-5158-1E7CF248EE03}"/>
              </a:ext>
            </a:extLst>
          </p:cNvPr>
          <p:cNvSpPr>
            <a:spLocks noChangeArrowheads="1"/>
          </p:cNvSpPr>
          <p:nvPr>
            <p:custDataLst>
              <p:tags r:id="rId5"/>
            </p:custDataLst>
          </p:nvPr>
        </p:nvSpPr>
        <p:spPr bwMode="auto">
          <a:xfrm>
            <a:off x="1941943" y="4475057"/>
            <a:ext cx="495328" cy="277641"/>
          </a:xfrm>
          <a:prstGeom prst="rect">
            <a:avLst/>
          </a:prstGeom>
          <a:noFill/>
          <a:ln w="9525">
            <a:noFill/>
            <a:miter lim="800000"/>
            <a:headEnd/>
            <a:tailEnd/>
          </a:ln>
          <a:effectLst/>
        </p:spPr>
        <p:txBody>
          <a:bodyPr wrap="none" lIns="92075" tIns="46038" rIns="92075" bIns="46038">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effectLst/>
                <a:uLnTx/>
                <a:uFillTx/>
              </a:rPr>
              <a:t>Low</a:t>
            </a:r>
          </a:p>
        </p:txBody>
      </p:sp>
      <p:sp>
        <p:nvSpPr>
          <p:cNvPr id="23" name="Rectangle 22">
            <a:extLst>
              <a:ext uri="{FF2B5EF4-FFF2-40B4-BE49-F238E27FC236}">
                <a16:creationId xmlns:a16="http://schemas.microsoft.com/office/drawing/2014/main" id="{CF1F5AD6-3B5B-FCD9-85E0-CB80FA6291E9}"/>
              </a:ext>
            </a:extLst>
          </p:cNvPr>
          <p:cNvSpPr/>
          <p:nvPr/>
        </p:nvSpPr>
        <p:spPr bwMode="auto">
          <a:xfrm>
            <a:off x="2675320" y="2069279"/>
            <a:ext cx="3828510" cy="1724039"/>
          </a:xfrm>
          <a:prstGeom prst="rect">
            <a:avLst/>
          </a:prstGeom>
          <a:solidFill>
            <a:schemeClr val="accent5">
              <a:lumMod val="20000"/>
              <a:lumOff val="80000"/>
            </a:schemeClr>
          </a:solidFill>
          <a:ln>
            <a:noFill/>
          </a:ln>
        </p:spPr>
        <p:txBody>
          <a:bodyPr rot="0" spcFirstLastPara="0" vertOverflow="overflow" horzOverflow="overflow" vert="horz" wrap="square" lIns="91428" tIns="45715" rIns="91428" bIns="45715" numCol="1" spcCol="0" rtlCol="0" fromWordArt="0" anchor="ctr" anchorCtr="0" forceAA="0" compatLnSpc="1">
            <a:prstTxWarp prst="textNoShape">
              <a:avLst/>
            </a:prstTxWarp>
            <a:noAutofit/>
          </a:bodyPr>
          <a:lstStyle/>
          <a:p>
            <a:pPr algn="ctr" defTabSz="623853" fontAlgn="base">
              <a:spcBef>
                <a:spcPts val="600"/>
              </a:spcBef>
              <a:spcAft>
                <a:spcPts val="600"/>
              </a:spcAft>
              <a:buClr>
                <a:srgbClr val="000000"/>
              </a:buClr>
            </a:pPr>
            <a:r>
              <a:rPr lang="en-US" sz="1400" b="1" kern="0" dirty="0">
                <a:cs typeface="Times New Roman" pitchFamily="18" charset="0"/>
              </a:rPr>
              <a:t>Simple + Low reliability </a:t>
            </a:r>
          </a:p>
        </p:txBody>
      </p:sp>
      <p:sp>
        <p:nvSpPr>
          <p:cNvPr id="24" name="Rectangle 23">
            <a:extLst>
              <a:ext uri="{FF2B5EF4-FFF2-40B4-BE49-F238E27FC236}">
                <a16:creationId xmlns:a16="http://schemas.microsoft.com/office/drawing/2014/main" id="{2A07DE8A-6A3F-EFB7-4C6F-A90861C91C74}"/>
              </a:ext>
            </a:extLst>
          </p:cNvPr>
          <p:cNvSpPr/>
          <p:nvPr/>
        </p:nvSpPr>
        <p:spPr bwMode="auto">
          <a:xfrm>
            <a:off x="6549694" y="2069279"/>
            <a:ext cx="3828510" cy="1724039"/>
          </a:xfrm>
          <a:prstGeom prst="rect">
            <a:avLst/>
          </a:prstGeom>
          <a:solidFill>
            <a:schemeClr val="accent4">
              <a:lumMod val="20000"/>
              <a:lumOff val="80000"/>
            </a:schemeClr>
          </a:solidFill>
          <a:ln>
            <a:noFill/>
          </a:ln>
        </p:spPr>
        <p:txBody>
          <a:bodyPr rot="0" spcFirstLastPara="0" vertOverflow="overflow" horzOverflow="overflow" vert="horz" wrap="square" lIns="91428" tIns="45715" rIns="91428" bIns="45715" numCol="1" spcCol="0" rtlCol="0" fromWordArt="0" anchor="ctr" anchorCtr="0" forceAA="0" compatLnSpc="1">
            <a:prstTxWarp prst="textNoShape">
              <a:avLst/>
            </a:prstTxWarp>
            <a:noAutofit/>
          </a:bodyPr>
          <a:lstStyle/>
          <a:p>
            <a:pPr algn="ctr" defTabSz="623853" fontAlgn="base">
              <a:spcBef>
                <a:spcPts val="600"/>
              </a:spcBef>
              <a:spcAft>
                <a:spcPts val="600"/>
              </a:spcAft>
              <a:buClr>
                <a:srgbClr val="000000"/>
              </a:buClr>
            </a:pPr>
            <a:r>
              <a:rPr lang="en-US" sz="1400" b="1" kern="0" dirty="0">
                <a:cs typeface="Times New Roman" pitchFamily="18" charset="0"/>
              </a:rPr>
              <a:t>Simple + High reliability </a:t>
            </a:r>
          </a:p>
        </p:txBody>
      </p:sp>
      <p:sp>
        <p:nvSpPr>
          <p:cNvPr id="25" name="Rectangle 24">
            <a:extLst>
              <a:ext uri="{FF2B5EF4-FFF2-40B4-BE49-F238E27FC236}">
                <a16:creationId xmlns:a16="http://schemas.microsoft.com/office/drawing/2014/main" id="{A40A7382-BC8F-9423-7467-F746B44DB61B}"/>
              </a:ext>
            </a:extLst>
          </p:cNvPr>
          <p:cNvSpPr/>
          <p:nvPr/>
        </p:nvSpPr>
        <p:spPr bwMode="auto">
          <a:xfrm>
            <a:off x="2675320" y="3836305"/>
            <a:ext cx="3828510" cy="1724039"/>
          </a:xfrm>
          <a:prstGeom prst="rect">
            <a:avLst/>
          </a:prstGeom>
          <a:solidFill>
            <a:schemeClr val="accent6">
              <a:lumMod val="20000"/>
              <a:lumOff val="80000"/>
            </a:schemeClr>
          </a:solidFill>
          <a:ln>
            <a:noFill/>
          </a:ln>
        </p:spPr>
        <p:txBody>
          <a:bodyPr rot="0" spcFirstLastPara="0" vertOverflow="overflow" horzOverflow="overflow" vert="horz" wrap="square" lIns="91428" tIns="45715" rIns="91428" bIns="45715" numCol="1" spcCol="0" rtlCol="0" fromWordArt="0" anchor="ctr" anchorCtr="0" forceAA="0" compatLnSpc="1">
            <a:prstTxWarp prst="textNoShape">
              <a:avLst/>
            </a:prstTxWarp>
            <a:noAutofit/>
          </a:bodyPr>
          <a:lstStyle/>
          <a:p>
            <a:pPr algn="ctr" defTabSz="623853" fontAlgn="base">
              <a:spcBef>
                <a:spcPts val="600"/>
              </a:spcBef>
              <a:spcAft>
                <a:spcPts val="600"/>
              </a:spcAft>
              <a:buClr>
                <a:srgbClr val="000000"/>
              </a:buClr>
            </a:pPr>
            <a:r>
              <a:rPr lang="en-US" sz="1400" b="1" kern="0" dirty="0">
                <a:cs typeface="Times New Roman" pitchFamily="18" charset="0"/>
              </a:rPr>
              <a:t>Complex + Low reliability </a:t>
            </a:r>
          </a:p>
        </p:txBody>
      </p:sp>
      <p:sp>
        <p:nvSpPr>
          <p:cNvPr id="26" name="Rectangle 25">
            <a:extLst>
              <a:ext uri="{FF2B5EF4-FFF2-40B4-BE49-F238E27FC236}">
                <a16:creationId xmlns:a16="http://schemas.microsoft.com/office/drawing/2014/main" id="{ECD623DD-ED93-B7B1-11AF-020313065FC3}"/>
              </a:ext>
            </a:extLst>
          </p:cNvPr>
          <p:cNvSpPr/>
          <p:nvPr/>
        </p:nvSpPr>
        <p:spPr bwMode="auto">
          <a:xfrm>
            <a:off x="6549694" y="3836303"/>
            <a:ext cx="3828510" cy="1724040"/>
          </a:xfrm>
          <a:prstGeom prst="rect">
            <a:avLst/>
          </a:prstGeom>
          <a:solidFill>
            <a:schemeClr val="accent5">
              <a:lumMod val="20000"/>
              <a:lumOff val="80000"/>
            </a:schemeClr>
          </a:solidFill>
          <a:ln>
            <a:noFill/>
          </a:ln>
        </p:spPr>
        <p:txBody>
          <a:bodyPr rot="0" spcFirstLastPara="0" vertOverflow="overflow" horzOverflow="overflow" vert="horz" wrap="square" lIns="91428" tIns="45715" rIns="91428" bIns="45715" numCol="1" spcCol="0" rtlCol="0" fromWordArt="0" anchor="ctr" anchorCtr="0" forceAA="0" compatLnSpc="1">
            <a:prstTxWarp prst="textNoShape">
              <a:avLst/>
            </a:prstTxWarp>
            <a:noAutofit/>
          </a:bodyPr>
          <a:lstStyle/>
          <a:p>
            <a:pPr algn="ctr" defTabSz="623853" fontAlgn="base">
              <a:spcBef>
                <a:spcPts val="600"/>
              </a:spcBef>
              <a:spcAft>
                <a:spcPts val="600"/>
              </a:spcAft>
              <a:buClr>
                <a:srgbClr val="000000"/>
              </a:buClr>
            </a:pPr>
            <a:r>
              <a:rPr lang="en-US" sz="1400" b="1" kern="0" dirty="0">
                <a:cs typeface="Times New Roman" pitchFamily="18" charset="0"/>
              </a:rPr>
              <a:t>Complex + High reliability </a:t>
            </a:r>
          </a:p>
        </p:txBody>
      </p:sp>
      <p:sp>
        <p:nvSpPr>
          <p:cNvPr id="30" name="Rectangle 38">
            <a:extLst>
              <a:ext uri="{FF2B5EF4-FFF2-40B4-BE49-F238E27FC236}">
                <a16:creationId xmlns:a16="http://schemas.microsoft.com/office/drawing/2014/main" id="{14883507-F669-1C1A-C0C9-006F2F7803F7}"/>
              </a:ext>
            </a:extLst>
          </p:cNvPr>
          <p:cNvSpPr>
            <a:spLocks noChangeArrowheads="1"/>
          </p:cNvSpPr>
          <p:nvPr>
            <p:custDataLst>
              <p:tags r:id="rId6"/>
            </p:custDataLst>
          </p:nvPr>
        </p:nvSpPr>
        <p:spPr bwMode="auto">
          <a:xfrm>
            <a:off x="1925111" y="2884503"/>
            <a:ext cx="528992" cy="277641"/>
          </a:xfrm>
          <a:prstGeom prst="rect">
            <a:avLst/>
          </a:prstGeom>
          <a:noFill/>
          <a:ln w="9525">
            <a:noFill/>
            <a:miter lim="800000"/>
            <a:headEnd/>
            <a:tailEnd/>
          </a:ln>
          <a:effectLst/>
        </p:spPr>
        <p:txBody>
          <a:bodyPr wrap="none" lIns="92075" tIns="46038" rIns="92075" bIns="46038">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effectLst/>
                <a:uLnTx/>
                <a:uFillTx/>
              </a:rPr>
              <a:t>High</a:t>
            </a:r>
          </a:p>
        </p:txBody>
      </p:sp>
      <p:sp>
        <p:nvSpPr>
          <p:cNvPr id="31" name="Rectangle 38">
            <a:extLst>
              <a:ext uri="{FF2B5EF4-FFF2-40B4-BE49-F238E27FC236}">
                <a16:creationId xmlns:a16="http://schemas.microsoft.com/office/drawing/2014/main" id="{0E07BA3E-2D67-BA95-69BB-7BE585A354B1}"/>
              </a:ext>
            </a:extLst>
          </p:cNvPr>
          <p:cNvSpPr>
            <a:spLocks noChangeArrowheads="1"/>
          </p:cNvSpPr>
          <p:nvPr>
            <p:custDataLst>
              <p:tags r:id="rId7"/>
            </p:custDataLst>
          </p:nvPr>
        </p:nvSpPr>
        <p:spPr bwMode="auto">
          <a:xfrm>
            <a:off x="8167280" y="5661347"/>
            <a:ext cx="528992" cy="277641"/>
          </a:xfrm>
          <a:prstGeom prst="rect">
            <a:avLst/>
          </a:prstGeom>
          <a:noFill/>
          <a:ln w="9525">
            <a:noFill/>
            <a:miter lim="800000"/>
            <a:headEnd/>
            <a:tailEnd/>
          </a:ln>
          <a:effectLst/>
        </p:spPr>
        <p:txBody>
          <a:bodyPr wrap="none" lIns="92075" tIns="46038" rIns="92075" bIns="46038">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effectLst/>
                <a:uLnTx/>
                <a:uFillTx/>
              </a:rPr>
              <a:t>High</a:t>
            </a:r>
          </a:p>
        </p:txBody>
      </p:sp>
      <p:cxnSp>
        <p:nvCxnSpPr>
          <p:cNvPr id="39" name="Straight Arrow Connector 38">
            <a:extLst>
              <a:ext uri="{FF2B5EF4-FFF2-40B4-BE49-F238E27FC236}">
                <a16:creationId xmlns:a16="http://schemas.microsoft.com/office/drawing/2014/main" id="{E6D2A59D-3C4F-857D-4796-1542E7CB0C07}"/>
              </a:ext>
            </a:extLst>
          </p:cNvPr>
          <p:cNvCxnSpPr/>
          <p:nvPr/>
        </p:nvCxnSpPr>
        <p:spPr>
          <a:xfrm>
            <a:off x="2675320" y="5560343"/>
            <a:ext cx="777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3E1DC71-8DEF-CEAD-4BD4-5BE14F897C84}"/>
              </a:ext>
            </a:extLst>
          </p:cNvPr>
          <p:cNvCxnSpPr>
            <a:cxnSpLocks/>
          </p:cNvCxnSpPr>
          <p:nvPr/>
        </p:nvCxnSpPr>
        <p:spPr>
          <a:xfrm flipV="1">
            <a:off x="2664590" y="2000249"/>
            <a:ext cx="0" cy="356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2D4B50FE-F276-8DB5-A9C0-3091504021B7}"/>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C032C0D5-97A6-07E4-87D4-AC376E727EE7}"/>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3667090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7785055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Lean methodology focuses on simplifying processes </a:t>
            </a:r>
            <a:endParaRPr lang="en-US" b="0" kern="0" dirty="0"/>
          </a:p>
        </p:txBody>
      </p:sp>
      <p:sp>
        <p:nvSpPr>
          <p:cNvPr id="2" name="Rectangle: Folded Corner 1">
            <a:extLst>
              <a:ext uri="{FF2B5EF4-FFF2-40B4-BE49-F238E27FC236}">
                <a16:creationId xmlns:a16="http://schemas.microsoft.com/office/drawing/2014/main" id="{4C204DE8-EEBE-C091-D52B-2DCC101A43E5}"/>
              </a:ext>
            </a:extLst>
          </p:cNvPr>
          <p:cNvSpPr/>
          <p:nvPr/>
        </p:nvSpPr>
        <p:spPr>
          <a:xfrm>
            <a:off x="4308764" y="2253237"/>
            <a:ext cx="3574472" cy="3763099"/>
          </a:xfrm>
          <a:prstGeom prst="foldedCorner">
            <a:avLst>
              <a:gd name="adj" fmla="val 10563"/>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a:extLst>
              <a:ext uri="{FF2B5EF4-FFF2-40B4-BE49-F238E27FC236}">
                <a16:creationId xmlns:a16="http://schemas.microsoft.com/office/drawing/2014/main" id="{7DCCCCC7-4E42-64CD-D7C4-678E88800F7F}"/>
              </a:ext>
            </a:extLst>
          </p:cNvPr>
          <p:cNvSpPr/>
          <p:nvPr/>
        </p:nvSpPr>
        <p:spPr bwMode="auto">
          <a:xfrm rot="11821990">
            <a:off x="6097739" y="2127793"/>
            <a:ext cx="35567" cy="324838"/>
          </a:xfrm>
          <a:prstGeom prst="triangl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0" scaled="1"/>
            <a:tileRect/>
          </a:gradFill>
          <a:ln>
            <a:no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solidFill>
                <a:srgbClr val="0C2870"/>
              </a:solidFill>
              <a:latin typeface="Arial" charset="0"/>
              <a:ea typeface="+mn-ea"/>
              <a:cs typeface="Times New Roman" pitchFamily="18" charset="0"/>
            </a:endParaRPr>
          </a:p>
        </p:txBody>
      </p:sp>
      <p:sp>
        <p:nvSpPr>
          <p:cNvPr id="5" name="Oval 4">
            <a:extLst>
              <a:ext uri="{FF2B5EF4-FFF2-40B4-BE49-F238E27FC236}">
                <a16:creationId xmlns:a16="http://schemas.microsoft.com/office/drawing/2014/main" id="{9D78B4D8-1D2B-1E62-391A-E4846567321E}"/>
              </a:ext>
            </a:extLst>
          </p:cNvPr>
          <p:cNvSpPr/>
          <p:nvPr/>
        </p:nvSpPr>
        <p:spPr bwMode="auto">
          <a:xfrm>
            <a:off x="6088650" y="1957867"/>
            <a:ext cx="182881" cy="182881"/>
          </a:xfrm>
          <a:prstGeom prst="ellipse">
            <a:avLst/>
          </a:prstGeom>
          <a:solidFill>
            <a:schemeClr val="accent1"/>
          </a:solidFill>
          <a:ln>
            <a:noFill/>
          </a:ln>
          <a:effectLst/>
          <a:scene3d>
            <a:camera prst="orthographicFront">
              <a:rot lat="0" lon="0" rev="0"/>
            </a:camera>
            <a:lightRig rig="balanced" dir="t">
              <a:rot lat="0" lon="0" rev="8700000"/>
            </a:lightRig>
          </a:scene3d>
          <a:sp3d>
            <a:bevelT w="190500" h="38100"/>
          </a:sp3d>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solidFill>
                <a:srgbClr val="0C2870"/>
              </a:solidFill>
              <a:latin typeface="Arial" charset="0"/>
              <a:ea typeface="+mn-ea"/>
              <a:cs typeface="Times New Roman" pitchFamily="18" charset="0"/>
            </a:endParaRPr>
          </a:p>
        </p:txBody>
      </p:sp>
      <p:sp>
        <p:nvSpPr>
          <p:cNvPr id="6" name="TextBox 5">
            <a:extLst>
              <a:ext uri="{FF2B5EF4-FFF2-40B4-BE49-F238E27FC236}">
                <a16:creationId xmlns:a16="http://schemas.microsoft.com/office/drawing/2014/main" id="{86924E65-1B5D-9E20-E9F1-E8A20C68779C}"/>
              </a:ext>
            </a:extLst>
          </p:cNvPr>
          <p:cNvSpPr txBox="1"/>
          <p:nvPr/>
        </p:nvSpPr>
        <p:spPr>
          <a:xfrm>
            <a:off x="4484435" y="2611292"/>
            <a:ext cx="3223131" cy="3046988"/>
          </a:xfrm>
          <a:prstGeom prst="rect">
            <a:avLst/>
          </a:prstGeom>
          <a:noFill/>
        </p:spPr>
        <p:txBody>
          <a:bodyPr wrap="square" rtlCol="0" anchor="ctr">
            <a:spAutoFit/>
          </a:bodyPr>
          <a:lstStyle/>
          <a:p>
            <a:r>
              <a:rPr lang="en-US" sz="1600" b="1" dirty="0"/>
              <a:t>Lean is a structured approach focusing on simplifying processes by eliminating the tasks that don’t bring value to the end customer.</a:t>
            </a:r>
          </a:p>
          <a:p>
            <a:endParaRPr lang="en-US" sz="1600" b="1" dirty="0"/>
          </a:p>
          <a:p>
            <a:r>
              <a:rPr lang="en-US" sz="1600" b="1" dirty="0"/>
              <a:t>This approach was mostly derived from the Toyota Production System (TPS) in the beginning of the 20th century and identified as "lean" only in the 1990s</a:t>
            </a:r>
          </a:p>
        </p:txBody>
      </p:sp>
      <p:sp>
        <p:nvSpPr>
          <p:cNvPr id="7" name="Footer Placeholder 6">
            <a:extLst>
              <a:ext uri="{FF2B5EF4-FFF2-40B4-BE49-F238E27FC236}">
                <a16:creationId xmlns:a16="http://schemas.microsoft.com/office/drawing/2014/main" id="{220BC921-C264-065B-F7CC-069AD1EC6D92}"/>
              </a:ext>
            </a:extLst>
          </p:cNvPr>
          <p:cNvSpPr>
            <a:spLocks noGrp="1"/>
          </p:cNvSpPr>
          <p:nvPr>
            <p:ph type="ftr" sz="quarter" idx="3"/>
          </p:nvPr>
        </p:nvSpPr>
        <p:spPr/>
        <p:txBody>
          <a:bodyPr/>
          <a:lstStyle/>
          <a:p>
            <a:r>
              <a:rPr lang="en-US"/>
              <a:t>Domont Consulting</a:t>
            </a:r>
            <a:endParaRPr lang="en-US" dirty="0"/>
          </a:p>
        </p:txBody>
      </p:sp>
      <p:sp>
        <p:nvSpPr>
          <p:cNvPr id="8" name="Slide Number Placeholder 7">
            <a:extLst>
              <a:ext uri="{FF2B5EF4-FFF2-40B4-BE49-F238E27FC236}">
                <a16:creationId xmlns:a16="http://schemas.microsoft.com/office/drawing/2014/main" id="{44480107-0EB3-6D0C-7B27-E0595E3FB6CE}"/>
              </a:ext>
            </a:extLst>
          </p:cNvPr>
          <p:cNvSpPr>
            <a:spLocks noGrp="1"/>
          </p:cNvSpPr>
          <p:nvPr>
            <p:ph type="sldNum" sz="quarter" idx="4"/>
          </p:nvPr>
        </p:nvSpPr>
        <p:spPr/>
        <p:txBody>
          <a:bodyPr/>
          <a:lstStyle/>
          <a:p>
            <a:fld id="{37F5C94B-8C55-478B-B509-BAE6A06B2E2A}" type="slidenum">
              <a:rPr lang="en-US" smtClean="0"/>
              <a:pPr/>
              <a:t>7</a:t>
            </a:fld>
            <a:endParaRPr lang="en-US" dirty="0"/>
          </a:p>
        </p:txBody>
      </p:sp>
    </p:spTree>
    <p:extLst>
      <p:ext uri="{BB962C8B-B14F-4D97-AF65-F5344CB8AC3E}">
        <p14:creationId xmlns:p14="http://schemas.microsoft.com/office/powerpoint/2010/main" val="2911586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2612232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The objective of a Lean project is to eliminate 8 types of waste that can be easily remembered using the word “Downtime“ (1/2)</a:t>
            </a:r>
          </a:p>
        </p:txBody>
      </p:sp>
      <p:sp>
        <p:nvSpPr>
          <p:cNvPr id="7" name="Circle: Hollow 6">
            <a:extLst>
              <a:ext uri="{FF2B5EF4-FFF2-40B4-BE49-F238E27FC236}">
                <a16:creationId xmlns:a16="http://schemas.microsoft.com/office/drawing/2014/main" id="{648771DB-3209-3CD5-DAB7-67904E50D74B}"/>
              </a:ext>
            </a:extLst>
          </p:cNvPr>
          <p:cNvSpPr/>
          <p:nvPr/>
        </p:nvSpPr>
        <p:spPr>
          <a:xfrm>
            <a:off x="4329929" y="2434909"/>
            <a:ext cx="3268786" cy="3268787"/>
          </a:xfrm>
          <a:prstGeom prst="donut">
            <a:avLst>
              <a:gd name="adj" fmla="val 4964"/>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Oval 7">
            <a:extLst>
              <a:ext uri="{FF2B5EF4-FFF2-40B4-BE49-F238E27FC236}">
                <a16:creationId xmlns:a16="http://schemas.microsoft.com/office/drawing/2014/main" id="{E40C29BB-CC6A-126C-6F5A-C31EA38B36E4}"/>
              </a:ext>
            </a:extLst>
          </p:cNvPr>
          <p:cNvSpPr/>
          <p:nvPr/>
        </p:nvSpPr>
        <p:spPr>
          <a:xfrm>
            <a:off x="5515053" y="2155397"/>
            <a:ext cx="828357" cy="82835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184BDB92-4BFE-6E35-B75D-38EF48A6DA10}"/>
              </a:ext>
            </a:extLst>
          </p:cNvPr>
          <p:cNvSpPr/>
          <p:nvPr/>
        </p:nvSpPr>
        <p:spPr>
          <a:xfrm>
            <a:off x="5515053" y="5162802"/>
            <a:ext cx="828357" cy="82835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3BEB32AE-6C2A-DB0D-9165-CD972429203B}"/>
              </a:ext>
            </a:extLst>
          </p:cNvPr>
          <p:cNvSpPr/>
          <p:nvPr/>
        </p:nvSpPr>
        <p:spPr>
          <a:xfrm>
            <a:off x="4434626" y="2569575"/>
            <a:ext cx="828357" cy="82835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9863C0F1-3E1E-0458-448B-699A4C2321F1}"/>
              </a:ext>
            </a:extLst>
          </p:cNvPr>
          <p:cNvSpPr/>
          <p:nvPr/>
        </p:nvSpPr>
        <p:spPr>
          <a:xfrm>
            <a:off x="6748814" y="2569575"/>
            <a:ext cx="828357" cy="82835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6A5C94F4-F2DC-7CAE-5C33-63080BE23A87}"/>
              </a:ext>
            </a:extLst>
          </p:cNvPr>
          <p:cNvSpPr/>
          <p:nvPr/>
        </p:nvSpPr>
        <p:spPr>
          <a:xfrm>
            <a:off x="4434626" y="4748624"/>
            <a:ext cx="828357" cy="82835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7A85A75B-2075-C4ED-EBC7-826333EB0C8B}"/>
              </a:ext>
            </a:extLst>
          </p:cNvPr>
          <p:cNvSpPr/>
          <p:nvPr/>
        </p:nvSpPr>
        <p:spPr>
          <a:xfrm>
            <a:off x="6748814" y="4748624"/>
            <a:ext cx="828357" cy="82835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D065F98E-FBFC-5B71-7AE2-0664DB0D64A0}"/>
              </a:ext>
            </a:extLst>
          </p:cNvPr>
          <p:cNvSpPr/>
          <p:nvPr/>
        </p:nvSpPr>
        <p:spPr>
          <a:xfrm>
            <a:off x="4009964" y="3655124"/>
            <a:ext cx="828357" cy="82835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68FE87A9-E0DA-76F3-2CDC-2FE58AA95B31}"/>
              </a:ext>
            </a:extLst>
          </p:cNvPr>
          <p:cNvSpPr/>
          <p:nvPr/>
        </p:nvSpPr>
        <p:spPr>
          <a:xfrm>
            <a:off x="7152897" y="3655124"/>
            <a:ext cx="828357" cy="828357"/>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2DA04BBF-AD45-3824-3C84-EFF54A826016}"/>
              </a:ext>
            </a:extLst>
          </p:cNvPr>
          <p:cNvSpPr txBox="1"/>
          <p:nvPr/>
        </p:nvSpPr>
        <p:spPr>
          <a:xfrm>
            <a:off x="5465137" y="1750987"/>
            <a:ext cx="966931" cy="369332"/>
          </a:xfrm>
          <a:prstGeom prst="rect">
            <a:avLst/>
          </a:prstGeom>
          <a:noFill/>
        </p:spPr>
        <p:txBody>
          <a:bodyPr wrap="none" rtlCol="0">
            <a:spAutoFit/>
          </a:bodyPr>
          <a:lstStyle/>
          <a:p>
            <a:r>
              <a:rPr lang="en-US" b="1" dirty="0">
                <a:solidFill>
                  <a:schemeClr val="accent2"/>
                </a:solidFill>
              </a:rPr>
              <a:t>D</a:t>
            </a:r>
            <a:r>
              <a:rPr lang="en-US" dirty="0"/>
              <a:t>efects</a:t>
            </a:r>
          </a:p>
        </p:txBody>
      </p:sp>
      <p:sp>
        <p:nvSpPr>
          <p:cNvPr id="19" name="TextBox 18">
            <a:extLst>
              <a:ext uri="{FF2B5EF4-FFF2-40B4-BE49-F238E27FC236}">
                <a16:creationId xmlns:a16="http://schemas.microsoft.com/office/drawing/2014/main" id="{D66ED2EC-9605-D306-E65E-20106CDBE4B1}"/>
              </a:ext>
            </a:extLst>
          </p:cNvPr>
          <p:cNvSpPr txBox="1"/>
          <p:nvPr/>
        </p:nvSpPr>
        <p:spPr>
          <a:xfrm>
            <a:off x="7598715" y="2653748"/>
            <a:ext cx="1762021" cy="369332"/>
          </a:xfrm>
          <a:prstGeom prst="rect">
            <a:avLst/>
          </a:prstGeom>
          <a:noFill/>
        </p:spPr>
        <p:txBody>
          <a:bodyPr wrap="none" rtlCol="0">
            <a:spAutoFit/>
          </a:bodyPr>
          <a:lstStyle/>
          <a:p>
            <a:r>
              <a:rPr lang="en-US" b="1" dirty="0">
                <a:solidFill>
                  <a:schemeClr val="accent2"/>
                </a:solidFill>
              </a:rPr>
              <a:t>O</a:t>
            </a:r>
            <a:r>
              <a:rPr lang="en-US" dirty="0"/>
              <a:t>verproduction</a:t>
            </a:r>
          </a:p>
        </p:txBody>
      </p:sp>
      <p:sp>
        <p:nvSpPr>
          <p:cNvPr id="20" name="TextBox 19">
            <a:extLst>
              <a:ext uri="{FF2B5EF4-FFF2-40B4-BE49-F238E27FC236}">
                <a16:creationId xmlns:a16="http://schemas.microsoft.com/office/drawing/2014/main" id="{8B724FAD-AD5E-55FE-0F49-C8501462FCBA}"/>
              </a:ext>
            </a:extLst>
          </p:cNvPr>
          <p:cNvSpPr txBox="1"/>
          <p:nvPr/>
        </p:nvSpPr>
        <p:spPr>
          <a:xfrm>
            <a:off x="8017796" y="3866157"/>
            <a:ext cx="945515" cy="369332"/>
          </a:xfrm>
          <a:prstGeom prst="rect">
            <a:avLst/>
          </a:prstGeom>
          <a:noFill/>
        </p:spPr>
        <p:txBody>
          <a:bodyPr wrap="none" rtlCol="0">
            <a:spAutoFit/>
          </a:bodyPr>
          <a:lstStyle/>
          <a:p>
            <a:r>
              <a:rPr lang="en-US" b="1" dirty="0">
                <a:solidFill>
                  <a:schemeClr val="accent2"/>
                </a:solidFill>
              </a:rPr>
              <a:t>W</a:t>
            </a:r>
            <a:r>
              <a:rPr lang="en-US" dirty="0"/>
              <a:t>aiting</a:t>
            </a:r>
          </a:p>
        </p:txBody>
      </p:sp>
      <p:sp>
        <p:nvSpPr>
          <p:cNvPr id="21" name="TextBox 20">
            <a:extLst>
              <a:ext uri="{FF2B5EF4-FFF2-40B4-BE49-F238E27FC236}">
                <a16:creationId xmlns:a16="http://schemas.microsoft.com/office/drawing/2014/main" id="{51E879CC-8188-0C2A-DDCD-63AA8F5E6575}"/>
              </a:ext>
            </a:extLst>
          </p:cNvPr>
          <p:cNvSpPr txBox="1"/>
          <p:nvPr/>
        </p:nvSpPr>
        <p:spPr>
          <a:xfrm>
            <a:off x="7718475" y="4978136"/>
            <a:ext cx="2031325" cy="369332"/>
          </a:xfrm>
          <a:prstGeom prst="rect">
            <a:avLst/>
          </a:prstGeom>
          <a:noFill/>
        </p:spPr>
        <p:txBody>
          <a:bodyPr wrap="none" rtlCol="0">
            <a:spAutoFit/>
          </a:bodyPr>
          <a:lstStyle/>
          <a:p>
            <a:r>
              <a:rPr lang="en-US" b="1" dirty="0">
                <a:solidFill>
                  <a:schemeClr val="accent2"/>
                </a:solidFill>
              </a:rPr>
              <a:t>N</a:t>
            </a:r>
            <a:r>
              <a:rPr lang="en-US" dirty="0"/>
              <a:t>on-utilized talent</a:t>
            </a:r>
          </a:p>
        </p:txBody>
      </p:sp>
      <p:sp>
        <p:nvSpPr>
          <p:cNvPr id="22" name="TextBox 21">
            <a:extLst>
              <a:ext uri="{FF2B5EF4-FFF2-40B4-BE49-F238E27FC236}">
                <a16:creationId xmlns:a16="http://schemas.microsoft.com/office/drawing/2014/main" id="{9704F48A-C846-3ED1-F11B-882E1A81E637}"/>
              </a:ext>
            </a:extLst>
          </p:cNvPr>
          <p:cNvSpPr txBox="1"/>
          <p:nvPr/>
        </p:nvSpPr>
        <p:spPr>
          <a:xfrm>
            <a:off x="5252742" y="5968839"/>
            <a:ext cx="1663662" cy="369332"/>
          </a:xfrm>
          <a:prstGeom prst="rect">
            <a:avLst/>
          </a:prstGeom>
          <a:noFill/>
        </p:spPr>
        <p:txBody>
          <a:bodyPr wrap="none" rtlCol="0">
            <a:spAutoFit/>
          </a:bodyPr>
          <a:lstStyle/>
          <a:p>
            <a:pPr algn="ctr"/>
            <a:r>
              <a:rPr lang="en-US" b="1" dirty="0">
                <a:solidFill>
                  <a:schemeClr val="accent2"/>
                </a:solidFill>
              </a:rPr>
              <a:t>T</a:t>
            </a:r>
            <a:r>
              <a:rPr lang="en-US" dirty="0"/>
              <a:t>ransportation</a:t>
            </a:r>
          </a:p>
        </p:txBody>
      </p:sp>
      <p:sp>
        <p:nvSpPr>
          <p:cNvPr id="23" name="TextBox 22">
            <a:extLst>
              <a:ext uri="{FF2B5EF4-FFF2-40B4-BE49-F238E27FC236}">
                <a16:creationId xmlns:a16="http://schemas.microsoft.com/office/drawing/2014/main" id="{D6E3542E-78CB-93B6-74CA-76AB958B22BC}"/>
              </a:ext>
            </a:extLst>
          </p:cNvPr>
          <p:cNvSpPr txBox="1"/>
          <p:nvPr/>
        </p:nvSpPr>
        <p:spPr>
          <a:xfrm>
            <a:off x="2466368" y="2653748"/>
            <a:ext cx="1915909" cy="369332"/>
          </a:xfrm>
          <a:prstGeom prst="rect">
            <a:avLst/>
          </a:prstGeom>
          <a:noFill/>
        </p:spPr>
        <p:txBody>
          <a:bodyPr wrap="none" rtlCol="0">
            <a:spAutoFit/>
          </a:bodyPr>
          <a:lstStyle/>
          <a:p>
            <a:pPr algn="r"/>
            <a:r>
              <a:rPr lang="en-US" b="1" dirty="0">
                <a:solidFill>
                  <a:schemeClr val="accent2"/>
                </a:solidFill>
              </a:rPr>
              <a:t>E</a:t>
            </a:r>
            <a:r>
              <a:rPr lang="en-US" dirty="0"/>
              <a:t>xtra-processing</a:t>
            </a:r>
          </a:p>
        </p:txBody>
      </p:sp>
      <p:sp>
        <p:nvSpPr>
          <p:cNvPr id="24" name="TextBox 23">
            <a:extLst>
              <a:ext uri="{FF2B5EF4-FFF2-40B4-BE49-F238E27FC236}">
                <a16:creationId xmlns:a16="http://schemas.microsoft.com/office/drawing/2014/main" id="{C77BB92C-6E48-B7E0-5A97-AF8FCD66D5A6}"/>
              </a:ext>
            </a:extLst>
          </p:cNvPr>
          <p:cNvSpPr txBox="1"/>
          <p:nvPr/>
        </p:nvSpPr>
        <p:spPr>
          <a:xfrm>
            <a:off x="3094308" y="3866157"/>
            <a:ext cx="877163" cy="369332"/>
          </a:xfrm>
          <a:prstGeom prst="rect">
            <a:avLst/>
          </a:prstGeom>
          <a:noFill/>
        </p:spPr>
        <p:txBody>
          <a:bodyPr wrap="none" rtlCol="0">
            <a:spAutoFit/>
          </a:bodyPr>
          <a:lstStyle/>
          <a:p>
            <a:pPr algn="r"/>
            <a:r>
              <a:rPr lang="en-US" b="1" dirty="0">
                <a:solidFill>
                  <a:schemeClr val="accent2"/>
                </a:solidFill>
              </a:rPr>
              <a:t>M</a:t>
            </a:r>
            <a:r>
              <a:rPr lang="en-US" dirty="0"/>
              <a:t>otion</a:t>
            </a:r>
          </a:p>
        </p:txBody>
      </p:sp>
      <p:sp>
        <p:nvSpPr>
          <p:cNvPr id="25" name="TextBox 24">
            <a:extLst>
              <a:ext uri="{FF2B5EF4-FFF2-40B4-BE49-F238E27FC236}">
                <a16:creationId xmlns:a16="http://schemas.microsoft.com/office/drawing/2014/main" id="{DB46F967-E895-43D3-0C4D-59D2ECD022C6}"/>
              </a:ext>
            </a:extLst>
          </p:cNvPr>
          <p:cNvSpPr txBox="1"/>
          <p:nvPr/>
        </p:nvSpPr>
        <p:spPr>
          <a:xfrm>
            <a:off x="3248633" y="4978136"/>
            <a:ext cx="1133644" cy="369332"/>
          </a:xfrm>
          <a:prstGeom prst="rect">
            <a:avLst/>
          </a:prstGeom>
          <a:noFill/>
        </p:spPr>
        <p:txBody>
          <a:bodyPr wrap="none" rtlCol="0">
            <a:spAutoFit/>
          </a:bodyPr>
          <a:lstStyle/>
          <a:p>
            <a:pPr algn="r"/>
            <a:r>
              <a:rPr lang="en-US" b="1" dirty="0">
                <a:solidFill>
                  <a:schemeClr val="accent2"/>
                </a:solidFill>
              </a:rPr>
              <a:t>I</a:t>
            </a:r>
            <a:r>
              <a:rPr lang="en-US" dirty="0"/>
              <a:t>nventory</a:t>
            </a:r>
          </a:p>
        </p:txBody>
      </p:sp>
      <p:sp>
        <p:nvSpPr>
          <p:cNvPr id="26" name="TextBox 25">
            <a:extLst>
              <a:ext uri="{FF2B5EF4-FFF2-40B4-BE49-F238E27FC236}">
                <a16:creationId xmlns:a16="http://schemas.microsoft.com/office/drawing/2014/main" id="{8D448D5E-8CF0-224D-D7C4-5DEFBC909935}"/>
              </a:ext>
            </a:extLst>
          </p:cNvPr>
          <p:cNvSpPr txBox="1"/>
          <p:nvPr/>
        </p:nvSpPr>
        <p:spPr>
          <a:xfrm>
            <a:off x="5048876" y="3842446"/>
            <a:ext cx="1893467" cy="461665"/>
          </a:xfrm>
          <a:prstGeom prst="rect">
            <a:avLst/>
          </a:prstGeom>
          <a:noFill/>
        </p:spPr>
        <p:txBody>
          <a:bodyPr wrap="none" rtlCol="0" anchor="ctr">
            <a:spAutoFit/>
          </a:bodyPr>
          <a:lstStyle/>
          <a:p>
            <a:pPr algn="ctr"/>
            <a:r>
              <a:rPr lang="en-US" sz="2400" b="1" dirty="0"/>
              <a:t>DOWNTIME</a:t>
            </a:r>
          </a:p>
        </p:txBody>
      </p:sp>
      <p:pic>
        <p:nvPicPr>
          <p:cNvPr id="61" name="Graphic 60" descr="Group of men with solid fill">
            <a:extLst>
              <a:ext uri="{FF2B5EF4-FFF2-40B4-BE49-F238E27FC236}">
                <a16:creationId xmlns:a16="http://schemas.microsoft.com/office/drawing/2014/main" id="{6D0E1EC9-3D88-2B68-F169-3BF09670635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66331" y="4890146"/>
            <a:ext cx="587216" cy="587216"/>
          </a:xfrm>
          <a:prstGeom prst="rect">
            <a:avLst/>
          </a:prstGeom>
        </p:spPr>
      </p:pic>
      <p:pic>
        <p:nvPicPr>
          <p:cNvPr id="63" name="Graphic 62" descr="Inventory with solid fill">
            <a:extLst>
              <a:ext uri="{FF2B5EF4-FFF2-40B4-BE49-F238E27FC236}">
                <a16:creationId xmlns:a16="http://schemas.microsoft.com/office/drawing/2014/main" id="{4BD76DE5-51E5-8165-38C1-CC7C60DD845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15523" y="4827282"/>
            <a:ext cx="627220" cy="627220"/>
          </a:xfrm>
          <a:prstGeom prst="rect">
            <a:avLst/>
          </a:prstGeom>
        </p:spPr>
      </p:pic>
      <p:pic>
        <p:nvPicPr>
          <p:cNvPr id="65" name="Graphic 64" descr="Bad Inventory with solid fill">
            <a:extLst>
              <a:ext uri="{FF2B5EF4-FFF2-40B4-BE49-F238E27FC236}">
                <a16:creationId xmlns:a16="http://schemas.microsoft.com/office/drawing/2014/main" id="{552F3979-31D7-7B88-7507-929BBC4D6BF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873462" y="2681278"/>
            <a:ext cx="562674" cy="562674"/>
          </a:xfrm>
          <a:prstGeom prst="rect">
            <a:avLst/>
          </a:prstGeom>
        </p:spPr>
      </p:pic>
      <p:pic>
        <p:nvPicPr>
          <p:cNvPr id="67" name="Graphic 66" descr="Stopwatch 66% with solid fill">
            <a:extLst>
              <a:ext uri="{FF2B5EF4-FFF2-40B4-BE49-F238E27FC236}">
                <a16:creationId xmlns:a16="http://schemas.microsoft.com/office/drawing/2014/main" id="{58F34FE7-E54C-46FE-1392-B9BC4453600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233955" y="3736959"/>
            <a:ext cx="666240" cy="666240"/>
          </a:xfrm>
          <a:prstGeom prst="rect">
            <a:avLst/>
          </a:prstGeom>
        </p:spPr>
      </p:pic>
      <p:pic>
        <p:nvPicPr>
          <p:cNvPr id="69" name="Graphic 68" descr="Chevron arrows with solid fill">
            <a:extLst>
              <a:ext uri="{FF2B5EF4-FFF2-40B4-BE49-F238E27FC236}">
                <a16:creationId xmlns:a16="http://schemas.microsoft.com/office/drawing/2014/main" id="{B127CAC8-CF1B-A051-EAA7-F99FF6E615A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171295" y="3811713"/>
            <a:ext cx="526662" cy="526662"/>
          </a:xfrm>
          <a:prstGeom prst="rect">
            <a:avLst/>
          </a:prstGeom>
        </p:spPr>
      </p:pic>
      <p:pic>
        <p:nvPicPr>
          <p:cNvPr id="71" name="Graphic 70" descr="Truck with solid fill">
            <a:extLst>
              <a:ext uri="{FF2B5EF4-FFF2-40B4-BE49-F238E27FC236}">
                <a16:creationId xmlns:a16="http://schemas.microsoft.com/office/drawing/2014/main" id="{D80F6173-0F84-B55C-5AB2-7A27FEFF376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657085" y="5307450"/>
            <a:ext cx="605893" cy="605893"/>
          </a:xfrm>
          <a:prstGeom prst="rect">
            <a:avLst/>
          </a:prstGeom>
        </p:spPr>
      </p:pic>
      <p:pic>
        <p:nvPicPr>
          <p:cNvPr id="73" name="Graphic 72" descr="Workflow with solid fill">
            <a:extLst>
              <a:ext uri="{FF2B5EF4-FFF2-40B4-BE49-F238E27FC236}">
                <a16:creationId xmlns:a16="http://schemas.microsoft.com/office/drawing/2014/main" id="{50B42072-2901-46BC-97D3-EDD3C1A0983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552499" y="2672027"/>
            <a:ext cx="633582" cy="633582"/>
          </a:xfrm>
          <a:prstGeom prst="rect">
            <a:avLst/>
          </a:prstGeom>
        </p:spPr>
      </p:pic>
      <p:pic>
        <p:nvPicPr>
          <p:cNvPr id="75" name="Graphic 74" descr="Clipboard Partially Crossed with solid fill">
            <a:extLst>
              <a:ext uri="{FF2B5EF4-FFF2-40B4-BE49-F238E27FC236}">
                <a16:creationId xmlns:a16="http://schemas.microsoft.com/office/drawing/2014/main" id="{EB56574F-DB6A-BF67-1A43-F76756029E8C}"/>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5625933" y="2241820"/>
            <a:ext cx="642248" cy="642248"/>
          </a:xfrm>
          <a:prstGeom prst="rect">
            <a:avLst/>
          </a:prstGeom>
        </p:spPr>
      </p:pic>
      <p:sp>
        <p:nvSpPr>
          <p:cNvPr id="2" name="Footer Placeholder 1">
            <a:extLst>
              <a:ext uri="{FF2B5EF4-FFF2-40B4-BE49-F238E27FC236}">
                <a16:creationId xmlns:a16="http://schemas.microsoft.com/office/drawing/2014/main" id="{D96B2C1A-1253-925A-F322-AA7A2B3528F2}"/>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BCB2B683-7FD9-E108-4A15-4A261F7C68D8}"/>
              </a:ext>
            </a:extLst>
          </p:cNvPr>
          <p:cNvSpPr>
            <a:spLocks noGrp="1"/>
          </p:cNvSpPr>
          <p:nvPr>
            <p:ph type="sldNum" sz="quarter" idx="4"/>
          </p:nvPr>
        </p:nvSpPr>
        <p:spPr/>
        <p:txBody>
          <a:bodyPr/>
          <a:lstStyle/>
          <a:p>
            <a:fld id="{37F5C94B-8C55-478B-B509-BAE6A06B2E2A}" type="slidenum">
              <a:rPr lang="en-US" smtClean="0"/>
              <a:pPr/>
              <a:t>8</a:t>
            </a:fld>
            <a:endParaRPr lang="en-US" dirty="0"/>
          </a:p>
        </p:txBody>
      </p:sp>
    </p:spTree>
    <p:extLst>
      <p:ext uri="{BB962C8B-B14F-4D97-AF65-F5344CB8AC3E}">
        <p14:creationId xmlns:p14="http://schemas.microsoft.com/office/powerpoint/2010/main" val="1077540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1085603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The objective of a Lean project is to eliminate 8 types of waste that can be easily remembered using the word “Downtime“ (2/2)</a:t>
            </a:r>
            <a:endParaRPr lang="en-US" sz="2400" b="0" kern="0" dirty="0"/>
          </a:p>
        </p:txBody>
      </p:sp>
      <p:sp>
        <p:nvSpPr>
          <p:cNvPr id="39" name="TextBox 38">
            <a:extLst>
              <a:ext uri="{FF2B5EF4-FFF2-40B4-BE49-F238E27FC236}">
                <a16:creationId xmlns:a16="http://schemas.microsoft.com/office/drawing/2014/main" id="{541DCB69-418B-D554-5477-E6A89D8CAAE2}"/>
              </a:ext>
            </a:extLst>
          </p:cNvPr>
          <p:cNvSpPr txBox="1"/>
          <p:nvPr/>
        </p:nvSpPr>
        <p:spPr>
          <a:xfrm>
            <a:off x="661596" y="1958585"/>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p>
        </p:txBody>
      </p:sp>
      <p:sp>
        <p:nvSpPr>
          <p:cNvPr id="80" name="Rectangle 79">
            <a:extLst>
              <a:ext uri="{FF2B5EF4-FFF2-40B4-BE49-F238E27FC236}">
                <a16:creationId xmlns:a16="http://schemas.microsoft.com/office/drawing/2014/main" id="{7F8FF3DD-BFC1-CCB5-A97E-F9061B8F0330}"/>
              </a:ext>
            </a:extLst>
          </p:cNvPr>
          <p:cNvSpPr/>
          <p:nvPr/>
        </p:nvSpPr>
        <p:spPr>
          <a:xfrm>
            <a:off x="615876" y="1648073"/>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D</a:t>
            </a:r>
            <a:r>
              <a:rPr lang="en-US" sz="1300" b="1" dirty="0">
                <a:solidFill>
                  <a:schemeClr val="bg1"/>
                </a:solidFill>
              </a:rPr>
              <a:t>efects</a:t>
            </a:r>
          </a:p>
        </p:txBody>
      </p:sp>
      <p:sp>
        <p:nvSpPr>
          <p:cNvPr id="81" name="Rectangle 80">
            <a:extLst>
              <a:ext uri="{FF2B5EF4-FFF2-40B4-BE49-F238E27FC236}">
                <a16:creationId xmlns:a16="http://schemas.microsoft.com/office/drawing/2014/main" id="{E85534D3-7315-D2AE-5E56-D24AB8925BF9}"/>
              </a:ext>
            </a:extLst>
          </p:cNvPr>
          <p:cNvSpPr/>
          <p:nvPr/>
        </p:nvSpPr>
        <p:spPr>
          <a:xfrm>
            <a:off x="2133794" y="1648073"/>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23853">
              <a:spcBef>
                <a:spcPts val="600"/>
              </a:spcBef>
              <a:spcAft>
                <a:spcPts val="600"/>
              </a:spcAft>
              <a:buClr>
                <a:schemeClr val="tx2"/>
              </a:buClr>
            </a:pPr>
            <a:r>
              <a:rPr lang="en-US" sz="1400" dirty="0">
                <a:solidFill>
                  <a:schemeClr val="tx1"/>
                </a:solidFill>
                <a:cs typeface="Times New Roman" pitchFamily="18" charset="0"/>
              </a:rPr>
              <a:t>Making mistakes that cause products to fail customer requirements</a:t>
            </a:r>
          </a:p>
        </p:txBody>
      </p:sp>
      <p:pic>
        <p:nvPicPr>
          <p:cNvPr id="82" name="Graphic 81" descr="Clipboard Partially Crossed with solid fill">
            <a:extLst>
              <a:ext uri="{FF2B5EF4-FFF2-40B4-BE49-F238E27FC236}">
                <a16:creationId xmlns:a16="http://schemas.microsoft.com/office/drawing/2014/main" id="{AC997B5A-62C7-5C3D-2CB8-42DF374142C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6944" y="2015735"/>
            <a:ext cx="642248" cy="642248"/>
          </a:xfrm>
          <a:prstGeom prst="rect">
            <a:avLst/>
          </a:prstGeom>
        </p:spPr>
      </p:pic>
      <p:sp>
        <p:nvSpPr>
          <p:cNvPr id="87" name="TextBox 86">
            <a:extLst>
              <a:ext uri="{FF2B5EF4-FFF2-40B4-BE49-F238E27FC236}">
                <a16:creationId xmlns:a16="http://schemas.microsoft.com/office/drawing/2014/main" id="{2477B591-689F-4B86-F7FC-79FB196F9661}"/>
              </a:ext>
            </a:extLst>
          </p:cNvPr>
          <p:cNvSpPr txBox="1"/>
          <p:nvPr/>
        </p:nvSpPr>
        <p:spPr>
          <a:xfrm>
            <a:off x="6256220" y="1958585"/>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p>
        </p:txBody>
      </p:sp>
      <p:sp>
        <p:nvSpPr>
          <p:cNvPr id="88" name="Rectangle 87">
            <a:extLst>
              <a:ext uri="{FF2B5EF4-FFF2-40B4-BE49-F238E27FC236}">
                <a16:creationId xmlns:a16="http://schemas.microsoft.com/office/drawing/2014/main" id="{66CA859E-03D6-8BA9-D04C-11C043BB8AE8}"/>
              </a:ext>
            </a:extLst>
          </p:cNvPr>
          <p:cNvSpPr/>
          <p:nvPr/>
        </p:nvSpPr>
        <p:spPr>
          <a:xfrm>
            <a:off x="6210500" y="1648073"/>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T</a:t>
            </a:r>
            <a:r>
              <a:rPr lang="en-US" sz="1300" b="1" dirty="0">
                <a:solidFill>
                  <a:schemeClr val="bg1"/>
                </a:solidFill>
              </a:rPr>
              <a:t>ransportation</a:t>
            </a:r>
          </a:p>
        </p:txBody>
      </p:sp>
      <p:sp>
        <p:nvSpPr>
          <p:cNvPr id="89" name="Rectangle 88">
            <a:extLst>
              <a:ext uri="{FF2B5EF4-FFF2-40B4-BE49-F238E27FC236}">
                <a16:creationId xmlns:a16="http://schemas.microsoft.com/office/drawing/2014/main" id="{A5D7E154-191F-C05A-E376-F8A4DBAB57D5}"/>
              </a:ext>
            </a:extLst>
          </p:cNvPr>
          <p:cNvSpPr/>
          <p:nvPr/>
        </p:nvSpPr>
        <p:spPr>
          <a:xfrm>
            <a:off x="7720598" y="1648073"/>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23853">
              <a:spcBef>
                <a:spcPts val="600"/>
              </a:spcBef>
              <a:spcAft>
                <a:spcPts val="600"/>
              </a:spcAft>
              <a:buClr>
                <a:schemeClr val="tx2"/>
              </a:buClr>
            </a:pPr>
            <a:r>
              <a:rPr lang="en-US" sz="1400" dirty="0">
                <a:cs typeface="Times New Roman" pitchFamily="18" charset="0"/>
              </a:rPr>
              <a:t>Unnecessary movements of products and materials</a:t>
            </a:r>
          </a:p>
        </p:txBody>
      </p:sp>
      <p:sp>
        <p:nvSpPr>
          <p:cNvPr id="115" name="TextBox 114">
            <a:extLst>
              <a:ext uri="{FF2B5EF4-FFF2-40B4-BE49-F238E27FC236}">
                <a16:creationId xmlns:a16="http://schemas.microsoft.com/office/drawing/2014/main" id="{FE803C4E-B3CD-692E-FC3E-A6885507248B}"/>
              </a:ext>
            </a:extLst>
          </p:cNvPr>
          <p:cNvSpPr txBox="1"/>
          <p:nvPr/>
        </p:nvSpPr>
        <p:spPr>
          <a:xfrm>
            <a:off x="661596" y="3167958"/>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p>
        </p:txBody>
      </p:sp>
      <p:sp>
        <p:nvSpPr>
          <p:cNvPr id="116" name="Rectangle 115">
            <a:extLst>
              <a:ext uri="{FF2B5EF4-FFF2-40B4-BE49-F238E27FC236}">
                <a16:creationId xmlns:a16="http://schemas.microsoft.com/office/drawing/2014/main" id="{5E817DF8-F39C-2413-B406-C3C3FD838480}"/>
              </a:ext>
            </a:extLst>
          </p:cNvPr>
          <p:cNvSpPr/>
          <p:nvPr/>
        </p:nvSpPr>
        <p:spPr>
          <a:xfrm>
            <a:off x="615876" y="2857446"/>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O</a:t>
            </a:r>
            <a:r>
              <a:rPr lang="en-US" sz="1300" b="1" dirty="0">
                <a:solidFill>
                  <a:schemeClr val="bg1"/>
                </a:solidFill>
              </a:rPr>
              <a:t>verproduction</a:t>
            </a:r>
          </a:p>
        </p:txBody>
      </p:sp>
      <p:sp>
        <p:nvSpPr>
          <p:cNvPr id="117" name="Rectangle 116">
            <a:extLst>
              <a:ext uri="{FF2B5EF4-FFF2-40B4-BE49-F238E27FC236}">
                <a16:creationId xmlns:a16="http://schemas.microsoft.com/office/drawing/2014/main" id="{A631F197-2598-1FD6-9E15-8B45E689EDF4}"/>
              </a:ext>
            </a:extLst>
          </p:cNvPr>
          <p:cNvSpPr/>
          <p:nvPr/>
        </p:nvSpPr>
        <p:spPr>
          <a:xfrm>
            <a:off x="2133794" y="2857446"/>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23853">
              <a:spcBef>
                <a:spcPts val="600"/>
              </a:spcBef>
              <a:spcAft>
                <a:spcPts val="600"/>
              </a:spcAft>
              <a:buClr>
                <a:schemeClr val="tx2"/>
              </a:buClr>
            </a:pPr>
            <a:r>
              <a:rPr lang="en-US" sz="1400" dirty="0">
                <a:solidFill>
                  <a:schemeClr val="tx1"/>
                </a:solidFill>
                <a:cs typeface="Times New Roman" pitchFamily="18" charset="0"/>
              </a:rPr>
              <a:t>Making more than it is immediately required</a:t>
            </a:r>
          </a:p>
        </p:txBody>
      </p:sp>
      <p:sp>
        <p:nvSpPr>
          <p:cNvPr id="119" name="TextBox 118">
            <a:extLst>
              <a:ext uri="{FF2B5EF4-FFF2-40B4-BE49-F238E27FC236}">
                <a16:creationId xmlns:a16="http://schemas.microsoft.com/office/drawing/2014/main" id="{F10EEFFA-F061-276F-486F-B9C970177758}"/>
              </a:ext>
            </a:extLst>
          </p:cNvPr>
          <p:cNvSpPr txBox="1"/>
          <p:nvPr/>
        </p:nvSpPr>
        <p:spPr>
          <a:xfrm>
            <a:off x="6256220" y="3167958"/>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p>
        </p:txBody>
      </p:sp>
      <p:sp>
        <p:nvSpPr>
          <p:cNvPr id="120" name="Rectangle 119">
            <a:extLst>
              <a:ext uri="{FF2B5EF4-FFF2-40B4-BE49-F238E27FC236}">
                <a16:creationId xmlns:a16="http://schemas.microsoft.com/office/drawing/2014/main" id="{4D0BF677-53EB-45CB-0D8B-9A11863EAD02}"/>
              </a:ext>
            </a:extLst>
          </p:cNvPr>
          <p:cNvSpPr/>
          <p:nvPr/>
        </p:nvSpPr>
        <p:spPr>
          <a:xfrm>
            <a:off x="6210500" y="2857446"/>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I</a:t>
            </a:r>
            <a:r>
              <a:rPr lang="en-US" sz="1300" b="1" dirty="0">
                <a:solidFill>
                  <a:schemeClr val="bg1"/>
                </a:solidFill>
              </a:rPr>
              <a:t>nventory</a:t>
            </a:r>
          </a:p>
        </p:txBody>
      </p:sp>
      <p:sp>
        <p:nvSpPr>
          <p:cNvPr id="121" name="Rectangle 120">
            <a:extLst>
              <a:ext uri="{FF2B5EF4-FFF2-40B4-BE49-F238E27FC236}">
                <a16:creationId xmlns:a16="http://schemas.microsoft.com/office/drawing/2014/main" id="{8F790DC9-D5F4-EC64-6699-62F63CA17FBB}"/>
              </a:ext>
            </a:extLst>
          </p:cNvPr>
          <p:cNvSpPr/>
          <p:nvPr/>
        </p:nvSpPr>
        <p:spPr>
          <a:xfrm>
            <a:off x="7720598" y="2857446"/>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23853">
              <a:spcBef>
                <a:spcPts val="600"/>
              </a:spcBef>
              <a:spcAft>
                <a:spcPts val="600"/>
              </a:spcAft>
              <a:buClr>
                <a:schemeClr val="tx2"/>
              </a:buClr>
            </a:pPr>
            <a:r>
              <a:rPr lang="en-US" sz="1400" dirty="0">
                <a:solidFill>
                  <a:schemeClr val="tx1"/>
                </a:solidFill>
                <a:cs typeface="Times New Roman" pitchFamily="18" charset="0"/>
              </a:rPr>
              <a:t>Storing parts, pieces, documentation ahead of requirements</a:t>
            </a:r>
          </a:p>
        </p:txBody>
      </p:sp>
      <p:sp>
        <p:nvSpPr>
          <p:cNvPr id="123" name="TextBox 122">
            <a:extLst>
              <a:ext uri="{FF2B5EF4-FFF2-40B4-BE49-F238E27FC236}">
                <a16:creationId xmlns:a16="http://schemas.microsoft.com/office/drawing/2014/main" id="{5318917F-EAAC-A751-2B5E-5EB0AFF5F978}"/>
              </a:ext>
            </a:extLst>
          </p:cNvPr>
          <p:cNvSpPr txBox="1"/>
          <p:nvPr/>
        </p:nvSpPr>
        <p:spPr>
          <a:xfrm>
            <a:off x="661596" y="4369917"/>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p>
        </p:txBody>
      </p:sp>
      <p:sp>
        <p:nvSpPr>
          <p:cNvPr id="124" name="Rectangle 123">
            <a:extLst>
              <a:ext uri="{FF2B5EF4-FFF2-40B4-BE49-F238E27FC236}">
                <a16:creationId xmlns:a16="http://schemas.microsoft.com/office/drawing/2014/main" id="{1F70FA00-43A1-6DF5-73FE-862B44C9A603}"/>
              </a:ext>
            </a:extLst>
          </p:cNvPr>
          <p:cNvSpPr/>
          <p:nvPr/>
        </p:nvSpPr>
        <p:spPr>
          <a:xfrm>
            <a:off x="615876" y="4059405"/>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W</a:t>
            </a:r>
            <a:r>
              <a:rPr lang="en-US" sz="1300" b="1" dirty="0">
                <a:solidFill>
                  <a:schemeClr val="bg1"/>
                </a:solidFill>
              </a:rPr>
              <a:t>aiting</a:t>
            </a:r>
          </a:p>
        </p:txBody>
      </p:sp>
      <p:sp>
        <p:nvSpPr>
          <p:cNvPr id="125" name="Rectangle 124">
            <a:extLst>
              <a:ext uri="{FF2B5EF4-FFF2-40B4-BE49-F238E27FC236}">
                <a16:creationId xmlns:a16="http://schemas.microsoft.com/office/drawing/2014/main" id="{CC4F51F8-BC6B-A2D2-9FD9-154ED1982897}"/>
              </a:ext>
            </a:extLst>
          </p:cNvPr>
          <p:cNvSpPr/>
          <p:nvPr/>
        </p:nvSpPr>
        <p:spPr>
          <a:xfrm>
            <a:off x="2133794" y="4059405"/>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23853">
              <a:spcBef>
                <a:spcPts val="600"/>
              </a:spcBef>
              <a:spcAft>
                <a:spcPts val="600"/>
              </a:spcAft>
              <a:buClr>
                <a:schemeClr val="tx2"/>
              </a:buClr>
            </a:pPr>
            <a:r>
              <a:rPr lang="en-US" sz="1400" dirty="0">
                <a:solidFill>
                  <a:schemeClr val="tx1"/>
                </a:solidFill>
                <a:cs typeface="Times New Roman" pitchFamily="18" charset="0"/>
              </a:rPr>
              <a:t>Waiting for the previous step in the process to complete</a:t>
            </a:r>
          </a:p>
        </p:txBody>
      </p:sp>
      <p:sp>
        <p:nvSpPr>
          <p:cNvPr id="127" name="TextBox 126">
            <a:extLst>
              <a:ext uri="{FF2B5EF4-FFF2-40B4-BE49-F238E27FC236}">
                <a16:creationId xmlns:a16="http://schemas.microsoft.com/office/drawing/2014/main" id="{8FA46DA3-4048-58E7-F8CB-1C60911ADB67}"/>
              </a:ext>
            </a:extLst>
          </p:cNvPr>
          <p:cNvSpPr txBox="1"/>
          <p:nvPr/>
        </p:nvSpPr>
        <p:spPr>
          <a:xfrm>
            <a:off x="6256220" y="4369917"/>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p>
        </p:txBody>
      </p:sp>
      <p:sp>
        <p:nvSpPr>
          <p:cNvPr id="128" name="Rectangle 127">
            <a:extLst>
              <a:ext uri="{FF2B5EF4-FFF2-40B4-BE49-F238E27FC236}">
                <a16:creationId xmlns:a16="http://schemas.microsoft.com/office/drawing/2014/main" id="{7E55AAD0-6E66-6FC4-A568-7C7A17005FF3}"/>
              </a:ext>
            </a:extLst>
          </p:cNvPr>
          <p:cNvSpPr/>
          <p:nvPr/>
        </p:nvSpPr>
        <p:spPr>
          <a:xfrm>
            <a:off x="6210500" y="4059405"/>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M</a:t>
            </a:r>
            <a:r>
              <a:rPr lang="en-US" sz="1300" b="1" dirty="0">
                <a:solidFill>
                  <a:schemeClr val="bg1"/>
                </a:solidFill>
              </a:rPr>
              <a:t>otion</a:t>
            </a:r>
          </a:p>
        </p:txBody>
      </p:sp>
      <p:sp>
        <p:nvSpPr>
          <p:cNvPr id="129" name="Rectangle 128">
            <a:extLst>
              <a:ext uri="{FF2B5EF4-FFF2-40B4-BE49-F238E27FC236}">
                <a16:creationId xmlns:a16="http://schemas.microsoft.com/office/drawing/2014/main" id="{8E98609C-00AE-7EF8-6BFC-D5EA9BA07048}"/>
              </a:ext>
            </a:extLst>
          </p:cNvPr>
          <p:cNvSpPr/>
          <p:nvPr/>
        </p:nvSpPr>
        <p:spPr>
          <a:xfrm>
            <a:off x="7720598" y="4059405"/>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23853">
              <a:spcBef>
                <a:spcPts val="600"/>
              </a:spcBef>
              <a:spcAft>
                <a:spcPts val="600"/>
              </a:spcAft>
              <a:buClr>
                <a:schemeClr val="tx2"/>
              </a:buClr>
            </a:pPr>
            <a:r>
              <a:rPr lang="en-US" sz="1400" dirty="0">
                <a:solidFill>
                  <a:schemeClr val="tx1"/>
                </a:solidFill>
                <a:cs typeface="Times New Roman" pitchFamily="18" charset="0"/>
              </a:rPr>
              <a:t>Unnecessary movements by people</a:t>
            </a:r>
          </a:p>
        </p:txBody>
      </p:sp>
      <p:sp>
        <p:nvSpPr>
          <p:cNvPr id="131" name="TextBox 130">
            <a:extLst>
              <a:ext uri="{FF2B5EF4-FFF2-40B4-BE49-F238E27FC236}">
                <a16:creationId xmlns:a16="http://schemas.microsoft.com/office/drawing/2014/main" id="{E734995C-26A3-69EC-8DB6-F3D5C0B45A0B}"/>
              </a:ext>
            </a:extLst>
          </p:cNvPr>
          <p:cNvSpPr txBox="1"/>
          <p:nvPr/>
        </p:nvSpPr>
        <p:spPr>
          <a:xfrm>
            <a:off x="661596" y="5579290"/>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p>
        </p:txBody>
      </p:sp>
      <p:sp>
        <p:nvSpPr>
          <p:cNvPr id="132" name="Rectangle 131">
            <a:extLst>
              <a:ext uri="{FF2B5EF4-FFF2-40B4-BE49-F238E27FC236}">
                <a16:creationId xmlns:a16="http://schemas.microsoft.com/office/drawing/2014/main" id="{3FF01995-BA3E-D2AD-310C-718BD29DDB32}"/>
              </a:ext>
            </a:extLst>
          </p:cNvPr>
          <p:cNvSpPr/>
          <p:nvPr/>
        </p:nvSpPr>
        <p:spPr>
          <a:xfrm>
            <a:off x="615876" y="5268778"/>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N</a:t>
            </a:r>
            <a:r>
              <a:rPr lang="en-US" sz="1300" b="1" dirty="0">
                <a:solidFill>
                  <a:schemeClr val="bg1"/>
                </a:solidFill>
              </a:rPr>
              <a:t>on-utilized talent</a:t>
            </a:r>
          </a:p>
        </p:txBody>
      </p:sp>
      <p:sp>
        <p:nvSpPr>
          <p:cNvPr id="133" name="Rectangle 132">
            <a:extLst>
              <a:ext uri="{FF2B5EF4-FFF2-40B4-BE49-F238E27FC236}">
                <a16:creationId xmlns:a16="http://schemas.microsoft.com/office/drawing/2014/main" id="{8C4590B8-E423-4603-97BB-CB4B5EF395D6}"/>
              </a:ext>
            </a:extLst>
          </p:cNvPr>
          <p:cNvSpPr/>
          <p:nvPr/>
        </p:nvSpPr>
        <p:spPr>
          <a:xfrm>
            <a:off x="2133794" y="5268778"/>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23853">
              <a:spcBef>
                <a:spcPts val="600"/>
              </a:spcBef>
              <a:spcAft>
                <a:spcPts val="600"/>
              </a:spcAft>
              <a:buClr>
                <a:schemeClr val="tx2"/>
              </a:buClr>
            </a:pPr>
            <a:r>
              <a:rPr lang="en-US" sz="1400" dirty="0">
                <a:solidFill>
                  <a:schemeClr val="tx1"/>
                </a:solidFill>
                <a:cs typeface="Times New Roman" pitchFamily="18" charset="0"/>
              </a:rPr>
              <a:t>Not recognizing and utilizing human talent and creativity available within the workforce</a:t>
            </a:r>
          </a:p>
        </p:txBody>
      </p:sp>
      <p:sp>
        <p:nvSpPr>
          <p:cNvPr id="135" name="TextBox 134">
            <a:extLst>
              <a:ext uri="{FF2B5EF4-FFF2-40B4-BE49-F238E27FC236}">
                <a16:creationId xmlns:a16="http://schemas.microsoft.com/office/drawing/2014/main" id="{0539F318-1E7E-7006-1DD1-929C23B792A8}"/>
              </a:ext>
            </a:extLst>
          </p:cNvPr>
          <p:cNvSpPr txBox="1"/>
          <p:nvPr/>
        </p:nvSpPr>
        <p:spPr>
          <a:xfrm>
            <a:off x="6256220" y="5579290"/>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p>
        </p:txBody>
      </p:sp>
      <p:sp>
        <p:nvSpPr>
          <p:cNvPr id="136" name="Rectangle 135">
            <a:extLst>
              <a:ext uri="{FF2B5EF4-FFF2-40B4-BE49-F238E27FC236}">
                <a16:creationId xmlns:a16="http://schemas.microsoft.com/office/drawing/2014/main" id="{75F988D4-9B57-8E03-3BCB-F13028DF873F}"/>
              </a:ext>
            </a:extLst>
          </p:cNvPr>
          <p:cNvSpPr/>
          <p:nvPr/>
        </p:nvSpPr>
        <p:spPr>
          <a:xfrm>
            <a:off x="6210500" y="5268778"/>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E</a:t>
            </a:r>
            <a:r>
              <a:rPr lang="en-US" sz="1300" b="1" dirty="0">
                <a:solidFill>
                  <a:schemeClr val="bg1"/>
                </a:solidFill>
              </a:rPr>
              <a:t>xtra-processing</a:t>
            </a:r>
          </a:p>
        </p:txBody>
      </p:sp>
      <p:sp>
        <p:nvSpPr>
          <p:cNvPr id="137" name="Rectangle 136">
            <a:extLst>
              <a:ext uri="{FF2B5EF4-FFF2-40B4-BE49-F238E27FC236}">
                <a16:creationId xmlns:a16="http://schemas.microsoft.com/office/drawing/2014/main" id="{ED3FA334-C434-9CEA-7E44-027E96E610B1}"/>
              </a:ext>
            </a:extLst>
          </p:cNvPr>
          <p:cNvSpPr/>
          <p:nvPr/>
        </p:nvSpPr>
        <p:spPr>
          <a:xfrm>
            <a:off x="7720598" y="5268778"/>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23853">
              <a:spcBef>
                <a:spcPts val="600"/>
              </a:spcBef>
              <a:spcAft>
                <a:spcPts val="600"/>
              </a:spcAft>
              <a:buClr>
                <a:schemeClr val="tx2"/>
              </a:buClr>
            </a:pPr>
            <a:r>
              <a:rPr lang="en-US" sz="1400" dirty="0">
                <a:solidFill>
                  <a:schemeClr val="tx1"/>
                </a:solidFill>
                <a:cs typeface="Times New Roman" pitchFamily="18" charset="0"/>
              </a:rPr>
              <a:t>Performing any activity that is not necessary to produce a functioning product or service</a:t>
            </a:r>
          </a:p>
        </p:txBody>
      </p:sp>
      <p:pic>
        <p:nvPicPr>
          <p:cNvPr id="146" name="Graphic 145" descr="Group of men with solid fill">
            <a:extLst>
              <a:ext uri="{FF2B5EF4-FFF2-40B4-BE49-F238E27FC236}">
                <a16:creationId xmlns:a16="http://schemas.microsoft.com/office/drawing/2014/main" id="{1DD0E311-963F-7747-D87D-F945189420A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99375" y="5753081"/>
            <a:ext cx="543148" cy="543148"/>
          </a:xfrm>
          <a:prstGeom prst="rect">
            <a:avLst/>
          </a:prstGeom>
        </p:spPr>
      </p:pic>
      <p:pic>
        <p:nvPicPr>
          <p:cNvPr id="147" name="Graphic 146" descr="Inventory with solid fill">
            <a:extLst>
              <a:ext uri="{FF2B5EF4-FFF2-40B4-BE49-F238E27FC236}">
                <a16:creationId xmlns:a16="http://schemas.microsoft.com/office/drawing/2014/main" id="{54DA4921-9340-1219-3F18-77BD56FA3C1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29981" y="3189384"/>
            <a:ext cx="648282" cy="648282"/>
          </a:xfrm>
          <a:prstGeom prst="rect">
            <a:avLst/>
          </a:prstGeom>
        </p:spPr>
      </p:pic>
      <p:pic>
        <p:nvPicPr>
          <p:cNvPr id="148" name="Graphic 147" descr="Bad Inventory with solid fill">
            <a:extLst>
              <a:ext uri="{FF2B5EF4-FFF2-40B4-BE49-F238E27FC236}">
                <a16:creationId xmlns:a16="http://schemas.microsoft.com/office/drawing/2014/main" id="{82A753C6-2EF7-DF96-0D88-44DEB28A5DB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26944" y="3181058"/>
            <a:ext cx="615579" cy="615579"/>
          </a:xfrm>
          <a:prstGeom prst="rect">
            <a:avLst/>
          </a:prstGeom>
        </p:spPr>
      </p:pic>
      <p:pic>
        <p:nvPicPr>
          <p:cNvPr id="149" name="Graphic 148" descr="Stopwatch 66% with solid fill">
            <a:extLst>
              <a:ext uri="{FF2B5EF4-FFF2-40B4-BE49-F238E27FC236}">
                <a16:creationId xmlns:a16="http://schemas.microsoft.com/office/drawing/2014/main" id="{4FBA2A72-C821-A35B-110B-283ACC39DF7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44061" y="4392510"/>
            <a:ext cx="666240" cy="666240"/>
          </a:xfrm>
          <a:prstGeom prst="rect">
            <a:avLst/>
          </a:prstGeom>
        </p:spPr>
      </p:pic>
      <p:pic>
        <p:nvPicPr>
          <p:cNvPr id="150" name="Graphic 149" descr="Chevron arrows with solid fill">
            <a:extLst>
              <a:ext uri="{FF2B5EF4-FFF2-40B4-BE49-F238E27FC236}">
                <a16:creationId xmlns:a16="http://schemas.microsoft.com/office/drawing/2014/main" id="{593B73CC-8FF1-DE20-EACC-C920B69A2666}"/>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696763" y="4431269"/>
            <a:ext cx="562990" cy="562990"/>
          </a:xfrm>
          <a:prstGeom prst="rect">
            <a:avLst/>
          </a:prstGeom>
        </p:spPr>
      </p:pic>
      <p:pic>
        <p:nvPicPr>
          <p:cNvPr id="151" name="Graphic 150" descr="Truck with solid fill">
            <a:extLst>
              <a:ext uri="{FF2B5EF4-FFF2-40B4-BE49-F238E27FC236}">
                <a16:creationId xmlns:a16="http://schemas.microsoft.com/office/drawing/2014/main" id="{8C6F42C3-E81D-7A7E-100F-4851D40AC503}"/>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629981" y="1946259"/>
            <a:ext cx="697573" cy="697573"/>
          </a:xfrm>
          <a:prstGeom prst="rect">
            <a:avLst/>
          </a:prstGeom>
        </p:spPr>
      </p:pic>
      <p:pic>
        <p:nvPicPr>
          <p:cNvPr id="152" name="Graphic 151" descr="Workflow with solid fill">
            <a:extLst>
              <a:ext uri="{FF2B5EF4-FFF2-40B4-BE49-F238E27FC236}">
                <a16:creationId xmlns:a16="http://schemas.microsoft.com/office/drawing/2014/main" id="{99A9B086-103F-3F9B-572D-1D7D33C4E7B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664271" y="5694483"/>
            <a:ext cx="633582" cy="633582"/>
          </a:xfrm>
          <a:prstGeom prst="rect">
            <a:avLst/>
          </a:prstGeom>
        </p:spPr>
      </p:pic>
      <p:sp>
        <p:nvSpPr>
          <p:cNvPr id="2" name="Footer Placeholder 1">
            <a:extLst>
              <a:ext uri="{FF2B5EF4-FFF2-40B4-BE49-F238E27FC236}">
                <a16:creationId xmlns:a16="http://schemas.microsoft.com/office/drawing/2014/main" id="{B27F1337-B249-6E00-CAE5-8686A537EAC3}"/>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E237D17A-5BC1-6226-0C56-A584D1D5057F}"/>
              </a:ext>
            </a:extLst>
          </p:cNvPr>
          <p:cNvSpPr>
            <a:spLocks noGrp="1"/>
          </p:cNvSpPr>
          <p:nvPr>
            <p:ph type="sldNum" sz="quarter" idx="4"/>
          </p:nvPr>
        </p:nvSpPr>
        <p:spPr/>
        <p:txBody>
          <a:bodyPr/>
          <a:lstStyle/>
          <a:p>
            <a:fld id="{37F5C94B-8C55-478B-B509-BAE6A06B2E2A}" type="slidenum">
              <a:rPr lang="en-US" smtClean="0"/>
              <a:pPr/>
              <a:t>9</a:t>
            </a:fld>
            <a:endParaRPr lang="en-US" dirty="0"/>
          </a:p>
        </p:txBody>
      </p:sp>
    </p:spTree>
    <p:extLst>
      <p:ext uri="{BB962C8B-B14F-4D97-AF65-F5344CB8AC3E}">
        <p14:creationId xmlns:p14="http://schemas.microsoft.com/office/powerpoint/2010/main" val="756599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079952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The objective of a Lean project is to eliminate 8 types of waste that can be easily remembered using the word “Downtime“ (2/2)</a:t>
            </a:r>
            <a:endParaRPr lang="en-US" sz="2400" b="0" kern="0" dirty="0"/>
          </a:p>
        </p:txBody>
      </p:sp>
      <p:sp>
        <p:nvSpPr>
          <p:cNvPr id="2" name="Rectangle 1">
            <a:extLst>
              <a:ext uri="{FF2B5EF4-FFF2-40B4-BE49-F238E27FC236}">
                <a16:creationId xmlns:a16="http://schemas.microsoft.com/office/drawing/2014/main" id="{547702DF-0BA0-14F5-BA37-3177B7A19847}"/>
              </a:ext>
            </a:extLst>
          </p:cNvPr>
          <p:cNvSpPr/>
          <p:nvPr>
            <p:custDataLst>
              <p:tags r:id="rId2"/>
            </p:custDataLst>
          </p:nvPr>
        </p:nvSpPr>
        <p:spPr>
          <a:xfrm>
            <a:off x="10423524" y="-5784"/>
            <a:ext cx="1768476" cy="3651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bg1"/>
                </a:solidFill>
              </a:rPr>
              <a:t>Real-life example </a:t>
            </a:r>
          </a:p>
        </p:txBody>
      </p:sp>
      <p:sp>
        <p:nvSpPr>
          <p:cNvPr id="4" name="Footer Placeholder 3">
            <a:extLst>
              <a:ext uri="{FF2B5EF4-FFF2-40B4-BE49-F238E27FC236}">
                <a16:creationId xmlns:a16="http://schemas.microsoft.com/office/drawing/2014/main" id="{B875E744-B18B-CDCA-1533-9EB4C0700652}"/>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4B80193E-80F3-72AF-E263-9B1666188466}"/>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
        <p:nvSpPr>
          <p:cNvPr id="3" name="TextBox 2">
            <a:extLst>
              <a:ext uri="{FF2B5EF4-FFF2-40B4-BE49-F238E27FC236}">
                <a16:creationId xmlns:a16="http://schemas.microsoft.com/office/drawing/2014/main" id="{081BF7D2-DDA5-2DFD-51CB-C5692CFB3948}"/>
              </a:ext>
            </a:extLst>
          </p:cNvPr>
          <p:cNvSpPr txBox="1"/>
          <p:nvPr/>
        </p:nvSpPr>
        <p:spPr>
          <a:xfrm>
            <a:off x="661596" y="1958585"/>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endParaRPr lang="en-IN" sz="1200" b="1" dirty="0">
              <a:solidFill>
                <a:schemeClr val="bg1"/>
              </a:solidFill>
            </a:endParaRPr>
          </a:p>
        </p:txBody>
      </p:sp>
      <p:sp>
        <p:nvSpPr>
          <p:cNvPr id="6" name="Rectangle 5">
            <a:extLst>
              <a:ext uri="{FF2B5EF4-FFF2-40B4-BE49-F238E27FC236}">
                <a16:creationId xmlns:a16="http://schemas.microsoft.com/office/drawing/2014/main" id="{6DCFCBB2-DDE6-4B45-BE44-257F1699FBF0}"/>
              </a:ext>
            </a:extLst>
          </p:cNvPr>
          <p:cNvSpPr/>
          <p:nvPr/>
        </p:nvSpPr>
        <p:spPr>
          <a:xfrm>
            <a:off x="615876" y="1648073"/>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D</a:t>
            </a:r>
            <a:r>
              <a:rPr lang="en-US" sz="1300" b="1" dirty="0">
                <a:solidFill>
                  <a:schemeClr val="bg1"/>
                </a:solidFill>
              </a:rPr>
              <a:t>efects</a:t>
            </a:r>
          </a:p>
        </p:txBody>
      </p:sp>
      <p:sp>
        <p:nvSpPr>
          <p:cNvPr id="7" name="Rectangle 6">
            <a:extLst>
              <a:ext uri="{FF2B5EF4-FFF2-40B4-BE49-F238E27FC236}">
                <a16:creationId xmlns:a16="http://schemas.microsoft.com/office/drawing/2014/main" id="{EAA86407-D797-D0D4-2B52-3FA4315780A0}"/>
              </a:ext>
            </a:extLst>
          </p:cNvPr>
          <p:cNvSpPr/>
          <p:nvPr/>
        </p:nvSpPr>
        <p:spPr>
          <a:xfrm>
            <a:off x="2133794" y="1648073"/>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lvl="1" indent="-182563">
              <a:buClr>
                <a:srgbClr val="01055B"/>
              </a:buClr>
              <a:buFontTx/>
              <a:buAutoNum type="arabicPeriod"/>
              <a:defRPr/>
            </a:pPr>
            <a:r>
              <a:rPr lang="en-US" sz="1100" dirty="0">
                <a:solidFill>
                  <a:schemeClr val="tx1"/>
                </a:solidFill>
              </a:rPr>
              <a:t>Wrong-site surgeries</a:t>
            </a:r>
          </a:p>
          <a:p>
            <a:pPr marL="182563" lvl="1" indent="-182563">
              <a:buClr>
                <a:srgbClr val="01055B"/>
              </a:buClr>
              <a:buFontTx/>
              <a:buAutoNum type="arabicPeriod"/>
              <a:defRPr/>
            </a:pPr>
            <a:r>
              <a:rPr lang="en-US" sz="1100" dirty="0">
                <a:solidFill>
                  <a:schemeClr val="tx1"/>
                </a:solidFill>
              </a:rPr>
              <a:t>Medication errors</a:t>
            </a:r>
          </a:p>
          <a:p>
            <a:pPr marL="182563" lvl="1" indent="-182563">
              <a:buClr>
                <a:srgbClr val="01055B"/>
              </a:buClr>
              <a:buFontTx/>
              <a:buAutoNum type="arabicPeriod"/>
              <a:defRPr/>
            </a:pPr>
            <a:r>
              <a:rPr lang="en-US" sz="1100" dirty="0">
                <a:solidFill>
                  <a:schemeClr val="tx1"/>
                </a:solidFill>
              </a:rPr>
              <a:t>Dealing with service complaints</a:t>
            </a:r>
          </a:p>
          <a:p>
            <a:pPr marL="182563" lvl="1" indent="-182563">
              <a:buClr>
                <a:srgbClr val="01055B"/>
              </a:buClr>
              <a:buFontTx/>
              <a:buAutoNum type="arabicPeriod"/>
              <a:defRPr/>
            </a:pPr>
            <a:r>
              <a:rPr lang="en-US" sz="1100" dirty="0">
                <a:solidFill>
                  <a:schemeClr val="tx1"/>
                </a:solidFill>
              </a:rPr>
              <a:t>Illegible, handwritten information</a:t>
            </a:r>
          </a:p>
          <a:p>
            <a:pPr marL="182563" lvl="1" indent="-182563">
              <a:buClr>
                <a:srgbClr val="01055B"/>
              </a:buClr>
              <a:buFontTx/>
              <a:buAutoNum type="arabicPeriod"/>
              <a:defRPr/>
            </a:pPr>
            <a:r>
              <a:rPr lang="en-US" sz="1100" dirty="0">
                <a:solidFill>
                  <a:schemeClr val="tx1"/>
                </a:solidFill>
              </a:rPr>
              <a:t>Collection of incorrect patient </a:t>
            </a:r>
            <a:r>
              <a:rPr lang="en-US" sz="1100" kern="1200" spc="0" baseline="0" dirty="0">
                <a:solidFill>
                  <a:schemeClr val="tx1"/>
                </a:solidFill>
                <a:latin typeface="+mn-lt"/>
                <a:ea typeface="+mn-ea"/>
                <a:cs typeface="+mn-cs"/>
              </a:rPr>
              <a:t>information</a:t>
            </a:r>
          </a:p>
        </p:txBody>
      </p:sp>
      <p:pic>
        <p:nvPicPr>
          <p:cNvPr id="8" name="Graphic 7" descr="Clipboard Partially Crossed with solid fill">
            <a:extLst>
              <a:ext uri="{FF2B5EF4-FFF2-40B4-BE49-F238E27FC236}">
                <a16:creationId xmlns:a16="http://schemas.microsoft.com/office/drawing/2014/main" id="{E9629AF8-C747-0447-64AB-0DA18696B87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6944" y="2015735"/>
            <a:ext cx="642248" cy="642248"/>
          </a:xfrm>
          <a:prstGeom prst="rect">
            <a:avLst/>
          </a:prstGeom>
        </p:spPr>
      </p:pic>
      <p:sp>
        <p:nvSpPr>
          <p:cNvPr id="9" name="TextBox 8">
            <a:extLst>
              <a:ext uri="{FF2B5EF4-FFF2-40B4-BE49-F238E27FC236}">
                <a16:creationId xmlns:a16="http://schemas.microsoft.com/office/drawing/2014/main" id="{3123F158-EABD-7EE3-FC60-843AF0B2138D}"/>
              </a:ext>
            </a:extLst>
          </p:cNvPr>
          <p:cNvSpPr txBox="1"/>
          <p:nvPr/>
        </p:nvSpPr>
        <p:spPr>
          <a:xfrm>
            <a:off x="6256220" y="1958585"/>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endParaRPr lang="en-IN" sz="1200" b="1" dirty="0">
              <a:solidFill>
                <a:schemeClr val="bg1"/>
              </a:solidFill>
            </a:endParaRPr>
          </a:p>
        </p:txBody>
      </p:sp>
      <p:sp>
        <p:nvSpPr>
          <p:cNvPr id="10" name="Rectangle 9">
            <a:extLst>
              <a:ext uri="{FF2B5EF4-FFF2-40B4-BE49-F238E27FC236}">
                <a16:creationId xmlns:a16="http://schemas.microsoft.com/office/drawing/2014/main" id="{6AE26CE1-6E0D-462C-325B-F05A86B828C2}"/>
              </a:ext>
            </a:extLst>
          </p:cNvPr>
          <p:cNvSpPr/>
          <p:nvPr/>
        </p:nvSpPr>
        <p:spPr>
          <a:xfrm>
            <a:off x="6210500" y="1648073"/>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T</a:t>
            </a:r>
            <a:r>
              <a:rPr lang="en-US" sz="1300" b="1" dirty="0">
                <a:solidFill>
                  <a:schemeClr val="bg1"/>
                </a:solidFill>
              </a:rPr>
              <a:t>ransportation</a:t>
            </a:r>
            <a:endParaRPr lang="en-IN" sz="1300" b="1" dirty="0">
              <a:solidFill>
                <a:schemeClr val="bg1"/>
              </a:solidFill>
            </a:endParaRPr>
          </a:p>
        </p:txBody>
      </p:sp>
      <p:sp>
        <p:nvSpPr>
          <p:cNvPr id="11" name="Rectangle 10">
            <a:extLst>
              <a:ext uri="{FF2B5EF4-FFF2-40B4-BE49-F238E27FC236}">
                <a16:creationId xmlns:a16="http://schemas.microsoft.com/office/drawing/2014/main" id="{774AD721-9C4E-B3A3-2A72-DC1565A21CEB}"/>
              </a:ext>
            </a:extLst>
          </p:cNvPr>
          <p:cNvSpPr/>
          <p:nvPr/>
        </p:nvSpPr>
        <p:spPr>
          <a:xfrm>
            <a:off x="7720598" y="1648073"/>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lvl="1" indent="-182563" algn="l" defTabSz="914400" rtl="0" eaLnBrk="1" latinLnBrk="0" hangingPunct="1">
              <a:lnSpc>
                <a:spcPct val="100000"/>
              </a:lnSpc>
              <a:buClr>
                <a:srgbClr val="01055B"/>
              </a:buClr>
              <a:buFontTx/>
              <a:buAutoNum type="arabicPeriod"/>
            </a:pPr>
            <a:r>
              <a:rPr lang="en-US" sz="1100" kern="1200" spc="0" baseline="0" dirty="0">
                <a:solidFill>
                  <a:schemeClr val="tx1"/>
                </a:solidFill>
                <a:latin typeface="+mn-lt"/>
                <a:ea typeface="+mn-ea"/>
                <a:cs typeface="+mn-cs"/>
              </a:rPr>
              <a:t>Moving patients from room to room</a:t>
            </a:r>
          </a:p>
          <a:p>
            <a:pPr marL="182563" lvl="1" indent="-182563" algn="l" defTabSz="914400" rtl="0" eaLnBrk="1" latinLnBrk="0" hangingPunct="1">
              <a:lnSpc>
                <a:spcPct val="100000"/>
              </a:lnSpc>
              <a:buClr>
                <a:srgbClr val="01055B"/>
              </a:buClr>
              <a:buFontTx/>
              <a:buAutoNum type="arabicPeriod"/>
            </a:pPr>
            <a:r>
              <a:rPr lang="en-US" sz="1100" kern="1200" spc="0" baseline="0" dirty="0">
                <a:solidFill>
                  <a:schemeClr val="tx1"/>
                </a:solidFill>
                <a:latin typeface="+mn-lt"/>
                <a:ea typeface="+mn-ea"/>
                <a:cs typeface="+mn-cs"/>
              </a:rPr>
              <a:t>Poor  workplace layouts, for patient services</a:t>
            </a:r>
          </a:p>
          <a:p>
            <a:pPr marL="182563" lvl="1" indent="-182563" algn="l" defTabSz="914400" rtl="0" eaLnBrk="1" latinLnBrk="0" hangingPunct="1">
              <a:lnSpc>
                <a:spcPct val="100000"/>
              </a:lnSpc>
              <a:buClr>
                <a:srgbClr val="01055B"/>
              </a:buClr>
              <a:buFontTx/>
              <a:buAutoNum type="arabicPeriod"/>
            </a:pPr>
            <a:r>
              <a:rPr lang="en-US" sz="1100" kern="1200" spc="0" baseline="0" dirty="0">
                <a:solidFill>
                  <a:schemeClr val="tx1"/>
                </a:solidFill>
                <a:latin typeface="+mn-lt"/>
                <a:ea typeface="+mn-ea"/>
                <a:cs typeface="+mn-cs"/>
              </a:rPr>
              <a:t>Moving equipment in and out of procedure room or operating room</a:t>
            </a:r>
          </a:p>
        </p:txBody>
      </p:sp>
      <p:sp>
        <p:nvSpPr>
          <p:cNvPr id="12" name="TextBox 11">
            <a:extLst>
              <a:ext uri="{FF2B5EF4-FFF2-40B4-BE49-F238E27FC236}">
                <a16:creationId xmlns:a16="http://schemas.microsoft.com/office/drawing/2014/main" id="{A91DE2D8-10F0-3C16-3EF1-EC61130D4FD8}"/>
              </a:ext>
            </a:extLst>
          </p:cNvPr>
          <p:cNvSpPr txBox="1"/>
          <p:nvPr/>
        </p:nvSpPr>
        <p:spPr>
          <a:xfrm>
            <a:off x="661596" y="3167958"/>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endParaRPr lang="en-IN" sz="1200" b="1" dirty="0">
              <a:solidFill>
                <a:schemeClr val="bg1"/>
              </a:solidFill>
            </a:endParaRPr>
          </a:p>
        </p:txBody>
      </p:sp>
      <p:sp>
        <p:nvSpPr>
          <p:cNvPr id="14" name="Rectangle 13">
            <a:extLst>
              <a:ext uri="{FF2B5EF4-FFF2-40B4-BE49-F238E27FC236}">
                <a16:creationId xmlns:a16="http://schemas.microsoft.com/office/drawing/2014/main" id="{54ECE27E-3AD9-F542-4389-74220F2CDBC5}"/>
              </a:ext>
            </a:extLst>
          </p:cNvPr>
          <p:cNvSpPr/>
          <p:nvPr/>
        </p:nvSpPr>
        <p:spPr>
          <a:xfrm>
            <a:off x="615876" y="2857446"/>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O</a:t>
            </a:r>
            <a:r>
              <a:rPr lang="en-US" sz="1300" b="1" dirty="0">
                <a:solidFill>
                  <a:schemeClr val="bg1"/>
                </a:solidFill>
              </a:rPr>
              <a:t>verproduction</a:t>
            </a:r>
            <a:endParaRPr lang="en-IN" sz="1300" b="1" dirty="0">
              <a:solidFill>
                <a:schemeClr val="bg1"/>
              </a:solidFill>
            </a:endParaRPr>
          </a:p>
        </p:txBody>
      </p:sp>
      <p:sp>
        <p:nvSpPr>
          <p:cNvPr id="15" name="Rectangle 14">
            <a:extLst>
              <a:ext uri="{FF2B5EF4-FFF2-40B4-BE49-F238E27FC236}">
                <a16:creationId xmlns:a16="http://schemas.microsoft.com/office/drawing/2014/main" id="{567643FC-12B8-9E04-A61C-42584853BF25}"/>
              </a:ext>
            </a:extLst>
          </p:cNvPr>
          <p:cNvSpPr/>
          <p:nvPr/>
        </p:nvSpPr>
        <p:spPr>
          <a:xfrm>
            <a:off x="2133794" y="2857446"/>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lvl="1" indent="-182563">
              <a:buClr>
                <a:srgbClr val="01055B"/>
              </a:buClr>
              <a:buFontTx/>
              <a:buAutoNum type="arabicPeriod"/>
            </a:pPr>
            <a:r>
              <a:rPr lang="en-US" sz="1100" dirty="0">
                <a:solidFill>
                  <a:schemeClr val="tx1"/>
                </a:solidFill>
              </a:rPr>
              <a:t>Multiple signature requirements</a:t>
            </a:r>
          </a:p>
          <a:p>
            <a:pPr marL="182563" lvl="1" indent="-182563">
              <a:buClr>
                <a:srgbClr val="01055B"/>
              </a:buClr>
              <a:buFontTx/>
              <a:buAutoNum type="arabicPeriod"/>
            </a:pPr>
            <a:r>
              <a:rPr lang="en-US" sz="1100" dirty="0">
                <a:solidFill>
                  <a:schemeClr val="tx1"/>
                </a:solidFill>
              </a:rPr>
              <a:t>Extra copies of forms</a:t>
            </a:r>
          </a:p>
          <a:p>
            <a:pPr marL="182563" lvl="1" indent="-182563">
              <a:buClr>
                <a:srgbClr val="01055B"/>
              </a:buClr>
              <a:buFontTx/>
              <a:buAutoNum type="arabicPeriod"/>
            </a:pPr>
            <a:r>
              <a:rPr lang="en-US" sz="1100" dirty="0">
                <a:solidFill>
                  <a:schemeClr val="tx1"/>
                </a:solidFill>
              </a:rPr>
              <a:t>Multiple information systems entries</a:t>
            </a:r>
          </a:p>
          <a:p>
            <a:pPr marL="182563" lvl="1" indent="-182563">
              <a:buClr>
                <a:srgbClr val="01055B"/>
              </a:buClr>
              <a:buFontTx/>
              <a:buAutoNum type="arabicPeriod"/>
            </a:pPr>
            <a:r>
              <a:rPr lang="en-US" sz="1100" dirty="0">
                <a:solidFill>
                  <a:schemeClr val="tx1"/>
                </a:solidFill>
              </a:rPr>
              <a:t>Printing hard copy of report </a:t>
            </a:r>
            <a:r>
              <a:rPr lang="en-US" sz="1100" kern="1200" spc="0" baseline="0" dirty="0">
                <a:solidFill>
                  <a:schemeClr val="tx1"/>
                </a:solidFill>
                <a:latin typeface="+mn-lt"/>
                <a:ea typeface="+mn-ea"/>
                <a:cs typeface="+mn-cs"/>
              </a:rPr>
              <a:t>when digital is sufficient</a:t>
            </a:r>
            <a:endParaRPr lang="en-GB" sz="1100" dirty="0">
              <a:solidFill>
                <a:schemeClr val="tx1"/>
              </a:solidFill>
              <a:cs typeface="Times New Roman" pitchFamily="18" charset="0"/>
            </a:endParaRPr>
          </a:p>
        </p:txBody>
      </p:sp>
      <p:sp>
        <p:nvSpPr>
          <p:cNvPr id="17" name="TextBox 16">
            <a:extLst>
              <a:ext uri="{FF2B5EF4-FFF2-40B4-BE49-F238E27FC236}">
                <a16:creationId xmlns:a16="http://schemas.microsoft.com/office/drawing/2014/main" id="{29DEDAD8-4B01-183D-8033-987819511C58}"/>
              </a:ext>
            </a:extLst>
          </p:cNvPr>
          <p:cNvSpPr txBox="1"/>
          <p:nvPr/>
        </p:nvSpPr>
        <p:spPr>
          <a:xfrm>
            <a:off x="6256220" y="3167958"/>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endParaRPr lang="en-IN" sz="1200" b="1" dirty="0">
              <a:solidFill>
                <a:schemeClr val="bg1"/>
              </a:solidFill>
            </a:endParaRPr>
          </a:p>
        </p:txBody>
      </p:sp>
      <p:sp>
        <p:nvSpPr>
          <p:cNvPr id="18" name="Rectangle 17">
            <a:extLst>
              <a:ext uri="{FF2B5EF4-FFF2-40B4-BE49-F238E27FC236}">
                <a16:creationId xmlns:a16="http://schemas.microsoft.com/office/drawing/2014/main" id="{DD860F07-672B-76C7-C1DB-7B4F78129148}"/>
              </a:ext>
            </a:extLst>
          </p:cNvPr>
          <p:cNvSpPr/>
          <p:nvPr/>
        </p:nvSpPr>
        <p:spPr>
          <a:xfrm>
            <a:off x="6210500" y="2857446"/>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I</a:t>
            </a:r>
            <a:r>
              <a:rPr lang="en-US" sz="1300" b="1" dirty="0">
                <a:solidFill>
                  <a:schemeClr val="bg1"/>
                </a:solidFill>
              </a:rPr>
              <a:t>nventory</a:t>
            </a:r>
            <a:endParaRPr lang="en-IN" sz="1300" b="1" dirty="0">
              <a:solidFill>
                <a:schemeClr val="bg1"/>
              </a:solidFill>
            </a:endParaRPr>
          </a:p>
        </p:txBody>
      </p:sp>
      <p:sp>
        <p:nvSpPr>
          <p:cNvPr id="19" name="Rectangle 18">
            <a:extLst>
              <a:ext uri="{FF2B5EF4-FFF2-40B4-BE49-F238E27FC236}">
                <a16:creationId xmlns:a16="http://schemas.microsoft.com/office/drawing/2014/main" id="{DBF3F5AA-6457-0582-C899-390C246771BE}"/>
              </a:ext>
            </a:extLst>
          </p:cNvPr>
          <p:cNvSpPr/>
          <p:nvPr/>
        </p:nvSpPr>
        <p:spPr>
          <a:xfrm>
            <a:off x="7720598" y="2857446"/>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lvl="1" indent="-182563">
              <a:buClr>
                <a:srgbClr val="01055B"/>
              </a:buClr>
              <a:buFontTx/>
              <a:buAutoNum type="arabicPeriod"/>
            </a:pPr>
            <a:r>
              <a:rPr lang="en-US" sz="1100" dirty="0">
                <a:solidFill>
                  <a:schemeClr val="tx1"/>
                </a:solidFill>
              </a:rPr>
              <a:t>Overstocked medications on units/floors or in pharmacy</a:t>
            </a:r>
          </a:p>
          <a:p>
            <a:pPr marL="182563" lvl="1" indent="-182563">
              <a:buClr>
                <a:srgbClr val="01055B"/>
              </a:buClr>
              <a:buFontTx/>
              <a:buAutoNum type="arabicPeriod"/>
            </a:pPr>
            <a:r>
              <a:rPr lang="en-US" sz="1100" dirty="0">
                <a:solidFill>
                  <a:schemeClr val="tx1"/>
                </a:solidFill>
              </a:rPr>
              <a:t>Physician orders building up to be entered </a:t>
            </a:r>
          </a:p>
          <a:p>
            <a:pPr marL="182563" lvl="1" indent="-182563">
              <a:buClr>
                <a:srgbClr val="01055B"/>
              </a:buClr>
              <a:buFontTx/>
              <a:buAutoNum type="arabicPeriod"/>
            </a:pPr>
            <a:r>
              <a:rPr lang="en-US" sz="1100" dirty="0">
                <a:solidFill>
                  <a:schemeClr val="tx1"/>
                </a:solidFill>
              </a:rPr>
              <a:t>Unnecessary instruments contained in </a:t>
            </a:r>
            <a:r>
              <a:rPr lang="en-US" sz="1100" kern="1200" spc="0" baseline="0" dirty="0">
                <a:solidFill>
                  <a:schemeClr val="tx1"/>
                </a:solidFill>
                <a:latin typeface="+mn-lt"/>
                <a:ea typeface="+mn-ea"/>
                <a:cs typeface="+mn-cs"/>
              </a:rPr>
              <a:t>operating kits</a:t>
            </a:r>
          </a:p>
        </p:txBody>
      </p:sp>
      <p:sp>
        <p:nvSpPr>
          <p:cNvPr id="20" name="TextBox 19">
            <a:extLst>
              <a:ext uri="{FF2B5EF4-FFF2-40B4-BE49-F238E27FC236}">
                <a16:creationId xmlns:a16="http://schemas.microsoft.com/office/drawing/2014/main" id="{CC33F88E-C7BF-B13A-12E6-C0DDCFF851D4}"/>
              </a:ext>
            </a:extLst>
          </p:cNvPr>
          <p:cNvSpPr txBox="1"/>
          <p:nvPr/>
        </p:nvSpPr>
        <p:spPr>
          <a:xfrm>
            <a:off x="661596" y="4369917"/>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endParaRPr lang="en-IN" sz="1200" b="1" dirty="0">
              <a:solidFill>
                <a:schemeClr val="bg1"/>
              </a:solidFill>
            </a:endParaRPr>
          </a:p>
        </p:txBody>
      </p:sp>
      <p:sp>
        <p:nvSpPr>
          <p:cNvPr id="21" name="Rectangle 20">
            <a:extLst>
              <a:ext uri="{FF2B5EF4-FFF2-40B4-BE49-F238E27FC236}">
                <a16:creationId xmlns:a16="http://schemas.microsoft.com/office/drawing/2014/main" id="{F1D8D1A7-1B25-DA06-A732-D738F985F26F}"/>
              </a:ext>
            </a:extLst>
          </p:cNvPr>
          <p:cNvSpPr/>
          <p:nvPr/>
        </p:nvSpPr>
        <p:spPr>
          <a:xfrm>
            <a:off x="615876" y="4059405"/>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W</a:t>
            </a:r>
            <a:r>
              <a:rPr lang="en-US" sz="1300" b="1" dirty="0">
                <a:solidFill>
                  <a:schemeClr val="bg1"/>
                </a:solidFill>
              </a:rPr>
              <a:t>aiting</a:t>
            </a:r>
            <a:endParaRPr lang="en-IN" sz="1300" b="1" dirty="0">
              <a:solidFill>
                <a:schemeClr val="bg1"/>
              </a:solidFill>
            </a:endParaRPr>
          </a:p>
        </p:txBody>
      </p:sp>
      <p:sp>
        <p:nvSpPr>
          <p:cNvPr id="22" name="Rectangle 21">
            <a:extLst>
              <a:ext uri="{FF2B5EF4-FFF2-40B4-BE49-F238E27FC236}">
                <a16:creationId xmlns:a16="http://schemas.microsoft.com/office/drawing/2014/main" id="{1EB4B9AC-253A-8B4D-831A-6113230D2270}"/>
              </a:ext>
            </a:extLst>
          </p:cNvPr>
          <p:cNvSpPr/>
          <p:nvPr/>
        </p:nvSpPr>
        <p:spPr>
          <a:xfrm>
            <a:off x="2133794" y="4059405"/>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lvl="1" indent="-182563">
              <a:buClr>
                <a:srgbClr val="01055B"/>
              </a:buClr>
              <a:buFontTx/>
              <a:buAutoNum type="arabicPeriod"/>
            </a:pPr>
            <a:r>
              <a:rPr lang="en-US" sz="1100" dirty="0">
                <a:solidFill>
                  <a:schemeClr val="tx1"/>
                </a:solidFill>
              </a:rPr>
              <a:t>Early admissions for procedures later in the day</a:t>
            </a:r>
          </a:p>
          <a:p>
            <a:pPr marL="182563" lvl="1" indent="-182563">
              <a:buClr>
                <a:srgbClr val="01055B"/>
              </a:buClr>
              <a:buFontTx/>
              <a:buAutoNum type="arabicPeriod"/>
            </a:pPr>
            <a:r>
              <a:rPr lang="en-US" sz="1100" dirty="0">
                <a:solidFill>
                  <a:schemeClr val="tx1"/>
                </a:solidFill>
              </a:rPr>
              <a:t>Waiting for internal transport between </a:t>
            </a:r>
            <a:r>
              <a:rPr lang="en-US" sz="1100" kern="1200" spc="0" baseline="0" dirty="0">
                <a:solidFill>
                  <a:schemeClr val="tx1"/>
                </a:solidFill>
                <a:latin typeface="+mn-lt"/>
                <a:ea typeface="+mn-ea"/>
                <a:cs typeface="+mn-cs"/>
              </a:rPr>
              <a:t>departments </a:t>
            </a:r>
          </a:p>
        </p:txBody>
      </p:sp>
      <p:sp>
        <p:nvSpPr>
          <p:cNvPr id="23" name="TextBox 22">
            <a:extLst>
              <a:ext uri="{FF2B5EF4-FFF2-40B4-BE49-F238E27FC236}">
                <a16:creationId xmlns:a16="http://schemas.microsoft.com/office/drawing/2014/main" id="{7ADB0A4B-7EAD-E3EB-247A-458FFFA80E67}"/>
              </a:ext>
            </a:extLst>
          </p:cNvPr>
          <p:cNvSpPr txBox="1"/>
          <p:nvPr/>
        </p:nvSpPr>
        <p:spPr>
          <a:xfrm>
            <a:off x="6256220" y="4369917"/>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endParaRPr lang="en-IN" sz="1200" b="1" dirty="0">
              <a:solidFill>
                <a:schemeClr val="bg1"/>
              </a:solidFill>
            </a:endParaRPr>
          </a:p>
        </p:txBody>
      </p:sp>
      <p:sp>
        <p:nvSpPr>
          <p:cNvPr id="24" name="Rectangle 23">
            <a:extLst>
              <a:ext uri="{FF2B5EF4-FFF2-40B4-BE49-F238E27FC236}">
                <a16:creationId xmlns:a16="http://schemas.microsoft.com/office/drawing/2014/main" id="{4C69310C-D7C5-5412-3800-ACDFC3CF7741}"/>
              </a:ext>
            </a:extLst>
          </p:cNvPr>
          <p:cNvSpPr/>
          <p:nvPr/>
        </p:nvSpPr>
        <p:spPr>
          <a:xfrm>
            <a:off x="6210500" y="4059405"/>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M</a:t>
            </a:r>
            <a:r>
              <a:rPr lang="en-US" sz="1300" b="1" dirty="0">
                <a:solidFill>
                  <a:schemeClr val="bg1"/>
                </a:solidFill>
              </a:rPr>
              <a:t>otion</a:t>
            </a:r>
            <a:endParaRPr lang="en-IN" sz="1300" b="1" dirty="0">
              <a:solidFill>
                <a:schemeClr val="bg1"/>
              </a:solidFill>
            </a:endParaRPr>
          </a:p>
        </p:txBody>
      </p:sp>
      <p:sp>
        <p:nvSpPr>
          <p:cNvPr id="25" name="Rectangle 24">
            <a:extLst>
              <a:ext uri="{FF2B5EF4-FFF2-40B4-BE49-F238E27FC236}">
                <a16:creationId xmlns:a16="http://schemas.microsoft.com/office/drawing/2014/main" id="{5B3CD78D-D4DF-C9EA-439E-9F48ADCD1F50}"/>
              </a:ext>
            </a:extLst>
          </p:cNvPr>
          <p:cNvSpPr/>
          <p:nvPr/>
        </p:nvSpPr>
        <p:spPr>
          <a:xfrm>
            <a:off x="7720598" y="4059405"/>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lvl="1" indent="-182563">
              <a:buClr>
                <a:srgbClr val="01055B"/>
              </a:buClr>
              <a:buFontTx/>
              <a:buAutoNum type="arabicPeriod"/>
            </a:pPr>
            <a:r>
              <a:rPr lang="en-US" sz="1100" dirty="0">
                <a:solidFill>
                  <a:schemeClr val="tx1"/>
                </a:solidFill>
              </a:rPr>
              <a:t>Leaving patient rooms to get supplies or record</a:t>
            </a:r>
          </a:p>
          <a:p>
            <a:pPr marL="182563" lvl="1" indent="-182563">
              <a:buClr>
                <a:srgbClr val="01055B"/>
              </a:buClr>
              <a:buFontTx/>
              <a:buAutoNum type="arabicPeriod"/>
            </a:pPr>
            <a:r>
              <a:rPr lang="en-US" sz="1100" dirty="0">
                <a:solidFill>
                  <a:schemeClr val="tx1"/>
                </a:solidFill>
              </a:rPr>
              <a:t>Large reach/walk distance to complete a process step</a:t>
            </a:r>
          </a:p>
        </p:txBody>
      </p:sp>
      <p:sp>
        <p:nvSpPr>
          <p:cNvPr id="26" name="TextBox 25">
            <a:extLst>
              <a:ext uri="{FF2B5EF4-FFF2-40B4-BE49-F238E27FC236}">
                <a16:creationId xmlns:a16="http://schemas.microsoft.com/office/drawing/2014/main" id="{871EE107-7652-2B43-E596-2824682F22E1}"/>
              </a:ext>
            </a:extLst>
          </p:cNvPr>
          <p:cNvSpPr txBox="1"/>
          <p:nvPr/>
        </p:nvSpPr>
        <p:spPr>
          <a:xfrm>
            <a:off x="661596" y="5579290"/>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endParaRPr lang="en-IN" sz="1200" b="1" dirty="0">
              <a:solidFill>
                <a:schemeClr val="bg1"/>
              </a:solidFill>
            </a:endParaRPr>
          </a:p>
        </p:txBody>
      </p:sp>
      <p:sp>
        <p:nvSpPr>
          <p:cNvPr id="27" name="Rectangle 26">
            <a:extLst>
              <a:ext uri="{FF2B5EF4-FFF2-40B4-BE49-F238E27FC236}">
                <a16:creationId xmlns:a16="http://schemas.microsoft.com/office/drawing/2014/main" id="{31577E9A-B25E-A89C-7FC3-F5F3C034D6F9}"/>
              </a:ext>
            </a:extLst>
          </p:cNvPr>
          <p:cNvSpPr/>
          <p:nvPr/>
        </p:nvSpPr>
        <p:spPr>
          <a:xfrm>
            <a:off x="615876" y="5268778"/>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N</a:t>
            </a:r>
            <a:r>
              <a:rPr lang="en-US" sz="1300" b="1" dirty="0">
                <a:solidFill>
                  <a:schemeClr val="bg1"/>
                </a:solidFill>
              </a:rPr>
              <a:t>on-utilized talent</a:t>
            </a:r>
            <a:endParaRPr lang="en-IN" sz="1300" b="1" dirty="0">
              <a:solidFill>
                <a:schemeClr val="bg1"/>
              </a:solidFill>
            </a:endParaRPr>
          </a:p>
        </p:txBody>
      </p:sp>
      <p:sp>
        <p:nvSpPr>
          <p:cNvPr id="28" name="Rectangle 27">
            <a:extLst>
              <a:ext uri="{FF2B5EF4-FFF2-40B4-BE49-F238E27FC236}">
                <a16:creationId xmlns:a16="http://schemas.microsoft.com/office/drawing/2014/main" id="{CDAA8F87-FC71-16DB-0A52-3EB35560ABBC}"/>
              </a:ext>
            </a:extLst>
          </p:cNvPr>
          <p:cNvSpPr/>
          <p:nvPr/>
        </p:nvSpPr>
        <p:spPr>
          <a:xfrm>
            <a:off x="2133794" y="5268778"/>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lvl="1" indent="-182563">
              <a:buClr>
                <a:srgbClr val="01055B"/>
              </a:buClr>
              <a:buFontTx/>
              <a:buAutoNum type="arabicPeriod"/>
              <a:defRPr/>
            </a:pPr>
            <a:r>
              <a:rPr lang="en-US" sz="1100" dirty="0">
                <a:solidFill>
                  <a:schemeClr val="tx1"/>
                </a:solidFill>
              </a:rPr>
              <a:t>Not using people’s mental, creative, and physical abilities</a:t>
            </a:r>
          </a:p>
          <a:p>
            <a:pPr marL="182563" lvl="1" indent="-182563">
              <a:buClr>
                <a:srgbClr val="01055B"/>
              </a:buClr>
              <a:buFontTx/>
              <a:buAutoNum type="arabicPeriod"/>
              <a:defRPr/>
            </a:pPr>
            <a:r>
              <a:rPr lang="en-US" sz="1100" dirty="0">
                <a:solidFill>
                  <a:schemeClr val="tx1"/>
                </a:solidFill>
              </a:rPr>
              <a:t>Staff not involved in redesigning processes in their workplace</a:t>
            </a:r>
          </a:p>
        </p:txBody>
      </p:sp>
      <p:sp>
        <p:nvSpPr>
          <p:cNvPr id="29" name="TextBox 28">
            <a:extLst>
              <a:ext uri="{FF2B5EF4-FFF2-40B4-BE49-F238E27FC236}">
                <a16:creationId xmlns:a16="http://schemas.microsoft.com/office/drawing/2014/main" id="{C59059F8-F56E-601A-AC60-FE83D6AC4AC9}"/>
              </a:ext>
            </a:extLst>
          </p:cNvPr>
          <p:cNvSpPr txBox="1"/>
          <p:nvPr/>
        </p:nvSpPr>
        <p:spPr>
          <a:xfrm>
            <a:off x="6256220" y="5579290"/>
            <a:ext cx="1186860" cy="184666"/>
          </a:xfrm>
          <a:prstGeom prst="rect">
            <a:avLst/>
          </a:prstGeom>
          <a:noFill/>
        </p:spPr>
        <p:txBody>
          <a:bodyPr wrap="square" lIns="10800" tIns="0" rIns="0" bIns="0" rtlCol="0">
            <a:spAutoFit/>
          </a:bodyPr>
          <a:lstStyle/>
          <a:p>
            <a:pPr algn="ctr"/>
            <a:r>
              <a:rPr lang="en-US" sz="1200" b="1" dirty="0">
                <a:solidFill>
                  <a:schemeClr val="bg1"/>
                </a:solidFill>
              </a:rPr>
              <a:t>Defects</a:t>
            </a:r>
            <a:endParaRPr lang="en-IN" sz="1200" b="1" dirty="0">
              <a:solidFill>
                <a:schemeClr val="bg1"/>
              </a:solidFill>
            </a:endParaRPr>
          </a:p>
        </p:txBody>
      </p:sp>
      <p:sp>
        <p:nvSpPr>
          <p:cNvPr id="30" name="Rectangle 29">
            <a:extLst>
              <a:ext uri="{FF2B5EF4-FFF2-40B4-BE49-F238E27FC236}">
                <a16:creationId xmlns:a16="http://schemas.microsoft.com/office/drawing/2014/main" id="{419AADE1-CAC7-BE96-E7A8-850777F45E0B}"/>
              </a:ext>
            </a:extLst>
          </p:cNvPr>
          <p:cNvSpPr/>
          <p:nvPr/>
        </p:nvSpPr>
        <p:spPr>
          <a:xfrm>
            <a:off x="6210500" y="5268778"/>
            <a:ext cx="1512000" cy="109131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u="sng" dirty="0">
                <a:solidFill>
                  <a:schemeClr val="bg1"/>
                </a:solidFill>
              </a:rPr>
              <a:t>E</a:t>
            </a:r>
            <a:r>
              <a:rPr lang="en-US" sz="1300" b="1" dirty="0">
                <a:solidFill>
                  <a:schemeClr val="bg1"/>
                </a:solidFill>
              </a:rPr>
              <a:t>xtra-processing</a:t>
            </a:r>
            <a:endParaRPr lang="en-IN" sz="1300" b="1" dirty="0">
              <a:solidFill>
                <a:schemeClr val="bg1"/>
              </a:solidFill>
            </a:endParaRPr>
          </a:p>
        </p:txBody>
      </p:sp>
      <p:sp>
        <p:nvSpPr>
          <p:cNvPr id="31" name="Rectangle 30">
            <a:extLst>
              <a:ext uri="{FF2B5EF4-FFF2-40B4-BE49-F238E27FC236}">
                <a16:creationId xmlns:a16="http://schemas.microsoft.com/office/drawing/2014/main" id="{39D5D6CD-B79A-B52A-1475-D84486DC21F1}"/>
              </a:ext>
            </a:extLst>
          </p:cNvPr>
          <p:cNvSpPr/>
          <p:nvPr/>
        </p:nvSpPr>
        <p:spPr>
          <a:xfrm>
            <a:off x="7720598" y="5268778"/>
            <a:ext cx="3855526" cy="1091318"/>
          </a:xfrm>
          <a:prstGeom prst="rect">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lvl="1" indent="-182563">
              <a:buClr>
                <a:srgbClr val="01055B"/>
              </a:buClr>
              <a:buFontTx/>
              <a:buAutoNum type="arabicPeriod"/>
              <a:defRPr/>
            </a:pPr>
            <a:r>
              <a:rPr lang="en-US" sz="1100" dirty="0">
                <a:solidFill>
                  <a:schemeClr val="tx1"/>
                </a:solidFill>
              </a:rPr>
              <a:t>Asking the patient the same questions multiple times</a:t>
            </a:r>
          </a:p>
          <a:p>
            <a:pPr marL="182563" lvl="1" indent="-182563">
              <a:buClr>
                <a:srgbClr val="01055B"/>
              </a:buClr>
              <a:buFontTx/>
              <a:buAutoNum type="arabicPeriod"/>
              <a:defRPr/>
            </a:pPr>
            <a:r>
              <a:rPr lang="en-US" sz="1100" dirty="0">
                <a:solidFill>
                  <a:schemeClr val="tx1"/>
                </a:solidFill>
              </a:rPr>
              <a:t>Unnecessary carbon copying</a:t>
            </a:r>
          </a:p>
          <a:p>
            <a:pPr marL="182563" lvl="1" indent="-182563">
              <a:buClr>
                <a:srgbClr val="01055B"/>
              </a:buClr>
              <a:buFontTx/>
              <a:buAutoNum type="arabicPeriod"/>
              <a:defRPr/>
            </a:pPr>
            <a:r>
              <a:rPr lang="en-US" sz="1100" dirty="0">
                <a:solidFill>
                  <a:schemeClr val="tx1"/>
                </a:solidFill>
              </a:rPr>
              <a:t>Batch printing </a:t>
            </a:r>
            <a:r>
              <a:rPr lang="en-US" sz="1100" kern="1200" spc="0" baseline="0" dirty="0">
                <a:solidFill>
                  <a:schemeClr val="tx1"/>
                </a:solidFill>
                <a:latin typeface="+mn-lt"/>
                <a:ea typeface="+mn-ea"/>
                <a:cs typeface="+mn-cs"/>
              </a:rPr>
              <a:t>patient labels</a:t>
            </a:r>
          </a:p>
        </p:txBody>
      </p:sp>
      <p:pic>
        <p:nvPicPr>
          <p:cNvPr id="32" name="Graphic 31" descr="Group of men with solid fill">
            <a:extLst>
              <a:ext uri="{FF2B5EF4-FFF2-40B4-BE49-F238E27FC236}">
                <a16:creationId xmlns:a16="http://schemas.microsoft.com/office/drawing/2014/main" id="{0F25CD93-7A80-8801-CD1D-30C35A4A293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99375" y="5753081"/>
            <a:ext cx="543148" cy="543148"/>
          </a:xfrm>
          <a:prstGeom prst="rect">
            <a:avLst/>
          </a:prstGeom>
        </p:spPr>
      </p:pic>
      <p:pic>
        <p:nvPicPr>
          <p:cNvPr id="33" name="Graphic 32" descr="Inventory with solid fill">
            <a:extLst>
              <a:ext uri="{FF2B5EF4-FFF2-40B4-BE49-F238E27FC236}">
                <a16:creationId xmlns:a16="http://schemas.microsoft.com/office/drawing/2014/main" id="{41426359-7D80-1B93-717A-5A8D0DCE8AD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629981" y="3189384"/>
            <a:ext cx="648282" cy="648282"/>
          </a:xfrm>
          <a:prstGeom prst="rect">
            <a:avLst/>
          </a:prstGeom>
        </p:spPr>
      </p:pic>
      <p:pic>
        <p:nvPicPr>
          <p:cNvPr id="34" name="Graphic 33" descr="Bad Inventory with solid fill">
            <a:extLst>
              <a:ext uri="{FF2B5EF4-FFF2-40B4-BE49-F238E27FC236}">
                <a16:creationId xmlns:a16="http://schemas.microsoft.com/office/drawing/2014/main" id="{CC78F331-22D4-F821-7994-01A9CD2DBAD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26944" y="3181058"/>
            <a:ext cx="615579" cy="615579"/>
          </a:xfrm>
          <a:prstGeom prst="rect">
            <a:avLst/>
          </a:prstGeom>
        </p:spPr>
      </p:pic>
      <p:pic>
        <p:nvPicPr>
          <p:cNvPr id="35" name="Graphic 34" descr="Stopwatch 66% with solid fill">
            <a:extLst>
              <a:ext uri="{FF2B5EF4-FFF2-40B4-BE49-F238E27FC236}">
                <a16:creationId xmlns:a16="http://schemas.microsoft.com/office/drawing/2014/main" id="{8C9D3234-ABEF-EE3A-9019-AD8B8C12AF0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44061" y="4392510"/>
            <a:ext cx="666240" cy="666240"/>
          </a:xfrm>
          <a:prstGeom prst="rect">
            <a:avLst/>
          </a:prstGeom>
        </p:spPr>
      </p:pic>
      <p:pic>
        <p:nvPicPr>
          <p:cNvPr id="36" name="Graphic 35" descr="Chevron arrows with solid fill">
            <a:extLst>
              <a:ext uri="{FF2B5EF4-FFF2-40B4-BE49-F238E27FC236}">
                <a16:creationId xmlns:a16="http://schemas.microsoft.com/office/drawing/2014/main" id="{DD5024B1-E876-FC31-D44A-449BC6AA77D5}"/>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696763" y="4431269"/>
            <a:ext cx="562990" cy="562990"/>
          </a:xfrm>
          <a:prstGeom prst="rect">
            <a:avLst/>
          </a:prstGeom>
        </p:spPr>
      </p:pic>
      <p:pic>
        <p:nvPicPr>
          <p:cNvPr id="37" name="Graphic 36" descr="Truck with solid fill">
            <a:extLst>
              <a:ext uri="{FF2B5EF4-FFF2-40B4-BE49-F238E27FC236}">
                <a16:creationId xmlns:a16="http://schemas.microsoft.com/office/drawing/2014/main" id="{0BC49600-489D-6511-2793-BC74C2FE5505}"/>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629981" y="1946259"/>
            <a:ext cx="697573" cy="697573"/>
          </a:xfrm>
          <a:prstGeom prst="rect">
            <a:avLst/>
          </a:prstGeom>
        </p:spPr>
      </p:pic>
      <p:pic>
        <p:nvPicPr>
          <p:cNvPr id="38" name="Graphic 37" descr="Workflow with solid fill">
            <a:extLst>
              <a:ext uri="{FF2B5EF4-FFF2-40B4-BE49-F238E27FC236}">
                <a16:creationId xmlns:a16="http://schemas.microsoft.com/office/drawing/2014/main" id="{9568C26D-B61F-EB62-A4B3-E5E44919ED0E}"/>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664271" y="5694483"/>
            <a:ext cx="633582" cy="633582"/>
          </a:xfrm>
          <a:prstGeom prst="rect">
            <a:avLst/>
          </a:prstGeom>
        </p:spPr>
      </p:pic>
    </p:spTree>
    <p:extLst>
      <p:ext uri="{BB962C8B-B14F-4D97-AF65-F5344CB8AC3E}">
        <p14:creationId xmlns:p14="http://schemas.microsoft.com/office/powerpoint/2010/main" val="1789145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7375619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Six Sigma methodology focuses on improving process reliability </a:t>
            </a:r>
            <a:endParaRPr lang="en-US" b="0" kern="0" dirty="0"/>
          </a:p>
        </p:txBody>
      </p:sp>
      <p:sp>
        <p:nvSpPr>
          <p:cNvPr id="2" name="Rectangle: Folded Corner 1">
            <a:extLst>
              <a:ext uri="{FF2B5EF4-FFF2-40B4-BE49-F238E27FC236}">
                <a16:creationId xmlns:a16="http://schemas.microsoft.com/office/drawing/2014/main" id="{4C204DE8-EEBE-C091-D52B-2DCC101A43E5}"/>
              </a:ext>
            </a:extLst>
          </p:cNvPr>
          <p:cNvSpPr/>
          <p:nvPr/>
        </p:nvSpPr>
        <p:spPr>
          <a:xfrm>
            <a:off x="4308764" y="2253237"/>
            <a:ext cx="3574472" cy="3763099"/>
          </a:xfrm>
          <a:prstGeom prst="foldedCorner">
            <a:avLst>
              <a:gd name="adj" fmla="val 10563"/>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a:extLst>
              <a:ext uri="{FF2B5EF4-FFF2-40B4-BE49-F238E27FC236}">
                <a16:creationId xmlns:a16="http://schemas.microsoft.com/office/drawing/2014/main" id="{7DCCCCC7-4E42-64CD-D7C4-678E88800F7F}"/>
              </a:ext>
            </a:extLst>
          </p:cNvPr>
          <p:cNvSpPr/>
          <p:nvPr/>
        </p:nvSpPr>
        <p:spPr bwMode="auto">
          <a:xfrm rot="11821990">
            <a:off x="6097739" y="2127793"/>
            <a:ext cx="35567" cy="324838"/>
          </a:xfrm>
          <a:prstGeom prst="triangl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0" scaled="1"/>
            <a:tileRect/>
          </a:gradFill>
          <a:ln>
            <a:no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solidFill>
                <a:srgbClr val="0C2870"/>
              </a:solidFill>
              <a:latin typeface="Arial" charset="0"/>
              <a:ea typeface="+mn-ea"/>
              <a:cs typeface="Times New Roman" pitchFamily="18" charset="0"/>
            </a:endParaRPr>
          </a:p>
        </p:txBody>
      </p:sp>
      <p:sp>
        <p:nvSpPr>
          <p:cNvPr id="5" name="Oval 4">
            <a:extLst>
              <a:ext uri="{FF2B5EF4-FFF2-40B4-BE49-F238E27FC236}">
                <a16:creationId xmlns:a16="http://schemas.microsoft.com/office/drawing/2014/main" id="{9D78B4D8-1D2B-1E62-391A-E4846567321E}"/>
              </a:ext>
            </a:extLst>
          </p:cNvPr>
          <p:cNvSpPr/>
          <p:nvPr/>
        </p:nvSpPr>
        <p:spPr bwMode="auto">
          <a:xfrm>
            <a:off x="6088650" y="1957867"/>
            <a:ext cx="182881" cy="182881"/>
          </a:xfrm>
          <a:prstGeom prst="ellipse">
            <a:avLst/>
          </a:prstGeom>
          <a:solidFill>
            <a:schemeClr val="accent1"/>
          </a:solidFill>
          <a:ln>
            <a:noFill/>
          </a:ln>
          <a:effectLst/>
          <a:scene3d>
            <a:camera prst="orthographicFront">
              <a:rot lat="0" lon="0" rev="0"/>
            </a:camera>
            <a:lightRig rig="balanced" dir="t">
              <a:rot lat="0" lon="0" rev="8700000"/>
            </a:lightRig>
          </a:scene3d>
          <a:sp3d>
            <a:bevelT w="190500" h="38100"/>
          </a:sp3d>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solidFill>
                <a:srgbClr val="0C2870"/>
              </a:solidFill>
              <a:latin typeface="Arial" charset="0"/>
              <a:ea typeface="+mn-ea"/>
              <a:cs typeface="Times New Roman" pitchFamily="18" charset="0"/>
            </a:endParaRPr>
          </a:p>
        </p:txBody>
      </p:sp>
      <p:sp>
        <p:nvSpPr>
          <p:cNvPr id="6" name="TextBox 5">
            <a:extLst>
              <a:ext uri="{FF2B5EF4-FFF2-40B4-BE49-F238E27FC236}">
                <a16:creationId xmlns:a16="http://schemas.microsoft.com/office/drawing/2014/main" id="{86924E65-1B5D-9E20-E9F1-E8A20C68779C}"/>
              </a:ext>
            </a:extLst>
          </p:cNvPr>
          <p:cNvSpPr txBox="1"/>
          <p:nvPr/>
        </p:nvSpPr>
        <p:spPr>
          <a:xfrm>
            <a:off x="4484435" y="2565125"/>
            <a:ext cx="3223131" cy="3139321"/>
          </a:xfrm>
          <a:prstGeom prst="rect">
            <a:avLst/>
          </a:prstGeom>
          <a:noFill/>
        </p:spPr>
        <p:txBody>
          <a:bodyPr wrap="square" rtlCol="0" anchor="ctr">
            <a:spAutoFit/>
          </a:bodyPr>
          <a:lstStyle/>
          <a:p>
            <a:r>
              <a:rPr lang="en-US" b="1" dirty="0"/>
              <a:t>Six Sigma is a structured approach focusing on improving process reliability in order to eliminate the defects in products and services.</a:t>
            </a:r>
          </a:p>
          <a:p>
            <a:endParaRPr lang="en-US" b="1" dirty="0"/>
          </a:p>
          <a:p>
            <a:r>
              <a:rPr lang="en-US" b="1" dirty="0"/>
              <a:t>This approach was developed in 1986 by Motorola and popularized by GE.</a:t>
            </a:r>
          </a:p>
        </p:txBody>
      </p:sp>
      <p:sp>
        <p:nvSpPr>
          <p:cNvPr id="7" name="Footer Placeholder 6">
            <a:extLst>
              <a:ext uri="{FF2B5EF4-FFF2-40B4-BE49-F238E27FC236}">
                <a16:creationId xmlns:a16="http://schemas.microsoft.com/office/drawing/2014/main" id="{5297DAE1-3AB4-A890-09F4-75460095DA8B}"/>
              </a:ext>
            </a:extLst>
          </p:cNvPr>
          <p:cNvSpPr>
            <a:spLocks noGrp="1"/>
          </p:cNvSpPr>
          <p:nvPr>
            <p:ph type="ftr" sz="quarter" idx="3"/>
          </p:nvPr>
        </p:nvSpPr>
        <p:spPr/>
        <p:txBody>
          <a:bodyPr/>
          <a:lstStyle/>
          <a:p>
            <a:r>
              <a:rPr lang="en-US"/>
              <a:t>Domont Consulting</a:t>
            </a:r>
            <a:endParaRPr lang="en-US" dirty="0"/>
          </a:p>
        </p:txBody>
      </p:sp>
      <p:sp>
        <p:nvSpPr>
          <p:cNvPr id="8" name="Slide Number Placeholder 7">
            <a:extLst>
              <a:ext uri="{FF2B5EF4-FFF2-40B4-BE49-F238E27FC236}">
                <a16:creationId xmlns:a16="http://schemas.microsoft.com/office/drawing/2014/main" id="{B30DA7D4-3D61-1F85-0AE9-9E305AC837AB}"/>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3805664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027768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The objective of a Six Sigma project is to reduce process variation to such a degree that the sigma’s of variation will fit within the specification limits</a:t>
            </a:r>
            <a:endParaRPr lang="en-US" kern="0" dirty="0"/>
          </a:p>
        </p:txBody>
      </p:sp>
      <p:sp>
        <p:nvSpPr>
          <p:cNvPr id="7" name="TextBox 6">
            <a:extLst>
              <a:ext uri="{FF2B5EF4-FFF2-40B4-BE49-F238E27FC236}">
                <a16:creationId xmlns:a16="http://schemas.microsoft.com/office/drawing/2014/main" id="{293373CC-8EA0-F160-384D-F37F143FB09E}"/>
              </a:ext>
            </a:extLst>
          </p:cNvPr>
          <p:cNvSpPr txBox="1"/>
          <p:nvPr/>
        </p:nvSpPr>
        <p:spPr>
          <a:xfrm>
            <a:off x="598661" y="6080165"/>
            <a:ext cx="10963161" cy="338554"/>
          </a:xfrm>
          <a:prstGeom prst="rect">
            <a:avLst/>
          </a:prstGeom>
          <a:noFill/>
        </p:spPr>
        <p:txBody>
          <a:bodyPr wrap="square" rtlCol="0">
            <a:spAutoFit/>
          </a:bodyPr>
          <a:lstStyle/>
          <a:p>
            <a:r>
              <a:rPr lang="en-US" sz="1600" dirty="0"/>
              <a:t>Technically, 6s refers to having a process that will result in fewer than 3.4 defects per one million opportunities (DPMO)</a:t>
            </a:r>
          </a:p>
        </p:txBody>
      </p:sp>
      <p:grpSp>
        <p:nvGrpSpPr>
          <p:cNvPr id="43" name="Group 42">
            <a:extLst>
              <a:ext uri="{FF2B5EF4-FFF2-40B4-BE49-F238E27FC236}">
                <a16:creationId xmlns:a16="http://schemas.microsoft.com/office/drawing/2014/main" id="{8D1BC5FB-3F09-74EC-5E9D-9EF3B2598443}"/>
              </a:ext>
            </a:extLst>
          </p:cNvPr>
          <p:cNvGrpSpPr/>
          <p:nvPr/>
        </p:nvGrpSpPr>
        <p:grpSpPr>
          <a:xfrm>
            <a:off x="2251292" y="2103120"/>
            <a:ext cx="7692807" cy="3655328"/>
            <a:chOff x="2651241" y="2499788"/>
            <a:chExt cx="6858000" cy="3258660"/>
          </a:xfrm>
        </p:grpSpPr>
        <p:cxnSp>
          <p:nvCxnSpPr>
            <p:cNvPr id="8" name="Straight Connector 7">
              <a:extLst>
                <a:ext uri="{FF2B5EF4-FFF2-40B4-BE49-F238E27FC236}">
                  <a16:creationId xmlns:a16="http://schemas.microsoft.com/office/drawing/2014/main" id="{423E0264-3329-E94C-174E-B704043124CE}"/>
                </a:ext>
              </a:extLst>
            </p:cNvPr>
            <p:cNvCxnSpPr/>
            <p:nvPr/>
          </p:nvCxnSpPr>
          <p:spPr>
            <a:xfrm>
              <a:off x="3718041" y="5072648"/>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C0BA5A-1D22-7E7C-8C41-BD48B1ADB283}"/>
                </a:ext>
              </a:extLst>
            </p:cNvPr>
            <p:cNvCxnSpPr/>
            <p:nvPr/>
          </p:nvCxnSpPr>
          <p:spPr>
            <a:xfrm>
              <a:off x="4318116" y="5072648"/>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AF2296-886C-FBC9-436D-2A38B5D13B33}"/>
                </a:ext>
              </a:extLst>
            </p:cNvPr>
            <p:cNvCxnSpPr/>
            <p:nvPr/>
          </p:nvCxnSpPr>
          <p:spPr>
            <a:xfrm>
              <a:off x="4918191" y="5072648"/>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E5CFB-291F-006A-39D5-79B4C883DB3B}"/>
                </a:ext>
              </a:extLst>
            </p:cNvPr>
            <p:cNvCxnSpPr/>
            <p:nvPr/>
          </p:nvCxnSpPr>
          <p:spPr>
            <a:xfrm>
              <a:off x="6718416" y="5072648"/>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82B307A-4D33-2C54-0CD8-1CA2BA477CCA}"/>
                </a:ext>
              </a:extLst>
            </p:cNvPr>
            <p:cNvCxnSpPr/>
            <p:nvPr/>
          </p:nvCxnSpPr>
          <p:spPr>
            <a:xfrm>
              <a:off x="5518266" y="5072648"/>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E8127B2-3D17-EFA7-8A43-2E30EFF3754F}"/>
                </a:ext>
              </a:extLst>
            </p:cNvPr>
            <p:cNvCxnSpPr/>
            <p:nvPr/>
          </p:nvCxnSpPr>
          <p:spPr>
            <a:xfrm>
              <a:off x="7318491" y="5072648"/>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5DD30AF-A7F4-F2B1-FF76-CC778C75C60E}"/>
                </a:ext>
              </a:extLst>
            </p:cNvPr>
            <p:cNvCxnSpPr/>
            <p:nvPr/>
          </p:nvCxnSpPr>
          <p:spPr>
            <a:xfrm>
              <a:off x="6118341" y="2843977"/>
              <a:ext cx="0" cy="29144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DF7C66-1F5B-81B1-6127-F71280C736F4}"/>
                </a:ext>
              </a:extLst>
            </p:cNvPr>
            <p:cNvCxnSpPr/>
            <p:nvPr/>
          </p:nvCxnSpPr>
          <p:spPr>
            <a:xfrm>
              <a:off x="8518641" y="5072648"/>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237F97A-A513-A28F-5E03-98DA93A76687}"/>
                </a:ext>
              </a:extLst>
            </p:cNvPr>
            <p:cNvCxnSpPr/>
            <p:nvPr/>
          </p:nvCxnSpPr>
          <p:spPr>
            <a:xfrm>
              <a:off x="7918566" y="5072648"/>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C979C39-02C3-C4FA-7C83-409B7314E928}"/>
                </a:ext>
              </a:extLst>
            </p:cNvPr>
            <p:cNvCxnSpPr/>
            <p:nvPr/>
          </p:nvCxnSpPr>
          <p:spPr>
            <a:xfrm>
              <a:off x="2651241" y="5225048"/>
              <a:ext cx="6858000"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0BB0C6F-AE1A-A7F5-0588-6F5C799E8BA8}"/>
                </a:ext>
              </a:extLst>
            </p:cNvPr>
            <p:cNvSpPr txBox="1"/>
            <p:nvPr/>
          </p:nvSpPr>
          <p:spPr>
            <a:xfrm>
              <a:off x="5273170" y="5430088"/>
              <a:ext cx="457200" cy="276999"/>
            </a:xfrm>
            <a:prstGeom prst="rect">
              <a:avLst/>
            </a:prstGeom>
            <a:noFill/>
          </p:spPr>
          <p:txBody>
            <a:bodyPr wrap="square" rtlCol="0">
              <a:spAutoFit/>
            </a:bodyPr>
            <a:lstStyle/>
            <a:p>
              <a:pPr algn="ctr"/>
              <a:r>
                <a:rPr lang="en-US" sz="1200" dirty="0">
                  <a:solidFill>
                    <a:schemeClr val="tx2"/>
                  </a:solidFill>
                </a:rPr>
                <a:t>1s</a:t>
              </a:r>
            </a:p>
          </p:txBody>
        </p:sp>
        <p:sp>
          <p:nvSpPr>
            <p:cNvPr id="21" name="TextBox 20">
              <a:extLst>
                <a:ext uri="{FF2B5EF4-FFF2-40B4-BE49-F238E27FC236}">
                  <a16:creationId xmlns:a16="http://schemas.microsoft.com/office/drawing/2014/main" id="{C49378CE-2F79-6703-7B82-C8338960F670}"/>
                </a:ext>
              </a:extLst>
            </p:cNvPr>
            <p:cNvSpPr txBox="1"/>
            <p:nvPr/>
          </p:nvSpPr>
          <p:spPr>
            <a:xfrm>
              <a:off x="6506313" y="5430088"/>
              <a:ext cx="457200" cy="276999"/>
            </a:xfrm>
            <a:prstGeom prst="rect">
              <a:avLst/>
            </a:prstGeom>
            <a:noFill/>
          </p:spPr>
          <p:txBody>
            <a:bodyPr wrap="square" rtlCol="0">
              <a:spAutoFit/>
            </a:bodyPr>
            <a:lstStyle/>
            <a:p>
              <a:pPr algn="ctr"/>
              <a:r>
                <a:rPr lang="en-US" sz="1200" dirty="0">
                  <a:solidFill>
                    <a:schemeClr val="tx2"/>
                  </a:solidFill>
                </a:rPr>
                <a:t>1s</a:t>
              </a:r>
            </a:p>
          </p:txBody>
        </p:sp>
        <p:sp>
          <p:nvSpPr>
            <p:cNvPr id="22" name="TextBox 21">
              <a:extLst>
                <a:ext uri="{FF2B5EF4-FFF2-40B4-BE49-F238E27FC236}">
                  <a16:creationId xmlns:a16="http://schemas.microsoft.com/office/drawing/2014/main" id="{D07CED00-B0AA-3EFB-79A2-7EEFB1AADB70}"/>
                </a:ext>
              </a:extLst>
            </p:cNvPr>
            <p:cNvSpPr txBox="1"/>
            <p:nvPr/>
          </p:nvSpPr>
          <p:spPr>
            <a:xfrm>
              <a:off x="7094164" y="5430088"/>
              <a:ext cx="457200" cy="276999"/>
            </a:xfrm>
            <a:prstGeom prst="rect">
              <a:avLst/>
            </a:prstGeom>
            <a:noFill/>
          </p:spPr>
          <p:txBody>
            <a:bodyPr wrap="square" rtlCol="0">
              <a:spAutoFit/>
            </a:bodyPr>
            <a:lstStyle/>
            <a:p>
              <a:pPr algn="ctr"/>
              <a:r>
                <a:rPr lang="en-US" sz="1200" dirty="0">
                  <a:solidFill>
                    <a:schemeClr val="tx2"/>
                  </a:solidFill>
                </a:rPr>
                <a:t>2s</a:t>
              </a:r>
            </a:p>
          </p:txBody>
        </p:sp>
        <p:sp>
          <p:nvSpPr>
            <p:cNvPr id="23" name="TextBox 22">
              <a:extLst>
                <a:ext uri="{FF2B5EF4-FFF2-40B4-BE49-F238E27FC236}">
                  <a16:creationId xmlns:a16="http://schemas.microsoft.com/office/drawing/2014/main" id="{BDE6F5A1-CD6E-FDC7-363D-70B0E7004782}"/>
                </a:ext>
              </a:extLst>
            </p:cNvPr>
            <p:cNvSpPr txBox="1"/>
            <p:nvPr/>
          </p:nvSpPr>
          <p:spPr>
            <a:xfrm>
              <a:off x="7710736" y="5430088"/>
              <a:ext cx="457200" cy="276999"/>
            </a:xfrm>
            <a:prstGeom prst="rect">
              <a:avLst/>
            </a:prstGeom>
            <a:noFill/>
          </p:spPr>
          <p:txBody>
            <a:bodyPr wrap="square" rtlCol="0">
              <a:spAutoFit/>
            </a:bodyPr>
            <a:lstStyle/>
            <a:p>
              <a:pPr algn="ctr"/>
              <a:r>
                <a:rPr lang="en-US" sz="1200" dirty="0">
                  <a:solidFill>
                    <a:schemeClr val="tx2"/>
                  </a:solidFill>
                </a:rPr>
                <a:t>3s</a:t>
              </a:r>
            </a:p>
          </p:txBody>
        </p:sp>
        <p:sp>
          <p:nvSpPr>
            <p:cNvPr id="24" name="TextBox 23">
              <a:extLst>
                <a:ext uri="{FF2B5EF4-FFF2-40B4-BE49-F238E27FC236}">
                  <a16:creationId xmlns:a16="http://schemas.microsoft.com/office/drawing/2014/main" id="{E1F4267E-FDDC-9A31-FC72-C2F81A53E82C}"/>
                </a:ext>
              </a:extLst>
            </p:cNvPr>
            <p:cNvSpPr txBox="1"/>
            <p:nvPr/>
          </p:nvSpPr>
          <p:spPr>
            <a:xfrm>
              <a:off x="4689592" y="5430088"/>
              <a:ext cx="457200" cy="276999"/>
            </a:xfrm>
            <a:prstGeom prst="rect">
              <a:avLst/>
            </a:prstGeom>
            <a:noFill/>
          </p:spPr>
          <p:txBody>
            <a:bodyPr wrap="square" rtlCol="0">
              <a:spAutoFit/>
            </a:bodyPr>
            <a:lstStyle/>
            <a:p>
              <a:pPr algn="ctr"/>
              <a:r>
                <a:rPr lang="en-US" sz="1200" dirty="0">
                  <a:solidFill>
                    <a:schemeClr val="tx2"/>
                  </a:solidFill>
                </a:rPr>
                <a:t>2s</a:t>
              </a:r>
            </a:p>
          </p:txBody>
        </p:sp>
        <p:sp>
          <p:nvSpPr>
            <p:cNvPr id="25" name="TextBox 24">
              <a:extLst>
                <a:ext uri="{FF2B5EF4-FFF2-40B4-BE49-F238E27FC236}">
                  <a16:creationId xmlns:a16="http://schemas.microsoft.com/office/drawing/2014/main" id="{3780CCB2-324A-A288-D121-643A66B2EC47}"/>
                </a:ext>
              </a:extLst>
            </p:cNvPr>
            <p:cNvSpPr txBox="1"/>
            <p:nvPr/>
          </p:nvSpPr>
          <p:spPr>
            <a:xfrm>
              <a:off x="4075821" y="5430088"/>
              <a:ext cx="457200" cy="276999"/>
            </a:xfrm>
            <a:prstGeom prst="rect">
              <a:avLst/>
            </a:prstGeom>
            <a:noFill/>
          </p:spPr>
          <p:txBody>
            <a:bodyPr wrap="square" rtlCol="0">
              <a:spAutoFit/>
            </a:bodyPr>
            <a:lstStyle/>
            <a:p>
              <a:pPr algn="ctr"/>
              <a:r>
                <a:rPr lang="en-US" sz="1200" dirty="0">
                  <a:solidFill>
                    <a:schemeClr val="tx2"/>
                  </a:solidFill>
                </a:rPr>
                <a:t>3s</a:t>
              </a:r>
            </a:p>
          </p:txBody>
        </p:sp>
        <p:sp>
          <p:nvSpPr>
            <p:cNvPr id="26" name="Freeform 45">
              <a:extLst>
                <a:ext uri="{FF2B5EF4-FFF2-40B4-BE49-F238E27FC236}">
                  <a16:creationId xmlns:a16="http://schemas.microsoft.com/office/drawing/2014/main" id="{2B240559-BED0-787A-C070-15561D296F20}"/>
                </a:ext>
              </a:extLst>
            </p:cNvPr>
            <p:cNvSpPr/>
            <p:nvPr/>
          </p:nvSpPr>
          <p:spPr bwMode="auto">
            <a:xfrm>
              <a:off x="3713328" y="3036456"/>
              <a:ext cx="4817097" cy="2196448"/>
            </a:xfrm>
            <a:custGeom>
              <a:avLst/>
              <a:gdLst>
                <a:gd name="connsiteX0" fmla="*/ 0 w 4817097"/>
                <a:gd name="connsiteY0" fmla="*/ 2196446 h 2196446"/>
                <a:gd name="connsiteX1" fmla="*/ 2413261 w 4817097"/>
                <a:gd name="connsiteY1" fmla="*/ 0 h 2196446"/>
                <a:gd name="connsiteX2" fmla="*/ 4817097 w 4817097"/>
                <a:gd name="connsiteY2" fmla="*/ 2196446 h 2196446"/>
                <a:gd name="connsiteX0" fmla="*/ 0 w 4817097"/>
                <a:gd name="connsiteY0" fmla="*/ 2199975 h 2199975"/>
                <a:gd name="connsiteX1" fmla="*/ 2413261 w 4817097"/>
                <a:gd name="connsiteY1" fmla="*/ 3529 h 2199975"/>
                <a:gd name="connsiteX2" fmla="*/ 4440024 w 4817097"/>
                <a:gd name="connsiteY2" fmla="*/ 1700354 h 2199975"/>
                <a:gd name="connsiteX3" fmla="*/ 4817097 w 4817097"/>
                <a:gd name="connsiteY3" fmla="*/ 2199975 h 2199975"/>
                <a:gd name="connsiteX0" fmla="*/ 0 w 4817097"/>
                <a:gd name="connsiteY0" fmla="*/ 2197544 h 2197544"/>
                <a:gd name="connsiteX1" fmla="*/ 2413261 w 4817097"/>
                <a:gd name="connsiteY1" fmla="*/ 1098 h 2197544"/>
                <a:gd name="connsiteX2" fmla="*/ 4062952 w 4817097"/>
                <a:gd name="connsiteY2" fmla="*/ 1905313 h 2197544"/>
                <a:gd name="connsiteX3" fmla="*/ 4817097 w 4817097"/>
                <a:gd name="connsiteY3" fmla="*/ 2197544 h 2197544"/>
                <a:gd name="connsiteX0" fmla="*/ 0 w 4817097"/>
                <a:gd name="connsiteY0" fmla="*/ 2197544 h 2197544"/>
                <a:gd name="connsiteX1" fmla="*/ 2413261 w 4817097"/>
                <a:gd name="connsiteY1" fmla="*/ 1098 h 2197544"/>
                <a:gd name="connsiteX2" fmla="*/ 4100659 w 4817097"/>
                <a:gd name="connsiteY2" fmla="*/ 1905313 h 2197544"/>
                <a:gd name="connsiteX3" fmla="*/ 4817097 w 4817097"/>
                <a:gd name="connsiteY3" fmla="*/ 2197544 h 2197544"/>
                <a:gd name="connsiteX0" fmla="*/ 0 w 4817097"/>
                <a:gd name="connsiteY0" fmla="*/ 2196448 h 2196448"/>
                <a:gd name="connsiteX1" fmla="*/ 631595 w 4817097"/>
                <a:gd name="connsiteY1" fmla="*/ 1913644 h 2196448"/>
                <a:gd name="connsiteX2" fmla="*/ 2413261 w 4817097"/>
                <a:gd name="connsiteY2" fmla="*/ 2 h 2196448"/>
                <a:gd name="connsiteX3" fmla="*/ 4100659 w 4817097"/>
                <a:gd name="connsiteY3" fmla="*/ 1904217 h 2196448"/>
                <a:gd name="connsiteX4" fmla="*/ 4817097 w 4817097"/>
                <a:gd name="connsiteY4" fmla="*/ 2196448 h 219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7097" h="2196448">
                  <a:moveTo>
                    <a:pt x="0" y="2196448"/>
                  </a:moveTo>
                  <a:cubicBezTo>
                    <a:pt x="58132" y="2121034"/>
                    <a:pt x="229385" y="2279718"/>
                    <a:pt x="631595" y="1913644"/>
                  </a:cubicBezTo>
                  <a:cubicBezTo>
                    <a:pt x="1033805" y="1547570"/>
                    <a:pt x="1835084" y="1573"/>
                    <a:pt x="2413261" y="2"/>
                  </a:cubicBezTo>
                  <a:cubicBezTo>
                    <a:pt x="2991438" y="-1569"/>
                    <a:pt x="3700020" y="1538143"/>
                    <a:pt x="4100659" y="1904217"/>
                  </a:cubicBezTo>
                  <a:cubicBezTo>
                    <a:pt x="4501298" y="2270291"/>
                    <a:pt x="4754252" y="2113178"/>
                    <a:pt x="4817097" y="2196448"/>
                  </a:cubicBezTo>
                </a:path>
              </a:pathLst>
            </a:custGeom>
            <a:noFill/>
            <a:ln>
              <a:solidFill>
                <a:srgbClr val="FFFFFF">
                  <a:lumMod val="75000"/>
                </a:srgbClr>
              </a:solidFill>
            </a:ln>
          </p:spPr>
          <p:txBody>
            <a:bodyPr rtlCol="0" anchor="ctr"/>
            <a:lstStyle/>
            <a:p>
              <a:pPr algn="ctr"/>
              <a:endParaRPr lang="en-US" dirty="0"/>
            </a:p>
          </p:txBody>
        </p:sp>
        <p:sp>
          <p:nvSpPr>
            <p:cNvPr id="27" name="Freeform 46">
              <a:extLst>
                <a:ext uri="{FF2B5EF4-FFF2-40B4-BE49-F238E27FC236}">
                  <a16:creationId xmlns:a16="http://schemas.microsoft.com/office/drawing/2014/main" id="{03E1F447-2C2A-F8A1-ED45-9DC8C9382BFB}"/>
                </a:ext>
              </a:extLst>
            </p:cNvPr>
            <p:cNvSpPr/>
            <p:nvPr/>
          </p:nvSpPr>
          <p:spPr bwMode="auto">
            <a:xfrm>
              <a:off x="5249897" y="2687667"/>
              <a:ext cx="1762812" cy="2535810"/>
            </a:xfrm>
            <a:custGeom>
              <a:avLst/>
              <a:gdLst>
                <a:gd name="connsiteX0" fmla="*/ 1762812 w 1762812"/>
                <a:gd name="connsiteY0" fmla="*/ 2535810 h 2535810"/>
                <a:gd name="connsiteX1" fmla="*/ 876692 w 1762812"/>
                <a:gd name="connsiteY1" fmla="*/ 0 h 2535810"/>
                <a:gd name="connsiteX2" fmla="*/ 0 w 1762812"/>
                <a:gd name="connsiteY2" fmla="*/ 2535810 h 2535810"/>
                <a:gd name="connsiteX0" fmla="*/ 1762812 w 1762812"/>
                <a:gd name="connsiteY0" fmla="*/ 2537249 h 2537249"/>
                <a:gd name="connsiteX1" fmla="*/ 876692 w 1762812"/>
                <a:gd name="connsiteY1" fmla="*/ 1439 h 2537249"/>
                <a:gd name="connsiteX2" fmla="*/ 377072 w 1762812"/>
                <a:gd name="connsiteY2" fmla="*/ 2179030 h 2537249"/>
                <a:gd name="connsiteX3" fmla="*/ 0 w 1762812"/>
                <a:gd name="connsiteY3" fmla="*/ 2537249 h 2537249"/>
                <a:gd name="connsiteX0" fmla="*/ 1762812 w 1762812"/>
                <a:gd name="connsiteY0" fmla="*/ 2535810 h 2535810"/>
                <a:gd name="connsiteX1" fmla="*/ 1414020 w 1762812"/>
                <a:gd name="connsiteY1" fmla="*/ 2177592 h 2535810"/>
                <a:gd name="connsiteX2" fmla="*/ 876692 w 1762812"/>
                <a:gd name="connsiteY2" fmla="*/ 0 h 2535810"/>
                <a:gd name="connsiteX3" fmla="*/ 377072 w 1762812"/>
                <a:gd name="connsiteY3" fmla="*/ 2177591 h 2535810"/>
                <a:gd name="connsiteX4" fmla="*/ 0 w 1762812"/>
                <a:gd name="connsiteY4" fmla="*/ 2535810 h 2535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2812" h="2535810">
                  <a:moveTo>
                    <a:pt x="1762812" y="2535810"/>
                  </a:moveTo>
                  <a:cubicBezTo>
                    <a:pt x="1747101" y="2465109"/>
                    <a:pt x="1561707" y="2600227"/>
                    <a:pt x="1414020" y="2177592"/>
                  </a:cubicBezTo>
                  <a:cubicBezTo>
                    <a:pt x="1266333" y="1754957"/>
                    <a:pt x="1049517" y="0"/>
                    <a:pt x="876692" y="0"/>
                  </a:cubicBezTo>
                  <a:cubicBezTo>
                    <a:pt x="703867" y="0"/>
                    <a:pt x="523187" y="1754956"/>
                    <a:pt x="377072" y="2177591"/>
                  </a:cubicBezTo>
                  <a:cubicBezTo>
                    <a:pt x="230957" y="2600226"/>
                    <a:pt x="15711" y="2469822"/>
                    <a:pt x="0" y="2535810"/>
                  </a:cubicBezTo>
                </a:path>
              </a:pathLst>
            </a:custGeom>
            <a:noFill/>
            <a:ln w="19050">
              <a:solidFill>
                <a:schemeClr val="tx2"/>
              </a:solidFill>
            </a:ln>
          </p:spPr>
          <p:txBody>
            <a:bodyPr rtlCol="0" anchor="ctr"/>
            <a:lstStyle/>
            <a:p>
              <a:pPr algn="ctr"/>
              <a:endParaRPr lang="en-US" dirty="0"/>
            </a:p>
          </p:txBody>
        </p:sp>
        <p:sp>
          <p:nvSpPr>
            <p:cNvPr id="28" name="TextBox 27">
              <a:extLst>
                <a:ext uri="{FF2B5EF4-FFF2-40B4-BE49-F238E27FC236}">
                  <a16:creationId xmlns:a16="http://schemas.microsoft.com/office/drawing/2014/main" id="{DCB8F75C-3A6D-42C8-6D49-07B37E3968F7}"/>
                </a:ext>
              </a:extLst>
            </p:cNvPr>
            <p:cNvSpPr txBox="1"/>
            <p:nvPr/>
          </p:nvSpPr>
          <p:spPr>
            <a:xfrm>
              <a:off x="3489443" y="5430088"/>
              <a:ext cx="457200" cy="276999"/>
            </a:xfrm>
            <a:prstGeom prst="rect">
              <a:avLst/>
            </a:prstGeom>
            <a:noFill/>
          </p:spPr>
          <p:txBody>
            <a:bodyPr wrap="square" rtlCol="0">
              <a:spAutoFit/>
            </a:bodyPr>
            <a:lstStyle/>
            <a:p>
              <a:pPr algn="ctr"/>
              <a:r>
                <a:rPr lang="en-US" sz="1200" dirty="0">
                  <a:solidFill>
                    <a:schemeClr val="tx2"/>
                  </a:solidFill>
                </a:rPr>
                <a:t>4s</a:t>
              </a:r>
            </a:p>
          </p:txBody>
        </p:sp>
        <p:sp>
          <p:nvSpPr>
            <p:cNvPr id="29" name="TextBox 28">
              <a:extLst>
                <a:ext uri="{FF2B5EF4-FFF2-40B4-BE49-F238E27FC236}">
                  <a16:creationId xmlns:a16="http://schemas.microsoft.com/office/drawing/2014/main" id="{50BE0678-E65E-E148-F311-61421E9F9AA2}"/>
                </a:ext>
              </a:extLst>
            </p:cNvPr>
            <p:cNvSpPr txBox="1"/>
            <p:nvPr/>
          </p:nvSpPr>
          <p:spPr>
            <a:xfrm>
              <a:off x="8301825" y="5430088"/>
              <a:ext cx="457200" cy="276999"/>
            </a:xfrm>
            <a:prstGeom prst="rect">
              <a:avLst/>
            </a:prstGeom>
            <a:noFill/>
          </p:spPr>
          <p:txBody>
            <a:bodyPr wrap="square" rtlCol="0">
              <a:spAutoFit/>
            </a:bodyPr>
            <a:lstStyle/>
            <a:p>
              <a:pPr algn="ctr"/>
              <a:r>
                <a:rPr lang="en-US" sz="1200" dirty="0">
                  <a:solidFill>
                    <a:schemeClr val="tx2"/>
                  </a:solidFill>
                </a:rPr>
                <a:t>4s</a:t>
              </a:r>
            </a:p>
          </p:txBody>
        </p:sp>
        <p:cxnSp>
          <p:nvCxnSpPr>
            <p:cNvPr id="30" name="Straight Connector 29">
              <a:extLst>
                <a:ext uri="{FF2B5EF4-FFF2-40B4-BE49-F238E27FC236}">
                  <a16:creationId xmlns:a16="http://schemas.microsoft.com/office/drawing/2014/main" id="{05A2B4E6-EC24-A4E8-4D6E-C85C1AABDA92}"/>
                </a:ext>
              </a:extLst>
            </p:cNvPr>
            <p:cNvCxnSpPr/>
            <p:nvPr/>
          </p:nvCxnSpPr>
          <p:spPr>
            <a:xfrm flipH="1" flipV="1">
              <a:off x="4318115" y="2937184"/>
              <a:ext cx="1" cy="2295720"/>
            </a:xfrm>
            <a:prstGeom prst="line">
              <a:avLst/>
            </a:prstGeom>
            <a:ln>
              <a:prstDash val="dash"/>
            </a:ln>
          </p:spPr>
          <p:style>
            <a:lnRef idx="1">
              <a:schemeClr val="accent6"/>
            </a:lnRef>
            <a:fillRef idx="0">
              <a:schemeClr val="accent6"/>
            </a:fillRef>
            <a:effectRef idx="0">
              <a:schemeClr val="accent6"/>
            </a:effectRef>
            <a:fontRef idx="minor">
              <a:schemeClr val="tx1"/>
            </a:fontRef>
          </p:style>
        </p:cxnSp>
        <p:cxnSp>
          <p:nvCxnSpPr>
            <p:cNvPr id="31" name="Straight Connector 30">
              <a:extLst>
                <a:ext uri="{FF2B5EF4-FFF2-40B4-BE49-F238E27FC236}">
                  <a16:creationId xmlns:a16="http://schemas.microsoft.com/office/drawing/2014/main" id="{60E5FB71-06BD-FAEA-2391-3625D0C8428A}"/>
                </a:ext>
              </a:extLst>
            </p:cNvPr>
            <p:cNvCxnSpPr/>
            <p:nvPr/>
          </p:nvCxnSpPr>
          <p:spPr>
            <a:xfrm flipH="1" flipV="1">
              <a:off x="7918566" y="2937184"/>
              <a:ext cx="1" cy="229572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32" name="TextBox 31">
              <a:extLst>
                <a:ext uri="{FF2B5EF4-FFF2-40B4-BE49-F238E27FC236}">
                  <a16:creationId xmlns:a16="http://schemas.microsoft.com/office/drawing/2014/main" id="{86F2E599-535E-5DB3-E7CF-E68E5E993D9F}"/>
                </a:ext>
              </a:extLst>
            </p:cNvPr>
            <p:cNvSpPr txBox="1"/>
            <p:nvPr/>
          </p:nvSpPr>
          <p:spPr>
            <a:xfrm>
              <a:off x="3073055" y="2520569"/>
              <a:ext cx="2469529" cy="461665"/>
            </a:xfrm>
            <a:prstGeom prst="rect">
              <a:avLst/>
            </a:prstGeom>
            <a:noFill/>
          </p:spPr>
          <p:txBody>
            <a:bodyPr wrap="square" rtlCol="0">
              <a:spAutoFit/>
            </a:bodyPr>
            <a:lstStyle/>
            <a:p>
              <a:pPr algn="ctr"/>
              <a:r>
                <a:rPr lang="en-US" sz="1200" dirty="0">
                  <a:solidFill>
                    <a:schemeClr val="accent3"/>
                  </a:solidFill>
                </a:rPr>
                <a:t>Customer </a:t>
              </a:r>
              <a:r>
                <a:rPr lang="en-US" sz="1200" u="sng" dirty="0">
                  <a:solidFill>
                    <a:schemeClr val="accent3"/>
                  </a:solidFill>
                </a:rPr>
                <a:t>lower</a:t>
              </a:r>
              <a:r>
                <a:rPr lang="en-US" sz="1200" dirty="0">
                  <a:solidFill>
                    <a:schemeClr val="accent3"/>
                  </a:solidFill>
                </a:rPr>
                <a:t> specification limit (LSL)</a:t>
              </a:r>
            </a:p>
          </p:txBody>
        </p:sp>
        <p:sp>
          <p:nvSpPr>
            <p:cNvPr id="33" name="Freeform 65">
              <a:extLst>
                <a:ext uri="{FF2B5EF4-FFF2-40B4-BE49-F238E27FC236}">
                  <a16:creationId xmlns:a16="http://schemas.microsoft.com/office/drawing/2014/main" id="{C96F2D27-EF9B-4ED9-80AA-D7BAEE3100D3}"/>
                </a:ext>
              </a:extLst>
            </p:cNvPr>
            <p:cNvSpPr/>
            <p:nvPr/>
          </p:nvSpPr>
          <p:spPr bwMode="auto">
            <a:xfrm>
              <a:off x="3900074" y="4975281"/>
              <a:ext cx="419100" cy="249767"/>
            </a:xfrm>
            <a:custGeom>
              <a:avLst/>
              <a:gdLst>
                <a:gd name="connsiteX0" fmla="*/ 414867 w 419100"/>
                <a:gd name="connsiteY0" fmla="*/ 0 h 249767"/>
                <a:gd name="connsiteX1" fmla="*/ 419100 w 419100"/>
                <a:gd name="connsiteY1" fmla="*/ 245534 h 249767"/>
                <a:gd name="connsiteX2" fmla="*/ 0 w 419100"/>
                <a:gd name="connsiteY2" fmla="*/ 249767 h 249767"/>
                <a:gd name="connsiteX3" fmla="*/ 414867 w 419100"/>
                <a:gd name="connsiteY3" fmla="*/ 0 h 249767"/>
                <a:gd name="connsiteX0" fmla="*/ 414867 w 419100"/>
                <a:gd name="connsiteY0" fmla="*/ 0 h 249767"/>
                <a:gd name="connsiteX1" fmla="*/ 419100 w 419100"/>
                <a:gd name="connsiteY1" fmla="*/ 245534 h 249767"/>
                <a:gd name="connsiteX2" fmla="*/ 0 w 419100"/>
                <a:gd name="connsiteY2" fmla="*/ 249767 h 249767"/>
                <a:gd name="connsiteX3" fmla="*/ 224367 w 419100"/>
                <a:gd name="connsiteY3" fmla="*/ 135467 h 249767"/>
                <a:gd name="connsiteX4" fmla="*/ 414867 w 419100"/>
                <a:gd name="connsiteY4" fmla="*/ 0 h 249767"/>
                <a:gd name="connsiteX0" fmla="*/ 414867 w 419100"/>
                <a:gd name="connsiteY0" fmla="*/ 0 h 249767"/>
                <a:gd name="connsiteX1" fmla="*/ 419100 w 419100"/>
                <a:gd name="connsiteY1" fmla="*/ 245534 h 249767"/>
                <a:gd name="connsiteX2" fmla="*/ 0 w 419100"/>
                <a:gd name="connsiteY2" fmla="*/ 249767 h 249767"/>
                <a:gd name="connsiteX3" fmla="*/ 258233 w 419100"/>
                <a:gd name="connsiteY3" fmla="*/ 156634 h 249767"/>
                <a:gd name="connsiteX4" fmla="*/ 414867 w 419100"/>
                <a:gd name="connsiteY4" fmla="*/ 0 h 249767"/>
                <a:gd name="connsiteX0" fmla="*/ 414867 w 419100"/>
                <a:gd name="connsiteY0" fmla="*/ 0 h 249767"/>
                <a:gd name="connsiteX1" fmla="*/ 419100 w 419100"/>
                <a:gd name="connsiteY1" fmla="*/ 245534 h 249767"/>
                <a:gd name="connsiteX2" fmla="*/ 0 w 419100"/>
                <a:gd name="connsiteY2" fmla="*/ 249767 h 249767"/>
                <a:gd name="connsiteX3" fmla="*/ 232833 w 419100"/>
                <a:gd name="connsiteY3" fmla="*/ 160868 h 249767"/>
                <a:gd name="connsiteX4" fmla="*/ 414867 w 419100"/>
                <a:gd name="connsiteY4" fmla="*/ 0 h 249767"/>
                <a:gd name="connsiteX0" fmla="*/ 414867 w 419100"/>
                <a:gd name="connsiteY0" fmla="*/ 0 h 249767"/>
                <a:gd name="connsiteX1" fmla="*/ 419100 w 419100"/>
                <a:gd name="connsiteY1" fmla="*/ 245534 h 249767"/>
                <a:gd name="connsiteX2" fmla="*/ 0 w 419100"/>
                <a:gd name="connsiteY2" fmla="*/ 249767 h 249767"/>
                <a:gd name="connsiteX3" fmla="*/ 232833 w 419100"/>
                <a:gd name="connsiteY3" fmla="*/ 160868 h 249767"/>
                <a:gd name="connsiteX4" fmla="*/ 414867 w 419100"/>
                <a:gd name="connsiteY4" fmla="*/ 0 h 249767"/>
                <a:gd name="connsiteX0" fmla="*/ 414867 w 419100"/>
                <a:gd name="connsiteY0" fmla="*/ 0 h 249767"/>
                <a:gd name="connsiteX1" fmla="*/ 419100 w 419100"/>
                <a:gd name="connsiteY1" fmla="*/ 245534 h 249767"/>
                <a:gd name="connsiteX2" fmla="*/ 0 w 419100"/>
                <a:gd name="connsiteY2" fmla="*/ 249767 h 249767"/>
                <a:gd name="connsiteX3" fmla="*/ 232833 w 419100"/>
                <a:gd name="connsiteY3" fmla="*/ 160868 h 249767"/>
                <a:gd name="connsiteX4" fmla="*/ 414867 w 419100"/>
                <a:gd name="connsiteY4" fmla="*/ 0 h 249767"/>
                <a:gd name="connsiteX0" fmla="*/ 414867 w 419100"/>
                <a:gd name="connsiteY0" fmla="*/ 0 h 249767"/>
                <a:gd name="connsiteX1" fmla="*/ 419100 w 419100"/>
                <a:gd name="connsiteY1" fmla="*/ 245534 h 249767"/>
                <a:gd name="connsiteX2" fmla="*/ 0 w 419100"/>
                <a:gd name="connsiteY2" fmla="*/ 249767 h 249767"/>
                <a:gd name="connsiteX3" fmla="*/ 228600 w 419100"/>
                <a:gd name="connsiteY3" fmla="*/ 152401 h 249767"/>
                <a:gd name="connsiteX4" fmla="*/ 414867 w 419100"/>
                <a:gd name="connsiteY4" fmla="*/ 0 h 249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100" h="249767">
                  <a:moveTo>
                    <a:pt x="414867" y="0"/>
                  </a:moveTo>
                  <a:lnTo>
                    <a:pt x="419100" y="245534"/>
                  </a:lnTo>
                  <a:lnTo>
                    <a:pt x="0" y="249767"/>
                  </a:lnTo>
                  <a:cubicBezTo>
                    <a:pt x="71967" y="204611"/>
                    <a:pt x="143933" y="206024"/>
                    <a:pt x="228600" y="152401"/>
                  </a:cubicBezTo>
                  <a:cubicBezTo>
                    <a:pt x="335844" y="77612"/>
                    <a:pt x="354189" y="53623"/>
                    <a:pt x="414867" y="0"/>
                  </a:cubicBezTo>
                  <a:close/>
                </a:path>
              </a:pathLst>
            </a:custGeom>
            <a:pattFill prst="wdUpDiag">
              <a:fgClr>
                <a:srgbClr val="C00000"/>
              </a:fgClr>
              <a:bgClr>
                <a:schemeClr val="bg1"/>
              </a:bgClr>
            </a:pattFill>
            <a:ln w="0">
              <a:no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solidFill>
                  <a:srgbClr val="0C2870"/>
                </a:solidFill>
                <a:ea typeface="+mn-ea"/>
                <a:cs typeface="Times New Roman" pitchFamily="18" charset="0"/>
              </a:endParaRPr>
            </a:p>
          </p:txBody>
        </p:sp>
        <p:sp>
          <p:nvSpPr>
            <p:cNvPr id="34" name="Freeform 66">
              <a:extLst>
                <a:ext uri="{FF2B5EF4-FFF2-40B4-BE49-F238E27FC236}">
                  <a16:creationId xmlns:a16="http://schemas.microsoft.com/office/drawing/2014/main" id="{49864082-333E-D9D6-2FDA-C30795EBE824}"/>
                </a:ext>
              </a:extLst>
            </p:cNvPr>
            <p:cNvSpPr/>
            <p:nvPr/>
          </p:nvSpPr>
          <p:spPr bwMode="auto">
            <a:xfrm>
              <a:off x="7917508" y="5034548"/>
              <a:ext cx="495300" cy="190500"/>
            </a:xfrm>
            <a:custGeom>
              <a:avLst/>
              <a:gdLst>
                <a:gd name="connsiteX0" fmla="*/ 495300 w 495300"/>
                <a:gd name="connsiteY0" fmla="*/ 190500 h 190500"/>
                <a:gd name="connsiteX1" fmla="*/ 0 w 495300"/>
                <a:gd name="connsiteY1" fmla="*/ 190500 h 190500"/>
                <a:gd name="connsiteX2" fmla="*/ 4233 w 495300"/>
                <a:gd name="connsiteY2" fmla="*/ 0 h 190500"/>
                <a:gd name="connsiteX3" fmla="*/ 495300 w 495300"/>
                <a:gd name="connsiteY3" fmla="*/ 190500 h 190500"/>
                <a:gd name="connsiteX0" fmla="*/ 495300 w 495300"/>
                <a:gd name="connsiteY0" fmla="*/ 190500 h 190500"/>
                <a:gd name="connsiteX1" fmla="*/ 0 w 495300"/>
                <a:gd name="connsiteY1" fmla="*/ 190500 h 190500"/>
                <a:gd name="connsiteX2" fmla="*/ 4233 w 495300"/>
                <a:gd name="connsiteY2" fmla="*/ 0 h 190500"/>
                <a:gd name="connsiteX3" fmla="*/ 237066 w 495300"/>
                <a:gd name="connsiteY3" fmla="*/ 118533 h 190500"/>
                <a:gd name="connsiteX4" fmla="*/ 495300 w 495300"/>
                <a:gd name="connsiteY4" fmla="*/ 190500 h 190500"/>
                <a:gd name="connsiteX0" fmla="*/ 495300 w 495300"/>
                <a:gd name="connsiteY0" fmla="*/ 190500 h 190500"/>
                <a:gd name="connsiteX1" fmla="*/ 0 w 495300"/>
                <a:gd name="connsiteY1" fmla="*/ 190500 h 190500"/>
                <a:gd name="connsiteX2" fmla="*/ 4233 w 495300"/>
                <a:gd name="connsiteY2" fmla="*/ 0 h 190500"/>
                <a:gd name="connsiteX3" fmla="*/ 237066 w 495300"/>
                <a:gd name="connsiteY3" fmla="*/ 131233 h 190500"/>
                <a:gd name="connsiteX4" fmla="*/ 495300 w 495300"/>
                <a:gd name="connsiteY4" fmla="*/ 190500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 h="190500">
                  <a:moveTo>
                    <a:pt x="495300" y="190500"/>
                  </a:moveTo>
                  <a:lnTo>
                    <a:pt x="0" y="190500"/>
                  </a:lnTo>
                  <a:lnTo>
                    <a:pt x="4233" y="0"/>
                  </a:lnTo>
                  <a:cubicBezTo>
                    <a:pt x="79022" y="26811"/>
                    <a:pt x="162277" y="104422"/>
                    <a:pt x="237066" y="131233"/>
                  </a:cubicBezTo>
                  <a:lnTo>
                    <a:pt x="495300" y="190500"/>
                  </a:lnTo>
                  <a:close/>
                </a:path>
              </a:pathLst>
            </a:custGeom>
            <a:pattFill prst="wdUpDiag">
              <a:fgClr>
                <a:srgbClr val="C00000"/>
              </a:fgClr>
              <a:bgClr>
                <a:schemeClr val="bg1"/>
              </a:bgClr>
            </a:pattFill>
            <a:ln w="0">
              <a:noFill/>
            </a:ln>
          </p:spPr>
          <p:txBody>
            <a:bodyPr wrap="square" lIns="91428" tIns="45715" rIns="91428" bIns="45715" rtlCol="0" anchor="ctr">
              <a:noAutofit/>
            </a:bodyPr>
            <a:lstStyle/>
            <a:p>
              <a:pPr marL="182553" indent="-182553" algn="just" defTabSz="623853" fontAlgn="base">
                <a:lnSpc>
                  <a:spcPts val="1100"/>
                </a:lnSpc>
                <a:spcBef>
                  <a:spcPct val="0"/>
                </a:spcBef>
                <a:spcAft>
                  <a:spcPct val="0"/>
                </a:spcAft>
                <a:buClr>
                  <a:srgbClr val="000000"/>
                </a:buClr>
                <a:buFont typeface="Wingdings 3" pitchFamily="18" charset="2"/>
                <a:buChar char="}"/>
              </a:pPr>
              <a:endParaRPr lang="en-US" sz="1200" dirty="0">
                <a:solidFill>
                  <a:srgbClr val="0C2870"/>
                </a:solidFill>
                <a:cs typeface="Times New Roman" pitchFamily="18" charset="0"/>
              </a:endParaRPr>
            </a:p>
          </p:txBody>
        </p:sp>
        <p:sp>
          <p:nvSpPr>
            <p:cNvPr id="35" name="TextBox 34">
              <a:extLst>
                <a:ext uri="{FF2B5EF4-FFF2-40B4-BE49-F238E27FC236}">
                  <a16:creationId xmlns:a16="http://schemas.microsoft.com/office/drawing/2014/main" id="{EC52E2C2-B1C0-114C-30DD-A0DBC0BE8955}"/>
                </a:ext>
              </a:extLst>
            </p:cNvPr>
            <p:cNvSpPr txBox="1"/>
            <p:nvPr/>
          </p:nvSpPr>
          <p:spPr>
            <a:xfrm>
              <a:off x="6675184" y="2499788"/>
              <a:ext cx="2529257" cy="461665"/>
            </a:xfrm>
            <a:prstGeom prst="rect">
              <a:avLst/>
            </a:prstGeom>
            <a:noFill/>
          </p:spPr>
          <p:txBody>
            <a:bodyPr wrap="square" rtlCol="0">
              <a:spAutoFit/>
            </a:bodyPr>
            <a:lstStyle/>
            <a:p>
              <a:pPr algn="ctr"/>
              <a:r>
                <a:rPr lang="en-US" sz="1200" dirty="0">
                  <a:solidFill>
                    <a:schemeClr val="accent3"/>
                  </a:solidFill>
                </a:rPr>
                <a:t>Customer </a:t>
              </a:r>
              <a:r>
                <a:rPr lang="en-US" sz="1200" u="sng" dirty="0">
                  <a:solidFill>
                    <a:schemeClr val="accent3"/>
                  </a:solidFill>
                </a:rPr>
                <a:t>higher</a:t>
              </a:r>
              <a:r>
                <a:rPr lang="en-US" sz="1200" dirty="0">
                  <a:solidFill>
                    <a:schemeClr val="accent3"/>
                  </a:solidFill>
                </a:rPr>
                <a:t> specification limit (HSL)</a:t>
              </a:r>
            </a:p>
          </p:txBody>
        </p:sp>
        <p:cxnSp>
          <p:nvCxnSpPr>
            <p:cNvPr id="36" name="Straight Arrow Connector 35">
              <a:extLst>
                <a:ext uri="{FF2B5EF4-FFF2-40B4-BE49-F238E27FC236}">
                  <a16:creationId xmlns:a16="http://schemas.microsoft.com/office/drawing/2014/main" id="{58AE2345-FCA7-B022-CA2D-95387263A16E}"/>
                </a:ext>
              </a:extLst>
            </p:cNvPr>
            <p:cNvCxnSpPr>
              <a:endCxn id="33" idx="3"/>
            </p:cNvCxnSpPr>
            <p:nvPr/>
          </p:nvCxnSpPr>
          <p:spPr>
            <a:xfrm>
              <a:off x="3794241" y="4767848"/>
              <a:ext cx="334433" cy="359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3CBB2C4-BFAE-F94B-62EF-44580187900F}"/>
                </a:ext>
              </a:extLst>
            </p:cNvPr>
            <p:cNvSpPr txBox="1"/>
            <p:nvPr/>
          </p:nvSpPr>
          <p:spPr>
            <a:xfrm>
              <a:off x="3411956" y="4559953"/>
              <a:ext cx="646643" cy="230832"/>
            </a:xfrm>
            <a:prstGeom prst="rect">
              <a:avLst/>
            </a:prstGeom>
            <a:noFill/>
          </p:spPr>
          <p:txBody>
            <a:bodyPr wrap="square" rtlCol="0">
              <a:spAutoFit/>
            </a:bodyPr>
            <a:lstStyle/>
            <a:p>
              <a:pPr algn="ctr"/>
              <a:r>
                <a:rPr lang="en-US" sz="900" dirty="0">
                  <a:solidFill>
                    <a:schemeClr val="tx2"/>
                  </a:solidFill>
                </a:rPr>
                <a:t>Defects</a:t>
              </a:r>
            </a:p>
          </p:txBody>
        </p:sp>
        <p:cxnSp>
          <p:nvCxnSpPr>
            <p:cNvPr id="38" name="Straight Arrow Connector 37">
              <a:extLst>
                <a:ext uri="{FF2B5EF4-FFF2-40B4-BE49-F238E27FC236}">
                  <a16:creationId xmlns:a16="http://schemas.microsoft.com/office/drawing/2014/main" id="{7C5A0D40-5BDC-7744-0330-DA72742A0564}"/>
                </a:ext>
              </a:extLst>
            </p:cNvPr>
            <p:cNvCxnSpPr/>
            <p:nvPr/>
          </p:nvCxnSpPr>
          <p:spPr>
            <a:xfrm flipH="1">
              <a:off x="8137641" y="4767848"/>
              <a:ext cx="285682" cy="3758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4603229-C5E2-41F0-F6D2-07FDFCE36ABF}"/>
                </a:ext>
              </a:extLst>
            </p:cNvPr>
            <p:cNvSpPr txBox="1"/>
            <p:nvPr/>
          </p:nvSpPr>
          <p:spPr>
            <a:xfrm>
              <a:off x="8100598" y="4559953"/>
              <a:ext cx="646643" cy="230832"/>
            </a:xfrm>
            <a:prstGeom prst="rect">
              <a:avLst/>
            </a:prstGeom>
            <a:noFill/>
          </p:spPr>
          <p:txBody>
            <a:bodyPr wrap="square" rtlCol="0">
              <a:spAutoFit/>
            </a:bodyPr>
            <a:lstStyle/>
            <a:p>
              <a:pPr algn="ctr"/>
              <a:r>
                <a:rPr lang="en-US" sz="900" dirty="0">
                  <a:solidFill>
                    <a:schemeClr val="tx2"/>
                  </a:solidFill>
                </a:rPr>
                <a:t>Defects</a:t>
              </a:r>
            </a:p>
          </p:txBody>
        </p:sp>
        <p:sp>
          <p:nvSpPr>
            <p:cNvPr id="40" name="Striped Right Arrow 77">
              <a:extLst>
                <a:ext uri="{FF2B5EF4-FFF2-40B4-BE49-F238E27FC236}">
                  <a16:creationId xmlns:a16="http://schemas.microsoft.com/office/drawing/2014/main" id="{0C82F8A3-D5A4-C884-DAEC-0E24E154C468}"/>
                </a:ext>
              </a:extLst>
            </p:cNvPr>
            <p:cNvSpPr/>
            <p:nvPr/>
          </p:nvSpPr>
          <p:spPr bwMode="auto">
            <a:xfrm>
              <a:off x="5301977" y="3880596"/>
              <a:ext cx="469088" cy="459298"/>
            </a:xfrm>
            <a:prstGeom prst="stripedRightArrow">
              <a:avLst/>
            </a:prstGeom>
            <a:solidFill>
              <a:schemeClr val="accent1"/>
            </a:solidFill>
            <a:ln>
              <a:noFill/>
            </a:ln>
          </p:spPr>
          <p:txBody>
            <a:bodyPr wrap="square" lIns="91428" tIns="45715" rIns="91428" bIns="45715" rtlCol="0" anchor="ctr">
              <a:noAutofit/>
            </a:bodyPr>
            <a:lstStyle/>
            <a:p>
              <a:pPr marL="182553" indent="-182553" algn="just" defTabSz="623853" fontAlgn="base">
                <a:lnSpc>
                  <a:spcPts val="1100"/>
                </a:lnSpc>
                <a:spcBef>
                  <a:spcPct val="0"/>
                </a:spcBef>
                <a:spcAft>
                  <a:spcPct val="0"/>
                </a:spcAft>
                <a:buClr>
                  <a:srgbClr val="000000"/>
                </a:buClr>
                <a:buFont typeface="Wingdings 3" pitchFamily="18" charset="2"/>
                <a:buChar char="}"/>
              </a:pPr>
              <a:endParaRPr lang="en-US" sz="1200" dirty="0">
                <a:solidFill>
                  <a:srgbClr val="0C2870"/>
                </a:solidFill>
                <a:cs typeface="Times New Roman" pitchFamily="18" charset="0"/>
              </a:endParaRPr>
            </a:p>
          </p:txBody>
        </p:sp>
        <p:sp>
          <p:nvSpPr>
            <p:cNvPr id="41" name="Striped Right Arrow 78">
              <a:extLst>
                <a:ext uri="{FF2B5EF4-FFF2-40B4-BE49-F238E27FC236}">
                  <a16:creationId xmlns:a16="http://schemas.microsoft.com/office/drawing/2014/main" id="{7AEA07AA-B659-18D5-21DF-9FB8C15554BC}"/>
                </a:ext>
              </a:extLst>
            </p:cNvPr>
            <p:cNvSpPr/>
            <p:nvPr/>
          </p:nvSpPr>
          <p:spPr bwMode="auto">
            <a:xfrm rot="10800000">
              <a:off x="6523587" y="3880596"/>
              <a:ext cx="469088" cy="459298"/>
            </a:xfrm>
            <a:prstGeom prst="stripedRightArrow">
              <a:avLst/>
            </a:prstGeom>
            <a:solidFill>
              <a:schemeClr val="accent1"/>
            </a:solidFill>
            <a:ln>
              <a:noFill/>
            </a:ln>
          </p:spPr>
          <p:txBody>
            <a:bodyPr wrap="square" lIns="91428" tIns="45715" rIns="91428" bIns="45715" rtlCol="0" anchor="ctr">
              <a:noAutofit/>
            </a:bodyPr>
            <a:lstStyle/>
            <a:p>
              <a:pPr marL="182553" indent="-182553" algn="just" defTabSz="623853" fontAlgn="base">
                <a:lnSpc>
                  <a:spcPts val="1100"/>
                </a:lnSpc>
                <a:spcBef>
                  <a:spcPct val="0"/>
                </a:spcBef>
                <a:spcAft>
                  <a:spcPct val="0"/>
                </a:spcAft>
                <a:buClr>
                  <a:srgbClr val="000000"/>
                </a:buClr>
                <a:buFont typeface="Wingdings 3" pitchFamily="18" charset="2"/>
                <a:buChar char="}"/>
              </a:pPr>
              <a:endParaRPr lang="en-US" sz="1200" dirty="0">
                <a:solidFill>
                  <a:srgbClr val="0C2870"/>
                </a:solidFill>
                <a:cs typeface="Times New Roman" pitchFamily="18" charset="0"/>
              </a:endParaRPr>
            </a:p>
          </p:txBody>
        </p:sp>
        <p:sp>
          <p:nvSpPr>
            <p:cNvPr id="42" name="TextBox 41">
              <a:extLst>
                <a:ext uri="{FF2B5EF4-FFF2-40B4-BE49-F238E27FC236}">
                  <a16:creationId xmlns:a16="http://schemas.microsoft.com/office/drawing/2014/main" id="{86C6E606-F6F0-12C7-9241-B1EF89114049}"/>
                </a:ext>
              </a:extLst>
            </p:cNvPr>
            <p:cNvSpPr txBox="1"/>
            <p:nvPr/>
          </p:nvSpPr>
          <p:spPr>
            <a:xfrm>
              <a:off x="5144002" y="3545671"/>
              <a:ext cx="2134658" cy="307777"/>
            </a:xfrm>
            <a:prstGeom prst="rect">
              <a:avLst/>
            </a:prstGeom>
            <a:solidFill>
              <a:schemeClr val="tx2">
                <a:lumMod val="10000"/>
                <a:lumOff val="90000"/>
                <a:alpha val="42000"/>
              </a:schemeClr>
            </a:solidFill>
          </p:spPr>
          <p:txBody>
            <a:bodyPr wrap="square" rtlCol="0">
              <a:spAutoFit/>
            </a:bodyPr>
            <a:lstStyle/>
            <a:p>
              <a:pPr algn="ctr"/>
              <a:r>
                <a:rPr lang="en-US" sz="1400" b="1" dirty="0"/>
                <a:t>Reduce Variations</a:t>
              </a:r>
            </a:p>
          </p:txBody>
        </p:sp>
      </p:grpSp>
      <p:sp>
        <p:nvSpPr>
          <p:cNvPr id="2" name="Footer Placeholder 1">
            <a:extLst>
              <a:ext uri="{FF2B5EF4-FFF2-40B4-BE49-F238E27FC236}">
                <a16:creationId xmlns:a16="http://schemas.microsoft.com/office/drawing/2014/main" id="{BA885827-73B4-3DD6-C912-B2D5ECE63AF4}"/>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E5735FFE-1DAD-F101-44BC-789D33584A21}"/>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2734987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8909078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Lean Six Sigma focuses on simplifying processes and improving process reliability</a:t>
            </a:r>
            <a:endParaRPr lang="en-US" sz="1800" b="0" kern="0" dirty="0"/>
          </a:p>
        </p:txBody>
      </p:sp>
      <p:sp>
        <p:nvSpPr>
          <p:cNvPr id="2" name="Rectangle 1">
            <a:extLst>
              <a:ext uri="{FF2B5EF4-FFF2-40B4-BE49-F238E27FC236}">
                <a16:creationId xmlns:a16="http://schemas.microsoft.com/office/drawing/2014/main" id="{6650AB7C-3AFD-8B5C-85C6-06EAD312862A}"/>
              </a:ext>
            </a:extLst>
          </p:cNvPr>
          <p:cNvSpPr/>
          <p:nvPr/>
        </p:nvSpPr>
        <p:spPr>
          <a:xfrm>
            <a:off x="647954" y="2264733"/>
            <a:ext cx="3076196" cy="570359"/>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000" b="1" dirty="0">
                <a:solidFill>
                  <a:schemeClr val="bg1"/>
                </a:solidFill>
                <a:latin typeface="+mj-lt"/>
              </a:rPr>
              <a:t>Lean</a:t>
            </a:r>
          </a:p>
        </p:txBody>
      </p:sp>
      <p:sp>
        <p:nvSpPr>
          <p:cNvPr id="4" name="Rectangle 3">
            <a:extLst>
              <a:ext uri="{FF2B5EF4-FFF2-40B4-BE49-F238E27FC236}">
                <a16:creationId xmlns:a16="http://schemas.microsoft.com/office/drawing/2014/main" id="{9B0E8124-4890-F9F7-4C96-B7E6DE1B270C}"/>
              </a:ext>
            </a:extLst>
          </p:cNvPr>
          <p:cNvSpPr/>
          <p:nvPr/>
        </p:nvSpPr>
        <p:spPr>
          <a:xfrm>
            <a:off x="647954" y="2888188"/>
            <a:ext cx="3076196" cy="29046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 structured approach focusing on </a:t>
            </a:r>
            <a:r>
              <a:rPr lang="en-US" sz="2000" b="1" dirty="0">
                <a:solidFill>
                  <a:schemeClr val="tx1"/>
                </a:solidFill>
              </a:rPr>
              <a:t>simplifying processes</a:t>
            </a:r>
          </a:p>
        </p:txBody>
      </p:sp>
      <p:sp>
        <p:nvSpPr>
          <p:cNvPr id="5" name="Rectangle 4">
            <a:extLst>
              <a:ext uri="{FF2B5EF4-FFF2-40B4-BE49-F238E27FC236}">
                <a16:creationId xmlns:a16="http://schemas.microsoft.com/office/drawing/2014/main" id="{CC81D7AB-C187-95D0-4E22-EEBB68E16C43}"/>
              </a:ext>
            </a:extLst>
          </p:cNvPr>
          <p:cNvSpPr/>
          <p:nvPr/>
        </p:nvSpPr>
        <p:spPr>
          <a:xfrm>
            <a:off x="4579460" y="2264733"/>
            <a:ext cx="3076196" cy="570359"/>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2000" b="1" dirty="0">
                <a:solidFill>
                  <a:schemeClr val="bg1"/>
                </a:solidFill>
                <a:latin typeface="+mj-lt"/>
              </a:rPr>
              <a:t>Six Sigma</a:t>
            </a:r>
          </a:p>
        </p:txBody>
      </p:sp>
      <p:sp>
        <p:nvSpPr>
          <p:cNvPr id="6" name="Rectangle 5">
            <a:extLst>
              <a:ext uri="{FF2B5EF4-FFF2-40B4-BE49-F238E27FC236}">
                <a16:creationId xmlns:a16="http://schemas.microsoft.com/office/drawing/2014/main" id="{1490EF24-D18B-75B3-4854-43E30DEB2E59}"/>
              </a:ext>
            </a:extLst>
          </p:cNvPr>
          <p:cNvSpPr/>
          <p:nvPr/>
        </p:nvSpPr>
        <p:spPr>
          <a:xfrm>
            <a:off x="4579460" y="2888188"/>
            <a:ext cx="3076196" cy="29046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 structured approach focusing on </a:t>
            </a:r>
            <a:r>
              <a:rPr lang="en-US" sz="2000" b="1" dirty="0">
                <a:solidFill>
                  <a:schemeClr val="tx1"/>
                </a:solidFill>
              </a:rPr>
              <a:t>improving process reliability </a:t>
            </a:r>
            <a:r>
              <a:rPr lang="en-US" sz="2000" dirty="0">
                <a:solidFill>
                  <a:schemeClr val="tx1"/>
                </a:solidFill>
              </a:rPr>
              <a:t>in order to eliminate the defects in products and services</a:t>
            </a:r>
          </a:p>
        </p:txBody>
      </p:sp>
      <p:sp>
        <p:nvSpPr>
          <p:cNvPr id="44" name="Rectangle 43">
            <a:extLst>
              <a:ext uri="{FF2B5EF4-FFF2-40B4-BE49-F238E27FC236}">
                <a16:creationId xmlns:a16="http://schemas.microsoft.com/office/drawing/2014/main" id="{51ECAB34-A990-8D9D-11A8-C186D23D08F5}"/>
              </a:ext>
            </a:extLst>
          </p:cNvPr>
          <p:cNvSpPr/>
          <p:nvPr/>
        </p:nvSpPr>
        <p:spPr>
          <a:xfrm>
            <a:off x="8510967" y="2264733"/>
            <a:ext cx="3076196" cy="570359"/>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000" b="1" dirty="0">
                <a:solidFill>
                  <a:schemeClr val="bg1"/>
                </a:solidFill>
                <a:latin typeface="+mj-lt"/>
              </a:rPr>
              <a:t>Lean Six Sigma</a:t>
            </a:r>
          </a:p>
        </p:txBody>
      </p:sp>
      <p:sp>
        <p:nvSpPr>
          <p:cNvPr id="45" name="Rectangle 44">
            <a:extLst>
              <a:ext uri="{FF2B5EF4-FFF2-40B4-BE49-F238E27FC236}">
                <a16:creationId xmlns:a16="http://schemas.microsoft.com/office/drawing/2014/main" id="{0BB1A126-A600-6362-21FB-0CAEB0FC0F42}"/>
              </a:ext>
            </a:extLst>
          </p:cNvPr>
          <p:cNvSpPr/>
          <p:nvPr/>
        </p:nvSpPr>
        <p:spPr>
          <a:xfrm>
            <a:off x="8510967" y="2888188"/>
            <a:ext cx="3076196" cy="29046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 performance improvement methodology focusing on </a:t>
            </a:r>
            <a:r>
              <a:rPr lang="en-US" sz="2000" b="1" dirty="0">
                <a:solidFill>
                  <a:schemeClr val="tx1"/>
                </a:solidFill>
              </a:rPr>
              <a:t>simplifying processes and improving process reliability</a:t>
            </a:r>
          </a:p>
        </p:txBody>
      </p:sp>
      <p:sp>
        <p:nvSpPr>
          <p:cNvPr id="46" name="Text Box 3">
            <a:extLst>
              <a:ext uri="{FF2B5EF4-FFF2-40B4-BE49-F238E27FC236}">
                <a16:creationId xmlns:a16="http://schemas.microsoft.com/office/drawing/2014/main" id="{0D697DF0-E229-DD18-805C-DCD3B2AF6C27}"/>
              </a:ext>
            </a:extLst>
          </p:cNvPr>
          <p:cNvSpPr txBox="1">
            <a:spLocks noChangeArrowheads="1"/>
          </p:cNvSpPr>
          <p:nvPr/>
        </p:nvSpPr>
        <p:spPr bwMode="auto">
          <a:xfrm>
            <a:off x="3800298" y="3856392"/>
            <a:ext cx="581249" cy="769442"/>
          </a:xfrm>
          <a:prstGeom prst="rect">
            <a:avLst/>
          </a:prstGeom>
          <a:noFill/>
          <a:ln w="6350">
            <a:noFill/>
            <a:miter lim="800000"/>
            <a:headEnd/>
            <a:tailEnd/>
          </a:ln>
        </p:spPr>
        <p:txBody>
          <a:bodyPr wrap="none" lIns="45720" rIns="45720" anchorCtr="1">
            <a:spAutoFit/>
          </a:bodyPr>
          <a:lstStyle/>
          <a:p>
            <a:pPr eaLnBrk="0" hangingPunct="0">
              <a:spcBef>
                <a:spcPct val="50000"/>
              </a:spcBef>
            </a:pPr>
            <a:r>
              <a:rPr lang="en-US" sz="4400" b="1" dirty="0">
                <a:solidFill>
                  <a:schemeClr val="tx2"/>
                </a:solidFill>
                <a:latin typeface="Verdana" pitchFamily="34" charset="0"/>
              </a:rPr>
              <a:t>+</a:t>
            </a:r>
          </a:p>
        </p:txBody>
      </p:sp>
      <p:sp>
        <p:nvSpPr>
          <p:cNvPr id="47" name="Text Box 4">
            <a:extLst>
              <a:ext uri="{FF2B5EF4-FFF2-40B4-BE49-F238E27FC236}">
                <a16:creationId xmlns:a16="http://schemas.microsoft.com/office/drawing/2014/main" id="{B4EA65D3-1499-91C9-7638-D14F39678F9E}"/>
              </a:ext>
            </a:extLst>
          </p:cNvPr>
          <p:cNvSpPr txBox="1">
            <a:spLocks noChangeArrowheads="1"/>
          </p:cNvSpPr>
          <p:nvPr/>
        </p:nvSpPr>
        <p:spPr bwMode="auto">
          <a:xfrm>
            <a:off x="7738066" y="3856392"/>
            <a:ext cx="581249" cy="769442"/>
          </a:xfrm>
          <a:prstGeom prst="rect">
            <a:avLst/>
          </a:prstGeom>
          <a:noFill/>
          <a:ln w="6350">
            <a:noFill/>
            <a:miter lim="800000"/>
            <a:headEnd/>
            <a:tailEnd/>
          </a:ln>
        </p:spPr>
        <p:txBody>
          <a:bodyPr wrap="none" lIns="45720" rIns="45720" anchorCtr="1">
            <a:spAutoFit/>
          </a:bodyPr>
          <a:lstStyle/>
          <a:p>
            <a:pPr eaLnBrk="0" hangingPunct="0">
              <a:spcBef>
                <a:spcPct val="50000"/>
              </a:spcBef>
            </a:pPr>
            <a:r>
              <a:rPr lang="en-US" sz="4400" b="1" dirty="0">
                <a:solidFill>
                  <a:schemeClr val="tx2"/>
                </a:solidFill>
                <a:latin typeface="Verdana" pitchFamily="34" charset="0"/>
              </a:rPr>
              <a:t>=</a:t>
            </a:r>
          </a:p>
        </p:txBody>
      </p:sp>
      <p:sp>
        <p:nvSpPr>
          <p:cNvPr id="7" name="Footer Placeholder 6">
            <a:extLst>
              <a:ext uri="{FF2B5EF4-FFF2-40B4-BE49-F238E27FC236}">
                <a16:creationId xmlns:a16="http://schemas.microsoft.com/office/drawing/2014/main" id="{6C4FD104-9736-C719-194B-A2E1B2A2291D}"/>
              </a:ext>
            </a:extLst>
          </p:cNvPr>
          <p:cNvSpPr>
            <a:spLocks noGrp="1"/>
          </p:cNvSpPr>
          <p:nvPr>
            <p:ph type="ftr" sz="quarter" idx="3"/>
          </p:nvPr>
        </p:nvSpPr>
        <p:spPr/>
        <p:txBody>
          <a:bodyPr/>
          <a:lstStyle/>
          <a:p>
            <a:r>
              <a:rPr lang="en-US"/>
              <a:t>Domont Consulting</a:t>
            </a:r>
            <a:endParaRPr lang="en-US" dirty="0"/>
          </a:p>
        </p:txBody>
      </p:sp>
      <p:sp>
        <p:nvSpPr>
          <p:cNvPr id="8" name="Slide Number Placeholder 7">
            <a:extLst>
              <a:ext uri="{FF2B5EF4-FFF2-40B4-BE49-F238E27FC236}">
                <a16:creationId xmlns:a16="http://schemas.microsoft.com/office/drawing/2014/main" id="{841B225E-4C1E-4074-A086-2321A3AA6AC9}"/>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2960578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628236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Lean Six Sigma key principles</a:t>
            </a:r>
            <a:endParaRPr lang="en-US" sz="1800" b="0" kern="0" dirty="0"/>
          </a:p>
        </p:txBody>
      </p:sp>
      <p:sp>
        <p:nvSpPr>
          <p:cNvPr id="7" name="Rounded Rectangle 12">
            <a:extLst>
              <a:ext uri="{FF2B5EF4-FFF2-40B4-BE49-F238E27FC236}">
                <a16:creationId xmlns:a16="http://schemas.microsoft.com/office/drawing/2014/main" id="{6344691D-AA03-E17B-DE2D-DDEE119BB335}"/>
              </a:ext>
            </a:extLst>
          </p:cNvPr>
          <p:cNvSpPr/>
          <p:nvPr/>
        </p:nvSpPr>
        <p:spPr bwMode="auto">
          <a:xfrm>
            <a:off x="1605115" y="1786890"/>
            <a:ext cx="9982047" cy="1219200"/>
          </a:xfrm>
          <a:prstGeom prst="rect">
            <a:avLst/>
          </a:prstGeom>
          <a:solidFill>
            <a:schemeClr val="bg1">
              <a:lumMod val="95000"/>
            </a:schemeClr>
          </a:solidFill>
          <a:ln>
            <a:noFill/>
          </a:ln>
          <a:effectLst/>
        </p:spPr>
        <p:txBody>
          <a:bodyPr wrap="square" lIns="1188720" tIns="45715" rIns="360000" bIns="45715" rtlCol="0" anchor="ctr">
            <a:noAutofit/>
          </a:bodyPr>
          <a:lstStyle/>
          <a:p>
            <a:pPr algn="just" defTabSz="623853" fontAlgn="base">
              <a:spcBef>
                <a:spcPts val="600"/>
              </a:spcBef>
              <a:spcAft>
                <a:spcPts val="600"/>
              </a:spcAft>
              <a:buClr>
                <a:schemeClr val="tx2"/>
              </a:buClr>
            </a:pPr>
            <a:r>
              <a:rPr lang="en-US" sz="1600" dirty="0"/>
              <a:t>Defining the customer’s perception of value is key to improving the process</a:t>
            </a:r>
          </a:p>
        </p:txBody>
      </p:sp>
      <p:sp>
        <p:nvSpPr>
          <p:cNvPr id="8" name="Pentagon 13">
            <a:extLst>
              <a:ext uri="{FF2B5EF4-FFF2-40B4-BE49-F238E27FC236}">
                <a16:creationId xmlns:a16="http://schemas.microsoft.com/office/drawing/2014/main" id="{73152FF9-930D-44F2-1061-81D9DFEB5966}"/>
              </a:ext>
            </a:extLst>
          </p:cNvPr>
          <p:cNvSpPr/>
          <p:nvPr/>
        </p:nvSpPr>
        <p:spPr bwMode="auto">
          <a:xfrm>
            <a:off x="614516" y="1786890"/>
            <a:ext cx="2057400" cy="1219200"/>
          </a:xfrm>
          <a:prstGeom prst="homePlate">
            <a:avLst>
              <a:gd name="adj" fmla="val 20968"/>
            </a:avLst>
          </a:prstGeom>
          <a:solidFill>
            <a:schemeClr val="tx1"/>
          </a:solidFill>
          <a:ln>
            <a:noFill/>
          </a:ln>
          <a:effectLst/>
        </p:spPr>
        <p:txBody>
          <a:bodyPr wrap="square" lIns="91428" tIns="45715" rIns="91428" bIns="45715" rtlCol="0" anchor="ctr">
            <a:noAutofit/>
          </a:bodyPr>
          <a:lstStyle/>
          <a:p>
            <a:pPr defTabSz="623853" fontAlgn="base">
              <a:spcBef>
                <a:spcPts val="600"/>
              </a:spcBef>
              <a:spcAft>
                <a:spcPts val="600"/>
              </a:spcAft>
              <a:buClr>
                <a:srgbClr val="000000"/>
              </a:buClr>
            </a:pPr>
            <a:r>
              <a:rPr lang="en-US" sz="1600" b="1" dirty="0">
                <a:solidFill>
                  <a:schemeClr val="bg1"/>
                </a:solidFill>
                <a:latin typeface="Arial" charset="0"/>
                <a:cs typeface="Times New Roman" pitchFamily="18" charset="0"/>
              </a:rPr>
              <a:t>Focus on your customer</a:t>
            </a:r>
            <a:endParaRPr lang="en-US" sz="1600" b="1" kern="1200" dirty="0">
              <a:solidFill>
                <a:schemeClr val="bg1"/>
              </a:solidFill>
              <a:latin typeface="Arial" charset="0"/>
              <a:cs typeface="Times New Roman" pitchFamily="18" charset="0"/>
            </a:endParaRPr>
          </a:p>
        </p:txBody>
      </p:sp>
      <p:sp>
        <p:nvSpPr>
          <p:cNvPr id="9" name="Rounded Rectangle 14">
            <a:extLst>
              <a:ext uri="{FF2B5EF4-FFF2-40B4-BE49-F238E27FC236}">
                <a16:creationId xmlns:a16="http://schemas.microsoft.com/office/drawing/2014/main" id="{4B8C0359-8B50-3192-A6B7-46F40E05053B}"/>
              </a:ext>
            </a:extLst>
          </p:cNvPr>
          <p:cNvSpPr/>
          <p:nvPr/>
        </p:nvSpPr>
        <p:spPr bwMode="auto">
          <a:xfrm>
            <a:off x="1605115" y="3272790"/>
            <a:ext cx="9982047" cy="1219200"/>
          </a:xfrm>
          <a:prstGeom prst="rect">
            <a:avLst/>
          </a:prstGeom>
          <a:solidFill>
            <a:schemeClr val="bg1">
              <a:lumMod val="95000"/>
            </a:schemeClr>
          </a:solidFill>
          <a:ln>
            <a:noFill/>
          </a:ln>
          <a:effectLst/>
        </p:spPr>
        <p:txBody>
          <a:bodyPr wrap="square" lIns="1188720" tIns="45715" rIns="360000" bIns="45715" rtlCol="0" anchor="ctr">
            <a:noAutofit/>
          </a:bodyPr>
          <a:lstStyle/>
          <a:p>
            <a:pPr algn="just" defTabSz="623853" fontAlgn="base">
              <a:spcBef>
                <a:spcPts val="600"/>
              </a:spcBef>
              <a:spcAft>
                <a:spcPts val="600"/>
              </a:spcAft>
              <a:buClr>
                <a:schemeClr val="tx2"/>
              </a:buClr>
            </a:pPr>
            <a:r>
              <a:rPr lang="en-US" sz="1600" dirty="0">
                <a:cs typeface="Times New Roman" pitchFamily="18" charset="0"/>
              </a:rPr>
              <a:t>The process performance needs to be measured before and after implementing </a:t>
            </a:r>
            <a:r>
              <a:rPr lang="en-US" sz="1600" dirty="0"/>
              <a:t>Lean Six Sigma</a:t>
            </a:r>
          </a:p>
        </p:txBody>
      </p:sp>
      <p:sp>
        <p:nvSpPr>
          <p:cNvPr id="10" name="Pentagon 15">
            <a:extLst>
              <a:ext uri="{FF2B5EF4-FFF2-40B4-BE49-F238E27FC236}">
                <a16:creationId xmlns:a16="http://schemas.microsoft.com/office/drawing/2014/main" id="{C72B7255-7C0E-D528-E705-A4D2976E8B29}"/>
              </a:ext>
            </a:extLst>
          </p:cNvPr>
          <p:cNvSpPr/>
          <p:nvPr/>
        </p:nvSpPr>
        <p:spPr bwMode="auto">
          <a:xfrm>
            <a:off x="614516" y="3272790"/>
            <a:ext cx="2057400" cy="1219200"/>
          </a:xfrm>
          <a:prstGeom prst="homePlate">
            <a:avLst>
              <a:gd name="adj" fmla="val 20968"/>
            </a:avLst>
          </a:prstGeom>
          <a:solidFill>
            <a:schemeClr val="tx1"/>
          </a:solidFill>
          <a:ln>
            <a:noFill/>
          </a:ln>
          <a:effectLst/>
        </p:spPr>
        <p:txBody>
          <a:bodyPr wrap="square" lIns="91428" tIns="45715" rIns="91428" bIns="45715" rtlCol="0" anchor="ctr">
            <a:noAutofit/>
          </a:bodyPr>
          <a:lstStyle/>
          <a:p>
            <a:pPr defTabSz="623853" fontAlgn="base">
              <a:spcBef>
                <a:spcPts val="600"/>
              </a:spcBef>
              <a:spcAft>
                <a:spcPts val="600"/>
              </a:spcAft>
              <a:buClr>
                <a:srgbClr val="000000"/>
              </a:buClr>
            </a:pPr>
            <a:r>
              <a:rPr lang="en-US" sz="1600" b="1" dirty="0">
                <a:solidFill>
                  <a:schemeClr val="bg1"/>
                </a:solidFill>
                <a:latin typeface="Arial" charset="0"/>
                <a:cs typeface="Times New Roman" pitchFamily="18" charset="0"/>
              </a:rPr>
              <a:t>Measure process performance</a:t>
            </a:r>
          </a:p>
        </p:txBody>
      </p:sp>
      <p:sp>
        <p:nvSpPr>
          <p:cNvPr id="11" name="Rounded Rectangle 16">
            <a:extLst>
              <a:ext uri="{FF2B5EF4-FFF2-40B4-BE49-F238E27FC236}">
                <a16:creationId xmlns:a16="http://schemas.microsoft.com/office/drawing/2014/main" id="{6D689D78-9238-69E4-9786-0298E05CC6CD}"/>
              </a:ext>
            </a:extLst>
          </p:cNvPr>
          <p:cNvSpPr/>
          <p:nvPr/>
        </p:nvSpPr>
        <p:spPr bwMode="auto">
          <a:xfrm>
            <a:off x="1605115" y="4758690"/>
            <a:ext cx="9982047" cy="1219200"/>
          </a:xfrm>
          <a:prstGeom prst="rect">
            <a:avLst/>
          </a:prstGeom>
          <a:solidFill>
            <a:schemeClr val="bg1">
              <a:lumMod val="95000"/>
            </a:schemeClr>
          </a:solidFill>
          <a:ln>
            <a:noFill/>
          </a:ln>
          <a:effectLst/>
        </p:spPr>
        <p:txBody>
          <a:bodyPr wrap="square" lIns="1188720" tIns="45715" rIns="360000" bIns="45715" rtlCol="0" anchor="ctr">
            <a:noAutofit/>
          </a:bodyPr>
          <a:lstStyle/>
          <a:p>
            <a:pPr algn="just" defTabSz="623853" fontAlgn="base">
              <a:spcBef>
                <a:spcPts val="600"/>
              </a:spcBef>
              <a:spcAft>
                <a:spcPts val="600"/>
              </a:spcAft>
              <a:buClr>
                <a:schemeClr val="tx2"/>
              </a:buClr>
            </a:pPr>
            <a:r>
              <a:rPr lang="en-US" sz="1600" dirty="0"/>
              <a:t>Your value stream is “the processes of creating, producing, and delivering a good or service to the market”</a:t>
            </a:r>
            <a:r>
              <a:rPr lang="en-US" sz="1600" baseline="30000" dirty="0"/>
              <a:t>1</a:t>
            </a:r>
          </a:p>
        </p:txBody>
      </p:sp>
      <p:sp>
        <p:nvSpPr>
          <p:cNvPr id="12" name="Pentagon 17">
            <a:extLst>
              <a:ext uri="{FF2B5EF4-FFF2-40B4-BE49-F238E27FC236}">
                <a16:creationId xmlns:a16="http://schemas.microsoft.com/office/drawing/2014/main" id="{9EA44A42-9565-AFC2-5187-AF730824CCCA}"/>
              </a:ext>
            </a:extLst>
          </p:cNvPr>
          <p:cNvSpPr/>
          <p:nvPr/>
        </p:nvSpPr>
        <p:spPr bwMode="auto">
          <a:xfrm>
            <a:off x="614516" y="4758690"/>
            <a:ext cx="2057400" cy="1219200"/>
          </a:xfrm>
          <a:prstGeom prst="homePlate">
            <a:avLst>
              <a:gd name="adj" fmla="val 17742"/>
            </a:avLst>
          </a:prstGeom>
          <a:solidFill>
            <a:schemeClr val="tx1"/>
          </a:solidFill>
          <a:ln>
            <a:noFill/>
          </a:ln>
          <a:effectLst/>
        </p:spPr>
        <p:txBody>
          <a:bodyPr wrap="square" lIns="91428" tIns="45715" rIns="91428" bIns="45715" rtlCol="0" anchor="ctr">
            <a:noAutofit/>
          </a:bodyPr>
          <a:lstStyle/>
          <a:p>
            <a:pPr defTabSz="623853" fontAlgn="base">
              <a:spcBef>
                <a:spcPts val="600"/>
              </a:spcBef>
              <a:spcAft>
                <a:spcPts val="600"/>
              </a:spcAft>
              <a:buClr>
                <a:srgbClr val="000000"/>
              </a:buClr>
            </a:pPr>
            <a:r>
              <a:rPr lang="en-US" sz="1600" b="1" dirty="0">
                <a:solidFill>
                  <a:schemeClr val="bg1"/>
                </a:solidFill>
                <a:latin typeface="Arial" charset="0"/>
                <a:cs typeface="Times New Roman" pitchFamily="18" charset="0"/>
              </a:rPr>
              <a:t>Identify value stream</a:t>
            </a:r>
          </a:p>
        </p:txBody>
      </p:sp>
      <p:sp>
        <p:nvSpPr>
          <p:cNvPr id="14" name="TextBox 13">
            <a:extLst>
              <a:ext uri="{FF2B5EF4-FFF2-40B4-BE49-F238E27FC236}">
                <a16:creationId xmlns:a16="http://schemas.microsoft.com/office/drawing/2014/main" id="{612E1DBA-0269-C920-9ECB-F2D4EB005904}"/>
              </a:ext>
            </a:extLst>
          </p:cNvPr>
          <p:cNvSpPr txBox="1"/>
          <p:nvPr/>
        </p:nvSpPr>
        <p:spPr>
          <a:xfrm>
            <a:off x="560070" y="6276328"/>
            <a:ext cx="8601399" cy="276999"/>
          </a:xfrm>
          <a:prstGeom prst="rect">
            <a:avLst/>
          </a:prstGeom>
          <a:noFill/>
        </p:spPr>
        <p:txBody>
          <a:bodyPr wrap="square" rtlCol="0">
            <a:spAutoFit/>
          </a:bodyPr>
          <a:lstStyle/>
          <a:p>
            <a:r>
              <a:rPr lang="en-US" sz="1200" i="1" dirty="0">
                <a:solidFill>
                  <a:schemeClr val="tx2"/>
                </a:solidFill>
              </a:rPr>
              <a:t>Source: APICS Dictionary</a:t>
            </a:r>
          </a:p>
        </p:txBody>
      </p:sp>
      <p:sp>
        <p:nvSpPr>
          <p:cNvPr id="2" name="Footer Placeholder 1">
            <a:extLst>
              <a:ext uri="{FF2B5EF4-FFF2-40B4-BE49-F238E27FC236}">
                <a16:creationId xmlns:a16="http://schemas.microsoft.com/office/drawing/2014/main" id="{7DFEA7A3-2BF4-8F99-7D36-C934F3F480CA}"/>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908BA59E-0530-57F3-03BE-88F80E252C0B}"/>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466667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58B7AFD-01BB-4A7B-A3BF-F54B179CB4E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344" imgH="344" progId="TCLayout.ActiveDocument.1">
                  <p:embed/>
                </p:oleObj>
              </mc:Choice>
              <mc:Fallback>
                <p:oleObj name="think-cell Slide" r:id="rId32" imgW="344" imgH="344" progId="TCLayout.ActiveDocument.1">
                  <p:embed/>
                  <p:pic>
                    <p:nvPicPr>
                      <p:cNvPr id="7" name="Object 6" hidden="1">
                        <a:extLst>
                          <a:ext uri="{FF2B5EF4-FFF2-40B4-BE49-F238E27FC236}">
                            <a16:creationId xmlns:a16="http://schemas.microsoft.com/office/drawing/2014/main" id="{B58B7AFD-01BB-4A7B-A3BF-F54B179CB4EC}"/>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6A848D05-FE2C-45F5-8AF0-7706FBA5A62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defRPr/>
            </a:pPr>
            <a:endParaRPr kumimoji="0" lang="en-US" sz="2400" b="1" u="none" strike="noStrike" kern="1200" cap="none" spc="0" normalizeH="0" noProof="0" dirty="0">
              <a:ln>
                <a:noFill/>
              </a:ln>
              <a:solidFill>
                <a:srgbClr val="FFFFFF"/>
              </a:solidFill>
              <a:effectLst/>
              <a:uLnTx/>
              <a:uFillTx/>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98205034-64E8-4435-BFA1-43956B7507D0}"/>
              </a:ext>
            </a:extLst>
          </p:cNvPr>
          <p:cNvSpPr>
            <a:spLocks noGrp="1"/>
          </p:cNvSpPr>
          <p:nvPr>
            <p:ph type="title"/>
          </p:nvPr>
        </p:nvSpPr>
        <p:spPr/>
        <p:txBody>
          <a:bodyPr>
            <a:normAutofit/>
          </a:bodyPr>
          <a:lstStyle/>
          <a:p>
            <a:r>
              <a:rPr lang="en-US" sz="2400" dirty="0"/>
              <a:t>Lean 6 Sigma background</a:t>
            </a:r>
            <a:endParaRPr lang="en-US" sz="1600" b="0" dirty="0">
              <a:solidFill>
                <a:schemeClr val="tx2">
                  <a:lumMod val="40000"/>
                  <a:lumOff val="60000"/>
                </a:schemeClr>
              </a:solidFill>
            </a:endParaRPr>
          </a:p>
        </p:txBody>
      </p:sp>
      <p:sp>
        <p:nvSpPr>
          <p:cNvPr id="8" name="Rectangle 2">
            <a:extLst>
              <a:ext uri="{FF2B5EF4-FFF2-40B4-BE49-F238E27FC236}">
                <a16:creationId xmlns:a16="http://schemas.microsoft.com/office/drawing/2014/main" id="{CF78D168-375E-414B-9D1C-7908EE8CBDE2}"/>
              </a:ext>
            </a:extLst>
          </p:cNvPr>
          <p:cNvSpPr>
            <a:spLocks noChangeArrowheads="1"/>
          </p:cNvSpPr>
          <p:nvPr>
            <p:custDataLst>
              <p:tags r:id="rId3"/>
            </p:custDataLst>
          </p:nvPr>
        </p:nvSpPr>
        <p:spPr bwMode="auto">
          <a:xfrm>
            <a:off x="2145500" y="2130521"/>
            <a:ext cx="9431727" cy="4254530"/>
          </a:xfrm>
          <a:prstGeom prst="rect">
            <a:avLst/>
          </a:prstGeom>
          <a:solidFill>
            <a:schemeClr val="bg1">
              <a:lumMod val="95000"/>
            </a:schemeClr>
          </a:solidFill>
          <a:ln w="9525" algn="ctr">
            <a:noFill/>
            <a:miter lim="800000"/>
            <a:headEnd/>
            <a:tailEnd/>
          </a:ln>
        </p:spPr>
        <p:txBody>
          <a:bodyPr wrap="none" anchor="ctr"/>
          <a:lstStyle/>
          <a:p>
            <a:pPr algn="ctr" eaLnBrk="0" hangingPunct="0">
              <a:spcBef>
                <a:spcPct val="50000"/>
              </a:spcBef>
              <a:defRPr/>
            </a:pPr>
            <a:endParaRPr lang="en-GB" sz="1100" dirty="0">
              <a:solidFill>
                <a:schemeClr val="tx2"/>
              </a:solidFill>
              <a:latin typeface="+mn-lt"/>
            </a:endParaRPr>
          </a:p>
        </p:txBody>
      </p:sp>
      <p:sp>
        <p:nvSpPr>
          <p:cNvPr id="9" name="Line 4">
            <a:extLst>
              <a:ext uri="{FF2B5EF4-FFF2-40B4-BE49-F238E27FC236}">
                <a16:creationId xmlns:a16="http://schemas.microsoft.com/office/drawing/2014/main" id="{048BE3B5-AE5D-4018-BEB3-B882061A37FD}"/>
              </a:ext>
            </a:extLst>
          </p:cNvPr>
          <p:cNvSpPr>
            <a:spLocks noChangeShapeType="1"/>
          </p:cNvSpPr>
          <p:nvPr>
            <p:custDataLst>
              <p:tags r:id="rId4"/>
            </p:custDataLst>
          </p:nvPr>
        </p:nvSpPr>
        <p:spPr bwMode="auto">
          <a:xfrm>
            <a:off x="2276757" y="1704103"/>
            <a:ext cx="9102355" cy="0"/>
          </a:xfrm>
          <a:prstGeom prst="line">
            <a:avLst/>
          </a:prstGeom>
          <a:noFill/>
          <a:ln w="57150">
            <a:solidFill>
              <a:schemeClr val="accent1"/>
            </a:solidFill>
            <a:round/>
            <a:headEnd/>
            <a:tailEnd type="triangle" w="med" len="med"/>
          </a:ln>
        </p:spPr>
        <p:txBody>
          <a:bodyPr lIns="45720" rIns="45720" anchor="ctr" anchorCtr="1"/>
          <a:lstStyle/>
          <a:p>
            <a:endParaRPr lang="en-GB" sz="2400" dirty="0">
              <a:solidFill>
                <a:schemeClr val="tx2"/>
              </a:solidFill>
            </a:endParaRPr>
          </a:p>
        </p:txBody>
      </p:sp>
      <p:sp>
        <p:nvSpPr>
          <p:cNvPr id="10" name="Line 5">
            <a:extLst>
              <a:ext uri="{FF2B5EF4-FFF2-40B4-BE49-F238E27FC236}">
                <a16:creationId xmlns:a16="http://schemas.microsoft.com/office/drawing/2014/main" id="{85986CD1-DDC4-4931-848D-45F0C627212C}"/>
              </a:ext>
            </a:extLst>
          </p:cNvPr>
          <p:cNvSpPr>
            <a:spLocks noChangeShapeType="1"/>
          </p:cNvSpPr>
          <p:nvPr>
            <p:custDataLst>
              <p:tags r:id="rId5"/>
            </p:custDataLst>
          </p:nvPr>
        </p:nvSpPr>
        <p:spPr bwMode="auto">
          <a:xfrm>
            <a:off x="3049382" y="1570689"/>
            <a:ext cx="0" cy="285172"/>
          </a:xfrm>
          <a:prstGeom prst="line">
            <a:avLst/>
          </a:prstGeom>
          <a:noFill/>
          <a:ln w="28575">
            <a:solidFill>
              <a:schemeClr val="accent1"/>
            </a:solidFill>
            <a:round/>
            <a:headEnd/>
            <a:tailEnd/>
          </a:ln>
        </p:spPr>
        <p:txBody>
          <a:bodyPr lIns="45720" rIns="45720" anchor="ctr" anchorCtr="1"/>
          <a:lstStyle/>
          <a:p>
            <a:endParaRPr lang="en-GB" sz="2400" dirty="0">
              <a:solidFill>
                <a:schemeClr val="tx2"/>
              </a:solidFill>
            </a:endParaRPr>
          </a:p>
        </p:txBody>
      </p:sp>
      <p:sp>
        <p:nvSpPr>
          <p:cNvPr id="11" name="Rectangle 10">
            <a:extLst>
              <a:ext uri="{FF2B5EF4-FFF2-40B4-BE49-F238E27FC236}">
                <a16:creationId xmlns:a16="http://schemas.microsoft.com/office/drawing/2014/main" id="{9E659ECD-EEE6-4F0F-9B4E-A9780C14B59F}"/>
              </a:ext>
            </a:extLst>
          </p:cNvPr>
          <p:cNvSpPr>
            <a:spLocks noChangeArrowheads="1"/>
          </p:cNvSpPr>
          <p:nvPr>
            <p:custDataLst>
              <p:tags r:id="rId6"/>
            </p:custDataLst>
          </p:nvPr>
        </p:nvSpPr>
        <p:spPr bwMode="auto">
          <a:xfrm>
            <a:off x="2623647" y="1800829"/>
            <a:ext cx="868186" cy="246221"/>
          </a:xfrm>
          <a:prstGeom prst="rect">
            <a:avLst/>
          </a:prstGeom>
          <a:noFill/>
          <a:ln w="6350">
            <a:noFill/>
            <a:miter lim="800000"/>
            <a:headEnd/>
            <a:tailEnd/>
          </a:ln>
        </p:spPr>
        <p:txBody>
          <a:bodyPr wrap="none" lIns="45720" rIns="45720">
            <a:spAutoFit/>
          </a:bodyPr>
          <a:lstStyle/>
          <a:p>
            <a:pPr algn="ctr" eaLnBrk="0" hangingPunct="0">
              <a:spcBef>
                <a:spcPct val="50000"/>
              </a:spcBef>
              <a:defRPr/>
            </a:pPr>
            <a:r>
              <a:rPr lang="en-GB" sz="1000" b="1" dirty="0">
                <a:latin typeface="+mn-lt"/>
              </a:rPr>
              <a:t>1950’s – 70’s</a:t>
            </a:r>
          </a:p>
        </p:txBody>
      </p:sp>
      <p:sp>
        <p:nvSpPr>
          <p:cNvPr id="12" name="Line 7">
            <a:extLst>
              <a:ext uri="{FF2B5EF4-FFF2-40B4-BE49-F238E27FC236}">
                <a16:creationId xmlns:a16="http://schemas.microsoft.com/office/drawing/2014/main" id="{0882404A-385C-4268-A330-F9D1C92997B7}"/>
              </a:ext>
            </a:extLst>
          </p:cNvPr>
          <p:cNvSpPr>
            <a:spLocks noChangeShapeType="1"/>
          </p:cNvSpPr>
          <p:nvPr>
            <p:custDataLst>
              <p:tags r:id="rId7"/>
            </p:custDataLst>
          </p:nvPr>
        </p:nvSpPr>
        <p:spPr bwMode="auto">
          <a:xfrm>
            <a:off x="5137357" y="1570689"/>
            <a:ext cx="0" cy="285172"/>
          </a:xfrm>
          <a:prstGeom prst="line">
            <a:avLst/>
          </a:prstGeom>
          <a:noFill/>
          <a:ln w="28575">
            <a:solidFill>
              <a:schemeClr val="accent1"/>
            </a:solidFill>
            <a:round/>
            <a:headEnd/>
            <a:tailEnd/>
          </a:ln>
        </p:spPr>
        <p:txBody>
          <a:bodyPr lIns="45720" rIns="45720" anchor="ctr" anchorCtr="1"/>
          <a:lstStyle/>
          <a:p>
            <a:endParaRPr lang="en-GB" sz="2400" dirty="0">
              <a:solidFill>
                <a:schemeClr val="tx2"/>
              </a:solidFill>
            </a:endParaRPr>
          </a:p>
        </p:txBody>
      </p:sp>
      <p:sp>
        <p:nvSpPr>
          <p:cNvPr id="13" name="Line 8">
            <a:extLst>
              <a:ext uri="{FF2B5EF4-FFF2-40B4-BE49-F238E27FC236}">
                <a16:creationId xmlns:a16="http://schemas.microsoft.com/office/drawing/2014/main" id="{FCBE47E6-A081-4310-85E5-B2F30BF1427C}"/>
              </a:ext>
            </a:extLst>
          </p:cNvPr>
          <p:cNvSpPr>
            <a:spLocks noChangeShapeType="1"/>
          </p:cNvSpPr>
          <p:nvPr>
            <p:custDataLst>
              <p:tags r:id="rId8"/>
            </p:custDataLst>
          </p:nvPr>
        </p:nvSpPr>
        <p:spPr bwMode="auto">
          <a:xfrm>
            <a:off x="7396816" y="1570689"/>
            <a:ext cx="0" cy="285172"/>
          </a:xfrm>
          <a:prstGeom prst="line">
            <a:avLst/>
          </a:prstGeom>
          <a:noFill/>
          <a:ln w="28575">
            <a:solidFill>
              <a:schemeClr val="accent1"/>
            </a:solidFill>
            <a:round/>
            <a:headEnd/>
            <a:tailEnd/>
          </a:ln>
        </p:spPr>
        <p:txBody>
          <a:bodyPr lIns="45720" rIns="45720" anchor="ctr" anchorCtr="1"/>
          <a:lstStyle/>
          <a:p>
            <a:endParaRPr lang="en-GB" sz="2400" dirty="0">
              <a:solidFill>
                <a:schemeClr val="tx2"/>
              </a:solidFill>
            </a:endParaRPr>
          </a:p>
        </p:txBody>
      </p:sp>
      <p:sp>
        <p:nvSpPr>
          <p:cNvPr id="14" name="Line 9">
            <a:extLst>
              <a:ext uri="{FF2B5EF4-FFF2-40B4-BE49-F238E27FC236}">
                <a16:creationId xmlns:a16="http://schemas.microsoft.com/office/drawing/2014/main" id="{FCC2F445-68BC-4874-94B6-E9765529784E}"/>
              </a:ext>
            </a:extLst>
          </p:cNvPr>
          <p:cNvSpPr>
            <a:spLocks noChangeShapeType="1"/>
          </p:cNvSpPr>
          <p:nvPr>
            <p:custDataLst>
              <p:tags r:id="rId9"/>
            </p:custDataLst>
          </p:nvPr>
        </p:nvSpPr>
        <p:spPr bwMode="auto">
          <a:xfrm>
            <a:off x="9656276" y="1570689"/>
            <a:ext cx="0" cy="285172"/>
          </a:xfrm>
          <a:prstGeom prst="line">
            <a:avLst/>
          </a:prstGeom>
          <a:noFill/>
          <a:ln w="28575">
            <a:solidFill>
              <a:schemeClr val="accent1"/>
            </a:solidFill>
            <a:round/>
            <a:headEnd/>
            <a:tailEnd/>
          </a:ln>
        </p:spPr>
        <p:txBody>
          <a:bodyPr lIns="45720" rIns="45720" anchor="ctr" anchorCtr="1"/>
          <a:lstStyle/>
          <a:p>
            <a:endParaRPr lang="en-GB" sz="2400" dirty="0">
              <a:solidFill>
                <a:schemeClr val="tx2"/>
              </a:solidFill>
            </a:endParaRPr>
          </a:p>
        </p:txBody>
      </p:sp>
      <p:sp>
        <p:nvSpPr>
          <p:cNvPr id="15" name="Rectangle 14">
            <a:extLst>
              <a:ext uri="{FF2B5EF4-FFF2-40B4-BE49-F238E27FC236}">
                <a16:creationId xmlns:a16="http://schemas.microsoft.com/office/drawing/2014/main" id="{89EB3ED6-549E-48C8-8FE0-34CFFE023ACB}"/>
              </a:ext>
            </a:extLst>
          </p:cNvPr>
          <p:cNvSpPr>
            <a:spLocks noChangeArrowheads="1"/>
          </p:cNvSpPr>
          <p:nvPr>
            <p:custDataLst>
              <p:tags r:id="rId10"/>
            </p:custDataLst>
          </p:nvPr>
        </p:nvSpPr>
        <p:spPr bwMode="auto">
          <a:xfrm>
            <a:off x="4907182" y="1800829"/>
            <a:ext cx="480260" cy="246221"/>
          </a:xfrm>
          <a:prstGeom prst="rect">
            <a:avLst/>
          </a:prstGeom>
          <a:noFill/>
          <a:ln w="6350">
            <a:noFill/>
            <a:miter lim="800000"/>
            <a:headEnd/>
            <a:tailEnd/>
          </a:ln>
        </p:spPr>
        <p:txBody>
          <a:bodyPr wrap="none" lIns="45720" rIns="45720">
            <a:spAutoFit/>
          </a:bodyPr>
          <a:lstStyle/>
          <a:p>
            <a:pPr algn="ctr" eaLnBrk="0" hangingPunct="0">
              <a:spcBef>
                <a:spcPct val="50000"/>
              </a:spcBef>
              <a:defRPr/>
            </a:pPr>
            <a:r>
              <a:rPr lang="en-GB" sz="1000" b="1" dirty="0">
                <a:latin typeface="+mn-lt"/>
              </a:rPr>
              <a:t>1980’s</a:t>
            </a:r>
          </a:p>
        </p:txBody>
      </p:sp>
      <p:sp>
        <p:nvSpPr>
          <p:cNvPr id="17" name="Rectangle 16">
            <a:extLst>
              <a:ext uri="{FF2B5EF4-FFF2-40B4-BE49-F238E27FC236}">
                <a16:creationId xmlns:a16="http://schemas.microsoft.com/office/drawing/2014/main" id="{AA141095-02E6-4FA2-A3A6-4699F019E24E}"/>
              </a:ext>
            </a:extLst>
          </p:cNvPr>
          <p:cNvSpPr>
            <a:spLocks noChangeArrowheads="1"/>
          </p:cNvSpPr>
          <p:nvPr>
            <p:custDataLst>
              <p:tags r:id="rId11"/>
            </p:custDataLst>
          </p:nvPr>
        </p:nvSpPr>
        <p:spPr bwMode="auto">
          <a:xfrm>
            <a:off x="7159677" y="1800829"/>
            <a:ext cx="480260" cy="246221"/>
          </a:xfrm>
          <a:prstGeom prst="rect">
            <a:avLst/>
          </a:prstGeom>
          <a:noFill/>
          <a:ln w="6350">
            <a:noFill/>
            <a:miter lim="800000"/>
            <a:headEnd/>
            <a:tailEnd/>
          </a:ln>
        </p:spPr>
        <p:txBody>
          <a:bodyPr wrap="none" lIns="45720" rIns="45720">
            <a:spAutoFit/>
          </a:bodyPr>
          <a:lstStyle/>
          <a:p>
            <a:pPr algn="ctr" eaLnBrk="0" hangingPunct="0">
              <a:spcBef>
                <a:spcPct val="50000"/>
              </a:spcBef>
              <a:defRPr/>
            </a:pPr>
            <a:r>
              <a:rPr lang="en-GB" sz="1000" b="1" dirty="0">
                <a:latin typeface="+mn-lt"/>
              </a:rPr>
              <a:t>1990’s</a:t>
            </a:r>
          </a:p>
        </p:txBody>
      </p:sp>
      <p:sp>
        <p:nvSpPr>
          <p:cNvPr id="18" name="Rectangle 17">
            <a:extLst>
              <a:ext uri="{FF2B5EF4-FFF2-40B4-BE49-F238E27FC236}">
                <a16:creationId xmlns:a16="http://schemas.microsoft.com/office/drawing/2014/main" id="{70FEF871-D212-49A2-AEF1-D20F3FC12D31}"/>
              </a:ext>
            </a:extLst>
          </p:cNvPr>
          <p:cNvSpPr>
            <a:spLocks noChangeArrowheads="1"/>
          </p:cNvSpPr>
          <p:nvPr>
            <p:custDataLst>
              <p:tags r:id="rId12"/>
            </p:custDataLst>
          </p:nvPr>
        </p:nvSpPr>
        <p:spPr bwMode="auto">
          <a:xfrm>
            <a:off x="9424627" y="1800829"/>
            <a:ext cx="480260" cy="246221"/>
          </a:xfrm>
          <a:prstGeom prst="rect">
            <a:avLst/>
          </a:prstGeom>
          <a:noFill/>
          <a:ln w="6350">
            <a:noFill/>
            <a:miter lim="800000"/>
            <a:headEnd/>
            <a:tailEnd/>
          </a:ln>
        </p:spPr>
        <p:txBody>
          <a:bodyPr wrap="none" lIns="45720" rIns="45720">
            <a:spAutoFit/>
          </a:bodyPr>
          <a:lstStyle/>
          <a:p>
            <a:pPr algn="ctr" eaLnBrk="0" hangingPunct="0">
              <a:spcBef>
                <a:spcPct val="50000"/>
              </a:spcBef>
              <a:defRPr/>
            </a:pPr>
            <a:r>
              <a:rPr lang="en-GB" sz="1000" b="1" dirty="0">
                <a:latin typeface="+mn-lt"/>
              </a:rPr>
              <a:t>2000’s</a:t>
            </a:r>
          </a:p>
        </p:txBody>
      </p:sp>
      <p:sp>
        <p:nvSpPr>
          <p:cNvPr id="25" name="Rectangle 24">
            <a:extLst>
              <a:ext uri="{FF2B5EF4-FFF2-40B4-BE49-F238E27FC236}">
                <a16:creationId xmlns:a16="http://schemas.microsoft.com/office/drawing/2014/main" id="{6FFEC489-749D-4018-AED0-A9EB67A84EF6}"/>
              </a:ext>
            </a:extLst>
          </p:cNvPr>
          <p:cNvSpPr>
            <a:spLocks noChangeArrowheads="1"/>
          </p:cNvSpPr>
          <p:nvPr>
            <p:custDataLst>
              <p:tags r:id="rId13"/>
            </p:custDataLst>
          </p:nvPr>
        </p:nvSpPr>
        <p:spPr bwMode="auto">
          <a:xfrm>
            <a:off x="2231529" y="5179360"/>
            <a:ext cx="2360135" cy="169277"/>
          </a:xfrm>
          <a:prstGeom prst="rect">
            <a:avLst/>
          </a:prstGeom>
          <a:noFill/>
          <a:ln w="6350" algn="ctr">
            <a:noFill/>
            <a:miter lim="800000"/>
            <a:headEnd/>
            <a:tailEnd/>
          </a:ln>
        </p:spPr>
        <p:txBody>
          <a:bodyPr wrap="square" lIns="0" tIns="0" rIns="0" bIns="0">
            <a:spAutoFit/>
          </a:bodyPr>
          <a:lstStyle/>
          <a:p>
            <a:pPr marL="79375" indent="-79375" eaLnBrk="0" hangingPunct="0">
              <a:spcBef>
                <a:spcPct val="10000"/>
              </a:spcBef>
              <a:buClr>
                <a:schemeClr val="tx1"/>
              </a:buClr>
              <a:buFont typeface="Arial" panose="020B0604020202020204" pitchFamily="34" charset="0"/>
              <a:buChar char="•"/>
            </a:pPr>
            <a:r>
              <a:rPr lang="en-GB" sz="1100" dirty="0"/>
              <a:t>Japanese car makers</a:t>
            </a:r>
          </a:p>
        </p:txBody>
      </p:sp>
      <p:sp>
        <p:nvSpPr>
          <p:cNvPr id="26" name="Rectangle 25">
            <a:extLst>
              <a:ext uri="{FF2B5EF4-FFF2-40B4-BE49-F238E27FC236}">
                <a16:creationId xmlns:a16="http://schemas.microsoft.com/office/drawing/2014/main" id="{C2281CBB-89E7-4203-8352-6570B3E2EBE9}"/>
              </a:ext>
            </a:extLst>
          </p:cNvPr>
          <p:cNvSpPr>
            <a:spLocks noChangeArrowheads="1"/>
          </p:cNvSpPr>
          <p:nvPr>
            <p:custDataLst>
              <p:tags r:id="rId14"/>
            </p:custDataLst>
          </p:nvPr>
        </p:nvSpPr>
        <p:spPr bwMode="auto">
          <a:xfrm>
            <a:off x="4907182" y="5179360"/>
            <a:ext cx="1800000" cy="355482"/>
          </a:xfrm>
          <a:prstGeom prst="rect">
            <a:avLst/>
          </a:prstGeom>
          <a:noFill/>
          <a:ln w="6350" algn="ctr">
            <a:noFill/>
            <a:miter lim="800000"/>
            <a:headEnd/>
            <a:tailEnd/>
          </a:ln>
        </p:spPr>
        <p:txBody>
          <a:bodyPr lIns="0" tIns="0" rIns="0" bIns="0">
            <a:spAutoFit/>
          </a:bodyPr>
          <a:lstStyle/>
          <a:p>
            <a:pPr marL="79375" indent="-79375" eaLnBrk="0" hangingPunct="0">
              <a:spcBef>
                <a:spcPct val="10000"/>
              </a:spcBef>
              <a:buClr>
                <a:schemeClr val="tx1"/>
              </a:buClr>
              <a:buFont typeface="Arial" panose="020B0604020202020204" pitchFamily="34" charset="0"/>
              <a:buChar char="•"/>
            </a:pPr>
            <a:r>
              <a:rPr lang="en-GB" sz="1100" dirty="0"/>
              <a:t>Motorola</a:t>
            </a:r>
          </a:p>
          <a:p>
            <a:pPr marL="79375" indent="-79375" eaLnBrk="0" hangingPunct="0">
              <a:spcBef>
                <a:spcPct val="10000"/>
              </a:spcBef>
              <a:buClr>
                <a:schemeClr val="tx1"/>
              </a:buClr>
              <a:buFont typeface="Arial" panose="020B0604020202020204" pitchFamily="34" charset="0"/>
              <a:buChar char="•"/>
            </a:pPr>
            <a:endParaRPr lang="en-GB" sz="1100" dirty="0"/>
          </a:p>
        </p:txBody>
      </p:sp>
      <p:sp>
        <p:nvSpPr>
          <p:cNvPr id="28" name="Rectangle 27">
            <a:extLst>
              <a:ext uri="{FF2B5EF4-FFF2-40B4-BE49-F238E27FC236}">
                <a16:creationId xmlns:a16="http://schemas.microsoft.com/office/drawing/2014/main" id="{939196FD-448C-4C23-897D-086D2ECF73BA}"/>
              </a:ext>
            </a:extLst>
          </p:cNvPr>
          <p:cNvSpPr>
            <a:spLocks noChangeArrowheads="1"/>
          </p:cNvSpPr>
          <p:nvPr>
            <p:custDataLst>
              <p:tags r:id="rId15"/>
            </p:custDataLst>
          </p:nvPr>
        </p:nvSpPr>
        <p:spPr bwMode="auto">
          <a:xfrm>
            <a:off x="9424627" y="5179360"/>
            <a:ext cx="1800000" cy="1100301"/>
          </a:xfrm>
          <a:prstGeom prst="rect">
            <a:avLst/>
          </a:prstGeom>
          <a:noFill/>
          <a:ln w="6350" algn="ctr">
            <a:noFill/>
            <a:miter lim="800000"/>
            <a:headEnd/>
            <a:tailEnd/>
          </a:ln>
        </p:spPr>
        <p:txBody>
          <a:bodyPr lIns="0" tIns="0" rIns="0" bIns="0">
            <a:spAutoFit/>
          </a:bodyPr>
          <a:lstStyle/>
          <a:p>
            <a:pPr marL="79375" indent="-79375" eaLnBrk="0" hangingPunct="0">
              <a:spcBef>
                <a:spcPct val="10000"/>
              </a:spcBef>
              <a:buClr>
                <a:schemeClr val="tx1"/>
              </a:buClr>
              <a:buFont typeface="Arial" panose="020B0604020202020204" pitchFamily="34" charset="0"/>
              <a:buChar char="•"/>
            </a:pPr>
            <a:r>
              <a:rPr lang="en-GB" sz="1100" dirty="0"/>
              <a:t>Campbells</a:t>
            </a:r>
          </a:p>
          <a:p>
            <a:pPr marL="79375" indent="-79375" eaLnBrk="0" hangingPunct="0">
              <a:spcBef>
                <a:spcPct val="10000"/>
              </a:spcBef>
              <a:buClr>
                <a:schemeClr val="tx1"/>
              </a:buClr>
              <a:buFont typeface="Arial" panose="020B0604020202020204" pitchFamily="34" charset="0"/>
              <a:buChar char="•"/>
            </a:pPr>
            <a:r>
              <a:rPr lang="en-GB" sz="1100" dirty="0"/>
              <a:t>Coors</a:t>
            </a:r>
          </a:p>
          <a:p>
            <a:pPr marL="79375" indent="-79375" eaLnBrk="0" hangingPunct="0">
              <a:spcBef>
                <a:spcPct val="10000"/>
              </a:spcBef>
              <a:buClr>
                <a:schemeClr val="tx1"/>
              </a:buClr>
              <a:buFont typeface="Arial" panose="020B0604020202020204" pitchFamily="34" charset="0"/>
              <a:buChar char="•"/>
            </a:pPr>
            <a:r>
              <a:rPr lang="en-GB" sz="1100" dirty="0"/>
              <a:t>Merrill Lynch</a:t>
            </a:r>
          </a:p>
          <a:p>
            <a:pPr marL="79375" indent="-79375" eaLnBrk="0" hangingPunct="0">
              <a:spcBef>
                <a:spcPct val="10000"/>
              </a:spcBef>
              <a:buClr>
                <a:schemeClr val="tx1"/>
              </a:buClr>
              <a:buFont typeface="Arial" panose="020B0604020202020204" pitchFamily="34" charset="0"/>
              <a:buChar char="•"/>
            </a:pPr>
            <a:r>
              <a:rPr lang="en-GB" sz="1100" dirty="0"/>
              <a:t>JP Morgan</a:t>
            </a:r>
          </a:p>
          <a:p>
            <a:pPr marL="79375" indent="-79375" eaLnBrk="0" hangingPunct="0">
              <a:spcBef>
                <a:spcPct val="10000"/>
              </a:spcBef>
              <a:buClr>
                <a:schemeClr val="tx1"/>
              </a:buClr>
              <a:buFont typeface="Arial" panose="020B0604020202020204" pitchFamily="34" charset="0"/>
              <a:buChar char="•"/>
            </a:pPr>
            <a:r>
              <a:rPr lang="en-GB" sz="1100" dirty="0"/>
              <a:t>Cargill</a:t>
            </a:r>
          </a:p>
          <a:p>
            <a:pPr marL="79375" indent="-79375" eaLnBrk="0" hangingPunct="0">
              <a:spcBef>
                <a:spcPct val="10000"/>
              </a:spcBef>
              <a:buClr>
                <a:schemeClr val="tx1"/>
              </a:buClr>
              <a:buFont typeface="Arial" panose="020B0604020202020204" pitchFamily="34" charset="0"/>
              <a:buChar char="•"/>
            </a:pPr>
            <a:r>
              <a:rPr lang="en-GB" sz="1100" dirty="0"/>
              <a:t>Caterpillar</a:t>
            </a:r>
          </a:p>
        </p:txBody>
      </p:sp>
      <p:sp>
        <p:nvSpPr>
          <p:cNvPr id="29" name="Rectangle 28">
            <a:extLst>
              <a:ext uri="{FF2B5EF4-FFF2-40B4-BE49-F238E27FC236}">
                <a16:creationId xmlns:a16="http://schemas.microsoft.com/office/drawing/2014/main" id="{948682CD-0B19-4EFC-8499-A6BAA379E79F}"/>
              </a:ext>
            </a:extLst>
          </p:cNvPr>
          <p:cNvSpPr>
            <a:spLocks noChangeArrowheads="1"/>
          </p:cNvSpPr>
          <p:nvPr>
            <p:custDataLst>
              <p:tags r:id="rId16"/>
            </p:custDataLst>
          </p:nvPr>
        </p:nvSpPr>
        <p:spPr bwMode="auto">
          <a:xfrm>
            <a:off x="7159677" y="5179360"/>
            <a:ext cx="1800000" cy="727892"/>
          </a:xfrm>
          <a:prstGeom prst="rect">
            <a:avLst/>
          </a:prstGeom>
          <a:noFill/>
          <a:ln w="6350" algn="ctr">
            <a:noFill/>
            <a:miter lim="800000"/>
            <a:headEnd/>
            <a:tailEnd/>
          </a:ln>
        </p:spPr>
        <p:txBody>
          <a:bodyPr lIns="0" tIns="0" rIns="0" bIns="0">
            <a:spAutoFit/>
          </a:bodyPr>
          <a:lstStyle/>
          <a:p>
            <a:pPr marL="79375" indent="-79375" eaLnBrk="0" hangingPunct="0">
              <a:spcBef>
                <a:spcPct val="10000"/>
              </a:spcBef>
              <a:buClr>
                <a:schemeClr val="tx1"/>
              </a:buClr>
              <a:buFont typeface="Arial" panose="020B0604020202020204" pitchFamily="34" charset="0"/>
              <a:buChar char="•"/>
            </a:pPr>
            <a:r>
              <a:rPr lang="en-GB" sz="1100" dirty="0"/>
              <a:t>GE</a:t>
            </a:r>
          </a:p>
          <a:p>
            <a:pPr marL="79375" indent="-79375" eaLnBrk="0" hangingPunct="0">
              <a:spcBef>
                <a:spcPct val="10000"/>
              </a:spcBef>
              <a:buClr>
                <a:schemeClr val="tx1"/>
              </a:buClr>
              <a:buFont typeface="Arial" panose="020B0604020202020204" pitchFamily="34" charset="0"/>
              <a:buChar char="•"/>
            </a:pPr>
            <a:r>
              <a:rPr lang="en-GB" sz="1100" dirty="0"/>
              <a:t>Johnson &amp; Johnson</a:t>
            </a:r>
          </a:p>
          <a:p>
            <a:pPr marL="79375" indent="-79375" eaLnBrk="0" hangingPunct="0">
              <a:spcBef>
                <a:spcPct val="10000"/>
              </a:spcBef>
              <a:buClr>
                <a:schemeClr val="tx1"/>
              </a:buClr>
              <a:buFont typeface="Arial" panose="020B0604020202020204" pitchFamily="34" charset="0"/>
              <a:buChar char="•"/>
            </a:pPr>
            <a:r>
              <a:rPr lang="en-GB" sz="1100" dirty="0"/>
              <a:t>Citigroup</a:t>
            </a:r>
          </a:p>
          <a:p>
            <a:pPr marL="79375" indent="-79375" eaLnBrk="0" hangingPunct="0">
              <a:spcBef>
                <a:spcPct val="10000"/>
              </a:spcBef>
              <a:buClr>
                <a:schemeClr val="tx1"/>
              </a:buClr>
              <a:buFont typeface="Arial" panose="020B0604020202020204" pitchFamily="34" charset="0"/>
              <a:buChar char="•"/>
            </a:pPr>
            <a:r>
              <a:rPr lang="en-GB" sz="1100" dirty="0"/>
              <a:t>Allied Signal</a:t>
            </a:r>
          </a:p>
        </p:txBody>
      </p:sp>
      <p:sp>
        <p:nvSpPr>
          <p:cNvPr id="30" name="Line 23">
            <a:extLst>
              <a:ext uri="{FF2B5EF4-FFF2-40B4-BE49-F238E27FC236}">
                <a16:creationId xmlns:a16="http://schemas.microsoft.com/office/drawing/2014/main" id="{EA3D3484-6B9A-443A-B7EA-6C8FD7134CFF}"/>
              </a:ext>
            </a:extLst>
          </p:cNvPr>
          <p:cNvSpPr>
            <a:spLocks noChangeShapeType="1"/>
          </p:cNvSpPr>
          <p:nvPr>
            <p:custDataLst>
              <p:tags r:id="rId17"/>
            </p:custDataLst>
          </p:nvPr>
        </p:nvSpPr>
        <p:spPr bwMode="auto">
          <a:xfrm>
            <a:off x="2191956" y="3527688"/>
            <a:ext cx="9187824" cy="0"/>
          </a:xfrm>
          <a:prstGeom prst="line">
            <a:avLst/>
          </a:prstGeom>
          <a:noFill/>
          <a:ln w="6350">
            <a:solidFill>
              <a:schemeClr val="bg1">
                <a:lumMod val="85000"/>
              </a:schemeClr>
            </a:solidFill>
            <a:prstDash val="sysDot"/>
            <a:round/>
            <a:headEnd/>
            <a:tailEnd/>
          </a:ln>
        </p:spPr>
        <p:txBody>
          <a:bodyPr lIns="45720" rIns="45720" anchor="ctr" anchorCtr="1"/>
          <a:lstStyle/>
          <a:p>
            <a:pPr>
              <a:defRPr/>
            </a:pPr>
            <a:endParaRPr lang="en-GB" sz="1100" dirty="0">
              <a:latin typeface="+mn-lt"/>
            </a:endParaRPr>
          </a:p>
        </p:txBody>
      </p:sp>
      <p:sp>
        <p:nvSpPr>
          <p:cNvPr id="31" name="Line 24">
            <a:extLst>
              <a:ext uri="{FF2B5EF4-FFF2-40B4-BE49-F238E27FC236}">
                <a16:creationId xmlns:a16="http://schemas.microsoft.com/office/drawing/2014/main" id="{B4CA5E36-765C-49EE-8F4A-4233A43F7DA4}"/>
              </a:ext>
            </a:extLst>
          </p:cNvPr>
          <p:cNvSpPr>
            <a:spLocks noChangeShapeType="1"/>
          </p:cNvSpPr>
          <p:nvPr>
            <p:custDataLst>
              <p:tags r:id="rId18"/>
            </p:custDataLst>
          </p:nvPr>
        </p:nvSpPr>
        <p:spPr bwMode="auto">
          <a:xfrm>
            <a:off x="2191956" y="4995550"/>
            <a:ext cx="9187824" cy="0"/>
          </a:xfrm>
          <a:prstGeom prst="line">
            <a:avLst/>
          </a:prstGeom>
          <a:noFill/>
          <a:ln w="6350">
            <a:solidFill>
              <a:schemeClr val="bg1">
                <a:lumMod val="85000"/>
              </a:schemeClr>
            </a:solidFill>
            <a:prstDash val="sysDot"/>
            <a:round/>
            <a:headEnd/>
            <a:tailEnd/>
          </a:ln>
        </p:spPr>
        <p:txBody>
          <a:bodyPr lIns="45720" rIns="45720" anchor="ctr" anchorCtr="1"/>
          <a:lstStyle/>
          <a:p>
            <a:pPr>
              <a:defRPr/>
            </a:pPr>
            <a:endParaRPr lang="en-GB" sz="1100" dirty="0">
              <a:latin typeface="+mn-lt"/>
            </a:endParaRPr>
          </a:p>
        </p:txBody>
      </p:sp>
      <p:sp>
        <p:nvSpPr>
          <p:cNvPr id="22" name="Rectangle 21">
            <a:extLst>
              <a:ext uri="{FF2B5EF4-FFF2-40B4-BE49-F238E27FC236}">
                <a16:creationId xmlns:a16="http://schemas.microsoft.com/office/drawing/2014/main" id="{282EE0D8-DB9D-4E92-AD97-3BFF16E9DF10}"/>
              </a:ext>
            </a:extLst>
          </p:cNvPr>
          <p:cNvSpPr>
            <a:spLocks noChangeArrowheads="1"/>
          </p:cNvSpPr>
          <p:nvPr>
            <p:custDataLst>
              <p:tags r:id="rId19"/>
            </p:custDataLst>
          </p:nvPr>
        </p:nvSpPr>
        <p:spPr bwMode="auto">
          <a:xfrm>
            <a:off x="2231529" y="3804542"/>
            <a:ext cx="2360135" cy="338554"/>
          </a:xfrm>
          <a:prstGeom prst="rect">
            <a:avLst/>
          </a:prstGeom>
          <a:noFill/>
          <a:ln w="6350" algn="ctr">
            <a:noFill/>
            <a:miter lim="800000"/>
            <a:headEnd/>
            <a:tailEnd/>
          </a:ln>
        </p:spPr>
        <p:txBody>
          <a:bodyPr wrap="square" lIns="0" tIns="0" rIns="0" bIns="0">
            <a:spAutoFit/>
          </a:bodyPr>
          <a:lstStyle/>
          <a:p>
            <a:pPr marL="79375" indent="-79375" eaLnBrk="0" hangingPunct="0">
              <a:spcBef>
                <a:spcPct val="10000"/>
              </a:spcBef>
              <a:buClr>
                <a:schemeClr val="tx1"/>
              </a:buClr>
              <a:buFont typeface="Arial" panose="020B0604020202020204" pitchFamily="34" charset="0"/>
              <a:buChar char="•"/>
            </a:pPr>
            <a:r>
              <a:rPr lang="en-GB" sz="1100" dirty="0"/>
              <a:t>Primarily Automotive and Heavy Equipment</a:t>
            </a:r>
          </a:p>
        </p:txBody>
      </p:sp>
      <p:sp>
        <p:nvSpPr>
          <p:cNvPr id="23" name="Rectangle 22">
            <a:extLst>
              <a:ext uri="{FF2B5EF4-FFF2-40B4-BE49-F238E27FC236}">
                <a16:creationId xmlns:a16="http://schemas.microsoft.com/office/drawing/2014/main" id="{A5FAA712-2FCE-4EBA-AF2D-30B6DFE9552A}"/>
              </a:ext>
            </a:extLst>
          </p:cNvPr>
          <p:cNvSpPr>
            <a:spLocks noChangeArrowheads="1"/>
          </p:cNvSpPr>
          <p:nvPr>
            <p:custDataLst>
              <p:tags r:id="rId20"/>
            </p:custDataLst>
          </p:nvPr>
        </p:nvSpPr>
        <p:spPr bwMode="auto">
          <a:xfrm>
            <a:off x="4907182" y="3804542"/>
            <a:ext cx="1800000" cy="507831"/>
          </a:xfrm>
          <a:prstGeom prst="rect">
            <a:avLst/>
          </a:prstGeom>
          <a:noFill/>
          <a:ln w="6350" algn="ctr">
            <a:noFill/>
            <a:miter lim="800000"/>
            <a:headEnd/>
            <a:tailEnd/>
          </a:ln>
        </p:spPr>
        <p:txBody>
          <a:bodyPr lIns="0" tIns="0" rIns="0" bIns="0">
            <a:spAutoFit/>
          </a:bodyPr>
          <a:lstStyle/>
          <a:p>
            <a:pPr marL="79375" indent="-79375" eaLnBrk="0" hangingPunct="0">
              <a:spcBef>
                <a:spcPct val="10000"/>
              </a:spcBef>
              <a:buClr>
                <a:schemeClr val="tx1"/>
              </a:buClr>
              <a:buFont typeface="Arial" panose="020B0604020202020204" pitchFamily="34" charset="0"/>
              <a:buChar char="•"/>
            </a:pPr>
            <a:r>
              <a:rPr lang="en-GB" sz="1100" dirty="0"/>
              <a:t>Expansion across Automotive and Manufacturing</a:t>
            </a:r>
          </a:p>
        </p:txBody>
      </p:sp>
      <p:sp>
        <p:nvSpPr>
          <p:cNvPr id="24" name="Rectangle 23">
            <a:extLst>
              <a:ext uri="{FF2B5EF4-FFF2-40B4-BE49-F238E27FC236}">
                <a16:creationId xmlns:a16="http://schemas.microsoft.com/office/drawing/2014/main" id="{FE7BE82C-05F9-4271-88FF-FB3B817CF01D}"/>
              </a:ext>
            </a:extLst>
          </p:cNvPr>
          <p:cNvSpPr>
            <a:spLocks noChangeArrowheads="1"/>
          </p:cNvSpPr>
          <p:nvPr>
            <p:custDataLst>
              <p:tags r:id="rId21"/>
            </p:custDataLst>
          </p:nvPr>
        </p:nvSpPr>
        <p:spPr bwMode="auto">
          <a:xfrm>
            <a:off x="9424627" y="3804542"/>
            <a:ext cx="1800000" cy="914096"/>
          </a:xfrm>
          <a:prstGeom prst="rect">
            <a:avLst/>
          </a:prstGeom>
          <a:noFill/>
          <a:ln w="6350" algn="ctr">
            <a:noFill/>
            <a:miter lim="800000"/>
            <a:headEnd/>
            <a:tailEnd/>
          </a:ln>
        </p:spPr>
        <p:txBody>
          <a:bodyPr lIns="0" tIns="0" rIns="0" bIns="0">
            <a:spAutoFit/>
          </a:bodyPr>
          <a:lstStyle/>
          <a:p>
            <a:pPr marL="79375" indent="-79375" eaLnBrk="0" hangingPunct="0">
              <a:spcBef>
                <a:spcPct val="10000"/>
              </a:spcBef>
              <a:buClr>
                <a:schemeClr val="tx1"/>
              </a:buClr>
              <a:buFont typeface="Arial" panose="020B0604020202020204" pitchFamily="34" charset="0"/>
              <a:buChar char="•"/>
            </a:pPr>
            <a:r>
              <a:rPr lang="en-GB" sz="1100" dirty="0"/>
              <a:t>Automotive</a:t>
            </a:r>
          </a:p>
          <a:p>
            <a:pPr marL="79375" indent="-79375" eaLnBrk="0" hangingPunct="0">
              <a:spcBef>
                <a:spcPct val="10000"/>
              </a:spcBef>
              <a:buClr>
                <a:schemeClr val="tx1"/>
              </a:buClr>
              <a:buFont typeface="Arial" panose="020B0604020202020204" pitchFamily="34" charset="0"/>
              <a:buChar char="•"/>
            </a:pPr>
            <a:r>
              <a:rPr lang="en-GB" sz="1100" dirty="0"/>
              <a:t>Consumer Business</a:t>
            </a:r>
          </a:p>
          <a:p>
            <a:pPr marL="79375" indent="-79375" eaLnBrk="0" hangingPunct="0">
              <a:spcBef>
                <a:spcPct val="10000"/>
              </a:spcBef>
              <a:buClr>
                <a:schemeClr val="tx1"/>
              </a:buClr>
              <a:buFont typeface="Arial" panose="020B0604020202020204" pitchFamily="34" charset="0"/>
              <a:buChar char="•"/>
            </a:pPr>
            <a:r>
              <a:rPr lang="en-GB" sz="1100" dirty="0"/>
              <a:t>Pharmaceutical </a:t>
            </a:r>
          </a:p>
          <a:p>
            <a:pPr marL="79375" indent="-79375" eaLnBrk="0" hangingPunct="0">
              <a:spcBef>
                <a:spcPct val="10000"/>
              </a:spcBef>
              <a:buClr>
                <a:schemeClr val="tx1"/>
              </a:buClr>
              <a:buFont typeface="Arial" panose="020B0604020202020204" pitchFamily="34" charset="0"/>
              <a:buChar char="•"/>
            </a:pPr>
            <a:r>
              <a:rPr lang="en-GB" sz="1100" dirty="0"/>
              <a:t>Healthcare</a:t>
            </a:r>
          </a:p>
          <a:p>
            <a:pPr marL="79375" indent="-79375" eaLnBrk="0" hangingPunct="0">
              <a:spcBef>
                <a:spcPct val="10000"/>
              </a:spcBef>
              <a:buClr>
                <a:schemeClr val="tx1"/>
              </a:buClr>
              <a:buFont typeface="Arial" panose="020B0604020202020204" pitchFamily="34" charset="0"/>
              <a:buChar char="•"/>
            </a:pPr>
            <a:r>
              <a:rPr lang="en-GB" sz="1100" dirty="0"/>
              <a:t>Financial Services</a:t>
            </a:r>
          </a:p>
        </p:txBody>
      </p:sp>
      <p:sp>
        <p:nvSpPr>
          <p:cNvPr id="32" name="Rectangle 31">
            <a:extLst>
              <a:ext uri="{FF2B5EF4-FFF2-40B4-BE49-F238E27FC236}">
                <a16:creationId xmlns:a16="http://schemas.microsoft.com/office/drawing/2014/main" id="{76E83D91-85A6-437E-9E50-95CF4E11534A}"/>
              </a:ext>
            </a:extLst>
          </p:cNvPr>
          <p:cNvSpPr>
            <a:spLocks noChangeArrowheads="1"/>
          </p:cNvSpPr>
          <p:nvPr>
            <p:custDataLst>
              <p:tags r:id="rId22"/>
            </p:custDataLst>
          </p:nvPr>
        </p:nvSpPr>
        <p:spPr bwMode="auto">
          <a:xfrm>
            <a:off x="7159677" y="3817883"/>
            <a:ext cx="1800000" cy="507831"/>
          </a:xfrm>
          <a:prstGeom prst="rect">
            <a:avLst/>
          </a:prstGeom>
          <a:noFill/>
          <a:ln w="6350" algn="ctr">
            <a:noFill/>
            <a:miter lim="800000"/>
            <a:headEnd/>
            <a:tailEnd/>
          </a:ln>
        </p:spPr>
        <p:txBody>
          <a:bodyPr lIns="0" tIns="0" rIns="0" bIns="0">
            <a:spAutoFit/>
          </a:bodyPr>
          <a:lstStyle/>
          <a:p>
            <a:pPr marL="79375" indent="-79375" eaLnBrk="0" hangingPunct="0">
              <a:spcBef>
                <a:spcPct val="10000"/>
              </a:spcBef>
              <a:buClr>
                <a:schemeClr val="tx1"/>
              </a:buClr>
              <a:buFont typeface="Arial" panose="020B0604020202020204" pitchFamily="34" charset="0"/>
              <a:buChar char="•"/>
            </a:pPr>
            <a:r>
              <a:rPr lang="en-GB" sz="1100" dirty="0"/>
              <a:t>Beginning of use in Pharmaceutical and Financial Services</a:t>
            </a:r>
          </a:p>
        </p:txBody>
      </p:sp>
      <p:sp>
        <p:nvSpPr>
          <p:cNvPr id="19" name="Rectangle 18">
            <a:extLst>
              <a:ext uri="{FF2B5EF4-FFF2-40B4-BE49-F238E27FC236}">
                <a16:creationId xmlns:a16="http://schemas.microsoft.com/office/drawing/2014/main" id="{6B93D6F6-91F9-4A35-A363-3D8472790A24}"/>
              </a:ext>
            </a:extLst>
          </p:cNvPr>
          <p:cNvSpPr>
            <a:spLocks noChangeArrowheads="1"/>
          </p:cNvSpPr>
          <p:nvPr>
            <p:custDataLst>
              <p:tags r:id="rId23"/>
            </p:custDataLst>
          </p:nvPr>
        </p:nvSpPr>
        <p:spPr bwMode="auto">
          <a:xfrm>
            <a:off x="2231529" y="2286262"/>
            <a:ext cx="2360135" cy="863313"/>
          </a:xfrm>
          <a:prstGeom prst="rect">
            <a:avLst/>
          </a:prstGeom>
          <a:noFill/>
          <a:ln w="6350" algn="ctr">
            <a:noFill/>
            <a:miter lim="800000"/>
            <a:headEnd/>
            <a:tailEnd/>
          </a:ln>
        </p:spPr>
        <p:txBody>
          <a:bodyPr wrap="square" lIns="0" tIns="0" rIns="0" bIns="0">
            <a:spAutoFit/>
          </a:bodyPr>
          <a:lstStyle/>
          <a:p>
            <a:pPr marL="79375" indent="-79375" eaLnBrk="0" hangingPunct="0">
              <a:spcBef>
                <a:spcPct val="10000"/>
              </a:spcBef>
              <a:buClr>
                <a:schemeClr val="tx1"/>
              </a:buClr>
              <a:buFont typeface="Arial" panose="020B0604020202020204" pitchFamily="34" charset="0"/>
              <a:buChar char="•"/>
              <a:defRPr/>
            </a:pPr>
            <a:r>
              <a:rPr lang="en-GB" sz="1100" dirty="0">
                <a:latin typeface="+mn-lt"/>
              </a:rPr>
              <a:t>1950s: </a:t>
            </a:r>
            <a:br>
              <a:rPr lang="en-GB" sz="1100" dirty="0">
                <a:latin typeface="+mn-lt"/>
              </a:rPr>
            </a:br>
            <a:r>
              <a:rPr kumimoji="1" lang="en-GB" sz="1100" dirty="0">
                <a:latin typeface="+mn-lt"/>
              </a:rPr>
              <a:t>W. Edward Deming </a:t>
            </a:r>
            <a:br>
              <a:rPr kumimoji="1" lang="en-GB" sz="1100" dirty="0">
                <a:latin typeface="+mn-lt"/>
              </a:rPr>
            </a:br>
            <a:r>
              <a:rPr kumimoji="1" lang="en-GB" sz="1100" dirty="0">
                <a:latin typeface="+mn-lt"/>
              </a:rPr>
              <a:t>Plan-Do-Check-Act</a:t>
            </a:r>
            <a:endParaRPr lang="en-GB" sz="1100" dirty="0">
              <a:latin typeface="+mn-lt"/>
            </a:endParaRPr>
          </a:p>
          <a:p>
            <a:pPr marL="79375" indent="-79375" eaLnBrk="0" hangingPunct="0">
              <a:spcBef>
                <a:spcPct val="10000"/>
              </a:spcBef>
              <a:buClr>
                <a:schemeClr val="tx1"/>
              </a:buClr>
              <a:buFont typeface="Arial" panose="020B0604020202020204" pitchFamily="34" charset="0"/>
              <a:buChar char="•"/>
              <a:defRPr/>
            </a:pPr>
            <a:r>
              <a:rPr lang="en-GB" sz="1100" dirty="0">
                <a:latin typeface="+mn-lt"/>
              </a:rPr>
              <a:t>1960s/70s: </a:t>
            </a:r>
            <a:br>
              <a:rPr lang="en-GB" sz="1100" dirty="0">
                <a:latin typeface="+mn-lt"/>
              </a:rPr>
            </a:br>
            <a:r>
              <a:rPr kumimoji="1" lang="en-GB" sz="1100" dirty="0">
                <a:latin typeface="+mn-lt"/>
              </a:rPr>
              <a:t>Toyota Lean Production System</a:t>
            </a:r>
            <a:endParaRPr lang="en-GB" sz="1100" dirty="0">
              <a:latin typeface="+mn-lt"/>
            </a:endParaRPr>
          </a:p>
        </p:txBody>
      </p:sp>
      <p:sp>
        <p:nvSpPr>
          <p:cNvPr id="20" name="Rectangle 19">
            <a:extLst>
              <a:ext uri="{FF2B5EF4-FFF2-40B4-BE49-F238E27FC236}">
                <a16:creationId xmlns:a16="http://schemas.microsoft.com/office/drawing/2014/main" id="{52FBE83F-BC0B-44AB-B526-AB4F95F360D3}"/>
              </a:ext>
            </a:extLst>
          </p:cNvPr>
          <p:cNvSpPr>
            <a:spLocks noChangeArrowheads="1"/>
          </p:cNvSpPr>
          <p:nvPr>
            <p:custDataLst>
              <p:tags r:id="rId24"/>
            </p:custDataLst>
          </p:nvPr>
        </p:nvSpPr>
        <p:spPr bwMode="auto">
          <a:xfrm>
            <a:off x="4907182" y="2286262"/>
            <a:ext cx="1800000" cy="846386"/>
          </a:xfrm>
          <a:prstGeom prst="rect">
            <a:avLst/>
          </a:prstGeom>
          <a:noFill/>
          <a:ln w="6350" algn="ctr">
            <a:noFill/>
            <a:miter lim="800000"/>
            <a:headEnd/>
            <a:tailEnd/>
          </a:ln>
        </p:spPr>
        <p:txBody>
          <a:bodyPr lIns="0" tIns="0" rIns="0" bIns="0">
            <a:spAutoFit/>
          </a:bodyPr>
          <a:lstStyle/>
          <a:p>
            <a:pPr marL="79375" indent="-79375" eaLnBrk="0" hangingPunct="0">
              <a:spcBef>
                <a:spcPct val="10000"/>
              </a:spcBef>
              <a:buClr>
                <a:schemeClr val="tx1"/>
              </a:buClr>
              <a:buFont typeface="Arial" panose="020B0604020202020204" pitchFamily="34" charset="0"/>
              <a:buChar char="•"/>
              <a:defRPr/>
            </a:pPr>
            <a:r>
              <a:rPr lang="en-GB" sz="1100" dirty="0"/>
              <a:t>1980s: </a:t>
            </a:r>
            <a:br>
              <a:rPr lang="en-GB" sz="1100" dirty="0"/>
            </a:br>
            <a:r>
              <a:rPr lang="en-GB" sz="1100" dirty="0"/>
              <a:t>- Motorola initiates ”Six Sigma Quality”</a:t>
            </a:r>
            <a:br>
              <a:rPr lang="en-GB" sz="1100" dirty="0"/>
            </a:br>
            <a:r>
              <a:rPr lang="en-GB" sz="1100" dirty="0"/>
              <a:t>- TQM</a:t>
            </a:r>
            <a:br>
              <a:rPr lang="en-GB" sz="1100" dirty="0"/>
            </a:br>
            <a:r>
              <a:rPr lang="en-GB" sz="1100" dirty="0"/>
              <a:t>- Malcom Baldridge Award</a:t>
            </a:r>
          </a:p>
        </p:txBody>
      </p:sp>
      <p:sp>
        <p:nvSpPr>
          <p:cNvPr id="21" name="Rectangle 20">
            <a:extLst>
              <a:ext uri="{FF2B5EF4-FFF2-40B4-BE49-F238E27FC236}">
                <a16:creationId xmlns:a16="http://schemas.microsoft.com/office/drawing/2014/main" id="{3051C28E-39E4-4B3B-AEAC-6DD7438F0DA0}"/>
              </a:ext>
            </a:extLst>
          </p:cNvPr>
          <p:cNvSpPr>
            <a:spLocks noChangeArrowheads="1"/>
          </p:cNvSpPr>
          <p:nvPr>
            <p:custDataLst>
              <p:tags r:id="rId25"/>
            </p:custDataLst>
          </p:nvPr>
        </p:nvSpPr>
        <p:spPr bwMode="auto">
          <a:xfrm>
            <a:off x="9424627" y="2286262"/>
            <a:ext cx="1800000" cy="507831"/>
          </a:xfrm>
          <a:prstGeom prst="rect">
            <a:avLst/>
          </a:prstGeom>
          <a:noFill/>
          <a:ln w="6350" algn="ctr">
            <a:noFill/>
            <a:miter lim="800000"/>
            <a:headEnd/>
            <a:tailEnd/>
          </a:ln>
        </p:spPr>
        <p:txBody>
          <a:bodyPr lIns="0" tIns="0" rIns="0" bIns="0">
            <a:spAutoFit/>
          </a:bodyPr>
          <a:lstStyle/>
          <a:p>
            <a:pPr marL="79375" indent="-79375" eaLnBrk="0" hangingPunct="0">
              <a:spcBef>
                <a:spcPct val="10000"/>
              </a:spcBef>
              <a:buClr>
                <a:schemeClr val="tx1"/>
              </a:buClr>
              <a:buFont typeface="Arial" panose="020B0604020202020204" pitchFamily="34" charset="0"/>
              <a:buChar char="•"/>
              <a:defRPr/>
            </a:pPr>
            <a:r>
              <a:rPr lang="en-GB" sz="1100" dirty="0"/>
              <a:t>2000: </a:t>
            </a:r>
            <a:br>
              <a:rPr lang="en-GB" sz="1100" dirty="0"/>
            </a:br>
            <a:r>
              <a:rPr lang="en-GB" sz="1100" dirty="0"/>
              <a:t>Lean Six Sigma adoption increases</a:t>
            </a:r>
          </a:p>
        </p:txBody>
      </p:sp>
      <p:sp>
        <p:nvSpPr>
          <p:cNvPr id="33" name="Rectangle 32">
            <a:extLst>
              <a:ext uri="{FF2B5EF4-FFF2-40B4-BE49-F238E27FC236}">
                <a16:creationId xmlns:a16="http://schemas.microsoft.com/office/drawing/2014/main" id="{1F3B0A34-16FE-491B-91F1-0ACC5C274D1F}"/>
              </a:ext>
            </a:extLst>
          </p:cNvPr>
          <p:cNvSpPr>
            <a:spLocks noChangeArrowheads="1"/>
          </p:cNvSpPr>
          <p:nvPr>
            <p:custDataLst>
              <p:tags r:id="rId26"/>
            </p:custDataLst>
          </p:nvPr>
        </p:nvSpPr>
        <p:spPr bwMode="auto">
          <a:xfrm>
            <a:off x="7159677" y="2286262"/>
            <a:ext cx="1800000" cy="846386"/>
          </a:xfrm>
          <a:prstGeom prst="rect">
            <a:avLst/>
          </a:prstGeom>
          <a:noFill/>
          <a:ln w="6350" algn="ctr">
            <a:noFill/>
            <a:miter lim="800000"/>
            <a:headEnd/>
            <a:tailEnd/>
          </a:ln>
        </p:spPr>
        <p:txBody>
          <a:bodyPr lIns="0" tIns="0" rIns="0" bIns="0">
            <a:spAutoFit/>
          </a:bodyPr>
          <a:lstStyle/>
          <a:p>
            <a:pPr marL="79375" indent="-79375" eaLnBrk="0" hangingPunct="0">
              <a:spcBef>
                <a:spcPct val="10000"/>
              </a:spcBef>
              <a:buClr>
                <a:schemeClr val="tx1"/>
              </a:buClr>
              <a:buFont typeface="Arial" panose="020B0604020202020204" pitchFamily="34" charset="0"/>
              <a:buChar char="•"/>
              <a:defRPr/>
            </a:pPr>
            <a:r>
              <a:rPr lang="en-GB" sz="1100" dirty="0"/>
              <a:t>1990s: </a:t>
            </a:r>
            <a:br>
              <a:rPr lang="en-GB" sz="1100" dirty="0"/>
            </a:br>
            <a:r>
              <a:rPr lang="en-GB" sz="1100" dirty="0"/>
              <a:t>Lean manufacturing application to non-automotive industries begins</a:t>
            </a:r>
          </a:p>
        </p:txBody>
      </p:sp>
      <p:pic>
        <p:nvPicPr>
          <p:cNvPr id="35" name="Picture 34" descr="GE Logo">
            <a:extLst>
              <a:ext uri="{FF2B5EF4-FFF2-40B4-BE49-F238E27FC236}">
                <a16:creationId xmlns:a16="http://schemas.microsoft.com/office/drawing/2014/main" id="{4700BA3D-927C-464F-B41A-1D6CD6A0D2BD}"/>
              </a:ext>
            </a:extLst>
          </p:cNvPr>
          <p:cNvPicPr>
            <a:picLocks noChangeAspect="1" noChangeArrowheads="1"/>
          </p:cNvPicPr>
          <p:nvPr>
            <p:custDataLst>
              <p:tags r:id="rId27"/>
            </p:custDataLst>
          </p:nvPr>
        </p:nvPicPr>
        <p:blipFill rotWithShape="1">
          <a:blip r:embed="rId34"/>
          <a:srcRect r="71415" b="-2950"/>
          <a:stretch/>
        </p:blipFill>
        <p:spPr bwMode="auto">
          <a:xfrm>
            <a:off x="8495071" y="1783117"/>
            <a:ext cx="307076" cy="302108"/>
          </a:xfrm>
          <a:prstGeom prst="rect">
            <a:avLst/>
          </a:prstGeom>
        </p:spPr>
      </p:pic>
      <p:sp>
        <p:nvSpPr>
          <p:cNvPr id="37" name="Rectangle 36">
            <a:extLst>
              <a:ext uri="{FF2B5EF4-FFF2-40B4-BE49-F238E27FC236}">
                <a16:creationId xmlns:a16="http://schemas.microsoft.com/office/drawing/2014/main" id="{6E4474B3-2E48-4619-9EBA-DF72691EBAD2}"/>
              </a:ext>
            </a:extLst>
          </p:cNvPr>
          <p:cNvSpPr>
            <a:spLocks noChangeArrowheads="1"/>
          </p:cNvSpPr>
          <p:nvPr>
            <p:custDataLst>
              <p:tags r:id="rId28"/>
            </p:custDataLst>
          </p:nvPr>
        </p:nvSpPr>
        <p:spPr bwMode="auto">
          <a:xfrm>
            <a:off x="614669" y="2138859"/>
            <a:ext cx="1452913" cy="1310468"/>
          </a:xfrm>
          <a:prstGeom prst="rect">
            <a:avLst/>
          </a:prstGeom>
          <a:solidFill>
            <a:schemeClr val="tx1"/>
          </a:solidFill>
          <a:ln w="9525" algn="ctr">
            <a:solidFill>
              <a:srgbClr val="003366"/>
            </a:solidFill>
            <a:miter lim="800000"/>
            <a:headEnd/>
            <a:tailEnd/>
          </a:ln>
        </p:spPr>
        <p:txBody>
          <a:bodyPr lIns="45720" rIns="45720" anchor="ctr" anchorCtr="1"/>
          <a:lstStyle/>
          <a:p>
            <a:pPr algn="ctr" eaLnBrk="0" hangingPunct="0">
              <a:buSzPct val="100000"/>
              <a:defRPr/>
            </a:pPr>
            <a:r>
              <a:rPr lang="en-GB" sz="1400" b="1" dirty="0">
                <a:solidFill>
                  <a:schemeClr val="bg1"/>
                </a:solidFill>
                <a:latin typeface="+mn-lt"/>
              </a:rPr>
              <a:t>Business Improvement Tools/Methods</a:t>
            </a:r>
          </a:p>
        </p:txBody>
      </p:sp>
      <p:sp>
        <p:nvSpPr>
          <p:cNvPr id="38" name="Rectangle 37">
            <a:extLst>
              <a:ext uri="{FF2B5EF4-FFF2-40B4-BE49-F238E27FC236}">
                <a16:creationId xmlns:a16="http://schemas.microsoft.com/office/drawing/2014/main" id="{8FB80885-1E17-45AB-9B04-B25B98047142}"/>
              </a:ext>
            </a:extLst>
          </p:cNvPr>
          <p:cNvSpPr>
            <a:spLocks noChangeArrowheads="1"/>
          </p:cNvSpPr>
          <p:nvPr>
            <p:custDataLst>
              <p:tags r:id="rId29"/>
            </p:custDataLst>
          </p:nvPr>
        </p:nvSpPr>
        <p:spPr bwMode="auto">
          <a:xfrm>
            <a:off x="614669" y="3606049"/>
            <a:ext cx="1452913" cy="1311082"/>
          </a:xfrm>
          <a:prstGeom prst="rect">
            <a:avLst/>
          </a:prstGeom>
          <a:solidFill>
            <a:schemeClr val="tx1"/>
          </a:solidFill>
          <a:ln w="9525" algn="ctr">
            <a:solidFill>
              <a:srgbClr val="003366"/>
            </a:solidFill>
            <a:miter lim="800000"/>
            <a:headEnd/>
            <a:tailEnd/>
          </a:ln>
        </p:spPr>
        <p:txBody>
          <a:bodyPr lIns="45720" rIns="45720" anchor="ctr" anchorCtr="1"/>
          <a:lstStyle/>
          <a:p>
            <a:pPr algn="ctr" eaLnBrk="0" hangingPunct="0">
              <a:buSzPct val="100000"/>
              <a:defRPr/>
            </a:pPr>
            <a:r>
              <a:rPr lang="en-GB" sz="1400" b="1" dirty="0">
                <a:solidFill>
                  <a:schemeClr val="bg1"/>
                </a:solidFill>
                <a:latin typeface="+mn-lt"/>
              </a:rPr>
              <a:t>Industries</a:t>
            </a:r>
          </a:p>
        </p:txBody>
      </p:sp>
      <p:sp>
        <p:nvSpPr>
          <p:cNvPr id="39" name="Rectangle 38">
            <a:extLst>
              <a:ext uri="{FF2B5EF4-FFF2-40B4-BE49-F238E27FC236}">
                <a16:creationId xmlns:a16="http://schemas.microsoft.com/office/drawing/2014/main" id="{43E620DE-63E2-4A25-A27C-A958E61153FA}"/>
              </a:ext>
            </a:extLst>
          </p:cNvPr>
          <p:cNvSpPr>
            <a:spLocks noChangeArrowheads="1"/>
          </p:cNvSpPr>
          <p:nvPr>
            <p:custDataLst>
              <p:tags r:id="rId30"/>
            </p:custDataLst>
          </p:nvPr>
        </p:nvSpPr>
        <p:spPr bwMode="auto">
          <a:xfrm>
            <a:off x="614669" y="5073969"/>
            <a:ext cx="1452913" cy="1311082"/>
          </a:xfrm>
          <a:prstGeom prst="rect">
            <a:avLst/>
          </a:prstGeom>
          <a:solidFill>
            <a:schemeClr val="tx1"/>
          </a:solidFill>
          <a:ln w="9525" algn="ctr">
            <a:solidFill>
              <a:srgbClr val="003366"/>
            </a:solidFill>
            <a:miter lim="800000"/>
            <a:headEnd/>
            <a:tailEnd/>
          </a:ln>
        </p:spPr>
        <p:txBody>
          <a:bodyPr lIns="45720" rIns="45720" anchor="ctr" anchorCtr="1"/>
          <a:lstStyle/>
          <a:p>
            <a:pPr algn="ctr" eaLnBrk="0" hangingPunct="0">
              <a:buSzPct val="100000"/>
              <a:defRPr/>
            </a:pPr>
            <a:r>
              <a:rPr lang="en-GB" sz="1400" b="1" dirty="0">
                <a:solidFill>
                  <a:schemeClr val="bg1"/>
                </a:solidFill>
                <a:latin typeface="+mn-lt"/>
              </a:rPr>
              <a:t>Companies</a:t>
            </a:r>
          </a:p>
        </p:txBody>
      </p:sp>
      <p:pic>
        <p:nvPicPr>
          <p:cNvPr id="380930" name="Picture 2" descr="Toyota Logo | The most famous brands and company logos in the world">
            <a:hlinkClick r:id="rId35"/>
            <a:extLst>
              <a:ext uri="{FF2B5EF4-FFF2-40B4-BE49-F238E27FC236}">
                <a16:creationId xmlns:a16="http://schemas.microsoft.com/office/drawing/2014/main" id="{29AB5588-6AEB-4346-A22D-92F2F095834D}"/>
              </a:ext>
            </a:extLst>
          </p:cNvPr>
          <p:cNvPicPr>
            <a:picLocks noChangeAspect="1" noChangeArrowheads="1"/>
          </p:cNvPicPr>
          <p:nvPr/>
        </p:nvPicPr>
        <p:blipFill rotWithShape="1">
          <a:blip r:embed="rId36">
            <a:extLst>
              <a:ext uri="{28A0092B-C50C-407E-A947-70E740481C1C}">
                <a14:useLocalDpi xmlns:a14="http://schemas.microsoft.com/office/drawing/2010/main" val="0"/>
              </a:ext>
            </a:extLst>
          </a:blip>
          <a:srcRect t="32330" b="32330"/>
          <a:stretch/>
        </p:blipFill>
        <p:spPr bwMode="auto">
          <a:xfrm>
            <a:off x="3696929" y="1832725"/>
            <a:ext cx="1020640" cy="202892"/>
          </a:xfrm>
          <a:prstGeom prst="rect">
            <a:avLst/>
          </a:prstGeom>
          <a:noFill/>
          <a:extLst>
            <a:ext uri="{909E8E84-426E-40DD-AFC4-6F175D3DCCD1}">
              <a14:hiddenFill xmlns:a14="http://schemas.microsoft.com/office/drawing/2010/main">
                <a:solidFill>
                  <a:srgbClr val="FFFFFF"/>
                </a:solidFill>
              </a14:hiddenFill>
            </a:ext>
          </a:extLst>
        </p:spPr>
      </p:pic>
      <p:pic>
        <p:nvPicPr>
          <p:cNvPr id="380932" name="Picture 4" descr="Motorola logo vector (.EPS, 388.04 Kb) download">
            <a:hlinkClick r:id="rId37"/>
            <a:extLst>
              <a:ext uri="{FF2B5EF4-FFF2-40B4-BE49-F238E27FC236}">
                <a16:creationId xmlns:a16="http://schemas.microsoft.com/office/drawing/2014/main" id="{509F99F1-ADDA-4FC7-BA79-649C3790C8B5}"/>
              </a:ext>
            </a:extLst>
          </p:cNvPr>
          <p:cNvPicPr>
            <a:picLocks noChangeAspect="1" noChangeArrowheads="1"/>
          </p:cNvPicPr>
          <p:nvPr/>
        </p:nvPicPr>
        <p:blipFill rotWithShape="1">
          <a:blip r:embed="rId38">
            <a:extLst>
              <a:ext uri="{28A0092B-C50C-407E-A947-70E740481C1C}">
                <a14:useLocalDpi xmlns:a14="http://schemas.microsoft.com/office/drawing/2010/main" val="0"/>
              </a:ext>
            </a:extLst>
          </a:blip>
          <a:srcRect l="7935" r="7935" b="14616"/>
          <a:stretch/>
        </p:blipFill>
        <p:spPr bwMode="auto">
          <a:xfrm>
            <a:off x="6125210" y="1764239"/>
            <a:ext cx="334870" cy="339864"/>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20D13C6F-3732-8E9B-5703-BEAA70747776}"/>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8C12BEAB-A196-BB85-E9F5-62936F70195A}"/>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232566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935571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Table of contents</a:t>
            </a:r>
            <a:endParaRPr lang="en-US" b="0" kern="0" dirty="0"/>
          </a:p>
        </p:txBody>
      </p:sp>
      <p:pic>
        <p:nvPicPr>
          <p:cNvPr id="7" name="Graphic 6" descr="List">
            <a:extLst>
              <a:ext uri="{FF2B5EF4-FFF2-40B4-BE49-F238E27FC236}">
                <a16:creationId xmlns:a16="http://schemas.microsoft.com/office/drawing/2014/main" id="{8850C581-C269-2BDA-1120-643286CF504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8137" y="511345"/>
            <a:ext cx="914400" cy="914400"/>
          </a:xfrm>
          <a:prstGeom prst="rect">
            <a:avLst/>
          </a:prstGeom>
        </p:spPr>
      </p:pic>
      <p:sp>
        <p:nvSpPr>
          <p:cNvPr id="8" name="Rectangle 7">
            <a:extLst>
              <a:ext uri="{FF2B5EF4-FFF2-40B4-BE49-F238E27FC236}">
                <a16:creationId xmlns:a16="http://schemas.microsoft.com/office/drawing/2014/main" id="{C9E637C6-8134-5B98-DD94-524C82FD667C}"/>
              </a:ext>
            </a:extLst>
          </p:cNvPr>
          <p:cNvSpPr/>
          <p:nvPr/>
        </p:nvSpPr>
        <p:spPr>
          <a:xfrm>
            <a:off x="635726" y="1858636"/>
            <a:ext cx="10951437" cy="75822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9" name="Rectangle 8">
            <a:extLst>
              <a:ext uri="{FF2B5EF4-FFF2-40B4-BE49-F238E27FC236}">
                <a16:creationId xmlns:a16="http://schemas.microsoft.com/office/drawing/2014/main" id="{2B9998FE-E2A1-5938-5DA7-BDAE294B8AA1}"/>
              </a:ext>
            </a:extLst>
          </p:cNvPr>
          <p:cNvSpPr/>
          <p:nvPr/>
        </p:nvSpPr>
        <p:spPr>
          <a:xfrm>
            <a:off x="644041" y="1919599"/>
            <a:ext cx="742853" cy="6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1</a:t>
            </a:r>
          </a:p>
        </p:txBody>
      </p:sp>
      <p:sp>
        <p:nvSpPr>
          <p:cNvPr id="10" name="Rectangle 9">
            <a:extLst>
              <a:ext uri="{FF2B5EF4-FFF2-40B4-BE49-F238E27FC236}">
                <a16:creationId xmlns:a16="http://schemas.microsoft.com/office/drawing/2014/main" id="{F7B039DE-4974-C51F-FAFF-6D45F59B94BA}"/>
              </a:ext>
            </a:extLst>
          </p:cNvPr>
          <p:cNvSpPr/>
          <p:nvPr/>
        </p:nvSpPr>
        <p:spPr>
          <a:xfrm>
            <a:off x="1724862" y="2099250"/>
            <a:ext cx="940468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114300" defTabSz="914400" fontAlgn="auto">
              <a:lnSpc>
                <a:spcPct val="100000"/>
              </a:lnSpc>
              <a:spcBef>
                <a:spcPts val="2800"/>
              </a:spcBef>
              <a:spcAft>
                <a:spcPts val="2800"/>
              </a:spcAft>
              <a:defRPr/>
            </a:pPr>
            <a:r>
              <a:rPr lang="en-US" sz="1800" b="1" noProof="1">
                <a:solidFill>
                  <a:schemeClr val="tx1"/>
                </a:solidFill>
                <a:latin typeface="Arial"/>
                <a:cs typeface="+mn-cs"/>
              </a:rPr>
              <a:t>What is Lean Six Sigma?</a:t>
            </a:r>
          </a:p>
        </p:txBody>
      </p:sp>
      <p:sp>
        <p:nvSpPr>
          <p:cNvPr id="11" name="Rectangle 10">
            <a:extLst>
              <a:ext uri="{FF2B5EF4-FFF2-40B4-BE49-F238E27FC236}">
                <a16:creationId xmlns:a16="http://schemas.microsoft.com/office/drawing/2014/main" id="{5C02D2FC-0389-E8CC-2EB8-AA124EF1D049}"/>
              </a:ext>
            </a:extLst>
          </p:cNvPr>
          <p:cNvSpPr/>
          <p:nvPr/>
        </p:nvSpPr>
        <p:spPr>
          <a:xfrm>
            <a:off x="1403286" y="1937017"/>
            <a:ext cx="113594" cy="61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12" name="Rectangle 11">
            <a:extLst>
              <a:ext uri="{FF2B5EF4-FFF2-40B4-BE49-F238E27FC236}">
                <a16:creationId xmlns:a16="http://schemas.microsoft.com/office/drawing/2014/main" id="{E5A3677F-D69F-F970-F121-5BDFFF764BAE}"/>
              </a:ext>
            </a:extLst>
          </p:cNvPr>
          <p:cNvSpPr/>
          <p:nvPr/>
        </p:nvSpPr>
        <p:spPr>
          <a:xfrm>
            <a:off x="635726" y="2883916"/>
            <a:ext cx="10951437" cy="75822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4" name="Rectangle 13">
            <a:extLst>
              <a:ext uri="{FF2B5EF4-FFF2-40B4-BE49-F238E27FC236}">
                <a16:creationId xmlns:a16="http://schemas.microsoft.com/office/drawing/2014/main" id="{2FB56F43-8D0B-38F3-18DC-38202AADFF9D}"/>
              </a:ext>
            </a:extLst>
          </p:cNvPr>
          <p:cNvSpPr/>
          <p:nvPr/>
        </p:nvSpPr>
        <p:spPr>
          <a:xfrm>
            <a:off x="644041" y="2944879"/>
            <a:ext cx="742853" cy="6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2</a:t>
            </a:r>
          </a:p>
        </p:txBody>
      </p:sp>
      <p:sp>
        <p:nvSpPr>
          <p:cNvPr id="15" name="Rectangle 14">
            <a:extLst>
              <a:ext uri="{FF2B5EF4-FFF2-40B4-BE49-F238E27FC236}">
                <a16:creationId xmlns:a16="http://schemas.microsoft.com/office/drawing/2014/main" id="{A92F5059-CE59-050A-41D3-0399F61DEA71}"/>
              </a:ext>
            </a:extLst>
          </p:cNvPr>
          <p:cNvSpPr/>
          <p:nvPr/>
        </p:nvSpPr>
        <p:spPr>
          <a:xfrm>
            <a:off x="1724862" y="3124530"/>
            <a:ext cx="940468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114300" defTabSz="914400" fontAlgn="auto">
              <a:lnSpc>
                <a:spcPct val="100000"/>
              </a:lnSpc>
              <a:spcBef>
                <a:spcPts val="2800"/>
              </a:spcBef>
              <a:spcAft>
                <a:spcPts val="2800"/>
              </a:spcAft>
              <a:defRPr/>
            </a:pPr>
            <a:r>
              <a:rPr lang="en-US" sz="1800" b="1" noProof="1">
                <a:solidFill>
                  <a:schemeClr val="tx1"/>
                </a:solidFill>
                <a:latin typeface="Arial"/>
                <a:cs typeface="+mn-cs"/>
              </a:rPr>
              <a:t>What are the key benefits of using Lean Six Sigma?</a:t>
            </a:r>
          </a:p>
        </p:txBody>
      </p:sp>
      <p:sp>
        <p:nvSpPr>
          <p:cNvPr id="17" name="Rectangle 16">
            <a:extLst>
              <a:ext uri="{FF2B5EF4-FFF2-40B4-BE49-F238E27FC236}">
                <a16:creationId xmlns:a16="http://schemas.microsoft.com/office/drawing/2014/main" id="{CE9CD71F-709B-69F5-229C-B4E37F774B1C}"/>
              </a:ext>
            </a:extLst>
          </p:cNvPr>
          <p:cNvSpPr/>
          <p:nvPr/>
        </p:nvSpPr>
        <p:spPr>
          <a:xfrm>
            <a:off x="1403286" y="2962297"/>
            <a:ext cx="113594" cy="61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8" name="Rectangle 17">
            <a:extLst>
              <a:ext uri="{FF2B5EF4-FFF2-40B4-BE49-F238E27FC236}">
                <a16:creationId xmlns:a16="http://schemas.microsoft.com/office/drawing/2014/main" id="{685B98D3-C352-34F3-C059-1AF2AFC40AD2}"/>
              </a:ext>
            </a:extLst>
          </p:cNvPr>
          <p:cNvSpPr/>
          <p:nvPr/>
        </p:nvSpPr>
        <p:spPr>
          <a:xfrm>
            <a:off x="635726" y="3909196"/>
            <a:ext cx="10951437" cy="75822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9" name="Rectangle 18">
            <a:extLst>
              <a:ext uri="{FF2B5EF4-FFF2-40B4-BE49-F238E27FC236}">
                <a16:creationId xmlns:a16="http://schemas.microsoft.com/office/drawing/2014/main" id="{B1AC7022-20C4-7846-69D2-5B0495CC22B3}"/>
              </a:ext>
            </a:extLst>
          </p:cNvPr>
          <p:cNvSpPr/>
          <p:nvPr/>
        </p:nvSpPr>
        <p:spPr>
          <a:xfrm>
            <a:off x="644041" y="3970159"/>
            <a:ext cx="742853" cy="6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3</a:t>
            </a:r>
          </a:p>
        </p:txBody>
      </p:sp>
      <p:sp>
        <p:nvSpPr>
          <p:cNvPr id="20" name="Rectangle 19">
            <a:extLst>
              <a:ext uri="{FF2B5EF4-FFF2-40B4-BE49-F238E27FC236}">
                <a16:creationId xmlns:a16="http://schemas.microsoft.com/office/drawing/2014/main" id="{5A37D375-E99F-17DD-D91E-FA8F349B9BC0}"/>
              </a:ext>
            </a:extLst>
          </p:cNvPr>
          <p:cNvSpPr/>
          <p:nvPr/>
        </p:nvSpPr>
        <p:spPr>
          <a:xfrm>
            <a:off x="1724862" y="4149810"/>
            <a:ext cx="940468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114300" defTabSz="914400" fontAlgn="auto">
              <a:lnSpc>
                <a:spcPct val="100000"/>
              </a:lnSpc>
              <a:spcBef>
                <a:spcPts val="2800"/>
              </a:spcBef>
              <a:spcAft>
                <a:spcPts val="2800"/>
              </a:spcAft>
              <a:defRPr/>
            </a:pPr>
            <a:r>
              <a:rPr lang="en-US" sz="1800" b="1" noProof="1">
                <a:solidFill>
                  <a:schemeClr val="tx1"/>
                </a:solidFill>
                <a:latin typeface="Arial"/>
                <a:cs typeface="+mn-cs"/>
              </a:rPr>
              <a:t>Lean Six Sigma Toolkit - Approach and overview</a:t>
            </a:r>
          </a:p>
        </p:txBody>
      </p:sp>
      <p:sp>
        <p:nvSpPr>
          <p:cNvPr id="21" name="Rectangle 20">
            <a:extLst>
              <a:ext uri="{FF2B5EF4-FFF2-40B4-BE49-F238E27FC236}">
                <a16:creationId xmlns:a16="http://schemas.microsoft.com/office/drawing/2014/main" id="{2CDB9760-82FE-6C94-0110-4DB8241E83F2}"/>
              </a:ext>
            </a:extLst>
          </p:cNvPr>
          <p:cNvSpPr/>
          <p:nvPr/>
        </p:nvSpPr>
        <p:spPr>
          <a:xfrm>
            <a:off x="1403286" y="3987577"/>
            <a:ext cx="113594" cy="61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 name="Footer Placeholder 1">
            <a:extLst>
              <a:ext uri="{FF2B5EF4-FFF2-40B4-BE49-F238E27FC236}">
                <a16:creationId xmlns:a16="http://schemas.microsoft.com/office/drawing/2014/main" id="{F4908E62-128B-FAB7-F8A8-F8FA0B1A6BBC}"/>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68BBFBC9-0995-AD4C-8281-328C06F0C92A}"/>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1507889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553537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Lean Six Sigma addresses both tactical and strategic value drivers linked directly to shareholder value</a:t>
            </a:r>
          </a:p>
        </p:txBody>
      </p:sp>
      <p:sp>
        <p:nvSpPr>
          <p:cNvPr id="60" name="Text Box 3">
            <a:extLst>
              <a:ext uri="{FF2B5EF4-FFF2-40B4-BE49-F238E27FC236}">
                <a16:creationId xmlns:a16="http://schemas.microsoft.com/office/drawing/2014/main" id="{109983BD-4BF1-3E48-7413-94216CED4544}"/>
              </a:ext>
            </a:extLst>
          </p:cNvPr>
          <p:cNvSpPr txBox="1">
            <a:spLocks noChangeArrowheads="1"/>
          </p:cNvSpPr>
          <p:nvPr/>
        </p:nvSpPr>
        <p:spPr bwMode="auto">
          <a:xfrm>
            <a:off x="710529" y="3635732"/>
            <a:ext cx="3328696" cy="972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5888" indent="-115888" algn="l">
              <a:spcBef>
                <a:spcPct val="0"/>
              </a:spcBef>
              <a:defRPr sz="2400">
                <a:solidFill>
                  <a:schemeClr val="tx1"/>
                </a:solidFill>
                <a:latin typeface="Times New Roman" panose="02020603050405020304" pitchFamily="18" charset="0"/>
              </a:defRPr>
            </a:lvl1pPr>
            <a:lvl2pPr algn="l">
              <a:spcBef>
                <a:spcPct val="0"/>
              </a:spcBef>
              <a:defRPr sz="2400">
                <a:solidFill>
                  <a:schemeClr val="tx1"/>
                </a:solidFill>
                <a:latin typeface="Times New Roman" panose="02020603050405020304" pitchFamily="18" charset="0"/>
              </a:defRPr>
            </a:lvl2pPr>
            <a:lvl3pPr algn="l">
              <a:spcBef>
                <a:spcPct val="0"/>
              </a:spcBef>
              <a:defRPr sz="2400">
                <a:solidFill>
                  <a:schemeClr val="tx1"/>
                </a:solidFill>
                <a:latin typeface="Times New Roman" panose="02020603050405020304" pitchFamily="18" charset="0"/>
              </a:defRPr>
            </a:lvl3pPr>
            <a:lvl4pPr algn="l">
              <a:spcBef>
                <a:spcPct val="0"/>
              </a:spcBef>
              <a:defRPr sz="2400">
                <a:solidFill>
                  <a:schemeClr val="tx1"/>
                </a:solidFill>
                <a:latin typeface="Times New Roman" panose="02020603050405020304" pitchFamily="18" charset="0"/>
              </a:defRPr>
            </a:lvl4pPr>
            <a:lvl5pPr algn="l">
              <a:spcBef>
                <a:spcPct val="0"/>
              </a:spcBef>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marL="92075" indent="-92075" eaLnBrk="1" hangingPunct="1">
              <a:buFont typeface="Arial" panose="020B0604020202020204" pitchFamily="34" charset="0"/>
              <a:buChar char="•"/>
            </a:pPr>
            <a:r>
              <a:rPr lang="en-US" altLang="en-US" sz="1200" b="0" dirty="0">
                <a:latin typeface="Arial" panose="020B0604020202020204" pitchFamily="34" charset="0"/>
              </a:rPr>
              <a:t>On-time delivery</a:t>
            </a:r>
          </a:p>
          <a:p>
            <a:pPr marL="92075" indent="-92075" eaLnBrk="1" hangingPunct="1">
              <a:buFont typeface="Arial" panose="020B0604020202020204" pitchFamily="34" charset="0"/>
              <a:buChar char="•"/>
            </a:pPr>
            <a:r>
              <a:rPr lang="en-US" altLang="en-US" sz="1200" b="0" dirty="0">
                <a:latin typeface="Arial" panose="020B0604020202020204" pitchFamily="34" charset="0"/>
              </a:rPr>
              <a:t>Lead time/Cycle time reduction</a:t>
            </a:r>
          </a:p>
          <a:p>
            <a:pPr marL="92075" indent="-92075" eaLnBrk="1" hangingPunct="1">
              <a:buFont typeface="Arial" panose="020B0604020202020204" pitchFamily="34" charset="0"/>
              <a:buChar char="•"/>
            </a:pPr>
            <a:r>
              <a:rPr lang="en-US" altLang="en-US" sz="1200" b="0" dirty="0">
                <a:latin typeface="Arial" panose="020B0604020202020204" pitchFamily="34" charset="0"/>
              </a:rPr>
              <a:t>Improved product quality</a:t>
            </a:r>
            <a:endParaRPr lang="en-US" altLang="en-US" sz="1200" b="0" i="1" dirty="0">
              <a:latin typeface="Arial" panose="020B0604020202020204" pitchFamily="34" charset="0"/>
            </a:endParaRPr>
          </a:p>
          <a:p>
            <a:pPr marL="92075" indent="-92075" eaLnBrk="1" hangingPunct="1">
              <a:buFont typeface="Arial" panose="020B0604020202020204" pitchFamily="34" charset="0"/>
              <a:buChar char="•"/>
            </a:pPr>
            <a:r>
              <a:rPr lang="en-US" altLang="en-US" sz="1200" b="0" dirty="0">
                <a:latin typeface="Arial" panose="020B0604020202020204" pitchFamily="34" charset="0"/>
              </a:rPr>
              <a:t>Reduced time to market</a:t>
            </a:r>
          </a:p>
        </p:txBody>
      </p:sp>
      <p:sp>
        <p:nvSpPr>
          <p:cNvPr id="61" name="Text Box 4">
            <a:extLst>
              <a:ext uri="{FF2B5EF4-FFF2-40B4-BE49-F238E27FC236}">
                <a16:creationId xmlns:a16="http://schemas.microsoft.com/office/drawing/2014/main" id="{F641E3A5-BF96-4717-C17B-8EDD2F9CFA6E}"/>
              </a:ext>
            </a:extLst>
          </p:cNvPr>
          <p:cNvSpPr txBox="1">
            <a:spLocks noChangeArrowheads="1"/>
          </p:cNvSpPr>
          <p:nvPr/>
        </p:nvSpPr>
        <p:spPr bwMode="auto">
          <a:xfrm>
            <a:off x="4431650" y="3635732"/>
            <a:ext cx="332869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5888" indent="-115888" algn="l">
              <a:spcBef>
                <a:spcPct val="0"/>
              </a:spcBef>
              <a:defRPr sz="2400">
                <a:solidFill>
                  <a:schemeClr val="tx1"/>
                </a:solidFill>
                <a:latin typeface="Times New Roman" panose="02020603050405020304" pitchFamily="18" charset="0"/>
              </a:defRPr>
            </a:lvl1pPr>
            <a:lvl2pPr algn="l">
              <a:spcBef>
                <a:spcPct val="0"/>
              </a:spcBef>
              <a:defRPr sz="2400">
                <a:solidFill>
                  <a:schemeClr val="tx1"/>
                </a:solidFill>
                <a:latin typeface="Times New Roman" panose="02020603050405020304" pitchFamily="18" charset="0"/>
              </a:defRPr>
            </a:lvl2pPr>
            <a:lvl3pPr algn="l">
              <a:spcBef>
                <a:spcPct val="0"/>
              </a:spcBef>
              <a:defRPr sz="2400">
                <a:solidFill>
                  <a:schemeClr val="tx1"/>
                </a:solidFill>
                <a:latin typeface="Times New Roman" panose="02020603050405020304" pitchFamily="18" charset="0"/>
              </a:defRPr>
            </a:lvl3pPr>
            <a:lvl4pPr algn="l">
              <a:spcBef>
                <a:spcPct val="0"/>
              </a:spcBef>
              <a:defRPr sz="2400">
                <a:solidFill>
                  <a:schemeClr val="tx1"/>
                </a:solidFill>
                <a:latin typeface="Times New Roman" panose="02020603050405020304" pitchFamily="18" charset="0"/>
              </a:defRPr>
            </a:lvl4pPr>
            <a:lvl5pPr algn="l">
              <a:spcBef>
                <a:spcPct val="0"/>
              </a:spcBef>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marL="92075" indent="-92075">
              <a:buFont typeface="Arial" panose="020B0604020202020204" pitchFamily="34" charset="0"/>
              <a:buChar char="•"/>
            </a:pPr>
            <a:r>
              <a:rPr lang="en-US" altLang="en-US" sz="1200" dirty="0">
                <a:latin typeface="Arial" panose="020B0604020202020204" pitchFamily="34" charset="0"/>
              </a:rPr>
              <a:t>Reduced supply chain costs</a:t>
            </a:r>
          </a:p>
          <a:p>
            <a:pPr marL="92075" indent="-92075">
              <a:buFont typeface="Arial" panose="020B0604020202020204" pitchFamily="34" charset="0"/>
              <a:buChar char="•"/>
            </a:pPr>
            <a:r>
              <a:rPr lang="en-US" altLang="en-US" sz="1200" dirty="0">
                <a:latin typeface="Arial" panose="020B0604020202020204" pitchFamily="34" charset="0"/>
              </a:rPr>
              <a:t>Reduced factory operating expenses</a:t>
            </a:r>
          </a:p>
          <a:p>
            <a:pPr marL="92075" indent="-92075">
              <a:buFont typeface="Arial" panose="020B0604020202020204" pitchFamily="34" charset="0"/>
              <a:buChar char="•"/>
            </a:pPr>
            <a:r>
              <a:rPr lang="en-US" altLang="en-US" sz="1200" dirty="0">
                <a:latin typeface="Arial" panose="020B0604020202020204" pitchFamily="34" charset="0"/>
              </a:rPr>
              <a:t>Reduced SG&amp;A costs</a:t>
            </a:r>
          </a:p>
          <a:p>
            <a:pPr marL="92075" indent="-92075">
              <a:buFont typeface="Arial" panose="020B0604020202020204" pitchFamily="34" charset="0"/>
              <a:buChar char="•"/>
            </a:pPr>
            <a:r>
              <a:rPr lang="en-US" altLang="en-US" sz="1200" dirty="0">
                <a:latin typeface="Arial" panose="020B0604020202020204" pitchFamily="34" charset="0"/>
              </a:rPr>
              <a:t>Reduced quality costs</a:t>
            </a:r>
          </a:p>
          <a:p>
            <a:pPr marL="92075" indent="-92075">
              <a:buFont typeface="Arial" panose="020B0604020202020204" pitchFamily="34" charset="0"/>
              <a:buChar char="•"/>
            </a:pPr>
            <a:r>
              <a:rPr lang="en-US" altLang="en-US" sz="1200" dirty="0">
                <a:latin typeface="Arial" panose="020B0604020202020204" pitchFamily="34" charset="0"/>
              </a:rPr>
              <a:t>Reduced IT costs</a:t>
            </a:r>
            <a:endParaRPr lang="en-US" altLang="en-US" sz="1200" b="0" dirty="0">
              <a:latin typeface="Arial" panose="020B0604020202020204" pitchFamily="34" charset="0"/>
            </a:endParaRPr>
          </a:p>
        </p:txBody>
      </p:sp>
      <p:sp>
        <p:nvSpPr>
          <p:cNvPr id="62" name="Text Box 5">
            <a:extLst>
              <a:ext uri="{FF2B5EF4-FFF2-40B4-BE49-F238E27FC236}">
                <a16:creationId xmlns:a16="http://schemas.microsoft.com/office/drawing/2014/main" id="{60ADE658-C899-6587-512F-B26CE4753B6C}"/>
              </a:ext>
            </a:extLst>
          </p:cNvPr>
          <p:cNvSpPr txBox="1">
            <a:spLocks noChangeArrowheads="1"/>
          </p:cNvSpPr>
          <p:nvPr/>
        </p:nvSpPr>
        <p:spPr bwMode="auto">
          <a:xfrm>
            <a:off x="8152771" y="3635732"/>
            <a:ext cx="3328699" cy="1188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5888" indent="-115888" algn="l">
              <a:spcBef>
                <a:spcPct val="0"/>
              </a:spcBef>
              <a:defRPr sz="2400">
                <a:solidFill>
                  <a:schemeClr val="tx1"/>
                </a:solidFill>
                <a:latin typeface="Times New Roman" panose="02020603050405020304" pitchFamily="18" charset="0"/>
              </a:defRPr>
            </a:lvl1pPr>
            <a:lvl2pPr algn="l">
              <a:spcBef>
                <a:spcPct val="0"/>
              </a:spcBef>
              <a:defRPr sz="2400">
                <a:solidFill>
                  <a:schemeClr val="tx1"/>
                </a:solidFill>
                <a:latin typeface="Times New Roman" panose="02020603050405020304" pitchFamily="18" charset="0"/>
              </a:defRPr>
            </a:lvl2pPr>
            <a:lvl3pPr algn="l">
              <a:spcBef>
                <a:spcPct val="0"/>
              </a:spcBef>
              <a:defRPr sz="2400">
                <a:solidFill>
                  <a:schemeClr val="tx1"/>
                </a:solidFill>
                <a:latin typeface="Times New Roman" panose="02020603050405020304" pitchFamily="18" charset="0"/>
              </a:defRPr>
            </a:lvl3pPr>
            <a:lvl4pPr algn="l">
              <a:spcBef>
                <a:spcPct val="0"/>
              </a:spcBef>
              <a:defRPr sz="2400">
                <a:solidFill>
                  <a:schemeClr val="tx1"/>
                </a:solidFill>
                <a:latin typeface="Times New Roman" panose="02020603050405020304" pitchFamily="18" charset="0"/>
              </a:defRPr>
            </a:lvl4pPr>
            <a:lvl5pPr algn="l">
              <a:spcBef>
                <a:spcPct val="0"/>
              </a:spcBef>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marL="92075" indent="-92075">
              <a:buFont typeface="Arial" panose="020B0604020202020204" pitchFamily="34" charset="0"/>
              <a:buChar char="•"/>
            </a:pPr>
            <a:r>
              <a:rPr lang="en-US" altLang="en-US" sz="1200" dirty="0">
                <a:latin typeface="Arial" panose="020B0604020202020204" pitchFamily="34" charset="0"/>
              </a:rPr>
              <a:t>Inventory reduction</a:t>
            </a:r>
          </a:p>
          <a:p>
            <a:pPr marL="92075" indent="-92075">
              <a:buFont typeface="Arial" panose="020B0604020202020204" pitchFamily="34" charset="0"/>
              <a:buChar char="•"/>
            </a:pPr>
            <a:r>
              <a:rPr lang="en-US" altLang="en-US" sz="1200" dirty="0">
                <a:latin typeface="Arial" panose="020B0604020202020204" pitchFamily="34" charset="0"/>
              </a:rPr>
              <a:t>Improved labor productivity</a:t>
            </a:r>
          </a:p>
          <a:p>
            <a:pPr marL="92075" indent="-92075">
              <a:buFont typeface="Arial" panose="020B0604020202020204" pitchFamily="34" charset="0"/>
              <a:buChar char="•"/>
            </a:pPr>
            <a:r>
              <a:rPr lang="en-US" altLang="en-US" sz="1200" dirty="0">
                <a:latin typeface="Arial" panose="020B0604020202020204" pitchFamily="34" charset="0"/>
              </a:rPr>
              <a:t>Asset consolidation</a:t>
            </a:r>
          </a:p>
          <a:p>
            <a:pPr marL="92075" indent="-92075">
              <a:buFont typeface="Arial" panose="020B0604020202020204" pitchFamily="34" charset="0"/>
              <a:buChar char="•"/>
            </a:pPr>
            <a:r>
              <a:rPr lang="en-US" altLang="en-US" sz="1200" dirty="0">
                <a:latin typeface="Arial" panose="020B0604020202020204" pitchFamily="34" charset="0"/>
              </a:rPr>
              <a:t>Increased factory space</a:t>
            </a:r>
          </a:p>
          <a:p>
            <a:pPr marL="92075" indent="-92075">
              <a:buFont typeface="Arial" panose="020B0604020202020204" pitchFamily="34" charset="0"/>
              <a:buChar char="•"/>
            </a:pPr>
            <a:r>
              <a:rPr lang="en-US" altLang="en-US" sz="1200" dirty="0">
                <a:latin typeface="Arial" panose="020B0604020202020204" pitchFamily="34" charset="0"/>
              </a:rPr>
              <a:t>Greater return on IT investment</a:t>
            </a:r>
          </a:p>
        </p:txBody>
      </p:sp>
      <p:sp>
        <p:nvSpPr>
          <p:cNvPr id="63" name="Rectangle 6">
            <a:extLst>
              <a:ext uri="{FF2B5EF4-FFF2-40B4-BE49-F238E27FC236}">
                <a16:creationId xmlns:a16="http://schemas.microsoft.com/office/drawing/2014/main" id="{FB1A0B91-01F1-6E92-A66E-77A4707E7991}"/>
              </a:ext>
            </a:extLst>
          </p:cNvPr>
          <p:cNvSpPr>
            <a:spLocks noChangeArrowheads="1"/>
          </p:cNvSpPr>
          <p:nvPr/>
        </p:nvSpPr>
        <p:spPr bwMode="gray">
          <a:xfrm>
            <a:off x="4712403" y="2091690"/>
            <a:ext cx="2753635" cy="473803"/>
          </a:xfrm>
          <a:prstGeom prst="rect">
            <a:avLst/>
          </a:prstGeom>
          <a:solidFill>
            <a:schemeClr val="accent1"/>
          </a:solidFill>
          <a:ln w="9525">
            <a:solidFill>
              <a:schemeClr val="tx1"/>
            </a:solidFill>
            <a:miter lim="800000"/>
            <a:headEnd/>
            <a:tailEnd/>
          </a:ln>
          <a:effectLst/>
        </p:spPr>
        <p:txBody>
          <a:bodyPr wrap="none" anchor="ctr"/>
          <a:lstStyle/>
          <a:p>
            <a:pPr algn="ctr" eaLnBrk="1" hangingPunct="1">
              <a:spcBef>
                <a:spcPct val="0"/>
              </a:spcBef>
            </a:pPr>
            <a:r>
              <a:rPr lang="en-US" altLang="en-US" b="1" dirty="0">
                <a:solidFill>
                  <a:schemeClr val="bg1"/>
                </a:solidFill>
              </a:rPr>
              <a:t>Shareholder Value</a:t>
            </a:r>
          </a:p>
        </p:txBody>
      </p:sp>
      <p:sp>
        <p:nvSpPr>
          <p:cNvPr id="64" name="Rectangle 7">
            <a:extLst>
              <a:ext uri="{FF2B5EF4-FFF2-40B4-BE49-F238E27FC236}">
                <a16:creationId xmlns:a16="http://schemas.microsoft.com/office/drawing/2014/main" id="{B1AD6A7C-A4CE-596E-DA1D-6384A131448C}"/>
              </a:ext>
            </a:extLst>
          </p:cNvPr>
          <p:cNvSpPr>
            <a:spLocks noChangeArrowheads="1"/>
          </p:cNvSpPr>
          <p:nvPr/>
        </p:nvSpPr>
        <p:spPr bwMode="gray">
          <a:xfrm>
            <a:off x="710528" y="3115477"/>
            <a:ext cx="3328696" cy="520255"/>
          </a:xfrm>
          <a:prstGeom prst="rect">
            <a:avLst/>
          </a:prstGeom>
          <a:solidFill>
            <a:schemeClr val="accent2"/>
          </a:solidFill>
          <a:ln>
            <a:noFill/>
          </a:ln>
          <a:effectLst/>
        </p:spPr>
        <p:txBody>
          <a:bodyPr wrap="none" anchor="ctr"/>
          <a:lstStyle/>
          <a:p>
            <a:pPr algn="ctr">
              <a:spcBef>
                <a:spcPct val="0"/>
              </a:spcBef>
            </a:pPr>
            <a:r>
              <a:rPr lang="en-US" altLang="en-US" b="1" dirty="0">
                <a:solidFill>
                  <a:schemeClr val="bg1"/>
                </a:solidFill>
              </a:rPr>
              <a:t>Revenue Growth</a:t>
            </a:r>
          </a:p>
        </p:txBody>
      </p:sp>
      <p:sp>
        <p:nvSpPr>
          <p:cNvPr id="65" name="Rectangle 8">
            <a:extLst>
              <a:ext uri="{FF2B5EF4-FFF2-40B4-BE49-F238E27FC236}">
                <a16:creationId xmlns:a16="http://schemas.microsoft.com/office/drawing/2014/main" id="{431B2E1E-920C-D61F-5FBA-E0DF626A2A8E}"/>
              </a:ext>
            </a:extLst>
          </p:cNvPr>
          <p:cNvSpPr>
            <a:spLocks noChangeArrowheads="1"/>
          </p:cNvSpPr>
          <p:nvPr/>
        </p:nvSpPr>
        <p:spPr bwMode="gray">
          <a:xfrm>
            <a:off x="4431652" y="3115477"/>
            <a:ext cx="3328696" cy="520255"/>
          </a:xfrm>
          <a:prstGeom prst="rect">
            <a:avLst/>
          </a:prstGeom>
          <a:solidFill>
            <a:schemeClr val="accent2"/>
          </a:solidFill>
          <a:ln>
            <a:noFill/>
          </a:ln>
          <a:effectLst/>
        </p:spPr>
        <p:txBody>
          <a:bodyPr wrap="none" anchor="ctr"/>
          <a:lstStyle/>
          <a:p>
            <a:pPr algn="ctr">
              <a:lnSpc>
                <a:spcPct val="90000"/>
              </a:lnSpc>
              <a:spcBef>
                <a:spcPct val="0"/>
              </a:spcBef>
            </a:pPr>
            <a:r>
              <a:rPr lang="en-US" altLang="en-US" b="1" dirty="0">
                <a:solidFill>
                  <a:schemeClr val="bg1"/>
                </a:solidFill>
              </a:rPr>
              <a:t>Operating Margin</a:t>
            </a:r>
          </a:p>
        </p:txBody>
      </p:sp>
      <p:sp>
        <p:nvSpPr>
          <p:cNvPr id="66" name="Rectangle 9">
            <a:extLst>
              <a:ext uri="{FF2B5EF4-FFF2-40B4-BE49-F238E27FC236}">
                <a16:creationId xmlns:a16="http://schemas.microsoft.com/office/drawing/2014/main" id="{D54CE83C-D206-1B30-6EDE-E22DDB48BC59}"/>
              </a:ext>
            </a:extLst>
          </p:cNvPr>
          <p:cNvSpPr>
            <a:spLocks noChangeArrowheads="1"/>
          </p:cNvSpPr>
          <p:nvPr/>
        </p:nvSpPr>
        <p:spPr bwMode="gray">
          <a:xfrm>
            <a:off x="8152775" y="3115477"/>
            <a:ext cx="3328696" cy="520255"/>
          </a:xfrm>
          <a:prstGeom prst="rect">
            <a:avLst/>
          </a:prstGeom>
          <a:solidFill>
            <a:schemeClr val="accent2"/>
          </a:solidFill>
          <a:ln>
            <a:noFill/>
          </a:ln>
          <a:effectLst/>
        </p:spPr>
        <p:txBody>
          <a:bodyPr wrap="none" anchor="ctr"/>
          <a:lstStyle/>
          <a:p>
            <a:pPr algn="ctr">
              <a:spcBef>
                <a:spcPct val="0"/>
              </a:spcBef>
            </a:pPr>
            <a:r>
              <a:rPr lang="en-US" altLang="en-US" b="1" dirty="0">
                <a:solidFill>
                  <a:schemeClr val="bg1"/>
                </a:solidFill>
              </a:rPr>
              <a:t>Asset Efficiency</a:t>
            </a:r>
          </a:p>
        </p:txBody>
      </p:sp>
      <p:cxnSp>
        <p:nvCxnSpPr>
          <p:cNvPr id="67" name="AutoShape 10">
            <a:extLst>
              <a:ext uri="{FF2B5EF4-FFF2-40B4-BE49-F238E27FC236}">
                <a16:creationId xmlns:a16="http://schemas.microsoft.com/office/drawing/2014/main" id="{23AAAEE5-9DD4-B497-2379-A2AC0A97EB8F}"/>
              </a:ext>
            </a:extLst>
          </p:cNvPr>
          <p:cNvCxnSpPr>
            <a:cxnSpLocks noChangeShapeType="1"/>
            <a:stCxn id="63" idx="2"/>
          </p:cNvCxnSpPr>
          <p:nvPr/>
        </p:nvCxnSpPr>
        <p:spPr bwMode="auto">
          <a:xfrm rot="16200000" flipH="1">
            <a:off x="6090151" y="2564564"/>
            <a:ext cx="1859" cy="3716"/>
          </a:xfrm>
          <a:prstGeom prst="bentConnector3">
            <a:avLst>
              <a:gd name="adj1" fmla="val 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AutoShape 11">
            <a:extLst>
              <a:ext uri="{FF2B5EF4-FFF2-40B4-BE49-F238E27FC236}">
                <a16:creationId xmlns:a16="http://schemas.microsoft.com/office/drawing/2014/main" id="{587EC518-FEC2-B357-774D-DE47320DD574}"/>
              </a:ext>
            </a:extLst>
          </p:cNvPr>
          <p:cNvCxnSpPr>
            <a:cxnSpLocks noChangeShapeType="1"/>
            <a:stCxn id="64" idx="0"/>
            <a:endCxn id="63" idx="2"/>
          </p:cNvCxnSpPr>
          <p:nvPr/>
        </p:nvCxnSpPr>
        <p:spPr bwMode="auto">
          <a:xfrm rot="5400000" flipH="1" flipV="1">
            <a:off x="3957056" y="983313"/>
            <a:ext cx="549984" cy="3714346"/>
          </a:xfrm>
          <a:prstGeom prst="bentConnector3">
            <a:avLst>
              <a:gd name="adj1" fmla="val 50000"/>
            </a:avLst>
          </a:prstGeom>
          <a:noFill/>
          <a:ln w="63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AutoShape 12">
            <a:extLst>
              <a:ext uri="{FF2B5EF4-FFF2-40B4-BE49-F238E27FC236}">
                <a16:creationId xmlns:a16="http://schemas.microsoft.com/office/drawing/2014/main" id="{A0C1551D-88C7-86C8-07CB-582C5FD8885D}"/>
              </a:ext>
            </a:extLst>
          </p:cNvPr>
          <p:cNvCxnSpPr>
            <a:cxnSpLocks noChangeShapeType="1"/>
            <a:stCxn id="65" idx="0"/>
            <a:endCxn id="63" idx="2"/>
          </p:cNvCxnSpPr>
          <p:nvPr/>
        </p:nvCxnSpPr>
        <p:spPr bwMode="auto">
          <a:xfrm rot="16200000" flipV="1">
            <a:off x="5817619" y="2837095"/>
            <a:ext cx="549984" cy="6778"/>
          </a:xfrm>
          <a:prstGeom prst="bentConnector3">
            <a:avLst>
              <a:gd name="adj1" fmla="val 50000"/>
            </a:avLst>
          </a:prstGeom>
          <a:noFill/>
          <a:ln w="63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AutoShape 13">
            <a:extLst>
              <a:ext uri="{FF2B5EF4-FFF2-40B4-BE49-F238E27FC236}">
                <a16:creationId xmlns:a16="http://schemas.microsoft.com/office/drawing/2014/main" id="{0A559D73-3CBE-091F-9F5A-A1FB1C25A915}"/>
              </a:ext>
            </a:extLst>
          </p:cNvPr>
          <p:cNvCxnSpPr>
            <a:cxnSpLocks noChangeShapeType="1"/>
            <a:stCxn id="66" idx="0"/>
            <a:endCxn id="63" idx="2"/>
          </p:cNvCxnSpPr>
          <p:nvPr/>
        </p:nvCxnSpPr>
        <p:spPr bwMode="auto">
          <a:xfrm rot="16200000" flipV="1">
            <a:off x="7678181" y="976534"/>
            <a:ext cx="549984" cy="3727902"/>
          </a:xfrm>
          <a:prstGeom prst="bentConnector3">
            <a:avLst>
              <a:gd name="adj1" fmla="val 50000"/>
            </a:avLst>
          </a:prstGeom>
          <a:noFill/>
          <a:ln w="63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Footer Placeholder 1">
            <a:extLst>
              <a:ext uri="{FF2B5EF4-FFF2-40B4-BE49-F238E27FC236}">
                <a16:creationId xmlns:a16="http://schemas.microsoft.com/office/drawing/2014/main" id="{37DE9D30-7E8E-1499-A90C-180DB3C8E3A5}"/>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EE4C25B0-2301-6A9E-2D29-E432AA9EDF3B}"/>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1557538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768124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solidFill>
                  <a:schemeClr val="accent2"/>
                </a:solidFill>
              </a:rPr>
              <a:t>Lean Six Sigma benefit #1: </a:t>
            </a:r>
            <a:r>
              <a:rPr lang="en-US" sz="2400" kern="0" dirty="0"/>
              <a:t>Lean Six Sigma increases asset efficiency</a:t>
            </a:r>
          </a:p>
        </p:txBody>
      </p:sp>
      <p:sp>
        <p:nvSpPr>
          <p:cNvPr id="2" name="Rectangle 1">
            <a:extLst>
              <a:ext uri="{FF2B5EF4-FFF2-40B4-BE49-F238E27FC236}">
                <a16:creationId xmlns:a16="http://schemas.microsoft.com/office/drawing/2014/main" id="{23713A44-B651-D24C-5274-F367806A6883}"/>
              </a:ext>
            </a:extLst>
          </p:cNvPr>
          <p:cNvSpPr/>
          <p:nvPr/>
        </p:nvSpPr>
        <p:spPr>
          <a:xfrm>
            <a:off x="620279" y="2703250"/>
            <a:ext cx="4995352" cy="2966264"/>
          </a:xfrm>
          <a:prstGeom prst="rect">
            <a:avLst/>
          </a:prstGeom>
          <a:noFill/>
          <a:ln w="6350">
            <a:solidFill>
              <a:schemeClr val="accent5"/>
            </a:solidFill>
          </a:ln>
          <a:effectLst/>
          <a:scene3d>
            <a:camera prst="orthographicFront"/>
            <a:lightRig rig="balanced" dir="t"/>
          </a:scene3d>
          <a:sp3d extrusionH="317500" prstMaterial="matte"/>
        </p:spPr>
        <p:style>
          <a:lnRef idx="2">
            <a:schemeClr val="accent1">
              <a:shade val="50000"/>
            </a:schemeClr>
          </a:lnRef>
          <a:fillRef idx="1">
            <a:schemeClr val="accent1"/>
          </a:fillRef>
          <a:effectRef idx="0">
            <a:schemeClr val="accent1"/>
          </a:effectRef>
          <a:fontRef idx="minor">
            <a:schemeClr val="lt1"/>
          </a:fontRef>
        </p:style>
        <p:txBody>
          <a:bodyPr tIns="182880" anchor="t"/>
          <a:lstStyle/>
          <a:p>
            <a:pPr algn="ctr" fontAlgn="auto">
              <a:spcBef>
                <a:spcPts val="0"/>
              </a:spcBef>
              <a:spcAft>
                <a:spcPts val="0"/>
              </a:spcAft>
              <a:defRPr/>
            </a:pPr>
            <a:r>
              <a:rPr lang="en-US" sz="1600" dirty="0">
                <a:solidFill>
                  <a:schemeClr val="tx1"/>
                </a:solidFill>
              </a:rPr>
              <a:t>One employee was able to process 2 home loans </a:t>
            </a:r>
            <a:br>
              <a:rPr lang="en-US" sz="1600" dirty="0">
                <a:solidFill>
                  <a:schemeClr val="tx1"/>
                </a:solidFill>
              </a:rPr>
            </a:br>
            <a:r>
              <a:rPr lang="en-US" sz="1600" dirty="0">
                <a:solidFill>
                  <a:schemeClr val="tx1"/>
                </a:solidFill>
              </a:rPr>
              <a:t>a day</a:t>
            </a:r>
            <a:endParaRPr lang="en-US" sz="1600" b="1" dirty="0">
              <a:solidFill>
                <a:schemeClr val="tx1"/>
              </a:solidFill>
              <a:latin typeface="+mj-lt"/>
            </a:endParaRPr>
          </a:p>
        </p:txBody>
      </p:sp>
      <p:sp>
        <p:nvSpPr>
          <p:cNvPr id="4" name="Rectangle 3">
            <a:extLst>
              <a:ext uri="{FF2B5EF4-FFF2-40B4-BE49-F238E27FC236}">
                <a16:creationId xmlns:a16="http://schemas.microsoft.com/office/drawing/2014/main" id="{BDA88134-742E-09A9-DAD6-3608CFD9F2C9}"/>
              </a:ext>
            </a:extLst>
          </p:cNvPr>
          <p:cNvSpPr/>
          <p:nvPr/>
        </p:nvSpPr>
        <p:spPr>
          <a:xfrm>
            <a:off x="6591811" y="2703250"/>
            <a:ext cx="4995352" cy="2966264"/>
          </a:xfrm>
          <a:prstGeom prst="rect">
            <a:avLst/>
          </a:prstGeom>
          <a:noFill/>
          <a:ln w="6350">
            <a:solidFill>
              <a:schemeClr val="accent3"/>
            </a:solidFill>
          </a:ln>
          <a:effectLst/>
          <a:scene3d>
            <a:camera prst="orthographicFront"/>
            <a:lightRig rig="balanced" dir="t"/>
          </a:scene3d>
          <a:sp3d extrusionH="317500" prstMaterial="matte"/>
        </p:spPr>
        <p:style>
          <a:lnRef idx="2">
            <a:schemeClr val="accent1">
              <a:shade val="50000"/>
            </a:schemeClr>
          </a:lnRef>
          <a:fillRef idx="1">
            <a:schemeClr val="accent1"/>
          </a:fillRef>
          <a:effectRef idx="0">
            <a:schemeClr val="accent1"/>
          </a:effectRef>
          <a:fontRef idx="minor">
            <a:schemeClr val="lt1"/>
          </a:fontRef>
        </p:style>
        <p:txBody>
          <a:bodyPr tIns="182880" anchor="t"/>
          <a:lstStyle/>
          <a:p>
            <a:pPr algn="ctr" fontAlgn="auto">
              <a:spcBef>
                <a:spcPts val="0"/>
              </a:spcBef>
              <a:spcAft>
                <a:spcPts val="0"/>
              </a:spcAft>
              <a:defRPr/>
            </a:pPr>
            <a:r>
              <a:rPr lang="en-US" sz="1600" dirty="0">
                <a:solidFill>
                  <a:schemeClr val="tx1"/>
                </a:solidFill>
              </a:rPr>
              <a:t>One employee was able to process 4 home loans </a:t>
            </a:r>
            <a:br>
              <a:rPr lang="en-US" sz="1600" dirty="0">
                <a:solidFill>
                  <a:schemeClr val="tx1"/>
                </a:solidFill>
              </a:rPr>
            </a:br>
            <a:r>
              <a:rPr lang="en-US" sz="1600" dirty="0">
                <a:solidFill>
                  <a:schemeClr val="tx1"/>
                </a:solidFill>
              </a:rPr>
              <a:t>a day</a:t>
            </a:r>
          </a:p>
        </p:txBody>
      </p:sp>
      <p:sp>
        <p:nvSpPr>
          <p:cNvPr id="5" name="Striped Right Arrow 16">
            <a:extLst>
              <a:ext uri="{FF2B5EF4-FFF2-40B4-BE49-F238E27FC236}">
                <a16:creationId xmlns:a16="http://schemas.microsoft.com/office/drawing/2014/main" id="{1D8E0F67-2776-2B7B-AC8D-873A4AFE851E}"/>
              </a:ext>
            </a:extLst>
          </p:cNvPr>
          <p:cNvSpPr/>
          <p:nvPr/>
        </p:nvSpPr>
        <p:spPr bwMode="auto">
          <a:xfrm>
            <a:off x="5939627" y="3921014"/>
            <a:ext cx="328188" cy="530736"/>
          </a:xfrm>
          <a:prstGeom prst="chevron">
            <a:avLst/>
          </a:prstGeom>
          <a:solidFill>
            <a:schemeClr val="tx1"/>
          </a:solidFill>
          <a:ln>
            <a:noFill/>
          </a:ln>
        </p:spPr>
        <p:txBody>
          <a:bodyPr wrap="square" lIns="91428" tIns="45715" rIns="91428" bIns="45715" rtlCol="0" anchor="ctr">
            <a:noAutofit/>
          </a:bodyPr>
          <a:lstStyle/>
          <a:p>
            <a:pPr marL="182553" indent="-182553" algn="just" defTabSz="623853" fontAlgn="base">
              <a:lnSpc>
                <a:spcPts val="1100"/>
              </a:lnSpc>
              <a:spcBef>
                <a:spcPct val="0"/>
              </a:spcBef>
              <a:spcAft>
                <a:spcPct val="0"/>
              </a:spcAft>
              <a:buClr>
                <a:srgbClr val="000000"/>
              </a:buClr>
              <a:buFont typeface="Wingdings 3" pitchFamily="18" charset="2"/>
              <a:buChar char="}"/>
            </a:pPr>
            <a:endParaRPr lang="en-US" sz="1200" dirty="0">
              <a:solidFill>
                <a:srgbClr val="0C2870"/>
              </a:solidFill>
              <a:cs typeface="Times New Roman" pitchFamily="18" charset="0"/>
            </a:endParaRPr>
          </a:p>
        </p:txBody>
      </p:sp>
      <p:sp>
        <p:nvSpPr>
          <p:cNvPr id="6" name="TextBox 5">
            <a:extLst>
              <a:ext uri="{FF2B5EF4-FFF2-40B4-BE49-F238E27FC236}">
                <a16:creationId xmlns:a16="http://schemas.microsoft.com/office/drawing/2014/main" id="{345EDED1-1807-D7BC-CA83-89B86FFDDA5D}"/>
              </a:ext>
            </a:extLst>
          </p:cNvPr>
          <p:cNvSpPr txBox="1"/>
          <p:nvPr/>
        </p:nvSpPr>
        <p:spPr>
          <a:xfrm>
            <a:off x="1506511" y="1994827"/>
            <a:ext cx="3222889" cy="646331"/>
          </a:xfrm>
          <a:prstGeom prst="rect">
            <a:avLst/>
          </a:prstGeom>
          <a:noFill/>
        </p:spPr>
        <p:txBody>
          <a:bodyPr wrap="square" rtlCol="0">
            <a:spAutoFit/>
          </a:bodyPr>
          <a:lstStyle/>
          <a:p>
            <a:pPr algn="ctr"/>
            <a:r>
              <a:rPr lang="en-US" b="1" dirty="0"/>
              <a:t>Before </a:t>
            </a:r>
          </a:p>
          <a:p>
            <a:pPr algn="ctr"/>
            <a:r>
              <a:rPr lang="en-US" dirty="0"/>
              <a:t>implementing Lean Six Sigma</a:t>
            </a:r>
          </a:p>
        </p:txBody>
      </p:sp>
      <p:sp>
        <p:nvSpPr>
          <p:cNvPr id="15" name="TextBox 14">
            <a:extLst>
              <a:ext uri="{FF2B5EF4-FFF2-40B4-BE49-F238E27FC236}">
                <a16:creationId xmlns:a16="http://schemas.microsoft.com/office/drawing/2014/main" id="{9F3FBA0F-723F-C325-C712-1DD224F81861}"/>
              </a:ext>
            </a:extLst>
          </p:cNvPr>
          <p:cNvSpPr txBox="1"/>
          <p:nvPr/>
        </p:nvSpPr>
        <p:spPr>
          <a:xfrm>
            <a:off x="7478043" y="1994827"/>
            <a:ext cx="3222889" cy="646331"/>
          </a:xfrm>
          <a:prstGeom prst="rect">
            <a:avLst/>
          </a:prstGeom>
          <a:noFill/>
        </p:spPr>
        <p:txBody>
          <a:bodyPr wrap="square" rtlCol="0">
            <a:spAutoFit/>
          </a:bodyPr>
          <a:lstStyle/>
          <a:p>
            <a:pPr algn="ctr"/>
            <a:r>
              <a:rPr lang="en-US" b="1" dirty="0"/>
              <a:t>After </a:t>
            </a:r>
          </a:p>
          <a:p>
            <a:pPr algn="ctr"/>
            <a:r>
              <a:rPr lang="en-US" dirty="0"/>
              <a:t>implementing Lean Six Sigma</a:t>
            </a:r>
          </a:p>
        </p:txBody>
      </p:sp>
      <p:sp>
        <p:nvSpPr>
          <p:cNvPr id="17" name="TextBox 16">
            <a:extLst>
              <a:ext uri="{FF2B5EF4-FFF2-40B4-BE49-F238E27FC236}">
                <a16:creationId xmlns:a16="http://schemas.microsoft.com/office/drawing/2014/main" id="{2514258C-8953-DFA4-D041-3D9729345FA4}"/>
              </a:ext>
            </a:extLst>
          </p:cNvPr>
          <p:cNvSpPr txBox="1"/>
          <p:nvPr/>
        </p:nvSpPr>
        <p:spPr>
          <a:xfrm>
            <a:off x="514115" y="6234476"/>
            <a:ext cx="9795745" cy="276999"/>
          </a:xfrm>
          <a:prstGeom prst="rect">
            <a:avLst/>
          </a:prstGeom>
          <a:noFill/>
        </p:spPr>
        <p:txBody>
          <a:bodyPr wrap="square" rtlCol="0">
            <a:spAutoFit/>
          </a:bodyPr>
          <a:lstStyle/>
          <a:p>
            <a:r>
              <a:rPr lang="en-US" sz="1200" b="1" dirty="0">
                <a:solidFill>
                  <a:schemeClr val="tx2"/>
                </a:solidFill>
              </a:rPr>
              <a:t>Other examples: </a:t>
            </a:r>
            <a:r>
              <a:rPr lang="en-US" sz="1200" dirty="0">
                <a:solidFill>
                  <a:schemeClr val="tx2"/>
                </a:solidFill>
              </a:rPr>
              <a:t>Implementing Lean Six Sigma can also help decrease your stock and optimize your working space </a:t>
            </a:r>
          </a:p>
        </p:txBody>
      </p:sp>
      <p:sp>
        <p:nvSpPr>
          <p:cNvPr id="19" name="Oval 56">
            <a:extLst>
              <a:ext uri="{FF2B5EF4-FFF2-40B4-BE49-F238E27FC236}">
                <a16:creationId xmlns:a16="http://schemas.microsoft.com/office/drawing/2014/main" id="{1F832D59-84B9-4E1C-F932-F0B4D6E4B7C9}"/>
              </a:ext>
            </a:extLst>
          </p:cNvPr>
          <p:cNvSpPr>
            <a:spLocks noChangeAspect="1"/>
          </p:cNvSpPr>
          <p:nvPr/>
        </p:nvSpPr>
        <p:spPr>
          <a:xfrm>
            <a:off x="1699305" y="3920615"/>
            <a:ext cx="452125" cy="1062270"/>
          </a:xfrm>
          <a:custGeom>
            <a:avLst/>
            <a:gdLst/>
            <a:ahLst/>
            <a:cxnLst/>
            <a:rect l="l" t="t" r="r" b="b"/>
            <a:pathLst>
              <a:path w="267652" h="628851">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 Box 4">
            <a:extLst>
              <a:ext uri="{FF2B5EF4-FFF2-40B4-BE49-F238E27FC236}">
                <a16:creationId xmlns:a16="http://schemas.microsoft.com/office/drawing/2014/main" id="{DB8A7965-C37C-12C8-4DD7-0013797BF76F}"/>
              </a:ext>
            </a:extLst>
          </p:cNvPr>
          <p:cNvSpPr txBox="1">
            <a:spLocks noChangeArrowheads="1"/>
          </p:cNvSpPr>
          <p:nvPr/>
        </p:nvSpPr>
        <p:spPr bwMode="auto">
          <a:xfrm>
            <a:off x="2288098" y="4068256"/>
            <a:ext cx="585133" cy="766987"/>
          </a:xfrm>
          <a:prstGeom prst="rect">
            <a:avLst/>
          </a:prstGeom>
          <a:noFill/>
          <a:ln w="6350">
            <a:noFill/>
            <a:miter lim="800000"/>
            <a:headEnd/>
            <a:tailEnd/>
          </a:ln>
        </p:spPr>
        <p:txBody>
          <a:bodyPr wrap="none" lIns="45720" rIns="45720" anchorCtr="1">
            <a:spAutoFit/>
          </a:bodyPr>
          <a:lstStyle/>
          <a:p>
            <a:pPr eaLnBrk="0" hangingPunct="0">
              <a:spcBef>
                <a:spcPct val="50000"/>
              </a:spcBef>
            </a:pPr>
            <a:r>
              <a:rPr lang="en-US" sz="3600" b="1" dirty="0">
                <a:solidFill>
                  <a:schemeClr val="tx2"/>
                </a:solidFill>
                <a:latin typeface="Verdana" pitchFamily="34" charset="0"/>
              </a:rPr>
              <a:t>=</a:t>
            </a:r>
          </a:p>
        </p:txBody>
      </p:sp>
      <p:grpSp>
        <p:nvGrpSpPr>
          <p:cNvPr id="21" name="Group 20">
            <a:extLst>
              <a:ext uri="{FF2B5EF4-FFF2-40B4-BE49-F238E27FC236}">
                <a16:creationId xmlns:a16="http://schemas.microsoft.com/office/drawing/2014/main" id="{8CE8B24F-411E-D749-E830-327AFF39B5C1}"/>
              </a:ext>
            </a:extLst>
          </p:cNvPr>
          <p:cNvGrpSpPr/>
          <p:nvPr/>
        </p:nvGrpSpPr>
        <p:grpSpPr>
          <a:xfrm>
            <a:off x="2994117" y="4076747"/>
            <a:ext cx="697341" cy="613759"/>
            <a:chOff x="2145621" y="4038600"/>
            <a:chExt cx="1263333" cy="1111912"/>
          </a:xfrm>
        </p:grpSpPr>
        <p:grpSp>
          <p:nvGrpSpPr>
            <p:cNvPr id="22" name="Group 21">
              <a:extLst>
                <a:ext uri="{FF2B5EF4-FFF2-40B4-BE49-F238E27FC236}">
                  <a16:creationId xmlns:a16="http://schemas.microsoft.com/office/drawing/2014/main" id="{E303FC8B-537E-D1E6-9980-2827AB8F3596}"/>
                </a:ext>
              </a:extLst>
            </p:cNvPr>
            <p:cNvGrpSpPr/>
            <p:nvPr/>
          </p:nvGrpSpPr>
          <p:grpSpPr>
            <a:xfrm>
              <a:off x="2145621" y="4038600"/>
              <a:ext cx="1263333" cy="1111912"/>
              <a:chOff x="454179" y="2390450"/>
              <a:chExt cx="1062037" cy="955224"/>
            </a:xfrm>
          </p:grpSpPr>
          <p:sp>
            <p:nvSpPr>
              <p:cNvPr id="24" name="Flowchart: Process 5">
                <a:extLst>
                  <a:ext uri="{FF2B5EF4-FFF2-40B4-BE49-F238E27FC236}">
                    <a16:creationId xmlns:a16="http://schemas.microsoft.com/office/drawing/2014/main" id="{0D83FE24-21F3-7ACF-9F14-94D729DAEADD}"/>
                  </a:ext>
                </a:extLst>
              </p:cNvPr>
              <p:cNvSpPr/>
              <p:nvPr/>
            </p:nvSpPr>
            <p:spPr>
              <a:xfrm>
                <a:off x="587360" y="2507650"/>
                <a:ext cx="773146" cy="838024"/>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0 h 10983"/>
                  <a:gd name="connsiteX1" fmla="*/ 10000 w 10000"/>
                  <a:gd name="connsiteY1" fmla="*/ 983 h 10983"/>
                  <a:gd name="connsiteX2" fmla="*/ 10000 w 10000"/>
                  <a:gd name="connsiteY2" fmla="*/ 10983 h 10983"/>
                  <a:gd name="connsiteX3" fmla="*/ 0 w 10000"/>
                  <a:gd name="connsiteY3" fmla="*/ 10983 h 10983"/>
                  <a:gd name="connsiteX4" fmla="*/ 0 w 10000"/>
                  <a:gd name="connsiteY4" fmla="*/ 0 h 10983"/>
                  <a:gd name="connsiteX0" fmla="*/ 200 w 10200"/>
                  <a:gd name="connsiteY0" fmla="*/ 0 h 11099"/>
                  <a:gd name="connsiteX1" fmla="*/ 10200 w 10200"/>
                  <a:gd name="connsiteY1" fmla="*/ 983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10167 w 10200"/>
                  <a:gd name="connsiteY1" fmla="*/ 694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10067 w 10200"/>
                  <a:gd name="connsiteY1" fmla="*/ 289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5267 w 10200"/>
                  <a:gd name="connsiteY1" fmla="*/ 116 h 11099"/>
                  <a:gd name="connsiteX2" fmla="*/ 10067 w 10200"/>
                  <a:gd name="connsiteY2" fmla="*/ 289 h 11099"/>
                  <a:gd name="connsiteX3" fmla="*/ 10200 w 10200"/>
                  <a:gd name="connsiteY3" fmla="*/ 10983 h 11099"/>
                  <a:gd name="connsiteX4" fmla="*/ 0 w 10200"/>
                  <a:gd name="connsiteY4" fmla="*/ 11099 h 11099"/>
                  <a:gd name="connsiteX5" fmla="*/ 200 w 10200"/>
                  <a:gd name="connsiteY5" fmla="*/ 0 h 11099"/>
                  <a:gd name="connsiteX0" fmla="*/ 200 w 10200"/>
                  <a:gd name="connsiteY0" fmla="*/ 7687 h 18786"/>
                  <a:gd name="connsiteX1" fmla="*/ 5167 w 10200"/>
                  <a:gd name="connsiteY1" fmla="*/ 0 h 18786"/>
                  <a:gd name="connsiteX2" fmla="*/ 10067 w 10200"/>
                  <a:gd name="connsiteY2" fmla="*/ 7976 h 18786"/>
                  <a:gd name="connsiteX3" fmla="*/ 10200 w 10200"/>
                  <a:gd name="connsiteY3" fmla="*/ 18670 h 18786"/>
                  <a:gd name="connsiteX4" fmla="*/ 0 w 10200"/>
                  <a:gd name="connsiteY4" fmla="*/ 18786 h 18786"/>
                  <a:gd name="connsiteX5" fmla="*/ 200 w 10200"/>
                  <a:gd name="connsiteY5" fmla="*/ 7687 h 1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0" h="18786">
                    <a:moveTo>
                      <a:pt x="200" y="7687"/>
                    </a:moveTo>
                    <a:lnTo>
                      <a:pt x="5167" y="0"/>
                    </a:lnTo>
                    <a:lnTo>
                      <a:pt x="10067" y="7976"/>
                    </a:lnTo>
                    <a:cubicBezTo>
                      <a:pt x="10078" y="11406"/>
                      <a:pt x="10189" y="15240"/>
                      <a:pt x="10200" y="18670"/>
                    </a:cubicBezTo>
                    <a:lnTo>
                      <a:pt x="0" y="18786"/>
                    </a:lnTo>
                    <a:cubicBezTo>
                      <a:pt x="67" y="15086"/>
                      <a:pt x="133" y="11387"/>
                      <a:pt x="200" y="7687"/>
                    </a:cubicBezTo>
                    <a:close/>
                  </a:path>
                </a:pathLst>
              </a:cu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3B776E6A-027D-A5B3-B273-14439A97587B}"/>
                  </a:ext>
                </a:extLst>
              </p:cNvPr>
              <p:cNvSpPr/>
              <p:nvPr/>
            </p:nvSpPr>
            <p:spPr>
              <a:xfrm>
                <a:off x="700307" y="2903057"/>
                <a:ext cx="263398" cy="43752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3">
                <a:extLst>
                  <a:ext uri="{FF2B5EF4-FFF2-40B4-BE49-F238E27FC236}">
                    <a16:creationId xmlns:a16="http://schemas.microsoft.com/office/drawing/2014/main" id="{99E98774-0A62-19C7-6512-ABE35D3DE17F}"/>
                  </a:ext>
                </a:extLst>
              </p:cNvPr>
              <p:cNvSpPr/>
              <p:nvPr/>
            </p:nvSpPr>
            <p:spPr>
              <a:xfrm>
                <a:off x="454179" y="2390450"/>
                <a:ext cx="1062037" cy="571826"/>
              </a:xfrm>
              <a:custGeom>
                <a:avLst/>
                <a:gdLst>
                  <a:gd name="connsiteX0" fmla="*/ 0 w 666750"/>
                  <a:gd name="connsiteY0" fmla="*/ 0 h 595312"/>
                  <a:gd name="connsiteX1" fmla="*/ 666750 w 666750"/>
                  <a:gd name="connsiteY1" fmla="*/ 0 h 595312"/>
                  <a:gd name="connsiteX2" fmla="*/ 666750 w 666750"/>
                  <a:gd name="connsiteY2" fmla="*/ 595312 h 595312"/>
                  <a:gd name="connsiteX3" fmla="*/ 0 w 666750"/>
                  <a:gd name="connsiteY3" fmla="*/ 595312 h 595312"/>
                  <a:gd name="connsiteX4" fmla="*/ 0 w 666750"/>
                  <a:gd name="connsiteY4" fmla="*/ 0 h 595312"/>
                  <a:gd name="connsiteX0" fmla="*/ 0 w 871537"/>
                  <a:gd name="connsiteY0" fmla="*/ 445294 h 595312"/>
                  <a:gd name="connsiteX1" fmla="*/ 871537 w 871537"/>
                  <a:gd name="connsiteY1" fmla="*/ 0 h 595312"/>
                  <a:gd name="connsiteX2" fmla="*/ 871537 w 871537"/>
                  <a:gd name="connsiteY2" fmla="*/ 595312 h 595312"/>
                  <a:gd name="connsiteX3" fmla="*/ 204787 w 871537"/>
                  <a:gd name="connsiteY3" fmla="*/ 595312 h 595312"/>
                  <a:gd name="connsiteX4" fmla="*/ 0 w 871537"/>
                  <a:gd name="connsiteY4" fmla="*/ 445294 h 595312"/>
                  <a:gd name="connsiteX0" fmla="*/ 0 w 871537"/>
                  <a:gd name="connsiteY0" fmla="*/ 445294 h 595312"/>
                  <a:gd name="connsiteX1" fmla="*/ 521494 w 871537"/>
                  <a:gd name="connsiteY1" fmla="*/ 176213 h 595312"/>
                  <a:gd name="connsiteX2" fmla="*/ 871537 w 871537"/>
                  <a:gd name="connsiteY2" fmla="*/ 0 h 595312"/>
                  <a:gd name="connsiteX3" fmla="*/ 871537 w 871537"/>
                  <a:gd name="connsiteY3" fmla="*/ 595312 h 595312"/>
                  <a:gd name="connsiteX4" fmla="*/ 204787 w 871537"/>
                  <a:gd name="connsiteY4" fmla="*/ 595312 h 595312"/>
                  <a:gd name="connsiteX5" fmla="*/ 0 w 871537"/>
                  <a:gd name="connsiteY5" fmla="*/ 445294 h 595312"/>
                  <a:gd name="connsiteX0" fmla="*/ 0 w 871537"/>
                  <a:gd name="connsiteY0" fmla="*/ 450056 h 600074"/>
                  <a:gd name="connsiteX1" fmla="*/ 500063 w 871537"/>
                  <a:gd name="connsiteY1" fmla="*/ 0 h 600074"/>
                  <a:gd name="connsiteX2" fmla="*/ 871537 w 871537"/>
                  <a:gd name="connsiteY2" fmla="*/ 4762 h 600074"/>
                  <a:gd name="connsiteX3" fmla="*/ 871537 w 871537"/>
                  <a:gd name="connsiteY3" fmla="*/ 600074 h 600074"/>
                  <a:gd name="connsiteX4" fmla="*/ 204787 w 871537"/>
                  <a:gd name="connsiteY4" fmla="*/ 600074 h 600074"/>
                  <a:gd name="connsiteX5" fmla="*/ 0 w 871537"/>
                  <a:gd name="connsiteY5" fmla="*/ 450056 h 600074"/>
                  <a:gd name="connsiteX0" fmla="*/ 0 w 871537"/>
                  <a:gd name="connsiteY0" fmla="*/ 450056 h 600074"/>
                  <a:gd name="connsiteX1" fmla="*/ 500063 w 871537"/>
                  <a:gd name="connsiteY1" fmla="*/ 0 h 600074"/>
                  <a:gd name="connsiteX2" fmla="*/ 692944 w 871537"/>
                  <a:gd name="connsiteY2" fmla="*/ 135730 h 600074"/>
                  <a:gd name="connsiteX3" fmla="*/ 871537 w 871537"/>
                  <a:gd name="connsiteY3" fmla="*/ 600074 h 600074"/>
                  <a:gd name="connsiteX4" fmla="*/ 204787 w 871537"/>
                  <a:gd name="connsiteY4" fmla="*/ 600074 h 600074"/>
                  <a:gd name="connsiteX5" fmla="*/ 0 w 871537"/>
                  <a:gd name="connsiteY5" fmla="*/ 450056 h 600074"/>
                  <a:gd name="connsiteX0" fmla="*/ 0 w 871537"/>
                  <a:gd name="connsiteY0" fmla="*/ 461962 h 611980"/>
                  <a:gd name="connsiteX1" fmla="*/ 502444 w 871537"/>
                  <a:gd name="connsiteY1" fmla="*/ 0 h 611980"/>
                  <a:gd name="connsiteX2" fmla="*/ 692944 w 871537"/>
                  <a:gd name="connsiteY2" fmla="*/ 147636 h 611980"/>
                  <a:gd name="connsiteX3" fmla="*/ 871537 w 871537"/>
                  <a:gd name="connsiteY3" fmla="*/ 611980 h 611980"/>
                  <a:gd name="connsiteX4" fmla="*/ 204787 w 871537"/>
                  <a:gd name="connsiteY4" fmla="*/ 611980 h 611980"/>
                  <a:gd name="connsiteX5" fmla="*/ 0 w 871537"/>
                  <a:gd name="connsiteY5" fmla="*/ 461962 h 611980"/>
                  <a:gd name="connsiteX0" fmla="*/ 0 w 871537"/>
                  <a:gd name="connsiteY0" fmla="*/ 431005 h 581023"/>
                  <a:gd name="connsiteX1" fmla="*/ 469106 w 871537"/>
                  <a:gd name="connsiteY1" fmla="*/ 0 h 581023"/>
                  <a:gd name="connsiteX2" fmla="*/ 692944 w 871537"/>
                  <a:gd name="connsiteY2" fmla="*/ 116679 h 581023"/>
                  <a:gd name="connsiteX3" fmla="*/ 871537 w 871537"/>
                  <a:gd name="connsiteY3" fmla="*/ 581023 h 581023"/>
                  <a:gd name="connsiteX4" fmla="*/ 204787 w 871537"/>
                  <a:gd name="connsiteY4" fmla="*/ 581023 h 581023"/>
                  <a:gd name="connsiteX5" fmla="*/ 0 w 871537"/>
                  <a:gd name="connsiteY5" fmla="*/ 431005 h 581023"/>
                  <a:gd name="connsiteX0" fmla="*/ 0 w 871537"/>
                  <a:gd name="connsiteY0" fmla="*/ 431005 h 581023"/>
                  <a:gd name="connsiteX1" fmla="*/ 469106 w 871537"/>
                  <a:gd name="connsiteY1" fmla="*/ 0 h 581023"/>
                  <a:gd name="connsiteX2" fmla="*/ 578644 w 871537"/>
                  <a:gd name="connsiteY2" fmla="*/ 59530 h 581023"/>
                  <a:gd name="connsiteX3" fmla="*/ 692944 w 871537"/>
                  <a:gd name="connsiteY3" fmla="*/ 116679 h 581023"/>
                  <a:gd name="connsiteX4" fmla="*/ 871537 w 871537"/>
                  <a:gd name="connsiteY4" fmla="*/ 581023 h 581023"/>
                  <a:gd name="connsiteX5" fmla="*/ 204787 w 871537"/>
                  <a:gd name="connsiteY5" fmla="*/ 581023 h 581023"/>
                  <a:gd name="connsiteX6" fmla="*/ 0 w 871537"/>
                  <a:gd name="connsiteY6" fmla="*/ 431005 h 581023"/>
                  <a:gd name="connsiteX0" fmla="*/ 0 w 871537"/>
                  <a:gd name="connsiteY0" fmla="*/ 433388 h 583406"/>
                  <a:gd name="connsiteX1" fmla="*/ 469106 w 871537"/>
                  <a:gd name="connsiteY1" fmla="*/ 2383 h 583406"/>
                  <a:gd name="connsiteX2" fmla="*/ 595313 w 871537"/>
                  <a:gd name="connsiteY2" fmla="*/ 0 h 583406"/>
                  <a:gd name="connsiteX3" fmla="*/ 692944 w 871537"/>
                  <a:gd name="connsiteY3" fmla="*/ 119062 h 583406"/>
                  <a:gd name="connsiteX4" fmla="*/ 871537 w 871537"/>
                  <a:gd name="connsiteY4" fmla="*/ 583406 h 583406"/>
                  <a:gd name="connsiteX5" fmla="*/ 204787 w 871537"/>
                  <a:gd name="connsiteY5" fmla="*/ 583406 h 583406"/>
                  <a:gd name="connsiteX6" fmla="*/ 0 w 871537"/>
                  <a:gd name="connsiteY6" fmla="*/ 433388 h 583406"/>
                  <a:gd name="connsiteX0" fmla="*/ 0 w 871537"/>
                  <a:gd name="connsiteY0" fmla="*/ 459059 h 609077"/>
                  <a:gd name="connsiteX1" fmla="*/ 469106 w 871537"/>
                  <a:gd name="connsiteY1" fmla="*/ 28054 h 609077"/>
                  <a:gd name="connsiteX2" fmla="*/ 595313 w 871537"/>
                  <a:gd name="connsiteY2" fmla="*/ 25671 h 609077"/>
                  <a:gd name="connsiteX3" fmla="*/ 692944 w 871537"/>
                  <a:gd name="connsiteY3" fmla="*/ 144733 h 609077"/>
                  <a:gd name="connsiteX4" fmla="*/ 871537 w 871537"/>
                  <a:gd name="connsiteY4" fmla="*/ 609077 h 609077"/>
                  <a:gd name="connsiteX5" fmla="*/ 204787 w 871537"/>
                  <a:gd name="connsiteY5" fmla="*/ 609077 h 609077"/>
                  <a:gd name="connsiteX6" fmla="*/ 0 w 871537"/>
                  <a:gd name="connsiteY6" fmla="*/ 459059 h 60907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871537 w 871537"/>
                  <a:gd name="connsiteY4" fmla="*/ 620967 h 620967"/>
                  <a:gd name="connsiteX5" fmla="*/ 204787 w 871537"/>
                  <a:gd name="connsiteY5" fmla="*/ 620967 h 620967"/>
                  <a:gd name="connsiteX6" fmla="*/ 0 w 871537"/>
                  <a:gd name="connsiteY6"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04850 w 871537"/>
                  <a:gd name="connsiteY4" fmla="*/ 199488 h 620967"/>
                  <a:gd name="connsiteX5" fmla="*/ 871537 w 871537"/>
                  <a:gd name="connsiteY5" fmla="*/ 620967 h 620967"/>
                  <a:gd name="connsiteX6" fmla="*/ 204787 w 871537"/>
                  <a:gd name="connsiteY6" fmla="*/ 620967 h 620967"/>
                  <a:gd name="connsiteX7" fmla="*/ 0 w 871537"/>
                  <a:gd name="connsiteY7"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16756 w 871537"/>
                  <a:gd name="connsiteY4" fmla="*/ 89950 h 620967"/>
                  <a:gd name="connsiteX5" fmla="*/ 871537 w 871537"/>
                  <a:gd name="connsiteY5" fmla="*/ 620967 h 620967"/>
                  <a:gd name="connsiteX6" fmla="*/ 204787 w 871537"/>
                  <a:gd name="connsiteY6" fmla="*/ 620967 h 620967"/>
                  <a:gd name="connsiteX7" fmla="*/ 0 w 871537"/>
                  <a:gd name="connsiteY7"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07231 w 871537"/>
                  <a:gd name="connsiteY4" fmla="*/ 87569 h 620967"/>
                  <a:gd name="connsiteX5" fmla="*/ 871537 w 871537"/>
                  <a:gd name="connsiteY5" fmla="*/ 620967 h 620967"/>
                  <a:gd name="connsiteX6" fmla="*/ 204787 w 871537"/>
                  <a:gd name="connsiteY6" fmla="*/ 620967 h 620967"/>
                  <a:gd name="connsiteX7" fmla="*/ 0 w 871537"/>
                  <a:gd name="connsiteY7"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204787 w 900112"/>
                  <a:gd name="connsiteY6" fmla="*/ 620967 h 620967"/>
                  <a:gd name="connsiteX7" fmla="*/ 0 w 900112"/>
                  <a:gd name="connsiteY7"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766762 w 900112"/>
                  <a:gd name="connsiteY6" fmla="*/ 213775 h 620967"/>
                  <a:gd name="connsiteX7" fmla="*/ 204787 w 900112"/>
                  <a:gd name="connsiteY7" fmla="*/ 620967 h 620967"/>
                  <a:gd name="connsiteX8" fmla="*/ 0 w 900112"/>
                  <a:gd name="connsiteY8"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866774 w 900112"/>
                  <a:gd name="connsiteY6" fmla="*/ 309025 h 620967"/>
                  <a:gd name="connsiteX7" fmla="*/ 204787 w 900112"/>
                  <a:gd name="connsiteY7" fmla="*/ 620967 h 620967"/>
                  <a:gd name="connsiteX8" fmla="*/ 0 w 900112"/>
                  <a:gd name="connsiteY8" fmla="*/ 470949 h 620967"/>
                  <a:gd name="connsiteX0" fmla="*/ 0 w 897731"/>
                  <a:gd name="connsiteY0" fmla="*/ 470949 h 620967"/>
                  <a:gd name="connsiteX1" fmla="*/ 469106 w 897731"/>
                  <a:gd name="connsiteY1" fmla="*/ 39944 h 620967"/>
                  <a:gd name="connsiteX2" fmla="*/ 595313 w 897731"/>
                  <a:gd name="connsiteY2" fmla="*/ 37561 h 620967"/>
                  <a:gd name="connsiteX3" fmla="*/ 692944 w 897731"/>
                  <a:gd name="connsiteY3" fmla="*/ 156623 h 620967"/>
                  <a:gd name="connsiteX4" fmla="*/ 707231 w 897731"/>
                  <a:gd name="connsiteY4" fmla="*/ 87569 h 620967"/>
                  <a:gd name="connsiteX5" fmla="*/ 897731 w 897731"/>
                  <a:gd name="connsiteY5" fmla="*/ 101855 h 620967"/>
                  <a:gd name="connsiteX6" fmla="*/ 866774 w 897731"/>
                  <a:gd name="connsiteY6" fmla="*/ 309025 h 620967"/>
                  <a:gd name="connsiteX7" fmla="*/ 204787 w 897731"/>
                  <a:gd name="connsiteY7" fmla="*/ 620967 h 620967"/>
                  <a:gd name="connsiteX8" fmla="*/ 0 w 897731"/>
                  <a:gd name="connsiteY8" fmla="*/ 470949 h 620967"/>
                  <a:gd name="connsiteX0" fmla="*/ 0 w 904874"/>
                  <a:gd name="connsiteY0" fmla="*/ 470949 h 620967"/>
                  <a:gd name="connsiteX1" fmla="*/ 469106 w 904874"/>
                  <a:gd name="connsiteY1" fmla="*/ 39944 h 620967"/>
                  <a:gd name="connsiteX2" fmla="*/ 595313 w 904874"/>
                  <a:gd name="connsiteY2" fmla="*/ 37561 h 620967"/>
                  <a:gd name="connsiteX3" fmla="*/ 692944 w 904874"/>
                  <a:gd name="connsiteY3" fmla="*/ 156623 h 620967"/>
                  <a:gd name="connsiteX4" fmla="*/ 707231 w 904874"/>
                  <a:gd name="connsiteY4" fmla="*/ 87569 h 620967"/>
                  <a:gd name="connsiteX5" fmla="*/ 897731 w 904874"/>
                  <a:gd name="connsiteY5" fmla="*/ 101855 h 620967"/>
                  <a:gd name="connsiteX6" fmla="*/ 904874 w 904874"/>
                  <a:gd name="connsiteY6" fmla="*/ 328075 h 620967"/>
                  <a:gd name="connsiteX7" fmla="*/ 204787 w 904874"/>
                  <a:gd name="connsiteY7" fmla="*/ 620967 h 620967"/>
                  <a:gd name="connsiteX8" fmla="*/ 0 w 904874"/>
                  <a:gd name="connsiteY8" fmla="*/ 470949 h 620967"/>
                  <a:gd name="connsiteX0" fmla="*/ 0 w 897731"/>
                  <a:gd name="connsiteY0" fmla="*/ 470949 h 620967"/>
                  <a:gd name="connsiteX1" fmla="*/ 469106 w 897731"/>
                  <a:gd name="connsiteY1" fmla="*/ 39944 h 620967"/>
                  <a:gd name="connsiteX2" fmla="*/ 595313 w 897731"/>
                  <a:gd name="connsiteY2" fmla="*/ 37561 h 620967"/>
                  <a:gd name="connsiteX3" fmla="*/ 692944 w 897731"/>
                  <a:gd name="connsiteY3" fmla="*/ 156623 h 620967"/>
                  <a:gd name="connsiteX4" fmla="*/ 707231 w 897731"/>
                  <a:gd name="connsiteY4" fmla="*/ 87569 h 620967"/>
                  <a:gd name="connsiteX5" fmla="*/ 897731 w 897731"/>
                  <a:gd name="connsiteY5" fmla="*/ 101855 h 620967"/>
                  <a:gd name="connsiteX6" fmla="*/ 881062 w 897731"/>
                  <a:gd name="connsiteY6" fmla="*/ 320932 h 620967"/>
                  <a:gd name="connsiteX7" fmla="*/ 204787 w 897731"/>
                  <a:gd name="connsiteY7" fmla="*/ 620967 h 620967"/>
                  <a:gd name="connsiteX8" fmla="*/ 0 w 897731"/>
                  <a:gd name="connsiteY8" fmla="*/ 470949 h 620967"/>
                  <a:gd name="connsiteX0" fmla="*/ 0 w 897731"/>
                  <a:gd name="connsiteY0" fmla="*/ 470949 h 568579"/>
                  <a:gd name="connsiteX1" fmla="*/ 469106 w 897731"/>
                  <a:gd name="connsiteY1" fmla="*/ 39944 h 568579"/>
                  <a:gd name="connsiteX2" fmla="*/ 595313 w 897731"/>
                  <a:gd name="connsiteY2" fmla="*/ 37561 h 568579"/>
                  <a:gd name="connsiteX3" fmla="*/ 692944 w 897731"/>
                  <a:gd name="connsiteY3" fmla="*/ 156623 h 568579"/>
                  <a:gd name="connsiteX4" fmla="*/ 707231 w 897731"/>
                  <a:gd name="connsiteY4" fmla="*/ 87569 h 568579"/>
                  <a:gd name="connsiteX5" fmla="*/ 897731 w 897731"/>
                  <a:gd name="connsiteY5" fmla="*/ 101855 h 568579"/>
                  <a:gd name="connsiteX6" fmla="*/ 881062 w 897731"/>
                  <a:gd name="connsiteY6" fmla="*/ 320932 h 568579"/>
                  <a:gd name="connsiteX7" fmla="*/ 83344 w 897731"/>
                  <a:gd name="connsiteY7" fmla="*/ 568579 h 568579"/>
                  <a:gd name="connsiteX8" fmla="*/ 0 w 897731"/>
                  <a:gd name="connsiteY8" fmla="*/ 470949 h 568579"/>
                  <a:gd name="connsiteX0" fmla="*/ 0 w 902493"/>
                  <a:gd name="connsiteY0" fmla="*/ 487618 h 568579"/>
                  <a:gd name="connsiteX1" fmla="*/ 473868 w 902493"/>
                  <a:gd name="connsiteY1" fmla="*/ 39944 h 568579"/>
                  <a:gd name="connsiteX2" fmla="*/ 600075 w 902493"/>
                  <a:gd name="connsiteY2" fmla="*/ 37561 h 568579"/>
                  <a:gd name="connsiteX3" fmla="*/ 697706 w 902493"/>
                  <a:gd name="connsiteY3" fmla="*/ 156623 h 568579"/>
                  <a:gd name="connsiteX4" fmla="*/ 711993 w 902493"/>
                  <a:gd name="connsiteY4" fmla="*/ 87569 h 568579"/>
                  <a:gd name="connsiteX5" fmla="*/ 902493 w 902493"/>
                  <a:gd name="connsiteY5" fmla="*/ 101855 h 568579"/>
                  <a:gd name="connsiteX6" fmla="*/ 885824 w 902493"/>
                  <a:gd name="connsiteY6" fmla="*/ 320932 h 568579"/>
                  <a:gd name="connsiteX7" fmla="*/ 88106 w 902493"/>
                  <a:gd name="connsiteY7" fmla="*/ 568579 h 568579"/>
                  <a:gd name="connsiteX8" fmla="*/ 0 w 902493"/>
                  <a:gd name="connsiteY8" fmla="*/ 487618 h 568579"/>
                  <a:gd name="connsiteX0" fmla="*/ 0 w 895349"/>
                  <a:gd name="connsiteY0" fmla="*/ 466187 h 568579"/>
                  <a:gd name="connsiteX1" fmla="*/ 466724 w 895349"/>
                  <a:gd name="connsiteY1" fmla="*/ 39944 h 568579"/>
                  <a:gd name="connsiteX2" fmla="*/ 592931 w 895349"/>
                  <a:gd name="connsiteY2" fmla="*/ 37561 h 568579"/>
                  <a:gd name="connsiteX3" fmla="*/ 690562 w 895349"/>
                  <a:gd name="connsiteY3" fmla="*/ 156623 h 568579"/>
                  <a:gd name="connsiteX4" fmla="*/ 704849 w 895349"/>
                  <a:gd name="connsiteY4" fmla="*/ 87569 h 568579"/>
                  <a:gd name="connsiteX5" fmla="*/ 895349 w 895349"/>
                  <a:gd name="connsiteY5" fmla="*/ 101855 h 568579"/>
                  <a:gd name="connsiteX6" fmla="*/ 878680 w 895349"/>
                  <a:gd name="connsiteY6" fmla="*/ 320932 h 568579"/>
                  <a:gd name="connsiteX7" fmla="*/ 80962 w 895349"/>
                  <a:gd name="connsiteY7" fmla="*/ 568579 h 568579"/>
                  <a:gd name="connsiteX8" fmla="*/ 0 w 895349"/>
                  <a:gd name="connsiteY8" fmla="*/ 466187 h 568579"/>
                  <a:gd name="connsiteX0" fmla="*/ 0 w 895349"/>
                  <a:gd name="connsiteY0" fmla="*/ 466187 h 563816"/>
                  <a:gd name="connsiteX1" fmla="*/ 466724 w 895349"/>
                  <a:gd name="connsiteY1" fmla="*/ 39944 h 563816"/>
                  <a:gd name="connsiteX2" fmla="*/ 592931 w 895349"/>
                  <a:gd name="connsiteY2" fmla="*/ 37561 h 563816"/>
                  <a:gd name="connsiteX3" fmla="*/ 690562 w 895349"/>
                  <a:gd name="connsiteY3" fmla="*/ 156623 h 563816"/>
                  <a:gd name="connsiteX4" fmla="*/ 704849 w 895349"/>
                  <a:gd name="connsiteY4" fmla="*/ 87569 h 563816"/>
                  <a:gd name="connsiteX5" fmla="*/ 895349 w 895349"/>
                  <a:gd name="connsiteY5" fmla="*/ 101855 h 563816"/>
                  <a:gd name="connsiteX6" fmla="*/ 878680 w 895349"/>
                  <a:gd name="connsiteY6" fmla="*/ 320932 h 563816"/>
                  <a:gd name="connsiteX7" fmla="*/ 66675 w 895349"/>
                  <a:gd name="connsiteY7" fmla="*/ 563816 h 563816"/>
                  <a:gd name="connsiteX8" fmla="*/ 0 w 895349"/>
                  <a:gd name="connsiteY8" fmla="*/ 466187 h 563816"/>
                  <a:gd name="connsiteX0" fmla="*/ 0 w 904874"/>
                  <a:gd name="connsiteY0" fmla="*/ 480474 h 563816"/>
                  <a:gd name="connsiteX1" fmla="*/ 476249 w 904874"/>
                  <a:gd name="connsiteY1" fmla="*/ 39944 h 563816"/>
                  <a:gd name="connsiteX2" fmla="*/ 602456 w 904874"/>
                  <a:gd name="connsiteY2" fmla="*/ 37561 h 563816"/>
                  <a:gd name="connsiteX3" fmla="*/ 700087 w 904874"/>
                  <a:gd name="connsiteY3" fmla="*/ 156623 h 563816"/>
                  <a:gd name="connsiteX4" fmla="*/ 714374 w 904874"/>
                  <a:gd name="connsiteY4" fmla="*/ 87569 h 563816"/>
                  <a:gd name="connsiteX5" fmla="*/ 904874 w 904874"/>
                  <a:gd name="connsiteY5" fmla="*/ 101855 h 563816"/>
                  <a:gd name="connsiteX6" fmla="*/ 888205 w 904874"/>
                  <a:gd name="connsiteY6" fmla="*/ 320932 h 563816"/>
                  <a:gd name="connsiteX7" fmla="*/ 76200 w 904874"/>
                  <a:gd name="connsiteY7" fmla="*/ 563816 h 563816"/>
                  <a:gd name="connsiteX8" fmla="*/ 0 w 904874"/>
                  <a:gd name="connsiteY8" fmla="*/ 480474 h 563816"/>
                  <a:gd name="connsiteX0" fmla="*/ 0 w 904874"/>
                  <a:gd name="connsiteY0" fmla="*/ 480474 h 573341"/>
                  <a:gd name="connsiteX1" fmla="*/ 476249 w 904874"/>
                  <a:gd name="connsiteY1" fmla="*/ 39944 h 573341"/>
                  <a:gd name="connsiteX2" fmla="*/ 602456 w 904874"/>
                  <a:gd name="connsiteY2" fmla="*/ 37561 h 573341"/>
                  <a:gd name="connsiteX3" fmla="*/ 700087 w 904874"/>
                  <a:gd name="connsiteY3" fmla="*/ 156623 h 573341"/>
                  <a:gd name="connsiteX4" fmla="*/ 714374 w 904874"/>
                  <a:gd name="connsiteY4" fmla="*/ 87569 h 573341"/>
                  <a:gd name="connsiteX5" fmla="*/ 904874 w 904874"/>
                  <a:gd name="connsiteY5" fmla="*/ 101855 h 573341"/>
                  <a:gd name="connsiteX6" fmla="*/ 888205 w 904874"/>
                  <a:gd name="connsiteY6" fmla="*/ 320932 h 573341"/>
                  <a:gd name="connsiteX7" fmla="*/ 90487 w 904874"/>
                  <a:gd name="connsiteY7" fmla="*/ 573341 h 573341"/>
                  <a:gd name="connsiteX8" fmla="*/ 0 w 904874"/>
                  <a:gd name="connsiteY8" fmla="*/ 480474 h 573341"/>
                  <a:gd name="connsiteX0" fmla="*/ 0 w 904874"/>
                  <a:gd name="connsiteY0" fmla="*/ 480474 h 573341"/>
                  <a:gd name="connsiteX1" fmla="*/ 476249 w 904874"/>
                  <a:gd name="connsiteY1" fmla="*/ 39944 h 573341"/>
                  <a:gd name="connsiteX2" fmla="*/ 602456 w 904874"/>
                  <a:gd name="connsiteY2" fmla="*/ 37561 h 573341"/>
                  <a:gd name="connsiteX3" fmla="*/ 700087 w 904874"/>
                  <a:gd name="connsiteY3" fmla="*/ 156623 h 573341"/>
                  <a:gd name="connsiteX4" fmla="*/ 714374 w 904874"/>
                  <a:gd name="connsiteY4" fmla="*/ 87569 h 573341"/>
                  <a:gd name="connsiteX5" fmla="*/ 904874 w 904874"/>
                  <a:gd name="connsiteY5" fmla="*/ 101855 h 573341"/>
                  <a:gd name="connsiteX6" fmla="*/ 888205 w 904874"/>
                  <a:gd name="connsiteY6" fmla="*/ 320932 h 573341"/>
                  <a:gd name="connsiteX7" fmla="*/ 821531 w 904874"/>
                  <a:gd name="connsiteY7" fmla="*/ 337600 h 573341"/>
                  <a:gd name="connsiteX8" fmla="*/ 90487 w 904874"/>
                  <a:gd name="connsiteY8" fmla="*/ 573341 h 573341"/>
                  <a:gd name="connsiteX9" fmla="*/ 0 w 904874"/>
                  <a:gd name="connsiteY9"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90487 w 1059656"/>
                  <a:gd name="connsiteY8" fmla="*/ 573341 h 573341"/>
                  <a:gd name="connsiteX9" fmla="*/ 0 w 1059656"/>
                  <a:gd name="connsiteY9"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862012 w 1059656"/>
                  <a:gd name="connsiteY8" fmla="*/ 480475 h 573341"/>
                  <a:gd name="connsiteX9" fmla="*/ 90487 w 1059656"/>
                  <a:gd name="connsiteY9" fmla="*/ 573341 h 573341"/>
                  <a:gd name="connsiteX10" fmla="*/ 0 w 1059656"/>
                  <a:gd name="connsiteY10"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973930 w 1059656"/>
                  <a:gd name="connsiteY8" fmla="*/ 561437 h 573341"/>
                  <a:gd name="connsiteX9" fmla="*/ 90487 w 1059656"/>
                  <a:gd name="connsiteY9" fmla="*/ 573341 h 573341"/>
                  <a:gd name="connsiteX10" fmla="*/ 0 w 1059656"/>
                  <a:gd name="connsiteY10" fmla="*/ 480474 h 573341"/>
                  <a:gd name="connsiteX0" fmla="*/ 0 w 1062142"/>
                  <a:gd name="connsiteY0" fmla="*/ 480474 h 573341"/>
                  <a:gd name="connsiteX1" fmla="*/ 476249 w 1062142"/>
                  <a:gd name="connsiteY1" fmla="*/ 39944 h 573341"/>
                  <a:gd name="connsiteX2" fmla="*/ 602456 w 1062142"/>
                  <a:gd name="connsiteY2" fmla="*/ 37561 h 573341"/>
                  <a:gd name="connsiteX3" fmla="*/ 700087 w 1062142"/>
                  <a:gd name="connsiteY3" fmla="*/ 156623 h 573341"/>
                  <a:gd name="connsiteX4" fmla="*/ 714374 w 1062142"/>
                  <a:gd name="connsiteY4" fmla="*/ 87569 h 573341"/>
                  <a:gd name="connsiteX5" fmla="*/ 904874 w 1062142"/>
                  <a:gd name="connsiteY5" fmla="*/ 101855 h 573341"/>
                  <a:gd name="connsiteX6" fmla="*/ 888205 w 1062142"/>
                  <a:gd name="connsiteY6" fmla="*/ 320932 h 573341"/>
                  <a:gd name="connsiteX7" fmla="*/ 1059656 w 1062142"/>
                  <a:gd name="connsiteY7" fmla="*/ 459044 h 573341"/>
                  <a:gd name="connsiteX8" fmla="*/ 1062037 w 1062142"/>
                  <a:gd name="connsiteY8" fmla="*/ 475713 h 573341"/>
                  <a:gd name="connsiteX9" fmla="*/ 973930 w 1062142"/>
                  <a:gd name="connsiteY9" fmla="*/ 561437 h 573341"/>
                  <a:gd name="connsiteX10" fmla="*/ 90487 w 1062142"/>
                  <a:gd name="connsiteY10" fmla="*/ 573341 h 573341"/>
                  <a:gd name="connsiteX11" fmla="*/ 0 w 1062142"/>
                  <a:gd name="connsiteY11"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90487 w 1059656"/>
                  <a:gd name="connsiteY10" fmla="*/ 573341 h 573341"/>
                  <a:gd name="connsiteX11" fmla="*/ 0 w 1059656"/>
                  <a:gd name="connsiteY11"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6256 w 1059656"/>
                  <a:gd name="connsiteY10" fmla="*/ 566200 h 573341"/>
                  <a:gd name="connsiteX11" fmla="*/ 90487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8637 w 1059656"/>
                  <a:gd name="connsiteY10" fmla="*/ 173293 h 573341"/>
                  <a:gd name="connsiteX11" fmla="*/ 90487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8637 w 1059656"/>
                  <a:gd name="connsiteY10" fmla="*/ 173293 h 573341"/>
                  <a:gd name="connsiteX11" fmla="*/ 100012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33399 w 1059656"/>
                  <a:gd name="connsiteY10" fmla="*/ 225681 h 573341"/>
                  <a:gd name="connsiteX11" fmla="*/ 100012 w 1059656"/>
                  <a:gd name="connsiteY11" fmla="*/ 573341 h 573341"/>
                  <a:gd name="connsiteX12" fmla="*/ 0 w 1059656"/>
                  <a:gd name="connsiteY12" fmla="*/ 480474 h 573341"/>
                  <a:gd name="connsiteX0" fmla="*/ 0 w 1059656"/>
                  <a:gd name="connsiteY0" fmla="*/ 480474 h 573344"/>
                  <a:gd name="connsiteX1" fmla="*/ 476249 w 1059656"/>
                  <a:gd name="connsiteY1" fmla="*/ 39944 h 573344"/>
                  <a:gd name="connsiteX2" fmla="*/ 602456 w 1059656"/>
                  <a:gd name="connsiteY2" fmla="*/ 37561 h 573344"/>
                  <a:gd name="connsiteX3" fmla="*/ 700087 w 1059656"/>
                  <a:gd name="connsiteY3" fmla="*/ 156623 h 573344"/>
                  <a:gd name="connsiteX4" fmla="*/ 714374 w 1059656"/>
                  <a:gd name="connsiteY4" fmla="*/ 87569 h 573344"/>
                  <a:gd name="connsiteX5" fmla="*/ 904874 w 1059656"/>
                  <a:gd name="connsiteY5" fmla="*/ 101855 h 573344"/>
                  <a:gd name="connsiteX6" fmla="*/ 888205 w 1059656"/>
                  <a:gd name="connsiteY6" fmla="*/ 320932 h 573344"/>
                  <a:gd name="connsiteX7" fmla="*/ 1059656 w 1059656"/>
                  <a:gd name="connsiteY7" fmla="*/ 459044 h 573344"/>
                  <a:gd name="connsiteX8" fmla="*/ 1057275 w 1059656"/>
                  <a:gd name="connsiteY8" fmla="*/ 461426 h 573344"/>
                  <a:gd name="connsiteX9" fmla="*/ 952499 w 1059656"/>
                  <a:gd name="connsiteY9" fmla="*/ 573344 h 573344"/>
                  <a:gd name="connsiteX10" fmla="*/ 533399 w 1059656"/>
                  <a:gd name="connsiteY10" fmla="*/ 225681 h 573344"/>
                  <a:gd name="connsiteX11" fmla="*/ 100012 w 1059656"/>
                  <a:gd name="connsiteY11" fmla="*/ 573341 h 573344"/>
                  <a:gd name="connsiteX12" fmla="*/ 0 w 1059656"/>
                  <a:gd name="connsiteY12" fmla="*/ 480474 h 573344"/>
                  <a:gd name="connsiteX0" fmla="*/ 0 w 1059656"/>
                  <a:gd name="connsiteY0" fmla="*/ 480474 h 573344"/>
                  <a:gd name="connsiteX1" fmla="*/ 476249 w 1059656"/>
                  <a:gd name="connsiteY1" fmla="*/ 39944 h 573344"/>
                  <a:gd name="connsiteX2" fmla="*/ 602456 w 1059656"/>
                  <a:gd name="connsiteY2" fmla="*/ 37561 h 573344"/>
                  <a:gd name="connsiteX3" fmla="*/ 700087 w 1059656"/>
                  <a:gd name="connsiteY3" fmla="*/ 156623 h 573344"/>
                  <a:gd name="connsiteX4" fmla="*/ 714374 w 1059656"/>
                  <a:gd name="connsiteY4" fmla="*/ 87569 h 573344"/>
                  <a:gd name="connsiteX5" fmla="*/ 904874 w 1059656"/>
                  <a:gd name="connsiteY5" fmla="*/ 101855 h 573344"/>
                  <a:gd name="connsiteX6" fmla="*/ 888205 w 1059656"/>
                  <a:gd name="connsiteY6" fmla="*/ 320932 h 573344"/>
                  <a:gd name="connsiteX7" fmla="*/ 1059656 w 1059656"/>
                  <a:gd name="connsiteY7" fmla="*/ 459044 h 573344"/>
                  <a:gd name="connsiteX8" fmla="*/ 1057275 w 1059656"/>
                  <a:gd name="connsiteY8" fmla="*/ 461426 h 573344"/>
                  <a:gd name="connsiteX9" fmla="*/ 952499 w 1059656"/>
                  <a:gd name="connsiteY9" fmla="*/ 573344 h 573344"/>
                  <a:gd name="connsiteX10" fmla="*/ 533399 w 1059656"/>
                  <a:gd name="connsiteY10" fmla="*/ 178056 h 573344"/>
                  <a:gd name="connsiteX11" fmla="*/ 100012 w 1059656"/>
                  <a:gd name="connsiteY11" fmla="*/ 573341 h 573344"/>
                  <a:gd name="connsiteX12" fmla="*/ 0 w 1059656"/>
                  <a:gd name="connsiteY12" fmla="*/ 480474 h 573344"/>
                  <a:gd name="connsiteX0" fmla="*/ 0 w 1059656"/>
                  <a:gd name="connsiteY0" fmla="*/ 477835 h 570705"/>
                  <a:gd name="connsiteX1" fmla="*/ 476249 w 1059656"/>
                  <a:gd name="connsiteY1" fmla="*/ 37305 h 570705"/>
                  <a:gd name="connsiteX2" fmla="*/ 590550 w 1059656"/>
                  <a:gd name="connsiteY2" fmla="*/ 39685 h 570705"/>
                  <a:gd name="connsiteX3" fmla="*/ 700087 w 1059656"/>
                  <a:gd name="connsiteY3" fmla="*/ 153984 h 570705"/>
                  <a:gd name="connsiteX4" fmla="*/ 714374 w 1059656"/>
                  <a:gd name="connsiteY4" fmla="*/ 84930 h 570705"/>
                  <a:gd name="connsiteX5" fmla="*/ 904874 w 1059656"/>
                  <a:gd name="connsiteY5" fmla="*/ 99216 h 570705"/>
                  <a:gd name="connsiteX6" fmla="*/ 888205 w 1059656"/>
                  <a:gd name="connsiteY6" fmla="*/ 318293 h 570705"/>
                  <a:gd name="connsiteX7" fmla="*/ 1059656 w 1059656"/>
                  <a:gd name="connsiteY7" fmla="*/ 456405 h 570705"/>
                  <a:gd name="connsiteX8" fmla="*/ 1057275 w 1059656"/>
                  <a:gd name="connsiteY8" fmla="*/ 458787 h 570705"/>
                  <a:gd name="connsiteX9" fmla="*/ 952499 w 1059656"/>
                  <a:gd name="connsiteY9" fmla="*/ 570705 h 570705"/>
                  <a:gd name="connsiteX10" fmla="*/ 533399 w 1059656"/>
                  <a:gd name="connsiteY10" fmla="*/ 175417 h 570705"/>
                  <a:gd name="connsiteX11" fmla="*/ 100012 w 1059656"/>
                  <a:gd name="connsiteY11" fmla="*/ 570702 h 570705"/>
                  <a:gd name="connsiteX12" fmla="*/ 0 w 1059656"/>
                  <a:gd name="connsiteY12" fmla="*/ 477835 h 570705"/>
                  <a:gd name="connsiteX0" fmla="*/ 0 w 1059656"/>
                  <a:gd name="connsiteY0" fmla="*/ 477835 h 570705"/>
                  <a:gd name="connsiteX1" fmla="*/ 476249 w 1059656"/>
                  <a:gd name="connsiteY1" fmla="*/ 37305 h 570705"/>
                  <a:gd name="connsiteX2" fmla="*/ 590550 w 1059656"/>
                  <a:gd name="connsiteY2" fmla="*/ 39685 h 570705"/>
                  <a:gd name="connsiteX3" fmla="*/ 700087 w 1059656"/>
                  <a:gd name="connsiteY3" fmla="*/ 153984 h 570705"/>
                  <a:gd name="connsiteX4" fmla="*/ 704849 w 1059656"/>
                  <a:gd name="connsiteY4" fmla="*/ 84930 h 570705"/>
                  <a:gd name="connsiteX5" fmla="*/ 904874 w 1059656"/>
                  <a:gd name="connsiteY5" fmla="*/ 99216 h 570705"/>
                  <a:gd name="connsiteX6" fmla="*/ 888205 w 1059656"/>
                  <a:gd name="connsiteY6" fmla="*/ 318293 h 570705"/>
                  <a:gd name="connsiteX7" fmla="*/ 1059656 w 1059656"/>
                  <a:gd name="connsiteY7" fmla="*/ 456405 h 570705"/>
                  <a:gd name="connsiteX8" fmla="*/ 1057275 w 1059656"/>
                  <a:gd name="connsiteY8" fmla="*/ 458787 h 570705"/>
                  <a:gd name="connsiteX9" fmla="*/ 952499 w 1059656"/>
                  <a:gd name="connsiteY9" fmla="*/ 570705 h 570705"/>
                  <a:gd name="connsiteX10" fmla="*/ 533399 w 1059656"/>
                  <a:gd name="connsiteY10" fmla="*/ 175417 h 570705"/>
                  <a:gd name="connsiteX11" fmla="*/ 100012 w 1059656"/>
                  <a:gd name="connsiteY11" fmla="*/ 570702 h 570705"/>
                  <a:gd name="connsiteX12" fmla="*/ 0 w 1059656"/>
                  <a:gd name="connsiteY12" fmla="*/ 477835 h 570705"/>
                  <a:gd name="connsiteX0" fmla="*/ 0 w 1062037"/>
                  <a:gd name="connsiteY0" fmla="*/ 465928 h 570705"/>
                  <a:gd name="connsiteX1" fmla="*/ 478630 w 1062037"/>
                  <a:gd name="connsiteY1" fmla="*/ 37305 h 570705"/>
                  <a:gd name="connsiteX2" fmla="*/ 592931 w 1062037"/>
                  <a:gd name="connsiteY2" fmla="*/ 39685 h 570705"/>
                  <a:gd name="connsiteX3" fmla="*/ 702468 w 1062037"/>
                  <a:gd name="connsiteY3" fmla="*/ 153984 h 570705"/>
                  <a:gd name="connsiteX4" fmla="*/ 707230 w 1062037"/>
                  <a:gd name="connsiteY4" fmla="*/ 84930 h 570705"/>
                  <a:gd name="connsiteX5" fmla="*/ 907255 w 1062037"/>
                  <a:gd name="connsiteY5" fmla="*/ 99216 h 570705"/>
                  <a:gd name="connsiteX6" fmla="*/ 890586 w 1062037"/>
                  <a:gd name="connsiteY6" fmla="*/ 318293 h 570705"/>
                  <a:gd name="connsiteX7" fmla="*/ 1062037 w 1062037"/>
                  <a:gd name="connsiteY7" fmla="*/ 456405 h 570705"/>
                  <a:gd name="connsiteX8" fmla="*/ 1059656 w 1062037"/>
                  <a:gd name="connsiteY8" fmla="*/ 458787 h 570705"/>
                  <a:gd name="connsiteX9" fmla="*/ 954880 w 1062037"/>
                  <a:gd name="connsiteY9" fmla="*/ 570705 h 570705"/>
                  <a:gd name="connsiteX10" fmla="*/ 535780 w 1062037"/>
                  <a:gd name="connsiteY10" fmla="*/ 175417 h 570705"/>
                  <a:gd name="connsiteX11" fmla="*/ 102393 w 1062037"/>
                  <a:gd name="connsiteY11" fmla="*/ 570702 h 570705"/>
                  <a:gd name="connsiteX12" fmla="*/ 0 w 1062037"/>
                  <a:gd name="connsiteY12" fmla="*/ 465928 h 570705"/>
                  <a:gd name="connsiteX0" fmla="*/ 0 w 1062037"/>
                  <a:gd name="connsiteY0" fmla="*/ 467049 h 571826"/>
                  <a:gd name="connsiteX1" fmla="*/ 469105 w 1062037"/>
                  <a:gd name="connsiteY1" fmla="*/ 36045 h 571826"/>
                  <a:gd name="connsiteX2" fmla="*/ 592931 w 1062037"/>
                  <a:gd name="connsiteY2" fmla="*/ 40806 h 571826"/>
                  <a:gd name="connsiteX3" fmla="*/ 702468 w 1062037"/>
                  <a:gd name="connsiteY3" fmla="*/ 155105 h 571826"/>
                  <a:gd name="connsiteX4" fmla="*/ 707230 w 1062037"/>
                  <a:gd name="connsiteY4" fmla="*/ 86051 h 571826"/>
                  <a:gd name="connsiteX5" fmla="*/ 907255 w 1062037"/>
                  <a:gd name="connsiteY5" fmla="*/ 100337 h 571826"/>
                  <a:gd name="connsiteX6" fmla="*/ 890586 w 1062037"/>
                  <a:gd name="connsiteY6" fmla="*/ 319414 h 571826"/>
                  <a:gd name="connsiteX7" fmla="*/ 1062037 w 1062037"/>
                  <a:gd name="connsiteY7" fmla="*/ 457526 h 571826"/>
                  <a:gd name="connsiteX8" fmla="*/ 1059656 w 1062037"/>
                  <a:gd name="connsiteY8" fmla="*/ 459908 h 571826"/>
                  <a:gd name="connsiteX9" fmla="*/ 954880 w 1062037"/>
                  <a:gd name="connsiteY9" fmla="*/ 571826 h 571826"/>
                  <a:gd name="connsiteX10" fmla="*/ 535780 w 1062037"/>
                  <a:gd name="connsiteY10" fmla="*/ 176538 h 571826"/>
                  <a:gd name="connsiteX11" fmla="*/ 102393 w 1062037"/>
                  <a:gd name="connsiteY11" fmla="*/ 571823 h 571826"/>
                  <a:gd name="connsiteX12" fmla="*/ 0 w 1062037"/>
                  <a:gd name="connsiteY12" fmla="*/ 467049 h 571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2037" h="571826">
                    <a:moveTo>
                      <a:pt x="0" y="467049"/>
                    </a:moveTo>
                    <a:lnTo>
                      <a:pt x="469105" y="36045"/>
                    </a:lnTo>
                    <a:cubicBezTo>
                      <a:pt x="511174" y="-7612"/>
                      <a:pt x="534193" y="-17931"/>
                      <a:pt x="592931" y="40806"/>
                    </a:cubicBezTo>
                    <a:lnTo>
                      <a:pt x="702468" y="155105"/>
                    </a:lnTo>
                    <a:lnTo>
                      <a:pt x="707230" y="86051"/>
                    </a:lnTo>
                    <a:lnTo>
                      <a:pt x="907255" y="100337"/>
                    </a:lnTo>
                    <a:lnTo>
                      <a:pt x="890586" y="319414"/>
                    </a:lnTo>
                    <a:lnTo>
                      <a:pt x="1062037" y="457526"/>
                    </a:lnTo>
                    <a:cubicBezTo>
                      <a:pt x="1061243" y="460701"/>
                      <a:pt x="1060450" y="456733"/>
                      <a:pt x="1059656" y="459908"/>
                    </a:cubicBezTo>
                    <a:lnTo>
                      <a:pt x="954880" y="571826"/>
                    </a:lnTo>
                    <a:lnTo>
                      <a:pt x="535780" y="176538"/>
                    </a:lnTo>
                    <a:lnTo>
                      <a:pt x="102393" y="571823"/>
                    </a:lnTo>
                    <a:lnTo>
                      <a:pt x="0" y="467049"/>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 name="Oval 22">
              <a:extLst>
                <a:ext uri="{FF2B5EF4-FFF2-40B4-BE49-F238E27FC236}">
                  <a16:creationId xmlns:a16="http://schemas.microsoft.com/office/drawing/2014/main" id="{74A4C25A-BDCE-8854-74C9-22890A8DE07F}"/>
                </a:ext>
              </a:extLst>
            </p:cNvPr>
            <p:cNvSpPr/>
            <p:nvPr/>
          </p:nvSpPr>
          <p:spPr bwMode="auto">
            <a:xfrm>
              <a:off x="2610151" y="4799642"/>
              <a:ext cx="91440" cy="91440"/>
            </a:xfrm>
            <a:prstGeom prst="ellipse">
              <a:avLst/>
            </a:prstGeom>
            <a:solidFill>
              <a:schemeClr val="bg1"/>
            </a:solidFill>
            <a:ln>
              <a:no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solidFill>
                  <a:srgbClr val="0C2870"/>
                </a:solidFill>
                <a:latin typeface="Arial" charset="0"/>
                <a:ea typeface="+mn-ea"/>
                <a:cs typeface="Times New Roman" pitchFamily="18" charset="0"/>
              </a:endParaRPr>
            </a:p>
          </p:txBody>
        </p:sp>
      </p:grpSp>
      <p:grpSp>
        <p:nvGrpSpPr>
          <p:cNvPr id="27" name="Group 26">
            <a:extLst>
              <a:ext uri="{FF2B5EF4-FFF2-40B4-BE49-F238E27FC236}">
                <a16:creationId xmlns:a16="http://schemas.microsoft.com/office/drawing/2014/main" id="{EB76EF9B-DA62-5821-CB5E-5DAD2B267BB7}"/>
              </a:ext>
            </a:extLst>
          </p:cNvPr>
          <p:cNvGrpSpPr/>
          <p:nvPr/>
        </p:nvGrpSpPr>
        <p:grpSpPr>
          <a:xfrm>
            <a:off x="3839264" y="4076747"/>
            <a:ext cx="697341" cy="613759"/>
            <a:chOff x="2145621" y="4038600"/>
            <a:chExt cx="1263333" cy="1111912"/>
          </a:xfrm>
        </p:grpSpPr>
        <p:grpSp>
          <p:nvGrpSpPr>
            <p:cNvPr id="28" name="Group 27">
              <a:extLst>
                <a:ext uri="{FF2B5EF4-FFF2-40B4-BE49-F238E27FC236}">
                  <a16:creationId xmlns:a16="http://schemas.microsoft.com/office/drawing/2014/main" id="{A9B769AF-E103-E596-5EBA-E6303256C90A}"/>
                </a:ext>
              </a:extLst>
            </p:cNvPr>
            <p:cNvGrpSpPr/>
            <p:nvPr/>
          </p:nvGrpSpPr>
          <p:grpSpPr>
            <a:xfrm>
              <a:off x="2145621" y="4038600"/>
              <a:ext cx="1263333" cy="1111912"/>
              <a:chOff x="454179" y="2390450"/>
              <a:chExt cx="1062037" cy="955224"/>
            </a:xfrm>
          </p:grpSpPr>
          <p:sp>
            <p:nvSpPr>
              <p:cNvPr id="30" name="Flowchart: Process 5">
                <a:extLst>
                  <a:ext uri="{FF2B5EF4-FFF2-40B4-BE49-F238E27FC236}">
                    <a16:creationId xmlns:a16="http://schemas.microsoft.com/office/drawing/2014/main" id="{CE89AE47-BFBC-9D73-57C5-566AE798E33F}"/>
                  </a:ext>
                </a:extLst>
              </p:cNvPr>
              <p:cNvSpPr/>
              <p:nvPr/>
            </p:nvSpPr>
            <p:spPr>
              <a:xfrm>
                <a:off x="587360" y="2507650"/>
                <a:ext cx="773146" cy="838024"/>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0 h 10983"/>
                  <a:gd name="connsiteX1" fmla="*/ 10000 w 10000"/>
                  <a:gd name="connsiteY1" fmla="*/ 983 h 10983"/>
                  <a:gd name="connsiteX2" fmla="*/ 10000 w 10000"/>
                  <a:gd name="connsiteY2" fmla="*/ 10983 h 10983"/>
                  <a:gd name="connsiteX3" fmla="*/ 0 w 10000"/>
                  <a:gd name="connsiteY3" fmla="*/ 10983 h 10983"/>
                  <a:gd name="connsiteX4" fmla="*/ 0 w 10000"/>
                  <a:gd name="connsiteY4" fmla="*/ 0 h 10983"/>
                  <a:gd name="connsiteX0" fmla="*/ 200 w 10200"/>
                  <a:gd name="connsiteY0" fmla="*/ 0 h 11099"/>
                  <a:gd name="connsiteX1" fmla="*/ 10200 w 10200"/>
                  <a:gd name="connsiteY1" fmla="*/ 983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10167 w 10200"/>
                  <a:gd name="connsiteY1" fmla="*/ 694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10067 w 10200"/>
                  <a:gd name="connsiteY1" fmla="*/ 289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5267 w 10200"/>
                  <a:gd name="connsiteY1" fmla="*/ 116 h 11099"/>
                  <a:gd name="connsiteX2" fmla="*/ 10067 w 10200"/>
                  <a:gd name="connsiteY2" fmla="*/ 289 h 11099"/>
                  <a:gd name="connsiteX3" fmla="*/ 10200 w 10200"/>
                  <a:gd name="connsiteY3" fmla="*/ 10983 h 11099"/>
                  <a:gd name="connsiteX4" fmla="*/ 0 w 10200"/>
                  <a:gd name="connsiteY4" fmla="*/ 11099 h 11099"/>
                  <a:gd name="connsiteX5" fmla="*/ 200 w 10200"/>
                  <a:gd name="connsiteY5" fmla="*/ 0 h 11099"/>
                  <a:gd name="connsiteX0" fmla="*/ 200 w 10200"/>
                  <a:gd name="connsiteY0" fmla="*/ 7687 h 18786"/>
                  <a:gd name="connsiteX1" fmla="*/ 5167 w 10200"/>
                  <a:gd name="connsiteY1" fmla="*/ 0 h 18786"/>
                  <a:gd name="connsiteX2" fmla="*/ 10067 w 10200"/>
                  <a:gd name="connsiteY2" fmla="*/ 7976 h 18786"/>
                  <a:gd name="connsiteX3" fmla="*/ 10200 w 10200"/>
                  <a:gd name="connsiteY3" fmla="*/ 18670 h 18786"/>
                  <a:gd name="connsiteX4" fmla="*/ 0 w 10200"/>
                  <a:gd name="connsiteY4" fmla="*/ 18786 h 18786"/>
                  <a:gd name="connsiteX5" fmla="*/ 200 w 10200"/>
                  <a:gd name="connsiteY5" fmla="*/ 7687 h 1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0" h="18786">
                    <a:moveTo>
                      <a:pt x="200" y="7687"/>
                    </a:moveTo>
                    <a:lnTo>
                      <a:pt x="5167" y="0"/>
                    </a:lnTo>
                    <a:lnTo>
                      <a:pt x="10067" y="7976"/>
                    </a:lnTo>
                    <a:cubicBezTo>
                      <a:pt x="10078" y="11406"/>
                      <a:pt x="10189" y="15240"/>
                      <a:pt x="10200" y="18670"/>
                    </a:cubicBezTo>
                    <a:lnTo>
                      <a:pt x="0" y="18786"/>
                    </a:lnTo>
                    <a:cubicBezTo>
                      <a:pt x="67" y="15086"/>
                      <a:pt x="133" y="11387"/>
                      <a:pt x="200" y="7687"/>
                    </a:cubicBezTo>
                    <a:close/>
                  </a:path>
                </a:pathLst>
              </a:cu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E483DEE2-95C4-24FA-4272-74479A18493C}"/>
                  </a:ext>
                </a:extLst>
              </p:cNvPr>
              <p:cNvSpPr/>
              <p:nvPr/>
            </p:nvSpPr>
            <p:spPr>
              <a:xfrm>
                <a:off x="700307" y="2903057"/>
                <a:ext cx="263398" cy="43752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
                <a:extLst>
                  <a:ext uri="{FF2B5EF4-FFF2-40B4-BE49-F238E27FC236}">
                    <a16:creationId xmlns:a16="http://schemas.microsoft.com/office/drawing/2014/main" id="{F466EC29-BC2A-B59D-C783-4FA7157FD684}"/>
                  </a:ext>
                </a:extLst>
              </p:cNvPr>
              <p:cNvSpPr/>
              <p:nvPr/>
            </p:nvSpPr>
            <p:spPr>
              <a:xfrm>
                <a:off x="454179" y="2390450"/>
                <a:ext cx="1062037" cy="571826"/>
              </a:xfrm>
              <a:custGeom>
                <a:avLst/>
                <a:gdLst>
                  <a:gd name="connsiteX0" fmla="*/ 0 w 666750"/>
                  <a:gd name="connsiteY0" fmla="*/ 0 h 595312"/>
                  <a:gd name="connsiteX1" fmla="*/ 666750 w 666750"/>
                  <a:gd name="connsiteY1" fmla="*/ 0 h 595312"/>
                  <a:gd name="connsiteX2" fmla="*/ 666750 w 666750"/>
                  <a:gd name="connsiteY2" fmla="*/ 595312 h 595312"/>
                  <a:gd name="connsiteX3" fmla="*/ 0 w 666750"/>
                  <a:gd name="connsiteY3" fmla="*/ 595312 h 595312"/>
                  <a:gd name="connsiteX4" fmla="*/ 0 w 666750"/>
                  <a:gd name="connsiteY4" fmla="*/ 0 h 595312"/>
                  <a:gd name="connsiteX0" fmla="*/ 0 w 871537"/>
                  <a:gd name="connsiteY0" fmla="*/ 445294 h 595312"/>
                  <a:gd name="connsiteX1" fmla="*/ 871537 w 871537"/>
                  <a:gd name="connsiteY1" fmla="*/ 0 h 595312"/>
                  <a:gd name="connsiteX2" fmla="*/ 871537 w 871537"/>
                  <a:gd name="connsiteY2" fmla="*/ 595312 h 595312"/>
                  <a:gd name="connsiteX3" fmla="*/ 204787 w 871537"/>
                  <a:gd name="connsiteY3" fmla="*/ 595312 h 595312"/>
                  <a:gd name="connsiteX4" fmla="*/ 0 w 871537"/>
                  <a:gd name="connsiteY4" fmla="*/ 445294 h 595312"/>
                  <a:gd name="connsiteX0" fmla="*/ 0 w 871537"/>
                  <a:gd name="connsiteY0" fmla="*/ 445294 h 595312"/>
                  <a:gd name="connsiteX1" fmla="*/ 521494 w 871537"/>
                  <a:gd name="connsiteY1" fmla="*/ 176213 h 595312"/>
                  <a:gd name="connsiteX2" fmla="*/ 871537 w 871537"/>
                  <a:gd name="connsiteY2" fmla="*/ 0 h 595312"/>
                  <a:gd name="connsiteX3" fmla="*/ 871537 w 871537"/>
                  <a:gd name="connsiteY3" fmla="*/ 595312 h 595312"/>
                  <a:gd name="connsiteX4" fmla="*/ 204787 w 871537"/>
                  <a:gd name="connsiteY4" fmla="*/ 595312 h 595312"/>
                  <a:gd name="connsiteX5" fmla="*/ 0 w 871537"/>
                  <a:gd name="connsiteY5" fmla="*/ 445294 h 595312"/>
                  <a:gd name="connsiteX0" fmla="*/ 0 w 871537"/>
                  <a:gd name="connsiteY0" fmla="*/ 450056 h 600074"/>
                  <a:gd name="connsiteX1" fmla="*/ 500063 w 871537"/>
                  <a:gd name="connsiteY1" fmla="*/ 0 h 600074"/>
                  <a:gd name="connsiteX2" fmla="*/ 871537 w 871537"/>
                  <a:gd name="connsiteY2" fmla="*/ 4762 h 600074"/>
                  <a:gd name="connsiteX3" fmla="*/ 871537 w 871537"/>
                  <a:gd name="connsiteY3" fmla="*/ 600074 h 600074"/>
                  <a:gd name="connsiteX4" fmla="*/ 204787 w 871537"/>
                  <a:gd name="connsiteY4" fmla="*/ 600074 h 600074"/>
                  <a:gd name="connsiteX5" fmla="*/ 0 w 871537"/>
                  <a:gd name="connsiteY5" fmla="*/ 450056 h 600074"/>
                  <a:gd name="connsiteX0" fmla="*/ 0 w 871537"/>
                  <a:gd name="connsiteY0" fmla="*/ 450056 h 600074"/>
                  <a:gd name="connsiteX1" fmla="*/ 500063 w 871537"/>
                  <a:gd name="connsiteY1" fmla="*/ 0 h 600074"/>
                  <a:gd name="connsiteX2" fmla="*/ 692944 w 871537"/>
                  <a:gd name="connsiteY2" fmla="*/ 135730 h 600074"/>
                  <a:gd name="connsiteX3" fmla="*/ 871537 w 871537"/>
                  <a:gd name="connsiteY3" fmla="*/ 600074 h 600074"/>
                  <a:gd name="connsiteX4" fmla="*/ 204787 w 871537"/>
                  <a:gd name="connsiteY4" fmla="*/ 600074 h 600074"/>
                  <a:gd name="connsiteX5" fmla="*/ 0 w 871537"/>
                  <a:gd name="connsiteY5" fmla="*/ 450056 h 600074"/>
                  <a:gd name="connsiteX0" fmla="*/ 0 w 871537"/>
                  <a:gd name="connsiteY0" fmla="*/ 461962 h 611980"/>
                  <a:gd name="connsiteX1" fmla="*/ 502444 w 871537"/>
                  <a:gd name="connsiteY1" fmla="*/ 0 h 611980"/>
                  <a:gd name="connsiteX2" fmla="*/ 692944 w 871537"/>
                  <a:gd name="connsiteY2" fmla="*/ 147636 h 611980"/>
                  <a:gd name="connsiteX3" fmla="*/ 871537 w 871537"/>
                  <a:gd name="connsiteY3" fmla="*/ 611980 h 611980"/>
                  <a:gd name="connsiteX4" fmla="*/ 204787 w 871537"/>
                  <a:gd name="connsiteY4" fmla="*/ 611980 h 611980"/>
                  <a:gd name="connsiteX5" fmla="*/ 0 w 871537"/>
                  <a:gd name="connsiteY5" fmla="*/ 461962 h 611980"/>
                  <a:gd name="connsiteX0" fmla="*/ 0 w 871537"/>
                  <a:gd name="connsiteY0" fmla="*/ 431005 h 581023"/>
                  <a:gd name="connsiteX1" fmla="*/ 469106 w 871537"/>
                  <a:gd name="connsiteY1" fmla="*/ 0 h 581023"/>
                  <a:gd name="connsiteX2" fmla="*/ 692944 w 871537"/>
                  <a:gd name="connsiteY2" fmla="*/ 116679 h 581023"/>
                  <a:gd name="connsiteX3" fmla="*/ 871537 w 871537"/>
                  <a:gd name="connsiteY3" fmla="*/ 581023 h 581023"/>
                  <a:gd name="connsiteX4" fmla="*/ 204787 w 871537"/>
                  <a:gd name="connsiteY4" fmla="*/ 581023 h 581023"/>
                  <a:gd name="connsiteX5" fmla="*/ 0 w 871537"/>
                  <a:gd name="connsiteY5" fmla="*/ 431005 h 581023"/>
                  <a:gd name="connsiteX0" fmla="*/ 0 w 871537"/>
                  <a:gd name="connsiteY0" fmla="*/ 431005 h 581023"/>
                  <a:gd name="connsiteX1" fmla="*/ 469106 w 871537"/>
                  <a:gd name="connsiteY1" fmla="*/ 0 h 581023"/>
                  <a:gd name="connsiteX2" fmla="*/ 578644 w 871537"/>
                  <a:gd name="connsiteY2" fmla="*/ 59530 h 581023"/>
                  <a:gd name="connsiteX3" fmla="*/ 692944 w 871537"/>
                  <a:gd name="connsiteY3" fmla="*/ 116679 h 581023"/>
                  <a:gd name="connsiteX4" fmla="*/ 871537 w 871537"/>
                  <a:gd name="connsiteY4" fmla="*/ 581023 h 581023"/>
                  <a:gd name="connsiteX5" fmla="*/ 204787 w 871537"/>
                  <a:gd name="connsiteY5" fmla="*/ 581023 h 581023"/>
                  <a:gd name="connsiteX6" fmla="*/ 0 w 871537"/>
                  <a:gd name="connsiteY6" fmla="*/ 431005 h 581023"/>
                  <a:gd name="connsiteX0" fmla="*/ 0 w 871537"/>
                  <a:gd name="connsiteY0" fmla="*/ 433388 h 583406"/>
                  <a:gd name="connsiteX1" fmla="*/ 469106 w 871537"/>
                  <a:gd name="connsiteY1" fmla="*/ 2383 h 583406"/>
                  <a:gd name="connsiteX2" fmla="*/ 595313 w 871537"/>
                  <a:gd name="connsiteY2" fmla="*/ 0 h 583406"/>
                  <a:gd name="connsiteX3" fmla="*/ 692944 w 871537"/>
                  <a:gd name="connsiteY3" fmla="*/ 119062 h 583406"/>
                  <a:gd name="connsiteX4" fmla="*/ 871537 w 871537"/>
                  <a:gd name="connsiteY4" fmla="*/ 583406 h 583406"/>
                  <a:gd name="connsiteX5" fmla="*/ 204787 w 871537"/>
                  <a:gd name="connsiteY5" fmla="*/ 583406 h 583406"/>
                  <a:gd name="connsiteX6" fmla="*/ 0 w 871537"/>
                  <a:gd name="connsiteY6" fmla="*/ 433388 h 583406"/>
                  <a:gd name="connsiteX0" fmla="*/ 0 w 871537"/>
                  <a:gd name="connsiteY0" fmla="*/ 459059 h 609077"/>
                  <a:gd name="connsiteX1" fmla="*/ 469106 w 871537"/>
                  <a:gd name="connsiteY1" fmla="*/ 28054 h 609077"/>
                  <a:gd name="connsiteX2" fmla="*/ 595313 w 871537"/>
                  <a:gd name="connsiteY2" fmla="*/ 25671 h 609077"/>
                  <a:gd name="connsiteX3" fmla="*/ 692944 w 871537"/>
                  <a:gd name="connsiteY3" fmla="*/ 144733 h 609077"/>
                  <a:gd name="connsiteX4" fmla="*/ 871537 w 871537"/>
                  <a:gd name="connsiteY4" fmla="*/ 609077 h 609077"/>
                  <a:gd name="connsiteX5" fmla="*/ 204787 w 871537"/>
                  <a:gd name="connsiteY5" fmla="*/ 609077 h 609077"/>
                  <a:gd name="connsiteX6" fmla="*/ 0 w 871537"/>
                  <a:gd name="connsiteY6" fmla="*/ 459059 h 60907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871537 w 871537"/>
                  <a:gd name="connsiteY4" fmla="*/ 620967 h 620967"/>
                  <a:gd name="connsiteX5" fmla="*/ 204787 w 871537"/>
                  <a:gd name="connsiteY5" fmla="*/ 620967 h 620967"/>
                  <a:gd name="connsiteX6" fmla="*/ 0 w 871537"/>
                  <a:gd name="connsiteY6"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04850 w 871537"/>
                  <a:gd name="connsiteY4" fmla="*/ 199488 h 620967"/>
                  <a:gd name="connsiteX5" fmla="*/ 871537 w 871537"/>
                  <a:gd name="connsiteY5" fmla="*/ 620967 h 620967"/>
                  <a:gd name="connsiteX6" fmla="*/ 204787 w 871537"/>
                  <a:gd name="connsiteY6" fmla="*/ 620967 h 620967"/>
                  <a:gd name="connsiteX7" fmla="*/ 0 w 871537"/>
                  <a:gd name="connsiteY7"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16756 w 871537"/>
                  <a:gd name="connsiteY4" fmla="*/ 89950 h 620967"/>
                  <a:gd name="connsiteX5" fmla="*/ 871537 w 871537"/>
                  <a:gd name="connsiteY5" fmla="*/ 620967 h 620967"/>
                  <a:gd name="connsiteX6" fmla="*/ 204787 w 871537"/>
                  <a:gd name="connsiteY6" fmla="*/ 620967 h 620967"/>
                  <a:gd name="connsiteX7" fmla="*/ 0 w 871537"/>
                  <a:gd name="connsiteY7"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07231 w 871537"/>
                  <a:gd name="connsiteY4" fmla="*/ 87569 h 620967"/>
                  <a:gd name="connsiteX5" fmla="*/ 871537 w 871537"/>
                  <a:gd name="connsiteY5" fmla="*/ 620967 h 620967"/>
                  <a:gd name="connsiteX6" fmla="*/ 204787 w 871537"/>
                  <a:gd name="connsiteY6" fmla="*/ 620967 h 620967"/>
                  <a:gd name="connsiteX7" fmla="*/ 0 w 871537"/>
                  <a:gd name="connsiteY7"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204787 w 900112"/>
                  <a:gd name="connsiteY6" fmla="*/ 620967 h 620967"/>
                  <a:gd name="connsiteX7" fmla="*/ 0 w 900112"/>
                  <a:gd name="connsiteY7"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766762 w 900112"/>
                  <a:gd name="connsiteY6" fmla="*/ 213775 h 620967"/>
                  <a:gd name="connsiteX7" fmla="*/ 204787 w 900112"/>
                  <a:gd name="connsiteY7" fmla="*/ 620967 h 620967"/>
                  <a:gd name="connsiteX8" fmla="*/ 0 w 900112"/>
                  <a:gd name="connsiteY8"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866774 w 900112"/>
                  <a:gd name="connsiteY6" fmla="*/ 309025 h 620967"/>
                  <a:gd name="connsiteX7" fmla="*/ 204787 w 900112"/>
                  <a:gd name="connsiteY7" fmla="*/ 620967 h 620967"/>
                  <a:gd name="connsiteX8" fmla="*/ 0 w 900112"/>
                  <a:gd name="connsiteY8" fmla="*/ 470949 h 620967"/>
                  <a:gd name="connsiteX0" fmla="*/ 0 w 897731"/>
                  <a:gd name="connsiteY0" fmla="*/ 470949 h 620967"/>
                  <a:gd name="connsiteX1" fmla="*/ 469106 w 897731"/>
                  <a:gd name="connsiteY1" fmla="*/ 39944 h 620967"/>
                  <a:gd name="connsiteX2" fmla="*/ 595313 w 897731"/>
                  <a:gd name="connsiteY2" fmla="*/ 37561 h 620967"/>
                  <a:gd name="connsiteX3" fmla="*/ 692944 w 897731"/>
                  <a:gd name="connsiteY3" fmla="*/ 156623 h 620967"/>
                  <a:gd name="connsiteX4" fmla="*/ 707231 w 897731"/>
                  <a:gd name="connsiteY4" fmla="*/ 87569 h 620967"/>
                  <a:gd name="connsiteX5" fmla="*/ 897731 w 897731"/>
                  <a:gd name="connsiteY5" fmla="*/ 101855 h 620967"/>
                  <a:gd name="connsiteX6" fmla="*/ 866774 w 897731"/>
                  <a:gd name="connsiteY6" fmla="*/ 309025 h 620967"/>
                  <a:gd name="connsiteX7" fmla="*/ 204787 w 897731"/>
                  <a:gd name="connsiteY7" fmla="*/ 620967 h 620967"/>
                  <a:gd name="connsiteX8" fmla="*/ 0 w 897731"/>
                  <a:gd name="connsiteY8" fmla="*/ 470949 h 620967"/>
                  <a:gd name="connsiteX0" fmla="*/ 0 w 904874"/>
                  <a:gd name="connsiteY0" fmla="*/ 470949 h 620967"/>
                  <a:gd name="connsiteX1" fmla="*/ 469106 w 904874"/>
                  <a:gd name="connsiteY1" fmla="*/ 39944 h 620967"/>
                  <a:gd name="connsiteX2" fmla="*/ 595313 w 904874"/>
                  <a:gd name="connsiteY2" fmla="*/ 37561 h 620967"/>
                  <a:gd name="connsiteX3" fmla="*/ 692944 w 904874"/>
                  <a:gd name="connsiteY3" fmla="*/ 156623 h 620967"/>
                  <a:gd name="connsiteX4" fmla="*/ 707231 w 904874"/>
                  <a:gd name="connsiteY4" fmla="*/ 87569 h 620967"/>
                  <a:gd name="connsiteX5" fmla="*/ 897731 w 904874"/>
                  <a:gd name="connsiteY5" fmla="*/ 101855 h 620967"/>
                  <a:gd name="connsiteX6" fmla="*/ 904874 w 904874"/>
                  <a:gd name="connsiteY6" fmla="*/ 328075 h 620967"/>
                  <a:gd name="connsiteX7" fmla="*/ 204787 w 904874"/>
                  <a:gd name="connsiteY7" fmla="*/ 620967 h 620967"/>
                  <a:gd name="connsiteX8" fmla="*/ 0 w 904874"/>
                  <a:gd name="connsiteY8" fmla="*/ 470949 h 620967"/>
                  <a:gd name="connsiteX0" fmla="*/ 0 w 897731"/>
                  <a:gd name="connsiteY0" fmla="*/ 470949 h 620967"/>
                  <a:gd name="connsiteX1" fmla="*/ 469106 w 897731"/>
                  <a:gd name="connsiteY1" fmla="*/ 39944 h 620967"/>
                  <a:gd name="connsiteX2" fmla="*/ 595313 w 897731"/>
                  <a:gd name="connsiteY2" fmla="*/ 37561 h 620967"/>
                  <a:gd name="connsiteX3" fmla="*/ 692944 w 897731"/>
                  <a:gd name="connsiteY3" fmla="*/ 156623 h 620967"/>
                  <a:gd name="connsiteX4" fmla="*/ 707231 w 897731"/>
                  <a:gd name="connsiteY4" fmla="*/ 87569 h 620967"/>
                  <a:gd name="connsiteX5" fmla="*/ 897731 w 897731"/>
                  <a:gd name="connsiteY5" fmla="*/ 101855 h 620967"/>
                  <a:gd name="connsiteX6" fmla="*/ 881062 w 897731"/>
                  <a:gd name="connsiteY6" fmla="*/ 320932 h 620967"/>
                  <a:gd name="connsiteX7" fmla="*/ 204787 w 897731"/>
                  <a:gd name="connsiteY7" fmla="*/ 620967 h 620967"/>
                  <a:gd name="connsiteX8" fmla="*/ 0 w 897731"/>
                  <a:gd name="connsiteY8" fmla="*/ 470949 h 620967"/>
                  <a:gd name="connsiteX0" fmla="*/ 0 w 897731"/>
                  <a:gd name="connsiteY0" fmla="*/ 470949 h 568579"/>
                  <a:gd name="connsiteX1" fmla="*/ 469106 w 897731"/>
                  <a:gd name="connsiteY1" fmla="*/ 39944 h 568579"/>
                  <a:gd name="connsiteX2" fmla="*/ 595313 w 897731"/>
                  <a:gd name="connsiteY2" fmla="*/ 37561 h 568579"/>
                  <a:gd name="connsiteX3" fmla="*/ 692944 w 897731"/>
                  <a:gd name="connsiteY3" fmla="*/ 156623 h 568579"/>
                  <a:gd name="connsiteX4" fmla="*/ 707231 w 897731"/>
                  <a:gd name="connsiteY4" fmla="*/ 87569 h 568579"/>
                  <a:gd name="connsiteX5" fmla="*/ 897731 w 897731"/>
                  <a:gd name="connsiteY5" fmla="*/ 101855 h 568579"/>
                  <a:gd name="connsiteX6" fmla="*/ 881062 w 897731"/>
                  <a:gd name="connsiteY6" fmla="*/ 320932 h 568579"/>
                  <a:gd name="connsiteX7" fmla="*/ 83344 w 897731"/>
                  <a:gd name="connsiteY7" fmla="*/ 568579 h 568579"/>
                  <a:gd name="connsiteX8" fmla="*/ 0 w 897731"/>
                  <a:gd name="connsiteY8" fmla="*/ 470949 h 568579"/>
                  <a:gd name="connsiteX0" fmla="*/ 0 w 902493"/>
                  <a:gd name="connsiteY0" fmla="*/ 487618 h 568579"/>
                  <a:gd name="connsiteX1" fmla="*/ 473868 w 902493"/>
                  <a:gd name="connsiteY1" fmla="*/ 39944 h 568579"/>
                  <a:gd name="connsiteX2" fmla="*/ 600075 w 902493"/>
                  <a:gd name="connsiteY2" fmla="*/ 37561 h 568579"/>
                  <a:gd name="connsiteX3" fmla="*/ 697706 w 902493"/>
                  <a:gd name="connsiteY3" fmla="*/ 156623 h 568579"/>
                  <a:gd name="connsiteX4" fmla="*/ 711993 w 902493"/>
                  <a:gd name="connsiteY4" fmla="*/ 87569 h 568579"/>
                  <a:gd name="connsiteX5" fmla="*/ 902493 w 902493"/>
                  <a:gd name="connsiteY5" fmla="*/ 101855 h 568579"/>
                  <a:gd name="connsiteX6" fmla="*/ 885824 w 902493"/>
                  <a:gd name="connsiteY6" fmla="*/ 320932 h 568579"/>
                  <a:gd name="connsiteX7" fmla="*/ 88106 w 902493"/>
                  <a:gd name="connsiteY7" fmla="*/ 568579 h 568579"/>
                  <a:gd name="connsiteX8" fmla="*/ 0 w 902493"/>
                  <a:gd name="connsiteY8" fmla="*/ 487618 h 568579"/>
                  <a:gd name="connsiteX0" fmla="*/ 0 w 895349"/>
                  <a:gd name="connsiteY0" fmla="*/ 466187 h 568579"/>
                  <a:gd name="connsiteX1" fmla="*/ 466724 w 895349"/>
                  <a:gd name="connsiteY1" fmla="*/ 39944 h 568579"/>
                  <a:gd name="connsiteX2" fmla="*/ 592931 w 895349"/>
                  <a:gd name="connsiteY2" fmla="*/ 37561 h 568579"/>
                  <a:gd name="connsiteX3" fmla="*/ 690562 w 895349"/>
                  <a:gd name="connsiteY3" fmla="*/ 156623 h 568579"/>
                  <a:gd name="connsiteX4" fmla="*/ 704849 w 895349"/>
                  <a:gd name="connsiteY4" fmla="*/ 87569 h 568579"/>
                  <a:gd name="connsiteX5" fmla="*/ 895349 w 895349"/>
                  <a:gd name="connsiteY5" fmla="*/ 101855 h 568579"/>
                  <a:gd name="connsiteX6" fmla="*/ 878680 w 895349"/>
                  <a:gd name="connsiteY6" fmla="*/ 320932 h 568579"/>
                  <a:gd name="connsiteX7" fmla="*/ 80962 w 895349"/>
                  <a:gd name="connsiteY7" fmla="*/ 568579 h 568579"/>
                  <a:gd name="connsiteX8" fmla="*/ 0 w 895349"/>
                  <a:gd name="connsiteY8" fmla="*/ 466187 h 568579"/>
                  <a:gd name="connsiteX0" fmla="*/ 0 w 895349"/>
                  <a:gd name="connsiteY0" fmla="*/ 466187 h 563816"/>
                  <a:gd name="connsiteX1" fmla="*/ 466724 w 895349"/>
                  <a:gd name="connsiteY1" fmla="*/ 39944 h 563816"/>
                  <a:gd name="connsiteX2" fmla="*/ 592931 w 895349"/>
                  <a:gd name="connsiteY2" fmla="*/ 37561 h 563816"/>
                  <a:gd name="connsiteX3" fmla="*/ 690562 w 895349"/>
                  <a:gd name="connsiteY3" fmla="*/ 156623 h 563816"/>
                  <a:gd name="connsiteX4" fmla="*/ 704849 w 895349"/>
                  <a:gd name="connsiteY4" fmla="*/ 87569 h 563816"/>
                  <a:gd name="connsiteX5" fmla="*/ 895349 w 895349"/>
                  <a:gd name="connsiteY5" fmla="*/ 101855 h 563816"/>
                  <a:gd name="connsiteX6" fmla="*/ 878680 w 895349"/>
                  <a:gd name="connsiteY6" fmla="*/ 320932 h 563816"/>
                  <a:gd name="connsiteX7" fmla="*/ 66675 w 895349"/>
                  <a:gd name="connsiteY7" fmla="*/ 563816 h 563816"/>
                  <a:gd name="connsiteX8" fmla="*/ 0 w 895349"/>
                  <a:gd name="connsiteY8" fmla="*/ 466187 h 563816"/>
                  <a:gd name="connsiteX0" fmla="*/ 0 w 904874"/>
                  <a:gd name="connsiteY0" fmla="*/ 480474 h 563816"/>
                  <a:gd name="connsiteX1" fmla="*/ 476249 w 904874"/>
                  <a:gd name="connsiteY1" fmla="*/ 39944 h 563816"/>
                  <a:gd name="connsiteX2" fmla="*/ 602456 w 904874"/>
                  <a:gd name="connsiteY2" fmla="*/ 37561 h 563816"/>
                  <a:gd name="connsiteX3" fmla="*/ 700087 w 904874"/>
                  <a:gd name="connsiteY3" fmla="*/ 156623 h 563816"/>
                  <a:gd name="connsiteX4" fmla="*/ 714374 w 904874"/>
                  <a:gd name="connsiteY4" fmla="*/ 87569 h 563816"/>
                  <a:gd name="connsiteX5" fmla="*/ 904874 w 904874"/>
                  <a:gd name="connsiteY5" fmla="*/ 101855 h 563816"/>
                  <a:gd name="connsiteX6" fmla="*/ 888205 w 904874"/>
                  <a:gd name="connsiteY6" fmla="*/ 320932 h 563816"/>
                  <a:gd name="connsiteX7" fmla="*/ 76200 w 904874"/>
                  <a:gd name="connsiteY7" fmla="*/ 563816 h 563816"/>
                  <a:gd name="connsiteX8" fmla="*/ 0 w 904874"/>
                  <a:gd name="connsiteY8" fmla="*/ 480474 h 563816"/>
                  <a:gd name="connsiteX0" fmla="*/ 0 w 904874"/>
                  <a:gd name="connsiteY0" fmla="*/ 480474 h 573341"/>
                  <a:gd name="connsiteX1" fmla="*/ 476249 w 904874"/>
                  <a:gd name="connsiteY1" fmla="*/ 39944 h 573341"/>
                  <a:gd name="connsiteX2" fmla="*/ 602456 w 904874"/>
                  <a:gd name="connsiteY2" fmla="*/ 37561 h 573341"/>
                  <a:gd name="connsiteX3" fmla="*/ 700087 w 904874"/>
                  <a:gd name="connsiteY3" fmla="*/ 156623 h 573341"/>
                  <a:gd name="connsiteX4" fmla="*/ 714374 w 904874"/>
                  <a:gd name="connsiteY4" fmla="*/ 87569 h 573341"/>
                  <a:gd name="connsiteX5" fmla="*/ 904874 w 904874"/>
                  <a:gd name="connsiteY5" fmla="*/ 101855 h 573341"/>
                  <a:gd name="connsiteX6" fmla="*/ 888205 w 904874"/>
                  <a:gd name="connsiteY6" fmla="*/ 320932 h 573341"/>
                  <a:gd name="connsiteX7" fmla="*/ 90487 w 904874"/>
                  <a:gd name="connsiteY7" fmla="*/ 573341 h 573341"/>
                  <a:gd name="connsiteX8" fmla="*/ 0 w 904874"/>
                  <a:gd name="connsiteY8" fmla="*/ 480474 h 573341"/>
                  <a:gd name="connsiteX0" fmla="*/ 0 w 904874"/>
                  <a:gd name="connsiteY0" fmla="*/ 480474 h 573341"/>
                  <a:gd name="connsiteX1" fmla="*/ 476249 w 904874"/>
                  <a:gd name="connsiteY1" fmla="*/ 39944 h 573341"/>
                  <a:gd name="connsiteX2" fmla="*/ 602456 w 904874"/>
                  <a:gd name="connsiteY2" fmla="*/ 37561 h 573341"/>
                  <a:gd name="connsiteX3" fmla="*/ 700087 w 904874"/>
                  <a:gd name="connsiteY3" fmla="*/ 156623 h 573341"/>
                  <a:gd name="connsiteX4" fmla="*/ 714374 w 904874"/>
                  <a:gd name="connsiteY4" fmla="*/ 87569 h 573341"/>
                  <a:gd name="connsiteX5" fmla="*/ 904874 w 904874"/>
                  <a:gd name="connsiteY5" fmla="*/ 101855 h 573341"/>
                  <a:gd name="connsiteX6" fmla="*/ 888205 w 904874"/>
                  <a:gd name="connsiteY6" fmla="*/ 320932 h 573341"/>
                  <a:gd name="connsiteX7" fmla="*/ 821531 w 904874"/>
                  <a:gd name="connsiteY7" fmla="*/ 337600 h 573341"/>
                  <a:gd name="connsiteX8" fmla="*/ 90487 w 904874"/>
                  <a:gd name="connsiteY8" fmla="*/ 573341 h 573341"/>
                  <a:gd name="connsiteX9" fmla="*/ 0 w 904874"/>
                  <a:gd name="connsiteY9"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90487 w 1059656"/>
                  <a:gd name="connsiteY8" fmla="*/ 573341 h 573341"/>
                  <a:gd name="connsiteX9" fmla="*/ 0 w 1059656"/>
                  <a:gd name="connsiteY9"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862012 w 1059656"/>
                  <a:gd name="connsiteY8" fmla="*/ 480475 h 573341"/>
                  <a:gd name="connsiteX9" fmla="*/ 90487 w 1059656"/>
                  <a:gd name="connsiteY9" fmla="*/ 573341 h 573341"/>
                  <a:gd name="connsiteX10" fmla="*/ 0 w 1059656"/>
                  <a:gd name="connsiteY10"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973930 w 1059656"/>
                  <a:gd name="connsiteY8" fmla="*/ 561437 h 573341"/>
                  <a:gd name="connsiteX9" fmla="*/ 90487 w 1059656"/>
                  <a:gd name="connsiteY9" fmla="*/ 573341 h 573341"/>
                  <a:gd name="connsiteX10" fmla="*/ 0 w 1059656"/>
                  <a:gd name="connsiteY10" fmla="*/ 480474 h 573341"/>
                  <a:gd name="connsiteX0" fmla="*/ 0 w 1062142"/>
                  <a:gd name="connsiteY0" fmla="*/ 480474 h 573341"/>
                  <a:gd name="connsiteX1" fmla="*/ 476249 w 1062142"/>
                  <a:gd name="connsiteY1" fmla="*/ 39944 h 573341"/>
                  <a:gd name="connsiteX2" fmla="*/ 602456 w 1062142"/>
                  <a:gd name="connsiteY2" fmla="*/ 37561 h 573341"/>
                  <a:gd name="connsiteX3" fmla="*/ 700087 w 1062142"/>
                  <a:gd name="connsiteY3" fmla="*/ 156623 h 573341"/>
                  <a:gd name="connsiteX4" fmla="*/ 714374 w 1062142"/>
                  <a:gd name="connsiteY4" fmla="*/ 87569 h 573341"/>
                  <a:gd name="connsiteX5" fmla="*/ 904874 w 1062142"/>
                  <a:gd name="connsiteY5" fmla="*/ 101855 h 573341"/>
                  <a:gd name="connsiteX6" fmla="*/ 888205 w 1062142"/>
                  <a:gd name="connsiteY6" fmla="*/ 320932 h 573341"/>
                  <a:gd name="connsiteX7" fmla="*/ 1059656 w 1062142"/>
                  <a:gd name="connsiteY7" fmla="*/ 459044 h 573341"/>
                  <a:gd name="connsiteX8" fmla="*/ 1062037 w 1062142"/>
                  <a:gd name="connsiteY8" fmla="*/ 475713 h 573341"/>
                  <a:gd name="connsiteX9" fmla="*/ 973930 w 1062142"/>
                  <a:gd name="connsiteY9" fmla="*/ 561437 h 573341"/>
                  <a:gd name="connsiteX10" fmla="*/ 90487 w 1062142"/>
                  <a:gd name="connsiteY10" fmla="*/ 573341 h 573341"/>
                  <a:gd name="connsiteX11" fmla="*/ 0 w 1062142"/>
                  <a:gd name="connsiteY11"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90487 w 1059656"/>
                  <a:gd name="connsiteY10" fmla="*/ 573341 h 573341"/>
                  <a:gd name="connsiteX11" fmla="*/ 0 w 1059656"/>
                  <a:gd name="connsiteY11"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6256 w 1059656"/>
                  <a:gd name="connsiteY10" fmla="*/ 566200 h 573341"/>
                  <a:gd name="connsiteX11" fmla="*/ 90487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8637 w 1059656"/>
                  <a:gd name="connsiteY10" fmla="*/ 173293 h 573341"/>
                  <a:gd name="connsiteX11" fmla="*/ 90487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8637 w 1059656"/>
                  <a:gd name="connsiteY10" fmla="*/ 173293 h 573341"/>
                  <a:gd name="connsiteX11" fmla="*/ 100012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33399 w 1059656"/>
                  <a:gd name="connsiteY10" fmla="*/ 225681 h 573341"/>
                  <a:gd name="connsiteX11" fmla="*/ 100012 w 1059656"/>
                  <a:gd name="connsiteY11" fmla="*/ 573341 h 573341"/>
                  <a:gd name="connsiteX12" fmla="*/ 0 w 1059656"/>
                  <a:gd name="connsiteY12" fmla="*/ 480474 h 573341"/>
                  <a:gd name="connsiteX0" fmla="*/ 0 w 1059656"/>
                  <a:gd name="connsiteY0" fmla="*/ 480474 h 573344"/>
                  <a:gd name="connsiteX1" fmla="*/ 476249 w 1059656"/>
                  <a:gd name="connsiteY1" fmla="*/ 39944 h 573344"/>
                  <a:gd name="connsiteX2" fmla="*/ 602456 w 1059656"/>
                  <a:gd name="connsiteY2" fmla="*/ 37561 h 573344"/>
                  <a:gd name="connsiteX3" fmla="*/ 700087 w 1059656"/>
                  <a:gd name="connsiteY3" fmla="*/ 156623 h 573344"/>
                  <a:gd name="connsiteX4" fmla="*/ 714374 w 1059656"/>
                  <a:gd name="connsiteY4" fmla="*/ 87569 h 573344"/>
                  <a:gd name="connsiteX5" fmla="*/ 904874 w 1059656"/>
                  <a:gd name="connsiteY5" fmla="*/ 101855 h 573344"/>
                  <a:gd name="connsiteX6" fmla="*/ 888205 w 1059656"/>
                  <a:gd name="connsiteY6" fmla="*/ 320932 h 573344"/>
                  <a:gd name="connsiteX7" fmla="*/ 1059656 w 1059656"/>
                  <a:gd name="connsiteY7" fmla="*/ 459044 h 573344"/>
                  <a:gd name="connsiteX8" fmla="*/ 1057275 w 1059656"/>
                  <a:gd name="connsiteY8" fmla="*/ 461426 h 573344"/>
                  <a:gd name="connsiteX9" fmla="*/ 952499 w 1059656"/>
                  <a:gd name="connsiteY9" fmla="*/ 573344 h 573344"/>
                  <a:gd name="connsiteX10" fmla="*/ 533399 w 1059656"/>
                  <a:gd name="connsiteY10" fmla="*/ 225681 h 573344"/>
                  <a:gd name="connsiteX11" fmla="*/ 100012 w 1059656"/>
                  <a:gd name="connsiteY11" fmla="*/ 573341 h 573344"/>
                  <a:gd name="connsiteX12" fmla="*/ 0 w 1059656"/>
                  <a:gd name="connsiteY12" fmla="*/ 480474 h 573344"/>
                  <a:gd name="connsiteX0" fmla="*/ 0 w 1059656"/>
                  <a:gd name="connsiteY0" fmla="*/ 480474 h 573344"/>
                  <a:gd name="connsiteX1" fmla="*/ 476249 w 1059656"/>
                  <a:gd name="connsiteY1" fmla="*/ 39944 h 573344"/>
                  <a:gd name="connsiteX2" fmla="*/ 602456 w 1059656"/>
                  <a:gd name="connsiteY2" fmla="*/ 37561 h 573344"/>
                  <a:gd name="connsiteX3" fmla="*/ 700087 w 1059656"/>
                  <a:gd name="connsiteY3" fmla="*/ 156623 h 573344"/>
                  <a:gd name="connsiteX4" fmla="*/ 714374 w 1059656"/>
                  <a:gd name="connsiteY4" fmla="*/ 87569 h 573344"/>
                  <a:gd name="connsiteX5" fmla="*/ 904874 w 1059656"/>
                  <a:gd name="connsiteY5" fmla="*/ 101855 h 573344"/>
                  <a:gd name="connsiteX6" fmla="*/ 888205 w 1059656"/>
                  <a:gd name="connsiteY6" fmla="*/ 320932 h 573344"/>
                  <a:gd name="connsiteX7" fmla="*/ 1059656 w 1059656"/>
                  <a:gd name="connsiteY7" fmla="*/ 459044 h 573344"/>
                  <a:gd name="connsiteX8" fmla="*/ 1057275 w 1059656"/>
                  <a:gd name="connsiteY8" fmla="*/ 461426 h 573344"/>
                  <a:gd name="connsiteX9" fmla="*/ 952499 w 1059656"/>
                  <a:gd name="connsiteY9" fmla="*/ 573344 h 573344"/>
                  <a:gd name="connsiteX10" fmla="*/ 533399 w 1059656"/>
                  <a:gd name="connsiteY10" fmla="*/ 178056 h 573344"/>
                  <a:gd name="connsiteX11" fmla="*/ 100012 w 1059656"/>
                  <a:gd name="connsiteY11" fmla="*/ 573341 h 573344"/>
                  <a:gd name="connsiteX12" fmla="*/ 0 w 1059656"/>
                  <a:gd name="connsiteY12" fmla="*/ 480474 h 573344"/>
                  <a:gd name="connsiteX0" fmla="*/ 0 w 1059656"/>
                  <a:gd name="connsiteY0" fmla="*/ 477835 h 570705"/>
                  <a:gd name="connsiteX1" fmla="*/ 476249 w 1059656"/>
                  <a:gd name="connsiteY1" fmla="*/ 37305 h 570705"/>
                  <a:gd name="connsiteX2" fmla="*/ 590550 w 1059656"/>
                  <a:gd name="connsiteY2" fmla="*/ 39685 h 570705"/>
                  <a:gd name="connsiteX3" fmla="*/ 700087 w 1059656"/>
                  <a:gd name="connsiteY3" fmla="*/ 153984 h 570705"/>
                  <a:gd name="connsiteX4" fmla="*/ 714374 w 1059656"/>
                  <a:gd name="connsiteY4" fmla="*/ 84930 h 570705"/>
                  <a:gd name="connsiteX5" fmla="*/ 904874 w 1059656"/>
                  <a:gd name="connsiteY5" fmla="*/ 99216 h 570705"/>
                  <a:gd name="connsiteX6" fmla="*/ 888205 w 1059656"/>
                  <a:gd name="connsiteY6" fmla="*/ 318293 h 570705"/>
                  <a:gd name="connsiteX7" fmla="*/ 1059656 w 1059656"/>
                  <a:gd name="connsiteY7" fmla="*/ 456405 h 570705"/>
                  <a:gd name="connsiteX8" fmla="*/ 1057275 w 1059656"/>
                  <a:gd name="connsiteY8" fmla="*/ 458787 h 570705"/>
                  <a:gd name="connsiteX9" fmla="*/ 952499 w 1059656"/>
                  <a:gd name="connsiteY9" fmla="*/ 570705 h 570705"/>
                  <a:gd name="connsiteX10" fmla="*/ 533399 w 1059656"/>
                  <a:gd name="connsiteY10" fmla="*/ 175417 h 570705"/>
                  <a:gd name="connsiteX11" fmla="*/ 100012 w 1059656"/>
                  <a:gd name="connsiteY11" fmla="*/ 570702 h 570705"/>
                  <a:gd name="connsiteX12" fmla="*/ 0 w 1059656"/>
                  <a:gd name="connsiteY12" fmla="*/ 477835 h 570705"/>
                  <a:gd name="connsiteX0" fmla="*/ 0 w 1059656"/>
                  <a:gd name="connsiteY0" fmla="*/ 477835 h 570705"/>
                  <a:gd name="connsiteX1" fmla="*/ 476249 w 1059656"/>
                  <a:gd name="connsiteY1" fmla="*/ 37305 h 570705"/>
                  <a:gd name="connsiteX2" fmla="*/ 590550 w 1059656"/>
                  <a:gd name="connsiteY2" fmla="*/ 39685 h 570705"/>
                  <a:gd name="connsiteX3" fmla="*/ 700087 w 1059656"/>
                  <a:gd name="connsiteY3" fmla="*/ 153984 h 570705"/>
                  <a:gd name="connsiteX4" fmla="*/ 704849 w 1059656"/>
                  <a:gd name="connsiteY4" fmla="*/ 84930 h 570705"/>
                  <a:gd name="connsiteX5" fmla="*/ 904874 w 1059656"/>
                  <a:gd name="connsiteY5" fmla="*/ 99216 h 570705"/>
                  <a:gd name="connsiteX6" fmla="*/ 888205 w 1059656"/>
                  <a:gd name="connsiteY6" fmla="*/ 318293 h 570705"/>
                  <a:gd name="connsiteX7" fmla="*/ 1059656 w 1059656"/>
                  <a:gd name="connsiteY7" fmla="*/ 456405 h 570705"/>
                  <a:gd name="connsiteX8" fmla="*/ 1057275 w 1059656"/>
                  <a:gd name="connsiteY8" fmla="*/ 458787 h 570705"/>
                  <a:gd name="connsiteX9" fmla="*/ 952499 w 1059656"/>
                  <a:gd name="connsiteY9" fmla="*/ 570705 h 570705"/>
                  <a:gd name="connsiteX10" fmla="*/ 533399 w 1059656"/>
                  <a:gd name="connsiteY10" fmla="*/ 175417 h 570705"/>
                  <a:gd name="connsiteX11" fmla="*/ 100012 w 1059656"/>
                  <a:gd name="connsiteY11" fmla="*/ 570702 h 570705"/>
                  <a:gd name="connsiteX12" fmla="*/ 0 w 1059656"/>
                  <a:gd name="connsiteY12" fmla="*/ 477835 h 570705"/>
                  <a:gd name="connsiteX0" fmla="*/ 0 w 1062037"/>
                  <a:gd name="connsiteY0" fmla="*/ 465928 h 570705"/>
                  <a:gd name="connsiteX1" fmla="*/ 478630 w 1062037"/>
                  <a:gd name="connsiteY1" fmla="*/ 37305 h 570705"/>
                  <a:gd name="connsiteX2" fmla="*/ 592931 w 1062037"/>
                  <a:gd name="connsiteY2" fmla="*/ 39685 h 570705"/>
                  <a:gd name="connsiteX3" fmla="*/ 702468 w 1062037"/>
                  <a:gd name="connsiteY3" fmla="*/ 153984 h 570705"/>
                  <a:gd name="connsiteX4" fmla="*/ 707230 w 1062037"/>
                  <a:gd name="connsiteY4" fmla="*/ 84930 h 570705"/>
                  <a:gd name="connsiteX5" fmla="*/ 907255 w 1062037"/>
                  <a:gd name="connsiteY5" fmla="*/ 99216 h 570705"/>
                  <a:gd name="connsiteX6" fmla="*/ 890586 w 1062037"/>
                  <a:gd name="connsiteY6" fmla="*/ 318293 h 570705"/>
                  <a:gd name="connsiteX7" fmla="*/ 1062037 w 1062037"/>
                  <a:gd name="connsiteY7" fmla="*/ 456405 h 570705"/>
                  <a:gd name="connsiteX8" fmla="*/ 1059656 w 1062037"/>
                  <a:gd name="connsiteY8" fmla="*/ 458787 h 570705"/>
                  <a:gd name="connsiteX9" fmla="*/ 954880 w 1062037"/>
                  <a:gd name="connsiteY9" fmla="*/ 570705 h 570705"/>
                  <a:gd name="connsiteX10" fmla="*/ 535780 w 1062037"/>
                  <a:gd name="connsiteY10" fmla="*/ 175417 h 570705"/>
                  <a:gd name="connsiteX11" fmla="*/ 102393 w 1062037"/>
                  <a:gd name="connsiteY11" fmla="*/ 570702 h 570705"/>
                  <a:gd name="connsiteX12" fmla="*/ 0 w 1062037"/>
                  <a:gd name="connsiteY12" fmla="*/ 465928 h 570705"/>
                  <a:gd name="connsiteX0" fmla="*/ 0 w 1062037"/>
                  <a:gd name="connsiteY0" fmla="*/ 467049 h 571826"/>
                  <a:gd name="connsiteX1" fmla="*/ 469105 w 1062037"/>
                  <a:gd name="connsiteY1" fmla="*/ 36045 h 571826"/>
                  <a:gd name="connsiteX2" fmla="*/ 592931 w 1062037"/>
                  <a:gd name="connsiteY2" fmla="*/ 40806 h 571826"/>
                  <a:gd name="connsiteX3" fmla="*/ 702468 w 1062037"/>
                  <a:gd name="connsiteY3" fmla="*/ 155105 h 571826"/>
                  <a:gd name="connsiteX4" fmla="*/ 707230 w 1062037"/>
                  <a:gd name="connsiteY4" fmla="*/ 86051 h 571826"/>
                  <a:gd name="connsiteX5" fmla="*/ 907255 w 1062037"/>
                  <a:gd name="connsiteY5" fmla="*/ 100337 h 571826"/>
                  <a:gd name="connsiteX6" fmla="*/ 890586 w 1062037"/>
                  <a:gd name="connsiteY6" fmla="*/ 319414 h 571826"/>
                  <a:gd name="connsiteX7" fmla="*/ 1062037 w 1062037"/>
                  <a:gd name="connsiteY7" fmla="*/ 457526 h 571826"/>
                  <a:gd name="connsiteX8" fmla="*/ 1059656 w 1062037"/>
                  <a:gd name="connsiteY8" fmla="*/ 459908 h 571826"/>
                  <a:gd name="connsiteX9" fmla="*/ 954880 w 1062037"/>
                  <a:gd name="connsiteY9" fmla="*/ 571826 h 571826"/>
                  <a:gd name="connsiteX10" fmla="*/ 535780 w 1062037"/>
                  <a:gd name="connsiteY10" fmla="*/ 176538 h 571826"/>
                  <a:gd name="connsiteX11" fmla="*/ 102393 w 1062037"/>
                  <a:gd name="connsiteY11" fmla="*/ 571823 h 571826"/>
                  <a:gd name="connsiteX12" fmla="*/ 0 w 1062037"/>
                  <a:gd name="connsiteY12" fmla="*/ 467049 h 571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2037" h="571826">
                    <a:moveTo>
                      <a:pt x="0" y="467049"/>
                    </a:moveTo>
                    <a:lnTo>
                      <a:pt x="469105" y="36045"/>
                    </a:lnTo>
                    <a:cubicBezTo>
                      <a:pt x="511174" y="-7612"/>
                      <a:pt x="534193" y="-17931"/>
                      <a:pt x="592931" y="40806"/>
                    </a:cubicBezTo>
                    <a:lnTo>
                      <a:pt x="702468" y="155105"/>
                    </a:lnTo>
                    <a:lnTo>
                      <a:pt x="707230" y="86051"/>
                    </a:lnTo>
                    <a:lnTo>
                      <a:pt x="907255" y="100337"/>
                    </a:lnTo>
                    <a:lnTo>
                      <a:pt x="890586" y="319414"/>
                    </a:lnTo>
                    <a:lnTo>
                      <a:pt x="1062037" y="457526"/>
                    </a:lnTo>
                    <a:cubicBezTo>
                      <a:pt x="1061243" y="460701"/>
                      <a:pt x="1060450" y="456733"/>
                      <a:pt x="1059656" y="459908"/>
                    </a:cubicBezTo>
                    <a:lnTo>
                      <a:pt x="954880" y="571826"/>
                    </a:lnTo>
                    <a:lnTo>
                      <a:pt x="535780" y="176538"/>
                    </a:lnTo>
                    <a:lnTo>
                      <a:pt x="102393" y="571823"/>
                    </a:lnTo>
                    <a:lnTo>
                      <a:pt x="0" y="467049"/>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9" name="Oval 28">
              <a:extLst>
                <a:ext uri="{FF2B5EF4-FFF2-40B4-BE49-F238E27FC236}">
                  <a16:creationId xmlns:a16="http://schemas.microsoft.com/office/drawing/2014/main" id="{78AC0D96-AD1D-F056-ABE5-8FE0C81006F6}"/>
                </a:ext>
              </a:extLst>
            </p:cNvPr>
            <p:cNvSpPr/>
            <p:nvPr/>
          </p:nvSpPr>
          <p:spPr bwMode="auto">
            <a:xfrm>
              <a:off x="2610151" y="4799642"/>
              <a:ext cx="91440" cy="91440"/>
            </a:xfrm>
            <a:prstGeom prst="ellipse">
              <a:avLst/>
            </a:prstGeom>
            <a:solidFill>
              <a:schemeClr val="bg1"/>
            </a:solidFill>
            <a:ln>
              <a:no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solidFill>
                  <a:srgbClr val="0C2870"/>
                </a:solidFill>
                <a:latin typeface="Arial" charset="0"/>
                <a:ea typeface="+mn-ea"/>
                <a:cs typeface="Times New Roman" pitchFamily="18" charset="0"/>
              </a:endParaRPr>
            </a:p>
          </p:txBody>
        </p:sp>
      </p:grpSp>
      <p:sp>
        <p:nvSpPr>
          <p:cNvPr id="33" name="Oval 56">
            <a:extLst>
              <a:ext uri="{FF2B5EF4-FFF2-40B4-BE49-F238E27FC236}">
                <a16:creationId xmlns:a16="http://schemas.microsoft.com/office/drawing/2014/main" id="{695AF857-CF2F-F0D4-1F65-9E10920AAB5A}"/>
              </a:ext>
            </a:extLst>
          </p:cNvPr>
          <p:cNvSpPr>
            <a:spLocks noChangeAspect="1"/>
          </p:cNvSpPr>
          <p:nvPr/>
        </p:nvSpPr>
        <p:spPr>
          <a:xfrm>
            <a:off x="7670837" y="3920615"/>
            <a:ext cx="452125" cy="1062270"/>
          </a:xfrm>
          <a:custGeom>
            <a:avLst/>
            <a:gdLst/>
            <a:ahLst/>
            <a:cxnLst/>
            <a:rect l="l" t="t" r="r" b="b"/>
            <a:pathLst>
              <a:path w="267652" h="628851">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 Box 4">
            <a:extLst>
              <a:ext uri="{FF2B5EF4-FFF2-40B4-BE49-F238E27FC236}">
                <a16:creationId xmlns:a16="http://schemas.microsoft.com/office/drawing/2014/main" id="{3E95C3A5-2492-8213-70FE-6B7D37103CE1}"/>
              </a:ext>
            </a:extLst>
          </p:cNvPr>
          <p:cNvSpPr txBox="1">
            <a:spLocks noChangeArrowheads="1"/>
          </p:cNvSpPr>
          <p:nvPr/>
        </p:nvSpPr>
        <p:spPr bwMode="auto">
          <a:xfrm>
            <a:off x="8259630" y="4068256"/>
            <a:ext cx="585133" cy="766987"/>
          </a:xfrm>
          <a:prstGeom prst="rect">
            <a:avLst/>
          </a:prstGeom>
          <a:noFill/>
          <a:ln w="6350">
            <a:noFill/>
            <a:miter lim="800000"/>
            <a:headEnd/>
            <a:tailEnd/>
          </a:ln>
        </p:spPr>
        <p:txBody>
          <a:bodyPr wrap="none" lIns="45720" rIns="45720" anchorCtr="1">
            <a:spAutoFit/>
          </a:bodyPr>
          <a:lstStyle/>
          <a:p>
            <a:pPr eaLnBrk="0" hangingPunct="0">
              <a:spcBef>
                <a:spcPct val="50000"/>
              </a:spcBef>
            </a:pPr>
            <a:r>
              <a:rPr lang="en-US" sz="3600" b="1" dirty="0">
                <a:solidFill>
                  <a:schemeClr val="tx2"/>
                </a:solidFill>
                <a:latin typeface="Verdana" pitchFamily="34" charset="0"/>
              </a:rPr>
              <a:t>=</a:t>
            </a:r>
          </a:p>
        </p:txBody>
      </p:sp>
      <p:grpSp>
        <p:nvGrpSpPr>
          <p:cNvPr id="35" name="Group 34">
            <a:extLst>
              <a:ext uri="{FF2B5EF4-FFF2-40B4-BE49-F238E27FC236}">
                <a16:creationId xmlns:a16="http://schemas.microsoft.com/office/drawing/2014/main" id="{7F2592BB-2057-9468-9FC7-313049BE0E61}"/>
              </a:ext>
            </a:extLst>
          </p:cNvPr>
          <p:cNvGrpSpPr/>
          <p:nvPr/>
        </p:nvGrpSpPr>
        <p:grpSpPr>
          <a:xfrm>
            <a:off x="8965649" y="3712216"/>
            <a:ext cx="697341" cy="613759"/>
            <a:chOff x="454179" y="2390450"/>
            <a:chExt cx="1062037" cy="955224"/>
          </a:xfrm>
        </p:grpSpPr>
        <p:sp>
          <p:nvSpPr>
            <p:cNvPr id="36" name="Flowchart: Process 5">
              <a:extLst>
                <a:ext uri="{FF2B5EF4-FFF2-40B4-BE49-F238E27FC236}">
                  <a16:creationId xmlns:a16="http://schemas.microsoft.com/office/drawing/2014/main" id="{A9FA168A-7602-F7A0-2658-020F013C75A0}"/>
                </a:ext>
              </a:extLst>
            </p:cNvPr>
            <p:cNvSpPr/>
            <p:nvPr/>
          </p:nvSpPr>
          <p:spPr>
            <a:xfrm>
              <a:off x="587360" y="2507650"/>
              <a:ext cx="773146" cy="838024"/>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0 h 10983"/>
                <a:gd name="connsiteX1" fmla="*/ 10000 w 10000"/>
                <a:gd name="connsiteY1" fmla="*/ 983 h 10983"/>
                <a:gd name="connsiteX2" fmla="*/ 10000 w 10000"/>
                <a:gd name="connsiteY2" fmla="*/ 10983 h 10983"/>
                <a:gd name="connsiteX3" fmla="*/ 0 w 10000"/>
                <a:gd name="connsiteY3" fmla="*/ 10983 h 10983"/>
                <a:gd name="connsiteX4" fmla="*/ 0 w 10000"/>
                <a:gd name="connsiteY4" fmla="*/ 0 h 10983"/>
                <a:gd name="connsiteX0" fmla="*/ 200 w 10200"/>
                <a:gd name="connsiteY0" fmla="*/ 0 h 11099"/>
                <a:gd name="connsiteX1" fmla="*/ 10200 w 10200"/>
                <a:gd name="connsiteY1" fmla="*/ 983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10167 w 10200"/>
                <a:gd name="connsiteY1" fmla="*/ 694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10067 w 10200"/>
                <a:gd name="connsiteY1" fmla="*/ 289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5267 w 10200"/>
                <a:gd name="connsiteY1" fmla="*/ 116 h 11099"/>
                <a:gd name="connsiteX2" fmla="*/ 10067 w 10200"/>
                <a:gd name="connsiteY2" fmla="*/ 289 h 11099"/>
                <a:gd name="connsiteX3" fmla="*/ 10200 w 10200"/>
                <a:gd name="connsiteY3" fmla="*/ 10983 h 11099"/>
                <a:gd name="connsiteX4" fmla="*/ 0 w 10200"/>
                <a:gd name="connsiteY4" fmla="*/ 11099 h 11099"/>
                <a:gd name="connsiteX5" fmla="*/ 200 w 10200"/>
                <a:gd name="connsiteY5" fmla="*/ 0 h 11099"/>
                <a:gd name="connsiteX0" fmla="*/ 200 w 10200"/>
                <a:gd name="connsiteY0" fmla="*/ 7687 h 18786"/>
                <a:gd name="connsiteX1" fmla="*/ 5167 w 10200"/>
                <a:gd name="connsiteY1" fmla="*/ 0 h 18786"/>
                <a:gd name="connsiteX2" fmla="*/ 10067 w 10200"/>
                <a:gd name="connsiteY2" fmla="*/ 7976 h 18786"/>
                <a:gd name="connsiteX3" fmla="*/ 10200 w 10200"/>
                <a:gd name="connsiteY3" fmla="*/ 18670 h 18786"/>
                <a:gd name="connsiteX4" fmla="*/ 0 w 10200"/>
                <a:gd name="connsiteY4" fmla="*/ 18786 h 18786"/>
                <a:gd name="connsiteX5" fmla="*/ 200 w 10200"/>
                <a:gd name="connsiteY5" fmla="*/ 7687 h 1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0" h="18786">
                  <a:moveTo>
                    <a:pt x="200" y="7687"/>
                  </a:moveTo>
                  <a:lnTo>
                    <a:pt x="5167" y="0"/>
                  </a:lnTo>
                  <a:lnTo>
                    <a:pt x="10067" y="7976"/>
                  </a:lnTo>
                  <a:cubicBezTo>
                    <a:pt x="10078" y="11406"/>
                    <a:pt x="10189" y="15240"/>
                    <a:pt x="10200" y="18670"/>
                  </a:cubicBezTo>
                  <a:lnTo>
                    <a:pt x="0" y="18786"/>
                  </a:lnTo>
                  <a:cubicBezTo>
                    <a:pt x="67" y="15086"/>
                    <a:pt x="133" y="11387"/>
                    <a:pt x="200" y="7687"/>
                  </a:cubicBezTo>
                  <a:close/>
                </a:path>
              </a:pathLst>
            </a:cu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F953C65C-111E-B6A8-5DE2-7E9782836DD5}"/>
                </a:ext>
              </a:extLst>
            </p:cNvPr>
            <p:cNvSpPr/>
            <p:nvPr/>
          </p:nvSpPr>
          <p:spPr>
            <a:xfrm>
              <a:off x="700307" y="2903057"/>
              <a:ext cx="263398" cy="43752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
              <a:extLst>
                <a:ext uri="{FF2B5EF4-FFF2-40B4-BE49-F238E27FC236}">
                  <a16:creationId xmlns:a16="http://schemas.microsoft.com/office/drawing/2014/main" id="{DDC45327-82D4-5613-863E-27FB1F9844AD}"/>
                </a:ext>
              </a:extLst>
            </p:cNvPr>
            <p:cNvSpPr/>
            <p:nvPr/>
          </p:nvSpPr>
          <p:spPr>
            <a:xfrm>
              <a:off x="454179" y="2390450"/>
              <a:ext cx="1062037" cy="571826"/>
            </a:xfrm>
            <a:custGeom>
              <a:avLst/>
              <a:gdLst>
                <a:gd name="connsiteX0" fmla="*/ 0 w 666750"/>
                <a:gd name="connsiteY0" fmla="*/ 0 h 595312"/>
                <a:gd name="connsiteX1" fmla="*/ 666750 w 666750"/>
                <a:gd name="connsiteY1" fmla="*/ 0 h 595312"/>
                <a:gd name="connsiteX2" fmla="*/ 666750 w 666750"/>
                <a:gd name="connsiteY2" fmla="*/ 595312 h 595312"/>
                <a:gd name="connsiteX3" fmla="*/ 0 w 666750"/>
                <a:gd name="connsiteY3" fmla="*/ 595312 h 595312"/>
                <a:gd name="connsiteX4" fmla="*/ 0 w 666750"/>
                <a:gd name="connsiteY4" fmla="*/ 0 h 595312"/>
                <a:gd name="connsiteX0" fmla="*/ 0 w 871537"/>
                <a:gd name="connsiteY0" fmla="*/ 445294 h 595312"/>
                <a:gd name="connsiteX1" fmla="*/ 871537 w 871537"/>
                <a:gd name="connsiteY1" fmla="*/ 0 h 595312"/>
                <a:gd name="connsiteX2" fmla="*/ 871537 w 871537"/>
                <a:gd name="connsiteY2" fmla="*/ 595312 h 595312"/>
                <a:gd name="connsiteX3" fmla="*/ 204787 w 871537"/>
                <a:gd name="connsiteY3" fmla="*/ 595312 h 595312"/>
                <a:gd name="connsiteX4" fmla="*/ 0 w 871537"/>
                <a:gd name="connsiteY4" fmla="*/ 445294 h 595312"/>
                <a:gd name="connsiteX0" fmla="*/ 0 w 871537"/>
                <a:gd name="connsiteY0" fmla="*/ 445294 h 595312"/>
                <a:gd name="connsiteX1" fmla="*/ 521494 w 871537"/>
                <a:gd name="connsiteY1" fmla="*/ 176213 h 595312"/>
                <a:gd name="connsiteX2" fmla="*/ 871537 w 871537"/>
                <a:gd name="connsiteY2" fmla="*/ 0 h 595312"/>
                <a:gd name="connsiteX3" fmla="*/ 871537 w 871537"/>
                <a:gd name="connsiteY3" fmla="*/ 595312 h 595312"/>
                <a:gd name="connsiteX4" fmla="*/ 204787 w 871537"/>
                <a:gd name="connsiteY4" fmla="*/ 595312 h 595312"/>
                <a:gd name="connsiteX5" fmla="*/ 0 w 871537"/>
                <a:gd name="connsiteY5" fmla="*/ 445294 h 595312"/>
                <a:gd name="connsiteX0" fmla="*/ 0 w 871537"/>
                <a:gd name="connsiteY0" fmla="*/ 450056 h 600074"/>
                <a:gd name="connsiteX1" fmla="*/ 500063 w 871537"/>
                <a:gd name="connsiteY1" fmla="*/ 0 h 600074"/>
                <a:gd name="connsiteX2" fmla="*/ 871537 w 871537"/>
                <a:gd name="connsiteY2" fmla="*/ 4762 h 600074"/>
                <a:gd name="connsiteX3" fmla="*/ 871537 w 871537"/>
                <a:gd name="connsiteY3" fmla="*/ 600074 h 600074"/>
                <a:gd name="connsiteX4" fmla="*/ 204787 w 871537"/>
                <a:gd name="connsiteY4" fmla="*/ 600074 h 600074"/>
                <a:gd name="connsiteX5" fmla="*/ 0 w 871537"/>
                <a:gd name="connsiteY5" fmla="*/ 450056 h 600074"/>
                <a:gd name="connsiteX0" fmla="*/ 0 w 871537"/>
                <a:gd name="connsiteY0" fmla="*/ 450056 h 600074"/>
                <a:gd name="connsiteX1" fmla="*/ 500063 w 871537"/>
                <a:gd name="connsiteY1" fmla="*/ 0 h 600074"/>
                <a:gd name="connsiteX2" fmla="*/ 692944 w 871537"/>
                <a:gd name="connsiteY2" fmla="*/ 135730 h 600074"/>
                <a:gd name="connsiteX3" fmla="*/ 871537 w 871537"/>
                <a:gd name="connsiteY3" fmla="*/ 600074 h 600074"/>
                <a:gd name="connsiteX4" fmla="*/ 204787 w 871537"/>
                <a:gd name="connsiteY4" fmla="*/ 600074 h 600074"/>
                <a:gd name="connsiteX5" fmla="*/ 0 w 871537"/>
                <a:gd name="connsiteY5" fmla="*/ 450056 h 600074"/>
                <a:gd name="connsiteX0" fmla="*/ 0 w 871537"/>
                <a:gd name="connsiteY0" fmla="*/ 461962 h 611980"/>
                <a:gd name="connsiteX1" fmla="*/ 502444 w 871537"/>
                <a:gd name="connsiteY1" fmla="*/ 0 h 611980"/>
                <a:gd name="connsiteX2" fmla="*/ 692944 w 871537"/>
                <a:gd name="connsiteY2" fmla="*/ 147636 h 611980"/>
                <a:gd name="connsiteX3" fmla="*/ 871537 w 871537"/>
                <a:gd name="connsiteY3" fmla="*/ 611980 h 611980"/>
                <a:gd name="connsiteX4" fmla="*/ 204787 w 871537"/>
                <a:gd name="connsiteY4" fmla="*/ 611980 h 611980"/>
                <a:gd name="connsiteX5" fmla="*/ 0 w 871537"/>
                <a:gd name="connsiteY5" fmla="*/ 461962 h 611980"/>
                <a:gd name="connsiteX0" fmla="*/ 0 w 871537"/>
                <a:gd name="connsiteY0" fmla="*/ 431005 h 581023"/>
                <a:gd name="connsiteX1" fmla="*/ 469106 w 871537"/>
                <a:gd name="connsiteY1" fmla="*/ 0 h 581023"/>
                <a:gd name="connsiteX2" fmla="*/ 692944 w 871537"/>
                <a:gd name="connsiteY2" fmla="*/ 116679 h 581023"/>
                <a:gd name="connsiteX3" fmla="*/ 871537 w 871537"/>
                <a:gd name="connsiteY3" fmla="*/ 581023 h 581023"/>
                <a:gd name="connsiteX4" fmla="*/ 204787 w 871537"/>
                <a:gd name="connsiteY4" fmla="*/ 581023 h 581023"/>
                <a:gd name="connsiteX5" fmla="*/ 0 w 871537"/>
                <a:gd name="connsiteY5" fmla="*/ 431005 h 581023"/>
                <a:gd name="connsiteX0" fmla="*/ 0 w 871537"/>
                <a:gd name="connsiteY0" fmla="*/ 431005 h 581023"/>
                <a:gd name="connsiteX1" fmla="*/ 469106 w 871537"/>
                <a:gd name="connsiteY1" fmla="*/ 0 h 581023"/>
                <a:gd name="connsiteX2" fmla="*/ 578644 w 871537"/>
                <a:gd name="connsiteY2" fmla="*/ 59530 h 581023"/>
                <a:gd name="connsiteX3" fmla="*/ 692944 w 871537"/>
                <a:gd name="connsiteY3" fmla="*/ 116679 h 581023"/>
                <a:gd name="connsiteX4" fmla="*/ 871537 w 871537"/>
                <a:gd name="connsiteY4" fmla="*/ 581023 h 581023"/>
                <a:gd name="connsiteX5" fmla="*/ 204787 w 871537"/>
                <a:gd name="connsiteY5" fmla="*/ 581023 h 581023"/>
                <a:gd name="connsiteX6" fmla="*/ 0 w 871537"/>
                <a:gd name="connsiteY6" fmla="*/ 431005 h 581023"/>
                <a:gd name="connsiteX0" fmla="*/ 0 w 871537"/>
                <a:gd name="connsiteY0" fmla="*/ 433388 h 583406"/>
                <a:gd name="connsiteX1" fmla="*/ 469106 w 871537"/>
                <a:gd name="connsiteY1" fmla="*/ 2383 h 583406"/>
                <a:gd name="connsiteX2" fmla="*/ 595313 w 871537"/>
                <a:gd name="connsiteY2" fmla="*/ 0 h 583406"/>
                <a:gd name="connsiteX3" fmla="*/ 692944 w 871537"/>
                <a:gd name="connsiteY3" fmla="*/ 119062 h 583406"/>
                <a:gd name="connsiteX4" fmla="*/ 871537 w 871537"/>
                <a:gd name="connsiteY4" fmla="*/ 583406 h 583406"/>
                <a:gd name="connsiteX5" fmla="*/ 204787 w 871537"/>
                <a:gd name="connsiteY5" fmla="*/ 583406 h 583406"/>
                <a:gd name="connsiteX6" fmla="*/ 0 w 871537"/>
                <a:gd name="connsiteY6" fmla="*/ 433388 h 583406"/>
                <a:gd name="connsiteX0" fmla="*/ 0 w 871537"/>
                <a:gd name="connsiteY0" fmla="*/ 459059 h 609077"/>
                <a:gd name="connsiteX1" fmla="*/ 469106 w 871537"/>
                <a:gd name="connsiteY1" fmla="*/ 28054 h 609077"/>
                <a:gd name="connsiteX2" fmla="*/ 595313 w 871537"/>
                <a:gd name="connsiteY2" fmla="*/ 25671 h 609077"/>
                <a:gd name="connsiteX3" fmla="*/ 692944 w 871537"/>
                <a:gd name="connsiteY3" fmla="*/ 144733 h 609077"/>
                <a:gd name="connsiteX4" fmla="*/ 871537 w 871537"/>
                <a:gd name="connsiteY4" fmla="*/ 609077 h 609077"/>
                <a:gd name="connsiteX5" fmla="*/ 204787 w 871537"/>
                <a:gd name="connsiteY5" fmla="*/ 609077 h 609077"/>
                <a:gd name="connsiteX6" fmla="*/ 0 w 871537"/>
                <a:gd name="connsiteY6" fmla="*/ 459059 h 60907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871537 w 871537"/>
                <a:gd name="connsiteY4" fmla="*/ 620967 h 620967"/>
                <a:gd name="connsiteX5" fmla="*/ 204787 w 871537"/>
                <a:gd name="connsiteY5" fmla="*/ 620967 h 620967"/>
                <a:gd name="connsiteX6" fmla="*/ 0 w 871537"/>
                <a:gd name="connsiteY6"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04850 w 871537"/>
                <a:gd name="connsiteY4" fmla="*/ 199488 h 620967"/>
                <a:gd name="connsiteX5" fmla="*/ 871537 w 871537"/>
                <a:gd name="connsiteY5" fmla="*/ 620967 h 620967"/>
                <a:gd name="connsiteX6" fmla="*/ 204787 w 871537"/>
                <a:gd name="connsiteY6" fmla="*/ 620967 h 620967"/>
                <a:gd name="connsiteX7" fmla="*/ 0 w 871537"/>
                <a:gd name="connsiteY7"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16756 w 871537"/>
                <a:gd name="connsiteY4" fmla="*/ 89950 h 620967"/>
                <a:gd name="connsiteX5" fmla="*/ 871537 w 871537"/>
                <a:gd name="connsiteY5" fmla="*/ 620967 h 620967"/>
                <a:gd name="connsiteX6" fmla="*/ 204787 w 871537"/>
                <a:gd name="connsiteY6" fmla="*/ 620967 h 620967"/>
                <a:gd name="connsiteX7" fmla="*/ 0 w 871537"/>
                <a:gd name="connsiteY7"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07231 w 871537"/>
                <a:gd name="connsiteY4" fmla="*/ 87569 h 620967"/>
                <a:gd name="connsiteX5" fmla="*/ 871537 w 871537"/>
                <a:gd name="connsiteY5" fmla="*/ 620967 h 620967"/>
                <a:gd name="connsiteX6" fmla="*/ 204787 w 871537"/>
                <a:gd name="connsiteY6" fmla="*/ 620967 h 620967"/>
                <a:gd name="connsiteX7" fmla="*/ 0 w 871537"/>
                <a:gd name="connsiteY7"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204787 w 900112"/>
                <a:gd name="connsiteY6" fmla="*/ 620967 h 620967"/>
                <a:gd name="connsiteX7" fmla="*/ 0 w 900112"/>
                <a:gd name="connsiteY7"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766762 w 900112"/>
                <a:gd name="connsiteY6" fmla="*/ 213775 h 620967"/>
                <a:gd name="connsiteX7" fmla="*/ 204787 w 900112"/>
                <a:gd name="connsiteY7" fmla="*/ 620967 h 620967"/>
                <a:gd name="connsiteX8" fmla="*/ 0 w 900112"/>
                <a:gd name="connsiteY8"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866774 w 900112"/>
                <a:gd name="connsiteY6" fmla="*/ 309025 h 620967"/>
                <a:gd name="connsiteX7" fmla="*/ 204787 w 900112"/>
                <a:gd name="connsiteY7" fmla="*/ 620967 h 620967"/>
                <a:gd name="connsiteX8" fmla="*/ 0 w 900112"/>
                <a:gd name="connsiteY8" fmla="*/ 470949 h 620967"/>
                <a:gd name="connsiteX0" fmla="*/ 0 w 897731"/>
                <a:gd name="connsiteY0" fmla="*/ 470949 h 620967"/>
                <a:gd name="connsiteX1" fmla="*/ 469106 w 897731"/>
                <a:gd name="connsiteY1" fmla="*/ 39944 h 620967"/>
                <a:gd name="connsiteX2" fmla="*/ 595313 w 897731"/>
                <a:gd name="connsiteY2" fmla="*/ 37561 h 620967"/>
                <a:gd name="connsiteX3" fmla="*/ 692944 w 897731"/>
                <a:gd name="connsiteY3" fmla="*/ 156623 h 620967"/>
                <a:gd name="connsiteX4" fmla="*/ 707231 w 897731"/>
                <a:gd name="connsiteY4" fmla="*/ 87569 h 620967"/>
                <a:gd name="connsiteX5" fmla="*/ 897731 w 897731"/>
                <a:gd name="connsiteY5" fmla="*/ 101855 h 620967"/>
                <a:gd name="connsiteX6" fmla="*/ 866774 w 897731"/>
                <a:gd name="connsiteY6" fmla="*/ 309025 h 620967"/>
                <a:gd name="connsiteX7" fmla="*/ 204787 w 897731"/>
                <a:gd name="connsiteY7" fmla="*/ 620967 h 620967"/>
                <a:gd name="connsiteX8" fmla="*/ 0 w 897731"/>
                <a:gd name="connsiteY8" fmla="*/ 470949 h 620967"/>
                <a:gd name="connsiteX0" fmla="*/ 0 w 904874"/>
                <a:gd name="connsiteY0" fmla="*/ 470949 h 620967"/>
                <a:gd name="connsiteX1" fmla="*/ 469106 w 904874"/>
                <a:gd name="connsiteY1" fmla="*/ 39944 h 620967"/>
                <a:gd name="connsiteX2" fmla="*/ 595313 w 904874"/>
                <a:gd name="connsiteY2" fmla="*/ 37561 h 620967"/>
                <a:gd name="connsiteX3" fmla="*/ 692944 w 904874"/>
                <a:gd name="connsiteY3" fmla="*/ 156623 h 620967"/>
                <a:gd name="connsiteX4" fmla="*/ 707231 w 904874"/>
                <a:gd name="connsiteY4" fmla="*/ 87569 h 620967"/>
                <a:gd name="connsiteX5" fmla="*/ 897731 w 904874"/>
                <a:gd name="connsiteY5" fmla="*/ 101855 h 620967"/>
                <a:gd name="connsiteX6" fmla="*/ 904874 w 904874"/>
                <a:gd name="connsiteY6" fmla="*/ 328075 h 620967"/>
                <a:gd name="connsiteX7" fmla="*/ 204787 w 904874"/>
                <a:gd name="connsiteY7" fmla="*/ 620967 h 620967"/>
                <a:gd name="connsiteX8" fmla="*/ 0 w 904874"/>
                <a:gd name="connsiteY8" fmla="*/ 470949 h 620967"/>
                <a:gd name="connsiteX0" fmla="*/ 0 w 897731"/>
                <a:gd name="connsiteY0" fmla="*/ 470949 h 620967"/>
                <a:gd name="connsiteX1" fmla="*/ 469106 w 897731"/>
                <a:gd name="connsiteY1" fmla="*/ 39944 h 620967"/>
                <a:gd name="connsiteX2" fmla="*/ 595313 w 897731"/>
                <a:gd name="connsiteY2" fmla="*/ 37561 h 620967"/>
                <a:gd name="connsiteX3" fmla="*/ 692944 w 897731"/>
                <a:gd name="connsiteY3" fmla="*/ 156623 h 620967"/>
                <a:gd name="connsiteX4" fmla="*/ 707231 w 897731"/>
                <a:gd name="connsiteY4" fmla="*/ 87569 h 620967"/>
                <a:gd name="connsiteX5" fmla="*/ 897731 w 897731"/>
                <a:gd name="connsiteY5" fmla="*/ 101855 h 620967"/>
                <a:gd name="connsiteX6" fmla="*/ 881062 w 897731"/>
                <a:gd name="connsiteY6" fmla="*/ 320932 h 620967"/>
                <a:gd name="connsiteX7" fmla="*/ 204787 w 897731"/>
                <a:gd name="connsiteY7" fmla="*/ 620967 h 620967"/>
                <a:gd name="connsiteX8" fmla="*/ 0 w 897731"/>
                <a:gd name="connsiteY8" fmla="*/ 470949 h 620967"/>
                <a:gd name="connsiteX0" fmla="*/ 0 w 897731"/>
                <a:gd name="connsiteY0" fmla="*/ 470949 h 568579"/>
                <a:gd name="connsiteX1" fmla="*/ 469106 w 897731"/>
                <a:gd name="connsiteY1" fmla="*/ 39944 h 568579"/>
                <a:gd name="connsiteX2" fmla="*/ 595313 w 897731"/>
                <a:gd name="connsiteY2" fmla="*/ 37561 h 568579"/>
                <a:gd name="connsiteX3" fmla="*/ 692944 w 897731"/>
                <a:gd name="connsiteY3" fmla="*/ 156623 h 568579"/>
                <a:gd name="connsiteX4" fmla="*/ 707231 w 897731"/>
                <a:gd name="connsiteY4" fmla="*/ 87569 h 568579"/>
                <a:gd name="connsiteX5" fmla="*/ 897731 w 897731"/>
                <a:gd name="connsiteY5" fmla="*/ 101855 h 568579"/>
                <a:gd name="connsiteX6" fmla="*/ 881062 w 897731"/>
                <a:gd name="connsiteY6" fmla="*/ 320932 h 568579"/>
                <a:gd name="connsiteX7" fmla="*/ 83344 w 897731"/>
                <a:gd name="connsiteY7" fmla="*/ 568579 h 568579"/>
                <a:gd name="connsiteX8" fmla="*/ 0 w 897731"/>
                <a:gd name="connsiteY8" fmla="*/ 470949 h 568579"/>
                <a:gd name="connsiteX0" fmla="*/ 0 w 902493"/>
                <a:gd name="connsiteY0" fmla="*/ 487618 h 568579"/>
                <a:gd name="connsiteX1" fmla="*/ 473868 w 902493"/>
                <a:gd name="connsiteY1" fmla="*/ 39944 h 568579"/>
                <a:gd name="connsiteX2" fmla="*/ 600075 w 902493"/>
                <a:gd name="connsiteY2" fmla="*/ 37561 h 568579"/>
                <a:gd name="connsiteX3" fmla="*/ 697706 w 902493"/>
                <a:gd name="connsiteY3" fmla="*/ 156623 h 568579"/>
                <a:gd name="connsiteX4" fmla="*/ 711993 w 902493"/>
                <a:gd name="connsiteY4" fmla="*/ 87569 h 568579"/>
                <a:gd name="connsiteX5" fmla="*/ 902493 w 902493"/>
                <a:gd name="connsiteY5" fmla="*/ 101855 h 568579"/>
                <a:gd name="connsiteX6" fmla="*/ 885824 w 902493"/>
                <a:gd name="connsiteY6" fmla="*/ 320932 h 568579"/>
                <a:gd name="connsiteX7" fmla="*/ 88106 w 902493"/>
                <a:gd name="connsiteY7" fmla="*/ 568579 h 568579"/>
                <a:gd name="connsiteX8" fmla="*/ 0 w 902493"/>
                <a:gd name="connsiteY8" fmla="*/ 487618 h 568579"/>
                <a:gd name="connsiteX0" fmla="*/ 0 w 895349"/>
                <a:gd name="connsiteY0" fmla="*/ 466187 h 568579"/>
                <a:gd name="connsiteX1" fmla="*/ 466724 w 895349"/>
                <a:gd name="connsiteY1" fmla="*/ 39944 h 568579"/>
                <a:gd name="connsiteX2" fmla="*/ 592931 w 895349"/>
                <a:gd name="connsiteY2" fmla="*/ 37561 h 568579"/>
                <a:gd name="connsiteX3" fmla="*/ 690562 w 895349"/>
                <a:gd name="connsiteY3" fmla="*/ 156623 h 568579"/>
                <a:gd name="connsiteX4" fmla="*/ 704849 w 895349"/>
                <a:gd name="connsiteY4" fmla="*/ 87569 h 568579"/>
                <a:gd name="connsiteX5" fmla="*/ 895349 w 895349"/>
                <a:gd name="connsiteY5" fmla="*/ 101855 h 568579"/>
                <a:gd name="connsiteX6" fmla="*/ 878680 w 895349"/>
                <a:gd name="connsiteY6" fmla="*/ 320932 h 568579"/>
                <a:gd name="connsiteX7" fmla="*/ 80962 w 895349"/>
                <a:gd name="connsiteY7" fmla="*/ 568579 h 568579"/>
                <a:gd name="connsiteX8" fmla="*/ 0 w 895349"/>
                <a:gd name="connsiteY8" fmla="*/ 466187 h 568579"/>
                <a:gd name="connsiteX0" fmla="*/ 0 w 895349"/>
                <a:gd name="connsiteY0" fmla="*/ 466187 h 563816"/>
                <a:gd name="connsiteX1" fmla="*/ 466724 w 895349"/>
                <a:gd name="connsiteY1" fmla="*/ 39944 h 563816"/>
                <a:gd name="connsiteX2" fmla="*/ 592931 w 895349"/>
                <a:gd name="connsiteY2" fmla="*/ 37561 h 563816"/>
                <a:gd name="connsiteX3" fmla="*/ 690562 w 895349"/>
                <a:gd name="connsiteY3" fmla="*/ 156623 h 563816"/>
                <a:gd name="connsiteX4" fmla="*/ 704849 w 895349"/>
                <a:gd name="connsiteY4" fmla="*/ 87569 h 563816"/>
                <a:gd name="connsiteX5" fmla="*/ 895349 w 895349"/>
                <a:gd name="connsiteY5" fmla="*/ 101855 h 563816"/>
                <a:gd name="connsiteX6" fmla="*/ 878680 w 895349"/>
                <a:gd name="connsiteY6" fmla="*/ 320932 h 563816"/>
                <a:gd name="connsiteX7" fmla="*/ 66675 w 895349"/>
                <a:gd name="connsiteY7" fmla="*/ 563816 h 563816"/>
                <a:gd name="connsiteX8" fmla="*/ 0 w 895349"/>
                <a:gd name="connsiteY8" fmla="*/ 466187 h 563816"/>
                <a:gd name="connsiteX0" fmla="*/ 0 w 904874"/>
                <a:gd name="connsiteY0" fmla="*/ 480474 h 563816"/>
                <a:gd name="connsiteX1" fmla="*/ 476249 w 904874"/>
                <a:gd name="connsiteY1" fmla="*/ 39944 h 563816"/>
                <a:gd name="connsiteX2" fmla="*/ 602456 w 904874"/>
                <a:gd name="connsiteY2" fmla="*/ 37561 h 563816"/>
                <a:gd name="connsiteX3" fmla="*/ 700087 w 904874"/>
                <a:gd name="connsiteY3" fmla="*/ 156623 h 563816"/>
                <a:gd name="connsiteX4" fmla="*/ 714374 w 904874"/>
                <a:gd name="connsiteY4" fmla="*/ 87569 h 563816"/>
                <a:gd name="connsiteX5" fmla="*/ 904874 w 904874"/>
                <a:gd name="connsiteY5" fmla="*/ 101855 h 563816"/>
                <a:gd name="connsiteX6" fmla="*/ 888205 w 904874"/>
                <a:gd name="connsiteY6" fmla="*/ 320932 h 563816"/>
                <a:gd name="connsiteX7" fmla="*/ 76200 w 904874"/>
                <a:gd name="connsiteY7" fmla="*/ 563816 h 563816"/>
                <a:gd name="connsiteX8" fmla="*/ 0 w 904874"/>
                <a:gd name="connsiteY8" fmla="*/ 480474 h 563816"/>
                <a:gd name="connsiteX0" fmla="*/ 0 w 904874"/>
                <a:gd name="connsiteY0" fmla="*/ 480474 h 573341"/>
                <a:gd name="connsiteX1" fmla="*/ 476249 w 904874"/>
                <a:gd name="connsiteY1" fmla="*/ 39944 h 573341"/>
                <a:gd name="connsiteX2" fmla="*/ 602456 w 904874"/>
                <a:gd name="connsiteY2" fmla="*/ 37561 h 573341"/>
                <a:gd name="connsiteX3" fmla="*/ 700087 w 904874"/>
                <a:gd name="connsiteY3" fmla="*/ 156623 h 573341"/>
                <a:gd name="connsiteX4" fmla="*/ 714374 w 904874"/>
                <a:gd name="connsiteY4" fmla="*/ 87569 h 573341"/>
                <a:gd name="connsiteX5" fmla="*/ 904874 w 904874"/>
                <a:gd name="connsiteY5" fmla="*/ 101855 h 573341"/>
                <a:gd name="connsiteX6" fmla="*/ 888205 w 904874"/>
                <a:gd name="connsiteY6" fmla="*/ 320932 h 573341"/>
                <a:gd name="connsiteX7" fmla="*/ 90487 w 904874"/>
                <a:gd name="connsiteY7" fmla="*/ 573341 h 573341"/>
                <a:gd name="connsiteX8" fmla="*/ 0 w 904874"/>
                <a:gd name="connsiteY8" fmla="*/ 480474 h 573341"/>
                <a:gd name="connsiteX0" fmla="*/ 0 w 904874"/>
                <a:gd name="connsiteY0" fmla="*/ 480474 h 573341"/>
                <a:gd name="connsiteX1" fmla="*/ 476249 w 904874"/>
                <a:gd name="connsiteY1" fmla="*/ 39944 h 573341"/>
                <a:gd name="connsiteX2" fmla="*/ 602456 w 904874"/>
                <a:gd name="connsiteY2" fmla="*/ 37561 h 573341"/>
                <a:gd name="connsiteX3" fmla="*/ 700087 w 904874"/>
                <a:gd name="connsiteY3" fmla="*/ 156623 h 573341"/>
                <a:gd name="connsiteX4" fmla="*/ 714374 w 904874"/>
                <a:gd name="connsiteY4" fmla="*/ 87569 h 573341"/>
                <a:gd name="connsiteX5" fmla="*/ 904874 w 904874"/>
                <a:gd name="connsiteY5" fmla="*/ 101855 h 573341"/>
                <a:gd name="connsiteX6" fmla="*/ 888205 w 904874"/>
                <a:gd name="connsiteY6" fmla="*/ 320932 h 573341"/>
                <a:gd name="connsiteX7" fmla="*/ 821531 w 904874"/>
                <a:gd name="connsiteY7" fmla="*/ 337600 h 573341"/>
                <a:gd name="connsiteX8" fmla="*/ 90487 w 904874"/>
                <a:gd name="connsiteY8" fmla="*/ 573341 h 573341"/>
                <a:gd name="connsiteX9" fmla="*/ 0 w 904874"/>
                <a:gd name="connsiteY9"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90487 w 1059656"/>
                <a:gd name="connsiteY8" fmla="*/ 573341 h 573341"/>
                <a:gd name="connsiteX9" fmla="*/ 0 w 1059656"/>
                <a:gd name="connsiteY9"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862012 w 1059656"/>
                <a:gd name="connsiteY8" fmla="*/ 480475 h 573341"/>
                <a:gd name="connsiteX9" fmla="*/ 90487 w 1059656"/>
                <a:gd name="connsiteY9" fmla="*/ 573341 h 573341"/>
                <a:gd name="connsiteX10" fmla="*/ 0 w 1059656"/>
                <a:gd name="connsiteY10"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973930 w 1059656"/>
                <a:gd name="connsiteY8" fmla="*/ 561437 h 573341"/>
                <a:gd name="connsiteX9" fmla="*/ 90487 w 1059656"/>
                <a:gd name="connsiteY9" fmla="*/ 573341 h 573341"/>
                <a:gd name="connsiteX10" fmla="*/ 0 w 1059656"/>
                <a:gd name="connsiteY10" fmla="*/ 480474 h 573341"/>
                <a:gd name="connsiteX0" fmla="*/ 0 w 1062142"/>
                <a:gd name="connsiteY0" fmla="*/ 480474 h 573341"/>
                <a:gd name="connsiteX1" fmla="*/ 476249 w 1062142"/>
                <a:gd name="connsiteY1" fmla="*/ 39944 h 573341"/>
                <a:gd name="connsiteX2" fmla="*/ 602456 w 1062142"/>
                <a:gd name="connsiteY2" fmla="*/ 37561 h 573341"/>
                <a:gd name="connsiteX3" fmla="*/ 700087 w 1062142"/>
                <a:gd name="connsiteY3" fmla="*/ 156623 h 573341"/>
                <a:gd name="connsiteX4" fmla="*/ 714374 w 1062142"/>
                <a:gd name="connsiteY4" fmla="*/ 87569 h 573341"/>
                <a:gd name="connsiteX5" fmla="*/ 904874 w 1062142"/>
                <a:gd name="connsiteY5" fmla="*/ 101855 h 573341"/>
                <a:gd name="connsiteX6" fmla="*/ 888205 w 1062142"/>
                <a:gd name="connsiteY6" fmla="*/ 320932 h 573341"/>
                <a:gd name="connsiteX7" fmla="*/ 1059656 w 1062142"/>
                <a:gd name="connsiteY7" fmla="*/ 459044 h 573341"/>
                <a:gd name="connsiteX8" fmla="*/ 1062037 w 1062142"/>
                <a:gd name="connsiteY8" fmla="*/ 475713 h 573341"/>
                <a:gd name="connsiteX9" fmla="*/ 973930 w 1062142"/>
                <a:gd name="connsiteY9" fmla="*/ 561437 h 573341"/>
                <a:gd name="connsiteX10" fmla="*/ 90487 w 1062142"/>
                <a:gd name="connsiteY10" fmla="*/ 573341 h 573341"/>
                <a:gd name="connsiteX11" fmla="*/ 0 w 1062142"/>
                <a:gd name="connsiteY11"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90487 w 1059656"/>
                <a:gd name="connsiteY10" fmla="*/ 573341 h 573341"/>
                <a:gd name="connsiteX11" fmla="*/ 0 w 1059656"/>
                <a:gd name="connsiteY11"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6256 w 1059656"/>
                <a:gd name="connsiteY10" fmla="*/ 566200 h 573341"/>
                <a:gd name="connsiteX11" fmla="*/ 90487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8637 w 1059656"/>
                <a:gd name="connsiteY10" fmla="*/ 173293 h 573341"/>
                <a:gd name="connsiteX11" fmla="*/ 90487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8637 w 1059656"/>
                <a:gd name="connsiteY10" fmla="*/ 173293 h 573341"/>
                <a:gd name="connsiteX11" fmla="*/ 100012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33399 w 1059656"/>
                <a:gd name="connsiteY10" fmla="*/ 225681 h 573341"/>
                <a:gd name="connsiteX11" fmla="*/ 100012 w 1059656"/>
                <a:gd name="connsiteY11" fmla="*/ 573341 h 573341"/>
                <a:gd name="connsiteX12" fmla="*/ 0 w 1059656"/>
                <a:gd name="connsiteY12" fmla="*/ 480474 h 573341"/>
                <a:gd name="connsiteX0" fmla="*/ 0 w 1059656"/>
                <a:gd name="connsiteY0" fmla="*/ 480474 h 573344"/>
                <a:gd name="connsiteX1" fmla="*/ 476249 w 1059656"/>
                <a:gd name="connsiteY1" fmla="*/ 39944 h 573344"/>
                <a:gd name="connsiteX2" fmla="*/ 602456 w 1059656"/>
                <a:gd name="connsiteY2" fmla="*/ 37561 h 573344"/>
                <a:gd name="connsiteX3" fmla="*/ 700087 w 1059656"/>
                <a:gd name="connsiteY3" fmla="*/ 156623 h 573344"/>
                <a:gd name="connsiteX4" fmla="*/ 714374 w 1059656"/>
                <a:gd name="connsiteY4" fmla="*/ 87569 h 573344"/>
                <a:gd name="connsiteX5" fmla="*/ 904874 w 1059656"/>
                <a:gd name="connsiteY5" fmla="*/ 101855 h 573344"/>
                <a:gd name="connsiteX6" fmla="*/ 888205 w 1059656"/>
                <a:gd name="connsiteY6" fmla="*/ 320932 h 573344"/>
                <a:gd name="connsiteX7" fmla="*/ 1059656 w 1059656"/>
                <a:gd name="connsiteY7" fmla="*/ 459044 h 573344"/>
                <a:gd name="connsiteX8" fmla="*/ 1057275 w 1059656"/>
                <a:gd name="connsiteY8" fmla="*/ 461426 h 573344"/>
                <a:gd name="connsiteX9" fmla="*/ 952499 w 1059656"/>
                <a:gd name="connsiteY9" fmla="*/ 573344 h 573344"/>
                <a:gd name="connsiteX10" fmla="*/ 533399 w 1059656"/>
                <a:gd name="connsiteY10" fmla="*/ 225681 h 573344"/>
                <a:gd name="connsiteX11" fmla="*/ 100012 w 1059656"/>
                <a:gd name="connsiteY11" fmla="*/ 573341 h 573344"/>
                <a:gd name="connsiteX12" fmla="*/ 0 w 1059656"/>
                <a:gd name="connsiteY12" fmla="*/ 480474 h 573344"/>
                <a:gd name="connsiteX0" fmla="*/ 0 w 1059656"/>
                <a:gd name="connsiteY0" fmla="*/ 480474 h 573344"/>
                <a:gd name="connsiteX1" fmla="*/ 476249 w 1059656"/>
                <a:gd name="connsiteY1" fmla="*/ 39944 h 573344"/>
                <a:gd name="connsiteX2" fmla="*/ 602456 w 1059656"/>
                <a:gd name="connsiteY2" fmla="*/ 37561 h 573344"/>
                <a:gd name="connsiteX3" fmla="*/ 700087 w 1059656"/>
                <a:gd name="connsiteY3" fmla="*/ 156623 h 573344"/>
                <a:gd name="connsiteX4" fmla="*/ 714374 w 1059656"/>
                <a:gd name="connsiteY4" fmla="*/ 87569 h 573344"/>
                <a:gd name="connsiteX5" fmla="*/ 904874 w 1059656"/>
                <a:gd name="connsiteY5" fmla="*/ 101855 h 573344"/>
                <a:gd name="connsiteX6" fmla="*/ 888205 w 1059656"/>
                <a:gd name="connsiteY6" fmla="*/ 320932 h 573344"/>
                <a:gd name="connsiteX7" fmla="*/ 1059656 w 1059656"/>
                <a:gd name="connsiteY7" fmla="*/ 459044 h 573344"/>
                <a:gd name="connsiteX8" fmla="*/ 1057275 w 1059656"/>
                <a:gd name="connsiteY8" fmla="*/ 461426 h 573344"/>
                <a:gd name="connsiteX9" fmla="*/ 952499 w 1059656"/>
                <a:gd name="connsiteY9" fmla="*/ 573344 h 573344"/>
                <a:gd name="connsiteX10" fmla="*/ 533399 w 1059656"/>
                <a:gd name="connsiteY10" fmla="*/ 178056 h 573344"/>
                <a:gd name="connsiteX11" fmla="*/ 100012 w 1059656"/>
                <a:gd name="connsiteY11" fmla="*/ 573341 h 573344"/>
                <a:gd name="connsiteX12" fmla="*/ 0 w 1059656"/>
                <a:gd name="connsiteY12" fmla="*/ 480474 h 573344"/>
                <a:gd name="connsiteX0" fmla="*/ 0 w 1059656"/>
                <a:gd name="connsiteY0" fmla="*/ 477835 h 570705"/>
                <a:gd name="connsiteX1" fmla="*/ 476249 w 1059656"/>
                <a:gd name="connsiteY1" fmla="*/ 37305 h 570705"/>
                <a:gd name="connsiteX2" fmla="*/ 590550 w 1059656"/>
                <a:gd name="connsiteY2" fmla="*/ 39685 h 570705"/>
                <a:gd name="connsiteX3" fmla="*/ 700087 w 1059656"/>
                <a:gd name="connsiteY3" fmla="*/ 153984 h 570705"/>
                <a:gd name="connsiteX4" fmla="*/ 714374 w 1059656"/>
                <a:gd name="connsiteY4" fmla="*/ 84930 h 570705"/>
                <a:gd name="connsiteX5" fmla="*/ 904874 w 1059656"/>
                <a:gd name="connsiteY5" fmla="*/ 99216 h 570705"/>
                <a:gd name="connsiteX6" fmla="*/ 888205 w 1059656"/>
                <a:gd name="connsiteY6" fmla="*/ 318293 h 570705"/>
                <a:gd name="connsiteX7" fmla="*/ 1059656 w 1059656"/>
                <a:gd name="connsiteY7" fmla="*/ 456405 h 570705"/>
                <a:gd name="connsiteX8" fmla="*/ 1057275 w 1059656"/>
                <a:gd name="connsiteY8" fmla="*/ 458787 h 570705"/>
                <a:gd name="connsiteX9" fmla="*/ 952499 w 1059656"/>
                <a:gd name="connsiteY9" fmla="*/ 570705 h 570705"/>
                <a:gd name="connsiteX10" fmla="*/ 533399 w 1059656"/>
                <a:gd name="connsiteY10" fmla="*/ 175417 h 570705"/>
                <a:gd name="connsiteX11" fmla="*/ 100012 w 1059656"/>
                <a:gd name="connsiteY11" fmla="*/ 570702 h 570705"/>
                <a:gd name="connsiteX12" fmla="*/ 0 w 1059656"/>
                <a:gd name="connsiteY12" fmla="*/ 477835 h 570705"/>
                <a:gd name="connsiteX0" fmla="*/ 0 w 1059656"/>
                <a:gd name="connsiteY0" fmla="*/ 477835 h 570705"/>
                <a:gd name="connsiteX1" fmla="*/ 476249 w 1059656"/>
                <a:gd name="connsiteY1" fmla="*/ 37305 h 570705"/>
                <a:gd name="connsiteX2" fmla="*/ 590550 w 1059656"/>
                <a:gd name="connsiteY2" fmla="*/ 39685 h 570705"/>
                <a:gd name="connsiteX3" fmla="*/ 700087 w 1059656"/>
                <a:gd name="connsiteY3" fmla="*/ 153984 h 570705"/>
                <a:gd name="connsiteX4" fmla="*/ 704849 w 1059656"/>
                <a:gd name="connsiteY4" fmla="*/ 84930 h 570705"/>
                <a:gd name="connsiteX5" fmla="*/ 904874 w 1059656"/>
                <a:gd name="connsiteY5" fmla="*/ 99216 h 570705"/>
                <a:gd name="connsiteX6" fmla="*/ 888205 w 1059656"/>
                <a:gd name="connsiteY6" fmla="*/ 318293 h 570705"/>
                <a:gd name="connsiteX7" fmla="*/ 1059656 w 1059656"/>
                <a:gd name="connsiteY7" fmla="*/ 456405 h 570705"/>
                <a:gd name="connsiteX8" fmla="*/ 1057275 w 1059656"/>
                <a:gd name="connsiteY8" fmla="*/ 458787 h 570705"/>
                <a:gd name="connsiteX9" fmla="*/ 952499 w 1059656"/>
                <a:gd name="connsiteY9" fmla="*/ 570705 h 570705"/>
                <a:gd name="connsiteX10" fmla="*/ 533399 w 1059656"/>
                <a:gd name="connsiteY10" fmla="*/ 175417 h 570705"/>
                <a:gd name="connsiteX11" fmla="*/ 100012 w 1059656"/>
                <a:gd name="connsiteY11" fmla="*/ 570702 h 570705"/>
                <a:gd name="connsiteX12" fmla="*/ 0 w 1059656"/>
                <a:gd name="connsiteY12" fmla="*/ 477835 h 570705"/>
                <a:gd name="connsiteX0" fmla="*/ 0 w 1062037"/>
                <a:gd name="connsiteY0" fmla="*/ 465928 h 570705"/>
                <a:gd name="connsiteX1" fmla="*/ 478630 w 1062037"/>
                <a:gd name="connsiteY1" fmla="*/ 37305 h 570705"/>
                <a:gd name="connsiteX2" fmla="*/ 592931 w 1062037"/>
                <a:gd name="connsiteY2" fmla="*/ 39685 h 570705"/>
                <a:gd name="connsiteX3" fmla="*/ 702468 w 1062037"/>
                <a:gd name="connsiteY3" fmla="*/ 153984 h 570705"/>
                <a:gd name="connsiteX4" fmla="*/ 707230 w 1062037"/>
                <a:gd name="connsiteY4" fmla="*/ 84930 h 570705"/>
                <a:gd name="connsiteX5" fmla="*/ 907255 w 1062037"/>
                <a:gd name="connsiteY5" fmla="*/ 99216 h 570705"/>
                <a:gd name="connsiteX6" fmla="*/ 890586 w 1062037"/>
                <a:gd name="connsiteY6" fmla="*/ 318293 h 570705"/>
                <a:gd name="connsiteX7" fmla="*/ 1062037 w 1062037"/>
                <a:gd name="connsiteY7" fmla="*/ 456405 h 570705"/>
                <a:gd name="connsiteX8" fmla="*/ 1059656 w 1062037"/>
                <a:gd name="connsiteY8" fmla="*/ 458787 h 570705"/>
                <a:gd name="connsiteX9" fmla="*/ 954880 w 1062037"/>
                <a:gd name="connsiteY9" fmla="*/ 570705 h 570705"/>
                <a:gd name="connsiteX10" fmla="*/ 535780 w 1062037"/>
                <a:gd name="connsiteY10" fmla="*/ 175417 h 570705"/>
                <a:gd name="connsiteX11" fmla="*/ 102393 w 1062037"/>
                <a:gd name="connsiteY11" fmla="*/ 570702 h 570705"/>
                <a:gd name="connsiteX12" fmla="*/ 0 w 1062037"/>
                <a:gd name="connsiteY12" fmla="*/ 465928 h 570705"/>
                <a:gd name="connsiteX0" fmla="*/ 0 w 1062037"/>
                <a:gd name="connsiteY0" fmla="*/ 467049 h 571826"/>
                <a:gd name="connsiteX1" fmla="*/ 469105 w 1062037"/>
                <a:gd name="connsiteY1" fmla="*/ 36045 h 571826"/>
                <a:gd name="connsiteX2" fmla="*/ 592931 w 1062037"/>
                <a:gd name="connsiteY2" fmla="*/ 40806 h 571826"/>
                <a:gd name="connsiteX3" fmla="*/ 702468 w 1062037"/>
                <a:gd name="connsiteY3" fmla="*/ 155105 h 571826"/>
                <a:gd name="connsiteX4" fmla="*/ 707230 w 1062037"/>
                <a:gd name="connsiteY4" fmla="*/ 86051 h 571826"/>
                <a:gd name="connsiteX5" fmla="*/ 907255 w 1062037"/>
                <a:gd name="connsiteY5" fmla="*/ 100337 h 571826"/>
                <a:gd name="connsiteX6" fmla="*/ 890586 w 1062037"/>
                <a:gd name="connsiteY6" fmla="*/ 319414 h 571826"/>
                <a:gd name="connsiteX7" fmla="*/ 1062037 w 1062037"/>
                <a:gd name="connsiteY7" fmla="*/ 457526 h 571826"/>
                <a:gd name="connsiteX8" fmla="*/ 1059656 w 1062037"/>
                <a:gd name="connsiteY8" fmla="*/ 459908 h 571826"/>
                <a:gd name="connsiteX9" fmla="*/ 954880 w 1062037"/>
                <a:gd name="connsiteY9" fmla="*/ 571826 h 571826"/>
                <a:gd name="connsiteX10" fmla="*/ 535780 w 1062037"/>
                <a:gd name="connsiteY10" fmla="*/ 176538 h 571826"/>
                <a:gd name="connsiteX11" fmla="*/ 102393 w 1062037"/>
                <a:gd name="connsiteY11" fmla="*/ 571823 h 571826"/>
                <a:gd name="connsiteX12" fmla="*/ 0 w 1062037"/>
                <a:gd name="connsiteY12" fmla="*/ 467049 h 571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2037" h="571826">
                  <a:moveTo>
                    <a:pt x="0" y="467049"/>
                  </a:moveTo>
                  <a:lnTo>
                    <a:pt x="469105" y="36045"/>
                  </a:lnTo>
                  <a:cubicBezTo>
                    <a:pt x="511174" y="-7612"/>
                    <a:pt x="534193" y="-17931"/>
                    <a:pt x="592931" y="40806"/>
                  </a:cubicBezTo>
                  <a:lnTo>
                    <a:pt x="702468" y="155105"/>
                  </a:lnTo>
                  <a:lnTo>
                    <a:pt x="707230" y="86051"/>
                  </a:lnTo>
                  <a:lnTo>
                    <a:pt x="907255" y="100337"/>
                  </a:lnTo>
                  <a:lnTo>
                    <a:pt x="890586" y="319414"/>
                  </a:lnTo>
                  <a:lnTo>
                    <a:pt x="1062037" y="457526"/>
                  </a:lnTo>
                  <a:cubicBezTo>
                    <a:pt x="1061243" y="460701"/>
                    <a:pt x="1060450" y="456733"/>
                    <a:pt x="1059656" y="459908"/>
                  </a:cubicBezTo>
                  <a:lnTo>
                    <a:pt x="954880" y="571826"/>
                  </a:lnTo>
                  <a:lnTo>
                    <a:pt x="535780" y="176538"/>
                  </a:lnTo>
                  <a:lnTo>
                    <a:pt x="102393" y="571823"/>
                  </a:lnTo>
                  <a:lnTo>
                    <a:pt x="0" y="467049"/>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9" name="Oval 38">
            <a:extLst>
              <a:ext uri="{FF2B5EF4-FFF2-40B4-BE49-F238E27FC236}">
                <a16:creationId xmlns:a16="http://schemas.microsoft.com/office/drawing/2014/main" id="{31796440-D1A8-5644-D244-3C06425BB077}"/>
              </a:ext>
            </a:extLst>
          </p:cNvPr>
          <p:cNvSpPr/>
          <p:nvPr/>
        </p:nvSpPr>
        <p:spPr bwMode="auto">
          <a:xfrm>
            <a:off x="9222063" y="4132300"/>
            <a:ext cx="50474" cy="50474"/>
          </a:xfrm>
          <a:prstGeom prst="ellipse">
            <a:avLst/>
          </a:prstGeom>
          <a:solidFill>
            <a:schemeClr val="bg1"/>
          </a:solidFill>
          <a:ln>
            <a:no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solidFill>
                <a:srgbClr val="0C2870"/>
              </a:solidFill>
              <a:latin typeface="Arial" charset="0"/>
              <a:ea typeface="+mn-ea"/>
              <a:cs typeface="Times New Roman" pitchFamily="18" charset="0"/>
            </a:endParaRPr>
          </a:p>
        </p:txBody>
      </p:sp>
      <p:grpSp>
        <p:nvGrpSpPr>
          <p:cNvPr id="40" name="Group 39">
            <a:extLst>
              <a:ext uri="{FF2B5EF4-FFF2-40B4-BE49-F238E27FC236}">
                <a16:creationId xmlns:a16="http://schemas.microsoft.com/office/drawing/2014/main" id="{FCF4B807-81D9-6C17-E497-168594CD79EB}"/>
              </a:ext>
            </a:extLst>
          </p:cNvPr>
          <p:cNvGrpSpPr/>
          <p:nvPr/>
        </p:nvGrpSpPr>
        <p:grpSpPr>
          <a:xfrm>
            <a:off x="9810796" y="3712216"/>
            <a:ext cx="697341" cy="613759"/>
            <a:chOff x="2145621" y="4038600"/>
            <a:chExt cx="1263333" cy="1111912"/>
          </a:xfrm>
        </p:grpSpPr>
        <p:grpSp>
          <p:nvGrpSpPr>
            <p:cNvPr id="41" name="Group 40">
              <a:extLst>
                <a:ext uri="{FF2B5EF4-FFF2-40B4-BE49-F238E27FC236}">
                  <a16:creationId xmlns:a16="http://schemas.microsoft.com/office/drawing/2014/main" id="{E2482347-1782-EEF5-FF6C-9A1951C0B7C2}"/>
                </a:ext>
              </a:extLst>
            </p:cNvPr>
            <p:cNvGrpSpPr/>
            <p:nvPr/>
          </p:nvGrpSpPr>
          <p:grpSpPr>
            <a:xfrm>
              <a:off x="2145621" y="4038600"/>
              <a:ext cx="1263333" cy="1111912"/>
              <a:chOff x="454179" y="2390450"/>
              <a:chExt cx="1062037" cy="955224"/>
            </a:xfrm>
          </p:grpSpPr>
          <p:sp>
            <p:nvSpPr>
              <p:cNvPr id="43" name="Flowchart: Process 5">
                <a:extLst>
                  <a:ext uri="{FF2B5EF4-FFF2-40B4-BE49-F238E27FC236}">
                    <a16:creationId xmlns:a16="http://schemas.microsoft.com/office/drawing/2014/main" id="{A2540281-1802-F377-0358-4E52C0097AA9}"/>
                  </a:ext>
                </a:extLst>
              </p:cNvPr>
              <p:cNvSpPr/>
              <p:nvPr/>
            </p:nvSpPr>
            <p:spPr>
              <a:xfrm>
                <a:off x="587360" y="2507650"/>
                <a:ext cx="773146" cy="838024"/>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0 h 10983"/>
                  <a:gd name="connsiteX1" fmla="*/ 10000 w 10000"/>
                  <a:gd name="connsiteY1" fmla="*/ 983 h 10983"/>
                  <a:gd name="connsiteX2" fmla="*/ 10000 w 10000"/>
                  <a:gd name="connsiteY2" fmla="*/ 10983 h 10983"/>
                  <a:gd name="connsiteX3" fmla="*/ 0 w 10000"/>
                  <a:gd name="connsiteY3" fmla="*/ 10983 h 10983"/>
                  <a:gd name="connsiteX4" fmla="*/ 0 w 10000"/>
                  <a:gd name="connsiteY4" fmla="*/ 0 h 10983"/>
                  <a:gd name="connsiteX0" fmla="*/ 200 w 10200"/>
                  <a:gd name="connsiteY0" fmla="*/ 0 h 11099"/>
                  <a:gd name="connsiteX1" fmla="*/ 10200 w 10200"/>
                  <a:gd name="connsiteY1" fmla="*/ 983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10167 w 10200"/>
                  <a:gd name="connsiteY1" fmla="*/ 694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10067 w 10200"/>
                  <a:gd name="connsiteY1" fmla="*/ 289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5267 w 10200"/>
                  <a:gd name="connsiteY1" fmla="*/ 116 h 11099"/>
                  <a:gd name="connsiteX2" fmla="*/ 10067 w 10200"/>
                  <a:gd name="connsiteY2" fmla="*/ 289 h 11099"/>
                  <a:gd name="connsiteX3" fmla="*/ 10200 w 10200"/>
                  <a:gd name="connsiteY3" fmla="*/ 10983 h 11099"/>
                  <a:gd name="connsiteX4" fmla="*/ 0 w 10200"/>
                  <a:gd name="connsiteY4" fmla="*/ 11099 h 11099"/>
                  <a:gd name="connsiteX5" fmla="*/ 200 w 10200"/>
                  <a:gd name="connsiteY5" fmla="*/ 0 h 11099"/>
                  <a:gd name="connsiteX0" fmla="*/ 200 w 10200"/>
                  <a:gd name="connsiteY0" fmla="*/ 7687 h 18786"/>
                  <a:gd name="connsiteX1" fmla="*/ 5167 w 10200"/>
                  <a:gd name="connsiteY1" fmla="*/ 0 h 18786"/>
                  <a:gd name="connsiteX2" fmla="*/ 10067 w 10200"/>
                  <a:gd name="connsiteY2" fmla="*/ 7976 h 18786"/>
                  <a:gd name="connsiteX3" fmla="*/ 10200 w 10200"/>
                  <a:gd name="connsiteY3" fmla="*/ 18670 h 18786"/>
                  <a:gd name="connsiteX4" fmla="*/ 0 w 10200"/>
                  <a:gd name="connsiteY4" fmla="*/ 18786 h 18786"/>
                  <a:gd name="connsiteX5" fmla="*/ 200 w 10200"/>
                  <a:gd name="connsiteY5" fmla="*/ 7687 h 1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0" h="18786">
                    <a:moveTo>
                      <a:pt x="200" y="7687"/>
                    </a:moveTo>
                    <a:lnTo>
                      <a:pt x="5167" y="0"/>
                    </a:lnTo>
                    <a:lnTo>
                      <a:pt x="10067" y="7976"/>
                    </a:lnTo>
                    <a:cubicBezTo>
                      <a:pt x="10078" y="11406"/>
                      <a:pt x="10189" y="15240"/>
                      <a:pt x="10200" y="18670"/>
                    </a:cubicBezTo>
                    <a:lnTo>
                      <a:pt x="0" y="18786"/>
                    </a:lnTo>
                    <a:cubicBezTo>
                      <a:pt x="67" y="15086"/>
                      <a:pt x="133" y="11387"/>
                      <a:pt x="200" y="7687"/>
                    </a:cubicBezTo>
                    <a:close/>
                  </a:path>
                </a:pathLst>
              </a:cu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D8A2C0DF-9741-9962-0B6F-C11865759530}"/>
                  </a:ext>
                </a:extLst>
              </p:cNvPr>
              <p:cNvSpPr/>
              <p:nvPr/>
            </p:nvSpPr>
            <p:spPr>
              <a:xfrm>
                <a:off x="700307" y="2903057"/>
                <a:ext cx="263398" cy="43752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3">
                <a:extLst>
                  <a:ext uri="{FF2B5EF4-FFF2-40B4-BE49-F238E27FC236}">
                    <a16:creationId xmlns:a16="http://schemas.microsoft.com/office/drawing/2014/main" id="{7D3A8D34-12F9-0AE0-02A5-731B3E9D4DBC}"/>
                  </a:ext>
                </a:extLst>
              </p:cNvPr>
              <p:cNvSpPr/>
              <p:nvPr/>
            </p:nvSpPr>
            <p:spPr>
              <a:xfrm>
                <a:off x="454179" y="2390450"/>
                <a:ext cx="1062037" cy="571826"/>
              </a:xfrm>
              <a:custGeom>
                <a:avLst/>
                <a:gdLst>
                  <a:gd name="connsiteX0" fmla="*/ 0 w 666750"/>
                  <a:gd name="connsiteY0" fmla="*/ 0 h 595312"/>
                  <a:gd name="connsiteX1" fmla="*/ 666750 w 666750"/>
                  <a:gd name="connsiteY1" fmla="*/ 0 h 595312"/>
                  <a:gd name="connsiteX2" fmla="*/ 666750 w 666750"/>
                  <a:gd name="connsiteY2" fmla="*/ 595312 h 595312"/>
                  <a:gd name="connsiteX3" fmla="*/ 0 w 666750"/>
                  <a:gd name="connsiteY3" fmla="*/ 595312 h 595312"/>
                  <a:gd name="connsiteX4" fmla="*/ 0 w 666750"/>
                  <a:gd name="connsiteY4" fmla="*/ 0 h 595312"/>
                  <a:gd name="connsiteX0" fmla="*/ 0 w 871537"/>
                  <a:gd name="connsiteY0" fmla="*/ 445294 h 595312"/>
                  <a:gd name="connsiteX1" fmla="*/ 871537 w 871537"/>
                  <a:gd name="connsiteY1" fmla="*/ 0 h 595312"/>
                  <a:gd name="connsiteX2" fmla="*/ 871537 w 871537"/>
                  <a:gd name="connsiteY2" fmla="*/ 595312 h 595312"/>
                  <a:gd name="connsiteX3" fmla="*/ 204787 w 871537"/>
                  <a:gd name="connsiteY3" fmla="*/ 595312 h 595312"/>
                  <a:gd name="connsiteX4" fmla="*/ 0 w 871537"/>
                  <a:gd name="connsiteY4" fmla="*/ 445294 h 595312"/>
                  <a:gd name="connsiteX0" fmla="*/ 0 w 871537"/>
                  <a:gd name="connsiteY0" fmla="*/ 445294 h 595312"/>
                  <a:gd name="connsiteX1" fmla="*/ 521494 w 871537"/>
                  <a:gd name="connsiteY1" fmla="*/ 176213 h 595312"/>
                  <a:gd name="connsiteX2" fmla="*/ 871537 w 871537"/>
                  <a:gd name="connsiteY2" fmla="*/ 0 h 595312"/>
                  <a:gd name="connsiteX3" fmla="*/ 871537 w 871537"/>
                  <a:gd name="connsiteY3" fmla="*/ 595312 h 595312"/>
                  <a:gd name="connsiteX4" fmla="*/ 204787 w 871537"/>
                  <a:gd name="connsiteY4" fmla="*/ 595312 h 595312"/>
                  <a:gd name="connsiteX5" fmla="*/ 0 w 871537"/>
                  <a:gd name="connsiteY5" fmla="*/ 445294 h 595312"/>
                  <a:gd name="connsiteX0" fmla="*/ 0 w 871537"/>
                  <a:gd name="connsiteY0" fmla="*/ 450056 h 600074"/>
                  <a:gd name="connsiteX1" fmla="*/ 500063 w 871537"/>
                  <a:gd name="connsiteY1" fmla="*/ 0 h 600074"/>
                  <a:gd name="connsiteX2" fmla="*/ 871537 w 871537"/>
                  <a:gd name="connsiteY2" fmla="*/ 4762 h 600074"/>
                  <a:gd name="connsiteX3" fmla="*/ 871537 w 871537"/>
                  <a:gd name="connsiteY3" fmla="*/ 600074 h 600074"/>
                  <a:gd name="connsiteX4" fmla="*/ 204787 w 871537"/>
                  <a:gd name="connsiteY4" fmla="*/ 600074 h 600074"/>
                  <a:gd name="connsiteX5" fmla="*/ 0 w 871537"/>
                  <a:gd name="connsiteY5" fmla="*/ 450056 h 600074"/>
                  <a:gd name="connsiteX0" fmla="*/ 0 w 871537"/>
                  <a:gd name="connsiteY0" fmla="*/ 450056 h 600074"/>
                  <a:gd name="connsiteX1" fmla="*/ 500063 w 871537"/>
                  <a:gd name="connsiteY1" fmla="*/ 0 h 600074"/>
                  <a:gd name="connsiteX2" fmla="*/ 692944 w 871537"/>
                  <a:gd name="connsiteY2" fmla="*/ 135730 h 600074"/>
                  <a:gd name="connsiteX3" fmla="*/ 871537 w 871537"/>
                  <a:gd name="connsiteY3" fmla="*/ 600074 h 600074"/>
                  <a:gd name="connsiteX4" fmla="*/ 204787 w 871537"/>
                  <a:gd name="connsiteY4" fmla="*/ 600074 h 600074"/>
                  <a:gd name="connsiteX5" fmla="*/ 0 w 871537"/>
                  <a:gd name="connsiteY5" fmla="*/ 450056 h 600074"/>
                  <a:gd name="connsiteX0" fmla="*/ 0 w 871537"/>
                  <a:gd name="connsiteY0" fmla="*/ 461962 h 611980"/>
                  <a:gd name="connsiteX1" fmla="*/ 502444 w 871537"/>
                  <a:gd name="connsiteY1" fmla="*/ 0 h 611980"/>
                  <a:gd name="connsiteX2" fmla="*/ 692944 w 871537"/>
                  <a:gd name="connsiteY2" fmla="*/ 147636 h 611980"/>
                  <a:gd name="connsiteX3" fmla="*/ 871537 w 871537"/>
                  <a:gd name="connsiteY3" fmla="*/ 611980 h 611980"/>
                  <a:gd name="connsiteX4" fmla="*/ 204787 w 871537"/>
                  <a:gd name="connsiteY4" fmla="*/ 611980 h 611980"/>
                  <a:gd name="connsiteX5" fmla="*/ 0 w 871537"/>
                  <a:gd name="connsiteY5" fmla="*/ 461962 h 611980"/>
                  <a:gd name="connsiteX0" fmla="*/ 0 w 871537"/>
                  <a:gd name="connsiteY0" fmla="*/ 431005 h 581023"/>
                  <a:gd name="connsiteX1" fmla="*/ 469106 w 871537"/>
                  <a:gd name="connsiteY1" fmla="*/ 0 h 581023"/>
                  <a:gd name="connsiteX2" fmla="*/ 692944 w 871537"/>
                  <a:gd name="connsiteY2" fmla="*/ 116679 h 581023"/>
                  <a:gd name="connsiteX3" fmla="*/ 871537 w 871537"/>
                  <a:gd name="connsiteY3" fmla="*/ 581023 h 581023"/>
                  <a:gd name="connsiteX4" fmla="*/ 204787 w 871537"/>
                  <a:gd name="connsiteY4" fmla="*/ 581023 h 581023"/>
                  <a:gd name="connsiteX5" fmla="*/ 0 w 871537"/>
                  <a:gd name="connsiteY5" fmla="*/ 431005 h 581023"/>
                  <a:gd name="connsiteX0" fmla="*/ 0 w 871537"/>
                  <a:gd name="connsiteY0" fmla="*/ 431005 h 581023"/>
                  <a:gd name="connsiteX1" fmla="*/ 469106 w 871537"/>
                  <a:gd name="connsiteY1" fmla="*/ 0 h 581023"/>
                  <a:gd name="connsiteX2" fmla="*/ 578644 w 871537"/>
                  <a:gd name="connsiteY2" fmla="*/ 59530 h 581023"/>
                  <a:gd name="connsiteX3" fmla="*/ 692944 w 871537"/>
                  <a:gd name="connsiteY3" fmla="*/ 116679 h 581023"/>
                  <a:gd name="connsiteX4" fmla="*/ 871537 w 871537"/>
                  <a:gd name="connsiteY4" fmla="*/ 581023 h 581023"/>
                  <a:gd name="connsiteX5" fmla="*/ 204787 w 871537"/>
                  <a:gd name="connsiteY5" fmla="*/ 581023 h 581023"/>
                  <a:gd name="connsiteX6" fmla="*/ 0 w 871537"/>
                  <a:gd name="connsiteY6" fmla="*/ 431005 h 581023"/>
                  <a:gd name="connsiteX0" fmla="*/ 0 w 871537"/>
                  <a:gd name="connsiteY0" fmla="*/ 433388 h 583406"/>
                  <a:gd name="connsiteX1" fmla="*/ 469106 w 871537"/>
                  <a:gd name="connsiteY1" fmla="*/ 2383 h 583406"/>
                  <a:gd name="connsiteX2" fmla="*/ 595313 w 871537"/>
                  <a:gd name="connsiteY2" fmla="*/ 0 h 583406"/>
                  <a:gd name="connsiteX3" fmla="*/ 692944 w 871537"/>
                  <a:gd name="connsiteY3" fmla="*/ 119062 h 583406"/>
                  <a:gd name="connsiteX4" fmla="*/ 871537 w 871537"/>
                  <a:gd name="connsiteY4" fmla="*/ 583406 h 583406"/>
                  <a:gd name="connsiteX5" fmla="*/ 204787 w 871537"/>
                  <a:gd name="connsiteY5" fmla="*/ 583406 h 583406"/>
                  <a:gd name="connsiteX6" fmla="*/ 0 w 871537"/>
                  <a:gd name="connsiteY6" fmla="*/ 433388 h 583406"/>
                  <a:gd name="connsiteX0" fmla="*/ 0 w 871537"/>
                  <a:gd name="connsiteY0" fmla="*/ 459059 h 609077"/>
                  <a:gd name="connsiteX1" fmla="*/ 469106 w 871537"/>
                  <a:gd name="connsiteY1" fmla="*/ 28054 h 609077"/>
                  <a:gd name="connsiteX2" fmla="*/ 595313 w 871537"/>
                  <a:gd name="connsiteY2" fmla="*/ 25671 h 609077"/>
                  <a:gd name="connsiteX3" fmla="*/ 692944 w 871537"/>
                  <a:gd name="connsiteY3" fmla="*/ 144733 h 609077"/>
                  <a:gd name="connsiteX4" fmla="*/ 871537 w 871537"/>
                  <a:gd name="connsiteY4" fmla="*/ 609077 h 609077"/>
                  <a:gd name="connsiteX5" fmla="*/ 204787 w 871537"/>
                  <a:gd name="connsiteY5" fmla="*/ 609077 h 609077"/>
                  <a:gd name="connsiteX6" fmla="*/ 0 w 871537"/>
                  <a:gd name="connsiteY6" fmla="*/ 459059 h 60907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871537 w 871537"/>
                  <a:gd name="connsiteY4" fmla="*/ 620967 h 620967"/>
                  <a:gd name="connsiteX5" fmla="*/ 204787 w 871537"/>
                  <a:gd name="connsiteY5" fmla="*/ 620967 h 620967"/>
                  <a:gd name="connsiteX6" fmla="*/ 0 w 871537"/>
                  <a:gd name="connsiteY6"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04850 w 871537"/>
                  <a:gd name="connsiteY4" fmla="*/ 199488 h 620967"/>
                  <a:gd name="connsiteX5" fmla="*/ 871537 w 871537"/>
                  <a:gd name="connsiteY5" fmla="*/ 620967 h 620967"/>
                  <a:gd name="connsiteX6" fmla="*/ 204787 w 871537"/>
                  <a:gd name="connsiteY6" fmla="*/ 620967 h 620967"/>
                  <a:gd name="connsiteX7" fmla="*/ 0 w 871537"/>
                  <a:gd name="connsiteY7"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16756 w 871537"/>
                  <a:gd name="connsiteY4" fmla="*/ 89950 h 620967"/>
                  <a:gd name="connsiteX5" fmla="*/ 871537 w 871537"/>
                  <a:gd name="connsiteY5" fmla="*/ 620967 h 620967"/>
                  <a:gd name="connsiteX6" fmla="*/ 204787 w 871537"/>
                  <a:gd name="connsiteY6" fmla="*/ 620967 h 620967"/>
                  <a:gd name="connsiteX7" fmla="*/ 0 w 871537"/>
                  <a:gd name="connsiteY7"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07231 w 871537"/>
                  <a:gd name="connsiteY4" fmla="*/ 87569 h 620967"/>
                  <a:gd name="connsiteX5" fmla="*/ 871537 w 871537"/>
                  <a:gd name="connsiteY5" fmla="*/ 620967 h 620967"/>
                  <a:gd name="connsiteX6" fmla="*/ 204787 w 871537"/>
                  <a:gd name="connsiteY6" fmla="*/ 620967 h 620967"/>
                  <a:gd name="connsiteX7" fmla="*/ 0 w 871537"/>
                  <a:gd name="connsiteY7"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204787 w 900112"/>
                  <a:gd name="connsiteY6" fmla="*/ 620967 h 620967"/>
                  <a:gd name="connsiteX7" fmla="*/ 0 w 900112"/>
                  <a:gd name="connsiteY7"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766762 w 900112"/>
                  <a:gd name="connsiteY6" fmla="*/ 213775 h 620967"/>
                  <a:gd name="connsiteX7" fmla="*/ 204787 w 900112"/>
                  <a:gd name="connsiteY7" fmla="*/ 620967 h 620967"/>
                  <a:gd name="connsiteX8" fmla="*/ 0 w 900112"/>
                  <a:gd name="connsiteY8"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866774 w 900112"/>
                  <a:gd name="connsiteY6" fmla="*/ 309025 h 620967"/>
                  <a:gd name="connsiteX7" fmla="*/ 204787 w 900112"/>
                  <a:gd name="connsiteY7" fmla="*/ 620967 h 620967"/>
                  <a:gd name="connsiteX8" fmla="*/ 0 w 900112"/>
                  <a:gd name="connsiteY8" fmla="*/ 470949 h 620967"/>
                  <a:gd name="connsiteX0" fmla="*/ 0 w 897731"/>
                  <a:gd name="connsiteY0" fmla="*/ 470949 h 620967"/>
                  <a:gd name="connsiteX1" fmla="*/ 469106 w 897731"/>
                  <a:gd name="connsiteY1" fmla="*/ 39944 h 620967"/>
                  <a:gd name="connsiteX2" fmla="*/ 595313 w 897731"/>
                  <a:gd name="connsiteY2" fmla="*/ 37561 h 620967"/>
                  <a:gd name="connsiteX3" fmla="*/ 692944 w 897731"/>
                  <a:gd name="connsiteY3" fmla="*/ 156623 h 620967"/>
                  <a:gd name="connsiteX4" fmla="*/ 707231 w 897731"/>
                  <a:gd name="connsiteY4" fmla="*/ 87569 h 620967"/>
                  <a:gd name="connsiteX5" fmla="*/ 897731 w 897731"/>
                  <a:gd name="connsiteY5" fmla="*/ 101855 h 620967"/>
                  <a:gd name="connsiteX6" fmla="*/ 866774 w 897731"/>
                  <a:gd name="connsiteY6" fmla="*/ 309025 h 620967"/>
                  <a:gd name="connsiteX7" fmla="*/ 204787 w 897731"/>
                  <a:gd name="connsiteY7" fmla="*/ 620967 h 620967"/>
                  <a:gd name="connsiteX8" fmla="*/ 0 w 897731"/>
                  <a:gd name="connsiteY8" fmla="*/ 470949 h 620967"/>
                  <a:gd name="connsiteX0" fmla="*/ 0 w 904874"/>
                  <a:gd name="connsiteY0" fmla="*/ 470949 h 620967"/>
                  <a:gd name="connsiteX1" fmla="*/ 469106 w 904874"/>
                  <a:gd name="connsiteY1" fmla="*/ 39944 h 620967"/>
                  <a:gd name="connsiteX2" fmla="*/ 595313 w 904874"/>
                  <a:gd name="connsiteY2" fmla="*/ 37561 h 620967"/>
                  <a:gd name="connsiteX3" fmla="*/ 692944 w 904874"/>
                  <a:gd name="connsiteY3" fmla="*/ 156623 h 620967"/>
                  <a:gd name="connsiteX4" fmla="*/ 707231 w 904874"/>
                  <a:gd name="connsiteY4" fmla="*/ 87569 h 620967"/>
                  <a:gd name="connsiteX5" fmla="*/ 897731 w 904874"/>
                  <a:gd name="connsiteY5" fmla="*/ 101855 h 620967"/>
                  <a:gd name="connsiteX6" fmla="*/ 904874 w 904874"/>
                  <a:gd name="connsiteY6" fmla="*/ 328075 h 620967"/>
                  <a:gd name="connsiteX7" fmla="*/ 204787 w 904874"/>
                  <a:gd name="connsiteY7" fmla="*/ 620967 h 620967"/>
                  <a:gd name="connsiteX8" fmla="*/ 0 w 904874"/>
                  <a:gd name="connsiteY8" fmla="*/ 470949 h 620967"/>
                  <a:gd name="connsiteX0" fmla="*/ 0 w 897731"/>
                  <a:gd name="connsiteY0" fmla="*/ 470949 h 620967"/>
                  <a:gd name="connsiteX1" fmla="*/ 469106 w 897731"/>
                  <a:gd name="connsiteY1" fmla="*/ 39944 h 620967"/>
                  <a:gd name="connsiteX2" fmla="*/ 595313 w 897731"/>
                  <a:gd name="connsiteY2" fmla="*/ 37561 h 620967"/>
                  <a:gd name="connsiteX3" fmla="*/ 692944 w 897731"/>
                  <a:gd name="connsiteY3" fmla="*/ 156623 h 620967"/>
                  <a:gd name="connsiteX4" fmla="*/ 707231 w 897731"/>
                  <a:gd name="connsiteY4" fmla="*/ 87569 h 620967"/>
                  <a:gd name="connsiteX5" fmla="*/ 897731 w 897731"/>
                  <a:gd name="connsiteY5" fmla="*/ 101855 h 620967"/>
                  <a:gd name="connsiteX6" fmla="*/ 881062 w 897731"/>
                  <a:gd name="connsiteY6" fmla="*/ 320932 h 620967"/>
                  <a:gd name="connsiteX7" fmla="*/ 204787 w 897731"/>
                  <a:gd name="connsiteY7" fmla="*/ 620967 h 620967"/>
                  <a:gd name="connsiteX8" fmla="*/ 0 w 897731"/>
                  <a:gd name="connsiteY8" fmla="*/ 470949 h 620967"/>
                  <a:gd name="connsiteX0" fmla="*/ 0 w 897731"/>
                  <a:gd name="connsiteY0" fmla="*/ 470949 h 568579"/>
                  <a:gd name="connsiteX1" fmla="*/ 469106 w 897731"/>
                  <a:gd name="connsiteY1" fmla="*/ 39944 h 568579"/>
                  <a:gd name="connsiteX2" fmla="*/ 595313 w 897731"/>
                  <a:gd name="connsiteY2" fmla="*/ 37561 h 568579"/>
                  <a:gd name="connsiteX3" fmla="*/ 692944 w 897731"/>
                  <a:gd name="connsiteY3" fmla="*/ 156623 h 568579"/>
                  <a:gd name="connsiteX4" fmla="*/ 707231 w 897731"/>
                  <a:gd name="connsiteY4" fmla="*/ 87569 h 568579"/>
                  <a:gd name="connsiteX5" fmla="*/ 897731 w 897731"/>
                  <a:gd name="connsiteY5" fmla="*/ 101855 h 568579"/>
                  <a:gd name="connsiteX6" fmla="*/ 881062 w 897731"/>
                  <a:gd name="connsiteY6" fmla="*/ 320932 h 568579"/>
                  <a:gd name="connsiteX7" fmla="*/ 83344 w 897731"/>
                  <a:gd name="connsiteY7" fmla="*/ 568579 h 568579"/>
                  <a:gd name="connsiteX8" fmla="*/ 0 w 897731"/>
                  <a:gd name="connsiteY8" fmla="*/ 470949 h 568579"/>
                  <a:gd name="connsiteX0" fmla="*/ 0 w 902493"/>
                  <a:gd name="connsiteY0" fmla="*/ 487618 h 568579"/>
                  <a:gd name="connsiteX1" fmla="*/ 473868 w 902493"/>
                  <a:gd name="connsiteY1" fmla="*/ 39944 h 568579"/>
                  <a:gd name="connsiteX2" fmla="*/ 600075 w 902493"/>
                  <a:gd name="connsiteY2" fmla="*/ 37561 h 568579"/>
                  <a:gd name="connsiteX3" fmla="*/ 697706 w 902493"/>
                  <a:gd name="connsiteY3" fmla="*/ 156623 h 568579"/>
                  <a:gd name="connsiteX4" fmla="*/ 711993 w 902493"/>
                  <a:gd name="connsiteY4" fmla="*/ 87569 h 568579"/>
                  <a:gd name="connsiteX5" fmla="*/ 902493 w 902493"/>
                  <a:gd name="connsiteY5" fmla="*/ 101855 h 568579"/>
                  <a:gd name="connsiteX6" fmla="*/ 885824 w 902493"/>
                  <a:gd name="connsiteY6" fmla="*/ 320932 h 568579"/>
                  <a:gd name="connsiteX7" fmla="*/ 88106 w 902493"/>
                  <a:gd name="connsiteY7" fmla="*/ 568579 h 568579"/>
                  <a:gd name="connsiteX8" fmla="*/ 0 w 902493"/>
                  <a:gd name="connsiteY8" fmla="*/ 487618 h 568579"/>
                  <a:gd name="connsiteX0" fmla="*/ 0 w 895349"/>
                  <a:gd name="connsiteY0" fmla="*/ 466187 h 568579"/>
                  <a:gd name="connsiteX1" fmla="*/ 466724 w 895349"/>
                  <a:gd name="connsiteY1" fmla="*/ 39944 h 568579"/>
                  <a:gd name="connsiteX2" fmla="*/ 592931 w 895349"/>
                  <a:gd name="connsiteY2" fmla="*/ 37561 h 568579"/>
                  <a:gd name="connsiteX3" fmla="*/ 690562 w 895349"/>
                  <a:gd name="connsiteY3" fmla="*/ 156623 h 568579"/>
                  <a:gd name="connsiteX4" fmla="*/ 704849 w 895349"/>
                  <a:gd name="connsiteY4" fmla="*/ 87569 h 568579"/>
                  <a:gd name="connsiteX5" fmla="*/ 895349 w 895349"/>
                  <a:gd name="connsiteY5" fmla="*/ 101855 h 568579"/>
                  <a:gd name="connsiteX6" fmla="*/ 878680 w 895349"/>
                  <a:gd name="connsiteY6" fmla="*/ 320932 h 568579"/>
                  <a:gd name="connsiteX7" fmla="*/ 80962 w 895349"/>
                  <a:gd name="connsiteY7" fmla="*/ 568579 h 568579"/>
                  <a:gd name="connsiteX8" fmla="*/ 0 w 895349"/>
                  <a:gd name="connsiteY8" fmla="*/ 466187 h 568579"/>
                  <a:gd name="connsiteX0" fmla="*/ 0 w 895349"/>
                  <a:gd name="connsiteY0" fmla="*/ 466187 h 563816"/>
                  <a:gd name="connsiteX1" fmla="*/ 466724 w 895349"/>
                  <a:gd name="connsiteY1" fmla="*/ 39944 h 563816"/>
                  <a:gd name="connsiteX2" fmla="*/ 592931 w 895349"/>
                  <a:gd name="connsiteY2" fmla="*/ 37561 h 563816"/>
                  <a:gd name="connsiteX3" fmla="*/ 690562 w 895349"/>
                  <a:gd name="connsiteY3" fmla="*/ 156623 h 563816"/>
                  <a:gd name="connsiteX4" fmla="*/ 704849 w 895349"/>
                  <a:gd name="connsiteY4" fmla="*/ 87569 h 563816"/>
                  <a:gd name="connsiteX5" fmla="*/ 895349 w 895349"/>
                  <a:gd name="connsiteY5" fmla="*/ 101855 h 563816"/>
                  <a:gd name="connsiteX6" fmla="*/ 878680 w 895349"/>
                  <a:gd name="connsiteY6" fmla="*/ 320932 h 563816"/>
                  <a:gd name="connsiteX7" fmla="*/ 66675 w 895349"/>
                  <a:gd name="connsiteY7" fmla="*/ 563816 h 563816"/>
                  <a:gd name="connsiteX8" fmla="*/ 0 w 895349"/>
                  <a:gd name="connsiteY8" fmla="*/ 466187 h 563816"/>
                  <a:gd name="connsiteX0" fmla="*/ 0 w 904874"/>
                  <a:gd name="connsiteY0" fmla="*/ 480474 h 563816"/>
                  <a:gd name="connsiteX1" fmla="*/ 476249 w 904874"/>
                  <a:gd name="connsiteY1" fmla="*/ 39944 h 563816"/>
                  <a:gd name="connsiteX2" fmla="*/ 602456 w 904874"/>
                  <a:gd name="connsiteY2" fmla="*/ 37561 h 563816"/>
                  <a:gd name="connsiteX3" fmla="*/ 700087 w 904874"/>
                  <a:gd name="connsiteY3" fmla="*/ 156623 h 563816"/>
                  <a:gd name="connsiteX4" fmla="*/ 714374 w 904874"/>
                  <a:gd name="connsiteY4" fmla="*/ 87569 h 563816"/>
                  <a:gd name="connsiteX5" fmla="*/ 904874 w 904874"/>
                  <a:gd name="connsiteY5" fmla="*/ 101855 h 563816"/>
                  <a:gd name="connsiteX6" fmla="*/ 888205 w 904874"/>
                  <a:gd name="connsiteY6" fmla="*/ 320932 h 563816"/>
                  <a:gd name="connsiteX7" fmla="*/ 76200 w 904874"/>
                  <a:gd name="connsiteY7" fmla="*/ 563816 h 563816"/>
                  <a:gd name="connsiteX8" fmla="*/ 0 w 904874"/>
                  <a:gd name="connsiteY8" fmla="*/ 480474 h 563816"/>
                  <a:gd name="connsiteX0" fmla="*/ 0 w 904874"/>
                  <a:gd name="connsiteY0" fmla="*/ 480474 h 573341"/>
                  <a:gd name="connsiteX1" fmla="*/ 476249 w 904874"/>
                  <a:gd name="connsiteY1" fmla="*/ 39944 h 573341"/>
                  <a:gd name="connsiteX2" fmla="*/ 602456 w 904874"/>
                  <a:gd name="connsiteY2" fmla="*/ 37561 h 573341"/>
                  <a:gd name="connsiteX3" fmla="*/ 700087 w 904874"/>
                  <a:gd name="connsiteY3" fmla="*/ 156623 h 573341"/>
                  <a:gd name="connsiteX4" fmla="*/ 714374 w 904874"/>
                  <a:gd name="connsiteY4" fmla="*/ 87569 h 573341"/>
                  <a:gd name="connsiteX5" fmla="*/ 904874 w 904874"/>
                  <a:gd name="connsiteY5" fmla="*/ 101855 h 573341"/>
                  <a:gd name="connsiteX6" fmla="*/ 888205 w 904874"/>
                  <a:gd name="connsiteY6" fmla="*/ 320932 h 573341"/>
                  <a:gd name="connsiteX7" fmla="*/ 90487 w 904874"/>
                  <a:gd name="connsiteY7" fmla="*/ 573341 h 573341"/>
                  <a:gd name="connsiteX8" fmla="*/ 0 w 904874"/>
                  <a:gd name="connsiteY8" fmla="*/ 480474 h 573341"/>
                  <a:gd name="connsiteX0" fmla="*/ 0 w 904874"/>
                  <a:gd name="connsiteY0" fmla="*/ 480474 h 573341"/>
                  <a:gd name="connsiteX1" fmla="*/ 476249 w 904874"/>
                  <a:gd name="connsiteY1" fmla="*/ 39944 h 573341"/>
                  <a:gd name="connsiteX2" fmla="*/ 602456 w 904874"/>
                  <a:gd name="connsiteY2" fmla="*/ 37561 h 573341"/>
                  <a:gd name="connsiteX3" fmla="*/ 700087 w 904874"/>
                  <a:gd name="connsiteY3" fmla="*/ 156623 h 573341"/>
                  <a:gd name="connsiteX4" fmla="*/ 714374 w 904874"/>
                  <a:gd name="connsiteY4" fmla="*/ 87569 h 573341"/>
                  <a:gd name="connsiteX5" fmla="*/ 904874 w 904874"/>
                  <a:gd name="connsiteY5" fmla="*/ 101855 h 573341"/>
                  <a:gd name="connsiteX6" fmla="*/ 888205 w 904874"/>
                  <a:gd name="connsiteY6" fmla="*/ 320932 h 573341"/>
                  <a:gd name="connsiteX7" fmla="*/ 821531 w 904874"/>
                  <a:gd name="connsiteY7" fmla="*/ 337600 h 573341"/>
                  <a:gd name="connsiteX8" fmla="*/ 90487 w 904874"/>
                  <a:gd name="connsiteY8" fmla="*/ 573341 h 573341"/>
                  <a:gd name="connsiteX9" fmla="*/ 0 w 904874"/>
                  <a:gd name="connsiteY9"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90487 w 1059656"/>
                  <a:gd name="connsiteY8" fmla="*/ 573341 h 573341"/>
                  <a:gd name="connsiteX9" fmla="*/ 0 w 1059656"/>
                  <a:gd name="connsiteY9"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862012 w 1059656"/>
                  <a:gd name="connsiteY8" fmla="*/ 480475 h 573341"/>
                  <a:gd name="connsiteX9" fmla="*/ 90487 w 1059656"/>
                  <a:gd name="connsiteY9" fmla="*/ 573341 h 573341"/>
                  <a:gd name="connsiteX10" fmla="*/ 0 w 1059656"/>
                  <a:gd name="connsiteY10"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973930 w 1059656"/>
                  <a:gd name="connsiteY8" fmla="*/ 561437 h 573341"/>
                  <a:gd name="connsiteX9" fmla="*/ 90487 w 1059656"/>
                  <a:gd name="connsiteY9" fmla="*/ 573341 h 573341"/>
                  <a:gd name="connsiteX10" fmla="*/ 0 w 1059656"/>
                  <a:gd name="connsiteY10" fmla="*/ 480474 h 573341"/>
                  <a:gd name="connsiteX0" fmla="*/ 0 w 1062142"/>
                  <a:gd name="connsiteY0" fmla="*/ 480474 h 573341"/>
                  <a:gd name="connsiteX1" fmla="*/ 476249 w 1062142"/>
                  <a:gd name="connsiteY1" fmla="*/ 39944 h 573341"/>
                  <a:gd name="connsiteX2" fmla="*/ 602456 w 1062142"/>
                  <a:gd name="connsiteY2" fmla="*/ 37561 h 573341"/>
                  <a:gd name="connsiteX3" fmla="*/ 700087 w 1062142"/>
                  <a:gd name="connsiteY3" fmla="*/ 156623 h 573341"/>
                  <a:gd name="connsiteX4" fmla="*/ 714374 w 1062142"/>
                  <a:gd name="connsiteY4" fmla="*/ 87569 h 573341"/>
                  <a:gd name="connsiteX5" fmla="*/ 904874 w 1062142"/>
                  <a:gd name="connsiteY5" fmla="*/ 101855 h 573341"/>
                  <a:gd name="connsiteX6" fmla="*/ 888205 w 1062142"/>
                  <a:gd name="connsiteY6" fmla="*/ 320932 h 573341"/>
                  <a:gd name="connsiteX7" fmla="*/ 1059656 w 1062142"/>
                  <a:gd name="connsiteY7" fmla="*/ 459044 h 573341"/>
                  <a:gd name="connsiteX8" fmla="*/ 1062037 w 1062142"/>
                  <a:gd name="connsiteY8" fmla="*/ 475713 h 573341"/>
                  <a:gd name="connsiteX9" fmla="*/ 973930 w 1062142"/>
                  <a:gd name="connsiteY9" fmla="*/ 561437 h 573341"/>
                  <a:gd name="connsiteX10" fmla="*/ 90487 w 1062142"/>
                  <a:gd name="connsiteY10" fmla="*/ 573341 h 573341"/>
                  <a:gd name="connsiteX11" fmla="*/ 0 w 1062142"/>
                  <a:gd name="connsiteY11"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90487 w 1059656"/>
                  <a:gd name="connsiteY10" fmla="*/ 573341 h 573341"/>
                  <a:gd name="connsiteX11" fmla="*/ 0 w 1059656"/>
                  <a:gd name="connsiteY11"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6256 w 1059656"/>
                  <a:gd name="connsiteY10" fmla="*/ 566200 h 573341"/>
                  <a:gd name="connsiteX11" fmla="*/ 90487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8637 w 1059656"/>
                  <a:gd name="connsiteY10" fmla="*/ 173293 h 573341"/>
                  <a:gd name="connsiteX11" fmla="*/ 90487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8637 w 1059656"/>
                  <a:gd name="connsiteY10" fmla="*/ 173293 h 573341"/>
                  <a:gd name="connsiteX11" fmla="*/ 100012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33399 w 1059656"/>
                  <a:gd name="connsiteY10" fmla="*/ 225681 h 573341"/>
                  <a:gd name="connsiteX11" fmla="*/ 100012 w 1059656"/>
                  <a:gd name="connsiteY11" fmla="*/ 573341 h 573341"/>
                  <a:gd name="connsiteX12" fmla="*/ 0 w 1059656"/>
                  <a:gd name="connsiteY12" fmla="*/ 480474 h 573341"/>
                  <a:gd name="connsiteX0" fmla="*/ 0 w 1059656"/>
                  <a:gd name="connsiteY0" fmla="*/ 480474 h 573344"/>
                  <a:gd name="connsiteX1" fmla="*/ 476249 w 1059656"/>
                  <a:gd name="connsiteY1" fmla="*/ 39944 h 573344"/>
                  <a:gd name="connsiteX2" fmla="*/ 602456 w 1059656"/>
                  <a:gd name="connsiteY2" fmla="*/ 37561 h 573344"/>
                  <a:gd name="connsiteX3" fmla="*/ 700087 w 1059656"/>
                  <a:gd name="connsiteY3" fmla="*/ 156623 h 573344"/>
                  <a:gd name="connsiteX4" fmla="*/ 714374 w 1059656"/>
                  <a:gd name="connsiteY4" fmla="*/ 87569 h 573344"/>
                  <a:gd name="connsiteX5" fmla="*/ 904874 w 1059656"/>
                  <a:gd name="connsiteY5" fmla="*/ 101855 h 573344"/>
                  <a:gd name="connsiteX6" fmla="*/ 888205 w 1059656"/>
                  <a:gd name="connsiteY6" fmla="*/ 320932 h 573344"/>
                  <a:gd name="connsiteX7" fmla="*/ 1059656 w 1059656"/>
                  <a:gd name="connsiteY7" fmla="*/ 459044 h 573344"/>
                  <a:gd name="connsiteX8" fmla="*/ 1057275 w 1059656"/>
                  <a:gd name="connsiteY8" fmla="*/ 461426 h 573344"/>
                  <a:gd name="connsiteX9" fmla="*/ 952499 w 1059656"/>
                  <a:gd name="connsiteY9" fmla="*/ 573344 h 573344"/>
                  <a:gd name="connsiteX10" fmla="*/ 533399 w 1059656"/>
                  <a:gd name="connsiteY10" fmla="*/ 225681 h 573344"/>
                  <a:gd name="connsiteX11" fmla="*/ 100012 w 1059656"/>
                  <a:gd name="connsiteY11" fmla="*/ 573341 h 573344"/>
                  <a:gd name="connsiteX12" fmla="*/ 0 w 1059656"/>
                  <a:gd name="connsiteY12" fmla="*/ 480474 h 573344"/>
                  <a:gd name="connsiteX0" fmla="*/ 0 w 1059656"/>
                  <a:gd name="connsiteY0" fmla="*/ 480474 h 573344"/>
                  <a:gd name="connsiteX1" fmla="*/ 476249 w 1059656"/>
                  <a:gd name="connsiteY1" fmla="*/ 39944 h 573344"/>
                  <a:gd name="connsiteX2" fmla="*/ 602456 w 1059656"/>
                  <a:gd name="connsiteY2" fmla="*/ 37561 h 573344"/>
                  <a:gd name="connsiteX3" fmla="*/ 700087 w 1059656"/>
                  <a:gd name="connsiteY3" fmla="*/ 156623 h 573344"/>
                  <a:gd name="connsiteX4" fmla="*/ 714374 w 1059656"/>
                  <a:gd name="connsiteY4" fmla="*/ 87569 h 573344"/>
                  <a:gd name="connsiteX5" fmla="*/ 904874 w 1059656"/>
                  <a:gd name="connsiteY5" fmla="*/ 101855 h 573344"/>
                  <a:gd name="connsiteX6" fmla="*/ 888205 w 1059656"/>
                  <a:gd name="connsiteY6" fmla="*/ 320932 h 573344"/>
                  <a:gd name="connsiteX7" fmla="*/ 1059656 w 1059656"/>
                  <a:gd name="connsiteY7" fmla="*/ 459044 h 573344"/>
                  <a:gd name="connsiteX8" fmla="*/ 1057275 w 1059656"/>
                  <a:gd name="connsiteY8" fmla="*/ 461426 h 573344"/>
                  <a:gd name="connsiteX9" fmla="*/ 952499 w 1059656"/>
                  <a:gd name="connsiteY9" fmla="*/ 573344 h 573344"/>
                  <a:gd name="connsiteX10" fmla="*/ 533399 w 1059656"/>
                  <a:gd name="connsiteY10" fmla="*/ 178056 h 573344"/>
                  <a:gd name="connsiteX11" fmla="*/ 100012 w 1059656"/>
                  <a:gd name="connsiteY11" fmla="*/ 573341 h 573344"/>
                  <a:gd name="connsiteX12" fmla="*/ 0 w 1059656"/>
                  <a:gd name="connsiteY12" fmla="*/ 480474 h 573344"/>
                  <a:gd name="connsiteX0" fmla="*/ 0 w 1059656"/>
                  <a:gd name="connsiteY0" fmla="*/ 477835 h 570705"/>
                  <a:gd name="connsiteX1" fmla="*/ 476249 w 1059656"/>
                  <a:gd name="connsiteY1" fmla="*/ 37305 h 570705"/>
                  <a:gd name="connsiteX2" fmla="*/ 590550 w 1059656"/>
                  <a:gd name="connsiteY2" fmla="*/ 39685 h 570705"/>
                  <a:gd name="connsiteX3" fmla="*/ 700087 w 1059656"/>
                  <a:gd name="connsiteY3" fmla="*/ 153984 h 570705"/>
                  <a:gd name="connsiteX4" fmla="*/ 714374 w 1059656"/>
                  <a:gd name="connsiteY4" fmla="*/ 84930 h 570705"/>
                  <a:gd name="connsiteX5" fmla="*/ 904874 w 1059656"/>
                  <a:gd name="connsiteY5" fmla="*/ 99216 h 570705"/>
                  <a:gd name="connsiteX6" fmla="*/ 888205 w 1059656"/>
                  <a:gd name="connsiteY6" fmla="*/ 318293 h 570705"/>
                  <a:gd name="connsiteX7" fmla="*/ 1059656 w 1059656"/>
                  <a:gd name="connsiteY7" fmla="*/ 456405 h 570705"/>
                  <a:gd name="connsiteX8" fmla="*/ 1057275 w 1059656"/>
                  <a:gd name="connsiteY8" fmla="*/ 458787 h 570705"/>
                  <a:gd name="connsiteX9" fmla="*/ 952499 w 1059656"/>
                  <a:gd name="connsiteY9" fmla="*/ 570705 h 570705"/>
                  <a:gd name="connsiteX10" fmla="*/ 533399 w 1059656"/>
                  <a:gd name="connsiteY10" fmla="*/ 175417 h 570705"/>
                  <a:gd name="connsiteX11" fmla="*/ 100012 w 1059656"/>
                  <a:gd name="connsiteY11" fmla="*/ 570702 h 570705"/>
                  <a:gd name="connsiteX12" fmla="*/ 0 w 1059656"/>
                  <a:gd name="connsiteY12" fmla="*/ 477835 h 570705"/>
                  <a:gd name="connsiteX0" fmla="*/ 0 w 1059656"/>
                  <a:gd name="connsiteY0" fmla="*/ 477835 h 570705"/>
                  <a:gd name="connsiteX1" fmla="*/ 476249 w 1059656"/>
                  <a:gd name="connsiteY1" fmla="*/ 37305 h 570705"/>
                  <a:gd name="connsiteX2" fmla="*/ 590550 w 1059656"/>
                  <a:gd name="connsiteY2" fmla="*/ 39685 h 570705"/>
                  <a:gd name="connsiteX3" fmla="*/ 700087 w 1059656"/>
                  <a:gd name="connsiteY3" fmla="*/ 153984 h 570705"/>
                  <a:gd name="connsiteX4" fmla="*/ 704849 w 1059656"/>
                  <a:gd name="connsiteY4" fmla="*/ 84930 h 570705"/>
                  <a:gd name="connsiteX5" fmla="*/ 904874 w 1059656"/>
                  <a:gd name="connsiteY5" fmla="*/ 99216 h 570705"/>
                  <a:gd name="connsiteX6" fmla="*/ 888205 w 1059656"/>
                  <a:gd name="connsiteY6" fmla="*/ 318293 h 570705"/>
                  <a:gd name="connsiteX7" fmla="*/ 1059656 w 1059656"/>
                  <a:gd name="connsiteY7" fmla="*/ 456405 h 570705"/>
                  <a:gd name="connsiteX8" fmla="*/ 1057275 w 1059656"/>
                  <a:gd name="connsiteY8" fmla="*/ 458787 h 570705"/>
                  <a:gd name="connsiteX9" fmla="*/ 952499 w 1059656"/>
                  <a:gd name="connsiteY9" fmla="*/ 570705 h 570705"/>
                  <a:gd name="connsiteX10" fmla="*/ 533399 w 1059656"/>
                  <a:gd name="connsiteY10" fmla="*/ 175417 h 570705"/>
                  <a:gd name="connsiteX11" fmla="*/ 100012 w 1059656"/>
                  <a:gd name="connsiteY11" fmla="*/ 570702 h 570705"/>
                  <a:gd name="connsiteX12" fmla="*/ 0 w 1059656"/>
                  <a:gd name="connsiteY12" fmla="*/ 477835 h 570705"/>
                  <a:gd name="connsiteX0" fmla="*/ 0 w 1062037"/>
                  <a:gd name="connsiteY0" fmla="*/ 465928 h 570705"/>
                  <a:gd name="connsiteX1" fmla="*/ 478630 w 1062037"/>
                  <a:gd name="connsiteY1" fmla="*/ 37305 h 570705"/>
                  <a:gd name="connsiteX2" fmla="*/ 592931 w 1062037"/>
                  <a:gd name="connsiteY2" fmla="*/ 39685 h 570705"/>
                  <a:gd name="connsiteX3" fmla="*/ 702468 w 1062037"/>
                  <a:gd name="connsiteY3" fmla="*/ 153984 h 570705"/>
                  <a:gd name="connsiteX4" fmla="*/ 707230 w 1062037"/>
                  <a:gd name="connsiteY4" fmla="*/ 84930 h 570705"/>
                  <a:gd name="connsiteX5" fmla="*/ 907255 w 1062037"/>
                  <a:gd name="connsiteY5" fmla="*/ 99216 h 570705"/>
                  <a:gd name="connsiteX6" fmla="*/ 890586 w 1062037"/>
                  <a:gd name="connsiteY6" fmla="*/ 318293 h 570705"/>
                  <a:gd name="connsiteX7" fmla="*/ 1062037 w 1062037"/>
                  <a:gd name="connsiteY7" fmla="*/ 456405 h 570705"/>
                  <a:gd name="connsiteX8" fmla="*/ 1059656 w 1062037"/>
                  <a:gd name="connsiteY8" fmla="*/ 458787 h 570705"/>
                  <a:gd name="connsiteX9" fmla="*/ 954880 w 1062037"/>
                  <a:gd name="connsiteY9" fmla="*/ 570705 h 570705"/>
                  <a:gd name="connsiteX10" fmla="*/ 535780 w 1062037"/>
                  <a:gd name="connsiteY10" fmla="*/ 175417 h 570705"/>
                  <a:gd name="connsiteX11" fmla="*/ 102393 w 1062037"/>
                  <a:gd name="connsiteY11" fmla="*/ 570702 h 570705"/>
                  <a:gd name="connsiteX12" fmla="*/ 0 w 1062037"/>
                  <a:gd name="connsiteY12" fmla="*/ 465928 h 570705"/>
                  <a:gd name="connsiteX0" fmla="*/ 0 w 1062037"/>
                  <a:gd name="connsiteY0" fmla="*/ 467049 h 571826"/>
                  <a:gd name="connsiteX1" fmla="*/ 469105 w 1062037"/>
                  <a:gd name="connsiteY1" fmla="*/ 36045 h 571826"/>
                  <a:gd name="connsiteX2" fmla="*/ 592931 w 1062037"/>
                  <a:gd name="connsiteY2" fmla="*/ 40806 h 571826"/>
                  <a:gd name="connsiteX3" fmla="*/ 702468 w 1062037"/>
                  <a:gd name="connsiteY3" fmla="*/ 155105 h 571826"/>
                  <a:gd name="connsiteX4" fmla="*/ 707230 w 1062037"/>
                  <a:gd name="connsiteY4" fmla="*/ 86051 h 571826"/>
                  <a:gd name="connsiteX5" fmla="*/ 907255 w 1062037"/>
                  <a:gd name="connsiteY5" fmla="*/ 100337 h 571826"/>
                  <a:gd name="connsiteX6" fmla="*/ 890586 w 1062037"/>
                  <a:gd name="connsiteY6" fmla="*/ 319414 h 571826"/>
                  <a:gd name="connsiteX7" fmla="*/ 1062037 w 1062037"/>
                  <a:gd name="connsiteY7" fmla="*/ 457526 h 571826"/>
                  <a:gd name="connsiteX8" fmla="*/ 1059656 w 1062037"/>
                  <a:gd name="connsiteY8" fmla="*/ 459908 h 571826"/>
                  <a:gd name="connsiteX9" fmla="*/ 954880 w 1062037"/>
                  <a:gd name="connsiteY9" fmla="*/ 571826 h 571826"/>
                  <a:gd name="connsiteX10" fmla="*/ 535780 w 1062037"/>
                  <a:gd name="connsiteY10" fmla="*/ 176538 h 571826"/>
                  <a:gd name="connsiteX11" fmla="*/ 102393 w 1062037"/>
                  <a:gd name="connsiteY11" fmla="*/ 571823 h 571826"/>
                  <a:gd name="connsiteX12" fmla="*/ 0 w 1062037"/>
                  <a:gd name="connsiteY12" fmla="*/ 467049 h 571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2037" h="571826">
                    <a:moveTo>
                      <a:pt x="0" y="467049"/>
                    </a:moveTo>
                    <a:lnTo>
                      <a:pt x="469105" y="36045"/>
                    </a:lnTo>
                    <a:cubicBezTo>
                      <a:pt x="511174" y="-7612"/>
                      <a:pt x="534193" y="-17931"/>
                      <a:pt x="592931" y="40806"/>
                    </a:cubicBezTo>
                    <a:lnTo>
                      <a:pt x="702468" y="155105"/>
                    </a:lnTo>
                    <a:lnTo>
                      <a:pt x="707230" y="86051"/>
                    </a:lnTo>
                    <a:lnTo>
                      <a:pt x="907255" y="100337"/>
                    </a:lnTo>
                    <a:lnTo>
                      <a:pt x="890586" y="319414"/>
                    </a:lnTo>
                    <a:lnTo>
                      <a:pt x="1062037" y="457526"/>
                    </a:lnTo>
                    <a:cubicBezTo>
                      <a:pt x="1061243" y="460701"/>
                      <a:pt x="1060450" y="456733"/>
                      <a:pt x="1059656" y="459908"/>
                    </a:cubicBezTo>
                    <a:lnTo>
                      <a:pt x="954880" y="571826"/>
                    </a:lnTo>
                    <a:lnTo>
                      <a:pt x="535780" y="176538"/>
                    </a:lnTo>
                    <a:lnTo>
                      <a:pt x="102393" y="571823"/>
                    </a:lnTo>
                    <a:lnTo>
                      <a:pt x="0" y="467049"/>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2" name="Oval 41">
              <a:extLst>
                <a:ext uri="{FF2B5EF4-FFF2-40B4-BE49-F238E27FC236}">
                  <a16:creationId xmlns:a16="http://schemas.microsoft.com/office/drawing/2014/main" id="{85E14539-9121-5D5B-1B40-52F5CFB5F77C}"/>
                </a:ext>
              </a:extLst>
            </p:cNvPr>
            <p:cNvSpPr/>
            <p:nvPr/>
          </p:nvSpPr>
          <p:spPr bwMode="auto">
            <a:xfrm>
              <a:off x="2610151" y="4799642"/>
              <a:ext cx="91440" cy="91440"/>
            </a:xfrm>
            <a:prstGeom prst="ellipse">
              <a:avLst/>
            </a:prstGeom>
            <a:solidFill>
              <a:schemeClr val="bg1"/>
            </a:solidFill>
            <a:ln>
              <a:no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solidFill>
                  <a:srgbClr val="0C2870"/>
                </a:solidFill>
                <a:latin typeface="Arial" charset="0"/>
                <a:ea typeface="+mn-ea"/>
                <a:cs typeface="Times New Roman" pitchFamily="18" charset="0"/>
              </a:endParaRPr>
            </a:p>
          </p:txBody>
        </p:sp>
      </p:grpSp>
      <p:grpSp>
        <p:nvGrpSpPr>
          <p:cNvPr id="46" name="Group 45">
            <a:extLst>
              <a:ext uri="{FF2B5EF4-FFF2-40B4-BE49-F238E27FC236}">
                <a16:creationId xmlns:a16="http://schemas.microsoft.com/office/drawing/2014/main" id="{6B39A76F-1B63-6308-FE32-5BCEE58FA519}"/>
              </a:ext>
            </a:extLst>
          </p:cNvPr>
          <p:cNvGrpSpPr/>
          <p:nvPr/>
        </p:nvGrpSpPr>
        <p:grpSpPr>
          <a:xfrm>
            <a:off x="8965649" y="4559073"/>
            <a:ext cx="697341" cy="613759"/>
            <a:chOff x="2145621" y="4038600"/>
            <a:chExt cx="1263333" cy="1111912"/>
          </a:xfrm>
        </p:grpSpPr>
        <p:grpSp>
          <p:nvGrpSpPr>
            <p:cNvPr id="47" name="Group 46">
              <a:extLst>
                <a:ext uri="{FF2B5EF4-FFF2-40B4-BE49-F238E27FC236}">
                  <a16:creationId xmlns:a16="http://schemas.microsoft.com/office/drawing/2014/main" id="{C8706E4A-5936-0F43-9F36-BF26F1CEF697}"/>
                </a:ext>
              </a:extLst>
            </p:cNvPr>
            <p:cNvGrpSpPr/>
            <p:nvPr/>
          </p:nvGrpSpPr>
          <p:grpSpPr>
            <a:xfrm>
              <a:off x="2145621" y="4038600"/>
              <a:ext cx="1263333" cy="1111912"/>
              <a:chOff x="454179" y="2390450"/>
              <a:chExt cx="1062037" cy="955224"/>
            </a:xfrm>
          </p:grpSpPr>
          <p:sp>
            <p:nvSpPr>
              <p:cNvPr id="49" name="Flowchart: Process 5">
                <a:extLst>
                  <a:ext uri="{FF2B5EF4-FFF2-40B4-BE49-F238E27FC236}">
                    <a16:creationId xmlns:a16="http://schemas.microsoft.com/office/drawing/2014/main" id="{65CAF3C1-212B-CF91-2349-BF69B1A66559}"/>
                  </a:ext>
                </a:extLst>
              </p:cNvPr>
              <p:cNvSpPr/>
              <p:nvPr/>
            </p:nvSpPr>
            <p:spPr>
              <a:xfrm>
                <a:off x="587360" y="2507650"/>
                <a:ext cx="773146" cy="838024"/>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0 h 10983"/>
                  <a:gd name="connsiteX1" fmla="*/ 10000 w 10000"/>
                  <a:gd name="connsiteY1" fmla="*/ 983 h 10983"/>
                  <a:gd name="connsiteX2" fmla="*/ 10000 w 10000"/>
                  <a:gd name="connsiteY2" fmla="*/ 10983 h 10983"/>
                  <a:gd name="connsiteX3" fmla="*/ 0 w 10000"/>
                  <a:gd name="connsiteY3" fmla="*/ 10983 h 10983"/>
                  <a:gd name="connsiteX4" fmla="*/ 0 w 10000"/>
                  <a:gd name="connsiteY4" fmla="*/ 0 h 10983"/>
                  <a:gd name="connsiteX0" fmla="*/ 200 w 10200"/>
                  <a:gd name="connsiteY0" fmla="*/ 0 h 11099"/>
                  <a:gd name="connsiteX1" fmla="*/ 10200 w 10200"/>
                  <a:gd name="connsiteY1" fmla="*/ 983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10167 w 10200"/>
                  <a:gd name="connsiteY1" fmla="*/ 694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10067 w 10200"/>
                  <a:gd name="connsiteY1" fmla="*/ 289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5267 w 10200"/>
                  <a:gd name="connsiteY1" fmla="*/ 116 h 11099"/>
                  <a:gd name="connsiteX2" fmla="*/ 10067 w 10200"/>
                  <a:gd name="connsiteY2" fmla="*/ 289 h 11099"/>
                  <a:gd name="connsiteX3" fmla="*/ 10200 w 10200"/>
                  <a:gd name="connsiteY3" fmla="*/ 10983 h 11099"/>
                  <a:gd name="connsiteX4" fmla="*/ 0 w 10200"/>
                  <a:gd name="connsiteY4" fmla="*/ 11099 h 11099"/>
                  <a:gd name="connsiteX5" fmla="*/ 200 w 10200"/>
                  <a:gd name="connsiteY5" fmla="*/ 0 h 11099"/>
                  <a:gd name="connsiteX0" fmla="*/ 200 w 10200"/>
                  <a:gd name="connsiteY0" fmla="*/ 7687 h 18786"/>
                  <a:gd name="connsiteX1" fmla="*/ 5167 w 10200"/>
                  <a:gd name="connsiteY1" fmla="*/ 0 h 18786"/>
                  <a:gd name="connsiteX2" fmla="*/ 10067 w 10200"/>
                  <a:gd name="connsiteY2" fmla="*/ 7976 h 18786"/>
                  <a:gd name="connsiteX3" fmla="*/ 10200 w 10200"/>
                  <a:gd name="connsiteY3" fmla="*/ 18670 h 18786"/>
                  <a:gd name="connsiteX4" fmla="*/ 0 w 10200"/>
                  <a:gd name="connsiteY4" fmla="*/ 18786 h 18786"/>
                  <a:gd name="connsiteX5" fmla="*/ 200 w 10200"/>
                  <a:gd name="connsiteY5" fmla="*/ 7687 h 1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0" h="18786">
                    <a:moveTo>
                      <a:pt x="200" y="7687"/>
                    </a:moveTo>
                    <a:lnTo>
                      <a:pt x="5167" y="0"/>
                    </a:lnTo>
                    <a:lnTo>
                      <a:pt x="10067" y="7976"/>
                    </a:lnTo>
                    <a:cubicBezTo>
                      <a:pt x="10078" y="11406"/>
                      <a:pt x="10189" y="15240"/>
                      <a:pt x="10200" y="18670"/>
                    </a:cubicBezTo>
                    <a:lnTo>
                      <a:pt x="0" y="18786"/>
                    </a:lnTo>
                    <a:cubicBezTo>
                      <a:pt x="67" y="15086"/>
                      <a:pt x="133" y="11387"/>
                      <a:pt x="200" y="7687"/>
                    </a:cubicBezTo>
                    <a:close/>
                  </a:path>
                </a:pathLst>
              </a:cu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AF0E12F2-AF59-BDBA-9C18-5C6679B77A2D}"/>
                  </a:ext>
                </a:extLst>
              </p:cNvPr>
              <p:cNvSpPr/>
              <p:nvPr/>
            </p:nvSpPr>
            <p:spPr>
              <a:xfrm>
                <a:off x="700307" y="2903057"/>
                <a:ext cx="263398" cy="43752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3">
                <a:extLst>
                  <a:ext uri="{FF2B5EF4-FFF2-40B4-BE49-F238E27FC236}">
                    <a16:creationId xmlns:a16="http://schemas.microsoft.com/office/drawing/2014/main" id="{7A52FD54-8A42-E450-685F-4E0EB30400CA}"/>
                  </a:ext>
                </a:extLst>
              </p:cNvPr>
              <p:cNvSpPr/>
              <p:nvPr/>
            </p:nvSpPr>
            <p:spPr>
              <a:xfrm>
                <a:off x="454179" y="2390450"/>
                <a:ext cx="1062037" cy="571826"/>
              </a:xfrm>
              <a:custGeom>
                <a:avLst/>
                <a:gdLst>
                  <a:gd name="connsiteX0" fmla="*/ 0 w 666750"/>
                  <a:gd name="connsiteY0" fmla="*/ 0 h 595312"/>
                  <a:gd name="connsiteX1" fmla="*/ 666750 w 666750"/>
                  <a:gd name="connsiteY1" fmla="*/ 0 h 595312"/>
                  <a:gd name="connsiteX2" fmla="*/ 666750 w 666750"/>
                  <a:gd name="connsiteY2" fmla="*/ 595312 h 595312"/>
                  <a:gd name="connsiteX3" fmla="*/ 0 w 666750"/>
                  <a:gd name="connsiteY3" fmla="*/ 595312 h 595312"/>
                  <a:gd name="connsiteX4" fmla="*/ 0 w 666750"/>
                  <a:gd name="connsiteY4" fmla="*/ 0 h 595312"/>
                  <a:gd name="connsiteX0" fmla="*/ 0 w 871537"/>
                  <a:gd name="connsiteY0" fmla="*/ 445294 h 595312"/>
                  <a:gd name="connsiteX1" fmla="*/ 871537 w 871537"/>
                  <a:gd name="connsiteY1" fmla="*/ 0 h 595312"/>
                  <a:gd name="connsiteX2" fmla="*/ 871537 w 871537"/>
                  <a:gd name="connsiteY2" fmla="*/ 595312 h 595312"/>
                  <a:gd name="connsiteX3" fmla="*/ 204787 w 871537"/>
                  <a:gd name="connsiteY3" fmla="*/ 595312 h 595312"/>
                  <a:gd name="connsiteX4" fmla="*/ 0 w 871537"/>
                  <a:gd name="connsiteY4" fmla="*/ 445294 h 595312"/>
                  <a:gd name="connsiteX0" fmla="*/ 0 w 871537"/>
                  <a:gd name="connsiteY0" fmla="*/ 445294 h 595312"/>
                  <a:gd name="connsiteX1" fmla="*/ 521494 w 871537"/>
                  <a:gd name="connsiteY1" fmla="*/ 176213 h 595312"/>
                  <a:gd name="connsiteX2" fmla="*/ 871537 w 871537"/>
                  <a:gd name="connsiteY2" fmla="*/ 0 h 595312"/>
                  <a:gd name="connsiteX3" fmla="*/ 871537 w 871537"/>
                  <a:gd name="connsiteY3" fmla="*/ 595312 h 595312"/>
                  <a:gd name="connsiteX4" fmla="*/ 204787 w 871537"/>
                  <a:gd name="connsiteY4" fmla="*/ 595312 h 595312"/>
                  <a:gd name="connsiteX5" fmla="*/ 0 w 871537"/>
                  <a:gd name="connsiteY5" fmla="*/ 445294 h 595312"/>
                  <a:gd name="connsiteX0" fmla="*/ 0 w 871537"/>
                  <a:gd name="connsiteY0" fmla="*/ 450056 h 600074"/>
                  <a:gd name="connsiteX1" fmla="*/ 500063 w 871537"/>
                  <a:gd name="connsiteY1" fmla="*/ 0 h 600074"/>
                  <a:gd name="connsiteX2" fmla="*/ 871537 w 871537"/>
                  <a:gd name="connsiteY2" fmla="*/ 4762 h 600074"/>
                  <a:gd name="connsiteX3" fmla="*/ 871537 w 871537"/>
                  <a:gd name="connsiteY3" fmla="*/ 600074 h 600074"/>
                  <a:gd name="connsiteX4" fmla="*/ 204787 w 871537"/>
                  <a:gd name="connsiteY4" fmla="*/ 600074 h 600074"/>
                  <a:gd name="connsiteX5" fmla="*/ 0 w 871537"/>
                  <a:gd name="connsiteY5" fmla="*/ 450056 h 600074"/>
                  <a:gd name="connsiteX0" fmla="*/ 0 w 871537"/>
                  <a:gd name="connsiteY0" fmla="*/ 450056 h 600074"/>
                  <a:gd name="connsiteX1" fmla="*/ 500063 w 871537"/>
                  <a:gd name="connsiteY1" fmla="*/ 0 h 600074"/>
                  <a:gd name="connsiteX2" fmla="*/ 692944 w 871537"/>
                  <a:gd name="connsiteY2" fmla="*/ 135730 h 600074"/>
                  <a:gd name="connsiteX3" fmla="*/ 871537 w 871537"/>
                  <a:gd name="connsiteY3" fmla="*/ 600074 h 600074"/>
                  <a:gd name="connsiteX4" fmla="*/ 204787 w 871537"/>
                  <a:gd name="connsiteY4" fmla="*/ 600074 h 600074"/>
                  <a:gd name="connsiteX5" fmla="*/ 0 w 871537"/>
                  <a:gd name="connsiteY5" fmla="*/ 450056 h 600074"/>
                  <a:gd name="connsiteX0" fmla="*/ 0 w 871537"/>
                  <a:gd name="connsiteY0" fmla="*/ 461962 h 611980"/>
                  <a:gd name="connsiteX1" fmla="*/ 502444 w 871537"/>
                  <a:gd name="connsiteY1" fmla="*/ 0 h 611980"/>
                  <a:gd name="connsiteX2" fmla="*/ 692944 w 871537"/>
                  <a:gd name="connsiteY2" fmla="*/ 147636 h 611980"/>
                  <a:gd name="connsiteX3" fmla="*/ 871537 w 871537"/>
                  <a:gd name="connsiteY3" fmla="*/ 611980 h 611980"/>
                  <a:gd name="connsiteX4" fmla="*/ 204787 w 871537"/>
                  <a:gd name="connsiteY4" fmla="*/ 611980 h 611980"/>
                  <a:gd name="connsiteX5" fmla="*/ 0 w 871537"/>
                  <a:gd name="connsiteY5" fmla="*/ 461962 h 611980"/>
                  <a:gd name="connsiteX0" fmla="*/ 0 w 871537"/>
                  <a:gd name="connsiteY0" fmla="*/ 431005 h 581023"/>
                  <a:gd name="connsiteX1" fmla="*/ 469106 w 871537"/>
                  <a:gd name="connsiteY1" fmla="*/ 0 h 581023"/>
                  <a:gd name="connsiteX2" fmla="*/ 692944 w 871537"/>
                  <a:gd name="connsiteY2" fmla="*/ 116679 h 581023"/>
                  <a:gd name="connsiteX3" fmla="*/ 871537 w 871537"/>
                  <a:gd name="connsiteY3" fmla="*/ 581023 h 581023"/>
                  <a:gd name="connsiteX4" fmla="*/ 204787 w 871537"/>
                  <a:gd name="connsiteY4" fmla="*/ 581023 h 581023"/>
                  <a:gd name="connsiteX5" fmla="*/ 0 w 871537"/>
                  <a:gd name="connsiteY5" fmla="*/ 431005 h 581023"/>
                  <a:gd name="connsiteX0" fmla="*/ 0 w 871537"/>
                  <a:gd name="connsiteY0" fmla="*/ 431005 h 581023"/>
                  <a:gd name="connsiteX1" fmla="*/ 469106 w 871537"/>
                  <a:gd name="connsiteY1" fmla="*/ 0 h 581023"/>
                  <a:gd name="connsiteX2" fmla="*/ 578644 w 871537"/>
                  <a:gd name="connsiteY2" fmla="*/ 59530 h 581023"/>
                  <a:gd name="connsiteX3" fmla="*/ 692944 w 871537"/>
                  <a:gd name="connsiteY3" fmla="*/ 116679 h 581023"/>
                  <a:gd name="connsiteX4" fmla="*/ 871537 w 871537"/>
                  <a:gd name="connsiteY4" fmla="*/ 581023 h 581023"/>
                  <a:gd name="connsiteX5" fmla="*/ 204787 w 871537"/>
                  <a:gd name="connsiteY5" fmla="*/ 581023 h 581023"/>
                  <a:gd name="connsiteX6" fmla="*/ 0 w 871537"/>
                  <a:gd name="connsiteY6" fmla="*/ 431005 h 581023"/>
                  <a:gd name="connsiteX0" fmla="*/ 0 w 871537"/>
                  <a:gd name="connsiteY0" fmla="*/ 433388 h 583406"/>
                  <a:gd name="connsiteX1" fmla="*/ 469106 w 871537"/>
                  <a:gd name="connsiteY1" fmla="*/ 2383 h 583406"/>
                  <a:gd name="connsiteX2" fmla="*/ 595313 w 871537"/>
                  <a:gd name="connsiteY2" fmla="*/ 0 h 583406"/>
                  <a:gd name="connsiteX3" fmla="*/ 692944 w 871537"/>
                  <a:gd name="connsiteY3" fmla="*/ 119062 h 583406"/>
                  <a:gd name="connsiteX4" fmla="*/ 871537 w 871537"/>
                  <a:gd name="connsiteY4" fmla="*/ 583406 h 583406"/>
                  <a:gd name="connsiteX5" fmla="*/ 204787 w 871537"/>
                  <a:gd name="connsiteY5" fmla="*/ 583406 h 583406"/>
                  <a:gd name="connsiteX6" fmla="*/ 0 w 871537"/>
                  <a:gd name="connsiteY6" fmla="*/ 433388 h 583406"/>
                  <a:gd name="connsiteX0" fmla="*/ 0 w 871537"/>
                  <a:gd name="connsiteY0" fmla="*/ 459059 h 609077"/>
                  <a:gd name="connsiteX1" fmla="*/ 469106 w 871537"/>
                  <a:gd name="connsiteY1" fmla="*/ 28054 h 609077"/>
                  <a:gd name="connsiteX2" fmla="*/ 595313 w 871537"/>
                  <a:gd name="connsiteY2" fmla="*/ 25671 h 609077"/>
                  <a:gd name="connsiteX3" fmla="*/ 692944 w 871537"/>
                  <a:gd name="connsiteY3" fmla="*/ 144733 h 609077"/>
                  <a:gd name="connsiteX4" fmla="*/ 871537 w 871537"/>
                  <a:gd name="connsiteY4" fmla="*/ 609077 h 609077"/>
                  <a:gd name="connsiteX5" fmla="*/ 204787 w 871537"/>
                  <a:gd name="connsiteY5" fmla="*/ 609077 h 609077"/>
                  <a:gd name="connsiteX6" fmla="*/ 0 w 871537"/>
                  <a:gd name="connsiteY6" fmla="*/ 459059 h 60907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871537 w 871537"/>
                  <a:gd name="connsiteY4" fmla="*/ 620967 h 620967"/>
                  <a:gd name="connsiteX5" fmla="*/ 204787 w 871537"/>
                  <a:gd name="connsiteY5" fmla="*/ 620967 h 620967"/>
                  <a:gd name="connsiteX6" fmla="*/ 0 w 871537"/>
                  <a:gd name="connsiteY6"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04850 w 871537"/>
                  <a:gd name="connsiteY4" fmla="*/ 199488 h 620967"/>
                  <a:gd name="connsiteX5" fmla="*/ 871537 w 871537"/>
                  <a:gd name="connsiteY5" fmla="*/ 620967 h 620967"/>
                  <a:gd name="connsiteX6" fmla="*/ 204787 w 871537"/>
                  <a:gd name="connsiteY6" fmla="*/ 620967 h 620967"/>
                  <a:gd name="connsiteX7" fmla="*/ 0 w 871537"/>
                  <a:gd name="connsiteY7"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16756 w 871537"/>
                  <a:gd name="connsiteY4" fmla="*/ 89950 h 620967"/>
                  <a:gd name="connsiteX5" fmla="*/ 871537 w 871537"/>
                  <a:gd name="connsiteY5" fmla="*/ 620967 h 620967"/>
                  <a:gd name="connsiteX6" fmla="*/ 204787 w 871537"/>
                  <a:gd name="connsiteY6" fmla="*/ 620967 h 620967"/>
                  <a:gd name="connsiteX7" fmla="*/ 0 w 871537"/>
                  <a:gd name="connsiteY7"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07231 w 871537"/>
                  <a:gd name="connsiteY4" fmla="*/ 87569 h 620967"/>
                  <a:gd name="connsiteX5" fmla="*/ 871537 w 871537"/>
                  <a:gd name="connsiteY5" fmla="*/ 620967 h 620967"/>
                  <a:gd name="connsiteX6" fmla="*/ 204787 w 871537"/>
                  <a:gd name="connsiteY6" fmla="*/ 620967 h 620967"/>
                  <a:gd name="connsiteX7" fmla="*/ 0 w 871537"/>
                  <a:gd name="connsiteY7"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204787 w 900112"/>
                  <a:gd name="connsiteY6" fmla="*/ 620967 h 620967"/>
                  <a:gd name="connsiteX7" fmla="*/ 0 w 900112"/>
                  <a:gd name="connsiteY7"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766762 w 900112"/>
                  <a:gd name="connsiteY6" fmla="*/ 213775 h 620967"/>
                  <a:gd name="connsiteX7" fmla="*/ 204787 w 900112"/>
                  <a:gd name="connsiteY7" fmla="*/ 620967 h 620967"/>
                  <a:gd name="connsiteX8" fmla="*/ 0 w 900112"/>
                  <a:gd name="connsiteY8"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866774 w 900112"/>
                  <a:gd name="connsiteY6" fmla="*/ 309025 h 620967"/>
                  <a:gd name="connsiteX7" fmla="*/ 204787 w 900112"/>
                  <a:gd name="connsiteY7" fmla="*/ 620967 h 620967"/>
                  <a:gd name="connsiteX8" fmla="*/ 0 w 900112"/>
                  <a:gd name="connsiteY8" fmla="*/ 470949 h 620967"/>
                  <a:gd name="connsiteX0" fmla="*/ 0 w 897731"/>
                  <a:gd name="connsiteY0" fmla="*/ 470949 h 620967"/>
                  <a:gd name="connsiteX1" fmla="*/ 469106 w 897731"/>
                  <a:gd name="connsiteY1" fmla="*/ 39944 h 620967"/>
                  <a:gd name="connsiteX2" fmla="*/ 595313 w 897731"/>
                  <a:gd name="connsiteY2" fmla="*/ 37561 h 620967"/>
                  <a:gd name="connsiteX3" fmla="*/ 692944 w 897731"/>
                  <a:gd name="connsiteY3" fmla="*/ 156623 h 620967"/>
                  <a:gd name="connsiteX4" fmla="*/ 707231 w 897731"/>
                  <a:gd name="connsiteY4" fmla="*/ 87569 h 620967"/>
                  <a:gd name="connsiteX5" fmla="*/ 897731 w 897731"/>
                  <a:gd name="connsiteY5" fmla="*/ 101855 h 620967"/>
                  <a:gd name="connsiteX6" fmla="*/ 866774 w 897731"/>
                  <a:gd name="connsiteY6" fmla="*/ 309025 h 620967"/>
                  <a:gd name="connsiteX7" fmla="*/ 204787 w 897731"/>
                  <a:gd name="connsiteY7" fmla="*/ 620967 h 620967"/>
                  <a:gd name="connsiteX8" fmla="*/ 0 w 897731"/>
                  <a:gd name="connsiteY8" fmla="*/ 470949 h 620967"/>
                  <a:gd name="connsiteX0" fmla="*/ 0 w 904874"/>
                  <a:gd name="connsiteY0" fmla="*/ 470949 h 620967"/>
                  <a:gd name="connsiteX1" fmla="*/ 469106 w 904874"/>
                  <a:gd name="connsiteY1" fmla="*/ 39944 h 620967"/>
                  <a:gd name="connsiteX2" fmla="*/ 595313 w 904874"/>
                  <a:gd name="connsiteY2" fmla="*/ 37561 h 620967"/>
                  <a:gd name="connsiteX3" fmla="*/ 692944 w 904874"/>
                  <a:gd name="connsiteY3" fmla="*/ 156623 h 620967"/>
                  <a:gd name="connsiteX4" fmla="*/ 707231 w 904874"/>
                  <a:gd name="connsiteY4" fmla="*/ 87569 h 620967"/>
                  <a:gd name="connsiteX5" fmla="*/ 897731 w 904874"/>
                  <a:gd name="connsiteY5" fmla="*/ 101855 h 620967"/>
                  <a:gd name="connsiteX6" fmla="*/ 904874 w 904874"/>
                  <a:gd name="connsiteY6" fmla="*/ 328075 h 620967"/>
                  <a:gd name="connsiteX7" fmla="*/ 204787 w 904874"/>
                  <a:gd name="connsiteY7" fmla="*/ 620967 h 620967"/>
                  <a:gd name="connsiteX8" fmla="*/ 0 w 904874"/>
                  <a:gd name="connsiteY8" fmla="*/ 470949 h 620967"/>
                  <a:gd name="connsiteX0" fmla="*/ 0 w 897731"/>
                  <a:gd name="connsiteY0" fmla="*/ 470949 h 620967"/>
                  <a:gd name="connsiteX1" fmla="*/ 469106 w 897731"/>
                  <a:gd name="connsiteY1" fmla="*/ 39944 h 620967"/>
                  <a:gd name="connsiteX2" fmla="*/ 595313 w 897731"/>
                  <a:gd name="connsiteY2" fmla="*/ 37561 h 620967"/>
                  <a:gd name="connsiteX3" fmla="*/ 692944 w 897731"/>
                  <a:gd name="connsiteY3" fmla="*/ 156623 h 620967"/>
                  <a:gd name="connsiteX4" fmla="*/ 707231 w 897731"/>
                  <a:gd name="connsiteY4" fmla="*/ 87569 h 620967"/>
                  <a:gd name="connsiteX5" fmla="*/ 897731 w 897731"/>
                  <a:gd name="connsiteY5" fmla="*/ 101855 h 620967"/>
                  <a:gd name="connsiteX6" fmla="*/ 881062 w 897731"/>
                  <a:gd name="connsiteY6" fmla="*/ 320932 h 620967"/>
                  <a:gd name="connsiteX7" fmla="*/ 204787 w 897731"/>
                  <a:gd name="connsiteY7" fmla="*/ 620967 h 620967"/>
                  <a:gd name="connsiteX8" fmla="*/ 0 w 897731"/>
                  <a:gd name="connsiteY8" fmla="*/ 470949 h 620967"/>
                  <a:gd name="connsiteX0" fmla="*/ 0 w 897731"/>
                  <a:gd name="connsiteY0" fmla="*/ 470949 h 568579"/>
                  <a:gd name="connsiteX1" fmla="*/ 469106 w 897731"/>
                  <a:gd name="connsiteY1" fmla="*/ 39944 h 568579"/>
                  <a:gd name="connsiteX2" fmla="*/ 595313 w 897731"/>
                  <a:gd name="connsiteY2" fmla="*/ 37561 h 568579"/>
                  <a:gd name="connsiteX3" fmla="*/ 692944 w 897731"/>
                  <a:gd name="connsiteY3" fmla="*/ 156623 h 568579"/>
                  <a:gd name="connsiteX4" fmla="*/ 707231 w 897731"/>
                  <a:gd name="connsiteY4" fmla="*/ 87569 h 568579"/>
                  <a:gd name="connsiteX5" fmla="*/ 897731 w 897731"/>
                  <a:gd name="connsiteY5" fmla="*/ 101855 h 568579"/>
                  <a:gd name="connsiteX6" fmla="*/ 881062 w 897731"/>
                  <a:gd name="connsiteY6" fmla="*/ 320932 h 568579"/>
                  <a:gd name="connsiteX7" fmla="*/ 83344 w 897731"/>
                  <a:gd name="connsiteY7" fmla="*/ 568579 h 568579"/>
                  <a:gd name="connsiteX8" fmla="*/ 0 w 897731"/>
                  <a:gd name="connsiteY8" fmla="*/ 470949 h 568579"/>
                  <a:gd name="connsiteX0" fmla="*/ 0 w 902493"/>
                  <a:gd name="connsiteY0" fmla="*/ 487618 h 568579"/>
                  <a:gd name="connsiteX1" fmla="*/ 473868 w 902493"/>
                  <a:gd name="connsiteY1" fmla="*/ 39944 h 568579"/>
                  <a:gd name="connsiteX2" fmla="*/ 600075 w 902493"/>
                  <a:gd name="connsiteY2" fmla="*/ 37561 h 568579"/>
                  <a:gd name="connsiteX3" fmla="*/ 697706 w 902493"/>
                  <a:gd name="connsiteY3" fmla="*/ 156623 h 568579"/>
                  <a:gd name="connsiteX4" fmla="*/ 711993 w 902493"/>
                  <a:gd name="connsiteY4" fmla="*/ 87569 h 568579"/>
                  <a:gd name="connsiteX5" fmla="*/ 902493 w 902493"/>
                  <a:gd name="connsiteY5" fmla="*/ 101855 h 568579"/>
                  <a:gd name="connsiteX6" fmla="*/ 885824 w 902493"/>
                  <a:gd name="connsiteY6" fmla="*/ 320932 h 568579"/>
                  <a:gd name="connsiteX7" fmla="*/ 88106 w 902493"/>
                  <a:gd name="connsiteY7" fmla="*/ 568579 h 568579"/>
                  <a:gd name="connsiteX8" fmla="*/ 0 w 902493"/>
                  <a:gd name="connsiteY8" fmla="*/ 487618 h 568579"/>
                  <a:gd name="connsiteX0" fmla="*/ 0 w 895349"/>
                  <a:gd name="connsiteY0" fmla="*/ 466187 h 568579"/>
                  <a:gd name="connsiteX1" fmla="*/ 466724 w 895349"/>
                  <a:gd name="connsiteY1" fmla="*/ 39944 h 568579"/>
                  <a:gd name="connsiteX2" fmla="*/ 592931 w 895349"/>
                  <a:gd name="connsiteY2" fmla="*/ 37561 h 568579"/>
                  <a:gd name="connsiteX3" fmla="*/ 690562 w 895349"/>
                  <a:gd name="connsiteY3" fmla="*/ 156623 h 568579"/>
                  <a:gd name="connsiteX4" fmla="*/ 704849 w 895349"/>
                  <a:gd name="connsiteY4" fmla="*/ 87569 h 568579"/>
                  <a:gd name="connsiteX5" fmla="*/ 895349 w 895349"/>
                  <a:gd name="connsiteY5" fmla="*/ 101855 h 568579"/>
                  <a:gd name="connsiteX6" fmla="*/ 878680 w 895349"/>
                  <a:gd name="connsiteY6" fmla="*/ 320932 h 568579"/>
                  <a:gd name="connsiteX7" fmla="*/ 80962 w 895349"/>
                  <a:gd name="connsiteY7" fmla="*/ 568579 h 568579"/>
                  <a:gd name="connsiteX8" fmla="*/ 0 w 895349"/>
                  <a:gd name="connsiteY8" fmla="*/ 466187 h 568579"/>
                  <a:gd name="connsiteX0" fmla="*/ 0 w 895349"/>
                  <a:gd name="connsiteY0" fmla="*/ 466187 h 563816"/>
                  <a:gd name="connsiteX1" fmla="*/ 466724 w 895349"/>
                  <a:gd name="connsiteY1" fmla="*/ 39944 h 563816"/>
                  <a:gd name="connsiteX2" fmla="*/ 592931 w 895349"/>
                  <a:gd name="connsiteY2" fmla="*/ 37561 h 563816"/>
                  <a:gd name="connsiteX3" fmla="*/ 690562 w 895349"/>
                  <a:gd name="connsiteY3" fmla="*/ 156623 h 563816"/>
                  <a:gd name="connsiteX4" fmla="*/ 704849 w 895349"/>
                  <a:gd name="connsiteY4" fmla="*/ 87569 h 563816"/>
                  <a:gd name="connsiteX5" fmla="*/ 895349 w 895349"/>
                  <a:gd name="connsiteY5" fmla="*/ 101855 h 563816"/>
                  <a:gd name="connsiteX6" fmla="*/ 878680 w 895349"/>
                  <a:gd name="connsiteY6" fmla="*/ 320932 h 563816"/>
                  <a:gd name="connsiteX7" fmla="*/ 66675 w 895349"/>
                  <a:gd name="connsiteY7" fmla="*/ 563816 h 563816"/>
                  <a:gd name="connsiteX8" fmla="*/ 0 w 895349"/>
                  <a:gd name="connsiteY8" fmla="*/ 466187 h 563816"/>
                  <a:gd name="connsiteX0" fmla="*/ 0 w 904874"/>
                  <a:gd name="connsiteY0" fmla="*/ 480474 h 563816"/>
                  <a:gd name="connsiteX1" fmla="*/ 476249 w 904874"/>
                  <a:gd name="connsiteY1" fmla="*/ 39944 h 563816"/>
                  <a:gd name="connsiteX2" fmla="*/ 602456 w 904874"/>
                  <a:gd name="connsiteY2" fmla="*/ 37561 h 563816"/>
                  <a:gd name="connsiteX3" fmla="*/ 700087 w 904874"/>
                  <a:gd name="connsiteY3" fmla="*/ 156623 h 563816"/>
                  <a:gd name="connsiteX4" fmla="*/ 714374 w 904874"/>
                  <a:gd name="connsiteY4" fmla="*/ 87569 h 563816"/>
                  <a:gd name="connsiteX5" fmla="*/ 904874 w 904874"/>
                  <a:gd name="connsiteY5" fmla="*/ 101855 h 563816"/>
                  <a:gd name="connsiteX6" fmla="*/ 888205 w 904874"/>
                  <a:gd name="connsiteY6" fmla="*/ 320932 h 563816"/>
                  <a:gd name="connsiteX7" fmla="*/ 76200 w 904874"/>
                  <a:gd name="connsiteY7" fmla="*/ 563816 h 563816"/>
                  <a:gd name="connsiteX8" fmla="*/ 0 w 904874"/>
                  <a:gd name="connsiteY8" fmla="*/ 480474 h 563816"/>
                  <a:gd name="connsiteX0" fmla="*/ 0 w 904874"/>
                  <a:gd name="connsiteY0" fmla="*/ 480474 h 573341"/>
                  <a:gd name="connsiteX1" fmla="*/ 476249 w 904874"/>
                  <a:gd name="connsiteY1" fmla="*/ 39944 h 573341"/>
                  <a:gd name="connsiteX2" fmla="*/ 602456 w 904874"/>
                  <a:gd name="connsiteY2" fmla="*/ 37561 h 573341"/>
                  <a:gd name="connsiteX3" fmla="*/ 700087 w 904874"/>
                  <a:gd name="connsiteY3" fmla="*/ 156623 h 573341"/>
                  <a:gd name="connsiteX4" fmla="*/ 714374 w 904874"/>
                  <a:gd name="connsiteY4" fmla="*/ 87569 h 573341"/>
                  <a:gd name="connsiteX5" fmla="*/ 904874 w 904874"/>
                  <a:gd name="connsiteY5" fmla="*/ 101855 h 573341"/>
                  <a:gd name="connsiteX6" fmla="*/ 888205 w 904874"/>
                  <a:gd name="connsiteY6" fmla="*/ 320932 h 573341"/>
                  <a:gd name="connsiteX7" fmla="*/ 90487 w 904874"/>
                  <a:gd name="connsiteY7" fmla="*/ 573341 h 573341"/>
                  <a:gd name="connsiteX8" fmla="*/ 0 w 904874"/>
                  <a:gd name="connsiteY8" fmla="*/ 480474 h 573341"/>
                  <a:gd name="connsiteX0" fmla="*/ 0 w 904874"/>
                  <a:gd name="connsiteY0" fmla="*/ 480474 h 573341"/>
                  <a:gd name="connsiteX1" fmla="*/ 476249 w 904874"/>
                  <a:gd name="connsiteY1" fmla="*/ 39944 h 573341"/>
                  <a:gd name="connsiteX2" fmla="*/ 602456 w 904874"/>
                  <a:gd name="connsiteY2" fmla="*/ 37561 h 573341"/>
                  <a:gd name="connsiteX3" fmla="*/ 700087 w 904874"/>
                  <a:gd name="connsiteY3" fmla="*/ 156623 h 573341"/>
                  <a:gd name="connsiteX4" fmla="*/ 714374 w 904874"/>
                  <a:gd name="connsiteY4" fmla="*/ 87569 h 573341"/>
                  <a:gd name="connsiteX5" fmla="*/ 904874 w 904874"/>
                  <a:gd name="connsiteY5" fmla="*/ 101855 h 573341"/>
                  <a:gd name="connsiteX6" fmla="*/ 888205 w 904874"/>
                  <a:gd name="connsiteY6" fmla="*/ 320932 h 573341"/>
                  <a:gd name="connsiteX7" fmla="*/ 821531 w 904874"/>
                  <a:gd name="connsiteY7" fmla="*/ 337600 h 573341"/>
                  <a:gd name="connsiteX8" fmla="*/ 90487 w 904874"/>
                  <a:gd name="connsiteY8" fmla="*/ 573341 h 573341"/>
                  <a:gd name="connsiteX9" fmla="*/ 0 w 904874"/>
                  <a:gd name="connsiteY9"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90487 w 1059656"/>
                  <a:gd name="connsiteY8" fmla="*/ 573341 h 573341"/>
                  <a:gd name="connsiteX9" fmla="*/ 0 w 1059656"/>
                  <a:gd name="connsiteY9"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862012 w 1059656"/>
                  <a:gd name="connsiteY8" fmla="*/ 480475 h 573341"/>
                  <a:gd name="connsiteX9" fmla="*/ 90487 w 1059656"/>
                  <a:gd name="connsiteY9" fmla="*/ 573341 h 573341"/>
                  <a:gd name="connsiteX10" fmla="*/ 0 w 1059656"/>
                  <a:gd name="connsiteY10"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973930 w 1059656"/>
                  <a:gd name="connsiteY8" fmla="*/ 561437 h 573341"/>
                  <a:gd name="connsiteX9" fmla="*/ 90487 w 1059656"/>
                  <a:gd name="connsiteY9" fmla="*/ 573341 h 573341"/>
                  <a:gd name="connsiteX10" fmla="*/ 0 w 1059656"/>
                  <a:gd name="connsiteY10" fmla="*/ 480474 h 573341"/>
                  <a:gd name="connsiteX0" fmla="*/ 0 w 1062142"/>
                  <a:gd name="connsiteY0" fmla="*/ 480474 h 573341"/>
                  <a:gd name="connsiteX1" fmla="*/ 476249 w 1062142"/>
                  <a:gd name="connsiteY1" fmla="*/ 39944 h 573341"/>
                  <a:gd name="connsiteX2" fmla="*/ 602456 w 1062142"/>
                  <a:gd name="connsiteY2" fmla="*/ 37561 h 573341"/>
                  <a:gd name="connsiteX3" fmla="*/ 700087 w 1062142"/>
                  <a:gd name="connsiteY3" fmla="*/ 156623 h 573341"/>
                  <a:gd name="connsiteX4" fmla="*/ 714374 w 1062142"/>
                  <a:gd name="connsiteY4" fmla="*/ 87569 h 573341"/>
                  <a:gd name="connsiteX5" fmla="*/ 904874 w 1062142"/>
                  <a:gd name="connsiteY5" fmla="*/ 101855 h 573341"/>
                  <a:gd name="connsiteX6" fmla="*/ 888205 w 1062142"/>
                  <a:gd name="connsiteY6" fmla="*/ 320932 h 573341"/>
                  <a:gd name="connsiteX7" fmla="*/ 1059656 w 1062142"/>
                  <a:gd name="connsiteY7" fmla="*/ 459044 h 573341"/>
                  <a:gd name="connsiteX8" fmla="*/ 1062037 w 1062142"/>
                  <a:gd name="connsiteY8" fmla="*/ 475713 h 573341"/>
                  <a:gd name="connsiteX9" fmla="*/ 973930 w 1062142"/>
                  <a:gd name="connsiteY9" fmla="*/ 561437 h 573341"/>
                  <a:gd name="connsiteX10" fmla="*/ 90487 w 1062142"/>
                  <a:gd name="connsiteY10" fmla="*/ 573341 h 573341"/>
                  <a:gd name="connsiteX11" fmla="*/ 0 w 1062142"/>
                  <a:gd name="connsiteY11"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90487 w 1059656"/>
                  <a:gd name="connsiteY10" fmla="*/ 573341 h 573341"/>
                  <a:gd name="connsiteX11" fmla="*/ 0 w 1059656"/>
                  <a:gd name="connsiteY11"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6256 w 1059656"/>
                  <a:gd name="connsiteY10" fmla="*/ 566200 h 573341"/>
                  <a:gd name="connsiteX11" fmla="*/ 90487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8637 w 1059656"/>
                  <a:gd name="connsiteY10" fmla="*/ 173293 h 573341"/>
                  <a:gd name="connsiteX11" fmla="*/ 90487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8637 w 1059656"/>
                  <a:gd name="connsiteY10" fmla="*/ 173293 h 573341"/>
                  <a:gd name="connsiteX11" fmla="*/ 100012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33399 w 1059656"/>
                  <a:gd name="connsiteY10" fmla="*/ 225681 h 573341"/>
                  <a:gd name="connsiteX11" fmla="*/ 100012 w 1059656"/>
                  <a:gd name="connsiteY11" fmla="*/ 573341 h 573341"/>
                  <a:gd name="connsiteX12" fmla="*/ 0 w 1059656"/>
                  <a:gd name="connsiteY12" fmla="*/ 480474 h 573341"/>
                  <a:gd name="connsiteX0" fmla="*/ 0 w 1059656"/>
                  <a:gd name="connsiteY0" fmla="*/ 480474 h 573344"/>
                  <a:gd name="connsiteX1" fmla="*/ 476249 w 1059656"/>
                  <a:gd name="connsiteY1" fmla="*/ 39944 h 573344"/>
                  <a:gd name="connsiteX2" fmla="*/ 602456 w 1059656"/>
                  <a:gd name="connsiteY2" fmla="*/ 37561 h 573344"/>
                  <a:gd name="connsiteX3" fmla="*/ 700087 w 1059656"/>
                  <a:gd name="connsiteY3" fmla="*/ 156623 h 573344"/>
                  <a:gd name="connsiteX4" fmla="*/ 714374 w 1059656"/>
                  <a:gd name="connsiteY4" fmla="*/ 87569 h 573344"/>
                  <a:gd name="connsiteX5" fmla="*/ 904874 w 1059656"/>
                  <a:gd name="connsiteY5" fmla="*/ 101855 h 573344"/>
                  <a:gd name="connsiteX6" fmla="*/ 888205 w 1059656"/>
                  <a:gd name="connsiteY6" fmla="*/ 320932 h 573344"/>
                  <a:gd name="connsiteX7" fmla="*/ 1059656 w 1059656"/>
                  <a:gd name="connsiteY7" fmla="*/ 459044 h 573344"/>
                  <a:gd name="connsiteX8" fmla="*/ 1057275 w 1059656"/>
                  <a:gd name="connsiteY8" fmla="*/ 461426 h 573344"/>
                  <a:gd name="connsiteX9" fmla="*/ 952499 w 1059656"/>
                  <a:gd name="connsiteY9" fmla="*/ 573344 h 573344"/>
                  <a:gd name="connsiteX10" fmla="*/ 533399 w 1059656"/>
                  <a:gd name="connsiteY10" fmla="*/ 225681 h 573344"/>
                  <a:gd name="connsiteX11" fmla="*/ 100012 w 1059656"/>
                  <a:gd name="connsiteY11" fmla="*/ 573341 h 573344"/>
                  <a:gd name="connsiteX12" fmla="*/ 0 w 1059656"/>
                  <a:gd name="connsiteY12" fmla="*/ 480474 h 573344"/>
                  <a:gd name="connsiteX0" fmla="*/ 0 w 1059656"/>
                  <a:gd name="connsiteY0" fmla="*/ 480474 h 573344"/>
                  <a:gd name="connsiteX1" fmla="*/ 476249 w 1059656"/>
                  <a:gd name="connsiteY1" fmla="*/ 39944 h 573344"/>
                  <a:gd name="connsiteX2" fmla="*/ 602456 w 1059656"/>
                  <a:gd name="connsiteY2" fmla="*/ 37561 h 573344"/>
                  <a:gd name="connsiteX3" fmla="*/ 700087 w 1059656"/>
                  <a:gd name="connsiteY3" fmla="*/ 156623 h 573344"/>
                  <a:gd name="connsiteX4" fmla="*/ 714374 w 1059656"/>
                  <a:gd name="connsiteY4" fmla="*/ 87569 h 573344"/>
                  <a:gd name="connsiteX5" fmla="*/ 904874 w 1059656"/>
                  <a:gd name="connsiteY5" fmla="*/ 101855 h 573344"/>
                  <a:gd name="connsiteX6" fmla="*/ 888205 w 1059656"/>
                  <a:gd name="connsiteY6" fmla="*/ 320932 h 573344"/>
                  <a:gd name="connsiteX7" fmla="*/ 1059656 w 1059656"/>
                  <a:gd name="connsiteY7" fmla="*/ 459044 h 573344"/>
                  <a:gd name="connsiteX8" fmla="*/ 1057275 w 1059656"/>
                  <a:gd name="connsiteY8" fmla="*/ 461426 h 573344"/>
                  <a:gd name="connsiteX9" fmla="*/ 952499 w 1059656"/>
                  <a:gd name="connsiteY9" fmla="*/ 573344 h 573344"/>
                  <a:gd name="connsiteX10" fmla="*/ 533399 w 1059656"/>
                  <a:gd name="connsiteY10" fmla="*/ 178056 h 573344"/>
                  <a:gd name="connsiteX11" fmla="*/ 100012 w 1059656"/>
                  <a:gd name="connsiteY11" fmla="*/ 573341 h 573344"/>
                  <a:gd name="connsiteX12" fmla="*/ 0 w 1059656"/>
                  <a:gd name="connsiteY12" fmla="*/ 480474 h 573344"/>
                  <a:gd name="connsiteX0" fmla="*/ 0 w 1059656"/>
                  <a:gd name="connsiteY0" fmla="*/ 477835 h 570705"/>
                  <a:gd name="connsiteX1" fmla="*/ 476249 w 1059656"/>
                  <a:gd name="connsiteY1" fmla="*/ 37305 h 570705"/>
                  <a:gd name="connsiteX2" fmla="*/ 590550 w 1059656"/>
                  <a:gd name="connsiteY2" fmla="*/ 39685 h 570705"/>
                  <a:gd name="connsiteX3" fmla="*/ 700087 w 1059656"/>
                  <a:gd name="connsiteY3" fmla="*/ 153984 h 570705"/>
                  <a:gd name="connsiteX4" fmla="*/ 714374 w 1059656"/>
                  <a:gd name="connsiteY4" fmla="*/ 84930 h 570705"/>
                  <a:gd name="connsiteX5" fmla="*/ 904874 w 1059656"/>
                  <a:gd name="connsiteY5" fmla="*/ 99216 h 570705"/>
                  <a:gd name="connsiteX6" fmla="*/ 888205 w 1059656"/>
                  <a:gd name="connsiteY6" fmla="*/ 318293 h 570705"/>
                  <a:gd name="connsiteX7" fmla="*/ 1059656 w 1059656"/>
                  <a:gd name="connsiteY7" fmla="*/ 456405 h 570705"/>
                  <a:gd name="connsiteX8" fmla="*/ 1057275 w 1059656"/>
                  <a:gd name="connsiteY8" fmla="*/ 458787 h 570705"/>
                  <a:gd name="connsiteX9" fmla="*/ 952499 w 1059656"/>
                  <a:gd name="connsiteY9" fmla="*/ 570705 h 570705"/>
                  <a:gd name="connsiteX10" fmla="*/ 533399 w 1059656"/>
                  <a:gd name="connsiteY10" fmla="*/ 175417 h 570705"/>
                  <a:gd name="connsiteX11" fmla="*/ 100012 w 1059656"/>
                  <a:gd name="connsiteY11" fmla="*/ 570702 h 570705"/>
                  <a:gd name="connsiteX12" fmla="*/ 0 w 1059656"/>
                  <a:gd name="connsiteY12" fmla="*/ 477835 h 570705"/>
                  <a:gd name="connsiteX0" fmla="*/ 0 w 1059656"/>
                  <a:gd name="connsiteY0" fmla="*/ 477835 h 570705"/>
                  <a:gd name="connsiteX1" fmla="*/ 476249 w 1059656"/>
                  <a:gd name="connsiteY1" fmla="*/ 37305 h 570705"/>
                  <a:gd name="connsiteX2" fmla="*/ 590550 w 1059656"/>
                  <a:gd name="connsiteY2" fmla="*/ 39685 h 570705"/>
                  <a:gd name="connsiteX3" fmla="*/ 700087 w 1059656"/>
                  <a:gd name="connsiteY3" fmla="*/ 153984 h 570705"/>
                  <a:gd name="connsiteX4" fmla="*/ 704849 w 1059656"/>
                  <a:gd name="connsiteY4" fmla="*/ 84930 h 570705"/>
                  <a:gd name="connsiteX5" fmla="*/ 904874 w 1059656"/>
                  <a:gd name="connsiteY5" fmla="*/ 99216 h 570705"/>
                  <a:gd name="connsiteX6" fmla="*/ 888205 w 1059656"/>
                  <a:gd name="connsiteY6" fmla="*/ 318293 h 570705"/>
                  <a:gd name="connsiteX7" fmla="*/ 1059656 w 1059656"/>
                  <a:gd name="connsiteY7" fmla="*/ 456405 h 570705"/>
                  <a:gd name="connsiteX8" fmla="*/ 1057275 w 1059656"/>
                  <a:gd name="connsiteY8" fmla="*/ 458787 h 570705"/>
                  <a:gd name="connsiteX9" fmla="*/ 952499 w 1059656"/>
                  <a:gd name="connsiteY9" fmla="*/ 570705 h 570705"/>
                  <a:gd name="connsiteX10" fmla="*/ 533399 w 1059656"/>
                  <a:gd name="connsiteY10" fmla="*/ 175417 h 570705"/>
                  <a:gd name="connsiteX11" fmla="*/ 100012 w 1059656"/>
                  <a:gd name="connsiteY11" fmla="*/ 570702 h 570705"/>
                  <a:gd name="connsiteX12" fmla="*/ 0 w 1059656"/>
                  <a:gd name="connsiteY12" fmla="*/ 477835 h 570705"/>
                  <a:gd name="connsiteX0" fmla="*/ 0 w 1062037"/>
                  <a:gd name="connsiteY0" fmla="*/ 465928 h 570705"/>
                  <a:gd name="connsiteX1" fmla="*/ 478630 w 1062037"/>
                  <a:gd name="connsiteY1" fmla="*/ 37305 h 570705"/>
                  <a:gd name="connsiteX2" fmla="*/ 592931 w 1062037"/>
                  <a:gd name="connsiteY2" fmla="*/ 39685 h 570705"/>
                  <a:gd name="connsiteX3" fmla="*/ 702468 w 1062037"/>
                  <a:gd name="connsiteY3" fmla="*/ 153984 h 570705"/>
                  <a:gd name="connsiteX4" fmla="*/ 707230 w 1062037"/>
                  <a:gd name="connsiteY4" fmla="*/ 84930 h 570705"/>
                  <a:gd name="connsiteX5" fmla="*/ 907255 w 1062037"/>
                  <a:gd name="connsiteY5" fmla="*/ 99216 h 570705"/>
                  <a:gd name="connsiteX6" fmla="*/ 890586 w 1062037"/>
                  <a:gd name="connsiteY6" fmla="*/ 318293 h 570705"/>
                  <a:gd name="connsiteX7" fmla="*/ 1062037 w 1062037"/>
                  <a:gd name="connsiteY7" fmla="*/ 456405 h 570705"/>
                  <a:gd name="connsiteX8" fmla="*/ 1059656 w 1062037"/>
                  <a:gd name="connsiteY8" fmla="*/ 458787 h 570705"/>
                  <a:gd name="connsiteX9" fmla="*/ 954880 w 1062037"/>
                  <a:gd name="connsiteY9" fmla="*/ 570705 h 570705"/>
                  <a:gd name="connsiteX10" fmla="*/ 535780 w 1062037"/>
                  <a:gd name="connsiteY10" fmla="*/ 175417 h 570705"/>
                  <a:gd name="connsiteX11" fmla="*/ 102393 w 1062037"/>
                  <a:gd name="connsiteY11" fmla="*/ 570702 h 570705"/>
                  <a:gd name="connsiteX12" fmla="*/ 0 w 1062037"/>
                  <a:gd name="connsiteY12" fmla="*/ 465928 h 570705"/>
                  <a:gd name="connsiteX0" fmla="*/ 0 w 1062037"/>
                  <a:gd name="connsiteY0" fmla="*/ 467049 h 571826"/>
                  <a:gd name="connsiteX1" fmla="*/ 469105 w 1062037"/>
                  <a:gd name="connsiteY1" fmla="*/ 36045 h 571826"/>
                  <a:gd name="connsiteX2" fmla="*/ 592931 w 1062037"/>
                  <a:gd name="connsiteY2" fmla="*/ 40806 h 571826"/>
                  <a:gd name="connsiteX3" fmla="*/ 702468 w 1062037"/>
                  <a:gd name="connsiteY3" fmla="*/ 155105 h 571826"/>
                  <a:gd name="connsiteX4" fmla="*/ 707230 w 1062037"/>
                  <a:gd name="connsiteY4" fmla="*/ 86051 h 571826"/>
                  <a:gd name="connsiteX5" fmla="*/ 907255 w 1062037"/>
                  <a:gd name="connsiteY5" fmla="*/ 100337 h 571826"/>
                  <a:gd name="connsiteX6" fmla="*/ 890586 w 1062037"/>
                  <a:gd name="connsiteY6" fmla="*/ 319414 h 571826"/>
                  <a:gd name="connsiteX7" fmla="*/ 1062037 w 1062037"/>
                  <a:gd name="connsiteY7" fmla="*/ 457526 h 571826"/>
                  <a:gd name="connsiteX8" fmla="*/ 1059656 w 1062037"/>
                  <a:gd name="connsiteY8" fmla="*/ 459908 h 571826"/>
                  <a:gd name="connsiteX9" fmla="*/ 954880 w 1062037"/>
                  <a:gd name="connsiteY9" fmla="*/ 571826 h 571826"/>
                  <a:gd name="connsiteX10" fmla="*/ 535780 w 1062037"/>
                  <a:gd name="connsiteY10" fmla="*/ 176538 h 571826"/>
                  <a:gd name="connsiteX11" fmla="*/ 102393 w 1062037"/>
                  <a:gd name="connsiteY11" fmla="*/ 571823 h 571826"/>
                  <a:gd name="connsiteX12" fmla="*/ 0 w 1062037"/>
                  <a:gd name="connsiteY12" fmla="*/ 467049 h 571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2037" h="571826">
                    <a:moveTo>
                      <a:pt x="0" y="467049"/>
                    </a:moveTo>
                    <a:lnTo>
                      <a:pt x="469105" y="36045"/>
                    </a:lnTo>
                    <a:cubicBezTo>
                      <a:pt x="511174" y="-7612"/>
                      <a:pt x="534193" y="-17931"/>
                      <a:pt x="592931" y="40806"/>
                    </a:cubicBezTo>
                    <a:lnTo>
                      <a:pt x="702468" y="155105"/>
                    </a:lnTo>
                    <a:lnTo>
                      <a:pt x="707230" y="86051"/>
                    </a:lnTo>
                    <a:lnTo>
                      <a:pt x="907255" y="100337"/>
                    </a:lnTo>
                    <a:lnTo>
                      <a:pt x="890586" y="319414"/>
                    </a:lnTo>
                    <a:lnTo>
                      <a:pt x="1062037" y="457526"/>
                    </a:lnTo>
                    <a:cubicBezTo>
                      <a:pt x="1061243" y="460701"/>
                      <a:pt x="1060450" y="456733"/>
                      <a:pt x="1059656" y="459908"/>
                    </a:cubicBezTo>
                    <a:lnTo>
                      <a:pt x="954880" y="571826"/>
                    </a:lnTo>
                    <a:lnTo>
                      <a:pt x="535780" y="176538"/>
                    </a:lnTo>
                    <a:lnTo>
                      <a:pt x="102393" y="571823"/>
                    </a:lnTo>
                    <a:lnTo>
                      <a:pt x="0" y="467049"/>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8" name="Oval 47">
              <a:extLst>
                <a:ext uri="{FF2B5EF4-FFF2-40B4-BE49-F238E27FC236}">
                  <a16:creationId xmlns:a16="http://schemas.microsoft.com/office/drawing/2014/main" id="{E1F227C3-D394-710F-5441-2529C6563BDE}"/>
                </a:ext>
              </a:extLst>
            </p:cNvPr>
            <p:cNvSpPr/>
            <p:nvPr/>
          </p:nvSpPr>
          <p:spPr bwMode="auto">
            <a:xfrm>
              <a:off x="2610151" y="4799642"/>
              <a:ext cx="91440" cy="91440"/>
            </a:xfrm>
            <a:prstGeom prst="ellipse">
              <a:avLst/>
            </a:prstGeom>
            <a:solidFill>
              <a:schemeClr val="bg1"/>
            </a:solidFill>
            <a:ln>
              <a:no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solidFill>
                  <a:srgbClr val="0C2870"/>
                </a:solidFill>
                <a:latin typeface="Arial" charset="0"/>
                <a:ea typeface="+mn-ea"/>
                <a:cs typeface="Times New Roman" pitchFamily="18" charset="0"/>
              </a:endParaRPr>
            </a:p>
          </p:txBody>
        </p:sp>
      </p:grpSp>
      <p:grpSp>
        <p:nvGrpSpPr>
          <p:cNvPr id="52" name="Group 51">
            <a:extLst>
              <a:ext uri="{FF2B5EF4-FFF2-40B4-BE49-F238E27FC236}">
                <a16:creationId xmlns:a16="http://schemas.microsoft.com/office/drawing/2014/main" id="{15ED46E2-D8E8-E75D-74AE-A702FDEB4BD1}"/>
              </a:ext>
            </a:extLst>
          </p:cNvPr>
          <p:cNvGrpSpPr/>
          <p:nvPr/>
        </p:nvGrpSpPr>
        <p:grpSpPr>
          <a:xfrm>
            <a:off x="9810796" y="4559073"/>
            <a:ext cx="697341" cy="613759"/>
            <a:chOff x="2145621" y="4038600"/>
            <a:chExt cx="1263333" cy="1111912"/>
          </a:xfrm>
        </p:grpSpPr>
        <p:grpSp>
          <p:nvGrpSpPr>
            <p:cNvPr id="53" name="Group 52">
              <a:extLst>
                <a:ext uri="{FF2B5EF4-FFF2-40B4-BE49-F238E27FC236}">
                  <a16:creationId xmlns:a16="http://schemas.microsoft.com/office/drawing/2014/main" id="{A6365DA7-D0FB-A0AA-3C31-E7B087C08A87}"/>
                </a:ext>
              </a:extLst>
            </p:cNvPr>
            <p:cNvGrpSpPr/>
            <p:nvPr/>
          </p:nvGrpSpPr>
          <p:grpSpPr>
            <a:xfrm>
              <a:off x="2145621" y="4038600"/>
              <a:ext cx="1263333" cy="1111912"/>
              <a:chOff x="454179" y="2390450"/>
              <a:chExt cx="1062037" cy="955224"/>
            </a:xfrm>
          </p:grpSpPr>
          <p:sp>
            <p:nvSpPr>
              <p:cNvPr id="55" name="Flowchart: Process 5">
                <a:extLst>
                  <a:ext uri="{FF2B5EF4-FFF2-40B4-BE49-F238E27FC236}">
                    <a16:creationId xmlns:a16="http://schemas.microsoft.com/office/drawing/2014/main" id="{4ED23E63-34CC-A731-2F6D-BF641B5683AF}"/>
                  </a:ext>
                </a:extLst>
              </p:cNvPr>
              <p:cNvSpPr/>
              <p:nvPr/>
            </p:nvSpPr>
            <p:spPr>
              <a:xfrm>
                <a:off x="587360" y="2507650"/>
                <a:ext cx="773146" cy="838024"/>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0 h 10983"/>
                  <a:gd name="connsiteX1" fmla="*/ 10000 w 10000"/>
                  <a:gd name="connsiteY1" fmla="*/ 983 h 10983"/>
                  <a:gd name="connsiteX2" fmla="*/ 10000 w 10000"/>
                  <a:gd name="connsiteY2" fmla="*/ 10983 h 10983"/>
                  <a:gd name="connsiteX3" fmla="*/ 0 w 10000"/>
                  <a:gd name="connsiteY3" fmla="*/ 10983 h 10983"/>
                  <a:gd name="connsiteX4" fmla="*/ 0 w 10000"/>
                  <a:gd name="connsiteY4" fmla="*/ 0 h 10983"/>
                  <a:gd name="connsiteX0" fmla="*/ 200 w 10200"/>
                  <a:gd name="connsiteY0" fmla="*/ 0 h 11099"/>
                  <a:gd name="connsiteX1" fmla="*/ 10200 w 10200"/>
                  <a:gd name="connsiteY1" fmla="*/ 983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10167 w 10200"/>
                  <a:gd name="connsiteY1" fmla="*/ 694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10067 w 10200"/>
                  <a:gd name="connsiteY1" fmla="*/ 289 h 11099"/>
                  <a:gd name="connsiteX2" fmla="*/ 10200 w 10200"/>
                  <a:gd name="connsiteY2" fmla="*/ 10983 h 11099"/>
                  <a:gd name="connsiteX3" fmla="*/ 0 w 10200"/>
                  <a:gd name="connsiteY3" fmla="*/ 11099 h 11099"/>
                  <a:gd name="connsiteX4" fmla="*/ 200 w 10200"/>
                  <a:gd name="connsiteY4" fmla="*/ 0 h 11099"/>
                  <a:gd name="connsiteX0" fmla="*/ 200 w 10200"/>
                  <a:gd name="connsiteY0" fmla="*/ 0 h 11099"/>
                  <a:gd name="connsiteX1" fmla="*/ 5267 w 10200"/>
                  <a:gd name="connsiteY1" fmla="*/ 116 h 11099"/>
                  <a:gd name="connsiteX2" fmla="*/ 10067 w 10200"/>
                  <a:gd name="connsiteY2" fmla="*/ 289 h 11099"/>
                  <a:gd name="connsiteX3" fmla="*/ 10200 w 10200"/>
                  <a:gd name="connsiteY3" fmla="*/ 10983 h 11099"/>
                  <a:gd name="connsiteX4" fmla="*/ 0 w 10200"/>
                  <a:gd name="connsiteY4" fmla="*/ 11099 h 11099"/>
                  <a:gd name="connsiteX5" fmla="*/ 200 w 10200"/>
                  <a:gd name="connsiteY5" fmla="*/ 0 h 11099"/>
                  <a:gd name="connsiteX0" fmla="*/ 200 w 10200"/>
                  <a:gd name="connsiteY0" fmla="*/ 7687 h 18786"/>
                  <a:gd name="connsiteX1" fmla="*/ 5167 w 10200"/>
                  <a:gd name="connsiteY1" fmla="*/ 0 h 18786"/>
                  <a:gd name="connsiteX2" fmla="*/ 10067 w 10200"/>
                  <a:gd name="connsiteY2" fmla="*/ 7976 h 18786"/>
                  <a:gd name="connsiteX3" fmla="*/ 10200 w 10200"/>
                  <a:gd name="connsiteY3" fmla="*/ 18670 h 18786"/>
                  <a:gd name="connsiteX4" fmla="*/ 0 w 10200"/>
                  <a:gd name="connsiteY4" fmla="*/ 18786 h 18786"/>
                  <a:gd name="connsiteX5" fmla="*/ 200 w 10200"/>
                  <a:gd name="connsiteY5" fmla="*/ 7687 h 1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00" h="18786">
                    <a:moveTo>
                      <a:pt x="200" y="7687"/>
                    </a:moveTo>
                    <a:lnTo>
                      <a:pt x="5167" y="0"/>
                    </a:lnTo>
                    <a:lnTo>
                      <a:pt x="10067" y="7976"/>
                    </a:lnTo>
                    <a:cubicBezTo>
                      <a:pt x="10078" y="11406"/>
                      <a:pt x="10189" y="15240"/>
                      <a:pt x="10200" y="18670"/>
                    </a:cubicBezTo>
                    <a:lnTo>
                      <a:pt x="0" y="18786"/>
                    </a:lnTo>
                    <a:cubicBezTo>
                      <a:pt x="67" y="15086"/>
                      <a:pt x="133" y="11387"/>
                      <a:pt x="200" y="7687"/>
                    </a:cubicBezTo>
                    <a:close/>
                  </a:path>
                </a:pathLst>
              </a:cu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B0EFAC23-CD69-19AE-F383-41EF993ED3A4}"/>
                  </a:ext>
                </a:extLst>
              </p:cNvPr>
              <p:cNvSpPr/>
              <p:nvPr/>
            </p:nvSpPr>
            <p:spPr>
              <a:xfrm>
                <a:off x="700307" y="2903057"/>
                <a:ext cx="263398" cy="43752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3">
                <a:extLst>
                  <a:ext uri="{FF2B5EF4-FFF2-40B4-BE49-F238E27FC236}">
                    <a16:creationId xmlns:a16="http://schemas.microsoft.com/office/drawing/2014/main" id="{E9AA88AD-E887-CD05-CC53-51E1FDCD6EF2}"/>
                  </a:ext>
                </a:extLst>
              </p:cNvPr>
              <p:cNvSpPr/>
              <p:nvPr/>
            </p:nvSpPr>
            <p:spPr>
              <a:xfrm>
                <a:off x="454179" y="2390450"/>
                <a:ext cx="1062037" cy="571826"/>
              </a:xfrm>
              <a:custGeom>
                <a:avLst/>
                <a:gdLst>
                  <a:gd name="connsiteX0" fmla="*/ 0 w 666750"/>
                  <a:gd name="connsiteY0" fmla="*/ 0 h 595312"/>
                  <a:gd name="connsiteX1" fmla="*/ 666750 w 666750"/>
                  <a:gd name="connsiteY1" fmla="*/ 0 h 595312"/>
                  <a:gd name="connsiteX2" fmla="*/ 666750 w 666750"/>
                  <a:gd name="connsiteY2" fmla="*/ 595312 h 595312"/>
                  <a:gd name="connsiteX3" fmla="*/ 0 w 666750"/>
                  <a:gd name="connsiteY3" fmla="*/ 595312 h 595312"/>
                  <a:gd name="connsiteX4" fmla="*/ 0 w 666750"/>
                  <a:gd name="connsiteY4" fmla="*/ 0 h 595312"/>
                  <a:gd name="connsiteX0" fmla="*/ 0 w 871537"/>
                  <a:gd name="connsiteY0" fmla="*/ 445294 h 595312"/>
                  <a:gd name="connsiteX1" fmla="*/ 871537 w 871537"/>
                  <a:gd name="connsiteY1" fmla="*/ 0 h 595312"/>
                  <a:gd name="connsiteX2" fmla="*/ 871537 w 871537"/>
                  <a:gd name="connsiteY2" fmla="*/ 595312 h 595312"/>
                  <a:gd name="connsiteX3" fmla="*/ 204787 w 871537"/>
                  <a:gd name="connsiteY3" fmla="*/ 595312 h 595312"/>
                  <a:gd name="connsiteX4" fmla="*/ 0 w 871537"/>
                  <a:gd name="connsiteY4" fmla="*/ 445294 h 595312"/>
                  <a:gd name="connsiteX0" fmla="*/ 0 w 871537"/>
                  <a:gd name="connsiteY0" fmla="*/ 445294 h 595312"/>
                  <a:gd name="connsiteX1" fmla="*/ 521494 w 871537"/>
                  <a:gd name="connsiteY1" fmla="*/ 176213 h 595312"/>
                  <a:gd name="connsiteX2" fmla="*/ 871537 w 871537"/>
                  <a:gd name="connsiteY2" fmla="*/ 0 h 595312"/>
                  <a:gd name="connsiteX3" fmla="*/ 871537 w 871537"/>
                  <a:gd name="connsiteY3" fmla="*/ 595312 h 595312"/>
                  <a:gd name="connsiteX4" fmla="*/ 204787 w 871537"/>
                  <a:gd name="connsiteY4" fmla="*/ 595312 h 595312"/>
                  <a:gd name="connsiteX5" fmla="*/ 0 w 871537"/>
                  <a:gd name="connsiteY5" fmla="*/ 445294 h 595312"/>
                  <a:gd name="connsiteX0" fmla="*/ 0 w 871537"/>
                  <a:gd name="connsiteY0" fmla="*/ 450056 h 600074"/>
                  <a:gd name="connsiteX1" fmla="*/ 500063 w 871537"/>
                  <a:gd name="connsiteY1" fmla="*/ 0 h 600074"/>
                  <a:gd name="connsiteX2" fmla="*/ 871537 w 871537"/>
                  <a:gd name="connsiteY2" fmla="*/ 4762 h 600074"/>
                  <a:gd name="connsiteX3" fmla="*/ 871537 w 871537"/>
                  <a:gd name="connsiteY3" fmla="*/ 600074 h 600074"/>
                  <a:gd name="connsiteX4" fmla="*/ 204787 w 871537"/>
                  <a:gd name="connsiteY4" fmla="*/ 600074 h 600074"/>
                  <a:gd name="connsiteX5" fmla="*/ 0 w 871537"/>
                  <a:gd name="connsiteY5" fmla="*/ 450056 h 600074"/>
                  <a:gd name="connsiteX0" fmla="*/ 0 w 871537"/>
                  <a:gd name="connsiteY0" fmla="*/ 450056 h 600074"/>
                  <a:gd name="connsiteX1" fmla="*/ 500063 w 871537"/>
                  <a:gd name="connsiteY1" fmla="*/ 0 h 600074"/>
                  <a:gd name="connsiteX2" fmla="*/ 692944 w 871537"/>
                  <a:gd name="connsiteY2" fmla="*/ 135730 h 600074"/>
                  <a:gd name="connsiteX3" fmla="*/ 871537 w 871537"/>
                  <a:gd name="connsiteY3" fmla="*/ 600074 h 600074"/>
                  <a:gd name="connsiteX4" fmla="*/ 204787 w 871537"/>
                  <a:gd name="connsiteY4" fmla="*/ 600074 h 600074"/>
                  <a:gd name="connsiteX5" fmla="*/ 0 w 871537"/>
                  <a:gd name="connsiteY5" fmla="*/ 450056 h 600074"/>
                  <a:gd name="connsiteX0" fmla="*/ 0 w 871537"/>
                  <a:gd name="connsiteY0" fmla="*/ 461962 h 611980"/>
                  <a:gd name="connsiteX1" fmla="*/ 502444 w 871537"/>
                  <a:gd name="connsiteY1" fmla="*/ 0 h 611980"/>
                  <a:gd name="connsiteX2" fmla="*/ 692944 w 871537"/>
                  <a:gd name="connsiteY2" fmla="*/ 147636 h 611980"/>
                  <a:gd name="connsiteX3" fmla="*/ 871537 w 871537"/>
                  <a:gd name="connsiteY3" fmla="*/ 611980 h 611980"/>
                  <a:gd name="connsiteX4" fmla="*/ 204787 w 871537"/>
                  <a:gd name="connsiteY4" fmla="*/ 611980 h 611980"/>
                  <a:gd name="connsiteX5" fmla="*/ 0 w 871537"/>
                  <a:gd name="connsiteY5" fmla="*/ 461962 h 611980"/>
                  <a:gd name="connsiteX0" fmla="*/ 0 w 871537"/>
                  <a:gd name="connsiteY0" fmla="*/ 431005 h 581023"/>
                  <a:gd name="connsiteX1" fmla="*/ 469106 w 871537"/>
                  <a:gd name="connsiteY1" fmla="*/ 0 h 581023"/>
                  <a:gd name="connsiteX2" fmla="*/ 692944 w 871537"/>
                  <a:gd name="connsiteY2" fmla="*/ 116679 h 581023"/>
                  <a:gd name="connsiteX3" fmla="*/ 871537 w 871537"/>
                  <a:gd name="connsiteY3" fmla="*/ 581023 h 581023"/>
                  <a:gd name="connsiteX4" fmla="*/ 204787 w 871537"/>
                  <a:gd name="connsiteY4" fmla="*/ 581023 h 581023"/>
                  <a:gd name="connsiteX5" fmla="*/ 0 w 871537"/>
                  <a:gd name="connsiteY5" fmla="*/ 431005 h 581023"/>
                  <a:gd name="connsiteX0" fmla="*/ 0 w 871537"/>
                  <a:gd name="connsiteY0" fmla="*/ 431005 h 581023"/>
                  <a:gd name="connsiteX1" fmla="*/ 469106 w 871537"/>
                  <a:gd name="connsiteY1" fmla="*/ 0 h 581023"/>
                  <a:gd name="connsiteX2" fmla="*/ 578644 w 871537"/>
                  <a:gd name="connsiteY2" fmla="*/ 59530 h 581023"/>
                  <a:gd name="connsiteX3" fmla="*/ 692944 w 871537"/>
                  <a:gd name="connsiteY3" fmla="*/ 116679 h 581023"/>
                  <a:gd name="connsiteX4" fmla="*/ 871537 w 871537"/>
                  <a:gd name="connsiteY4" fmla="*/ 581023 h 581023"/>
                  <a:gd name="connsiteX5" fmla="*/ 204787 w 871537"/>
                  <a:gd name="connsiteY5" fmla="*/ 581023 h 581023"/>
                  <a:gd name="connsiteX6" fmla="*/ 0 w 871537"/>
                  <a:gd name="connsiteY6" fmla="*/ 431005 h 581023"/>
                  <a:gd name="connsiteX0" fmla="*/ 0 w 871537"/>
                  <a:gd name="connsiteY0" fmla="*/ 433388 h 583406"/>
                  <a:gd name="connsiteX1" fmla="*/ 469106 w 871537"/>
                  <a:gd name="connsiteY1" fmla="*/ 2383 h 583406"/>
                  <a:gd name="connsiteX2" fmla="*/ 595313 w 871537"/>
                  <a:gd name="connsiteY2" fmla="*/ 0 h 583406"/>
                  <a:gd name="connsiteX3" fmla="*/ 692944 w 871537"/>
                  <a:gd name="connsiteY3" fmla="*/ 119062 h 583406"/>
                  <a:gd name="connsiteX4" fmla="*/ 871537 w 871537"/>
                  <a:gd name="connsiteY4" fmla="*/ 583406 h 583406"/>
                  <a:gd name="connsiteX5" fmla="*/ 204787 w 871537"/>
                  <a:gd name="connsiteY5" fmla="*/ 583406 h 583406"/>
                  <a:gd name="connsiteX6" fmla="*/ 0 w 871537"/>
                  <a:gd name="connsiteY6" fmla="*/ 433388 h 583406"/>
                  <a:gd name="connsiteX0" fmla="*/ 0 w 871537"/>
                  <a:gd name="connsiteY0" fmla="*/ 459059 h 609077"/>
                  <a:gd name="connsiteX1" fmla="*/ 469106 w 871537"/>
                  <a:gd name="connsiteY1" fmla="*/ 28054 h 609077"/>
                  <a:gd name="connsiteX2" fmla="*/ 595313 w 871537"/>
                  <a:gd name="connsiteY2" fmla="*/ 25671 h 609077"/>
                  <a:gd name="connsiteX3" fmla="*/ 692944 w 871537"/>
                  <a:gd name="connsiteY3" fmla="*/ 144733 h 609077"/>
                  <a:gd name="connsiteX4" fmla="*/ 871537 w 871537"/>
                  <a:gd name="connsiteY4" fmla="*/ 609077 h 609077"/>
                  <a:gd name="connsiteX5" fmla="*/ 204787 w 871537"/>
                  <a:gd name="connsiteY5" fmla="*/ 609077 h 609077"/>
                  <a:gd name="connsiteX6" fmla="*/ 0 w 871537"/>
                  <a:gd name="connsiteY6" fmla="*/ 459059 h 60907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871537 w 871537"/>
                  <a:gd name="connsiteY4" fmla="*/ 620967 h 620967"/>
                  <a:gd name="connsiteX5" fmla="*/ 204787 w 871537"/>
                  <a:gd name="connsiteY5" fmla="*/ 620967 h 620967"/>
                  <a:gd name="connsiteX6" fmla="*/ 0 w 871537"/>
                  <a:gd name="connsiteY6"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04850 w 871537"/>
                  <a:gd name="connsiteY4" fmla="*/ 199488 h 620967"/>
                  <a:gd name="connsiteX5" fmla="*/ 871537 w 871537"/>
                  <a:gd name="connsiteY5" fmla="*/ 620967 h 620967"/>
                  <a:gd name="connsiteX6" fmla="*/ 204787 w 871537"/>
                  <a:gd name="connsiteY6" fmla="*/ 620967 h 620967"/>
                  <a:gd name="connsiteX7" fmla="*/ 0 w 871537"/>
                  <a:gd name="connsiteY7"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16756 w 871537"/>
                  <a:gd name="connsiteY4" fmla="*/ 89950 h 620967"/>
                  <a:gd name="connsiteX5" fmla="*/ 871537 w 871537"/>
                  <a:gd name="connsiteY5" fmla="*/ 620967 h 620967"/>
                  <a:gd name="connsiteX6" fmla="*/ 204787 w 871537"/>
                  <a:gd name="connsiteY6" fmla="*/ 620967 h 620967"/>
                  <a:gd name="connsiteX7" fmla="*/ 0 w 871537"/>
                  <a:gd name="connsiteY7" fmla="*/ 470949 h 620967"/>
                  <a:gd name="connsiteX0" fmla="*/ 0 w 871537"/>
                  <a:gd name="connsiteY0" fmla="*/ 470949 h 620967"/>
                  <a:gd name="connsiteX1" fmla="*/ 469106 w 871537"/>
                  <a:gd name="connsiteY1" fmla="*/ 39944 h 620967"/>
                  <a:gd name="connsiteX2" fmla="*/ 595313 w 871537"/>
                  <a:gd name="connsiteY2" fmla="*/ 37561 h 620967"/>
                  <a:gd name="connsiteX3" fmla="*/ 692944 w 871537"/>
                  <a:gd name="connsiteY3" fmla="*/ 156623 h 620967"/>
                  <a:gd name="connsiteX4" fmla="*/ 707231 w 871537"/>
                  <a:gd name="connsiteY4" fmla="*/ 87569 h 620967"/>
                  <a:gd name="connsiteX5" fmla="*/ 871537 w 871537"/>
                  <a:gd name="connsiteY5" fmla="*/ 620967 h 620967"/>
                  <a:gd name="connsiteX6" fmla="*/ 204787 w 871537"/>
                  <a:gd name="connsiteY6" fmla="*/ 620967 h 620967"/>
                  <a:gd name="connsiteX7" fmla="*/ 0 w 871537"/>
                  <a:gd name="connsiteY7"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204787 w 900112"/>
                  <a:gd name="connsiteY6" fmla="*/ 620967 h 620967"/>
                  <a:gd name="connsiteX7" fmla="*/ 0 w 900112"/>
                  <a:gd name="connsiteY7"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766762 w 900112"/>
                  <a:gd name="connsiteY6" fmla="*/ 213775 h 620967"/>
                  <a:gd name="connsiteX7" fmla="*/ 204787 w 900112"/>
                  <a:gd name="connsiteY7" fmla="*/ 620967 h 620967"/>
                  <a:gd name="connsiteX8" fmla="*/ 0 w 900112"/>
                  <a:gd name="connsiteY8" fmla="*/ 470949 h 620967"/>
                  <a:gd name="connsiteX0" fmla="*/ 0 w 900112"/>
                  <a:gd name="connsiteY0" fmla="*/ 470949 h 620967"/>
                  <a:gd name="connsiteX1" fmla="*/ 469106 w 900112"/>
                  <a:gd name="connsiteY1" fmla="*/ 39944 h 620967"/>
                  <a:gd name="connsiteX2" fmla="*/ 595313 w 900112"/>
                  <a:gd name="connsiteY2" fmla="*/ 37561 h 620967"/>
                  <a:gd name="connsiteX3" fmla="*/ 692944 w 900112"/>
                  <a:gd name="connsiteY3" fmla="*/ 156623 h 620967"/>
                  <a:gd name="connsiteX4" fmla="*/ 707231 w 900112"/>
                  <a:gd name="connsiteY4" fmla="*/ 87569 h 620967"/>
                  <a:gd name="connsiteX5" fmla="*/ 900112 w 900112"/>
                  <a:gd name="connsiteY5" fmla="*/ 125667 h 620967"/>
                  <a:gd name="connsiteX6" fmla="*/ 866774 w 900112"/>
                  <a:gd name="connsiteY6" fmla="*/ 309025 h 620967"/>
                  <a:gd name="connsiteX7" fmla="*/ 204787 w 900112"/>
                  <a:gd name="connsiteY7" fmla="*/ 620967 h 620967"/>
                  <a:gd name="connsiteX8" fmla="*/ 0 w 900112"/>
                  <a:gd name="connsiteY8" fmla="*/ 470949 h 620967"/>
                  <a:gd name="connsiteX0" fmla="*/ 0 w 897731"/>
                  <a:gd name="connsiteY0" fmla="*/ 470949 h 620967"/>
                  <a:gd name="connsiteX1" fmla="*/ 469106 w 897731"/>
                  <a:gd name="connsiteY1" fmla="*/ 39944 h 620967"/>
                  <a:gd name="connsiteX2" fmla="*/ 595313 w 897731"/>
                  <a:gd name="connsiteY2" fmla="*/ 37561 h 620967"/>
                  <a:gd name="connsiteX3" fmla="*/ 692944 w 897731"/>
                  <a:gd name="connsiteY3" fmla="*/ 156623 h 620967"/>
                  <a:gd name="connsiteX4" fmla="*/ 707231 w 897731"/>
                  <a:gd name="connsiteY4" fmla="*/ 87569 h 620967"/>
                  <a:gd name="connsiteX5" fmla="*/ 897731 w 897731"/>
                  <a:gd name="connsiteY5" fmla="*/ 101855 h 620967"/>
                  <a:gd name="connsiteX6" fmla="*/ 866774 w 897731"/>
                  <a:gd name="connsiteY6" fmla="*/ 309025 h 620967"/>
                  <a:gd name="connsiteX7" fmla="*/ 204787 w 897731"/>
                  <a:gd name="connsiteY7" fmla="*/ 620967 h 620967"/>
                  <a:gd name="connsiteX8" fmla="*/ 0 w 897731"/>
                  <a:gd name="connsiteY8" fmla="*/ 470949 h 620967"/>
                  <a:gd name="connsiteX0" fmla="*/ 0 w 904874"/>
                  <a:gd name="connsiteY0" fmla="*/ 470949 h 620967"/>
                  <a:gd name="connsiteX1" fmla="*/ 469106 w 904874"/>
                  <a:gd name="connsiteY1" fmla="*/ 39944 h 620967"/>
                  <a:gd name="connsiteX2" fmla="*/ 595313 w 904874"/>
                  <a:gd name="connsiteY2" fmla="*/ 37561 h 620967"/>
                  <a:gd name="connsiteX3" fmla="*/ 692944 w 904874"/>
                  <a:gd name="connsiteY3" fmla="*/ 156623 h 620967"/>
                  <a:gd name="connsiteX4" fmla="*/ 707231 w 904874"/>
                  <a:gd name="connsiteY4" fmla="*/ 87569 h 620967"/>
                  <a:gd name="connsiteX5" fmla="*/ 897731 w 904874"/>
                  <a:gd name="connsiteY5" fmla="*/ 101855 h 620967"/>
                  <a:gd name="connsiteX6" fmla="*/ 904874 w 904874"/>
                  <a:gd name="connsiteY6" fmla="*/ 328075 h 620967"/>
                  <a:gd name="connsiteX7" fmla="*/ 204787 w 904874"/>
                  <a:gd name="connsiteY7" fmla="*/ 620967 h 620967"/>
                  <a:gd name="connsiteX8" fmla="*/ 0 w 904874"/>
                  <a:gd name="connsiteY8" fmla="*/ 470949 h 620967"/>
                  <a:gd name="connsiteX0" fmla="*/ 0 w 897731"/>
                  <a:gd name="connsiteY0" fmla="*/ 470949 h 620967"/>
                  <a:gd name="connsiteX1" fmla="*/ 469106 w 897731"/>
                  <a:gd name="connsiteY1" fmla="*/ 39944 h 620967"/>
                  <a:gd name="connsiteX2" fmla="*/ 595313 w 897731"/>
                  <a:gd name="connsiteY2" fmla="*/ 37561 h 620967"/>
                  <a:gd name="connsiteX3" fmla="*/ 692944 w 897731"/>
                  <a:gd name="connsiteY3" fmla="*/ 156623 h 620967"/>
                  <a:gd name="connsiteX4" fmla="*/ 707231 w 897731"/>
                  <a:gd name="connsiteY4" fmla="*/ 87569 h 620967"/>
                  <a:gd name="connsiteX5" fmla="*/ 897731 w 897731"/>
                  <a:gd name="connsiteY5" fmla="*/ 101855 h 620967"/>
                  <a:gd name="connsiteX6" fmla="*/ 881062 w 897731"/>
                  <a:gd name="connsiteY6" fmla="*/ 320932 h 620967"/>
                  <a:gd name="connsiteX7" fmla="*/ 204787 w 897731"/>
                  <a:gd name="connsiteY7" fmla="*/ 620967 h 620967"/>
                  <a:gd name="connsiteX8" fmla="*/ 0 w 897731"/>
                  <a:gd name="connsiteY8" fmla="*/ 470949 h 620967"/>
                  <a:gd name="connsiteX0" fmla="*/ 0 w 897731"/>
                  <a:gd name="connsiteY0" fmla="*/ 470949 h 568579"/>
                  <a:gd name="connsiteX1" fmla="*/ 469106 w 897731"/>
                  <a:gd name="connsiteY1" fmla="*/ 39944 h 568579"/>
                  <a:gd name="connsiteX2" fmla="*/ 595313 w 897731"/>
                  <a:gd name="connsiteY2" fmla="*/ 37561 h 568579"/>
                  <a:gd name="connsiteX3" fmla="*/ 692944 w 897731"/>
                  <a:gd name="connsiteY3" fmla="*/ 156623 h 568579"/>
                  <a:gd name="connsiteX4" fmla="*/ 707231 w 897731"/>
                  <a:gd name="connsiteY4" fmla="*/ 87569 h 568579"/>
                  <a:gd name="connsiteX5" fmla="*/ 897731 w 897731"/>
                  <a:gd name="connsiteY5" fmla="*/ 101855 h 568579"/>
                  <a:gd name="connsiteX6" fmla="*/ 881062 w 897731"/>
                  <a:gd name="connsiteY6" fmla="*/ 320932 h 568579"/>
                  <a:gd name="connsiteX7" fmla="*/ 83344 w 897731"/>
                  <a:gd name="connsiteY7" fmla="*/ 568579 h 568579"/>
                  <a:gd name="connsiteX8" fmla="*/ 0 w 897731"/>
                  <a:gd name="connsiteY8" fmla="*/ 470949 h 568579"/>
                  <a:gd name="connsiteX0" fmla="*/ 0 w 902493"/>
                  <a:gd name="connsiteY0" fmla="*/ 487618 h 568579"/>
                  <a:gd name="connsiteX1" fmla="*/ 473868 w 902493"/>
                  <a:gd name="connsiteY1" fmla="*/ 39944 h 568579"/>
                  <a:gd name="connsiteX2" fmla="*/ 600075 w 902493"/>
                  <a:gd name="connsiteY2" fmla="*/ 37561 h 568579"/>
                  <a:gd name="connsiteX3" fmla="*/ 697706 w 902493"/>
                  <a:gd name="connsiteY3" fmla="*/ 156623 h 568579"/>
                  <a:gd name="connsiteX4" fmla="*/ 711993 w 902493"/>
                  <a:gd name="connsiteY4" fmla="*/ 87569 h 568579"/>
                  <a:gd name="connsiteX5" fmla="*/ 902493 w 902493"/>
                  <a:gd name="connsiteY5" fmla="*/ 101855 h 568579"/>
                  <a:gd name="connsiteX6" fmla="*/ 885824 w 902493"/>
                  <a:gd name="connsiteY6" fmla="*/ 320932 h 568579"/>
                  <a:gd name="connsiteX7" fmla="*/ 88106 w 902493"/>
                  <a:gd name="connsiteY7" fmla="*/ 568579 h 568579"/>
                  <a:gd name="connsiteX8" fmla="*/ 0 w 902493"/>
                  <a:gd name="connsiteY8" fmla="*/ 487618 h 568579"/>
                  <a:gd name="connsiteX0" fmla="*/ 0 w 895349"/>
                  <a:gd name="connsiteY0" fmla="*/ 466187 h 568579"/>
                  <a:gd name="connsiteX1" fmla="*/ 466724 w 895349"/>
                  <a:gd name="connsiteY1" fmla="*/ 39944 h 568579"/>
                  <a:gd name="connsiteX2" fmla="*/ 592931 w 895349"/>
                  <a:gd name="connsiteY2" fmla="*/ 37561 h 568579"/>
                  <a:gd name="connsiteX3" fmla="*/ 690562 w 895349"/>
                  <a:gd name="connsiteY3" fmla="*/ 156623 h 568579"/>
                  <a:gd name="connsiteX4" fmla="*/ 704849 w 895349"/>
                  <a:gd name="connsiteY4" fmla="*/ 87569 h 568579"/>
                  <a:gd name="connsiteX5" fmla="*/ 895349 w 895349"/>
                  <a:gd name="connsiteY5" fmla="*/ 101855 h 568579"/>
                  <a:gd name="connsiteX6" fmla="*/ 878680 w 895349"/>
                  <a:gd name="connsiteY6" fmla="*/ 320932 h 568579"/>
                  <a:gd name="connsiteX7" fmla="*/ 80962 w 895349"/>
                  <a:gd name="connsiteY7" fmla="*/ 568579 h 568579"/>
                  <a:gd name="connsiteX8" fmla="*/ 0 w 895349"/>
                  <a:gd name="connsiteY8" fmla="*/ 466187 h 568579"/>
                  <a:gd name="connsiteX0" fmla="*/ 0 w 895349"/>
                  <a:gd name="connsiteY0" fmla="*/ 466187 h 563816"/>
                  <a:gd name="connsiteX1" fmla="*/ 466724 w 895349"/>
                  <a:gd name="connsiteY1" fmla="*/ 39944 h 563816"/>
                  <a:gd name="connsiteX2" fmla="*/ 592931 w 895349"/>
                  <a:gd name="connsiteY2" fmla="*/ 37561 h 563816"/>
                  <a:gd name="connsiteX3" fmla="*/ 690562 w 895349"/>
                  <a:gd name="connsiteY3" fmla="*/ 156623 h 563816"/>
                  <a:gd name="connsiteX4" fmla="*/ 704849 w 895349"/>
                  <a:gd name="connsiteY4" fmla="*/ 87569 h 563816"/>
                  <a:gd name="connsiteX5" fmla="*/ 895349 w 895349"/>
                  <a:gd name="connsiteY5" fmla="*/ 101855 h 563816"/>
                  <a:gd name="connsiteX6" fmla="*/ 878680 w 895349"/>
                  <a:gd name="connsiteY6" fmla="*/ 320932 h 563816"/>
                  <a:gd name="connsiteX7" fmla="*/ 66675 w 895349"/>
                  <a:gd name="connsiteY7" fmla="*/ 563816 h 563816"/>
                  <a:gd name="connsiteX8" fmla="*/ 0 w 895349"/>
                  <a:gd name="connsiteY8" fmla="*/ 466187 h 563816"/>
                  <a:gd name="connsiteX0" fmla="*/ 0 w 904874"/>
                  <a:gd name="connsiteY0" fmla="*/ 480474 h 563816"/>
                  <a:gd name="connsiteX1" fmla="*/ 476249 w 904874"/>
                  <a:gd name="connsiteY1" fmla="*/ 39944 h 563816"/>
                  <a:gd name="connsiteX2" fmla="*/ 602456 w 904874"/>
                  <a:gd name="connsiteY2" fmla="*/ 37561 h 563816"/>
                  <a:gd name="connsiteX3" fmla="*/ 700087 w 904874"/>
                  <a:gd name="connsiteY3" fmla="*/ 156623 h 563816"/>
                  <a:gd name="connsiteX4" fmla="*/ 714374 w 904874"/>
                  <a:gd name="connsiteY4" fmla="*/ 87569 h 563816"/>
                  <a:gd name="connsiteX5" fmla="*/ 904874 w 904874"/>
                  <a:gd name="connsiteY5" fmla="*/ 101855 h 563816"/>
                  <a:gd name="connsiteX6" fmla="*/ 888205 w 904874"/>
                  <a:gd name="connsiteY6" fmla="*/ 320932 h 563816"/>
                  <a:gd name="connsiteX7" fmla="*/ 76200 w 904874"/>
                  <a:gd name="connsiteY7" fmla="*/ 563816 h 563816"/>
                  <a:gd name="connsiteX8" fmla="*/ 0 w 904874"/>
                  <a:gd name="connsiteY8" fmla="*/ 480474 h 563816"/>
                  <a:gd name="connsiteX0" fmla="*/ 0 w 904874"/>
                  <a:gd name="connsiteY0" fmla="*/ 480474 h 573341"/>
                  <a:gd name="connsiteX1" fmla="*/ 476249 w 904874"/>
                  <a:gd name="connsiteY1" fmla="*/ 39944 h 573341"/>
                  <a:gd name="connsiteX2" fmla="*/ 602456 w 904874"/>
                  <a:gd name="connsiteY2" fmla="*/ 37561 h 573341"/>
                  <a:gd name="connsiteX3" fmla="*/ 700087 w 904874"/>
                  <a:gd name="connsiteY3" fmla="*/ 156623 h 573341"/>
                  <a:gd name="connsiteX4" fmla="*/ 714374 w 904874"/>
                  <a:gd name="connsiteY4" fmla="*/ 87569 h 573341"/>
                  <a:gd name="connsiteX5" fmla="*/ 904874 w 904874"/>
                  <a:gd name="connsiteY5" fmla="*/ 101855 h 573341"/>
                  <a:gd name="connsiteX6" fmla="*/ 888205 w 904874"/>
                  <a:gd name="connsiteY6" fmla="*/ 320932 h 573341"/>
                  <a:gd name="connsiteX7" fmla="*/ 90487 w 904874"/>
                  <a:gd name="connsiteY7" fmla="*/ 573341 h 573341"/>
                  <a:gd name="connsiteX8" fmla="*/ 0 w 904874"/>
                  <a:gd name="connsiteY8" fmla="*/ 480474 h 573341"/>
                  <a:gd name="connsiteX0" fmla="*/ 0 w 904874"/>
                  <a:gd name="connsiteY0" fmla="*/ 480474 h 573341"/>
                  <a:gd name="connsiteX1" fmla="*/ 476249 w 904874"/>
                  <a:gd name="connsiteY1" fmla="*/ 39944 h 573341"/>
                  <a:gd name="connsiteX2" fmla="*/ 602456 w 904874"/>
                  <a:gd name="connsiteY2" fmla="*/ 37561 h 573341"/>
                  <a:gd name="connsiteX3" fmla="*/ 700087 w 904874"/>
                  <a:gd name="connsiteY3" fmla="*/ 156623 h 573341"/>
                  <a:gd name="connsiteX4" fmla="*/ 714374 w 904874"/>
                  <a:gd name="connsiteY4" fmla="*/ 87569 h 573341"/>
                  <a:gd name="connsiteX5" fmla="*/ 904874 w 904874"/>
                  <a:gd name="connsiteY5" fmla="*/ 101855 h 573341"/>
                  <a:gd name="connsiteX6" fmla="*/ 888205 w 904874"/>
                  <a:gd name="connsiteY6" fmla="*/ 320932 h 573341"/>
                  <a:gd name="connsiteX7" fmla="*/ 821531 w 904874"/>
                  <a:gd name="connsiteY7" fmla="*/ 337600 h 573341"/>
                  <a:gd name="connsiteX8" fmla="*/ 90487 w 904874"/>
                  <a:gd name="connsiteY8" fmla="*/ 573341 h 573341"/>
                  <a:gd name="connsiteX9" fmla="*/ 0 w 904874"/>
                  <a:gd name="connsiteY9"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90487 w 1059656"/>
                  <a:gd name="connsiteY8" fmla="*/ 573341 h 573341"/>
                  <a:gd name="connsiteX9" fmla="*/ 0 w 1059656"/>
                  <a:gd name="connsiteY9"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862012 w 1059656"/>
                  <a:gd name="connsiteY8" fmla="*/ 480475 h 573341"/>
                  <a:gd name="connsiteX9" fmla="*/ 90487 w 1059656"/>
                  <a:gd name="connsiteY9" fmla="*/ 573341 h 573341"/>
                  <a:gd name="connsiteX10" fmla="*/ 0 w 1059656"/>
                  <a:gd name="connsiteY10"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973930 w 1059656"/>
                  <a:gd name="connsiteY8" fmla="*/ 561437 h 573341"/>
                  <a:gd name="connsiteX9" fmla="*/ 90487 w 1059656"/>
                  <a:gd name="connsiteY9" fmla="*/ 573341 h 573341"/>
                  <a:gd name="connsiteX10" fmla="*/ 0 w 1059656"/>
                  <a:gd name="connsiteY10" fmla="*/ 480474 h 573341"/>
                  <a:gd name="connsiteX0" fmla="*/ 0 w 1062142"/>
                  <a:gd name="connsiteY0" fmla="*/ 480474 h 573341"/>
                  <a:gd name="connsiteX1" fmla="*/ 476249 w 1062142"/>
                  <a:gd name="connsiteY1" fmla="*/ 39944 h 573341"/>
                  <a:gd name="connsiteX2" fmla="*/ 602456 w 1062142"/>
                  <a:gd name="connsiteY2" fmla="*/ 37561 h 573341"/>
                  <a:gd name="connsiteX3" fmla="*/ 700087 w 1062142"/>
                  <a:gd name="connsiteY3" fmla="*/ 156623 h 573341"/>
                  <a:gd name="connsiteX4" fmla="*/ 714374 w 1062142"/>
                  <a:gd name="connsiteY4" fmla="*/ 87569 h 573341"/>
                  <a:gd name="connsiteX5" fmla="*/ 904874 w 1062142"/>
                  <a:gd name="connsiteY5" fmla="*/ 101855 h 573341"/>
                  <a:gd name="connsiteX6" fmla="*/ 888205 w 1062142"/>
                  <a:gd name="connsiteY6" fmla="*/ 320932 h 573341"/>
                  <a:gd name="connsiteX7" fmla="*/ 1059656 w 1062142"/>
                  <a:gd name="connsiteY7" fmla="*/ 459044 h 573341"/>
                  <a:gd name="connsiteX8" fmla="*/ 1062037 w 1062142"/>
                  <a:gd name="connsiteY8" fmla="*/ 475713 h 573341"/>
                  <a:gd name="connsiteX9" fmla="*/ 973930 w 1062142"/>
                  <a:gd name="connsiteY9" fmla="*/ 561437 h 573341"/>
                  <a:gd name="connsiteX10" fmla="*/ 90487 w 1062142"/>
                  <a:gd name="connsiteY10" fmla="*/ 573341 h 573341"/>
                  <a:gd name="connsiteX11" fmla="*/ 0 w 1062142"/>
                  <a:gd name="connsiteY11"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90487 w 1059656"/>
                  <a:gd name="connsiteY10" fmla="*/ 573341 h 573341"/>
                  <a:gd name="connsiteX11" fmla="*/ 0 w 1059656"/>
                  <a:gd name="connsiteY11"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6256 w 1059656"/>
                  <a:gd name="connsiteY10" fmla="*/ 566200 h 573341"/>
                  <a:gd name="connsiteX11" fmla="*/ 90487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8637 w 1059656"/>
                  <a:gd name="connsiteY10" fmla="*/ 173293 h 573341"/>
                  <a:gd name="connsiteX11" fmla="*/ 90487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28637 w 1059656"/>
                  <a:gd name="connsiteY10" fmla="*/ 173293 h 573341"/>
                  <a:gd name="connsiteX11" fmla="*/ 100012 w 1059656"/>
                  <a:gd name="connsiteY11" fmla="*/ 573341 h 573341"/>
                  <a:gd name="connsiteX12" fmla="*/ 0 w 1059656"/>
                  <a:gd name="connsiteY12" fmla="*/ 480474 h 573341"/>
                  <a:gd name="connsiteX0" fmla="*/ 0 w 1059656"/>
                  <a:gd name="connsiteY0" fmla="*/ 480474 h 573341"/>
                  <a:gd name="connsiteX1" fmla="*/ 476249 w 1059656"/>
                  <a:gd name="connsiteY1" fmla="*/ 39944 h 573341"/>
                  <a:gd name="connsiteX2" fmla="*/ 602456 w 1059656"/>
                  <a:gd name="connsiteY2" fmla="*/ 37561 h 573341"/>
                  <a:gd name="connsiteX3" fmla="*/ 700087 w 1059656"/>
                  <a:gd name="connsiteY3" fmla="*/ 156623 h 573341"/>
                  <a:gd name="connsiteX4" fmla="*/ 714374 w 1059656"/>
                  <a:gd name="connsiteY4" fmla="*/ 87569 h 573341"/>
                  <a:gd name="connsiteX5" fmla="*/ 904874 w 1059656"/>
                  <a:gd name="connsiteY5" fmla="*/ 101855 h 573341"/>
                  <a:gd name="connsiteX6" fmla="*/ 888205 w 1059656"/>
                  <a:gd name="connsiteY6" fmla="*/ 320932 h 573341"/>
                  <a:gd name="connsiteX7" fmla="*/ 1059656 w 1059656"/>
                  <a:gd name="connsiteY7" fmla="*/ 459044 h 573341"/>
                  <a:gd name="connsiteX8" fmla="*/ 1057275 w 1059656"/>
                  <a:gd name="connsiteY8" fmla="*/ 461426 h 573341"/>
                  <a:gd name="connsiteX9" fmla="*/ 973930 w 1059656"/>
                  <a:gd name="connsiteY9" fmla="*/ 561437 h 573341"/>
                  <a:gd name="connsiteX10" fmla="*/ 533399 w 1059656"/>
                  <a:gd name="connsiteY10" fmla="*/ 225681 h 573341"/>
                  <a:gd name="connsiteX11" fmla="*/ 100012 w 1059656"/>
                  <a:gd name="connsiteY11" fmla="*/ 573341 h 573341"/>
                  <a:gd name="connsiteX12" fmla="*/ 0 w 1059656"/>
                  <a:gd name="connsiteY12" fmla="*/ 480474 h 573341"/>
                  <a:gd name="connsiteX0" fmla="*/ 0 w 1059656"/>
                  <a:gd name="connsiteY0" fmla="*/ 480474 h 573344"/>
                  <a:gd name="connsiteX1" fmla="*/ 476249 w 1059656"/>
                  <a:gd name="connsiteY1" fmla="*/ 39944 h 573344"/>
                  <a:gd name="connsiteX2" fmla="*/ 602456 w 1059656"/>
                  <a:gd name="connsiteY2" fmla="*/ 37561 h 573344"/>
                  <a:gd name="connsiteX3" fmla="*/ 700087 w 1059656"/>
                  <a:gd name="connsiteY3" fmla="*/ 156623 h 573344"/>
                  <a:gd name="connsiteX4" fmla="*/ 714374 w 1059656"/>
                  <a:gd name="connsiteY4" fmla="*/ 87569 h 573344"/>
                  <a:gd name="connsiteX5" fmla="*/ 904874 w 1059656"/>
                  <a:gd name="connsiteY5" fmla="*/ 101855 h 573344"/>
                  <a:gd name="connsiteX6" fmla="*/ 888205 w 1059656"/>
                  <a:gd name="connsiteY6" fmla="*/ 320932 h 573344"/>
                  <a:gd name="connsiteX7" fmla="*/ 1059656 w 1059656"/>
                  <a:gd name="connsiteY7" fmla="*/ 459044 h 573344"/>
                  <a:gd name="connsiteX8" fmla="*/ 1057275 w 1059656"/>
                  <a:gd name="connsiteY8" fmla="*/ 461426 h 573344"/>
                  <a:gd name="connsiteX9" fmla="*/ 952499 w 1059656"/>
                  <a:gd name="connsiteY9" fmla="*/ 573344 h 573344"/>
                  <a:gd name="connsiteX10" fmla="*/ 533399 w 1059656"/>
                  <a:gd name="connsiteY10" fmla="*/ 225681 h 573344"/>
                  <a:gd name="connsiteX11" fmla="*/ 100012 w 1059656"/>
                  <a:gd name="connsiteY11" fmla="*/ 573341 h 573344"/>
                  <a:gd name="connsiteX12" fmla="*/ 0 w 1059656"/>
                  <a:gd name="connsiteY12" fmla="*/ 480474 h 573344"/>
                  <a:gd name="connsiteX0" fmla="*/ 0 w 1059656"/>
                  <a:gd name="connsiteY0" fmla="*/ 480474 h 573344"/>
                  <a:gd name="connsiteX1" fmla="*/ 476249 w 1059656"/>
                  <a:gd name="connsiteY1" fmla="*/ 39944 h 573344"/>
                  <a:gd name="connsiteX2" fmla="*/ 602456 w 1059656"/>
                  <a:gd name="connsiteY2" fmla="*/ 37561 h 573344"/>
                  <a:gd name="connsiteX3" fmla="*/ 700087 w 1059656"/>
                  <a:gd name="connsiteY3" fmla="*/ 156623 h 573344"/>
                  <a:gd name="connsiteX4" fmla="*/ 714374 w 1059656"/>
                  <a:gd name="connsiteY4" fmla="*/ 87569 h 573344"/>
                  <a:gd name="connsiteX5" fmla="*/ 904874 w 1059656"/>
                  <a:gd name="connsiteY5" fmla="*/ 101855 h 573344"/>
                  <a:gd name="connsiteX6" fmla="*/ 888205 w 1059656"/>
                  <a:gd name="connsiteY6" fmla="*/ 320932 h 573344"/>
                  <a:gd name="connsiteX7" fmla="*/ 1059656 w 1059656"/>
                  <a:gd name="connsiteY7" fmla="*/ 459044 h 573344"/>
                  <a:gd name="connsiteX8" fmla="*/ 1057275 w 1059656"/>
                  <a:gd name="connsiteY8" fmla="*/ 461426 h 573344"/>
                  <a:gd name="connsiteX9" fmla="*/ 952499 w 1059656"/>
                  <a:gd name="connsiteY9" fmla="*/ 573344 h 573344"/>
                  <a:gd name="connsiteX10" fmla="*/ 533399 w 1059656"/>
                  <a:gd name="connsiteY10" fmla="*/ 178056 h 573344"/>
                  <a:gd name="connsiteX11" fmla="*/ 100012 w 1059656"/>
                  <a:gd name="connsiteY11" fmla="*/ 573341 h 573344"/>
                  <a:gd name="connsiteX12" fmla="*/ 0 w 1059656"/>
                  <a:gd name="connsiteY12" fmla="*/ 480474 h 573344"/>
                  <a:gd name="connsiteX0" fmla="*/ 0 w 1059656"/>
                  <a:gd name="connsiteY0" fmla="*/ 477835 h 570705"/>
                  <a:gd name="connsiteX1" fmla="*/ 476249 w 1059656"/>
                  <a:gd name="connsiteY1" fmla="*/ 37305 h 570705"/>
                  <a:gd name="connsiteX2" fmla="*/ 590550 w 1059656"/>
                  <a:gd name="connsiteY2" fmla="*/ 39685 h 570705"/>
                  <a:gd name="connsiteX3" fmla="*/ 700087 w 1059656"/>
                  <a:gd name="connsiteY3" fmla="*/ 153984 h 570705"/>
                  <a:gd name="connsiteX4" fmla="*/ 714374 w 1059656"/>
                  <a:gd name="connsiteY4" fmla="*/ 84930 h 570705"/>
                  <a:gd name="connsiteX5" fmla="*/ 904874 w 1059656"/>
                  <a:gd name="connsiteY5" fmla="*/ 99216 h 570705"/>
                  <a:gd name="connsiteX6" fmla="*/ 888205 w 1059656"/>
                  <a:gd name="connsiteY6" fmla="*/ 318293 h 570705"/>
                  <a:gd name="connsiteX7" fmla="*/ 1059656 w 1059656"/>
                  <a:gd name="connsiteY7" fmla="*/ 456405 h 570705"/>
                  <a:gd name="connsiteX8" fmla="*/ 1057275 w 1059656"/>
                  <a:gd name="connsiteY8" fmla="*/ 458787 h 570705"/>
                  <a:gd name="connsiteX9" fmla="*/ 952499 w 1059656"/>
                  <a:gd name="connsiteY9" fmla="*/ 570705 h 570705"/>
                  <a:gd name="connsiteX10" fmla="*/ 533399 w 1059656"/>
                  <a:gd name="connsiteY10" fmla="*/ 175417 h 570705"/>
                  <a:gd name="connsiteX11" fmla="*/ 100012 w 1059656"/>
                  <a:gd name="connsiteY11" fmla="*/ 570702 h 570705"/>
                  <a:gd name="connsiteX12" fmla="*/ 0 w 1059656"/>
                  <a:gd name="connsiteY12" fmla="*/ 477835 h 570705"/>
                  <a:gd name="connsiteX0" fmla="*/ 0 w 1059656"/>
                  <a:gd name="connsiteY0" fmla="*/ 477835 h 570705"/>
                  <a:gd name="connsiteX1" fmla="*/ 476249 w 1059656"/>
                  <a:gd name="connsiteY1" fmla="*/ 37305 h 570705"/>
                  <a:gd name="connsiteX2" fmla="*/ 590550 w 1059656"/>
                  <a:gd name="connsiteY2" fmla="*/ 39685 h 570705"/>
                  <a:gd name="connsiteX3" fmla="*/ 700087 w 1059656"/>
                  <a:gd name="connsiteY3" fmla="*/ 153984 h 570705"/>
                  <a:gd name="connsiteX4" fmla="*/ 704849 w 1059656"/>
                  <a:gd name="connsiteY4" fmla="*/ 84930 h 570705"/>
                  <a:gd name="connsiteX5" fmla="*/ 904874 w 1059656"/>
                  <a:gd name="connsiteY5" fmla="*/ 99216 h 570705"/>
                  <a:gd name="connsiteX6" fmla="*/ 888205 w 1059656"/>
                  <a:gd name="connsiteY6" fmla="*/ 318293 h 570705"/>
                  <a:gd name="connsiteX7" fmla="*/ 1059656 w 1059656"/>
                  <a:gd name="connsiteY7" fmla="*/ 456405 h 570705"/>
                  <a:gd name="connsiteX8" fmla="*/ 1057275 w 1059656"/>
                  <a:gd name="connsiteY8" fmla="*/ 458787 h 570705"/>
                  <a:gd name="connsiteX9" fmla="*/ 952499 w 1059656"/>
                  <a:gd name="connsiteY9" fmla="*/ 570705 h 570705"/>
                  <a:gd name="connsiteX10" fmla="*/ 533399 w 1059656"/>
                  <a:gd name="connsiteY10" fmla="*/ 175417 h 570705"/>
                  <a:gd name="connsiteX11" fmla="*/ 100012 w 1059656"/>
                  <a:gd name="connsiteY11" fmla="*/ 570702 h 570705"/>
                  <a:gd name="connsiteX12" fmla="*/ 0 w 1059656"/>
                  <a:gd name="connsiteY12" fmla="*/ 477835 h 570705"/>
                  <a:gd name="connsiteX0" fmla="*/ 0 w 1062037"/>
                  <a:gd name="connsiteY0" fmla="*/ 465928 h 570705"/>
                  <a:gd name="connsiteX1" fmla="*/ 478630 w 1062037"/>
                  <a:gd name="connsiteY1" fmla="*/ 37305 h 570705"/>
                  <a:gd name="connsiteX2" fmla="*/ 592931 w 1062037"/>
                  <a:gd name="connsiteY2" fmla="*/ 39685 h 570705"/>
                  <a:gd name="connsiteX3" fmla="*/ 702468 w 1062037"/>
                  <a:gd name="connsiteY3" fmla="*/ 153984 h 570705"/>
                  <a:gd name="connsiteX4" fmla="*/ 707230 w 1062037"/>
                  <a:gd name="connsiteY4" fmla="*/ 84930 h 570705"/>
                  <a:gd name="connsiteX5" fmla="*/ 907255 w 1062037"/>
                  <a:gd name="connsiteY5" fmla="*/ 99216 h 570705"/>
                  <a:gd name="connsiteX6" fmla="*/ 890586 w 1062037"/>
                  <a:gd name="connsiteY6" fmla="*/ 318293 h 570705"/>
                  <a:gd name="connsiteX7" fmla="*/ 1062037 w 1062037"/>
                  <a:gd name="connsiteY7" fmla="*/ 456405 h 570705"/>
                  <a:gd name="connsiteX8" fmla="*/ 1059656 w 1062037"/>
                  <a:gd name="connsiteY8" fmla="*/ 458787 h 570705"/>
                  <a:gd name="connsiteX9" fmla="*/ 954880 w 1062037"/>
                  <a:gd name="connsiteY9" fmla="*/ 570705 h 570705"/>
                  <a:gd name="connsiteX10" fmla="*/ 535780 w 1062037"/>
                  <a:gd name="connsiteY10" fmla="*/ 175417 h 570705"/>
                  <a:gd name="connsiteX11" fmla="*/ 102393 w 1062037"/>
                  <a:gd name="connsiteY11" fmla="*/ 570702 h 570705"/>
                  <a:gd name="connsiteX12" fmla="*/ 0 w 1062037"/>
                  <a:gd name="connsiteY12" fmla="*/ 465928 h 570705"/>
                  <a:gd name="connsiteX0" fmla="*/ 0 w 1062037"/>
                  <a:gd name="connsiteY0" fmla="*/ 467049 h 571826"/>
                  <a:gd name="connsiteX1" fmla="*/ 469105 w 1062037"/>
                  <a:gd name="connsiteY1" fmla="*/ 36045 h 571826"/>
                  <a:gd name="connsiteX2" fmla="*/ 592931 w 1062037"/>
                  <a:gd name="connsiteY2" fmla="*/ 40806 h 571826"/>
                  <a:gd name="connsiteX3" fmla="*/ 702468 w 1062037"/>
                  <a:gd name="connsiteY3" fmla="*/ 155105 h 571826"/>
                  <a:gd name="connsiteX4" fmla="*/ 707230 w 1062037"/>
                  <a:gd name="connsiteY4" fmla="*/ 86051 h 571826"/>
                  <a:gd name="connsiteX5" fmla="*/ 907255 w 1062037"/>
                  <a:gd name="connsiteY5" fmla="*/ 100337 h 571826"/>
                  <a:gd name="connsiteX6" fmla="*/ 890586 w 1062037"/>
                  <a:gd name="connsiteY6" fmla="*/ 319414 h 571826"/>
                  <a:gd name="connsiteX7" fmla="*/ 1062037 w 1062037"/>
                  <a:gd name="connsiteY7" fmla="*/ 457526 h 571826"/>
                  <a:gd name="connsiteX8" fmla="*/ 1059656 w 1062037"/>
                  <a:gd name="connsiteY8" fmla="*/ 459908 h 571826"/>
                  <a:gd name="connsiteX9" fmla="*/ 954880 w 1062037"/>
                  <a:gd name="connsiteY9" fmla="*/ 571826 h 571826"/>
                  <a:gd name="connsiteX10" fmla="*/ 535780 w 1062037"/>
                  <a:gd name="connsiteY10" fmla="*/ 176538 h 571826"/>
                  <a:gd name="connsiteX11" fmla="*/ 102393 w 1062037"/>
                  <a:gd name="connsiteY11" fmla="*/ 571823 h 571826"/>
                  <a:gd name="connsiteX12" fmla="*/ 0 w 1062037"/>
                  <a:gd name="connsiteY12" fmla="*/ 467049 h 571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2037" h="571826">
                    <a:moveTo>
                      <a:pt x="0" y="467049"/>
                    </a:moveTo>
                    <a:lnTo>
                      <a:pt x="469105" y="36045"/>
                    </a:lnTo>
                    <a:cubicBezTo>
                      <a:pt x="511174" y="-7612"/>
                      <a:pt x="534193" y="-17931"/>
                      <a:pt x="592931" y="40806"/>
                    </a:cubicBezTo>
                    <a:lnTo>
                      <a:pt x="702468" y="155105"/>
                    </a:lnTo>
                    <a:lnTo>
                      <a:pt x="707230" y="86051"/>
                    </a:lnTo>
                    <a:lnTo>
                      <a:pt x="907255" y="100337"/>
                    </a:lnTo>
                    <a:lnTo>
                      <a:pt x="890586" y="319414"/>
                    </a:lnTo>
                    <a:lnTo>
                      <a:pt x="1062037" y="457526"/>
                    </a:lnTo>
                    <a:cubicBezTo>
                      <a:pt x="1061243" y="460701"/>
                      <a:pt x="1060450" y="456733"/>
                      <a:pt x="1059656" y="459908"/>
                    </a:cubicBezTo>
                    <a:lnTo>
                      <a:pt x="954880" y="571826"/>
                    </a:lnTo>
                    <a:lnTo>
                      <a:pt x="535780" y="176538"/>
                    </a:lnTo>
                    <a:lnTo>
                      <a:pt x="102393" y="571823"/>
                    </a:lnTo>
                    <a:lnTo>
                      <a:pt x="0" y="467049"/>
                    </a:lnTo>
                    <a:close/>
                  </a:path>
                </a:pathLst>
              </a:custGeom>
              <a:solidFill>
                <a:schemeClr val="bg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4" name="Oval 53">
              <a:extLst>
                <a:ext uri="{FF2B5EF4-FFF2-40B4-BE49-F238E27FC236}">
                  <a16:creationId xmlns:a16="http://schemas.microsoft.com/office/drawing/2014/main" id="{F5117ED5-D6D9-EB94-903E-50BC66D4497D}"/>
                </a:ext>
              </a:extLst>
            </p:cNvPr>
            <p:cNvSpPr/>
            <p:nvPr/>
          </p:nvSpPr>
          <p:spPr bwMode="auto">
            <a:xfrm>
              <a:off x="2610151" y="4799642"/>
              <a:ext cx="91440" cy="91440"/>
            </a:xfrm>
            <a:prstGeom prst="ellipse">
              <a:avLst/>
            </a:prstGeom>
            <a:solidFill>
              <a:schemeClr val="bg1"/>
            </a:solidFill>
            <a:ln>
              <a:no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solidFill>
                  <a:srgbClr val="0C2870"/>
                </a:solidFill>
                <a:latin typeface="Arial" charset="0"/>
                <a:ea typeface="+mn-ea"/>
                <a:cs typeface="Times New Roman" pitchFamily="18" charset="0"/>
              </a:endParaRPr>
            </a:p>
          </p:txBody>
        </p:sp>
      </p:grpSp>
      <p:sp>
        <p:nvSpPr>
          <p:cNvPr id="7" name="Rectangle 6">
            <a:extLst>
              <a:ext uri="{FF2B5EF4-FFF2-40B4-BE49-F238E27FC236}">
                <a16:creationId xmlns:a16="http://schemas.microsoft.com/office/drawing/2014/main" id="{427406A5-C6B5-E3B8-121C-FF2786131D4E}"/>
              </a:ext>
            </a:extLst>
          </p:cNvPr>
          <p:cNvSpPr/>
          <p:nvPr>
            <p:custDataLst>
              <p:tags r:id="rId2"/>
            </p:custDataLst>
          </p:nvPr>
        </p:nvSpPr>
        <p:spPr>
          <a:xfrm>
            <a:off x="10423524" y="-5784"/>
            <a:ext cx="1768476" cy="3651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bg1"/>
                </a:solidFill>
              </a:rPr>
              <a:t>Real-life example </a:t>
            </a:r>
          </a:p>
        </p:txBody>
      </p:sp>
      <p:sp>
        <p:nvSpPr>
          <p:cNvPr id="8" name="Footer Placeholder 7">
            <a:extLst>
              <a:ext uri="{FF2B5EF4-FFF2-40B4-BE49-F238E27FC236}">
                <a16:creationId xmlns:a16="http://schemas.microsoft.com/office/drawing/2014/main" id="{DFECCB2E-AFA4-4FAC-1ABD-25FEE6C8D0C4}"/>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A69B6D35-DF3E-3044-2423-A0B6718AA8F9}"/>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2110329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8897905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solidFill>
                  <a:schemeClr val="accent2"/>
                </a:solidFill>
              </a:rPr>
              <a:t>Lean Six Sigma benefit #2: </a:t>
            </a:r>
            <a:r>
              <a:rPr lang="en-US" sz="2400" kern="0" dirty="0"/>
              <a:t>Lean Six Sigma decreases cost</a:t>
            </a:r>
          </a:p>
        </p:txBody>
      </p:sp>
      <p:sp>
        <p:nvSpPr>
          <p:cNvPr id="2" name="Slide Number Placeholder 2">
            <a:extLst>
              <a:ext uri="{FF2B5EF4-FFF2-40B4-BE49-F238E27FC236}">
                <a16:creationId xmlns:a16="http://schemas.microsoft.com/office/drawing/2014/main" id="{DBB7E139-38C9-CFCB-EF0E-BF1EAB77C2A3}"/>
              </a:ext>
            </a:extLst>
          </p:cNvPr>
          <p:cNvSpPr txBox="1">
            <a:spLocks/>
          </p:cNvSpPr>
          <p:nvPr/>
        </p:nvSpPr>
        <p:spPr>
          <a:xfrm>
            <a:off x="9181195" y="6632714"/>
            <a:ext cx="2743200" cy="187565"/>
          </a:xfrm>
          <a:prstGeom prst="rect">
            <a:avLst/>
          </a:prstGeom>
        </p:spPr>
        <p:txBody>
          <a:bodyPr vert="horz" lIns="91440" tIns="0" rIns="0" bIns="45720" rtlCol="0" anchor="ctr"/>
          <a:lstStyle>
            <a:defPPr>
              <a:defRPr lang="en-US"/>
            </a:defPPr>
            <a:lvl1pPr marL="0" algn="r" defTabSz="914400" rtl="0" eaLnBrk="1" latinLnBrk="0" hangingPunct="1">
              <a:defRPr lang="en-US" sz="1000" kern="1200" smtClean="0">
                <a:solidFill>
                  <a:srgbClr val="ADAFBB"/>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F5C94B-8C55-478B-B509-BAE6A06B2E2A}" type="slidenum">
              <a:rPr lang="en-US" smtClean="0"/>
              <a:pPr/>
              <a:t>19</a:t>
            </a:fld>
            <a:endParaRPr lang="en-US" dirty="0"/>
          </a:p>
        </p:txBody>
      </p:sp>
      <p:sp>
        <p:nvSpPr>
          <p:cNvPr id="4" name="Rectangle 3">
            <a:extLst>
              <a:ext uri="{FF2B5EF4-FFF2-40B4-BE49-F238E27FC236}">
                <a16:creationId xmlns:a16="http://schemas.microsoft.com/office/drawing/2014/main" id="{A639187F-8F84-0C26-2EBF-DF53B0569C3D}"/>
              </a:ext>
            </a:extLst>
          </p:cNvPr>
          <p:cNvSpPr/>
          <p:nvPr/>
        </p:nvSpPr>
        <p:spPr>
          <a:xfrm>
            <a:off x="620279" y="2703250"/>
            <a:ext cx="4995352" cy="2966264"/>
          </a:xfrm>
          <a:prstGeom prst="rect">
            <a:avLst/>
          </a:prstGeom>
          <a:noFill/>
          <a:ln w="6350">
            <a:solidFill>
              <a:schemeClr val="accent5"/>
            </a:solidFill>
          </a:ln>
          <a:effectLst/>
          <a:scene3d>
            <a:camera prst="orthographicFront"/>
            <a:lightRig rig="balanced" dir="t"/>
          </a:scene3d>
          <a:sp3d extrusionH="317500" prstMaterial="matte"/>
        </p:spPr>
        <p:style>
          <a:lnRef idx="2">
            <a:schemeClr val="accent1">
              <a:shade val="50000"/>
            </a:schemeClr>
          </a:lnRef>
          <a:fillRef idx="1">
            <a:schemeClr val="accent1"/>
          </a:fillRef>
          <a:effectRef idx="0">
            <a:schemeClr val="accent1"/>
          </a:effectRef>
          <a:fontRef idx="minor">
            <a:schemeClr val="lt1"/>
          </a:fontRef>
        </p:style>
        <p:txBody>
          <a:bodyPr tIns="182880" anchor="t"/>
          <a:lstStyle/>
          <a:p>
            <a:pPr algn="ctr"/>
            <a:r>
              <a:rPr lang="en-US" sz="1600" dirty="0">
                <a:solidFill>
                  <a:schemeClr val="tx1"/>
                </a:solidFill>
              </a:rPr>
              <a:t>Number of broken products and related cost to remanufacture them (per month):</a:t>
            </a:r>
          </a:p>
        </p:txBody>
      </p:sp>
      <p:sp>
        <p:nvSpPr>
          <p:cNvPr id="5" name="Rectangle 4">
            <a:extLst>
              <a:ext uri="{FF2B5EF4-FFF2-40B4-BE49-F238E27FC236}">
                <a16:creationId xmlns:a16="http://schemas.microsoft.com/office/drawing/2014/main" id="{7C1FFDA5-8577-84E6-3742-7E182A182E39}"/>
              </a:ext>
            </a:extLst>
          </p:cNvPr>
          <p:cNvSpPr/>
          <p:nvPr/>
        </p:nvSpPr>
        <p:spPr>
          <a:xfrm>
            <a:off x="6591811" y="2703250"/>
            <a:ext cx="4995352" cy="2966264"/>
          </a:xfrm>
          <a:prstGeom prst="rect">
            <a:avLst/>
          </a:prstGeom>
          <a:noFill/>
          <a:ln w="6350">
            <a:solidFill>
              <a:schemeClr val="accent3"/>
            </a:solidFill>
          </a:ln>
          <a:effectLst/>
          <a:scene3d>
            <a:camera prst="orthographicFront"/>
            <a:lightRig rig="balanced" dir="t"/>
          </a:scene3d>
          <a:sp3d extrusionH="317500" prstMaterial="matte"/>
        </p:spPr>
        <p:style>
          <a:lnRef idx="2">
            <a:schemeClr val="accent1">
              <a:shade val="50000"/>
            </a:schemeClr>
          </a:lnRef>
          <a:fillRef idx="1">
            <a:schemeClr val="accent1"/>
          </a:fillRef>
          <a:effectRef idx="0">
            <a:schemeClr val="accent1"/>
          </a:effectRef>
          <a:fontRef idx="minor">
            <a:schemeClr val="lt1"/>
          </a:fontRef>
        </p:style>
        <p:txBody>
          <a:bodyPr tIns="182880" anchor="t"/>
          <a:lstStyle/>
          <a:p>
            <a:pPr algn="ctr" fontAlgn="auto">
              <a:spcBef>
                <a:spcPts val="0"/>
              </a:spcBef>
              <a:spcAft>
                <a:spcPts val="0"/>
              </a:spcAft>
              <a:defRPr/>
            </a:pPr>
            <a:r>
              <a:rPr lang="en-US" sz="1600" dirty="0">
                <a:solidFill>
                  <a:schemeClr val="tx1"/>
                </a:solidFill>
              </a:rPr>
              <a:t>Number of broken products and related cost to remanufacture them (per month):</a:t>
            </a:r>
          </a:p>
        </p:txBody>
      </p:sp>
      <p:sp>
        <p:nvSpPr>
          <p:cNvPr id="6" name="Striped Right Arrow 16">
            <a:extLst>
              <a:ext uri="{FF2B5EF4-FFF2-40B4-BE49-F238E27FC236}">
                <a16:creationId xmlns:a16="http://schemas.microsoft.com/office/drawing/2014/main" id="{194BAFBC-7307-DC65-409D-B38C938A4246}"/>
              </a:ext>
            </a:extLst>
          </p:cNvPr>
          <p:cNvSpPr/>
          <p:nvPr/>
        </p:nvSpPr>
        <p:spPr bwMode="auto">
          <a:xfrm>
            <a:off x="5939627" y="3921014"/>
            <a:ext cx="328188" cy="530736"/>
          </a:xfrm>
          <a:prstGeom prst="chevron">
            <a:avLst/>
          </a:prstGeom>
          <a:solidFill>
            <a:schemeClr val="tx1"/>
          </a:solidFill>
          <a:ln>
            <a:noFill/>
          </a:ln>
        </p:spPr>
        <p:txBody>
          <a:bodyPr wrap="square" lIns="91428" tIns="45715" rIns="91428" bIns="45715" rtlCol="0" anchor="ctr">
            <a:noAutofit/>
          </a:bodyPr>
          <a:lstStyle/>
          <a:p>
            <a:pPr marL="182553" indent="-182553" algn="just" defTabSz="623853" fontAlgn="base">
              <a:lnSpc>
                <a:spcPts val="1100"/>
              </a:lnSpc>
              <a:spcBef>
                <a:spcPct val="0"/>
              </a:spcBef>
              <a:spcAft>
                <a:spcPct val="0"/>
              </a:spcAft>
              <a:buClr>
                <a:srgbClr val="000000"/>
              </a:buClr>
              <a:buFont typeface="Wingdings 3" pitchFamily="18" charset="2"/>
              <a:buChar char="}"/>
            </a:pPr>
            <a:endParaRPr lang="en-US" sz="1200" dirty="0">
              <a:solidFill>
                <a:srgbClr val="0C2870"/>
              </a:solidFill>
              <a:cs typeface="Times New Roman" pitchFamily="18" charset="0"/>
            </a:endParaRPr>
          </a:p>
        </p:txBody>
      </p:sp>
      <p:sp>
        <p:nvSpPr>
          <p:cNvPr id="7" name="TextBox 6">
            <a:extLst>
              <a:ext uri="{FF2B5EF4-FFF2-40B4-BE49-F238E27FC236}">
                <a16:creationId xmlns:a16="http://schemas.microsoft.com/office/drawing/2014/main" id="{F89D272B-BAE0-CFF2-5AA6-D87DDD979F24}"/>
              </a:ext>
            </a:extLst>
          </p:cNvPr>
          <p:cNvSpPr txBox="1"/>
          <p:nvPr/>
        </p:nvSpPr>
        <p:spPr>
          <a:xfrm>
            <a:off x="1506511" y="1994827"/>
            <a:ext cx="3222889" cy="646331"/>
          </a:xfrm>
          <a:prstGeom prst="rect">
            <a:avLst/>
          </a:prstGeom>
          <a:noFill/>
        </p:spPr>
        <p:txBody>
          <a:bodyPr wrap="square" rtlCol="0">
            <a:spAutoFit/>
          </a:bodyPr>
          <a:lstStyle/>
          <a:p>
            <a:pPr algn="ctr"/>
            <a:r>
              <a:rPr lang="en-US" b="1" dirty="0"/>
              <a:t>Before </a:t>
            </a:r>
          </a:p>
          <a:p>
            <a:pPr algn="ctr"/>
            <a:r>
              <a:rPr lang="en-US" dirty="0"/>
              <a:t>implementing Lean Six Sigma</a:t>
            </a:r>
          </a:p>
        </p:txBody>
      </p:sp>
      <p:sp>
        <p:nvSpPr>
          <p:cNvPr id="8" name="TextBox 7">
            <a:extLst>
              <a:ext uri="{FF2B5EF4-FFF2-40B4-BE49-F238E27FC236}">
                <a16:creationId xmlns:a16="http://schemas.microsoft.com/office/drawing/2014/main" id="{E867934B-445A-3E2E-C881-B585F1197445}"/>
              </a:ext>
            </a:extLst>
          </p:cNvPr>
          <p:cNvSpPr txBox="1"/>
          <p:nvPr/>
        </p:nvSpPr>
        <p:spPr>
          <a:xfrm>
            <a:off x="7478043" y="1994827"/>
            <a:ext cx="3222889" cy="646331"/>
          </a:xfrm>
          <a:prstGeom prst="rect">
            <a:avLst/>
          </a:prstGeom>
          <a:noFill/>
        </p:spPr>
        <p:txBody>
          <a:bodyPr wrap="square" rtlCol="0">
            <a:spAutoFit/>
          </a:bodyPr>
          <a:lstStyle/>
          <a:p>
            <a:pPr algn="ctr"/>
            <a:r>
              <a:rPr lang="en-US" b="1" dirty="0"/>
              <a:t>After </a:t>
            </a:r>
          </a:p>
          <a:p>
            <a:pPr algn="ctr"/>
            <a:r>
              <a:rPr lang="en-US" dirty="0"/>
              <a:t>implementing Lean Six Sigma</a:t>
            </a:r>
          </a:p>
        </p:txBody>
      </p:sp>
      <p:sp>
        <p:nvSpPr>
          <p:cNvPr id="9" name="TextBox 8">
            <a:extLst>
              <a:ext uri="{FF2B5EF4-FFF2-40B4-BE49-F238E27FC236}">
                <a16:creationId xmlns:a16="http://schemas.microsoft.com/office/drawing/2014/main" id="{CC4CE90B-350F-1AAA-65FB-714AF77D3DFC}"/>
              </a:ext>
            </a:extLst>
          </p:cNvPr>
          <p:cNvSpPr txBox="1"/>
          <p:nvPr/>
        </p:nvSpPr>
        <p:spPr>
          <a:xfrm>
            <a:off x="514115" y="6234476"/>
            <a:ext cx="9795745" cy="276999"/>
          </a:xfrm>
          <a:prstGeom prst="rect">
            <a:avLst/>
          </a:prstGeom>
          <a:noFill/>
        </p:spPr>
        <p:txBody>
          <a:bodyPr wrap="square" rtlCol="0">
            <a:spAutoFit/>
          </a:bodyPr>
          <a:lstStyle/>
          <a:p>
            <a:r>
              <a:rPr lang="en-US" sz="1200" b="1" dirty="0">
                <a:solidFill>
                  <a:schemeClr val="tx2"/>
                </a:solidFill>
              </a:rPr>
              <a:t>Other examples: </a:t>
            </a:r>
            <a:r>
              <a:rPr lang="en-US" sz="1200" dirty="0">
                <a:solidFill>
                  <a:schemeClr val="tx2"/>
                </a:solidFill>
              </a:rPr>
              <a:t>Implementing Lean Six Sigma can also help decrease your IT, supply Chain and SG&amp;A costs</a:t>
            </a:r>
          </a:p>
        </p:txBody>
      </p:sp>
      <p:sp>
        <p:nvSpPr>
          <p:cNvPr id="66" name="Rectangle 22">
            <a:extLst>
              <a:ext uri="{FF2B5EF4-FFF2-40B4-BE49-F238E27FC236}">
                <a16:creationId xmlns:a16="http://schemas.microsoft.com/office/drawing/2014/main" id="{4D2DADB8-C482-18C9-196E-7C979EFB3604}"/>
              </a:ext>
            </a:extLst>
          </p:cNvPr>
          <p:cNvSpPr>
            <a:spLocks/>
          </p:cNvSpPr>
          <p:nvPr/>
        </p:nvSpPr>
        <p:spPr bwMode="auto">
          <a:xfrm>
            <a:off x="1528440" y="4216916"/>
            <a:ext cx="1346197" cy="400845"/>
          </a:xfrm>
          <a:custGeom>
            <a:avLst/>
            <a:gdLst>
              <a:gd name="T0" fmla="*/ 11875 w 1315785"/>
              <a:gd name="T1" fmla="*/ 0 h 391885"/>
              <a:gd name="T2" fmla="*/ 1292035 w 1315785"/>
              <a:gd name="T3" fmla="*/ 0 h 391885"/>
              <a:gd name="T4" fmla="*/ 1315785 w 1315785"/>
              <a:gd name="T5" fmla="*/ 317761 h 391885"/>
              <a:gd name="T6" fmla="*/ 666997 w 1315785"/>
              <a:gd name="T7" fmla="*/ 391885 h 391885"/>
              <a:gd name="T8" fmla="*/ 0 w 1315785"/>
              <a:gd name="T9" fmla="*/ 317761 h 391885"/>
              <a:gd name="T10" fmla="*/ 11875 w 1315785"/>
              <a:gd name="T11" fmla="*/ 0 h 3918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15785" h="391885">
                <a:moveTo>
                  <a:pt x="11875" y="0"/>
                </a:moveTo>
                <a:lnTo>
                  <a:pt x="1292035" y="0"/>
                </a:lnTo>
                <a:lnTo>
                  <a:pt x="1315785" y="317761"/>
                </a:lnTo>
                <a:cubicBezTo>
                  <a:pt x="1209633" y="375158"/>
                  <a:pt x="886294" y="391885"/>
                  <a:pt x="666997" y="391885"/>
                </a:cubicBezTo>
                <a:cubicBezTo>
                  <a:pt x="447700" y="391885"/>
                  <a:pt x="107208" y="375158"/>
                  <a:pt x="0" y="317761"/>
                </a:cubicBezTo>
                <a:lnTo>
                  <a:pt x="11875" y="0"/>
                </a:lnTo>
                <a:close/>
              </a:path>
            </a:pathLst>
          </a:custGeom>
          <a:solidFill>
            <a:srgbClr val="F2F2F2">
              <a:alpha val="47842"/>
            </a:srgbClr>
          </a:solidFill>
          <a:ln>
            <a:noFill/>
          </a:ln>
          <a:extLst>
            <a:ext uri="{91240B29-F687-4F45-9708-019B960494DF}">
              <a14:hiddenLine xmlns:a14="http://schemas.microsoft.com/office/drawing/2010/main" w="9525">
                <a:solidFill>
                  <a:srgbClr val="000000"/>
                </a:solidFill>
                <a:round/>
                <a:headEnd/>
                <a:tailEnd/>
              </a14:hiddenLine>
            </a:ext>
          </a:extLst>
        </p:spPr>
        <p:txBody>
          <a:bodyPr lIns="91428" tIns="45715" rIns="91428" bIns="45715" anchor="ctr"/>
          <a:lstStyle/>
          <a:p>
            <a:endParaRPr lang="en-US" dirty="0"/>
          </a:p>
        </p:txBody>
      </p:sp>
      <p:sp>
        <p:nvSpPr>
          <p:cNvPr id="67" name="Rounded Rectangle 86">
            <a:extLst>
              <a:ext uri="{FF2B5EF4-FFF2-40B4-BE49-F238E27FC236}">
                <a16:creationId xmlns:a16="http://schemas.microsoft.com/office/drawing/2014/main" id="{833E6029-1FB9-3522-E194-BA4BFCE81015}"/>
              </a:ext>
            </a:extLst>
          </p:cNvPr>
          <p:cNvSpPr/>
          <p:nvPr/>
        </p:nvSpPr>
        <p:spPr bwMode="auto">
          <a:xfrm>
            <a:off x="1540589" y="3882676"/>
            <a:ext cx="1309749" cy="1344275"/>
          </a:xfrm>
          <a:prstGeom prst="roundRect">
            <a:avLst/>
          </a:prstGeom>
          <a:solidFill>
            <a:schemeClr val="bg1">
              <a:lumMod val="95000"/>
            </a:schemeClr>
          </a:solidFill>
          <a:ln>
            <a:noFill/>
          </a:ln>
        </p:spPr>
        <p:txBody>
          <a:bodyPr lIns="91428" tIns="182880" rIns="91428" bIns="0" anchor="ctr"/>
          <a:lstStyle/>
          <a:p>
            <a:pPr algn="ctr" defTabSz="623853">
              <a:lnSpc>
                <a:spcPts val="1100"/>
              </a:lnSpc>
              <a:buClr>
                <a:srgbClr val="000000"/>
              </a:buClr>
              <a:defRPr/>
            </a:pPr>
            <a:endParaRPr lang="en-US" sz="3600" dirty="0">
              <a:solidFill>
                <a:srgbClr val="0C2870"/>
              </a:solidFill>
              <a:cs typeface="Times New Roman" pitchFamily="18" charset="0"/>
            </a:endParaRPr>
          </a:p>
          <a:p>
            <a:pPr algn="ctr" defTabSz="623853">
              <a:lnSpc>
                <a:spcPts val="1100"/>
              </a:lnSpc>
              <a:buClr>
                <a:srgbClr val="000000"/>
              </a:buClr>
              <a:defRPr/>
            </a:pPr>
            <a:endParaRPr lang="en-US" sz="3600" dirty="0">
              <a:solidFill>
                <a:srgbClr val="0C2870"/>
              </a:solidFill>
              <a:cs typeface="Times New Roman" pitchFamily="18" charset="0"/>
            </a:endParaRPr>
          </a:p>
        </p:txBody>
      </p:sp>
      <p:sp>
        <p:nvSpPr>
          <p:cNvPr id="68" name="Round Same Side Corner Rectangle 89">
            <a:extLst>
              <a:ext uri="{FF2B5EF4-FFF2-40B4-BE49-F238E27FC236}">
                <a16:creationId xmlns:a16="http://schemas.microsoft.com/office/drawing/2014/main" id="{0751F4CB-2E5B-34D8-4345-4620E70924E9}"/>
              </a:ext>
            </a:extLst>
          </p:cNvPr>
          <p:cNvSpPr/>
          <p:nvPr/>
        </p:nvSpPr>
        <p:spPr bwMode="auto">
          <a:xfrm>
            <a:off x="1540590" y="3790367"/>
            <a:ext cx="1309749" cy="426550"/>
          </a:xfrm>
          <a:prstGeom prst="round2SameRect">
            <a:avLst>
              <a:gd name="adj1" fmla="val 38808"/>
              <a:gd name="adj2" fmla="val 0"/>
            </a:avLst>
          </a:prstGeom>
          <a:solidFill>
            <a:schemeClr val="accent1"/>
          </a:solidFill>
          <a:ln>
            <a:noFill/>
          </a:ln>
        </p:spPr>
        <p:txBody>
          <a:bodyPr lIns="91428" tIns="45715" rIns="91428" bIns="45715" anchor="ctr"/>
          <a:lstStyle/>
          <a:p>
            <a:pPr algn="ctr" defTabSz="623853">
              <a:lnSpc>
                <a:spcPts val="1100"/>
              </a:lnSpc>
              <a:buClr>
                <a:srgbClr val="000000"/>
              </a:buClr>
              <a:defRPr/>
            </a:pPr>
            <a:r>
              <a:rPr lang="en-US" sz="1200" b="1" dirty="0">
                <a:solidFill>
                  <a:schemeClr val="bg1"/>
                </a:solidFill>
                <a:cs typeface="Times New Roman" pitchFamily="18" charset="0"/>
              </a:rPr>
              <a:t>Broken products</a:t>
            </a:r>
          </a:p>
        </p:txBody>
      </p:sp>
      <p:sp>
        <p:nvSpPr>
          <p:cNvPr id="70" name="Rectangle 22">
            <a:extLst>
              <a:ext uri="{FF2B5EF4-FFF2-40B4-BE49-F238E27FC236}">
                <a16:creationId xmlns:a16="http://schemas.microsoft.com/office/drawing/2014/main" id="{4740A1DB-4AF9-0C97-8DC5-777F345E4607}"/>
              </a:ext>
            </a:extLst>
          </p:cNvPr>
          <p:cNvSpPr>
            <a:spLocks/>
          </p:cNvSpPr>
          <p:nvPr/>
        </p:nvSpPr>
        <p:spPr bwMode="auto">
          <a:xfrm>
            <a:off x="3361275" y="4216916"/>
            <a:ext cx="1346197" cy="400845"/>
          </a:xfrm>
          <a:custGeom>
            <a:avLst/>
            <a:gdLst>
              <a:gd name="T0" fmla="*/ 11875 w 1315785"/>
              <a:gd name="T1" fmla="*/ 0 h 391885"/>
              <a:gd name="T2" fmla="*/ 1292035 w 1315785"/>
              <a:gd name="T3" fmla="*/ 0 h 391885"/>
              <a:gd name="T4" fmla="*/ 1315785 w 1315785"/>
              <a:gd name="T5" fmla="*/ 317761 h 391885"/>
              <a:gd name="T6" fmla="*/ 666997 w 1315785"/>
              <a:gd name="T7" fmla="*/ 391885 h 391885"/>
              <a:gd name="T8" fmla="*/ 0 w 1315785"/>
              <a:gd name="T9" fmla="*/ 317761 h 391885"/>
              <a:gd name="T10" fmla="*/ 11875 w 1315785"/>
              <a:gd name="T11" fmla="*/ 0 h 3918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15785" h="391885">
                <a:moveTo>
                  <a:pt x="11875" y="0"/>
                </a:moveTo>
                <a:lnTo>
                  <a:pt x="1292035" y="0"/>
                </a:lnTo>
                <a:lnTo>
                  <a:pt x="1315785" y="317761"/>
                </a:lnTo>
                <a:cubicBezTo>
                  <a:pt x="1209633" y="375158"/>
                  <a:pt x="886294" y="391885"/>
                  <a:pt x="666997" y="391885"/>
                </a:cubicBezTo>
                <a:cubicBezTo>
                  <a:pt x="447700" y="391885"/>
                  <a:pt x="107208" y="375158"/>
                  <a:pt x="0" y="317761"/>
                </a:cubicBezTo>
                <a:lnTo>
                  <a:pt x="11875" y="0"/>
                </a:lnTo>
                <a:close/>
              </a:path>
            </a:pathLst>
          </a:custGeom>
          <a:solidFill>
            <a:srgbClr val="F2F2F2">
              <a:alpha val="47842"/>
            </a:srgbClr>
          </a:solidFill>
          <a:ln>
            <a:noFill/>
          </a:ln>
          <a:extLst>
            <a:ext uri="{91240B29-F687-4F45-9708-019B960494DF}">
              <a14:hiddenLine xmlns:a14="http://schemas.microsoft.com/office/drawing/2010/main" w="9525">
                <a:solidFill>
                  <a:srgbClr val="000000"/>
                </a:solidFill>
                <a:round/>
                <a:headEnd/>
                <a:tailEnd/>
              </a14:hiddenLine>
            </a:ext>
          </a:extLst>
        </p:spPr>
        <p:txBody>
          <a:bodyPr lIns="91428" tIns="45715" rIns="91428" bIns="45715" anchor="ctr"/>
          <a:lstStyle/>
          <a:p>
            <a:endParaRPr lang="en-US" dirty="0"/>
          </a:p>
        </p:txBody>
      </p:sp>
      <p:sp>
        <p:nvSpPr>
          <p:cNvPr id="71" name="Rounded Rectangle 100">
            <a:extLst>
              <a:ext uri="{FF2B5EF4-FFF2-40B4-BE49-F238E27FC236}">
                <a16:creationId xmlns:a16="http://schemas.microsoft.com/office/drawing/2014/main" id="{5AF32104-E81E-5368-4635-2F5B41CAFAD4}"/>
              </a:ext>
            </a:extLst>
          </p:cNvPr>
          <p:cNvSpPr/>
          <p:nvPr/>
        </p:nvSpPr>
        <p:spPr bwMode="auto">
          <a:xfrm>
            <a:off x="3373424" y="3882676"/>
            <a:ext cx="1309749" cy="1344275"/>
          </a:xfrm>
          <a:prstGeom prst="roundRect">
            <a:avLst/>
          </a:prstGeom>
          <a:solidFill>
            <a:schemeClr val="bg1">
              <a:lumMod val="95000"/>
            </a:schemeClr>
          </a:solidFill>
          <a:ln>
            <a:noFill/>
          </a:ln>
        </p:spPr>
        <p:txBody>
          <a:bodyPr lIns="91428" tIns="182880" rIns="91428" bIns="0" anchor="ctr"/>
          <a:lstStyle/>
          <a:p>
            <a:pPr algn="ctr" defTabSz="623853">
              <a:lnSpc>
                <a:spcPts val="1100"/>
              </a:lnSpc>
              <a:buClr>
                <a:srgbClr val="000000"/>
              </a:buClr>
              <a:defRPr/>
            </a:pPr>
            <a:endParaRPr lang="en-US" sz="3600" dirty="0">
              <a:solidFill>
                <a:srgbClr val="0C2870"/>
              </a:solidFill>
              <a:cs typeface="Times New Roman" pitchFamily="18" charset="0"/>
            </a:endParaRPr>
          </a:p>
        </p:txBody>
      </p:sp>
      <p:sp>
        <p:nvSpPr>
          <p:cNvPr id="72" name="Round Same Side Corner Rectangle 102">
            <a:extLst>
              <a:ext uri="{FF2B5EF4-FFF2-40B4-BE49-F238E27FC236}">
                <a16:creationId xmlns:a16="http://schemas.microsoft.com/office/drawing/2014/main" id="{9769F034-7022-E4D0-3A81-B225F82BE533}"/>
              </a:ext>
            </a:extLst>
          </p:cNvPr>
          <p:cNvSpPr/>
          <p:nvPr/>
        </p:nvSpPr>
        <p:spPr bwMode="auto">
          <a:xfrm>
            <a:off x="3373425" y="3790367"/>
            <a:ext cx="1309749" cy="426550"/>
          </a:xfrm>
          <a:prstGeom prst="round2SameRect">
            <a:avLst>
              <a:gd name="adj1" fmla="val 38808"/>
              <a:gd name="adj2" fmla="val 0"/>
            </a:avLst>
          </a:prstGeom>
          <a:solidFill>
            <a:schemeClr val="accent1"/>
          </a:solidFill>
          <a:ln>
            <a:noFill/>
          </a:ln>
        </p:spPr>
        <p:txBody>
          <a:bodyPr lIns="91428" tIns="45715" rIns="91428" bIns="45715" anchor="ctr"/>
          <a:lstStyle/>
          <a:p>
            <a:pPr algn="ctr" defTabSz="623853">
              <a:lnSpc>
                <a:spcPts val="1100"/>
              </a:lnSpc>
              <a:buClr>
                <a:srgbClr val="000000"/>
              </a:buClr>
              <a:defRPr/>
            </a:pPr>
            <a:r>
              <a:rPr lang="en-US" sz="1200" b="1" dirty="0">
                <a:solidFill>
                  <a:schemeClr val="bg1"/>
                </a:solidFill>
                <a:cs typeface="Times New Roman" pitchFamily="18" charset="0"/>
              </a:rPr>
              <a:t>Cost</a:t>
            </a:r>
          </a:p>
        </p:txBody>
      </p:sp>
      <p:sp>
        <p:nvSpPr>
          <p:cNvPr id="74" name="Rectangle 22">
            <a:extLst>
              <a:ext uri="{FF2B5EF4-FFF2-40B4-BE49-F238E27FC236}">
                <a16:creationId xmlns:a16="http://schemas.microsoft.com/office/drawing/2014/main" id="{D18D1F09-4830-76E9-01E8-A868558FCAC0}"/>
              </a:ext>
            </a:extLst>
          </p:cNvPr>
          <p:cNvSpPr>
            <a:spLocks/>
          </p:cNvSpPr>
          <p:nvPr/>
        </p:nvSpPr>
        <p:spPr bwMode="auto">
          <a:xfrm>
            <a:off x="7499971" y="4216916"/>
            <a:ext cx="1346197" cy="400845"/>
          </a:xfrm>
          <a:custGeom>
            <a:avLst/>
            <a:gdLst>
              <a:gd name="T0" fmla="*/ 11875 w 1315785"/>
              <a:gd name="T1" fmla="*/ 0 h 391885"/>
              <a:gd name="T2" fmla="*/ 1292035 w 1315785"/>
              <a:gd name="T3" fmla="*/ 0 h 391885"/>
              <a:gd name="T4" fmla="*/ 1315785 w 1315785"/>
              <a:gd name="T5" fmla="*/ 317761 h 391885"/>
              <a:gd name="T6" fmla="*/ 666997 w 1315785"/>
              <a:gd name="T7" fmla="*/ 391885 h 391885"/>
              <a:gd name="T8" fmla="*/ 0 w 1315785"/>
              <a:gd name="T9" fmla="*/ 317761 h 391885"/>
              <a:gd name="T10" fmla="*/ 11875 w 1315785"/>
              <a:gd name="T11" fmla="*/ 0 h 3918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15785" h="391885">
                <a:moveTo>
                  <a:pt x="11875" y="0"/>
                </a:moveTo>
                <a:lnTo>
                  <a:pt x="1292035" y="0"/>
                </a:lnTo>
                <a:lnTo>
                  <a:pt x="1315785" y="317761"/>
                </a:lnTo>
                <a:cubicBezTo>
                  <a:pt x="1209633" y="375158"/>
                  <a:pt x="886294" y="391885"/>
                  <a:pt x="666997" y="391885"/>
                </a:cubicBezTo>
                <a:cubicBezTo>
                  <a:pt x="447700" y="391885"/>
                  <a:pt x="107208" y="375158"/>
                  <a:pt x="0" y="317761"/>
                </a:cubicBezTo>
                <a:lnTo>
                  <a:pt x="11875" y="0"/>
                </a:lnTo>
                <a:close/>
              </a:path>
            </a:pathLst>
          </a:custGeom>
          <a:solidFill>
            <a:srgbClr val="F2F2F2">
              <a:alpha val="47842"/>
            </a:srgbClr>
          </a:solidFill>
          <a:ln>
            <a:noFill/>
          </a:ln>
          <a:extLst>
            <a:ext uri="{91240B29-F687-4F45-9708-019B960494DF}">
              <a14:hiddenLine xmlns:a14="http://schemas.microsoft.com/office/drawing/2010/main" w="9525">
                <a:solidFill>
                  <a:srgbClr val="000000"/>
                </a:solidFill>
                <a:round/>
                <a:headEnd/>
                <a:tailEnd/>
              </a14:hiddenLine>
            </a:ext>
          </a:extLst>
        </p:spPr>
        <p:txBody>
          <a:bodyPr lIns="91428" tIns="45715" rIns="91428" bIns="45715" anchor="ctr"/>
          <a:lstStyle/>
          <a:p>
            <a:endParaRPr lang="en-US" dirty="0"/>
          </a:p>
        </p:txBody>
      </p:sp>
      <p:sp>
        <p:nvSpPr>
          <p:cNvPr id="75" name="Rounded Rectangle 86">
            <a:extLst>
              <a:ext uri="{FF2B5EF4-FFF2-40B4-BE49-F238E27FC236}">
                <a16:creationId xmlns:a16="http://schemas.microsoft.com/office/drawing/2014/main" id="{0C0EC397-F998-B679-3014-CCC4514E712B}"/>
              </a:ext>
            </a:extLst>
          </p:cNvPr>
          <p:cNvSpPr/>
          <p:nvPr/>
        </p:nvSpPr>
        <p:spPr bwMode="auto">
          <a:xfrm>
            <a:off x="7512120" y="3882676"/>
            <a:ext cx="1309749" cy="1344275"/>
          </a:xfrm>
          <a:prstGeom prst="roundRect">
            <a:avLst/>
          </a:prstGeom>
          <a:solidFill>
            <a:schemeClr val="bg1">
              <a:lumMod val="95000"/>
            </a:schemeClr>
          </a:solidFill>
          <a:ln>
            <a:noFill/>
          </a:ln>
        </p:spPr>
        <p:txBody>
          <a:bodyPr lIns="91428" tIns="182880" rIns="91428" bIns="0" anchor="ctr"/>
          <a:lstStyle/>
          <a:p>
            <a:pPr algn="ctr" defTabSz="623853">
              <a:lnSpc>
                <a:spcPts val="1100"/>
              </a:lnSpc>
              <a:buClr>
                <a:srgbClr val="000000"/>
              </a:buClr>
              <a:defRPr/>
            </a:pPr>
            <a:endParaRPr lang="en-US" sz="3600" dirty="0">
              <a:solidFill>
                <a:srgbClr val="0C2870"/>
              </a:solidFill>
              <a:cs typeface="Times New Roman" pitchFamily="18" charset="0"/>
            </a:endParaRPr>
          </a:p>
        </p:txBody>
      </p:sp>
      <p:sp>
        <p:nvSpPr>
          <p:cNvPr id="76" name="Round Same Side Corner Rectangle 89">
            <a:extLst>
              <a:ext uri="{FF2B5EF4-FFF2-40B4-BE49-F238E27FC236}">
                <a16:creationId xmlns:a16="http://schemas.microsoft.com/office/drawing/2014/main" id="{B28E0CCD-EA9E-1DE2-DC18-6AAFFAE0E071}"/>
              </a:ext>
            </a:extLst>
          </p:cNvPr>
          <p:cNvSpPr/>
          <p:nvPr/>
        </p:nvSpPr>
        <p:spPr bwMode="auto">
          <a:xfrm>
            <a:off x="7512121" y="3790367"/>
            <a:ext cx="1309749" cy="426550"/>
          </a:xfrm>
          <a:prstGeom prst="round2SameRect">
            <a:avLst>
              <a:gd name="adj1" fmla="val 38808"/>
              <a:gd name="adj2" fmla="val 0"/>
            </a:avLst>
          </a:prstGeom>
          <a:solidFill>
            <a:schemeClr val="accent1"/>
          </a:solidFill>
          <a:ln>
            <a:noFill/>
          </a:ln>
        </p:spPr>
        <p:txBody>
          <a:bodyPr lIns="91428" tIns="45715" rIns="91428" bIns="45715" anchor="ctr"/>
          <a:lstStyle/>
          <a:p>
            <a:pPr algn="ctr" defTabSz="623853">
              <a:lnSpc>
                <a:spcPts val="1100"/>
              </a:lnSpc>
              <a:buClr>
                <a:srgbClr val="000000"/>
              </a:buClr>
              <a:defRPr/>
            </a:pPr>
            <a:r>
              <a:rPr lang="en-US" sz="1200" b="1" dirty="0">
                <a:solidFill>
                  <a:schemeClr val="bg1"/>
                </a:solidFill>
                <a:cs typeface="Times New Roman" pitchFamily="18" charset="0"/>
              </a:rPr>
              <a:t>Broken products</a:t>
            </a:r>
          </a:p>
        </p:txBody>
      </p:sp>
      <p:sp>
        <p:nvSpPr>
          <p:cNvPr id="78" name="Rectangle 22">
            <a:extLst>
              <a:ext uri="{FF2B5EF4-FFF2-40B4-BE49-F238E27FC236}">
                <a16:creationId xmlns:a16="http://schemas.microsoft.com/office/drawing/2014/main" id="{0182F710-4681-019B-6C3B-BAFD96791A3E}"/>
              </a:ext>
            </a:extLst>
          </p:cNvPr>
          <p:cNvSpPr>
            <a:spLocks/>
          </p:cNvSpPr>
          <p:nvPr/>
        </p:nvSpPr>
        <p:spPr bwMode="auto">
          <a:xfrm>
            <a:off x="9332806" y="4216916"/>
            <a:ext cx="1346197" cy="400845"/>
          </a:xfrm>
          <a:custGeom>
            <a:avLst/>
            <a:gdLst>
              <a:gd name="T0" fmla="*/ 11875 w 1315785"/>
              <a:gd name="T1" fmla="*/ 0 h 391885"/>
              <a:gd name="T2" fmla="*/ 1292035 w 1315785"/>
              <a:gd name="T3" fmla="*/ 0 h 391885"/>
              <a:gd name="T4" fmla="*/ 1315785 w 1315785"/>
              <a:gd name="T5" fmla="*/ 317761 h 391885"/>
              <a:gd name="T6" fmla="*/ 666997 w 1315785"/>
              <a:gd name="T7" fmla="*/ 391885 h 391885"/>
              <a:gd name="T8" fmla="*/ 0 w 1315785"/>
              <a:gd name="T9" fmla="*/ 317761 h 391885"/>
              <a:gd name="T10" fmla="*/ 11875 w 1315785"/>
              <a:gd name="T11" fmla="*/ 0 h 3918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15785" h="391885">
                <a:moveTo>
                  <a:pt x="11875" y="0"/>
                </a:moveTo>
                <a:lnTo>
                  <a:pt x="1292035" y="0"/>
                </a:lnTo>
                <a:lnTo>
                  <a:pt x="1315785" y="317761"/>
                </a:lnTo>
                <a:cubicBezTo>
                  <a:pt x="1209633" y="375158"/>
                  <a:pt x="886294" y="391885"/>
                  <a:pt x="666997" y="391885"/>
                </a:cubicBezTo>
                <a:cubicBezTo>
                  <a:pt x="447700" y="391885"/>
                  <a:pt x="107208" y="375158"/>
                  <a:pt x="0" y="317761"/>
                </a:cubicBezTo>
                <a:lnTo>
                  <a:pt x="11875" y="0"/>
                </a:lnTo>
                <a:close/>
              </a:path>
            </a:pathLst>
          </a:custGeom>
          <a:solidFill>
            <a:srgbClr val="F2F2F2">
              <a:alpha val="47842"/>
            </a:srgbClr>
          </a:solidFill>
          <a:ln>
            <a:noFill/>
          </a:ln>
          <a:extLst>
            <a:ext uri="{91240B29-F687-4F45-9708-019B960494DF}">
              <a14:hiddenLine xmlns:a14="http://schemas.microsoft.com/office/drawing/2010/main" w="9525">
                <a:solidFill>
                  <a:srgbClr val="000000"/>
                </a:solidFill>
                <a:round/>
                <a:headEnd/>
                <a:tailEnd/>
              </a14:hiddenLine>
            </a:ext>
          </a:extLst>
        </p:spPr>
        <p:txBody>
          <a:bodyPr lIns="91428" tIns="45715" rIns="91428" bIns="45715" anchor="ctr"/>
          <a:lstStyle/>
          <a:p>
            <a:endParaRPr lang="en-US" dirty="0"/>
          </a:p>
        </p:txBody>
      </p:sp>
      <p:sp>
        <p:nvSpPr>
          <p:cNvPr id="79" name="Rounded Rectangle 100">
            <a:extLst>
              <a:ext uri="{FF2B5EF4-FFF2-40B4-BE49-F238E27FC236}">
                <a16:creationId xmlns:a16="http://schemas.microsoft.com/office/drawing/2014/main" id="{212B9902-DD1F-2DD8-3B99-1AACA61CC8AA}"/>
              </a:ext>
            </a:extLst>
          </p:cNvPr>
          <p:cNvSpPr/>
          <p:nvPr/>
        </p:nvSpPr>
        <p:spPr bwMode="auto">
          <a:xfrm>
            <a:off x="9344955" y="3882676"/>
            <a:ext cx="1309749" cy="1344275"/>
          </a:xfrm>
          <a:prstGeom prst="roundRect">
            <a:avLst/>
          </a:prstGeom>
          <a:solidFill>
            <a:schemeClr val="bg1">
              <a:lumMod val="95000"/>
            </a:schemeClr>
          </a:solidFill>
          <a:ln>
            <a:noFill/>
          </a:ln>
        </p:spPr>
        <p:txBody>
          <a:bodyPr lIns="91428" tIns="182880" rIns="91428" bIns="0" anchor="ctr"/>
          <a:lstStyle/>
          <a:p>
            <a:pPr algn="ctr" defTabSz="623853">
              <a:lnSpc>
                <a:spcPts val="1100"/>
              </a:lnSpc>
              <a:buClr>
                <a:srgbClr val="000000"/>
              </a:buClr>
              <a:defRPr/>
            </a:pPr>
            <a:endParaRPr lang="en-US" sz="3600" dirty="0">
              <a:solidFill>
                <a:srgbClr val="0C2870"/>
              </a:solidFill>
              <a:cs typeface="Times New Roman" pitchFamily="18" charset="0"/>
            </a:endParaRPr>
          </a:p>
        </p:txBody>
      </p:sp>
      <p:sp>
        <p:nvSpPr>
          <p:cNvPr id="80" name="Round Same Side Corner Rectangle 102">
            <a:extLst>
              <a:ext uri="{FF2B5EF4-FFF2-40B4-BE49-F238E27FC236}">
                <a16:creationId xmlns:a16="http://schemas.microsoft.com/office/drawing/2014/main" id="{B12CD8A6-DA83-3928-FB2F-FBE095225D99}"/>
              </a:ext>
            </a:extLst>
          </p:cNvPr>
          <p:cNvSpPr/>
          <p:nvPr/>
        </p:nvSpPr>
        <p:spPr bwMode="auto">
          <a:xfrm>
            <a:off x="9344956" y="3790367"/>
            <a:ext cx="1309749" cy="426550"/>
          </a:xfrm>
          <a:prstGeom prst="round2SameRect">
            <a:avLst>
              <a:gd name="adj1" fmla="val 38808"/>
              <a:gd name="adj2" fmla="val 0"/>
            </a:avLst>
          </a:prstGeom>
          <a:solidFill>
            <a:schemeClr val="accent1"/>
          </a:solidFill>
          <a:ln>
            <a:noFill/>
          </a:ln>
        </p:spPr>
        <p:txBody>
          <a:bodyPr lIns="91428" tIns="45715" rIns="91428" bIns="45715" anchor="ctr"/>
          <a:lstStyle/>
          <a:p>
            <a:pPr algn="ctr" defTabSz="623853">
              <a:lnSpc>
                <a:spcPts val="1100"/>
              </a:lnSpc>
              <a:buClr>
                <a:srgbClr val="000000"/>
              </a:buClr>
              <a:defRPr/>
            </a:pPr>
            <a:r>
              <a:rPr lang="en-US" sz="1200" b="1" dirty="0">
                <a:solidFill>
                  <a:schemeClr val="bg1"/>
                </a:solidFill>
                <a:cs typeface="Times New Roman" pitchFamily="18" charset="0"/>
              </a:rPr>
              <a:t>Cost</a:t>
            </a:r>
          </a:p>
        </p:txBody>
      </p:sp>
      <p:sp>
        <p:nvSpPr>
          <p:cNvPr id="82" name="TextBox 81">
            <a:extLst>
              <a:ext uri="{FF2B5EF4-FFF2-40B4-BE49-F238E27FC236}">
                <a16:creationId xmlns:a16="http://schemas.microsoft.com/office/drawing/2014/main" id="{6900AB50-4766-0129-050C-CFC299031C10}"/>
              </a:ext>
            </a:extLst>
          </p:cNvPr>
          <p:cNvSpPr txBox="1"/>
          <p:nvPr/>
        </p:nvSpPr>
        <p:spPr>
          <a:xfrm>
            <a:off x="2037243" y="4385993"/>
            <a:ext cx="296283" cy="584775"/>
          </a:xfrm>
          <a:prstGeom prst="rect">
            <a:avLst/>
          </a:prstGeom>
          <a:noFill/>
        </p:spPr>
        <p:txBody>
          <a:bodyPr wrap="square" rtlCol="0">
            <a:spAutoFit/>
          </a:bodyPr>
          <a:lstStyle/>
          <a:p>
            <a:pPr algn="ctr"/>
            <a:r>
              <a:rPr lang="en-US" sz="3200" b="1" dirty="0"/>
              <a:t>8</a:t>
            </a:r>
          </a:p>
        </p:txBody>
      </p:sp>
      <p:sp>
        <p:nvSpPr>
          <p:cNvPr id="83" name="TextBox 82">
            <a:extLst>
              <a:ext uri="{FF2B5EF4-FFF2-40B4-BE49-F238E27FC236}">
                <a16:creationId xmlns:a16="http://schemas.microsoft.com/office/drawing/2014/main" id="{343A7512-FF97-6332-B011-ADC41AA99740}"/>
              </a:ext>
            </a:extLst>
          </p:cNvPr>
          <p:cNvSpPr txBox="1"/>
          <p:nvPr/>
        </p:nvSpPr>
        <p:spPr>
          <a:xfrm>
            <a:off x="3432013" y="4385993"/>
            <a:ext cx="1117127" cy="584775"/>
          </a:xfrm>
          <a:prstGeom prst="rect">
            <a:avLst/>
          </a:prstGeom>
          <a:noFill/>
        </p:spPr>
        <p:txBody>
          <a:bodyPr wrap="square" rtlCol="0">
            <a:spAutoFit/>
          </a:bodyPr>
          <a:lstStyle/>
          <a:p>
            <a:pPr algn="ctr"/>
            <a:r>
              <a:rPr lang="en-US" sz="3200" b="1" dirty="0"/>
              <a:t>$80k</a:t>
            </a:r>
          </a:p>
        </p:txBody>
      </p:sp>
      <p:sp>
        <p:nvSpPr>
          <p:cNvPr id="84" name="TextBox 83">
            <a:extLst>
              <a:ext uri="{FF2B5EF4-FFF2-40B4-BE49-F238E27FC236}">
                <a16:creationId xmlns:a16="http://schemas.microsoft.com/office/drawing/2014/main" id="{E31A9346-C5FD-1AC6-787E-22DFAE70D3D3}"/>
              </a:ext>
            </a:extLst>
          </p:cNvPr>
          <p:cNvSpPr txBox="1"/>
          <p:nvPr/>
        </p:nvSpPr>
        <p:spPr>
          <a:xfrm>
            <a:off x="8037146" y="4385993"/>
            <a:ext cx="296283" cy="584775"/>
          </a:xfrm>
          <a:prstGeom prst="rect">
            <a:avLst/>
          </a:prstGeom>
          <a:noFill/>
        </p:spPr>
        <p:txBody>
          <a:bodyPr wrap="square" rtlCol="0">
            <a:spAutoFit/>
          </a:bodyPr>
          <a:lstStyle/>
          <a:p>
            <a:pPr algn="ctr"/>
            <a:r>
              <a:rPr lang="en-US" sz="3200" b="1" dirty="0"/>
              <a:t>1</a:t>
            </a:r>
          </a:p>
        </p:txBody>
      </p:sp>
      <p:sp>
        <p:nvSpPr>
          <p:cNvPr id="85" name="TextBox 84">
            <a:extLst>
              <a:ext uri="{FF2B5EF4-FFF2-40B4-BE49-F238E27FC236}">
                <a16:creationId xmlns:a16="http://schemas.microsoft.com/office/drawing/2014/main" id="{540E895C-8B03-CE9B-9ACE-DEB743303CF6}"/>
              </a:ext>
            </a:extLst>
          </p:cNvPr>
          <p:cNvSpPr txBox="1"/>
          <p:nvPr/>
        </p:nvSpPr>
        <p:spPr>
          <a:xfrm>
            <a:off x="9369254" y="4385993"/>
            <a:ext cx="1282157" cy="584775"/>
          </a:xfrm>
          <a:prstGeom prst="rect">
            <a:avLst/>
          </a:prstGeom>
          <a:noFill/>
        </p:spPr>
        <p:txBody>
          <a:bodyPr wrap="square" rtlCol="0">
            <a:spAutoFit/>
          </a:bodyPr>
          <a:lstStyle/>
          <a:p>
            <a:pPr algn="ctr"/>
            <a:r>
              <a:rPr lang="en-US" sz="3200" b="1" dirty="0"/>
              <a:t>$10k</a:t>
            </a:r>
          </a:p>
        </p:txBody>
      </p:sp>
      <p:sp>
        <p:nvSpPr>
          <p:cNvPr id="10" name="Rectangle 9">
            <a:extLst>
              <a:ext uri="{FF2B5EF4-FFF2-40B4-BE49-F238E27FC236}">
                <a16:creationId xmlns:a16="http://schemas.microsoft.com/office/drawing/2014/main" id="{A4E29EEE-C6A5-DDA5-4A1B-321203FB36EC}"/>
              </a:ext>
            </a:extLst>
          </p:cNvPr>
          <p:cNvSpPr/>
          <p:nvPr>
            <p:custDataLst>
              <p:tags r:id="rId2"/>
            </p:custDataLst>
          </p:nvPr>
        </p:nvSpPr>
        <p:spPr>
          <a:xfrm>
            <a:off x="10423524" y="-5784"/>
            <a:ext cx="1768476" cy="3651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bg1"/>
                </a:solidFill>
              </a:rPr>
              <a:t>Real-life example </a:t>
            </a:r>
          </a:p>
        </p:txBody>
      </p:sp>
      <p:sp>
        <p:nvSpPr>
          <p:cNvPr id="11" name="Footer Placeholder 10">
            <a:extLst>
              <a:ext uri="{FF2B5EF4-FFF2-40B4-BE49-F238E27FC236}">
                <a16:creationId xmlns:a16="http://schemas.microsoft.com/office/drawing/2014/main" id="{AF49C0AE-3D74-0EAB-EFEF-5B5BFD720243}"/>
              </a:ext>
            </a:extLst>
          </p:cNvPr>
          <p:cNvSpPr>
            <a:spLocks noGrp="1"/>
          </p:cNvSpPr>
          <p:nvPr>
            <p:ph type="ftr" sz="quarter" idx="3"/>
          </p:nvPr>
        </p:nvSpPr>
        <p:spPr/>
        <p:txBody>
          <a:bodyPr/>
          <a:lstStyle/>
          <a:p>
            <a:r>
              <a:rPr lang="en-US"/>
              <a:t>Domont Consulting</a:t>
            </a:r>
            <a:endParaRPr lang="en-US" dirty="0"/>
          </a:p>
        </p:txBody>
      </p:sp>
      <p:sp>
        <p:nvSpPr>
          <p:cNvPr id="12" name="Slide Number Placeholder 11">
            <a:extLst>
              <a:ext uri="{FF2B5EF4-FFF2-40B4-BE49-F238E27FC236}">
                <a16:creationId xmlns:a16="http://schemas.microsoft.com/office/drawing/2014/main" id="{C1461626-B6AE-1276-7654-1147AC8B143A}"/>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2143814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0287113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solidFill>
                  <a:schemeClr val="accent2"/>
                </a:solidFill>
              </a:rPr>
              <a:t>Lean Six Sigma benefit #3: </a:t>
            </a:r>
            <a:r>
              <a:rPr lang="en-US" sz="2400" kern="0" dirty="0"/>
              <a:t>Lean Six Sigma increases revenue</a:t>
            </a:r>
          </a:p>
        </p:txBody>
      </p:sp>
      <p:sp>
        <p:nvSpPr>
          <p:cNvPr id="2" name="Rectangle 1">
            <a:extLst>
              <a:ext uri="{FF2B5EF4-FFF2-40B4-BE49-F238E27FC236}">
                <a16:creationId xmlns:a16="http://schemas.microsoft.com/office/drawing/2014/main" id="{9849B70E-DDB5-32F6-D3D2-1D735E44F615}"/>
              </a:ext>
            </a:extLst>
          </p:cNvPr>
          <p:cNvSpPr/>
          <p:nvPr/>
        </p:nvSpPr>
        <p:spPr>
          <a:xfrm>
            <a:off x="620279" y="2703250"/>
            <a:ext cx="4995352" cy="2966264"/>
          </a:xfrm>
          <a:prstGeom prst="rect">
            <a:avLst/>
          </a:prstGeom>
          <a:noFill/>
          <a:ln w="6350">
            <a:solidFill>
              <a:schemeClr val="accent5"/>
            </a:solidFill>
          </a:ln>
          <a:effectLst/>
          <a:scene3d>
            <a:camera prst="orthographicFront"/>
            <a:lightRig rig="balanced" dir="t"/>
          </a:scene3d>
          <a:sp3d extrusionH="317500" prstMaterial="matte"/>
        </p:spPr>
        <p:style>
          <a:lnRef idx="2">
            <a:schemeClr val="accent1">
              <a:shade val="50000"/>
            </a:schemeClr>
          </a:lnRef>
          <a:fillRef idx="1">
            <a:schemeClr val="accent1"/>
          </a:fillRef>
          <a:effectRef idx="0">
            <a:schemeClr val="accent1"/>
          </a:effectRef>
          <a:fontRef idx="minor">
            <a:schemeClr val="lt1"/>
          </a:fontRef>
        </p:style>
        <p:txBody>
          <a:bodyPr tIns="182880" anchor="ctr"/>
          <a:lstStyle/>
          <a:p>
            <a:r>
              <a:rPr lang="en-US" sz="1600" dirty="0">
                <a:solidFill>
                  <a:schemeClr val="tx1"/>
                </a:solidFill>
              </a:rPr>
              <a:t>A sales representative was focusing 20% of his time on administrative tasks and 80% of his time on selling products</a:t>
            </a:r>
          </a:p>
        </p:txBody>
      </p:sp>
      <p:sp>
        <p:nvSpPr>
          <p:cNvPr id="4" name="Rectangle 3">
            <a:extLst>
              <a:ext uri="{FF2B5EF4-FFF2-40B4-BE49-F238E27FC236}">
                <a16:creationId xmlns:a16="http://schemas.microsoft.com/office/drawing/2014/main" id="{37C66665-6B78-DA6C-82E3-CB88EA65E3A9}"/>
              </a:ext>
            </a:extLst>
          </p:cNvPr>
          <p:cNvSpPr/>
          <p:nvPr/>
        </p:nvSpPr>
        <p:spPr>
          <a:xfrm>
            <a:off x="6591811" y="2703250"/>
            <a:ext cx="4995352" cy="2966264"/>
          </a:xfrm>
          <a:prstGeom prst="rect">
            <a:avLst/>
          </a:prstGeom>
          <a:noFill/>
          <a:ln w="6350">
            <a:solidFill>
              <a:schemeClr val="accent3"/>
            </a:solidFill>
          </a:ln>
          <a:effectLst/>
          <a:scene3d>
            <a:camera prst="orthographicFront"/>
            <a:lightRig rig="balanced" dir="t"/>
          </a:scene3d>
          <a:sp3d extrusionH="317500" prstMaterial="matte"/>
        </p:spPr>
        <p:style>
          <a:lnRef idx="2">
            <a:schemeClr val="accent1">
              <a:shade val="50000"/>
            </a:schemeClr>
          </a:lnRef>
          <a:fillRef idx="1">
            <a:schemeClr val="accent1"/>
          </a:fillRef>
          <a:effectRef idx="0">
            <a:schemeClr val="accent1"/>
          </a:effectRef>
          <a:fontRef idx="minor">
            <a:schemeClr val="lt1"/>
          </a:fontRef>
        </p:style>
        <p:txBody>
          <a:bodyPr tIns="182880" anchor="ctr"/>
          <a:lstStyle/>
          <a:p>
            <a:pPr fontAlgn="auto">
              <a:spcBef>
                <a:spcPts val="0"/>
              </a:spcBef>
              <a:spcAft>
                <a:spcPts val="0"/>
              </a:spcAft>
              <a:defRPr/>
            </a:pPr>
            <a:r>
              <a:rPr lang="en-US" sz="1600" dirty="0">
                <a:solidFill>
                  <a:schemeClr val="tx1"/>
                </a:solidFill>
              </a:rPr>
              <a:t>The process improvement allowed the sales representative to focus only 10% of his time on administrative tasks and 90% of his time on selling products</a:t>
            </a:r>
          </a:p>
        </p:txBody>
      </p:sp>
      <p:sp>
        <p:nvSpPr>
          <p:cNvPr id="5" name="Striped Right Arrow 16">
            <a:extLst>
              <a:ext uri="{FF2B5EF4-FFF2-40B4-BE49-F238E27FC236}">
                <a16:creationId xmlns:a16="http://schemas.microsoft.com/office/drawing/2014/main" id="{7BF63F2E-638B-0AEF-E62A-A74C5D6F4F2A}"/>
              </a:ext>
            </a:extLst>
          </p:cNvPr>
          <p:cNvSpPr/>
          <p:nvPr/>
        </p:nvSpPr>
        <p:spPr bwMode="auto">
          <a:xfrm>
            <a:off x="5939627" y="3921014"/>
            <a:ext cx="328188" cy="530736"/>
          </a:xfrm>
          <a:prstGeom prst="chevron">
            <a:avLst/>
          </a:prstGeom>
          <a:solidFill>
            <a:schemeClr val="tx1"/>
          </a:solidFill>
          <a:ln>
            <a:noFill/>
          </a:ln>
        </p:spPr>
        <p:txBody>
          <a:bodyPr wrap="square" lIns="91428" tIns="45715" rIns="91428" bIns="45715" rtlCol="0" anchor="ctr">
            <a:noAutofit/>
          </a:bodyPr>
          <a:lstStyle/>
          <a:p>
            <a:pPr marL="182553" indent="-182553" algn="just" defTabSz="623853" fontAlgn="base">
              <a:lnSpc>
                <a:spcPts val="1100"/>
              </a:lnSpc>
              <a:spcBef>
                <a:spcPct val="0"/>
              </a:spcBef>
              <a:spcAft>
                <a:spcPct val="0"/>
              </a:spcAft>
              <a:buClr>
                <a:srgbClr val="000000"/>
              </a:buClr>
              <a:buFont typeface="Wingdings 3" pitchFamily="18" charset="2"/>
              <a:buChar char="}"/>
            </a:pPr>
            <a:endParaRPr lang="en-US" sz="1200" dirty="0">
              <a:solidFill>
                <a:srgbClr val="0C2870"/>
              </a:solidFill>
              <a:cs typeface="Times New Roman" pitchFamily="18" charset="0"/>
            </a:endParaRPr>
          </a:p>
        </p:txBody>
      </p:sp>
      <p:sp>
        <p:nvSpPr>
          <p:cNvPr id="6" name="TextBox 5">
            <a:extLst>
              <a:ext uri="{FF2B5EF4-FFF2-40B4-BE49-F238E27FC236}">
                <a16:creationId xmlns:a16="http://schemas.microsoft.com/office/drawing/2014/main" id="{83D7E5FC-8C8B-1976-B740-C988F9FC7767}"/>
              </a:ext>
            </a:extLst>
          </p:cNvPr>
          <p:cNvSpPr txBox="1"/>
          <p:nvPr/>
        </p:nvSpPr>
        <p:spPr>
          <a:xfrm>
            <a:off x="1506511" y="1994827"/>
            <a:ext cx="3222889" cy="646331"/>
          </a:xfrm>
          <a:prstGeom prst="rect">
            <a:avLst/>
          </a:prstGeom>
          <a:noFill/>
        </p:spPr>
        <p:txBody>
          <a:bodyPr wrap="square" rtlCol="0">
            <a:spAutoFit/>
          </a:bodyPr>
          <a:lstStyle/>
          <a:p>
            <a:pPr algn="ctr"/>
            <a:r>
              <a:rPr lang="en-US" b="1" dirty="0"/>
              <a:t>Before </a:t>
            </a:r>
          </a:p>
          <a:p>
            <a:pPr algn="ctr"/>
            <a:r>
              <a:rPr lang="en-US" dirty="0"/>
              <a:t>implementing Lean Six Sigma</a:t>
            </a:r>
          </a:p>
        </p:txBody>
      </p:sp>
      <p:sp>
        <p:nvSpPr>
          <p:cNvPr id="7" name="TextBox 6">
            <a:extLst>
              <a:ext uri="{FF2B5EF4-FFF2-40B4-BE49-F238E27FC236}">
                <a16:creationId xmlns:a16="http://schemas.microsoft.com/office/drawing/2014/main" id="{23CCD1CE-B6EC-4171-8925-AD8FB7CDEDB5}"/>
              </a:ext>
            </a:extLst>
          </p:cNvPr>
          <p:cNvSpPr txBox="1"/>
          <p:nvPr/>
        </p:nvSpPr>
        <p:spPr>
          <a:xfrm>
            <a:off x="7478043" y="1994827"/>
            <a:ext cx="3222889" cy="646331"/>
          </a:xfrm>
          <a:prstGeom prst="rect">
            <a:avLst/>
          </a:prstGeom>
          <a:noFill/>
        </p:spPr>
        <p:txBody>
          <a:bodyPr wrap="square" rtlCol="0">
            <a:spAutoFit/>
          </a:bodyPr>
          <a:lstStyle/>
          <a:p>
            <a:pPr algn="ctr"/>
            <a:r>
              <a:rPr lang="en-US" b="1" dirty="0"/>
              <a:t>After </a:t>
            </a:r>
          </a:p>
          <a:p>
            <a:pPr algn="ctr"/>
            <a:r>
              <a:rPr lang="en-US" dirty="0"/>
              <a:t>implementing Lean Six Sigma</a:t>
            </a:r>
          </a:p>
        </p:txBody>
      </p:sp>
      <p:sp>
        <p:nvSpPr>
          <p:cNvPr id="8" name="TextBox 7">
            <a:extLst>
              <a:ext uri="{FF2B5EF4-FFF2-40B4-BE49-F238E27FC236}">
                <a16:creationId xmlns:a16="http://schemas.microsoft.com/office/drawing/2014/main" id="{F7BB747F-3E75-9857-829B-E11C4D1A21DC}"/>
              </a:ext>
            </a:extLst>
          </p:cNvPr>
          <p:cNvSpPr txBox="1"/>
          <p:nvPr/>
        </p:nvSpPr>
        <p:spPr>
          <a:xfrm>
            <a:off x="514115" y="6234476"/>
            <a:ext cx="9795745" cy="276999"/>
          </a:xfrm>
          <a:prstGeom prst="rect">
            <a:avLst/>
          </a:prstGeom>
          <a:noFill/>
        </p:spPr>
        <p:txBody>
          <a:bodyPr wrap="square" rtlCol="0">
            <a:spAutoFit/>
          </a:bodyPr>
          <a:lstStyle/>
          <a:p>
            <a:r>
              <a:rPr lang="en-US" sz="1200" b="1" dirty="0">
                <a:solidFill>
                  <a:schemeClr val="tx2"/>
                </a:solidFill>
              </a:rPr>
              <a:t>Other examples: </a:t>
            </a:r>
            <a:r>
              <a:rPr lang="en-US" sz="1200" dirty="0">
                <a:solidFill>
                  <a:schemeClr val="tx2"/>
                </a:solidFill>
              </a:rPr>
              <a:t>Implementing Lean Six Sigma can also help to improve product quality, on-time delivery and customer satisfaction</a:t>
            </a:r>
          </a:p>
        </p:txBody>
      </p:sp>
      <p:sp>
        <p:nvSpPr>
          <p:cNvPr id="9" name="Rectangle 8">
            <a:extLst>
              <a:ext uri="{FF2B5EF4-FFF2-40B4-BE49-F238E27FC236}">
                <a16:creationId xmlns:a16="http://schemas.microsoft.com/office/drawing/2014/main" id="{8C61390B-CA22-317B-A0A2-8DFBE2336485}"/>
              </a:ext>
            </a:extLst>
          </p:cNvPr>
          <p:cNvSpPr/>
          <p:nvPr>
            <p:custDataLst>
              <p:tags r:id="rId2"/>
            </p:custDataLst>
          </p:nvPr>
        </p:nvSpPr>
        <p:spPr>
          <a:xfrm>
            <a:off x="10423524" y="-5784"/>
            <a:ext cx="1768476" cy="3651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1400" dirty="0">
                <a:solidFill>
                  <a:schemeClr val="bg1"/>
                </a:solidFill>
              </a:rPr>
              <a:t>Real-life example </a:t>
            </a:r>
          </a:p>
        </p:txBody>
      </p:sp>
      <p:sp>
        <p:nvSpPr>
          <p:cNvPr id="10" name="Footer Placeholder 9">
            <a:extLst>
              <a:ext uri="{FF2B5EF4-FFF2-40B4-BE49-F238E27FC236}">
                <a16:creationId xmlns:a16="http://schemas.microsoft.com/office/drawing/2014/main" id="{F0351C4C-E1E6-B3A9-32C5-7E4BDDBD5EB6}"/>
              </a:ext>
            </a:extLst>
          </p:cNvPr>
          <p:cNvSpPr>
            <a:spLocks noGrp="1"/>
          </p:cNvSpPr>
          <p:nvPr>
            <p:ph type="ftr" sz="quarter" idx="3"/>
          </p:nvPr>
        </p:nvSpPr>
        <p:spPr/>
        <p:txBody>
          <a:bodyPr/>
          <a:lstStyle/>
          <a:p>
            <a:r>
              <a:rPr lang="en-US"/>
              <a:t>Domont Consulting</a:t>
            </a:r>
            <a:endParaRPr lang="en-US" dirty="0"/>
          </a:p>
        </p:txBody>
      </p:sp>
      <p:sp>
        <p:nvSpPr>
          <p:cNvPr id="11" name="Slide Number Placeholder 10">
            <a:extLst>
              <a:ext uri="{FF2B5EF4-FFF2-40B4-BE49-F238E27FC236}">
                <a16:creationId xmlns:a16="http://schemas.microsoft.com/office/drawing/2014/main" id="{69926257-2E69-69BF-B7B6-B38040EEAF9D}"/>
              </a:ext>
            </a:extLst>
          </p:cNvPr>
          <p:cNvSpPr>
            <a:spLocks noGrp="1"/>
          </p:cNvSpPr>
          <p:nvPr>
            <p:ph type="sldNum" sz="quarter" idx="4"/>
          </p:nvPr>
        </p:nvSpPr>
        <p:spPr/>
        <p:txBody>
          <a:bodyPr/>
          <a:lstStyle/>
          <a:p>
            <a:fld id="{37F5C94B-8C55-478B-B509-BAE6A06B2E2A}" type="slidenum">
              <a:rPr lang="en-US" smtClean="0"/>
              <a:pPr/>
              <a:t>20</a:t>
            </a:fld>
            <a:endParaRPr lang="en-US" dirty="0"/>
          </a:p>
        </p:txBody>
      </p:sp>
    </p:spTree>
    <p:extLst>
      <p:ext uri="{BB962C8B-B14F-4D97-AF65-F5344CB8AC3E}">
        <p14:creationId xmlns:p14="http://schemas.microsoft.com/office/powerpoint/2010/main" val="3797072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ounded Rectangle 33">
            <a:extLst>
              <a:ext uri="{FF2B5EF4-FFF2-40B4-BE49-F238E27FC236}">
                <a16:creationId xmlns:a16="http://schemas.microsoft.com/office/drawing/2014/main" id="{0B0D84CD-EC6B-F85B-C30F-C169E1AB02C2}"/>
              </a:ext>
            </a:extLst>
          </p:cNvPr>
          <p:cNvSpPr/>
          <p:nvPr/>
        </p:nvSpPr>
        <p:spPr bwMode="auto">
          <a:xfrm>
            <a:off x="3195367" y="3144290"/>
            <a:ext cx="3600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104" name="Rounded Rectangle 33">
            <a:extLst>
              <a:ext uri="{FF2B5EF4-FFF2-40B4-BE49-F238E27FC236}">
                <a16:creationId xmlns:a16="http://schemas.microsoft.com/office/drawing/2014/main" id="{0E2366D5-C5B7-2B5D-6B3F-F624FAD5E388}"/>
              </a:ext>
            </a:extLst>
          </p:cNvPr>
          <p:cNvSpPr/>
          <p:nvPr/>
        </p:nvSpPr>
        <p:spPr bwMode="auto">
          <a:xfrm>
            <a:off x="3195367" y="2553344"/>
            <a:ext cx="2088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112" name="Rounded Rectangle 33">
            <a:extLst>
              <a:ext uri="{FF2B5EF4-FFF2-40B4-BE49-F238E27FC236}">
                <a16:creationId xmlns:a16="http://schemas.microsoft.com/office/drawing/2014/main" id="{825769D9-102B-FBE5-7CC9-6FC65B33594F}"/>
              </a:ext>
            </a:extLst>
          </p:cNvPr>
          <p:cNvSpPr/>
          <p:nvPr/>
        </p:nvSpPr>
        <p:spPr bwMode="auto">
          <a:xfrm>
            <a:off x="5284057" y="3701351"/>
            <a:ext cx="3600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120" name="Rounded Rectangle 33">
            <a:extLst>
              <a:ext uri="{FF2B5EF4-FFF2-40B4-BE49-F238E27FC236}">
                <a16:creationId xmlns:a16="http://schemas.microsoft.com/office/drawing/2014/main" id="{3AF00E51-103C-6BEA-9173-F2DD80A5FEE9}"/>
              </a:ext>
            </a:extLst>
          </p:cNvPr>
          <p:cNvSpPr/>
          <p:nvPr/>
        </p:nvSpPr>
        <p:spPr bwMode="auto">
          <a:xfrm>
            <a:off x="4841295" y="4295300"/>
            <a:ext cx="3024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136" name="Rounded Rectangle 33">
            <a:extLst>
              <a:ext uri="{FF2B5EF4-FFF2-40B4-BE49-F238E27FC236}">
                <a16:creationId xmlns:a16="http://schemas.microsoft.com/office/drawing/2014/main" id="{AE5590CA-3628-549D-576F-0A7862BA9597}"/>
              </a:ext>
            </a:extLst>
          </p:cNvPr>
          <p:cNvSpPr/>
          <p:nvPr/>
        </p:nvSpPr>
        <p:spPr bwMode="auto">
          <a:xfrm>
            <a:off x="2906611" y="4898179"/>
            <a:ext cx="2088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144" name="Rounded Rectangle 33">
            <a:extLst>
              <a:ext uri="{FF2B5EF4-FFF2-40B4-BE49-F238E27FC236}">
                <a16:creationId xmlns:a16="http://schemas.microsoft.com/office/drawing/2014/main" id="{BBDB61CE-FEBC-BB80-96C5-434DD46BCCE5}"/>
              </a:ext>
            </a:extLst>
          </p:cNvPr>
          <p:cNvSpPr/>
          <p:nvPr/>
        </p:nvSpPr>
        <p:spPr bwMode="auto">
          <a:xfrm>
            <a:off x="4841295" y="5496931"/>
            <a:ext cx="3024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152" name="Rounded Rectangle 33">
            <a:extLst>
              <a:ext uri="{FF2B5EF4-FFF2-40B4-BE49-F238E27FC236}">
                <a16:creationId xmlns:a16="http://schemas.microsoft.com/office/drawing/2014/main" id="{D7D8B940-BFDC-774B-D952-77502C7B1098}"/>
              </a:ext>
            </a:extLst>
          </p:cNvPr>
          <p:cNvSpPr/>
          <p:nvPr/>
        </p:nvSpPr>
        <p:spPr bwMode="auto">
          <a:xfrm>
            <a:off x="4937546" y="6075708"/>
            <a:ext cx="4176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72" name="Rounded Rectangle 33">
            <a:extLst>
              <a:ext uri="{FF2B5EF4-FFF2-40B4-BE49-F238E27FC236}">
                <a16:creationId xmlns:a16="http://schemas.microsoft.com/office/drawing/2014/main" id="{4680FE5F-07B7-6F48-3DBA-355F1B2E56DE}"/>
              </a:ext>
            </a:extLst>
          </p:cNvPr>
          <p:cNvSpPr/>
          <p:nvPr/>
        </p:nvSpPr>
        <p:spPr bwMode="auto">
          <a:xfrm>
            <a:off x="3195367" y="1959395"/>
            <a:ext cx="2088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222358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solidFill>
                  <a:schemeClr val="accent2"/>
                </a:solidFill>
              </a:rPr>
              <a:t>Benchmark savings: </a:t>
            </a:r>
            <a:r>
              <a:rPr lang="en-US" sz="2400" kern="0" dirty="0"/>
              <a:t>Typical improvement ranges in a manufacturing environment</a:t>
            </a:r>
            <a:endParaRPr lang="en-US" sz="2400" b="0" kern="0" dirty="0"/>
          </a:p>
        </p:txBody>
      </p:sp>
      <p:sp>
        <p:nvSpPr>
          <p:cNvPr id="10" name="Rounded Rectangle 33">
            <a:extLst>
              <a:ext uri="{FF2B5EF4-FFF2-40B4-BE49-F238E27FC236}">
                <a16:creationId xmlns:a16="http://schemas.microsoft.com/office/drawing/2014/main" id="{6C2281A0-ADAD-AAF4-EFE9-9C988EFDF70F}"/>
              </a:ext>
            </a:extLst>
          </p:cNvPr>
          <p:cNvSpPr/>
          <p:nvPr/>
        </p:nvSpPr>
        <p:spPr bwMode="auto">
          <a:xfrm>
            <a:off x="605790" y="3010222"/>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sz="1100" b="1" dirty="0">
                <a:cs typeface="Times New Roman" pitchFamily="18" charset="0"/>
              </a:rPr>
              <a:t>Raw Material</a:t>
            </a:r>
          </a:p>
        </p:txBody>
      </p:sp>
      <p:sp>
        <p:nvSpPr>
          <p:cNvPr id="11" name="Rounded Rectangle 38">
            <a:extLst>
              <a:ext uri="{FF2B5EF4-FFF2-40B4-BE49-F238E27FC236}">
                <a16:creationId xmlns:a16="http://schemas.microsoft.com/office/drawing/2014/main" id="{F14D0173-C479-3A5B-71FA-ADD0A1AB5573}"/>
              </a:ext>
            </a:extLst>
          </p:cNvPr>
          <p:cNvSpPr/>
          <p:nvPr/>
        </p:nvSpPr>
        <p:spPr bwMode="auto">
          <a:xfrm>
            <a:off x="605790" y="4186178"/>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sz="1100" b="1" dirty="0">
                <a:cs typeface="Times New Roman" pitchFamily="18" charset="0"/>
              </a:rPr>
              <a:t>Inventory</a:t>
            </a:r>
          </a:p>
        </p:txBody>
      </p:sp>
      <p:sp>
        <p:nvSpPr>
          <p:cNvPr id="12" name="Rounded Rectangle 42">
            <a:extLst>
              <a:ext uri="{FF2B5EF4-FFF2-40B4-BE49-F238E27FC236}">
                <a16:creationId xmlns:a16="http://schemas.microsoft.com/office/drawing/2014/main" id="{9D551F5F-B47D-3943-7D51-064A4E20C635}"/>
              </a:ext>
            </a:extLst>
          </p:cNvPr>
          <p:cNvSpPr/>
          <p:nvPr/>
        </p:nvSpPr>
        <p:spPr bwMode="auto">
          <a:xfrm>
            <a:off x="605790" y="4774156"/>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sz="1100" b="1" dirty="0">
                <a:cs typeface="Times New Roman" pitchFamily="18" charset="0"/>
              </a:rPr>
              <a:t>Supplier Cost </a:t>
            </a:r>
          </a:p>
        </p:txBody>
      </p:sp>
      <p:sp>
        <p:nvSpPr>
          <p:cNvPr id="14" name="Rounded Rectangle 46">
            <a:extLst>
              <a:ext uri="{FF2B5EF4-FFF2-40B4-BE49-F238E27FC236}">
                <a16:creationId xmlns:a16="http://schemas.microsoft.com/office/drawing/2014/main" id="{59BE0BD9-427D-0A85-ABD5-0C0F8A482D17}"/>
              </a:ext>
            </a:extLst>
          </p:cNvPr>
          <p:cNvSpPr/>
          <p:nvPr/>
        </p:nvSpPr>
        <p:spPr bwMode="auto">
          <a:xfrm>
            <a:off x="605790" y="5362134"/>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sz="1100" b="1" dirty="0">
                <a:cs typeface="Times New Roman" pitchFamily="18" charset="0"/>
              </a:rPr>
              <a:t>Floor Space</a:t>
            </a:r>
          </a:p>
        </p:txBody>
      </p:sp>
      <p:sp>
        <p:nvSpPr>
          <p:cNvPr id="15" name="Rounded Rectangle 50">
            <a:extLst>
              <a:ext uri="{FF2B5EF4-FFF2-40B4-BE49-F238E27FC236}">
                <a16:creationId xmlns:a16="http://schemas.microsoft.com/office/drawing/2014/main" id="{4DD46BFC-5F4C-375B-C11C-DC95EBC4B226}"/>
              </a:ext>
            </a:extLst>
          </p:cNvPr>
          <p:cNvSpPr/>
          <p:nvPr/>
        </p:nvSpPr>
        <p:spPr bwMode="auto">
          <a:xfrm>
            <a:off x="605790" y="5950109"/>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sz="1100" b="1" dirty="0">
                <a:cs typeface="Times New Roman" pitchFamily="18" charset="0"/>
              </a:rPr>
              <a:t>Cycle Time</a:t>
            </a:r>
          </a:p>
        </p:txBody>
      </p:sp>
      <p:sp>
        <p:nvSpPr>
          <p:cNvPr id="55" name="Rounded Rectangle 33">
            <a:extLst>
              <a:ext uri="{FF2B5EF4-FFF2-40B4-BE49-F238E27FC236}">
                <a16:creationId xmlns:a16="http://schemas.microsoft.com/office/drawing/2014/main" id="{0BD0611E-43A2-23F6-03D6-5348C74AC2A4}"/>
              </a:ext>
            </a:extLst>
          </p:cNvPr>
          <p:cNvSpPr/>
          <p:nvPr/>
        </p:nvSpPr>
        <p:spPr bwMode="auto">
          <a:xfrm>
            <a:off x="605790" y="2422244"/>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sz="1100" b="1" dirty="0">
                <a:cs typeface="Times New Roman" pitchFamily="18" charset="0"/>
              </a:rPr>
              <a:t>Support Labor</a:t>
            </a:r>
          </a:p>
        </p:txBody>
      </p:sp>
      <p:sp>
        <p:nvSpPr>
          <p:cNvPr id="56" name="Rounded Rectangle 38">
            <a:extLst>
              <a:ext uri="{FF2B5EF4-FFF2-40B4-BE49-F238E27FC236}">
                <a16:creationId xmlns:a16="http://schemas.microsoft.com/office/drawing/2014/main" id="{D001D9E3-BDE1-5107-8DD6-2BAE4E030BDF}"/>
              </a:ext>
            </a:extLst>
          </p:cNvPr>
          <p:cNvSpPr/>
          <p:nvPr/>
        </p:nvSpPr>
        <p:spPr bwMode="auto">
          <a:xfrm>
            <a:off x="605790" y="3598200"/>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sz="1100" b="1" dirty="0">
                <a:cs typeface="Times New Roman" pitchFamily="18" charset="0"/>
              </a:rPr>
              <a:t>Defects</a:t>
            </a:r>
          </a:p>
        </p:txBody>
      </p:sp>
      <p:sp>
        <p:nvSpPr>
          <p:cNvPr id="57" name="Rounded Rectangle 33">
            <a:extLst>
              <a:ext uri="{FF2B5EF4-FFF2-40B4-BE49-F238E27FC236}">
                <a16:creationId xmlns:a16="http://schemas.microsoft.com/office/drawing/2014/main" id="{37EAC3ED-AFC3-520C-12ED-14761F143C26}"/>
              </a:ext>
            </a:extLst>
          </p:cNvPr>
          <p:cNvSpPr/>
          <p:nvPr/>
        </p:nvSpPr>
        <p:spPr bwMode="auto">
          <a:xfrm>
            <a:off x="605790" y="1834266"/>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sz="1100" b="1" dirty="0">
                <a:cs typeface="Times New Roman" pitchFamily="18" charset="0"/>
              </a:rPr>
              <a:t>Direct Labor</a:t>
            </a:r>
          </a:p>
        </p:txBody>
      </p:sp>
      <p:grpSp>
        <p:nvGrpSpPr>
          <p:cNvPr id="66" name="Group 65">
            <a:extLst>
              <a:ext uri="{FF2B5EF4-FFF2-40B4-BE49-F238E27FC236}">
                <a16:creationId xmlns:a16="http://schemas.microsoft.com/office/drawing/2014/main" id="{2C528021-EBAB-3213-B731-CE785B3D1CFC}"/>
              </a:ext>
            </a:extLst>
          </p:cNvPr>
          <p:cNvGrpSpPr/>
          <p:nvPr/>
        </p:nvGrpSpPr>
        <p:grpSpPr>
          <a:xfrm>
            <a:off x="2800350" y="2011680"/>
            <a:ext cx="8378190" cy="182880"/>
            <a:chOff x="2800350" y="2011680"/>
            <a:chExt cx="8378190" cy="182880"/>
          </a:xfrm>
        </p:grpSpPr>
        <p:cxnSp>
          <p:nvCxnSpPr>
            <p:cNvPr id="59" name="Straight Connector 58">
              <a:extLst>
                <a:ext uri="{FF2B5EF4-FFF2-40B4-BE49-F238E27FC236}">
                  <a16:creationId xmlns:a16="http://schemas.microsoft.com/office/drawing/2014/main" id="{CA291FEA-EE73-62C2-0BC2-A70E5601750B}"/>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28DACF6-EAEE-DDD0-21F0-30911DF8CCF3}"/>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0335421-EBEF-22C8-7E5A-428C1FB8D8BA}"/>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8DE30A6-74C2-A8C5-2EAF-075F7E4C88EF}"/>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EEE67CA-588D-68EE-379F-709A066FF42D}"/>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6C99BF9-DE04-47EB-D171-31AA63A38EF1}"/>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67" name="TextBox 66">
            <a:extLst>
              <a:ext uri="{FF2B5EF4-FFF2-40B4-BE49-F238E27FC236}">
                <a16:creationId xmlns:a16="http://schemas.microsoft.com/office/drawing/2014/main" id="{CEBFA09D-DAEC-4B08-5584-384F6BE8067B}"/>
              </a:ext>
            </a:extLst>
          </p:cNvPr>
          <p:cNvSpPr txBox="1"/>
          <p:nvPr/>
        </p:nvSpPr>
        <p:spPr>
          <a:xfrm>
            <a:off x="2537885" y="1559291"/>
            <a:ext cx="571074" cy="276999"/>
          </a:xfrm>
          <a:prstGeom prst="rect">
            <a:avLst/>
          </a:prstGeom>
          <a:noFill/>
        </p:spPr>
        <p:txBody>
          <a:bodyPr wrap="square" rtlCol="0">
            <a:spAutoFit/>
          </a:bodyPr>
          <a:lstStyle/>
          <a:p>
            <a:pPr algn="ctr"/>
            <a:r>
              <a:rPr lang="en-US" sz="1200" b="1" dirty="0"/>
              <a:t>0%</a:t>
            </a:r>
          </a:p>
        </p:txBody>
      </p:sp>
      <p:sp>
        <p:nvSpPr>
          <p:cNvPr id="68" name="TextBox 67">
            <a:extLst>
              <a:ext uri="{FF2B5EF4-FFF2-40B4-BE49-F238E27FC236}">
                <a16:creationId xmlns:a16="http://schemas.microsoft.com/office/drawing/2014/main" id="{C67694BB-7B47-8FD1-F955-3BB645A5A69E}"/>
              </a:ext>
            </a:extLst>
          </p:cNvPr>
          <p:cNvSpPr txBox="1"/>
          <p:nvPr/>
        </p:nvSpPr>
        <p:spPr>
          <a:xfrm>
            <a:off x="4609361" y="1559291"/>
            <a:ext cx="571074" cy="276999"/>
          </a:xfrm>
          <a:prstGeom prst="rect">
            <a:avLst/>
          </a:prstGeom>
          <a:noFill/>
        </p:spPr>
        <p:txBody>
          <a:bodyPr wrap="square" rtlCol="0">
            <a:spAutoFit/>
          </a:bodyPr>
          <a:lstStyle/>
          <a:p>
            <a:pPr algn="ctr"/>
            <a:r>
              <a:rPr lang="en-US" sz="1200" b="1" dirty="0"/>
              <a:t>25%</a:t>
            </a:r>
          </a:p>
        </p:txBody>
      </p:sp>
      <p:sp>
        <p:nvSpPr>
          <p:cNvPr id="69" name="TextBox 68">
            <a:extLst>
              <a:ext uri="{FF2B5EF4-FFF2-40B4-BE49-F238E27FC236}">
                <a16:creationId xmlns:a16="http://schemas.microsoft.com/office/drawing/2014/main" id="{198D664A-0346-F004-04BB-49501B055403}"/>
              </a:ext>
            </a:extLst>
          </p:cNvPr>
          <p:cNvSpPr txBox="1"/>
          <p:nvPr/>
        </p:nvSpPr>
        <p:spPr>
          <a:xfrm>
            <a:off x="6680837" y="1559291"/>
            <a:ext cx="571074" cy="276999"/>
          </a:xfrm>
          <a:prstGeom prst="rect">
            <a:avLst/>
          </a:prstGeom>
          <a:noFill/>
        </p:spPr>
        <p:txBody>
          <a:bodyPr wrap="square" rtlCol="0">
            <a:spAutoFit/>
          </a:bodyPr>
          <a:lstStyle/>
          <a:p>
            <a:pPr algn="ctr"/>
            <a:r>
              <a:rPr lang="en-US" sz="1200" b="1" dirty="0"/>
              <a:t>50%</a:t>
            </a:r>
          </a:p>
        </p:txBody>
      </p:sp>
      <p:sp>
        <p:nvSpPr>
          <p:cNvPr id="70" name="TextBox 69">
            <a:extLst>
              <a:ext uri="{FF2B5EF4-FFF2-40B4-BE49-F238E27FC236}">
                <a16:creationId xmlns:a16="http://schemas.microsoft.com/office/drawing/2014/main" id="{0827766F-9444-4021-5B95-4726D2FDBF1B}"/>
              </a:ext>
            </a:extLst>
          </p:cNvPr>
          <p:cNvSpPr txBox="1"/>
          <p:nvPr/>
        </p:nvSpPr>
        <p:spPr>
          <a:xfrm>
            <a:off x="8797185" y="1559291"/>
            <a:ext cx="571074" cy="276999"/>
          </a:xfrm>
          <a:prstGeom prst="rect">
            <a:avLst/>
          </a:prstGeom>
          <a:noFill/>
        </p:spPr>
        <p:txBody>
          <a:bodyPr wrap="square" rtlCol="0">
            <a:spAutoFit/>
          </a:bodyPr>
          <a:lstStyle/>
          <a:p>
            <a:pPr algn="ctr"/>
            <a:r>
              <a:rPr lang="en-US" sz="1200" b="1" dirty="0"/>
              <a:t>75%</a:t>
            </a:r>
          </a:p>
        </p:txBody>
      </p:sp>
      <p:sp>
        <p:nvSpPr>
          <p:cNvPr id="71" name="TextBox 70">
            <a:extLst>
              <a:ext uri="{FF2B5EF4-FFF2-40B4-BE49-F238E27FC236}">
                <a16:creationId xmlns:a16="http://schemas.microsoft.com/office/drawing/2014/main" id="{642340F0-79AC-57C1-6046-DE4AC5A09C80}"/>
              </a:ext>
            </a:extLst>
          </p:cNvPr>
          <p:cNvSpPr txBox="1"/>
          <p:nvPr/>
        </p:nvSpPr>
        <p:spPr>
          <a:xfrm>
            <a:off x="10883351" y="1559291"/>
            <a:ext cx="571074" cy="276999"/>
          </a:xfrm>
          <a:prstGeom prst="rect">
            <a:avLst/>
          </a:prstGeom>
          <a:noFill/>
        </p:spPr>
        <p:txBody>
          <a:bodyPr wrap="square" rtlCol="0">
            <a:spAutoFit/>
          </a:bodyPr>
          <a:lstStyle/>
          <a:p>
            <a:pPr algn="ctr"/>
            <a:r>
              <a:rPr lang="en-US" sz="1200" b="1" dirty="0"/>
              <a:t>100%</a:t>
            </a:r>
          </a:p>
        </p:txBody>
      </p:sp>
      <p:grpSp>
        <p:nvGrpSpPr>
          <p:cNvPr id="89" name="Group 88">
            <a:extLst>
              <a:ext uri="{FF2B5EF4-FFF2-40B4-BE49-F238E27FC236}">
                <a16:creationId xmlns:a16="http://schemas.microsoft.com/office/drawing/2014/main" id="{55322CA6-A315-5119-C726-DF733F3FD88C}"/>
              </a:ext>
            </a:extLst>
          </p:cNvPr>
          <p:cNvGrpSpPr/>
          <p:nvPr/>
        </p:nvGrpSpPr>
        <p:grpSpPr>
          <a:xfrm>
            <a:off x="2800350" y="3196575"/>
            <a:ext cx="8378190" cy="182880"/>
            <a:chOff x="2800350" y="2011680"/>
            <a:chExt cx="8378190" cy="182880"/>
          </a:xfrm>
        </p:grpSpPr>
        <p:cxnSp>
          <p:nvCxnSpPr>
            <p:cNvPr id="90" name="Straight Connector 89">
              <a:extLst>
                <a:ext uri="{FF2B5EF4-FFF2-40B4-BE49-F238E27FC236}">
                  <a16:creationId xmlns:a16="http://schemas.microsoft.com/office/drawing/2014/main" id="{8F787BF4-2E63-887B-3236-1207373472DF}"/>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7C08FFB-E270-B061-E92E-CE8108EBDFAF}"/>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6DFE9C4-9ECB-E11B-2C02-A3045D282AE7}"/>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06AEB8BB-EF1B-3CF2-01CA-F532E85BA379}"/>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28711E3-BAC6-19EC-1157-6161CC002758}"/>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07F440F-3B29-3567-97AE-D9FBEB0E5DAA}"/>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97" name="Group 96">
            <a:extLst>
              <a:ext uri="{FF2B5EF4-FFF2-40B4-BE49-F238E27FC236}">
                <a16:creationId xmlns:a16="http://schemas.microsoft.com/office/drawing/2014/main" id="{568058A7-101A-2A78-B300-DD03CE4AAEAA}"/>
              </a:ext>
            </a:extLst>
          </p:cNvPr>
          <p:cNvGrpSpPr/>
          <p:nvPr/>
        </p:nvGrpSpPr>
        <p:grpSpPr>
          <a:xfrm>
            <a:off x="2800350" y="2605629"/>
            <a:ext cx="8378190" cy="182880"/>
            <a:chOff x="2800350" y="2011680"/>
            <a:chExt cx="8378190" cy="182880"/>
          </a:xfrm>
        </p:grpSpPr>
        <p:cxnSp>
          <p:nvCxnSpPr>
            <p:cNvPr id="98" name="Straight Connector 97">
              <a:extLst>
                <a:ext uri="{FF2B5EF4-FFF2-40B4-BE49-F238E27FC236}">
                  <a16:creationId xmlns:a16="http://schemas.microsoft.com/office/drawing/2014/main" id="{99D201FF-61BA-B1F7-3C76-791D8DD363A3}"/>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F238B23-AC96-09B2-154D-4AE4308D8FC4}"/>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B3F22C9-76B8-7028-4DA4-7644FDF03D18}"/>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0C9FC486-DEC5-B631-70CB-B9A81E5E8D25}"/>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725F08A-5C58-D37A-A70D-D346682C94A2}"/>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80D4007F-9C5B-7308-8143-355DDC971097}"/>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05" name="Group 104">
            <a:extLst>
              <a:ext uri="{FF2B5EF4-FFF2-40B4-BE49-F238E27FC236}">
                <a16:creationId xmlns:a16="http://schemas.microsoft.com/office/drawing/2014/main" id="{74210A41-E02A-76B0-9C48-5EA19B01C8E1}"/>
              </a:ext>
            </a:extLst>
          </p:cNvPr>
          <p:cNvGrpSpPr/>
          <p:nvPr/>
        </p:nvGrpSpPr>
        <p:grpSpPr>
          <a:xfrm>
            <a:off x="2800350" y="3753636"/>
            <a:ext cx="8378190" cy="182880"/>
            <a:chOff x="2800350" y="2011680"/>
            <a:chExt cx="8378190" cy="182880"/>
          </a:xfrm>
        </p:grpSpPr>
        <p:cxnSp>
          <p:nvCxnSpPr>
            <p:cNvPr id="106" name="Straight Connector 105">
              <a:extLst>
                <a:ext uri="{FF2B5EF4-FFF2-40B4-BE49-F238E27FC236}">
                  <a16:creationId xmlns:a16="http://schemas.microsoft.com/office/drawing/2014/main" id="{8EF86A37-F011-EBC9-9EBE-69D0D87090FA}"/>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24C70B91-BCF1-D670-518B-4DE40AAEAC54}"/>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D505190D-056C-B28E-C012-15A9C693FA66}"/>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BD1F1B81-A507-E998-92D8-27D184551AA3}"/>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DB13EC03-4F5B-1C0C-E609-4BE46EB72E88}"/>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E2F42322-BF95-9FF1-C696-6C6AE1869A5C}"/>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13" name="Group 112">
            <a:extLst>
              <a:ext uri="{FF2B5EF4-FFF2-40B4-BE49-F238E27FC236}">
                <a16:creationId xmlns:a16="http://schemas.microsoft.com/office/drawing/2014/main" id="{60AC5D72-A80C-FEF1-6977-85FD86E68E3B}"/>
              </a:ext>
            </a:extLst>
          </p:cNvPr>
          <p:cNvGrpSpPr/>
          <p:nvPr/>
        </p:nvGrpSpPr>
        <p:grpSpPr>
          <a:xfrm>
            <a:off x="2800350" y="4347585"/>
            <a:ext cx="8378190" cy="182880"/>
            <a:chOff x="2800350" y="2011680"/>
            <a:chExt cx="8378190" cy="182880"/>
          </a:xfrm>
        </p:grpSpPr>
        <p:cxnSp>
          <p:nvCxnSpPr>
            <p:cNvPr id="114" name="Straight Connector 113">
              <a:extLst>
                <a:ext uri="{FF2B5EF4-FFF2-40B4-BE49-F238E27FC236}">
                  <a16:creationId xmlns:a16="http://schemas.microsoft.com/office/drawing/2014/main" id="{CE092B08-6D4B-AE39-769C-6011F94CC6A2}"/>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D2112196-9CD3-E7D2-0679-4870BA99B4C9}"/>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04F2DF45-5444-50ED-F8C5-1E40777F34BC}"/>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21642C90-3059-9B6C-2D79-AF5EBCCE2EB3}"/>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F0268A9A-F6F0-7596-D18C-7577F5A316EE}"/>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9E2B4F2D-134A-8019-BE35-C94074F31351}"/>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29" name="Group 128">
            <a:extLst>
              <a:ext uri="{FF2B5EF4-FFF2-40B4-BE49-F238E27FC236}">
                <a16:creationId xmlns:a16="http://schemas.microsoft.com/office/drawing/2014/main" id="{DCD8A9F1-C831-DEFD-260A-C04F79B01C1C}"/>
              </a:ext>
            </a:extLst>
          </p:cNvPr>
          <p:cNvGrpSpPr/>
          <p:nvPr/>
        </p:nvGrpSpPr>
        <p:grpSpPr>
          <a:xfrm>
            <a:off x="2800350" y="4950464"/>
            <a:ext cx="8378190" cy="182880"/>
            <a:chOff x="2800350" y="2011680"/>
            <a:chExt cx="8378190" cy="182880"/>
          </a:xfrm>
        </p:grpSpPr>
        <p:cxnSp>
          <p:nvCxnSpPr>
            <p:cNvPr id="130" name="Straight Connector 129">
              <a:extLst>
                <a:ext uri="{FF2B5EF4-FFF2-40B4-BE49-F238E27FC236}">
                  <a16:creationId xmlns:a16="http://schemas.microsoft.com/office/drawing/2014/main" id="{06943C2B-8229-87A9-F7AF-143CE5D3A078}"/>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8A880E06-E280-F31E-53D8-4E6D9D180A11}"/>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6A0B55E7-547C-BA2A-E7E6-F0F117EE7344}"/>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0A9C098-5DE1-CE90-3D97-54FC28612906}"/>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E725BF7-53AF-0C76-629D-C2B42F064EE8}"/>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F5C3963-0FC1-2A27-C4E5-283AF2FB0299}"/>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37" name="Group 136">
            <a:extLst>
              <a:ext uri="{FF2B5EF4-FFF2-40B4-BE49-F238E27FC236}">
                <a16:creationId xmlns:a16="http://schemas.microsoft.com/office/drawing/2014/main" id="{64273BE4-FF69-2BDF-FF8D-C2B4CC953F4B}"/>
              </a:ext>
            </a:extLst>
          </p:cNvPr>
          <p:cNvGrpSpPr/>
          <p:nvPr/>
        </p:nvGrpSpPr>
        <p:grpSpPr>
          <a:xfrm>
            <a:off x="2800350" y="5549216"/>
            <a:ext cx="8378190" cy="182880"/>
            <a:chOff x="2800350" y="2011680"/>
            <a:chExt cx="8378190" cy="182880"/>
          </a:xfrm>
        </p:grpSpPr>
        <p:cxnSp>
          <p:nvCxnSpPr>
            <p:cNvPr id="138" name="Straight Connector 137">
              <a:extLst>
                <a:ext uri="{FF2B5EF4-FFF2-40B4-BE49-F238E27FC236}">
                  <a16:creationId xmlns:a16="http://schemas.microsoft.com/office/drawing/2014/main" id="{18461840-E9BF-680F-C06F-F1FDDE91CCFF}"/>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69024A51-4B8C-171B-694C-35DAB4BAD240}"/>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9A719F4-94AB-23B3-FF60-A1362DDEB987}"/>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AEDB128E-E4A0-565C-9659-8D2B6F0D1716}"/>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B561498C-FC89-1ACE-ACBF-109715BA605F}"/>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CAB8B69-25B1-5118-D9AD-68C2DA62F338}"/>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45" name="Group 144">
            <a:extLst>
              <a:ext uri="{FF2B5EF4-FFF2-40B4-BE49-F238E27FC236}">
                <a16:creationId xmlns:a16="http://schemas.microsoft.com/office/drawing/2014/main" id="{A746C085-954A-7067-A467-646AC449C732}"/>
              </a:ext>
            </a:extLst>
          </p:cNvPr>
          <p:cNvGrpSpPr/>
          <p:nvPr/>
        </p:nvGrpSpPr>
        <p:grpSpPr>
          <a:xfrm>
            <a:off x="2800350" y="6127993"/>
            <a:ext cx="8378190" cy="182880"/>
            <a:chOff x="2800350" y="2011680"/>
            <a:chExt cx="8378190" cy="182880"/>
          </a:xfrm>
        </p:grpSpPr>
        <p:cxnSp>
          <p:nvCxnSpPr>
            <p:cNvPr id="146" name="Straight Connector 145">
              <a:extLst>
                <a:ext uri="{FF2B5EF4-FFF2-40B4-BE49-F238E27FC236}">
                  <a16:creationId xmlns:a16="http://schemas.microsoft.com/office/drawing/2014/main" id="{BACB780D-7890-B29C-20F0-4CBB261B8E0B}"/>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B8290D9-56A0-AD59-F958-80B018A38B56}"/>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D1962F6-5A9A-91C8-8D25-805A0DF694ED}"/>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90A43E97-7211-A27D-3713-3289B322A81D}"/>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2C03578D-9288-7606-8479-D9D1A172EBDC}"/>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924545A4-1FD1-B58C-506E-6BC8862F2FF5}"/>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2" name="Footer Placeholder 1">
            <a:extLst>
              <a:ext uri="{FF2B5EF4-FFF2-40B4-BE49-F238E27FC236}">
                <a16:creationId xmlns:a16="http://schemas.microsoft.com/office/drawing/2014/main" id="{9C4B2156-5D51-025C-590E-84B0956788E4}"/>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63E8113C-0598-1329-FDD1-1E2F53DC8ADD}"/>
              </a:ext>
            </a:extLst>
          </p:cNvPr>
          <p:cNvSpPr>
            <a:spLocks noGrp="1"/>
          </p:cNvSpPr>
          <p:nvPr>
            <p:ph type="sldNum" sz="quarter" idx="4"/>
          </p:nvPr>
        </p:nvSpPr>
        <p:spPr/>
        <p:txBody>
          <a:bodyPr/>
          <a:lstStyle/>
          <a:p>
            <a:fld id="{37F5C94B-8C55-478B-B509-BAE6A06B2E2A}" type="slidenum">
              <a:rPr lang="en-US" smtClean="0"/>
              <a:pPr/>
              <a:t>21</a:t>
            </a:fld>
            <a:endParaRPr lang="en-US" dirty="0"/>
          </a:p>
        </p:txBody>
      </p:sp>
    </p:spTree>
    <p:extLst>
      <p:ext uri="{BB962C8B-B14F-4D97-AF65-F5344CB8AC3E}">
        <p14:creationId xmlns:p14="http://schemas.microsoft.com/office/powerpoint/2010/main" val="574044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ounded Rectangle 33">
            <a:extLst>
              <a:ext uri="{FF2B5EF4-FFF2-40B4-BE49-F238E27FC236}">
                <a16:creationId xmlns:a16="http://schemas.microsoft.com/office/drawing/2014/main" id="{0B0D84CD-EC6B-F85B-C30F-C169E1AB02C2}"/>
              </a:ext>
            </a:extLst>
          </p:cNvPr>
          <p:cNvSpPr/>
          <p:nvPr/>
        </p:nvSpPr>
        <p:spPr bwMode="auto">
          <a:xfrm>
            <a:off x="5274427" y="3144290"/>
            <a:ext cx="3888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104" name="Rounded Rectangle 33">
            <a:extLst>
              <a:ext uri="{FF2B5EF4-FFF2-40B4-BE49-F238E27FC236}">
                <a16:creationId xmlns:a16="http://schemas.microsoft.com/office/drawing/2014/main" id="{0E2366D5-C5B7-2B5D-6B3F-F624FAD5E388}"/>
              </a:ext>
            </a:extLst>
          </p:cNvPr>
          <p:cNvSpPr/>
          <p:nvPr/>
        </p:nvSpPr>
        <p:spPr bwMode="auto">
          <a:xfrm>
            <a:off x="3195367" y="2553344"/>
            <a:ext cx="1836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112" name="Rounded Rectangle 33">
            <a:extLst>
              <a:ext uri="{FF2B5EF4-FFF2-40B4-BE49-F238E27FC236}">
                <a16:creationId xmlns:a16="http://schemas.microsoft.com/office/drawing/2014/main" id="{825769D9-102B-FBE5-7CC9-6FC65B33594F}"/>
              </a:ext>
            </a:extLst>
          </p:cNvPr>
          <p:cNvSpPr/>
          <p:nvPr/>
        </p:nvSpPr>
        <p:spPr bwMode="auto">
          <a:xfrm>
            <a:off x="5284057" y="3701351"/>
            <a:ext cx="3960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120" name="Rounded Rectangle 33">
            <a:extLst>
              <a:ext uri="{FF2B5EF4-FFF2-40B4-BE49-F238E27FC236}">
                <a16:creationId xmlns:a16="http://schemas.microsoft.com/office/drawing/2014/main" id="{3AF00E51-103C-6BEA-9173-F2DD80A5FEE9}"/>
              </a:ext>
            </a:extLst>
          </p:cNvPr>
          <p:cNvSpPr/>
          <p:nvPr/>
        </p:nvSpPr>
        <p:spPr bwMode="auto">
          <a:xfrm>
            <a:off x="4870170" y="4295300"/>
            <a:ext cx="4356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136" name="Rounded Rectangle 33">
            <a:extLst>
              <a:ext uri="{FF2B5EF4-FFF2-40B4-BE49-F238E27FC236}">
                <a16:creationId xmlns:a16="http://schemas.microsoft.com/office/drawing/2014/main" id="{AE5590CA-3628-549D-576F-0A7862BA9597}"/>
              </a:ext>
            </a:extLst>
          </p:cNvPr>
          <p:cNvSpPr/>
          <p:nvPr/>
        </p:nvSpPr>
        <p:spPr bwMode="auto">
          <a:xfrm>
            <a:off x="2839236" y="4898179"/>
            <a:ext cx="2232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144" name="Rounded Rectangle 33">
            <a:extLst>
              <a:ext uri="{FF2B5EF4-FFF2-40B4-BE49-F238E27FC236}">
                <a16:creationId xmlns:a16="http://schemas.microsoft.com/office/drawing/2014/main" id="{BBDB61CE-FEBC-BB80-96C5-434DD46BCCE5}"/>
              </a:ext>
            </a:extLst>
          </p:cNvPr>
          <p:cNvSpPr/>
          <p:nvPr/>
        </p:nvSpPr>
        <p:spPr bwMode="auto">
          <a:xfrm>
            <a:off x="4995300" y="5496931"/>
            <a:ext cx="4320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sp>
        <p:nvSpPr>
          <p:cNvPr id="72" name="Rounded Rectangle 33">
            <a:extLst>
              <a:ext uri="{FF2B5EF4-FFF2-40B4-BE49-F238E27FC236}">
                <a16:creationId xmlns:a16="http://schemas.microsoft.com/office/drawing/2014/main" id="{4680FE5F-07B7-6F48-3DBA-355F1B2E56DE}"/>
              </a:ext>
            </a:extLst>
          </p:cNvPr>
          <p:cNvSpPr/>
          <p:nvPr/>
        </p:nvSpPr>
        <p:spPr bwMode="auto">
          <a:xfrm>
            <a:off x="2896986" y="1959395"/>
            <a:ext cx="3924000" cy="271065"/>
          </a:xfrm>
          <a:prstGeom prst="rect">
            <a:avLst/>
          </a:prstGeom>
          <a:solidFill>
            <a:schemeClr val="accent5">
              <a:lumMod val="20000"/>
              <a:lumOff val="80000"/>
              <a:alpha val="50000"/>
            </a:schemeClr>
          </a:solidFill>
          <a:ln>
            <a:solidFill>
              <a:schemeClr val="accent5"/>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endParaRPr lang="en-US" sz="1100" b="1" dirty="0">
              <a:cs typeface="Times New Roman" pitchFamily="18" charset="0"/>
            </a:endParaRPr>
          </a:p>
        </p:txBody>
      </p:sp>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53597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solidFill>
                  <a:schemeClr val="accent2"/>
                </a:solidFill>
              </a:rPr>
              <a:t>Benchmark savings: </a:t>
            </a:r>
            <a:r>
              <a:rPr lang="en-US" sz="2400" kern="0" dirty="0"/>
              <a:t>Typical improvement ranges in a white-collar environment</a:t>
            </a:r>
          </a:p>
        </p:txBody>
      </p:sp>
      <p:sp>
        <p:nvSpPr>
          <p:cNvPr id="10" name="Rounded Rectangle 33">
            <a:extLst>
              <a:ext uri="{FF2B5EF4-FFF2-40B4-BE49-F238E27FC236}">
                <a16:creationId xmlns:a16="http://schemas.microsoft.com/office/drawing/2014/main" id="{6C2281A0-ADAD-AAF4-EFE9-9C988EFDF70F}"/>
              </a:ext>
            </a:extLst>
          </p:cNvPr>
          <p:cNvSpPr/>
          <p:nvPr/>
        </p:nvSpPr>
        <p:spPr bwMode="auto">
          <a:xfrm>
            <a:off x="605790" y="3010222"/>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sz="1100" b="1" dirty="0">
                <a:cs typeface="Times New Roman" pitchFamily="18" charset="0"/>
              </a:rPr>
              <a:t>Defects/Poor Quality</a:t>
            </a:r>
          </a:p>
        </p:txBody>
      </p:sp>
      <p:sp>
        <p:nvSpPr>
          <p:cNvPr id="11" name="Rounded Rectangle 38">
            <a:extLst>
              <a:ext uri="{FF2B5EF4-FFF2-40B4-BE49-F238E27FC236}">
                <a16:creationId xmlns:a16="http://schemas.microsoft.com/office/drawing/2014/main" id="{F14D0173-C479-3A5B-71FA-ADD0A1AB5573}"/>
              </a:ext>
            </a:extLst>
          </p:cNvPr>
          <p:cNvSpPr/>
          <p:nvPr/>
        </p:nvSpPr>
        <p:spPr bwMode="auto">
          <a:xfrm>
            <a:off x="605790" y="4186178"/>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altLang="en-US" sz="1100" b="1" dirty="0">
                <a:cs typeface="Times New Roman" pitchFamily="18" charset="0"/>
              </a:rPr>
              <a:t>Cycle Time</a:t>
            </a:r>
          </a:p>
        </p:txBody>
      </p:sp>
      <p:sp>
        <p:nvSpPr>
          <p:cNvPr id="12" name="Rounded Rectangle 42">
            <a:extLst>
              <a:ext uri="{FF2B5EF4-FFF2-40B4-BE49-F238E27FC236}">
                <a16:creationId xmlns:a16="http://schemas.microsoft.com/office/drawing/2014/main" id="{9D551F5F-B47D-3943-7D51-064A4E20C635}"/>
              </a:ext>
            </a:extLst>
          </p:cNvPr>
          <p:cNvSpPr/>
          <p:nvPr/>
        </p:nvSpPr>
        <p:spPr bwMode="auto">
          <a:xfrm>
            <a:off x="605790" y="4774156"/>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altLang="en-US" sz="1100" b="1" dirty="0">
                <a:cs typeface="Times New Roman" pitchFamily="18" charset="0"/>
              </a:rPr>
              <a:t>Revenue Growth</a:t>
            </a:r>
          </a:p>
        </p:txBody>
      </p:sp>
      <p:sp>
        <p:nvSpPr>
          <p:cNvPr id="14" name="Rounded Rectangle 46">
            <a:extLst>
              <a:ext uri="{FF2B5EF4-FFF2-40B4-BE49-F238E27FC236}">
                <a16:creationId xmlns:a16="http://schemas.microsoft.com/office/drawing/2014/main" id="{59BE0BD9-427D-0A85-ABD5-0C0F8A482D17}"/>
              </a:ext>
            </a:extLst>
          </p:cNvPr>
          <p:cNvSpPr/>
          <p:nvPr/>
        </p:nvSpPr>
        <p:spPr bwMode="auto">
          <a:xfrm>
            <a:off x="605790" y="5362134"/>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altLang="en-US" sz="1100" b="1" dirty="0">
                <a:cs typeface="Times New Roman" pitchFamily="18" charset="0"/>
              </a:rPr>
              <a:t>Information Handoffs</a:t>
            </a:r>
          </a:p>
        </p:txBody>
      </p:sp>
      <p:sp>
        <p:nvSpPr>
          <p:cNvPr id="55" name="Rounded Rectangle 33">
            <a:extLst>
              <a:ext uri="{FF2B5EF4-FFF2-40B4-BE49-F238E27FC236}">
                <a16:creationId xmlns:a16="http://schemas.microsoft.com/office/drawing/2014/main" id="{0BD0611E-43A2-23F6-03D6-5348C74AC2A4}"/>
              </a:ext>
            </a:extLst>
          </p:cNvPr>
          <p:cNvSpPr/>
          <p:nvPr/>
        </p:nvSpPr>
        <p:spPr bwMode="auto">
          <a:xfrm>
            <a:off x="605790" y="2422244"/>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sz="1100" b="1" dirty="0">
                <a:cs typeface="Times New Roman" pitchFamily="18" charset="0"/>
              </a:rPr>
              <a:t>Supplies</a:t>
            </a:r>
          </a:p>
        </p:txBody>
      </p:sp>
      <p:sp>
        <p:nvSpPr>
          <p:cNvPr id="56" name="Rounded Rectangle 38">
            <a:extLst>
              <a:ext uri="{FF2B5EF4-FFF2-40B4-BE49-F238E27FC236}">
                <a16:creationId xmlns:a16="http://schemas.microsoft.com/office/drawing/2014/main" id="{D001D9E3-BDE1-5107-8DD6-2BAE4E030BDF}"/>
              </a:ext>
            </a:extLst>
          </p:cNvPr>
          <p:cNvSpPr/>
          <p:nvPr/>
        </p:nvSpPr>
        <p:spPr bwMode="auto">
          <a:xfrm>
            <a:off x="605790" y="3598200"/>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altLang="en-US" sz="1100" b="1" dirty="0">
                <a:cs typeface="Times New Roman" pitchFamily="18" charset="0"/>
              </a:rPr>
              <a:t>Value-add per employee</a:t>
            </a:r>
          </a:p>
        </p:txBody>
      </p:sp>
      <p:sp>
        <p:nvSpPr>
          <p:cNvPr id="57" name="Rounded Rectangle 33">
            <a:extLst>
              <a:ext uri="{FF2B5EF4-FFF2-40B4-BE49-F238E27FC236}">
                <a16:creationId xmlns:a16="http://schemas.microsoft.com/office/drawing/2014/main" id="{37EAC3ED-AFC3-520C-12ED-14761F143C26}"/>
              </a:ext>
            </a:extLst>
          </p:cNvPr>
          <p:cNvSpPr/>
          <p:nvPr/>
        </p:nvSpPr>
        <p:spPr bwMode="auto">
          <a:xfrm>
            <a:off x="605790" y="1834266"/>
            <a:ext cx="1883970" cy="542131"/>
          </a:xfrm>
          <a:prstGeom prst="rect">
            <a:avLst/>
          </a:prstGeom>
          <a:solidFill>
            <a:schemeClr val="bg1">
              <a:lumMod val="95000"/>
            </a:schemeClr>
          </a:solidFill>
          <a:ln>
            <a:solidFill>
              <a:schemeClr val="accent1"/>
            </a:solidFill>
          </a:ln>
          <a:effectLst/>
        </p:spPr>
        <p:txBody>
          <a:bodyPr wrap="square" lIns="91428" tIns="45715" rIns="91428" bIns="45715" rtlCol="0" anchor="ctr">
            <a:noAutofit/>
          </a:bodyPr>
          <a:lstStyle/>
          <a:p>
            <a:pPr algn="ctr" defTabSz="623853" fontAlgn="base">
              <a:spcBef>
                <a:spcPts val="200"/>
              </a:spcBef>
              <a:spcAft>
                <a:spcPts val="200"/>
              </a:spcAft>
              <a:buClr>
                <a:srgbClr val="000000"/>
              </a:buClr>
            </a:pPr>
            <a:r>
              <a:rPr lang="en-US" sz="1100" b="1" dirty="0">
                <a:cs typeface="Times New Roman" pitchFamily="18" charset="0"/>
              </a:rPr>
              <a:t>Labor</a:t>
            </a:r>
          </a:p>
        </p:txBody>
      </p:sp>
      <p:grpSp>
        <p:nvGrpSpPr>
          <p:cNvPr id="66" name="Group 65">
            <a:extLst>
              <a:ext uri="{FF2B5EF4-FFF2-40B4-BE49-F238E27FC236}">
                <a16:creationId xmlns:a16="http://schemas.microsoft.com/office/drawing/2014/main" id="{2C528021-EBAB-3213-B731-CE785B3D1CFC}"/>
              </a:ext>
            </a:extLst>
          </p:cNvPr>
          <p:cNvGrpSpPr/>
          <p:nvPr/>
        </p:nvGrpSpPr>
        <p:grpSpPr>
          <a:xfrm>
            <a:off x="2800350" y="2011680"/>
            <a:ext cx="8378190" cy="182880"/>
            <a:chOff x="2800350" y="2011680"/>
            <a:chExt cx="8378190" cy="182880"/>
          </a:xfrm>
        </p:grpSpPr>
        <p:cxnSp>
          <p:nvCxnSpPr>
            <p:cNvPr id="59" name="Straight Connector 58">
              <a:extLst>
                <a:ext uri="{FF2B5EF4-FFF2-40B4-BE49-F238E27FC236}">
                  <a16:creationId xmlns:a16="http://schemas.microsoft.com/office/drawing/2014/main" id="{CA291FEA-EE73-62C2-0BC2-A70E5601750B}"/>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28DACF6-EAEE-DDD0-21F0-30911DF8CCF3}"/>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0335421-EBEF-22C8-7E5A-428C1FB8D8BA}"/>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8DE30A6-74C2-A8C5-2EAF-075F7E4C88EF}"/>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EEE67CA-588D-68EE-379F-709A066FF42D}"/>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6C99BF9-DE04-47EB-D171-31AA63A38EF1}"/>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67" name="TextBox 66">
            <a:extLst>
              <a:ext uri="{FF2B5EF4-FFF2-40B4-BE49-F238E27FC236}">
                <a16:creationId xmlns:a16="http://schemas.microsoft.com/office/drawing/2014/main" id="{CEBFA09D-DAEC-4B08-5584-384F6BE8067B}"/>
              </a:ext>
            </a:extLst>
          </p:cNvPr>
          <p:cNvSpPr txBox="1"/>
          <p:nvPr/>
        </p:nvSpPr>
        <p:spPr>
          <a:xfrm>
            <a:off x="2537885" y="1559291"/>
            <a:ext cx="571074" cy="276999"/>
          </a:xfrm>
          <a:prstGeom prst="rect">
            <a:avLst/>
          </a:prstGeom>
          <a:noFill/>
        </p:spPr>
        <p:txBody>
          <a:bodyPr wrap="square" rtlCol="0">
            <a:spAutoFit/>
          </a:bodyPr>
          <a:lstStyle/>
          <a:p>
            <a:pPr algn="ctr"/>
            <a:r>
              <a:rPr lang="en-US" sz="1200" b="1" dirty="0"/>
              <a:t>0%</a:t>
            </a:r>
          </a:p>
        </p:txBody>
      </p:sp>
      <p:sp>
        <p:nvSpPr>
          <p:cNvPr id="68" name="TextBox 67">
            <a:extLst>
              <a:ext uri="{FF2B5EF4-FFF2-40B4-BE49-F238E27FC236}">
                <a16:creationId xmlns:a16="http://schemas.microsoft.com/office/drawing/2014/main" id="{C67694BB-7B47-8FD1-F955-3BB645A5A69E}"/>
              </a:ext>
            </a:extLst>
          </p:cNvPr>
          <p:cNvSpPr txBox="1"/>
          <p:nvPr/>
        </p:nvSpPr>
        <p:spPr>
          <a:xfrm>
            <a:off x="4609361" y="1559291"/>
            <a:ext cx="571074" cy="276999"/>
          </a:xfrm>
          <a:prstGeom prst="rect">
            <a:avLst/>
          </a:prstGeom>
          <a:noFill/>
        </p:spPr>
        <p:txBody>
          <a:bodyPr wrap="square" rtlCol="0">
            <a:spAutoFit/>
          </a:bodyPr>
          <a:lstStyle/>
          <a:p>
            <a:pPr algn="ctr"/>
            <a:r>
              <a:rPr lang="en-US" sz="1200" b="1" dirty="0"/>
              <a:t>25%</a:t>
            </a:r>
          </a:p>
        </p:txBody>
      </p:sp>
      <p:sp>
        <p:nvSpPr>
          <p:cNvPr id="69" name="TextBox 68">
            <a:extLst>
              <a:ext uri="{FF2B5EF4-FFF2-40B4-BE49-F238E27FC236}">
                <a16:creationId xmlns:a16="http://schemas.microsoft.com/office/drawing/2014/main" id="{198D664A-0346-F004-04BB-49501B055403}"/>
              </a:ext>
            </a:extLst>
          </p:cNvPr>
          <p:cNvSpPr txBox="1"/>
          <p:nvPr/>
        </p:nvSpPr>
        <p:spPr>
          <a:xfrm>
            <a:off x="6680837" y="1559291"/>
            <a:ext cx="571074" cy="276999"/>
          </a:xfrm>
          <a:prstGeom prst="rect">
            <a:avLst/>
          </a:prstGeom>
          <a:noFill/>
        </p:spPr>
        <p:txBody>
          <a:bodyPr wrap="square" rtlCol="0">
            <a:spAutoFit/>
          </a:bodyPr>
          <a:lstStyle/>
          <a:p>
            <a:pPr algn="ctr"/>
            <a:r>
              <a:rPr lang="en-US" sz="1200" b="1" dirty="0"/>
              <a:t>50%</a:t>
            </a:r>
          </a:p>
        </p:txBody>
      </p:sp>
      <p:sp>
        <p:nvSpPr>
          <p:cNvPr id="70" name="TextBox 69">
            <a:extLst>
              <a:ext uri="{FF2B5EF4-FFF2-40B4-BE49-F238E27FC236}">
                <a16:creationId xmlns:a16="http://schemas.microsoft.com/office/drawing/2014/main" id="{0827766F-9444-4021-5B95-4726D2FDBF1B}"/>
              </a:ext>
            </a:extLst>
          </p:cNvPr>
          <p:cNvSpPr txBox="1"/>
          <p:nvPr/>
        </p:nvSpPr>
        <p:spPr>
          <a:xfrm>
            <a:off x="8797185" y="1559291"/>
            <a:ext cx="571074" cy="276999"/>
          </a:xfrm>
          <a:prstGeom prst="rect">
            <a:avLst/>
          </a:prstGeom>
          <a:noFill/>
        </p:spPr>
        <p:txBody>
          <a:bodyPr wrap="square" rtlCol="0">
            <a:spAutoFit/>
          </a:bodyPr>
          <a:lstStyle/>
          <a:p>
            <a:pPr algn="ctr"/>
            <a:r>
              <a:rPr lang="en-US" sz="1200" b="1" dirty="0"/>
              <a:t>75%</a:t>
            </a:r>
          </a:p>
        </p:txBody>
      </p:sp>
      <p:sp>
        <p:nvSpPr>
          <p:cNvPr id="71" name="TextBox 70">
            <a:extLst>
              <a:ext uri="{FF2B5EF4-FFF2-40B4-BE49-F238E27FC236}">
                <a16:creationId xmlns:a16="http://schemas.microsoft.com/office/drawing/2014/main" id="{642340F0-79AC-57C1-6046-DE4AC5A09C80}"/>
              </a:ext>
            </a:extLst>
          </p:cNvPr>
          <p:cNvSpPr txBox="1"/>
          <p:nvPr/>
        </p:nvSpPr>
        <p:spPr>
          <a:xfrm>
            <a:off x="10883351" y="1559291"/>
            <a:ext cx="571074" cy="276999"/>
          </a:xfrm>
          <a:prstGeom prst="rect">
            <a:avLst/>
          </a:prstGeom>
          <a:noFill/>
        </p:spPr>
        <p:txBody>
          <a:bodyPr wrap="square" rtlCol="0">
            <a:spAutoFit/>
          </a:bodyPr>
          <a:lstStyle/>
          <a:p>
            <a:pPr algn="ctr"/>
            <a:r>
              <a:rPr lang="en-US" sz="1200" b="1" dirty="0"/>
              <a:t>100%</a:t>
            </a:r>
          </a:p>
        </p:txBody>
      </p:sp>
      <p:grpSp>
        <p:nvGrpSpPr>
          <p:cNvPr id="89" name="Group 88">
            <a:extLst>
              <a:ext uri="{FF2B5EF4-FFF2-40B4-BE49-F238E27FC236}">
                <a16:creationId xmlns:a16="http://schemas.microsoft.com/office/drawing/2014/main" id="{55322CA6-A315-5119-C726-DF733F3FD88C}"/>
              </a:ext>
            </a:extLst>
          </p:cNvPr>
          <p:cNvGrpSpPr/>
          <p:nvPr/>
        </p:nvGrpSpPr>
        <p:grpSpPr>
          <a:xfrm>
            <a:off x="2800350" y="3196575"/>
            <a:ext cx="8378190" cy="182880"/>
            <a:chOff x="2800350" y="2011680"/>
            <a:chExt cx="8378190" cy="182880"/>
          </a:xfrm>
        </p:grpSpPr>
        <p:cxnSp>
          <p:nvCxnSpPr>
            <p:cNvPr id="90" name="Straight Connector 89">
              <a:extLst>
                <a:ext uri="{FF2B5EF4-FFF2-40B4-BE49-F238E27FC236}">
                  <a16:creationId xmlns:a16="http://schemas.microsoft.com/office/drawing/2014/main" id="{8F787BF4-2E63-887B-3236-1207373472DF}"/>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7C08FFB-E270-B061-E92E-CE8108EBDFAF}"/>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6DFE9C4-9ECB-E11B-2C02-A3045D282AE7}"/>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06AEB8BB-EF1B-3CF2-01CA-F532E85BA379}"/>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28711E3-BAC6-19EC-1157-6161CC002758}"/>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07F440F-3B29-3567-97AE-D9FBEB0E5DAA}"/>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97" name="Group 96">
            <a:extLst>
              <a:ext uri="{FF2B5EF4-FFF2-40B4-BE49-F238E27FC236}">
                <a16:creationId xmlns:a16="http://schemas.microsoft.com/office/drawing/2014/main" id="{568058A7-101A-2A78-B300-DD03CE4AAEAA}"/>
              </a:ext>
            </a:extLst>
          </p:cNvPr>
          <p:cNvGrpSpPr/>
          <p:nvPr/>
        </p:nvGrpSpPr>
        <p:grpSpPr>
          <a:xfrm>
            <a:off x="2800350" y="2605629"/>
            <a:ext cx="8378190" cy="182880"/>
            <a:chOff x="2800350" y="2011680"/>
            <a:chExt cx="8378190" cy="182880"/>
          </a:xfrm>
        </p:grpSpPr>
        <p:cxnSp>
          <p:nvCxnSpPr>
            <p:cNvPr id="98" name="Straight Connector 97">
              <a:extLst>
                <a:ext uri="{FF2B5EF4-FFF2-40B4-BE49-F238E27FC236}">
                  <a16:creationId xmlns:a16="http://schemas.microsoft.com/office/drawing/2014/main" id="{99D201FF-61BA-B1F7-3C76-791D8DD363A3}"/>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F238B23-AC96-09B2-154D-4AE4308D8FC4}"/>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B3F22C9-76B8-7028-4DA4-7644FDF03D18}"/>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0C9FC486-DEC5-B631-70CB-B9A81E5E8D25}"/>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725F08A-5C58-D37A-A70D-D346682C94A2}"/>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80D4007F-9C5B-7308-8143-355DDC971097}"/>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05" name="Group 104">
            <a:extLst>
              <a:ext uri="{FF2B5EF4-FFF2-40B4-BE49-F238E27FC236}">
                <a16:creationId xmlns:a16="http://schemas.microsoft.com/office/drawing/2014/main" id="{74210A41-E02A-76B0-9C48-5EA19B01C8E1}"/>
              </a:ext>
            </a:extLst>
          </p:cNvPr>
          <p:cNvGrpSpPr/>
          <p:nvPr/>
        </p:nvGrpSpPr>
        <p:grpSpPr>
          <a:xfrm>
            <a:off x="2800350" y="3753636"/>
            <a:ext cx="8378190" cy="182880"/>
            <a:chOff x="2800350" y="2011680"/>
            <a:chExt cx="8378190" cy="182880"/>
          </a:xfrm>
        </p:grpSpPr>
        <p:cxnSp>
          <p:nvCxnSpPr>
            <p:cNvPr id="106" name="Straight Connector 105">
              <a:extLst>
                <a:ext uri="{FF2B5EF4-FFF2-40B4-BE49-F238E27FC236}">
                  <a16:creationId xmlns:a16="http://schemas.microsoft.com/office/drawing/2014/main" id="{8EF86A37-F011-EBC9-9EBE-69D0D87090FA}"/>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24C70B91-BCF1-D670-518B-4DE40AAEAC54}"/>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D505190D-056C-B28E-C012-15A9C693FA66}"/>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BD1F1B81-A507-E998-92D8-27D184551AA3}"/>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DB13EC03-4F5B-1C0C-E609-4BE46EB72E88}"/>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E2F42322-BF95-9FF1-C696-6C6AE1869A5C}"/>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13" name="Group 112">
            <a:extLst>
              <a:ext uri="{FF2B5EF4-FFF2-40B4-BE49-F238E27FC236}">
                <a16:creationId xmlns:a16="http://schemas.microsoft.com/office/drawing/2014/main" id="{60AC5D72-A80C-FEF1-6977-85FD86E68E3B}"/>
              </a:ext>
            </a:extLst>
          </p:cNvPr>
          <p:cNvGrpSpPr/>
          <p:nvPr/>
        </p:nvGrpSpPr>
        <p:grpSpPr>
          <a:xfrm>
            <a:off x="2800350" y="4347585"/>
            <a:ext cx="8378190" cy="182880"/>
            <a:chOff x="2800350" y="2011680"/>
            <a:chExt cx="8378190" cy="182880"/>
          </a:xfrm>
        </p:grpSpPr>
        <p:cxnSp>
          <p:nvCxnSpPr>
            <p:cNvPr id="114" name="Straight Connector 113">
              <a:extLst>
                <a:ext uri="{FF2B5EF4-FFF2-40B4-BE49-F238E27FC236}">
                  <a16:creationId xmlns:a16="http://schemas.microsoft.com/office/drawing/2014/main" id="{CE092B08-6D4B-AE39-769C-6011F94CC6A2}"/>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D2112196-9CD3-E7D2-0679-4870BA99B4C9}"/>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04F2DF45-5444-50ED-F8C5-1E40777F34BC}"/>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21642C90-3059-9B6C-2D79-AF5EBCCE2EB3}"/>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F0268A9A-F6F0-7596-D18C-7577F5A316EE}"/>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9E2B4F2D-134A-8019-BE35-C94074F31351}"/>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29" name="Group 128">
            <a:extLst>
              <a:ext uri="{FF2B5EF4-FFF2-40B4-BE49-F238E27FC236}">
                <a16:creationId xmlns:a16="http://schemas.microsoft.com/office/drawing/2014/main" id="{DCD8A9F1-C831-DEFD-260A-C04F79B01C1C}"/>
              </a:ext>
            </a:extLst>
          </p:cNvPr>
          <p:cNvGrpSpPr/>
          <p:nvPr/>
        </p:nvGrpSpPr>
        <p:grpSpPr>
          <a:xfrm>
            <a:off x="2800350" y="4950464"/>
            <a:ext cx="8378190" cy="182880"/>
            <a:chOff x="2800350" y="2011680"/>
            <a:chExt cx="8378190" cy="182880"/>
          </a:xfrm>
        </p:grpSpPr>
        <p:cxnSp>
          <p:nvCxnSpPr>
            <p:cNvPr id="130" name="Straight Connector 129">
              <a:extLst>
                <a:ext uri="{FF2B5EF4-FFF2-40B4-BE49-F238E27FC236}">
                  <a16:creationId xmlns:a16="http://schemas.microsoft.com/office/drawing/2014/main" id="{06943C2B-8229-87A9-F7AF-143CE5D3A078}"/>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8A880E06-E280-F31E-53D8-4E6D9D180A11}"/>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6A0B55E7-547C-BA2A-E7E6-F0F117EE7344}"/>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0A9C098-5DE1-CE90-3D97-54FC28612906}"/>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E725BF7-53AF-0C76-629D-C2B42F064EE8}"/>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F5C3963-0FC1-2A27-C4E5-283AF2FB0299}"/>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137" name="Group 136">
            <a:extLst>
              <a:ext uri="{FF2B5EF4-FFF2-40B4-BE49-F238E27FC236}">
                <a16:creationId xmlns:a16="http://schemas.microsoft.com/office/drawing/2014/main" id="{64273BE4-FF69-2BDF-FF8D-C2B4CC953F4B}"/>
              </a:ext>
            </a:extLst>
          </p:cNvPr>
          <p:cNvGrpSpPr/>
          <p:nvPr/>
        </p:nvGrpSpPr>
        <p:grpSpPr>
          <a:xfrm>
            <a:off x="2800350" y="5549216"/>
            <a:ext cx="8378190" cy="182880"/>
            <a:chOff x="2800350" y="2011680"/>
            <a:chExt cx="8378190" cy="182880"/>
          </a:xfrm>
        </p:grpSpPr>
        <p:cxnSp>
          <p:nvCxnSpPr>
            <p:cNvPr id="138" name="Straight Connector 137">
              <a:extLst>
                <a:ext uri="{FF2B5EF4-FFF2-40B4-BE49-F238E27FC236}">
                  <a16:creationId xmlns:a16="http://schemas.microsoft.com/office/drawing/2014/main" id="{18461840-E9BF-680F-C06F-F1FDDE91CCFF}"/>
                </a:ext>
              </a:extLst>
            </p:cNvPr>
            <p:cNvCxnSpPr>
              <a:cxnSpLocks/>
            </p:cNvCxnSpPr>
            <p:nvPr/>
          </p:nvCxnSpPr>
          <p:spPr>
            <a:xfrm>
              <a:off x="2800350" y="2105331"/>
              <a:ext cx="837819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69024A51-4B8C-171B-694C-35DAB4BAD240}"/>
                </a:ext>
              </a:extLst>
            </p:cNvPr>
            <p:cNvCxnSpPr/>
            <p:nvPr/>
          </p:nvCxnSpPr>
          <p:spPr>
            <a:xfrm>
              <a:off x="280035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9A719F4-94AB-23B3-FF60-A1362DDEB987}"/>
                </a:ext>
              </a:extLst>
            </p:cNvPr>
            <p:cNvCxnSpPr/>
            <p:nvPr/>
          </p:nvCxnSpPr>
          <p:spPr>
            <a:xfrm>
              <a:off x="4894898"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AEDB128E-E4A0-565C-9659-8D2B6F0D1716}"/>
                </a:ext>
              </a:extLst>
            </p:cNvPr>
            <p:cNvCxnSpPr>
              <a:cxnSpLocks/>
            </p:cNvCxnSpPr>
            <p:nvPr/>
          </p:nvCxnSpPr>
          <p:spPr>
            <a:xfrm>
              <a:off x="6989445"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B561498C-FC89-1ACE-ACBF-109715BA605F}"/>
                </a:ext>
              </a:extLst>
            </p:cNvPr>
            <p:cNvCxnSpPr/>
            <p:nvPr/>
          </p:nvCxnSpPr>
          <p:spPr>
            <a:xfrm>
              <a:off x="11176000"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CAB8B69-25B1-5118-D9AD-68C2DA62F338}"/>
                </a:ext>
              </a:extLst>
            </p:cNvPr>
            <p:cNvCxnSpPr/>
            <p:nvPr/>
          </p:nvCxnSpPr>
          <p:spPr>
            <a:xfrm>
              <a:off x="9082722" y="2011680"/>
              <a:ext cx="0" cy="18288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2" name="Footer Placeholder 1">
            <a:extLst>
              <a:ext uri="{FF2B5EF4-FFF2-40B4-BE49-F238E27FC236}">
                <a16:creationId xmlns:a16="http://schemas.microsoft.com/office/drawing/2014/main" id="{97058C7D-EAAB-E348-EE4D-D652DB34B5A7}"/>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7A266DDF-D272-1859-F9F9-3C8EFACC8E1A}"/>
              </a:ext>
            </a:extLst>
          </p:cNvPr>
          <p:cNvSpPr>
            <a:spLocks noGrp="1"/>
          </p:cNvSpPr>
          <p:nvPr>
            <p:ph type="sldNum" sz="quarter" idx="4"/>
          </p:nvPr>
        </p:nvSpPr>
        <p:spPr/>
        <p:txBody>
          <a:bodyPr/>
          <a:lstStyle/>
          <a:p>
            <a:fld id="{37F5C94B-8C55-478B-B509-BAE6A06B2E2A}" type="slidenum">
              <a:rPr lang="en-US" smtClean="0"/>
              <a:pPr/>
              <a:t>22</a:t>
            </a:fld>
            <a:endParaRPr lang="en-US" dirty="0"/>
          </a:p>
        </p:txBody>
      </p:sp>
    </p:spTree>
    <p:extLst>
      <p:ext uri="{BB962C8B-B14F-4D97-AF65-F5344CB8AC3E}">
        <p14:creationId xmlns:p14="http://schemas.microsoft.com/office/powerpoint/2010/main" val="538547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918026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8563783" cy="1081710"/>
          </a:xfrm>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using Lean Six Sigma</a:t>
            </a:r>
            <a:br>
              <a:rPr lang="en-US" sz="2400" kern="0" dirty="0"/>
            </a:br>
            <a:r>
              <a:rPr lang="en-US" b="0" kern="0" dirty="0"/>
              <a:t>Motorola estimated that its Six Sigma program had saved the company over $16 billion in costs and increased customer satisfaction by 15%</a:t>
            </a:r>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645920"/>
            <a:ext cx="10976610" cy="3693319"/>
          </a:xfrm>
          <a:prstGeom prst="rect">
            <a:avLst/>
          </a:prstGeom>
          <a:noFill/>
        </p:spPr>
        <p:txBody>
          <a:bodyPr wrap="square" rtlCol="0">
            <a:spAutoFit/>
          </a:bodyPr>
          <a:lstStyle/>
          <a:p>
            <a:r>
              <a:rPr lang="en-US" dirty="0"/>
              <a:t>Motorola is a global telecommunications company that is often credited with the development of the Six Sigma methodology. In the 1980s, Motorola was struggling with quality control issues in its manufacturing processes, which led to high costs and low customer satisfaction. To address these issues, Motorola implemented the Six Sigma methodology to improve its processes and reduce defects.</a:t>
            </a:r>
          </a:p>
          <a:p>
            <a:endParaRPr lang="en-US" dirty="0"/>
          </a:p>
          <a:p>
            <a:r>
              <a:rPr lang="en-US" dirty="0"/>
              <a:t>As a result of its Six Sigma efforts, Motorola was able to significantly reduce defects in its products, which led to increased customer satisfaction and reduced costs. In fact, by the early 1990s, Motorola estimated that its Six Sigma program had saved the company over $16 billion in costs and increased customer satisfaction by 15%.</a:t>
            </a:r>
          </a:p>
          <a:p>
            <a:endParaRPr lang="en-US" dirty="0"/>
          </a:p>
          <a:p>
            <a:r>
              <a:rPr lang="en-US" dirty="0"/>
              <a:t>Motorola's success with Six Sigma has inspired many other companies to adopt the methodology and has helped to establish Six Sigma as a leading approach to process improvement. Today, Six Sigma is used by companies around the world to improve their processes and increase efficiency.</a:t>
            </a:r>
          </a:p>
        </p:txBody>
      </p:sp>
      <p:pic>
        <p:nvPicPr>
          <p:cNvPr id="1026" name="Picture 2">
            <a:extLst>
              <a:ext uri="{FF2B5EF4-FFF2-40B4-BE49-F238E27FC236}">
                <a16:creationId xmlns:a16="http://schemas.microsoft.com/office/drawing/2014/main" id="{BA95374E-8085-8BB9-E363-DB0CEFB505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77898" y="480037"/>
            <a:ext cx="2495616" cy="636382"/>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7B30A71F-293A-5ADF-E9ED-58D6A0D4BAEF}"/>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3C7A39A9-9978-7729-4E5E-61F55A7CDC3E}"/>
              </a:ext>
            </a:extLst>
          </p:cNvPr>
          <p:cNvSpPr>
            <a:spLocks noGrp="1"/>
          </p:cNvSpPr>
          <p:nvPr>
            <p:ph type="sldNum" sz="quarter" idx="4"/>
          </p:nvPr>
        </p:nvSpPr>
        <p:spPr/>
        <p:txBody>
          <a:bodyPr/>
          <a:lstStyle/>
          <a:p>
            <a:fld id="{37F5C94B-8C55-478B-B509-BAE6A06B2E2A}" type="slidenum">
              <a:rPr lang="en-US" smtClean="0"/>
              <a:pPr/>
              <a:t>23</a:t>
            </a:fld>
            <a:endParaRPr lang="en-US" dirty="0"/>
          </a:p>
        </p:txBody>
      </p:sp>
    </p:spTree>
    <p:extLst>
      <p:ext uri="{BB962C8B-B14F-4D97-AF65-F5344CB8AC3E}">
        <p14:creationId xmlns:p14="http://schemas.microsoft.com/office/powerpoint/2010/main" val="67415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3024474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8491662" cy="1081710"/>
          </a:xfrm>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using Lean Six Sigma</a:t>
            </a:r>
            <a:br>
              <a:rPr lang="en-US" sz="2400" kern="0" dirty="0"/>
            </a:br>
            <a:r>
              <a:rPr lang="en-US" b="0" kern="0" dirty="0"/>
              <a:t>Toyota is widely regarded as one of the most efficient and effective automotive manufacturers in the world</a:t>
            </a:r>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645920"/>
            <a:ext cx="10976610" cy="3970318"/>
          </a:xfrm>
          <a:prstGeom prst="rect">
            <a:avLst/>
          </a:prstGeom>
          <a:noFill/>
        </p:spPr>
        <p:txBody>
          <a:bodyPr wrap="square" rtlCol="0">
            <a:spAutoFit/>
          </a:bodyPr>
          <a:lstStyle/>
          <a:p>
            <a:r>
              <a:rPr lang="en-US" dirty="0"/>
              <a:t>Toyota is a Japanese automotive manufacturer that is known for its use of Lean manufacturing principles. In the early 2000s, Toyota was struggling with quality control issues in its manufacturing processes, which led to a series of high-profile recalls and damaged the company's reputation.</a:t>
            </a:r>
          </a:p>
          <a:p>
            <a:endParaRPr lang="en-US" dirty="0"/>
          </a:p>
          <a:p>
            <a:r>
              <a:rPr lang="en-US" dirty="0"/>
              <a:t>To address these issues, Toyota implemented a Six Sigma program to improve its processes and reduce defects. The company also introduced a quality control initiative called "Total Quality Management" (TQM) that emphasized the importance of continuous improvement and employee involvement.</a:t>
            </a:r>
          </a:p>
          <a:p>
            <a:endParaRPr lang="en-US" dirty="0"/>
          </a:p>
          <a:p>
            <a:r>
              <a:rPr lang="en-US" dirty="0"/>
              <a:t>As a result of its Six Sigma and TQM efforts, Toyota was able to significantly improve its product quality and reduce defects. In fact, the company's quality control improvements were so successful that they became known as the "Toyota Way" and have been emulated by many other companies around the world.</a:t>
            </a:r>
          </a:p>
          <a:p>
            <a:endParaRPr lang="en-US" dirty="0"/>
          </a:p>
          <a:p>
            <a:r>
              <a:rPr lang="en-US" dirty="0"/>
              <a:t>Today, Toyota is known for its commitment to quality and continuous improvement, and is widely regarded as one of the most efficient and effective automotive manufacturers in the world.</a:t>
            </a:r>
          </a:p>
        </p:txBody>
      </p:sp>
      <p:pic>
        <p:nvPicPr>
          <p:cNvPr id="2050" name="Picture 2">
            <a:extLst>
              <a:ext uri="{FF2B5EF4-FFF2-40B4-BE49-F238E27FC236}">
                <a16:creationId xmlns:a16="http://schemas.microsoft.com/office/drawing/2014/main" id="{5D2332F5-630D-904F-4A1F-44FD843478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81195" y="543864"/>
            <a:ext cx="2397443" cy="39587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ECC8052-7D13-A83E-8D7C-B8113A663871}"/>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C1175F33-1996-14D3-E6E6-D82E8E583615}"/>
              </a:ext>
            </a:extLst>
          </p:cNvPr>
          <p:cNvSpPr>
            <a:spLocks noGrp="1"/>
          </p:cNvSpPr>
          <p:nvPr>
            <p:ph type="sldNum" sz="quarter" idx="4"/>
          </p:nvPr>
        </p:nvSpPr>
        <p:spPr/>
        <p:txBody>
          <a:bodyPr/>
          <a:lstStyle/>
          <a:p>
            <a:fld id="{37F5C94B-8C55-478B-B509-BAE6A06B2E2A}" type="slidenum">
              <a:rPr lang="en-US" smtClean="0"/>
              <a:pPr/>
              <a:t>24</a:t>
            </a:fld>
            <a:endParaRPr lang="en-US" dirty="0"/>
          </a:p>
        </p:txBody>
      </p:sp>
    </p:spTree>
    <p:extLst>
      <p:ext uri="{BB962C8B-B14F-4D97-AF65-F5344CB8AC3E}">
        <p14:creationId xmlns:p14="http://schemas.microsoft.com/office/powerpoint/2010/main" val="1725559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469928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9650611" cy="1081710"/>
          </a:xfrm>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using Lean Six Sigma</a:t>
            </a:r>
            <a:br>
              <a:rPr lang="en-US" sz="2400" kern="0" dirty="0"/>
            </a:br>
            <a:r>
              <a:rPr lang="en-US" b="0" kern="0" dirty="0"/>
              <a:t>GE has credited Lean Six Sigma with saving the company billions of dollars and improving customer satisfaction</a:t>
            </a:r>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645920"/>
            <a:ext cx="10976610" cy="4247317"/>
          </a:xfrm>
          <a:prstGeom prst="rect">
            <a:avLst/>
          </a:prstGeom>
          <a:noFill/>
        </p:spPr>
        <p:txBody>
          <a:bodyPr wrap="square" rtlCol="0">
            <a:spAutoFit/>
          </a:bodyPr>
          <a:lstStyle/>
          <a:p>
            <a:r>
              <a:rPr lang="en-US" dirty="0"/>
              <a:t>General Electric (GE) is a multinational conglomerate that has been using Lean Six Sigma since the 1990s to improve its manufacturing and business processes. GE has credited Lean Six Sigma with saving the company billions of dollars and improving customer satisfaction.</a:t>
            </a:r>
          </a:p>
          <a:p>
            <a:endParaRPr lang="en-US" dirty="0"/>
          </a:p>
          <a:p>
            <a:r>
              <a:rPr lang="en-US" dirty="0"/>
              <a:t>One of the most famous success stories from GE's Six Sigma program is its efforts to improve the quality of its aircraft engines. In the 1990s, GE's aircraft engines were experiencing high levels of defects and failures, which were leading to costly repairs and replacements.</a:t>
            </a:r>
          </a:p>
          <a:p>
            <a:endParaRPr lang="en-US" dirty="0"/>
          </a:p>
          <a:p>
            <a:r>
              <a:rPr lang="en-US" dirty="0"/>
              <a:t>To address these issues, GE implemented the Six Sigma methodology to improve its manufacturing processes and reduce defects. The company also introduced a quality control initiative called "Design for Six Sigma" (DFSS) that emphasized the importance of designing products that were less likely to fail.</a:t>
            </a:r>
          </a:p>
          <a:p>
            <a:endParaRPr lang="en-US" dirty="0"/>
          </a:p>
          <a:p>
            <a:r>
              <a:rPr lang="en-US" dirty="0"/>
              <a:t>As a result of its Six Sigma and DFSS efforts, GE was able to significantly improve the quality of its aircraft engines and reduce the number of defects and failures. In fact, by the early 2000s, GE's aircraft engines had become so reliable that they were considered the most reliable engines in the world.</a:t>
            </a:r>
          </a:p>
        </p:txBody>
      </p:sp>
      <p:pic>
        <p:nvPicPr>
          <p:cNvPr id="3074" name="Picture 2">
            <a:extLst>
              <a:ext uri="{FF2B5EF4-FFF2-40B4-BE49-F238E27FC236}">
                <a16:creationId xmlns:a16="http://schemas.microsoft.com/office/drawing/2014/main" id="{47252E89-C6DA-6CE3-AE7C-67BE18E172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52795" y="370136"/>
            <a:ext cx="1001464" cy="100146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E04CB72A-3A65-09C6-EB8C-00EF25F58F88}"/>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5B330046-7BC2-03EE-A09B-E06B0BB6E75B}"/>
              </a:ext>
            </a:extLst>
          </p:cNvPr>
          <p:cNvSpPr>
            <a:spLocks noGrp="1"/>
          </p:cNvSpPr>
          <p:nvPr>
            <p:ph type="sldNum" sz="quarter" idx="4"/>
          </p:nvPr>
        </p:nvSpPr>
        <p:spPr/>
        <p:txBody>
          <a:bodyPr/>
          <a:lstStyle/>
          <a:p>
            <a:fld id="{37F5C94B-8C55-478B-B509-BAE6A06B2E2A}" type="slidenum">
              <a:rPr lang="en-US" smtClean="0"/>
              <a:pPr/>
              <a:t>25</a:t>
            </a:fld>
            <a:endParaRPr lang="en-US" dirty="0"/>
          </a:p>
        </p:txBody>
      </p:sp>
    </p:spTree>
    <p:extLst>
      <p:ext uri="{BB962C8B-B14F-4D97-AF65-F5344CB8AC3E}">
        <p14:creationId xmlns:p14="http://schemas.microsoft.com/office/powerpoint/2010/main" val="1197378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019507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Table of contents</a:t>
            </a:r>
            <a:endParaRPr lang="en-US" b="0" kern="0" dirty="0"/>
          </a:p>
        </p:txBody>
      </p:sp>
      <p:pic>
        <p:nvPicPr>
          <p:cNvPr id="7" name="Graphic 6" descr="List">
            <a:extLst>
              <a:ext uri="{FF2B5EF4-FFF2-40B4-BE49-F238E27FC236}">
                <a16:creationId xmlns:a16="http://schemas.microsoft.com/office/drawing/2014/main" id="{8850C581-C269-2BDA-1120-643286CF504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8137" y="511345"/>
            <a:ext cx="914400" cy="914400"/>
          </a:xfrm>
          <a:prstGeom prst="rect">
            <a:avLst/>
          </a:prstGeom>
        </p:spPr>
      </p:pic>
      <p:sp>
        <p:nvSpPr>
          <p:cNvPr id="8" name="Rectangle 7">
            <a:extLst>
              <a:ext uri="{FF2B5EF4-FFF2-40B4-BE49-F238E27FC236}">
                <a16:creationId xmlns:a16="http://schemas.microsoft.com/office/drawing/2014/main" id="{C9E637C6-8134-5B98-DD94-524C82FD667C}"/>
              </a:ext>
            </a:extLst>
          </p:cNvPr>
          <p:cNvSpPr/>
          <p:nvPr/>
        </p:nvSpPr>
        <p:spPr>
          <a:xfrm>
            <a:off x="635726" y="1858636"/>
            <a:ext cx="10951437" cy="75822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9" name="Rectangle 8">
            <a:extLst>
              <a:ext uri="{FF2B5EF4-FFF2-40B4-BE49-F238E27FC236}">
                <a16:creationId xmlns:a16="http://schemas.microsoft.com/office/drawing/2014/main" id="{2B9998FE-E2A1-5938-5DA7-BDAE294B8AA1}"/>
              </a:ext>
            </a:extLst>
          </p:cNvPr>
          <p:cNvSpPr/>
          <p:nvPr/>
        </p:nvSpPr>
        <p:spPr>
          <a:xfrm>
            <a:off x="644041" y="1919599"/>
            <a:ext cx="742853" cy="6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1</a:t>
            </a:r>
          </a:p>
        </p:txBody>
      </p:sp>
      <p:sp>
        <p:nvSpPr>
          <p:cNvPr id="10" name="Rectangle 9">
            <a:extLst>
              <a:ext uri="{FF2B5EF4-FFF2-40B4-BE49-F238E27FC236}">
                <a16:creationId xmlns:a16="http://schemas.microsoft.com/office/drawing/2014/main" id="{F7B039DE-4974-C51F-FAFF-6D45F59B94BA}"/>
              </a:ext>
            </a:extLst>
          </p:cNvPr>
          <p:cNvSpPr/>
          <p:nvPr/>
        </p:nvSpPr>
        <p:spPr>
          <a:xfrm>
            <a:off x="1724862" y="2099250"/>
            <a:ext cx="940468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114300" defTabSz="914400" fontAlgn="auto">
              <a:lnSpc>
                <a:spcPct val="100000"/>
              </a:lnSpc>
              <a:spcBef>
                <a:spcPts val="2800"/>
              </a:spcBef>
              <a:spcAft>
                <a:spcPts val="2800"/>
              </a:spcAft>
              <a:defRPr/>
            </a:pPr>
            <a:r>
              <a:rPr lang="en-US" sz="1800" b="1" noProof="1">
                <a:solidFill>
                  <a:schemeClr val="tx1"/>
                </a:solidFill>
                <a:latin typeface="Arial"/>
                <a:cs typeface="+mn-cs"/>
              </a:rPr>
              <a:t>What is Lean Six Sigma?</a:t>
            </a:r>
          </a:p>
        </p:txBody>
      </p:sp>
      <p:sp>
        <p:nvSpPr>
          <p:cNvPr id="11" name="Rectangle 10">
            <a:extLst>
              <a:ext uri="{FF2B5EF4-FFF2-40B4-BE49-F238E27FC236}">
                <a16:creationId xmlns:a16="http://schemas.microsoft.com/office/drawing/2014/main" id="{5C02D2FC-0389-E8CC-2EB8-AA124EF1D049}"/>
              </a:ext>
            </a:extLst>
          </p:cNvPr>
          <p:cNvSpPr/>
          <p:nvPr/>
        </p:nvSpPr>
        <p:spPr>
          <a:xfrm>
            <a:off x="1403286" y="1937017"/>
            <a:ext cx="113594" cy="61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12" name="Rectangle 11">
            <a:extLst>
              <a:ext uri="{FF2B5EF4-FFF2-40B4-BE49-F238E27FC236}">
                <a16:creationId xmlns:a16="http://schemas.microsoft.com/office/drawing/2014/main" id="{E5A3677F-D69F-F970-F121-5BDFFF764BAE}"/>
              </a:ext>
            </a:extLst>
          </p:cNvPr>
          <p:cNvSpPr/>
          <p:nvPr/>
        </p:nvSpPr>
        <p:spPr>
          <a:xfrm>
            <a:off x="635726" y="2883916"/>
            <a:ext cx="10951437" cy="75822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4" name="Rectangle 13">
            <a:extLst>
              <a:ext uri="{FF2B5EF4-FFF2-40B4-BE49-F238E27FC236}">
                <a16:creationId xmlns:a16="http://schemas.microsoft.com/office/drawing/2014/main" id="{2FB56F43-8D0B-38F3-18DC-38202AADFF9D}"/>
              </a:ext>
            </a:extLst>
          </p:cNvPr>
          <p:cNvSpPr/>
          <p:nvPr/>
        </p:nvSpPr>
        <p:spPr>
          <a:xfrm>
            <a:off x="644041" y="2944879"/>
            <a:ext cx="742853" cy="6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2</a:t>
            </a:r>
          </a:p>
        </p:txBody>
      </p:sp>
      <p:sp>
        <p:nvSpPr>
          <p:cNvPr id="15" name="Rectangle 14">
            <a:extLst>
              <a:ext uri="{FF2B5EF4-FFF2-40B4-BE49-F238E27FC236}">
                <a16:creationId xmlns:a16="http://schemas.microsoft.com/office/drawing/2014/main" id="{A92F5059-CE59-050A-41D3-0399F61DEA71}"/>
              </a:ext>
            </a:extLst>
          </p:cNvPr>
          <p:cNvSpPr/>
          <p:nvPr/>
        </p:nvSpPr>
        <p:spPr>
          <a:xfrm>
            <a:off x="1724862" y="3124530"/>
            <a:ext cx="940468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114300" defTabSz="914400" fontAlgn="auto">
              <a:lnSpc>
                <a:spcPct val="100000"/>
              </a:lnSpc>
              <a:spcBef>
                <a:spcPts val="2800"/>
              </a:spcBef>
              <a:spcAft>
                <a:spcPts val="2800"/>
              </a:spcAft>
              <a:defRPr/>
            </a:pPr>
            <a:r>
              <a:rPr lang="en-US" sz="1800" b="1" noProof="1">
                <a:solidFill>
                  <a:schemeClr val="tx1"/>
                </a:solidFill>
                <a:latin typeface="Arial"/>
                <a:cs typeface="+mn-cs"/>
              </a:rPr>
              <a:t>What are the key benefits of using Lean Six Sigma?</a:t>
            </a:r>
          </a:p>
        </p:txBody>
      </p:sp>
      <p:sp>
        <p:nvSpPr>
          <p:cNvPr id="17" name="Rectangle 16">
            <a:extLst>
              <a:ext uri="{FF2B5EF4-FFF2-40B4-BE49-F238E27FC236}">
                <a16:creationId xmlns:a16="http://schemas.microsoft.com/office/drawing/2014/main" id="{CE9CD71F-709B-69F5-229C-B4E37F774B1C}"/>
              </a:ext>
            </a:extLst>
          </p:cNvPr>
          <p:cNvSpPr/>
          <p:nvPr/>
        </p:nvSpPr>
        <p:spPr>
          <a:xfrm>
            <a:off x="1403286" y="2962297"/>
            <a:ext cx="113594" cy="61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8" name="Rectangle 17">
            <a:extLst>
              <a:ext uri="{FF2B5EF4-FFF2-40B4-BE49-F238E27FC236}">
                <a16:creationId xmlns:a16="http://schemas.microsoft.com/office/drawing/2014/main" id="{685B98D3-C352-34F3-C059-1AF2AFC40AD2}"/>
              </a:ext>
            </a:extLst>
          </p:cNvPr>
          <p:cNvSpPr/>
          <p:nvPr/>
        </p:nvSpPr>
        <p:spPr>
          <a:xfrm>
            <a:off x="635726" y="3909196"/>
            <a:ext cx="10951437" cy="75822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9" name="Rectangle 18">
            <a:extLst>
              <a:ext uri="{FF2B5EF4-FFF2-40B4-BE49-F238E27FC236}">
                <a16:creationId xmlns:a16="http://schemas.microsoft.com/office/drawing/2014/main" id="{B1AC7022-20C4-7846-69D2-5B0495CC22B3}"/>
              </a:ext>
            </a:extLst>
          </p:cNvPr>
          <p:cNvSpPr/>
          <p:nvPr/>
        </p:nvSpPr>
        <p:spPr>
          <a:xfrm>
            <a:off x="644041" y="3970159"/>
            <a:ext cx="742853" cy="64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3</a:t>
            </a:r>
          </a:p>
        </p:txBody>
      </p:sp>
      <p:sp>
        <p:nvSpPr>
          <p:cNvPr id="20" name="Rectangle 19">
            <a:extLst>
              <a:ext uri="{FF2B5EF4-FFF2-40B4-BE49-F238E27FC236}">
                <a16:creationId xmlns:a16="http://schemas.microsoft.com/office/drawing/2014/main" id="{5A37D375-E99F-17DD-D91E-FA8F349B9BC0}"/>
              </a:ext>
            </a:extLst>
          </p:cNvPr>
          <p:cNvSpPr/>
          <p:nvPr/>
        </p:nvSpPr>
        <p:spPr>
          <a:xfrm>
            <a:off x="1724862" y="4149810"/>
            <a:ext cx="9404687"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114300" defTabSz="914400" fontAlgn="auto">
              <a:lnSpc>
                <a:spcPct val="100000"/>
              </a:lnSpc>
              <a:spcBef>
                <a:spcPts val="2800"/>
              </a:spcBef>
              <a:spcAft>
                <a:spcPts val="2800"/>
              </a:spcAft>
              <a:defRPr/>
            </a:pPr>
            <a:r>
              <a:rPr lang="en-US" sz="1800" b="1" noProof="1">
                <a:solidFill>
                  <a:schemeClr val="tx1"/>
                </a:solidFill>
                <a:latin typeface="Arial"/>
                <a:cs typeface="+mn-cs"/>
              </a:rPr>
              <a:t>Lean Six Sigma Toolkit - Approach and overview</a:t>
            </a:r>
          </a:p>
        </p:txBody>
      </p:sp>
      <p:sp>
        <p:nvSpPr>
          <p:cNvPr id="21" name="Rectangle 20">
            <a:extLst>
              <a:ext uri="{FF2B5EF4-FFF2-40B4-BE49-F238E27FC236}">
                <a16:creationId xmlns:a16="http://schemas.microsoft.com/office/drawing/2014/main" id="{2CDB9760-82FE-6C94-0110-4DB8241E83F2}"/>
              </a:ext>
            </a:extLst>
          </p:cNvPr>
          <p:cNvSpPr/>
          <p:nvPr/>
        </p:nvSpPr>
        <p:spPr>
          <a:xfrm>
            <a:off x="1403286" y="3987577"/>
            <a:ext cx="113594" cy="61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 name="Footer Placeholder 1">
            <a:extLst>
              <a:ext uri="{FF2B5EF4-FFF2-40B4-BE49-F238E27FC236}">
                <a16:creationId xmlns:a16="http://schemas.microsoft.com/office/drawing/2014/main" id="{8A031753-1620-A4A3-F35E-E89612C971F1}"/>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52DC26BA-806B-9E65-0EE7-E8A205019530}"/>
              </a:ext>
            </a:extLst>
          </p:cNvPr>
          <p:cNvSpPr>
            <a:spLocks noGrp="1"/>
          </p:cNvSpPr>
          <p:nvPr>
            <p:ph type="sldNum" sz="quarter" idx="4"/>
          </p:nvPr>
        </p:nvSpPr>
        <p:spPr/>
        <p:txBody>
          <a:bodyPr/>
          <a:lstStyle/>
          <a:p>
            <a:fld id="{37F5C94B-8C55-478B-B509-BAE6A06B2E2A}" type="slidenum">
              <a:rPr lang="en-US" smtClean="0"/>
              <a:pPr/>
              <a:t>26</a:t>
            </a:fld>
            <a:endParaRPr lang="en-US" dirty="0"/>
          </a:p>
        </p:txBody>
      </p:sp>
    </p:spTree>
    <p:extLst>
      <p:ext uri="{BB962C8B-B14F-4D97-AF65-F5344CB8AC3E}">
        <p14:creationId xmlns:p14="http://schemas.microsoft.com/office/powerpoint/2010/main" val="22577355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2947284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tx1"/>
                </a:solidFill>
              </a:rPr>
              <a:t>Our ex-McKinsey, Deloitte &amp; BCG consultants created a Lean 6 Sigma Toolkit to help you achieve your organization’s strategic objectives</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by former McKinsey, Deloitte &amp; BCG management consultants.</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7" name="Footer Placeholder 6">
            <a:extLst>
              <a:ext uri="{FF2B5EF4-FFF2-40B4-BE49-F238E27FC236}">
                <a16:creationId xmlns:a16="http://schemas.microsoft.com/office/drawing/2014/main" id="{3BBCC21F-D6D4-7D31-E98B-22EF28949896}"/>
              </a:ext>
            </a:extLst>
          </p:cNvPr>
          <p:cNvSpPr>
            <a:spLocks noGrp="1"/>
          </p:cNvSpPr>
          <p:nvPr>
            <p:ph type="ftr" sz="quarter" idx="3"/>
          </p:nvPr>
        </p:nvSpPr>
        <p:spPr/>
        <p:txBody>
          <a:bodyPr/>
          <a:lstStyle/>
          <a:p>
            <a:r>
              <a:rPr lang="en-US"/>
              <a:t>Domont Consulting</a:t>
            </a:r>
            <a:endParaRPr lang="en-US" dirty="0"/>
          </a:p>
        </p:txBody>
      </p:sp>
      <p:sp>
        <p:nvSpPr>
          <p:cNvPr id="8" name="Slide Number Placeholder 7">
            <a:extLst>
              <a:ext uri="{FF2B5EF4-FFF2-40B4-BE49-F238E27FC236}">
                <a16:creationId xmlns:a16="http://schemas.microsoft.com/office/drawing/2014/main" id="{319366A3-EC78-2C31-E2EC-C2D93292BE6D}"/>
              </a:ext>
            </a:extLst>
          </p:cNvPr>
          <p:cNvSpPr>
            <a:spLocks noGrp="1"/>
          </p:cNvSpPr>
          <p:nvPr>
            <p:ph type="sldNum" sz="quarter" idx="4"/>
          </p:nvPr>
        </p:nvSpPr>
        <p:spPr/>
        <p:txBody>
          <a:bodyPr/>
          <a:lstStyle/>
          <a:p>
            <a:fld id="{37F5C94B-8C55-478B-B509-BAE6A06B2E2A}" type="slidenum">
              <a:rPr lang="en-US" smtClean="0"/>
              <a:pPr/>
              <a:t>27</a:t>
            </a:fld>
            <a:endParaRPr lang="en-US" dirty="0"/>
          </a:p>
        </p:txBody>
      </p:sp>
    </p:spTree>
    <p:extLst>
      <p:ext uri="{BB962C8B-B14F-4D97-AF65-F5344CB8AC3E}">
        <p14:creationId xmlns:p14="http://schemas.microsoft.com/office/powerpoint/2010/main" val="862292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503788" y="1526613"/>
            <a:ext cx="11094412" cy="5032147"/>
          </a:xfrm>
          <a:prstGeom prst="rect">
            <a:avLst/>
          </a:prstGeom>
        </p:spPr>
        <p:txBody>
          <a:bodyPr wrap="square">
            <a:spAutoFit/>
          </a:bodyPr>
          <a:lstStyle/>
          <a:p>
            <a:pPr marL="0" marR="0" lvl="1" algn="l" defTabSz="914400" eaLnBrk="1" fontAlgn="auto" latinLnBrk="0" hangingPunct="1">
              <a:spcBef>
                <a:spcPts val="300"/>
              </a:spcBef>
              <a:spcAft>
                <a:spcPts val="300"/>
              </a:spcAft>
              <a:buClrTx/>
              <a:buSzTx/>
              <a:tabLst/>
              <a:defRPr/>
            </a:pPr>
            <a:r>
              <a:rPr lang="en-US" sz="1300" b="1" dirty="0">
                <a:solidFill>
                  <a:srgbClr val="002060"/>
                </a:solidFill>
                <a:latin typeface="Arial (Body)"/>
              </a:rPr>
              <a:t>The Lean 6 Sigma Toolkit includes frameworks, tools, templates, tutorials, real-life examples, video training, and best practices to help you:</a:t>
            </a:r>
          </a:p>
          <a:p>
            <a:pPr marL="263525" lvl="1" indent="-177800">
              <a:spcBef>
                <a:spcPts val="300"/>
              </a:spcBef>
              <a:spcAft>
                <a:spcPts val="300"/>
              </a:spcAft>
              <a:buFont typeface="Arial" panose="020B0604020202020204" pitchFamily="34" charset="0"/>
              <a:buChar char="•"/>
              <a:defRPr/>
            </a:pPr>
            <a:r>
              <a:rPr lang="en-US" sz="1300" b="1" dirty="0">
                <a:latin typeface="Arial (Body)"/>
              </a:rPr>
              <a:t>Adopt and implement a Lean 6 Sigma methodology within your organization using the 5 phases of the world-class DMAIC approach: </a:t>
            </a:r>
            <a:r>
              <a:rPr lang="en-US" sz="1300" dirty="0">
                <a:latin typeface="Arial (Body)"/>
              </a:rPr>
              <a:t>(I) Define, (II) Measure, (III) Analyze, (IV) Improve, (V) Control </a:t>
            </a:r>
          </a:p>
          <a:p>
            <a:pPr marL="263525" lvl="1" indent="-177800">
              <a:spcBef>
                <a:spcPts val="300"/>
              </a:spcBef>
              <a:spcAft>
                <a:spcPts val="300"/>
              </a:spcAft>
              <a:buFont typeface="Arial" panose="020B0604020202020204" pitchFamily="34" charset="0"/>
              <a:buChar char="•"/>
              <a:defRPr/>
            </a:pPr>
            <a:r>
              <a:rPr lang="en-US" sz="1300" b="1" dirty="0">
                <a:latin typeface="Arial (Body)"/>
              </a:rPr>
              <a:t>(I) Define: </a:t>
            </a:r>
            <a:r>
              <a:rPr lang="en-US" sz="1300" dirty="0">
                <a:latin typeface="Arial (Body)"/>
              </a:rPr>
              <a:t>(1) Define the problem to solve, (2) Define clear and measurable project goals aligned with the corporate and business strategy, (3) Define the high-level current process and the scope with the SIPOC tool, (4) Establish the timeline and budget for the project, (5) Conduct a stakeholder analysis, (6) Define the project team, (7) Define the customer requirements using the VOC technique and Critical-to-Quality tree, (8) </a:t>
            </a:r>
            <a:r>
              <a:rPr lang="en-GB" sz="1300" dirty="0">
                <a:latin typeface="Arial (Body)"/>
              </a:rPr>
              <a:t>Review and select data analytics tools and techniques, (9)</a:t>
            </a:r>
            <a:r>
              <a:rPr lang="en-US" sz="1300" dirty="0">
                <a:latin typeface="Arial (Body)"/>
              </a:rPr>
              <a:t> Define the data collection plan</a:t>
            </a:r>
          </a:p>
          <a:p>
            <a:pPr marL="263525" lvl="1" indent="-177800">
              <a:spcBef>
                <a:spcPts val="300"/>
              </a:spcBef>
              <a:spcAft>
                <a:spcPts val="300"/>
              </a:spcAft>
              <a:buFont typeface="Arial" panose="020B0604020202020204" pitchFamily="34" charset="0"/>
              <a:buChar char="•"/>
              <a:defRPr/>
            </a:pPr>
            <a:r>
              <a:rPr lang="en-US" sz="1300" b="1" dirty="0">
                <a:latin typeface="Arial (Body)"/>
              </a:rPr>
              <a:t>(II) Measure: </a:t>
            </a:r>
            <a:r>
              <a:rPr lang="en-US" sz="1300" dirty="0">
                <a:latin typeface="Arial (Body)"/>
              </a:rPr>
              <a:t>(1) Measure the current process performance, (2) Create assumptions for what might be causing problems, (3) Collect data and ensure data reliability</a:t>
            </a:r>
          </a:p>
          <a:p>
            <a:pPr marL="263525" lvl="1" indent="-177800">
              <a:spcBef>
                <a:spcPts val="300"/>
              </a:spcBef>
              <a:spcAft>
                <a:spcPts val="300"/>
              </a:spcAft>
              <a:buFont typeface="Arial" panose="020B0604020202020204" pitchFamily="34" charset="0"/>
              <a:buChar char="•"/>
              <a:defRPr/>
            </a:pPr>
            <a:r>
              <a:rPr lang="en-US" sz="1300" b="1" dirty="0">
                <a:latin typeface="Arial (Body)"/>
              </a:rPr>
              <a:t>(III) Analyze: </a:t>
            </a:r>
            <a:r>
              <a:rPr lang="en-US" sz="1300" dirty="0">
                <a:latin typeface="Arial (Body)"/>
              </a:rPr>
              <a:t>(1) Analyze the data in detail, (2) Verify your assumptions in terms of what might be causing problems using the “Five Whys” problem solving tool, the “Fishbone Diagram” tool, and the Pareto Analysis tool, (3) Identify, assess, and prioritize potential failure modes in a system or process using the FMEA approach</a:t>
            </a:r>
          </a:p>
          <a:p>
            <a:pPr marL="263525" lvl="1" indent="-177800">
              <a:spcBef>
                <a:spcPts val="300"/>
              </a:spcBef>
              <a:spcAft>
                <a:spcPts val="300"/>
              </a:spcAft>
              <a:buFont typeface="Arial" panose="020B0604020202020204" pitchFamily="34" charset="0"/>
              <a:buChar char="•"/>
              <a:defRPr/>
            </a:pPr>
            <a:r>
              <a:rPr lang="en-US" sz="1300" b="1" dirty="0">
                <a:latin typeface="Arial (Body)"/>
              </a:rPr>
              <a:t>(IV) Improve: </a:t>
            </a:r>
            <a:r>
              <a:rPr lang="en-US" sz="1300" dirty="0">
                <a:latin typeface="Arial (Body)"/>
              </a:rPr>
              <a:t>(1) Define ideation constraints, (2) Generate potential solutions using “How might we” questions, ideation workshop, brainstorming, the Crazy 8S tool and the 5 S framework, (3) Categorize the solutions using mind mapping, (4) Create a business case &amp; financial model for the most promising solutions, (5) Select the best solution, (6) Test the solution using a testing sheet and a feedback capture grid, (7) Create a standard operating procedure (SOP), (8) Implement the solution(s), (9) Assess commitment with the commitment curve tool, (10) Measure improvement</a:t>
            </a:r>
          </a:p>
          <a:p>
            <a:pPr marL="263525" lvl="1" indent="-177800">
              <a:spcBef>
                <a:spcPts val="300"/>
              </a:spcBef>
              <a:spcAft>
                <a:spcPts val="300"/>
              </a:spcAft>
              <a:buFont typeface="Arial" panose="020B0604020202020204" pitchFamily="34" charset="0"/>
              <a:buChar char="•"/>
              <a:defRPr/>
            </a:pPr>
            <a:r>
              <a:rPr lang="en-US" sz="1300" b="1" dirty="0">
                <a:latin typeface="Arial (Body)"/>
              </a:rPr>
              <a:t>(V) Control: </a:t>
            </a:r>
            <a:r>
              <a:rPr lang="en-US" sz="1300" dirty="0">
                <a:latin typeface="Arial (Body)"/>
              </a:rPr>
              <a:t>(1) Monitor and continuously improve the process with the Kaizen approach, (2) Create and implement a control plan, (3) Share and celebrate your success, (4) Apply new knowledge to other processes in your organization</a:t>
            </a:r>
          </a:p>
          <a:p>
            <a:pPr marL="263525" lvl="1" indent="-177800">
              <a:spcBef>
                <a:spcPts val="300"/>
              </a:spcBef>
              <a:spcAft>
                <a:spcPts val="300"/>
              </a:spcAft>
              <a:buFont typeface="Arial" panose="020B0604020202020204" pitchFamily="34" charset="0"/>
              <a:buChar char="•"/>
              <a:defRPr/>
            </a:pPr>
            <a:r>
              <a:rPr lang="en-US" sz="1300" b="1" dirty="0">
                <a:latin typeface="Arial (Body)"/>
              </a:rPr>
              <a:t>Build success stories such as Motorola </a:t>
            </a:r>
            <a:r>
              <a:rPr lang="en-US" sz="1300" dirty="0">
                <a:latin typeface="Arial (Body)"/>
              </a:rPr>
              <a:t>who saved over $16 billion in costs and increased customer satisfaction by 15% by applying Lean 6 Sigma</a:t>
            </a:r>
          </a:p>
        </p:txBody>
      </p:sp>
      <p:sp>
        <p:nvSpPr>
          <p:cNvPr id="2" name="Footer Placeholder 1">
            <a:extLst>
              <a:ext uri="{FF2B5EF4-FFF2-40B4-BE49-F238E27FC236}">
                <a16:creationId xmlns:a16="http://schemas.microsoft.com/office/drawing/2014/main" id="{164DBA1F-553C-EA61-476C-FA7AC38D3AE7}"/>
              </a:ext>
            </a:extLst>
          </p:cNvPr>
          <p:cNvSpPr>
            <a:spLocks noGrp="1"/>
          </p:cNvSpPr>
          <p:nvPr>
            <p:ph type="ftr" sz="quarter" idx="3"/>
          </p:nvPr>
        </p:nvSpPr>
        <p:spPr/>
        <p:txBody>
          <a:bodyPr/>
          <a:lstStyle/>
          <a:p>
            <a:r>
              <a:rPr lang="en-US"/>
              <a:t>Domont Consulting</a:t>
            </a:r>
            <a:endParaRPr lang="en-US" dirty="0"/>
          </a:p>
        </p:txBody>
      </p:sp>
      <p:sp>
        <p:nvSpPr>
          <p:cNvPr id="3" name="Slide Number Placeholder 2">
            <a:extLst>
              <a:ext uri="{FF2B5EF4-FFF2-40B4-BE49-F238E27FC236}">
                <a16:creationId xmlns:a16="http://schemas.microsoft.com/office/drawing/2014/main" id="{2F7DD3FB-BD5B-87ED-A5C7-EFB25454E4EC}"/>
              </a:ext>
            </a:extLst>
          </p:cNvPr>
          <p:cNvSpPr>
            <a:spLocks noGrp="1"/>
          </p:cNvSpPr>
          <p:nvPr>
            <p:ph type="sldNum" sz="quarter" idx="4"/>
          </p:nvPr>
        </p:nvSpPr>
        <p:spPr/>
        <p:txBody>
          <a:bodyPr/>
          <a:lstStyle/>
          <a:p>
            <a:fld id="{37F5C94B-8C55-478B-B509-BAE6A06B2E2A}" type="slidenum">
              <a:rPr lang="en-US" smtClean="0"/>
              <a:pPr/>
              <a:t>28</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29</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hlinkClick r:id="rId5"/>
              </a:rPr>
              <a:t>https://youtu.be/HV5ewjpjF0Q</a:t>
            </a:r>
            <a:r>
              <a:rPr lang="en-US" sz="1600" dirty="0"/>
              <a:t> </a:t>
            </a:r>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a:hlinkClick r:id="rId5"/>
            <a:extLst>
              <a:ext uri="{FF2B5EF4-FFF2-40B4-BE49-F238E27FC236}">
                <a16:creationId xmlns:a16="http://schemas.microsoft.com/office/drawing/2014/main" id="{3933D741-055B-9728-1437-6344FE9BB831}"/>
              </a:ext>
            </a:extLst>
          </p:cNvPr>
          <p:cNvPicPr>
            <a:picLocks noChangeAspect="1"/>
          </p:cNvPicPr>
          <p:nvPr/>
        </p:nvPicPr>
        <p:blipFill>
          <a:blip r:embed="rId7"/>
          <a:stretch>
            <a:fillRect/>
          </a:stretch>
        </p:blipFill>
        <p:spPr>
          <a:xfrm>
            <a:off x="6476568" y="2080435"/>
            <a:ext cx="5084216" cy="2844087"/>
          </a:xfrm>
          <a:prstGeom prst="rect">
            <a:avLst/>
          </a:prstGeom>
        </p:spPr>
      </p:pic>
    </p:spTree>
    <p:extLst>
      <p:ext uri="{BB962C8B-B14F-4D97-AF65-F5344CB8AC3E}">
        <p14:creationId xmlns:p14="http://schemas.microsoft.com/office/powerpoint/2010/main" val="3892113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5311355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The Lean 6 Sigma DMAIC methodology is an iterative process which includes 5 phases</a:t>
            </a:r>
            <a:endParaRPr lang="en-US" b="0" kern="0" dirty="0"/>
          </a:p>
        </p:txBody>
      </p:sp>
      <p:sp>
        <p:nvSpPr>
          <p:cNvPr id="9" name="Chevron 17">
            <a:extLst>
              <a:ext uri="{FF2B5EF4-FFF2-40B4-BE49-F238E27FC236}">
                <a16:creationId xmlns:a16="http://schemas.microsoft.com/office/drawing/2014/main" id="{0F4B39A0-2803-47D9-93AE-F99798C91F06}"/>
              </a:ext>
            </a:extLst>
          </p:cNvPr>
          <p:cNvSpPr/>
          <p:nvPr/>
        </p:nvSpPr>
        <p:spPr bwMode="auto">
          <a:xfrm>
            <a:off x="1101490" y="3114969"/>
            <a:ext cx="2052000" cy="805521"/>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 Define</a:t>
            </a:r>
          </a:p>
        </p:txBody>
      </p:sp>
      <p:sp>
        <p:nvSpPr>
          <p:cNvPr id="10" name="Chevron 17">
            <a:extLst>
              <a:ext uri="{FF2B5EF4-FFF2-40B4-BE49-F238E27FC236}">
                <a16:creationId xmlns:a16="http://schemas.microsoft.com/office/drawing/2014/main" id="{52524284-CA7D-416E-ADDB-CAB7040B62C4}"/>
              </a:ext>
            </a:extLst>
          </p:cNvPr>
          <p:cNvSpPr/>
          <p:nvPr/>
        </p:nvSpPr>
        <p:spPr bwMode="auto">
          <a:xfrm>
            <a:off x="5119960" y="3114969"/>
            <a:ext cx="2052000" cy="805521"/>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III. Analyze</a:t>
            </a:r>
          </a:p>
        </p:txBody>
      </p:sp>
      <p:sp>
        <p:nvSpPr>
          <p:cNvPr id="11" name="Chevron 17">
            <a:extLst>
              <a:ext uri="{FF2B5EF4-FFF2-40B4-BE49-F238E27FC236}">
                <a16:creationId xmlns:a16="http://schemas.microsoft.com/office/drawing/2014/main" id="{DCA1B29F-4AB2-4DAE-B498-BC74026B1DDA}"/>
              </a:ext>
            </a:extLst>
          </p:cNvPr>
          <p:cNvSpPr/>
          <p:nvPr/>
        </p:nvSpPr>
        <p:spPr bwMode="auto">
          <a:xfrm>
            <a:off x="7129195" y="3114969"/>
            <a:ext cx="2052000" cy="805521"/>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IV. Improve</a:t>
            </a:r>
          </a:p>
        </p:txBody>
      </p:sp>
      <p:sp>
        <p:nvSpPr>
          <p:cNvPr id="12" name="Chevron 17">
            <a:extLst>
              <a:ext uri="{FF2B5EF4-FFF2-40B4-BE49-F238E27FC236}">
                <a16:creationId xmlns:a16="http://schemas.microsoft.com/office/drawing/2014/main" id="{B9BBA604-AEF4-4807-AD42-75399F0043F4}"/>
              </a:ext>
            </a:extLst>
          </p:cNvPr>
          <p:cNvSpPr/>
          <p:nvPr/>
        </p:nvSpPr>
        <p:spPr bwMode="auto">
          <a:xfrm>
            <a:off x="3110725" y="3114969"/>
            <a:ext cx="2052000" cy="805521"/>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 Measure</a:t>
            </a:r>
          </a:p>
        </p:txBody>
      </p:sp>
      <p:sp>
        <p:nvSpPr>
          <p:cNvPr id="22" name="Chevron 17">
            <a:extLst>
              <a:ext uri="{FF2B5EF4-FFF2-40B4-BE49-F238E27FC236}">
                <a16:creationId xmlns:a16="http://schemas.microsoft.com/office/drawing/2014/main" id="{8664D20B-2002-4C9F-A94C-AB6D33819DF8}"/>
              </a:ext>
            </a:extLst>
          </p:cNvPr>
          <p:cNvSpPr/>
          <p:nvPr/>
        </p:nvSpPr>
        <p:spPr bwMode="auto">
          <a:xfrm>
            <a:off x="9138429" y="3114969"/>
            <a:ext cx="2052000" cy="805521"/>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V. Control</a:t>
            </a:r>
          </a:p>
        </p:txBody>
      </p:sp>
      <p:pic>
        <p:nvPicPr>
          <p:cNvPr id="54" name="Graphic 53" descr="Speedometer Low outline">
            <a:extLst>
              <a:ext uri="{FF2B5EF4-FFF2-40B4-BE49-F238E27FC236}">
                <a16:creationId xmlns:a16="http://schemas.microsoft.com/office/drawing/2014/main" id="{D839C975-9A33-BCD0-634F-7857904AAD8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42437" y="2472333"/>
            <a:ext cx="657156" cy="657156"/>
          </a:xfrm>
          <a:prstGeom prst="rect">
            <a:avLst/>
          </a:prstGeom>
        </p:spPr>
      </p:pic>
      <p:pic>
        <p:nvPicPr>
          <p:cNvPr id="58" name="Graphic 57" descr="Question Mark outline">
            <a:extLst>
              <a:ext uri="{FF2B5EF4-FFF2-40B4-BE49-F238E27FC236}">
                <a16:creationId xmlns:a16="http://schemas.microsoft.com/office/drawing/2014/main" id="{07AA8628-82CA-DC67-5369-A69F22E691C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50147" y="2525945"/>
            <a:ext cx="551018" cy="551018"/>
          </a:xfrm>
          <a:prstGeom prst="rect">
            <a:avLst/>
          </a:prstGeom>
        </p:spPr>
      </p:pic>
      <p:pic>
        <p:nvPicPr>
          <p:cNvPr id="62" name="Graphic 61" descr="Speedometer Middle outline">
            <a:extLst>
              <a:ext uri="{FF2B5EF4-FFF2-40B4-BE49-F238E27FC236}">
                <a16:creationId xmlns:a16="http://schemas.microsoft.com/office/drawing/2014/main" id="{ED79F470-25AA-F3D7-A469-2D5A04FB88F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860030" y="2478372"/>
            <a:ext cx="657156" cy="657156"/>
          </a:xfrm>
          <a:prstGeom prst="rect">
            <a:avLst/>
          </a:prstGeom>
        </p:spPr>
      </p:pic>
      <p:pic>
        <p:nvPicPr>
          <p:cNvPr id="63" name="Graphic 62" descr="Research outline">
            <a:extLst>
              <a:ext uri="{FF2B5EF4-FFF2-40B4-BE49-F238E27FC236}">
                <a16:creationId xmlns:a16="http://schemas.microsoft.com/office/drawing/2014/main" id="{5F5BD3D8-2C3B-2DDF-4E3C-1F91C62E375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854983" y="2493506"/>
            <a:ext cx="590263" cy="590263"/>
          </a:xfrm>
          <a:prstGeom prst="rect">
            <a:avLst/>
          </a:prstGeom>
        </p:spPr>
      </p:pic>
      <p:pic>
        <p:nvPicPr>
          <p:cNvPr id="65" name="Graphic 64" descr="Bar chart outline">
            <a:extLst>
              <a:ext uri="{FF2B5EF4-FFF2-40B4-BE49-F238E27FC236}">
                <a16:creationId xmlns:a16="http://schemas.microsoft.com/office/drawing/2014/main" id="{5ABA417F-5934-E7D8-E40F-507FB0CCC9C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08030" y="2495820"/>
            <a:ext cx="657156" cy="657156"/>
          </a:xfrm>
          <a:prstGeom prst="rect">
            <a:avLst/>
          </a:prstGeom>
        </p:spPr>
      </p:pic>
      <p:cxnSp>
        <p:nvCxnSpPr>
          <p:cNvPr id="19" name="Connector: Elbow 18">
            <a:extLst>
              <a:ext uri="{FF2B5EF4-FFF2-40B4-BE49-F238E27FC236}">
                <a16:creationId xmlns:a16="http://schemas.microsoft.com/office/drawing/2014/main" id="{5473FD6D-4D8C-AF78-4AC6-686D5A0C67EF}"/>
              </a:ext>
            </a:extLst>
          </p:cNvPr>
          <p:cNvCxnSpPr>
            <a:cxnSpLocks/>
            <a:stCxn id="22" idx="2"/>
            <a:endCxn id="9" idx="2"/>
          </p:cNvCxnSpPr>
          <p:nvPr/>
        </p:nvCxnSpPr>
        <p:spPr>
          <a:xfrm rot="5400000">
            <a:off x="6017810" y="-97979"/>
            <a:ext cx="12700" cy="8036939"/>
          </a:xfrm>
          <a:prstGeom prst="bentConnector3">
            <a:avLst>
              <a:gd name="adj1" fmla="val 756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E5020DBB-C84D-96B3-3229-1747FB129EE7}"/>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F7605BDB-863A-B9BB-CF44-0A91FD479B9C}"/>
              </a:ext>
            </a:extLst>
          </p:cNvPr>
          <p:cNvSpPr>
            <a:spLocks noGrp="1"/>
          </p:cNvSpPr>
          <p:nvPr>
            <p:ph type="sldNum" sz="quarter" idx="4"/>
          </p:nvPr>
        </p:nvSpPr>
        <p:spPr/>
        <p:txBody>
          <a:bodyPr/>
          <a:lstStyle/>
          <a:p>
            <a:fld id="{37F5C94B-8C55-478B-B509-BAE6A06B2E2A}" type="slidenum">
              <a:rPr lang="en-US" smtClean="0"/>
              <a:pPr/>
              <a:t>30</a:t>
            </a:fld>
            <a:endParaRPr lang="en-US" dirty="0"/>
          </a:p>
        </p:txBody>
      </p:sp>
    </p:spTree>
    <p:extLst>
      <p:ext uri="{BB962C8B-B14F-4D97-AF65-F5344CB8AC3E}">
        <p14:creationId xmlns:p14="http://schemas.microsoft.com/office/powerpoint/2010/main" val="15018116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4035231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Each phase includes multiple key activities</a:t>
            </a:r>
            <a:endParaRPr lang="en-US" b="0" kern="0" dirty="0"/>
          </a:p>
        </p:txBody>
      </p:sp>
      <p:sp>
        <p:nvSpPr>
          <p:cNvPr id="7" name="Chevron 17">
            <a:extLst>
              <a:ext uri="{FF2B5EF4-FFF2-40B4-BE49-F238E27FC236}">
                <a16:creationId xmlns:a16="http://schemas.microsoft.com/office/drawing/2014/main" id="{6B6C32C0-4F0E-35C6-F71B-5DC9AFF95F1F}"/>
              </a:ext>
            </a:extLst>
          </p:cNvPr>
          <p:cNvSpPr/>
          <p:nvPr/>
        </p:nvSpPr>
        <p:spPr bwMode="auto">
          <a:xfrm>
            <a:off x="1332132" y="2131989"/>
            <a:ext cx="2106000" cy="360000"/>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 Define</a:t>
            </a:r>
          </a:p>
        </p:txBody>
      </p:sp>
      <p:sp>
        <p:nvSpPr>
          <p:cNvPr id="17" name="Chevron 17">
            <a:extLst>
              <a:ext uri="{FF2B5EF4-FFF2-40B4-BE49-F238E27FC236}">
                <a16:creationId xmlns:a16="http://schemas.microsoft.com/office/drawing/2014/main" id="{9B33EBEC-4B76-7601-491A-5F512015DF83}"/>
              </a:ext>
            </a:extLst>
          </p:cNvPr>
          <p:cNvSpPr/>
          <p:nvPr/>
        </p:nvSpPr>
        <p:spPr bwMode="auto">
          <a:xfrm>
            <a:off x="5384892" y="2131989"/>
            <a:ext cx="2106000" cy="360000"/>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III. Analyze</a:t>
            </a:r>
          </a:p>
        </p:txBody>
      </p:sp>
      <p:sp>
        <p:nvSpPr>
          <p:cNvPr id="18" name="Chevron 17">
            <a:extLst>
              <a:ext uri="{FF2B5EF4-FFF2-40B4-BE49-F238E27FC236}">
                <a16:creationId xmlns:a16="http://schemas.microsoft.com/office/drawing/2014/main" id="{B92CB6C9-2480-16DF-C36B-47B85D4D3448}"/>
              </a:ext>
            </a:extLst>
          </p:cNvPr>
          <p:cNvSpPr/>
          <p:nvPr/>
        </p:nvSpPr>
        <p:spPr bwMode="auto">
          <a:xfrm>
            <a:off x="7411272" y="2131989"/>
            <a:ext cx="2106000" cy="360000"/>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IV. Improve</a:t>
            </a:r>
          </a:p>
        </p:txBody>
      </p:sp>
      <p:sp>
        <p:nvSpPr>
          <p:cNvPr id="19" name="Chevron 17">
            <a:extLst>
              <a:ext uri="{FF2B5EF4-FFF2-40B4-BE49-F238E27FC236}">
                <a16:creationId xmlns:a16="http://schemas.microsoft.com/office/drawing/2014/main" id="{4E5C4721-FEE2-6159-B9E6-5CDA69D31854}"/>
              </a:ext>
            </a:extLst>
          </p:cNvPr>
          <p:cNvSpPr/>
          <p:nvPr/>
        </p:nvSpPr>
        <p:spPr bwMode="auto">
          <a:xfrm>
            <a:off x="3358512" y="2131989"/>
            <a:ext cx="2106000" cy="360000"/>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 Measure</a:t>
            </a:r>
          </a:p>
        </p:txBody>
      </p:sp>
      <p:sp>
        <p:nvSpPr>
          <p:cNvPr id="20" name="Chevron 17">
            <a:extLst>
              <a:ext uri="{FF2B5EF4-FFF2-40B4-BE49-F238E27FC236}">
                <a16:creationId xmlns:a16="http://schemas.microsoft.com/office/drawing/2014/main" id="{FDF39F2F-5196-5877-0BB0-49416EB961CD}"/>
              </a:ext>
            </a:extLst>
          </p:cNvPr>
          <p:cNvSpPr/>
          <p:nvPr/>
        </p:nvSpPr>
        <p:spPr bwMode="auto">
          <a:xfrm>
            <a:off x="9437651" y="2131989"/>
            <a:ext cx="2106000" cy="360000"/>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V. Control</a:t>
            </a:r>
          </a:p>
        </p:txBody>
      </p:sp>
      <p:sp>
        <p:nvSpPr>
          <p:cNvPr id="21" name="TextBox 20">
            <a:extLst>
              <a:ext uri="{FF2B5EF4-FFF2-40B4-BE49-F238E27FC236}">
                <a16:creationId xmlns:a16="http://schemas.microsoft.com/office/drawing/2014/main" id="{F8471573-AB10-968F-5B3A-1C9D9294B2E0}"/>
              </a:ext>
            </a:extLst>
          </p:cNvPr>
          <p:cNvSpPr txBox="1"/>
          <p:nvPr/>
        </p:nvSpPr>
        <p:spPr>
          <a:xfrm>
            <a:off x="1300882" y="2508591"/>
            <a:ext cx="2130547" cy="415498"/>
          </a:xfrm>
          <a:prstGeom prst="rect">
            <a:avLst/>
          </a:prstGeom>
          <a:noFill/>
        </p:spPr>
        <p:txBody>
          <a:bodyPr wrap="square" rtlCol="0">
            <a:spAutoFit/>
          </a:bodyPr>
          <a:lstStyle/>
          <a:p>
            <a:pPr>
              <a:spcBef>
                <a:spcPts val="600"/>
              </a:spcBef>
              <a:spcAft>
                <a:spcPts val="600"/>
              </a:spcAft>
            </a:pPr>
            <a:r>
              <a:rPr lang="en-US" sz="1050" b="1" dirty="0"/>
              <a:t>Define the problem and set up project goals</a:t>
            </a:r>
          </a:p>
        </p:txBody>
      </p:sp>
      <p:sp>
        <p:nvSpPr>
          <p:cNvPr id="23" name="TextBox 22">
            <a:extLst>
              <a:ext uri="{FF2B5EF4-FFF2-40B4-BE49-F238E27FC236}">
                <a16:creationId xmlns:a16="http://schemas.microsoft.com/office/drawing/2014/main" id="{270E0A82-699F-F032-E35F-8FE8AFC6D423}"/>
              </a:ext>
            </a:extLst>
          </p:cNvPr>
          <p:cNvSpPr txBox="1"/>
          <p:nvPr/>
        </p:nvSpPr>
        <p:spPr>
          <a:xfrm>
            <a:off x="3390725" y="2508591"/>
            <a:ext cx="2151977" cy="577081"/>
          </a:xfrm>
          <a:prstGeom prst="rect">
            <a:avLst/>
          </a:prstGeom>
          <a:noFill/>
        </p:spPr>
        <p:txBody>
          <a:bodyPr wrap="square" rtlCol="0">
            <a:spAutoFit/>
          </a:bodyPr>
          <a:lstStyle/>
          <a:p>
            <a:pPr>
              <a:spcBef>
                <a:spcPts val="600"/>
              </a:spcBef>
              <a:spcAft>
                <a:spcPts val="600"/>
              </a:spcAft>
            </a:pPr>
            <a:r>
              <a:rPr lang="en-US" sz="1050" b="1" dirty="0"/>
              <a:t>Measure current performance &amp; brainstorm potential cause(s) of the problem </a:t>
            </a:r>
          </a:p>
        </p:txBody>
      </p:sp>
      <p:sp>
        <p:nvSpPr>
          <p:cNvPr id="24" name="TextBox 23">
            <a:extLst>
              <a:ext uri="{FF2B5EF4-FFF2-40B4-BE49-F238E27FC236}">
                <a16:creationId xmlns:a16="http://schemas.microsoft.com/office/drawing/2014/main" id="{4E8B677F-1A22-97FB-2C11-0D4B782A9B62}"/>
              </a:ext>
            </a:extLst>
          </p:cNvPr>
          <p:cNvSpPr txBox="1"/>
          <p:nvPr/>
        </p:nvSpPr>
        <p:spPr>
          <a:xfrm>
            <a:off x="5437847" y="2508591"/>
            <a:ext cx="1942175" cy="577081"/>
          </a:xfrm>
          <a:prstGeom prst="rect">
            <a:avLst/>
          </a:prstGeom>
          <a:noFill/>
        </p:spPr>
        <p:txBody>
          <a:bodyPr wrap="square" rtlCol="0">
            <a:spAutoFit/>
          </a:bodyPr>
          <a:lstStyle/>
          <a:p>
            <a:pPr>
              <a:spcBef>
                <a:spcPts val="600"/>
              </a:spcBef>
              <a:spcAft>
                <a:spcPts val="600"/>
              </a:spcAft>
            </a:pPr>
            <a:r>
              <a:rPr lang="en-US" sz="1050" b="1" dirty="0"/>
              <a:t>Analyze the data and identify the root causes of waste</a:t>
            </a:r>
          </a:p>
        </p:txBody>
      </p:sp>
      <p:sp>
        <p:nvSpPr>
          <p:cNvPr id="25" name="TextBox 24">
            <a:extLst>
              <a:ext uri="{FF2B5EF4-FFF2-40B4-BE49-F238E27FC236}">
                <a16:creationId xmlns:a16="http://schemas.microsoft.com/office/drawing/2014/main" id="{981A097F-B150-F869-3635-D2712DDF2703}"/>
              </a:ext>
            </a:extLst>
          </p:cNvPr>
          <p:cNvSpPr txBox="1"/>
          <p:nvPr/>
        </p:nvSpPr>
        <p:spPr>
          <a:xfrm>
            <a:off x="7372351" y="2508591"/>
            <a:ext cx="2041286" cy="415498"/>
          </a:xfrm>
          <a:prstGeom prst="rect">
            <a:avLst/>
          </a:prstGeom>
          <a:noFill/>
        </p:spPr>
        <p:txBody>
          <a:bodyPr wrap="square" rtlCol="0">
            <a:spAutoFit/>
          </a:bodyPr>
          <a:lstStyle/>
          <a:p>
            <a:pPr>
              <a:spcBef>
                <a:spcPts val="600"/>
              </a:spcBef>
              <a:spcAft>
                <a:spcPts val="600"/>
              </a:spcAft>
            </a:pPr>
            <a:r>
              <a:rPr lang="en-US" sz="1050" b="1" dirty="0"/>
              <a:t>Develop solutions to address the root causes</a:t>
            </a:r>
          </a:p>
        </p:txBody>
      </p:sp>
      <p:sp>
        <p:nvSpPr>
          <p:cNvPr id="26" name="TextBox 25">
            <a:extLst>
              <a:ext uri="{FF2B5EF4-FFF2-40B4-BE49-F238E27FC236}">
                <a16:creationId xmlns:a16="http://schemas.microsoft.com/office/drawing/2014/main" id="{84AF4604-3380-E8CE-7991-09E9F1B55591}"/>
              </a:ext>
            </a:extLst>
          </p:cNvPr>
          <p:cNvSpPr txBox="1"/>
          <p:nvPr/>
        </p:nvSpPr>
        <p:spPr>
          <a:xfrm>
            <a:off x="9543231" y="2508591"/>
            <a:ext cx="1942175" cy="430887"/>
          </a:xfrm>
          <a:prstGeom prst="rect">
            <a:avLst/>
          </a:prstGeom>
          <a:noFill/>
        </p:spPr>
        <p:txBody>
          <a:bodyPr wrap="square" rtlCol="0">
            <a:spAutoFit/>
          </a:bodyPr>
          <a:lstStyle/>
          <a:p>
            <a:pPr>
              <a:spcBef>
                <a:spcPts val="600"/>
              </a:spcBef>
              <a:spcAft>
                <a:spcPts val="600"/>
              </a:spcAft>
            </a:pPr>
            <a:r>
              <a:rPr lang="en-US" sz="1050" b="1" dirty="0"/>
              <a:t>Monitor and continuously improve</a:t>
            </a:r>
          </a:p>
        </p:txBody>
      </p:sp>
      <p:sp>
        <p:nvSpPr>
          <p:cNvPr id="28" name="Rectangle 27">
            <a:extLst>
              <a:ext uri="{FF2B5EF4-FFF2-40B4-BE49-F238E27FC236}">
                <a16:creationId xmlns:a16="http://schemas.microsoft.com/office/drawing/2014/main" id="{ECAD7E19-6A96-6912-B789-9408849BFAE0}"/>
              </a:ext>
            </a:extLst>
          </p:cNvPr>
          <p:cNvSpPr/>
          <p:nvPr/>
        </p:nvSpPr>
        <p:spPr>
          <a:xfrm>
            <a:off x="411480" y="2514599"/>
            <a:ext cx="936000" cy="5048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anose="020B0604020202020204"/>
                <a:ea typeface="+mn-ea"/>
                <a:cs typeface="+mn-cs"/>
              </a:rPr>
              <a:t>Objective</a:t>
            </a:r>
          </a:p>
        </p:txBody>
      </p:sp>
      <p:sp>
        <p:nvSpPr>
          <p:cNvPr id="30" name="Rectangle 29">
            <a:extLst>
              <a:ext uri="{FF2B5EF4-FFF2-40B4-BE49-F238E27FC236}">
                <a16:creationId xmlns:a16="http://schemas.microsoft.com/office/drawing/2014/main" id="{E8E1B0BC-58FA-DBAC-A4F0-957004014C62}"/>
              </a:ext>
            </a:extLst>
          </p:cNvPr>
          <p:cNvSpPr/>
          <p:nvPr/>
        </p:nvSpPr>
        <p:spPr>
          <a:xfrm>
            <a:off x="411480" y="3046503"/>
            <a:ext cx="936000" cy="35035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anose="020B0604020202020204"/>
                <a:ea typeface="+mn-ea"/>
                <a:cs typeface="+mn-cs"/>
              </a:rPr>
              <a:t>Activities</a:t>
            </a:r>
          </a:p>
        </p:txBody>
      </p:sp>
      <p:sp>
        <p:nvSpPr>
          <p:cNvPr id="36" name="TextBox 35">
            <a:extLst>
              <a:ext uri="{FF2B5EF4-FFF2-40B4-BE49-F238E27FC236}">
                <a16:creationId xmlns:a16="http://schemas.microsoft.com/office/drawing/2014/main" id="{C58607FD-6352-133B-F0B4-ADC8DB2BF5DB}"/>
              </a:ext>
            </a:extLst>
          </p:cNvPr>
          <p:cNvSpPr txBox="1"/>
          <p:nvPr/>
        </p:nvSpPr>
        <p:spPr>
          <a:xfrm>
            <a:off x="3479456" y="3042167"/>
            <a:ext cx="1942175" cy="1317797"/>
          </a:xfrm>
          <a:prstGeom prst="rect">
            <a:avLst/>
          </a:prstGeom>
          <a:noFill/>
        </p:spPr>
        <p:txBody>
          <a:bodyPr wrap="square" rtlCol="0">
            <a:spAutoFit/>
          </a:bodyPr>
          <a:lstStyle/>
          <a:p>
            <a:pPr marL="182563" indent="-182563">
              <a:spcBef>
                <a:spcPts val="100"/>
              </a:spcBef>
              <a:spcAft>
                <a:spcPts val="100"/>
              </a:spcAft>
              <a:buFont typeface="+mj-lt"/>
              <a:buAutoNum type="arabicPeriod"/>
            </a:pPr>
            <a:r>
              <a:rPr lang="en-US" sz="1090" dirty="0"/>
              <a:t>Measure the current process performance</a:t>
            </a:r>
          </a:p>
          <a:p>
            <a:pPr marL="182563" indent="-182563">
              <a:spcBef>
                <a:spcPts val="100"/>
              </a:spcBef>
              <a:spcAft>
                <a:spcPts val="100"/>
              </a:spcAft>
              <a:buFont typeface="+mj-lt"/>
              <a:buAutoNum type="arabicPeriod"/>
            </a:pPr>
            <a:r>
              <a:rPr lang="en-US" sz="1090" dirty="0"/>
              <a:t>Create assumptions for what might be causing problems </a:t>
            </a:r>
          </a:p>
          <a:p>
            <a:pPr marL="182563" indent="-182563">
              <a:spcBef>
                <a:spcPts val="100"/>
              </a:spcBef>
              <a:spcAft>
                <a:spcPts val="100"/>
              </a:spcAft>
              <a:buFont typeface="+mj-lt"/>
              <a:buAutoNum type="arabicPeriod"/>
            </a:pPr>
            <a:r>
              <a:rPr lang="en-US" sz="1090" dirty="0"/>
              <a:t>Collect data and ensure data reliability</a:t>
            </a:r>
          </a:p>
        </p:txBody>
      </p:sp>
      <p:cxnSp>
        <p:nvCxnSpPr>
          <p:cNvPr id="37" name="Straight Connector 36">
            <a:extLst>
              <a:ext uri="{FF2B5EF4-FFF2-40B4-BE49-F238E27FC236}">
                <a16:creationId xmlns:a16="http://schemas.microsoft.com/office/drawing/2014/main" id="{9DC043CE-CD8C-7B2D-FDA4-C02BB7B55FC9}"/>
              </a:ext>
            </a:extLst>
          </p:cNvPr>
          <p:cNvCxnSpPr/>
          <p:nvPr/>
        </p:nvCxnSpPr>
        <p:spPr>
          <a:xfrm>
            <a:off x="1364888" y="3035201"/>
            <a:ext cx="100800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C3FC53D2-C5A4-E818-F5F0-21D6178A8025}"/>
              </a:ext>
            </a:extLst>
          </p:cNvPr>
          <p:cNvSpPr txBox="1"/>
          <p:nvPr/>
        </p:nvSpPr>
        <p:spPr>
          <a:xfrm>
            <a:off x="9581707" y="3042167"/>
            <a:ext cx="1942175" cy="1846659"/>
          </a:xfrm>
          <a:prstGeom prst="rect">
            <a:avLst/>
          </a:prstGeom>
          <a:noFill/>
        </p:spPr>
        <p:txBody>
          <a:bodyPr wrap="square" rtlCol="0">
            <a:spAutoFit/>
          </a:bodyPr>
          <a:lstStyle/>
          <a:p>
            <a:pPr marL="182563" indent="-182563">
              <a:spcBef>
                <a:spcPts val="100"/>
              </a:spcBef>
              <a:spcAft>
                <a:spcPts val="100"/>
              </a:spcAft>
              <a:buFont typeface="+mj-lt"/>
              <a:buAutoNum type="arabicPeriod"/>
            </a:pPr>
            <a:r>
              <a:rPr lang="en-US" sz="1090" dirty="0"/>
              <a:t>Monitor and continuously improve the process with the Kaizen approach</a:t>
            </a:r>
          </a:p>
          <a:p>
            <a:pPr marL="182563" indent="-182563">
              <a:spcBef>
                <a:spcPts val="100"/>
              </a:spcBef>
              <a:spcAft>
                <a:spcPts val="100"/>
              </a:spcAft>
              <a:buFont typeface="+mj-lt"/>
              <a:buAutoNum type="arabicPeriod"/>
            </a:pPr>
            <a:r>
              <a:rPr lang="en-US" sz="1090" dirty="0"/>
              <a:t>Create and implement a control plan</a:t>
            </a:r>
          </a:p>
          <a:p>
            <a:pPr marL="182563" indent="-182563">
              <a:spcBef>
                <a:spcPts val="100"/>
              </a:spcBef>
              <a:spcAft>
                <a:spcPts val="100"/>
              </a:spcAft>
              <a:buFont typeface="+mj-lt"/>
              <a:buAutoNum type="arabicPeriod"/>
            </a:pPr>
            <a:r>
              <a:rPr lang="en-US" sz="1090" dirty="0"/>
              <a:t>Share and celebrate your success </a:t>
            </a:r>
          </a:p>
          <a:p>
            <a:pPr marL="182563" indent="-182563">
              <a:spcBef>
                <a:spcPts val="100"/>
              </a:spcBef>
              <a:spcAft>
                <a:spcPts val="100"/>
              </a:spcAft>
              <a:buFont typeface="+mj-lt"/>
              <a:buAutoNum type="arabicPeriod"/>
            </a:pPr>
            <a:r>
              <a:rPr lang="en-US" sz="1090" dirty="0"/>
              <a:t>Apply new knowledge to other processes in your organization</a:t>
            </a:r>
          </a:p>
        </p:txBody>
      </p:sp>
      <p:pic>
        <p:nvPicPr>
          <p:cNvPr id="40" name="Graphic 39" descr="Speedometer Low outline">
            <a:extLst>
              <a:ext uri="{FF2B5EF4-FFF2-40B4-BE49-F238E27FC236}">
                <a16:creationId xmlns:a16="http://schemas.microsoft.com/office/drawing/2014/main" id="{7DC9188D-2233-DFD9-7DE5-3060A73AC7F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91934" y="1489353"/>
            <a:ext cx="657156" cy="657156"/>
          </a:xfrm>
          <a:prstGeom prst="rect">
            <a:avLst/>
          </a:prstGeom>
        </p:spPr>
      </p:pic>
      <p:pic>
        <p:nvPicPr>
          <p:cNvPr id="41" name="Graphic 40" descr="Question Mark outline">
            <a:extLst>
              <a:ext uri="{FF2B5EF4-FFF2-40B4-BE49-F238E27FC236}">
                <a16:creationId xmlns:a16="http://schemas.microsoft.com/office/drawing/2014/main" id="{961254C8-8523-F00C-59FB-A00F020C8A7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118623" y="1542965"/>
            <a:ext cx="551018" cy="551018"/>
          </a:xfrm>
          <a:prstGeom prst="rect">
            <a:avLst/>
          </a:prstGeom>
        </p:spPr>
      </p:pic>
      <p:pic>
        <p:nvPicPr>
          <p:cNvPr id="42" name="Graphic 41" descr="Speedometer Middle outline">
            <a:extLst>
              <a:ext uri="{FF2B5EF4-FFF2-40B4-BE49-F238E27FC236}">
                <a16:creationId xmlns:a16="http://schemas.microsoft.com/office/drawing/2014/main" id="{15063EA5-C08A-F0F1-5922-78EE585CC71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144694" y="1495392"/>
            <a:ext cx="657156" cy="657156"/>
          </a:xfrm>
          <a:prstGeom prst="rect">
            <a:avLst/>
          </a:prstGeom>
        </p:spPr>
      </p:pic>
      <p:pic>
        <p:nvPicPr>
          <p:cNvPr id="43" name="Graphic 42" descr="Research outline">
            <a:extLst>
              <a:ext uri="{FF2B5EF4-FFF2-40B4-BE49-F238E27FC236}">
                <a16:creationId xmlns:a16="http://schemas.microsoft.com/office/drawing/2014/main" id="{35E470E6-B4BC-4A74-D631-E2A8926ADFB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204520" y="1510526"/>
            <a:ext cx="590263" cy="590263"/>
          </a:xfrm>
          <a:prstGeom prst="rect">
            <a:avLst/>
          </a:prstGeom>
        </p:spPr>
      </p:pic>
      <p:pic>
        <p:nvPicPr>
          <p:cNvPr id="44" name="Graphic 43" descr="Bar chart outline">
            <a:extLst>
              <a:ext uri="{FF2B5EF4-FFF2-40B4-BE49-F238E27FC236}">
                <a16:creationId xmlns:a16="http://schemas.microsoft.com/office/drawing/2014/main" id="{B660E9B2-149D-B0A6-46A1-C77B4E43EED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118314" y="1512840"/>
            <a:ext cx="657156" cy="657156"/>
          </a:xfrm>
          <a:prstGeom prst="rect">
            <a:avLst/>
          </a:prstGeom>
        </p:spPr>
      </p:pic>
      <p:sp>
        <p:nvSpPr>
          <p:cNvPr id="45" name="TextBox 44">
            <a:extLst>
              <a:ext uri="{FF2B5EF4-FFF2-40B4-BE49-F238E27FC236}">
                <a16:creationId xmlns:a16="http://schemas.microsoft.com/office/drawing/2014/main" id="{E316A405-0143-B100-1777-58494204B28E}"/>
              </a:ext>
            </a:extLst>
          </p:cNvPr>
          <p:cNvSpPr txBox="1"/>
          <p:nvPr/>
        </p:nvSpPr>
        <p:spPr>
          <a:xfrm>
            <a:off x="5437846" y="3042167"/>
            <a:ext cx="1942175" cy="2491964"/>
          </a:xfrm>
          <a:prstGeom prst="rect">
            <a:avLst/>
          </a:prstGeom>
          <a:noFill/>
        </p:spPr>
        <p:txBody>
          <a:bodyPr wrap="square" rtlCol="0">
            <a:spAutoFit/>
          </a:bodyPr>
          <a:lstStyle/>
          <a:p>
            <a:pPr marL="182563" indent="-182563">
              <a:spcBef>
                <a:spcPts val="100"/>
              </a:spcBef>
              <a:spcAft>
                <a:spcPts val="100"/>
              </a:spcAft>
              <a:buFont typeface="+mj-lt"/>
              <a:buAutoNum type="arabicPeriod"/>
            </a:pPr>
            <a:r>
              <a:rPr lang="en-US" sz="1090" dirty="0"/>
              <a:t>Analyze the data in detail</a:t>
            </a:r>
          </a:p>
          <a:p>
            <a:pPr marL="182563" indent="-182563">
              <a:spcBef>
                <a:spcPts val="100"/>
              </a:spcBef>
              <a:spcAft>
                <a:spcPts val="100"/>
              </a:spcAft>
              <a:buFont typeface="+mj-lt"/>
              <a:buAutoNum type="arabicPeriod"/>
            </a:pPr>
            <a:r>
              <a:rPr lang="en-US" sz="1090" dirty="0"/>
              <a:t>Verify your assumptions in terms of what might be causing problems using the “Five Whys” problem solving tool, the “Fishbone Diagram” tool, and the Pareto Analysis tool</a:t>
            </a:r>
          </a:p>
          <a:p>
            <a:pPr marL="182563" indent="-182563">
              <a:spcBef>
                <a:spcPts val="100"/>
              </a:spcBef>
              <a:spcAft>
                <a:spcPts val="100"/>
              </a:spcAft>
              <a:buFont typeface="+mj-lt"/>
              <a:buAutoNum type="arabicPeriod"/>
            </a:pPr>
            <a:r>
              <a:rPr lang="en-US" sz="1090" dirty="0"/>
              <a:t>Identify, assess, and prioritize potential failure modes in a system or process using the FMEA approach</a:t>
            </a:r>
          </a:p>
        </p:txBody>
      </p:sp>
      <p:sp>
        <p:nvSpPr>
          <p:cNvPr id="46" name="TextBox 45">
            <a:extLst>
              <a:ext uri="{FF2B5EF4-FFF2-40B4-BE49-F238E27FC236}">
                <a16:creationId xmlns:a16="http://schemas.microsoft.com/office/drawing/2014/main" id="{644A1508-9B08-0820-B093-3B2966862BD9}"/>
              </a:ext>
            </a:extLst>
          </p:cNvPr>
          <p:cNvSpPr txBox="1"/>
          <p:nvPr/>
        </p:nvSpPr>
        <p:spPr>
          <a:xfrm>
            <a:off x="7391451" y="3042167"/>
            <a:ext cx="2247282" cy="3647152"/>
          </a:xfrm>
          <a:prstGeom prst="rect">
            <a:avLst/>
          </a:prstGeom>
          <a:noFill/>
        </p:spPr>
        <p:txBody>
          <a:bodyPr wrap="square" rtlCol="0">
            <a:spAutoFit/>
          </a:bodyPr>
          <a:lstStyle/>
          <a:p>
            <a:pPr marL="182563" indent="-182563">
              <a:buFont typeface="+mj-lt"/>
              <a:buAutoNum type="arabicPeriod"/>
            </a:pPr>
            <a:r>
              <a:rPr lang="en-US" sz="1090" dirty="0"/>
              <a:t>Define ideation constraints</a:t>
            </a:r>
          </a:p>
          <a:p>
            <a:pPr marL="182563" indent="-182563">
              <a:buFont typeface="+mj-lt"/>
              <a:buAutoNum type="arabicPeriod"/>
            </a:pPr>
            <a:r>
              <a:rPr lang="en-US" sz="1090" dirty="0"/>
              <a:t>Generate potential solutions using “How might we” questions, ideation workshop, brainstorming, the Crazy 8S tool and the 5 S framework</a:t>
            </a:r>
          </a:p>
          <a:p>
            <a:pPr marL="182563" indent="-182563">
              <a:buFont typeface="+mj-lt"/>
              <a:buAutoNum type="arabicPeriod"/>
            </a:pPr>
            <a:r>
              <a:rPr lang="en-US" sz="1090" dirty="0"/>
              <a:t>Categorize the solutions using mind mapping</a:t>
            </a:r>
          </a:p>
          <a:p>
            <a:pPr marL="182563" indent="-182563">
              <a:buFont typeface="+mj-lt"/>
              <a:buAutoNum type="arabicPeriod"/>
            </a:pPr>
            <a:r>
              <a:rPr lang="en-US" sz="1090" dirty="0"/>
              <a:t>Create a business case &amp; financial model for the most promising solutions</a:t>
            </a:r>
          </a:p>
          <a:p>
            <a:pPr marL="182563" indent="-182563">
              <a:buFont typeface="+mj-lt"/>
              <a:buAutoNum type="arabicPeriod"/>
            </a:pPr>
            <a:r>
              <a:rPr lang="en-US" sz="1090" dirty="0"/>
              <a:t>Select the best solution</a:t>
            </a:r>
          </a:p>
          <a:p>
            <a:pPr marL="182563" indent="-182563">
              <a:buFont typeface="+mj-lt"/>
              <a:buAutoNum type="arabicPeriod"/>
            </a:pPr>
            <a:r>
              <a:rPr lang="en-US" sz="1090" dirty="0"/>
              <a:t>Test the solution using a testing sheet and a feedback capture grid</a:t>
            </a:r>
          </a:p>
          <a:p>
            <a:pPr marL="182563" indent="-182563">
              <a:buFont typeface="+mj-lt"/>
              <a:buAutoNum type="arabicPeriod"/>
            </a:pPr>
            <a:r>
              <a:rPr lang="en-US" sz="1090" dirty="0"/>
              <a:t>Create a standard operating procedure (SOP)</a:t>
            </a:r>
          </a:p>
          <a:p>
            <a:pPr marL="182563" indent="-182563">
              <a:buFont typeface="+mj-lt"/>
              <a:buAutoNum type="arabicPeriod"/>
            </a:pPr>
            <a:r>
              <a:rPr lang="en-US" sz="1090" dirty="0"/>
              <a:t>Implement the solution(s)</a:t>
            </a:r>
          </a:p>
          <a:p>
            <a:pPr marL="182563" indent="-182563">
              <a:buFont typeface="+mj-lt"/>
              <a:buAutoNum type="arabicPeriod"/>
            </a:pPr>
            <a:r>
              <a:rPr lang="en-US" sz="1090" dirty="0"/>
              <a:t>Assess commitment with the commitment curve tool</a:t>
            </a:r>
          </a:p>
          <a:p>
            <a:pPr marL="182563" indent="-182563">
              <a:buFont typeface="+mj-lt"/>
              <a:buAutoNum type="arabicPeriod"/>
            </a:pPr>
            <a:r>
              <a:rPr lang="en-US" sz="1090" dirty="0"/>
              <a:t>Measure improvement</a:t>
            </a:r>
          </a:p>
        </p:txBody>
      </p:sp>
      <p:sp>
        <p:nvSpPr>
          <p:cNvPr id="2" name="Footer Placeholder 1">
            <a:extLst>
              <a:ext uri="{FF2B5EF4-FFF2-40B4-BE49-F238E27FC236}">
                <a16:creationId xmlns:a16="http://schemas.microsoft.com/office/drawing/2014/main" id="{E35CC6E8-EEDB-5378-9276-04AF9CAE57D8}"/>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695E27FF-D990-38AB-33DA-7B1D6CA00646}"/>
              </a:ext>
            </a:extLst>
          </p:cNvPr>
          <p:cNvSpPr>
            <a:spLocks noGrp="1"/>
          </p:cNvSpPr>
          <p:nvPr>
            <p:ph type="sldNum" sz="quarter" idx="4"/>
          </p:nvPr>
        </p:nvSpPr>
        <p:spPr/>
        <p:txBody>
          <a:bodyPr/>
          <a:lstStyle/>
          <a:p>
            <a:fld id="{37F5C94B-8C55-478B-B509-BAE6A06B2E2A}" type="slidenum">
              <a:rPr lang="en-US" smtClean="0"/>
              <a:pPr/>
              <a:t>31</a:t>
            </a:fld>
            <a:endParaRPr lang="en-US" dirty="0"/>
          </a:p>
        </p:txBody>
      </p:sp>
      <p:sp>
        <p:nvSpPr>
          <p:cNvPr id="3" name="TextBox 2">
            <a:extLst>
              <a:ext uri="{FF2B5EF4-FFF2-40B4-BE49-F238E27FC236}">
                <a16:creationId xmlns:a16="http://schemas.microsoft.com/office/drawing/2014/main" id="{2CDE4A3E-07F2-9406-F4A8-DFA1FF5BCE06}"/>
              </a:ext>
            </a:extLst>
          </p:cNvPr>
          <p:cNvSpPr txBox="1"/>
          <p:nvPr/>
        </p:nvSpPr>
        <p:spPr>
          <a:xfrm>
            <a:off x="1323492" y="3020901"/>
            <a:ext cx="2211003" cy="3652282"/>
          </a:xfrm>
          <a:prstGeom prst="rect">
            <a:avLst/>
          </a:prstGeom>
          <a:noFill/>
        </p:spPr>
        <p:txBody>
          <a:bodyPr wrap="square" rtlCol="0">
            <a:spAutoFit/>
          </a:bodyPr>
          <a:lstStyle/>
          <a:p>
            <a:pPr marL="182563" indent="-182563">
              <a:spcBef>
                <a:spcPts val="100"/>
              </a:spcBef>
              <a:spcAft>
                <a:spcPts val="100"/>
              </a:spcAft>
              <a:buFont typeface="+mj-lt"/>
              <a:buAutoNum type="arabicPeriod"/>
            </a:pPr>
            <a:r>
              <a:rPr lang="en-US" sz="1090" dirty="0"/>
              <a:t>Define the problem to solve</a:t>
            </a:r>
          </a:p>
          <a:p>
            <a:pPr marL="182563" indent="-182563">
              <a:spcBef>
                <a:spcPts val="100"/>
              </a:spcBef>
              <a:spcAft>
                <a:spcPts val="100"/>
              </a:spcAft>
              <a:buFont typeface="+mj-lt"/>
              <a:buAutoNum type="arabicPeriod"/>
            </a:pPr>
            <a:r>
              <a:rPr lang="en-US" sz="1090" dirty="0"/>
              <a:t>Define clear and measurable project goals aligned with the corporate and business strategy</a:t>
            </a:r>
          </a:p>
          <a:p>
            <a:pPr marL="182563" indent="-182563">
              <a:spcBef>
                <a:spcPts val="100"/>
              </a:spcBef>
              <a:spcAft>
                <a:spcPts val="100"/>
              </a:spcAft>
              <a:buFont typeface="+mj-lt"/>
              <a:buAutoNum type="arabicPeriod"/>
            </a:pPr>
            <a:r>
              <a:rPr lang="en-US" sz="1090" dirty="0"/>
              <a:t>Define the high-level current process and the scope with the SIPOC tool</a:t>
            </a:r>
          </a:p>
          <a:p>
            <a:pPr marL="182563" indent="-182563">
              <a:spcBef>
                <a:spcPts val="100"/>
              </a:spcBef>
              <a:spcAft>
                <a:spcPts val="100"/>
              </a:spcAft>
              <a:buFont typeface="+mj-lt"/>
              <a:buAutoNum type="arabicPeriod"/>
            </a:pPr>
            <a:r>
              <a:rPr lang="en-US" sz="1090" dirty="0"/>
              <a:t>Establish the timeline and budget for the project</a:t>
            </a:r>
          </a:p>
          <a:p>
            <a:pPr marL="182563" indent="-182563">
              <a:spcBef>
                <a:spcPts val="100"/>
              </a:spcBef>
              <a:spcAft>
                <a:spcPts val="100"/>
              </a:spcAft>
              <a:buFont typeface="+mj-lt"/>
              <a:buAutoNum type="arabicPeriod"/>
            </a:pPr>
            <a:r>
              <a:rPr lang="en-US" sz="1090" dirty="0"/>
              <a:t>Conduct a stakeholder analysis</a:t>
            </a:r>
          </a:p>
          <a:p>
            <a:pPr marL="182563" indent="-182563">
              <a:spcBef>
                <a:spcPts val="100"/>
              </a:spcBef>
              <a:spcAft>
                <a:spcPts val="100"/>
              </a:spcAft>
              <a:buFont typeface="+mj-lt"/>
              <a:buAutoNum type="arabicPeriod"/>
            </a:pPr>
            <a:r>
              <a:rPr lang="en-US" sz="1090" dirty="0"/>
              <a:t>Define the project team</a:t>
            </a:r>
          </a:p>
          <a:p>
            <a:pPr marL="182563" indent="-182563">
              <a:spcBef>
                <a:spcPts val="100"/>
              </a:spcBef>
              <a:spcAft>
                <a:spcPts val="100"/>
              </a:spcAft>
              <a:buFont typeface="+mj-lt"/>
              <a:buAutoNum type="arabicPeriod"/>
            </a:pPr>
            <a:r>
              <a:rPr lang="en-US" sz="1090" dirty="0"/>
              <a:t>Define the customer requirements using the VOC technique and Critical-to-Quality tree</a:t>
            </a:r>
          </a:p>
          <a:p>
            <a:pPr marL="182563" indent="-182563">
              <a:spcBef>
                <a:spcPts val="80"/>
              </a:spcBef>
              <a:spcAft>
                <a:spcPts val="80"/>
              </a:spcAft>
              <a:buFont typeface="+mj-lt"/>
              <a:buAutoNum type="arabicPeriod"/>
            </a:pPr>
            <a:r>
              <a:rPr lang="en-US" sz="1090" dirty="0"/>
              <a:t>Review and select data analytics tools and techniques</a:t>
            </a:r>
          </a:p>
          <a:p>
            <a:pPr marL="182563" indent="-182563">
              <a:spcBef>
                <a:spcPts val="80"/>
              </a:spcBef>
              <a:spcAft>
                <a:spcPts val="80"/>
              </a:spcAft>
              <a:buFont typeface="+mj-lt"/>
              <a:buAutoNum type="arabicPeriod"/>
            </a:pPr>
            <a:r>
              <a:rPr lang="en-US" sz="1090" dirty="0"/>
              <a:t>Define the data collection plan</a:t>
            </a:r>
          </a:p>
        </p:txBody>
      </p:sp>
    </p:spTree>
    <p:extLst>
      <p:ext uri="{BB962C8B-B14F-4D97-AF65-F5344CB8AC3E}">
        <p14:creationId xmlns:p14="http://schemas.microsoft.com/office/powerpoint/2010/main" val="178738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38702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Small preview of the Phase I</a:t>
            </a:r>
            <a:endParaRPr lang="en-US" sz="1800" b="0" kern="0" dirty="0"/>
          </a:p>
        </p:txBody>
      </p:sp>
      <p:sp>
        <p:nvSpPr>
          <p:cNvPr id="7" name="Chevron 17">
            <a:extLst>
              <a:ext uri="{FF2B5EF4-FFF2-40B4-BE49-F238E27FC236}">
                <a16:creationId xmlns:a16="http://schemas.microsoft.com/office/drawing/2014/main" id="{6B6C32C0-4F0E-35C6-F71B-5DC9AFF95F1F}"/>
              </a:ext>
            </a:extLst>
          </p:cNvPr>
          <p:cNvSpPr/>
          <p:nvPr/>
        </p:nvSpPr>
        <p:spPr bwMode="auto">
          <a:xfrm>
            <a:off x="595370" y="2182671"/>
            <a:ext cx="2264490" cy="388392"/>
          </a:xfrm>
          <a:prstGeom prst="chevron">
            <a:avLst>
              <a:gd name="adj" fmla="val 31818"/>
            </a:avLst>
          </a:prstGeom>
          <a:solidFill>
            <a:schemeClr val="accent2"/>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 Define</a:t>
            </a:r>
          </a:p>
        </p:txBody>
      </p:sp>
      <p:sp>
        <p:nvSpPr>
          <p:cNvPr id="17" name="Chevron 17">
            <a:extLst>
              <a:ext uri="{FF2B5EF4-FFF2-40B4-BE49-F238E27FC236}">
                <a16:creationId xmlns:a16="http://schemas.microsoft.com/office/drawing/2014/main" id="{9B33EBEC-4B76-7601-491A-5F512015DF83}"/>
              </a:ext>
            </a:extLst>
          </p:cNvPr>
          <p:cNvSpPr/>
          <p:nvPr/>
        </p:nvSpPr>
        <p:spPr bwMode="auto">
          <a:xfrm>
            <a:off x="4953126"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III. Analyze</a:t>
            </a:r>
          </a:p>
        </p:txBody>
      </p:sp>
      <p:sp>
        <p:nvSpPr>
          <p:cNvPr id="18" name="Chevron 17">
            <a:extLst>
              <a:ext uri="{FF2B5EF4-FFF2-40B4-BE49-F238E27FC236}">
                <a16:creationId xmlns:a16="http://schemas.microsoft.com/office/drawing/2014/main" id="{B92CB6C9-2480-16DF-C36B-47B85D4D3448}"/>
              </a:ext>
            </a:extLst>
          </p:cNvPr>
          <p:cNvSpPr/>
          <p:nvPr/>
        </p:nvSpPr>
        <p:spPr bwMode="auto">
          <a:xfrm>
            <a:off x="7132004"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IV. Improve</a:t>
            </a:r>
          </a:p>
        </p:txBody>
      </p:sp>
      <p:sp>
        <p:nvSpPr>
          <p:cNvPr id="19" name="Chevron 17">
            <a:extLst>
              <a:ext uri="{FF2B5EF4-FFF2-40B4-BE49-F238E27FC236}">
                <a16:creationId xmlns:a16="http://schemas.microsoft.com/office/drawing/2014/main" id="{4E5C4721-FEE2-6159-B9E6-5CDA69D31854}"/>
              </a:ext>
            </a:extLst>
          </p:cNvPr>
          <p:cNvSpPr/>
          <p:nvPr/>
        </p:nvSpPr>
        <p:spPr bwMode="auto">
          <a:xfrm>
            <a:off x="2774248"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 Measure</a:t>
            </a:r>
          </a:p>
        </p:txBody>
      </p:sp>
      <p:sp>
        <p:nvSpPr>
          <p:cNvPr id="20" name="Chevron 17">
            <a:extLst>
              <a:ext uri="{FF2B5EF4-FFF2-40B4-BE49-F238E27FC236}">
                <a16:creationId xmlns:a16="http://schemas.microsoft.com/office/drawing/2014/main" id="{FDF39F2F-5196-5877-0BB0-49416EB961CD}"/>
              </a:ext>
            </a:extLst>
          </p:cNvPr>
          <p:cNvSpPr/>
          <p:nvPr/>
        </p:nvSpPr>
        <p:spPr bwMode="auto">
          <a:xfrm>
            <a:off x="9310880"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V. Control</a:t>
            </a:r>
          </a:p>
        </p:txBody>
      </p:sp>
      <p:pic>
        <p:nvPicPr>
          <p:cNvPr id="40" name="Graphic 39" descr="Speedometer Low outline">
            <a:extLst>
              <a:ext uri="{FF2B5EF4-FFF2-40B4-BE49-F238E27FC236}">
                <a16:creationId xmlns:a16="http://schemas.microsoft.com/office/drawing/2014/main" id="{7DC9188D-2233-DFD9-7DE5-3060A73AC7F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62864" y="1489353"/>
            <a:ext cx="706611" cy="708983"/>
          </a:xfrm>
          <a:prstGeom prst="rect">
            <a:avLst/>
          </a:prstGeom>
        </p:spPr>
      </p:pic>
      <p:pic>
        <p:nvPicPr>
          <p:cNvPr id="41" name="Graphic 40" descr="Question Mark outline">
            <a:extLst>
              <a:ext uri="{FF2B5EF4-FFF2-40B4-BE49-F238E27FC236}">
                <a16:creationId xmlns:a16="http://schemas.microsoft.com/office/drawing/2014/main" id="{961254C8-8523-F00C-59FB-A00F020C8A7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41049" y="1547193"/>
            <a:ext cx="592486" cy="594475"/>
          </a:xfrm>
          <a:prstGeom prst="rect">
            <a:avLst/>
          </a:prstGeom>
        </p:spPr>
      </p:pic>
      <p:pic>
        <p:nvPicPr>
          <p:cNvPr id="42" name="Graphic 41" descr="Speedometer Middle outline">
            <a:extLst>
              <a:ext uri="{FF2B5EF4-FFF2-40B4-BE49-F238E27FC236}">
                <a16:creationId xmlns:a16="http://schemas.microsoft.com/office/drawing/2014/main" id="{15063EA5-C08A-F0F1-5922-78EE585CC71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20620" y="1495868"/>
            <a:ext cx="706611" cy="708983"/>
          </a:xfrm>
          <a:prstGeom prst="rect">
            <a:avLst/>
          </a:prstGeom>
        </p:spPr>
      </p:pic>
      <p:pic>
        <p:nvPicPr>
          <p:cNvPr id="43" name="Graphic 42" descr="Research outline">
            <a:extLst>
              <a:ext uri="{FF2B5EF4-FFF2-40B4-BE49-F238E27FC236}">
                <a16:creationId xmlns:a16="http://schemas.microsoft.com/office/drawing/2014/main" id="{35E470E6-B4BC-4A74-D631-E2A8926ADFB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135461" y="1512196"/>
            <a:ext cx="634684" cy="636815"/>
          </a:xfrm>
          <a:prstGeom prst="rect">
            <a:avLst/>
          </a:prstGeom>
        </p:spPr>
      </p:pic>
      <p:pic>
        <p:nvPicPr>
          <p:cNvPr id="44" name="Graphic 43" descr="Bar chart outline">
            <a:extLst>
              <a:ext uri="{FF2B5EF4-FFF2-40B4-BE49-F238E27FC236}">
                <a16:creationId xmlns:a16="http://schemas.microsoft.com/office/drawing/2014/main" id="{B660E9B2-149D-B0A6-46A1-C77B4E43EED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41742" y="1514692"/>
            <a:ext cx="706611" cy="708983"/>
          </a:xfrm>
          <a:prstGeom prst="rect">
            <a:avLst/>
          </a:prstGeom>
        </p:spPr>
      </p:pic>
      <p:sp>
        <p:nvSpPr>
          <p:cNvPr id="2" name="Rectangle 1">
            <a:extLst>
              <a:ext uri="{FF2B5EF4-FFF2-40B4-BE49-F238E27FC236}">
                <a16:creationId xmlns:a16="http://schemas.microsoft.com/office/drawing/2014/main" id="{661D27F4-967F-0A8C-E5BF-FB12B660D9FF}"/>
              </a:ext>
            </a:extLst>
          </p:cNvPr>
          <p:cNvSpPr/>
          <p:nvPr/>
        </p:nvSpPr>
        <p:spPr>
          <a:xfrm>
            <a:off x="613321" y="2881247"/>
            <a:ext cx="10960193" cy="3611627"/>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 name="Arrow: Down 3">
            <a:extLst>
              <a:ext uri="{FF2B5EF4-FFF2-40B4-BE49-F238E27FC236}">
                <a16:creationId xmlns:a16="http://schemas.microsoft.com/office/drawing/2014/main" id="{882285BA-B5A1-33F2-5C9D-83C1BF1C010F}"/>
              </a:ext>
            </a:extLst>
          </p:cNvPr>
          <p:cNvSpPr/>
          <p:nvPr/>
        </p:nvSpPr>
        <p:spPr>
          <a:xfrm>
            <a:off x="1557270" y="2592682"/>
            <a:ext cx="425302" cy="277932"/>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3" name="Picture 32">
            <a:extLst>
              <a:ext uri="{FF2B5EF4-FFF2-40B4-BE49-F238E27FC236}">
                <a16:creationId xmlns:a16="http://schemas.microsoft.com/office/drawing/2014/main" id="{B96031B8-5EEF-DF46-8E15-1A1D8064C08C}"/>
              </a:ext>
            </a:extLst>
          </p:cNvPr>
          <p:cNvPicPr>
            <a:picLocks noChangeAspect="1"/>
          </p:cNvPicPr>
          <p:nvPr/>
        </p:nvPicPr>
        <p:blipFill>
          <a:blip r:embed="rId16"/>
          <a:stretch>
            <a:fillRect/>
          </a:stretch>
        </p:blipFill>
        <p:spPr>
          <a:xfrm>
            <a:off x="750459" y="3787060"/>
            <a:ext cx="3456000" cy="1944000"/>
          </a:xfrm>
          <a:prstGeom prst="rect">
            <a:avLst/>
          </a:prstGeom>
          <a:effectLst>
            <a:outerShdw blurRad="50800" dist="38100" dir="5400000" algn="t" rotWithShape="0">
              <a:prstClr val="black">
                <a:alpha val="40000"/>
              </a:prstClr>
            </a:outerShdw>
          </a:effectLst>
        </p:spPr>
      </p:pic>
      <p:pic>
        <p:nvPicPr>
          <p:cNvPr id="35" name="Picture 34">
            <a:extLst>
              <a:ext uri="{FF2B5EF4-FFF2-40B4-BE49-F238E27FC236}">
                <a16:creationId xmlns:a16="http://schemas.microsoft.com/office/drawing/2014/main" id="{3F1765D9-7F95-021D-8C71-B4F88906DF51}"/>
              </a:ext>
            </a:extLst>
          </p:cNvPr>
          <p:cNvPicPr>
            <a:picLocks noChangeAspect="1"/>
          </p:cNvPicPr>
          <p:nvPr/>
        </p:nvPicPr>
        <p:blipFill>
          <a:blip r:embed="rId17"/>
          <a:stretch>
            <a:fillRect/>
          </a:stretch>
        </p:blipFill>
        <p:spPr>
          <a:xfrm>
            <a:off x="8047374" y="3787060"/>
            <a:ext cx="3456000" cy="1944000"/>
          </a:xfrm>
          <a:prstGeom prst="rect">
            <a:avLst/>
          </a:prstGeom>
          <a:effectLst>
            <a:outerShdw blurRad="50800" dist="38100" dir="5400000" algn="t" rotWithShape="0">
              <a:prstClr val="black">
                <a:alpha val="40000"/>
              </a:prstClr>
            </a:outerShdw>
          </a:effectLst>
        </p:spPr>
      </p:pic>
      <p:pic>
        <p:nvPicPr>
          <p:cNvPr id="48" name="Picture 47">
            <a:extLst>
              <a:ext uri="{FF2B5EF4-FFF2-40B4-BE49-F238E27FC236}">
                <a16:creationId xmlns:a16="http://schemas.microsoft.com/office/drawing/2014/main" id="{B4BE4D48-E7FC-4E81-5B50-E09235BD7EBB}"/>
              </a:ext>
            </a:extLst>
          </p:cNvPr>
          <p:cNvPicPr>
            <a:picLocks noChangeAspect="1"/>
          </p:cNvPicPr>
          <p:nvPr/>
        </p:nvPicPr>
        <p:blipFill rotWithShape="1">
          <a:blip r:embed="rId18"/>
          <a:srcRect l="1600"/>
          <a:stretch/>
        </p:blipFill>
        <p:spPr>
          <a:xfrm>
            <a:off x="4404175" y="3779773"/>
            <a:ext cx="3445483" cy="1944000"/>
          </a:xfrm>
          <a:prstGeom prst="rect">
            <a:avLst/>
          </a:prstGeom>
          <a:effectLst>
            <a:outerShdw blurRad="50800" dist="38100" dir="5400000" algn="t" rotWithShape="0">
              <a:prstClr val="black">
                <a:alpha val="40000"/>
              </a:prstClr>
            </a:outerShdw>
          </a:effectLst>
        </p:spPr>
      </p:pic>
      <p:sp>
        <p:nvSpPr>
          <p:cNvPr id="49" name="Footer Placeholder 48">
            <a:extLst>
              <a:ext uri="{FF2B5EF4-FFF2-40B4-BE49-F238E27FC236}">
                <a16:creationId xmlns:a16="http://schemas.microsoft.com/office/drawing/2014/main" id="{95893C73-7DAA-AE83-992A-476F26E8B603}"/>
              </a:ext>
            </a:extLst>
          </p:cNvPr>
          <p:cNvSpPr>
            <a:spLocks noGrp="1"/>
          </p:cNvSpPr>
          <p:nvPr>
            <p:ph type="ftr" sz="quarter" idx="3"/>
          </p:nvPr>
        </p:nvSpPr>
        <p:spPr/>
        <p:txBody>
          <a:bodyPr/>
          <a:lstStyle/>
          <a:p>
            <a:r>
              <a:rPr lang="en-US"/>
              <a:t>Domont Consulting</a:t>
            </a:r>
            <a:endParaRPr lang="en-US" dirty="0"/>
          </a:p>
        </p:txBody>
      </p:sp>
      <p:sp>
        <p:nvSpPr>
          <p:cNvPr id="50" name="Slide Number Placeholder 49">
            <a:extLst>
              <a:ext uri="{FF2B5EF4-FFF2-40B4-BE49-F238E27FC236}">
                <a16:creationId xmlns:a16="http://schemas.microsoft.com/office/drawing/2014/main" id="{B0543AA0-047A-8C28-705F-10B00CD44DD1}"/>
              </a:ext>
            </a:extLst>
          </p:cNvPr>
          <p:cNvSpPr>
            <a:spLocks noGrp="1"/>
          </p:cNvSpPr>
          <p:nvPr>
            <p:ph type="sldNum" sz="quarter" idx="4"/>
          </p:nvPr>
        </p:nvSpPr>
        <p:spPr/>
        <p:txBody>
          <a:bodyPr/>
          <a:lstStyle/>
          <a:p>
            <a:fld id="{37F5C94B-8C55-478B-B509-BAE6A06B2E2A}" type="slidenum">
              <a:rPr lang="en-US" smtClean="0"/>
              <a:pPr/>
              <a:t>32</a:t>
            </a:fld>
            <a:endParaRPr lang="en-US" dirty="0"/>
          </a:p>
        </p:txBody>
      </p:sp>
    </p:spTree>
    <p:extLst>
      <p:ext uri="{BB962C8B-B14F-4D97-AF65-F5344CB8AC3E}">
        <p14:creationId xmlns:p14="http://schemas.microsoft.com/office/powerpoint/2010/main" val="11421762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910390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Small preview of the Phase II</a:t>
            </a:r>
            <a:endParaRPr lang="en-US" sz="1800" b="0" kern="0" dirty="0"/>
          </a:p>
        </p:txBody>
      </p:sp>
      <p:sp>
        <p:nvSpPr>
          <p:cNvPr id="7" name="Chevron 17">
            <a:extLst>
              <a:ext uri="{FF2B5EF4-FFF2-40B4-BE49-F238E27FC236}">
                <a16:creationId xmlns:a16="http://schemas.microsoft.com/office/drawing/2014/main" id="{6B6C32C0-4F0E-35C6-F71B-5DC9AFF95F1F}"/>
              </a:ext>
            </a:extLst>
          </p:cNvPr>
          <p:cNvSpPr/>
          <p:nvPr/>
        </p:nvSpPr>
        <p:spPr bwMode="auto">
          <a:xfrm>
            <a:off x="595370"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 Define</a:t>
            </a:r>
          </a:p>
        </p:txBody>
      </p:sp>
      <p:sp>
        <p:nvSpPr>
          <p:cNvPr id="17" name="Chevron 17">
            <a:extLst>
              <a:ext uri="{FF2B5EF4-FFF2-40B4-BE49-F238E27FC236}">
                <a16:creationId xmlns:a16="http://schemas.microsoft.com/office/drawing/2014/main" id="{9B33EBEC-4B76-7601-491A-5F512015DF83}"/>
              </a:ext>
            </a:extLst>
          </p:cNvPr>
          <p:cNvSpPr/>
          <p:nvPr/>
        </p:nvSpPr>
        <p:spPr bwMode="auto">
          <a:xfrm>
            <a:off x="4953126"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III. Analyze</a:t>
            </a:r>
          </a:p>
        </p:txBody>
      </p:sp>
      <p:sp>
        <p:nvSpPr>
          <p:cNvPr id="18" name="Chevron 17">
            <a:extLst>
              <a:ext uri="{FF2B5EF4-FFF2-40B4-BE49-F238E27FC236}">
                <a16:creationId xmlns:a16="http://schemas.microsoft.com/office/drawing/2014/main" id="{B92CB6C9-2480-16DF-C36B-47B85D4D3448}"/>
              </a:ext>
            </a:extLst>
          </p:cNvPr>
          <p:cNvSpPr/>
          <p:nvPr/>
        </p:nvSpPr>
        <p:spPr bwMode="auto">
          <a:xfrm>
            <a:off x="7132004"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IV. Improve</a:t>
            </a:r>
          </a:p>
        </p:txBody>
      </p:sp>
      <p:sp>
        <p:nvSpPr>
          <p:cNvPr id="19" name="Chevron 17">
            <a:extLst>
              <a:ext uri="{FF2B5EF4-FFF2-40B4-BE49-F238E27FC236}">
                <a16:creationId xmlns:a16="http://schemas.microsoft.com/office/drawing/2014/main" id="{4E5C4721-FEE2-6159-B9E6-5CDA69D31854}"/>
              </a:ext>
            </a:extLst>
          </p:cNvPr>
          <p:cNvSpPr/>
          <p:nvPr/>
        </p:nvSpPr>
        <p:spPr bwMode="auto">
          <a:xfrm>
            <a:off x="2774248" y="2182671"/>
            <a:ext cx="2264490" cy="388392"/>
          </a:xfrm>
          <a:prstGeom prst="chevron">
            <a:avLst>
              <a:gd name="adj" fmla="val 31818"/>
            </a:avLst>
          </a:prstGeom>
          <a:solidFill>
            <a:schemeClr val="accent2"/>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 Measure</a:t>
            </a:r>
          </a:p>
        </p:txBody>
      </p:sp>
      <p:sp>
        <p:nvSpPr>
          <p:cNvPr id="20" name="Chevron 17">
            <a:extLst>
              <a:ext uri="{FF2B5EF4-FFF2-40B4-BE49-F238E27FC236}">
                <a16:creationId xmlns:a16="http://schemas.microsoft.com/office/drawing/2014/main" id="{FDF39F2F-5196-5877-0BB0-49416EB961CD}"/>
              </a:ext>
            </a:extLst>
          </p:cNvPr>
          <p:cNvSpPr/>
          <p:nvPr/>
        </p:nvSpPr>
        <p:spPr bwMode="auto">
          <a:xfrm>
            <a:off x="9310880"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V. Control</a:t>
            </a:r>
          </a:p>
        </p:txBody>
      </p:sp>
      <p:pic>
        <p:nvPicPr>
          <p:cNvPr id="40" name="Graphic 39" descr="Speedometer Low outline">
            <a:extLst>
              <a:ext uri="{FF2B5EF4-FFF2-40B4-BE49-F238E27FC236}">
                <a16:creationId xmlns:a16="http://schemas.microsoft.com/office/drawing/2014/main" id="{7DC9188D-2233-DFD9-7DE5-3060A73AC7F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62864" y="1489353"/>
            <a:ext cx="706611" cy="708983"/>
          </a:xfrm>
          <a:prstGeom prst="rect">
            <a:avLst/>
          </a:prstGeom>
        </p:spPr>
      </p:pic>
      <p:pic>
        <p:nvPicPr>
          <p:cNvPr id="41" name="Graphic 40" descr="Question Mark outline">
            <a:extLst>
              <a:ext uri="{FF2B5EF4-FFF2-40B4-BE49-F238E27FC236}">
                <a16:creationId xmlns:a16="http://schemas.microsoft.com/office/drawing/2014/main" id="{961254C8-8523-F00C-59FB-A00F020C8A7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41049" y="1547193"/>
            <a:ext cx="592486" cy="594475"/>
          </a:xfrm>
          <a:prstGeom prst="rect">
            <a:avLst/>
          </a:prstGeom>
        </p:spPr>
      </p:pic>
      <p:pic>
        <p:nvPicPr>
          <p:cNvPr id="42" name="Graphic 41" descr="Speedometer Middle outline">
            <a:extLst>
              <a:ext uri="{FF2B5EF4-FFF2-40B4-BE49-F238E27FC236}">
                <a16:creationId xmlns:a16="http://schemas.microsoft.com/office/drawing/2014/main" id="{15063EA5-C08A-F0F1-5922-78EE585CC71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20620" y="1495868"/>
            <a:ext cx="706611" cy="708983"/>
          </a:xfrm>
          <a:prstGeom prst="rect">
            <a:avLst/>
          </a:prstGeom>
        </p:spPr>
      </p:pic>
      <p:pic>
        <p:nvPicPr>
          <p:cNvPr id="43" name="Graphic 42" descr="Research outline">
            <a:extLst>
              <a:ext uri="{FF2B5EF4-FFF2-40B4-BE49-F238E27FC236}">
                <a16:creationId xmlns:a16="http://schemas.microsoft.com/office/drawing/2014/main" id="{35E470E6-B4BC-4A74-D631-E2A8926ADFB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135461" y="1512196"/>
            <a:ext cx="634684" cy="636815"/>
          </a:xfrm>
          <a:prstGeom prst="rect">
            <a:avLst/>
          </a:prstGeom>
        </p:spPr>
      </p:pic>
      <p:pic>
        <p:nvPicPr>
          <p:cNvPr id="44" name="Graphic 43" descr="Bar chart outline">
            <a:extLst>
              <a:ext uri="{FF2B5EF4-FFF2-40B4-BE49-F238E27FC236}">
                <a16:creationId xmlns:a16="http://schemas.microsoft.com/office/drawing/2014/main" id="{B660E9B2-149D-B0A6-46A1-C77B4E43EED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41742" y="1514692"/>
            <a:ext cx="706611" cy="708983"/>
          </a:xfrm>
          <a:prstGeom prst="rect">
            <a:avLst/>
          </a:prstGeom>
        </p:spPr>
      </p:pic>
      <p:sp>
        <p:nvSpPr>
          <p:cNvPr id="2" name="Rectangle 1">
            <a:extLst>
              <a:ext uri="{FF2B5EF4-FFF2-40B4-BE49-F238E27FC236}">
                <a16:creationId xmlns:a16="http://schemas.microsoft.com/office/drawing/2014/main" id="{661D27F4-967F-0A8C-E5BF-FB12B660D9FF}"/>
              </a:ext>
            </a:extLst>
          </p:cNvPr>
          <p:cNvSpPr/>
          <p:nvPr/>
        </p:nvSpPr>
        <p:spPr>
          <a:xfrm>
            <a:off x="613321" y="2881247"/>
            <a:ext cx="10960193" cy="3611627"/>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Arrow: Down 4">
            <a:extLst>
              <a:ext uri="{FF2B5EF4-FFF2-40B4-BE49-F238E27FC236}">
                <a16:creationId xmlns:a16="http://schemas.microsoft.com/office/drawing/2014/main" id="{606F15DF-99EF-B920-167D-A4FA1DA181CA}"/>
              </a:ext>
            </a:extLst>
          </p:cNvPr>
          <p:cNvSpPr/>
          <p:nvPr/>
        </p:nvSpPr>
        <p:spPr>
          <a:xfrm>
            <a:off x="3693842" y="2592682"/>
            <a:ext cx="425302" cy="277932"/>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6" name="Picture 5">
            <a:extLst>
              <a:ext uri="{FF2B5EF4-FFF2-40B4-BE49-F238E27FC236}">
                <a16:creationId xmlns:a16="http://schemas.microsoft.com/office/drawing/2014/main" id="{0041627B-4EBF-2926-D682-E33AD262623C}"/>
              </a:ext>
            </a:extLst>
          </p:cNvPr>
          <p:cNvPicPr>
            <a:picLocks noChangeAspect="1"/>
          </p:cNvPicPr>
          <p:nvPr/>
        </p:nvPicPr>
        <p:blipFill>
          <a:blip r:embed="rId16"/>
          <a:stretch>
            <a:fillRect/>
          </a:stretch>
        </p:blipFill>
        <p:spPr>
          <a:xfrm>
            <a:off x="750459" y="3715060"/>
            <a:ext cx="3456001" cy="19440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38217A5C-CC8D-E4B8-98C7-DE1AE682E386}"/>
              </a:ext>
            </a:extLst>
          </p:cNvPr>
          <p:cNvPicPr>
            <a:picLocks noChangeAspect="1"/>
          </p:cNvPicPr>
          <p:nvPr/>
        </p:nvPicPr>
        <p:blipFill>
          <a:blip r:embed="rId17"/>
          <a:stretch>
            <a:fillRect/>
          </a:stretch>
        </p:blipFill>
        <p:spPr>
          <a:xfrm>
            <a:off x="8057889" y="3715060"/>
            <a:ext cx="3456000" cy="1944000"/>
          </a:xfrm>
          <a:prstGeom prst="rect">
            <a:avLst/>
          </a:prstGeom>
          <a:effectLst>
            <a:outerShdw blurRad="50800" dist="38100" dir="5400000" algn="t" rotWithShape="0">
              <a:prstClr val="black">
                <a:alpha val="40000"/>
              </a:prstClr>
            </a:outerShdw>
          </a:effectLst>
        </p:spPr>
      </p:pic>
      <p:pic>
        <p:nvPicPr>
          <p:cNvPr id="34" name="Picture 33">
            <a:extLst>
              <a:ext uri="{FF2B5EF4-FFF2-40B4-BE49-F238E27FC236}">
                <a16:creationId xmlns:a16="http://schemas.microsoft.com/office/drawing/2014/main" id="{81798886-1069-067C-3442-9E21808FEDCD}"/>
              </a:ext>
            </a:extLst>
          </p:cNvPr>
          <p:cNvPicPr>
            <a:picLocks noChangeAspect="1"/>
          </p:cNvPicPr>
          <p:nvPr/>
        </p:nvPicPr>
        <p:blipFill>
          <a:blip r:embed="rId18"/>
          <a:stretch>
            <a:fillRect/>
          </a:stretch>
        </p:blipFill>
        <p:spPr>
          <a:xfrm>
            <a:off x="4404174" y="3715060"/>
            <a:ext cx="3456001" cy="1944000"/>
          </a:xfrm>
          <a:prstGeom prst="rect">
            <a:avLst/>
          </a:prstGeom>
          <a:effectLst>
            <a:outerShdw blurRad="50800" dist="38100" dir="5400000" algn="t" rotWithShape="0">
              <a:prstClr val="black">
                <a:alpha val="40000"/>
              </a:prstClr>
            </a:outerShdw>
          </a:effectLst>
        </p:spPr>
      </p:pic>
      <p:sp>
        <p:nvSpPr>
          <p:cNvPr id="14" name="Footer Placeholder 13">
            <a:extLst>
              <a:ext uri="{FF2B5EF4-FFF2-40B4-BE49-F238E27FC236}">
                <a16:creationId xmlns:a16="http://schemas.microsoft.com/office/drawing/2014/main" id="{7DA21D43-8502-086A-C8DE-C4C66CB6E306}"/>
              </a:ext>
            </a:extLst>
          </p:cNvPr>
          <p:cNvSpPr>
            <a:spLocks noGrp="1"/>
          </p:cNvSpPr>
          <p:nvPr>
            <p:ph type="ftr" sz="quarter" idx="3"/>
          </p:nvPr>
        </p:nvSpPr>
        <p:spPr/>
        <p:txBody>
          <a:bodyPr/>
          <a:lstStyle/>
          <a:p>
            <a:r>
              <a:rPr lang="en-US"/>
              <a:t>Domont Consulting</a:t>
            </a:r>
            <a:endParaRPr lang="en-US" dirty="0"/>
          </a:p>
        </p:txBody>
      </p:sp>
      <p:sp>
        <p:nvSpPr>
          <p:cNvPr id="15" name="Slide Number Placeholder 14">
            <a:extLst>
              <a:ext uri="{FF2B5EF4-FFF2-40B4-BE49-F238E27FC236}">
                <a16:creationId xmlns:a16="http://schemas.microsoft.com/office/drawing/2014/main" id="{8EDD57FE-D8E2-ADA4-FB67-C6ED35E7CA68}"/>
              </a:ext>
            </a:extLst>
          </p:cNvPr>
          <p:cNvSpPr>
            <a:spLocks noGrp="1"/>
          </p:cNvSpPr>
          <p:nvPr>
            <p:ph type="sldNum" sz="quarter" idx="4"/>
          </p:nvPr>
        </p:nvSpPr>
        <p:spPr/>
        <p:txBody>
          <a:bodyPr/>
          <a:lstStyle/>
          <a:p>
            <a:fld id="{37F5C94B-8C55-478B-B509-BAE6A06B2E2A}" type="slidenum">
              <a:rPr lang="en-US" smtClean="0"/>
              <a:pPr/>
              <a:t>33</a:t>
            </a:fld>
            <a:endParaRPr lang="en-US" dirty="0"/>
          </a:p>
        </p:txBody>
      </p:sp>
    </p:spTree>
    <p:extLst>
      <p:ext uri="{BB962C8B-B14F-4D97-AF65-F5344CB8AC3E}">
        <p14:creationId xmlns:p14="http://schemas.microsoft.com/office/powerpoint/2010/main" val="4102685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8182821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Small preview of the Phase III</a:t>
            </a:r>
            <a:endParaRPr lang="en-US" sz="1800" b="0" kern="0" dirty="0"/>
          </a:p>
        </p:txBody>
      </p:sp>
      <p:sp>
        <p:nvSpPr>
          <p:cNvPr id="7" name="Chevron 17">
            <a:extLst>
              <a:ext uri="{FF2B5EF4-FFF2-40B4-BE49-F238E27FC236}">
                <a16:creationId xmlns:a16="http://schemas.microsoft.com/office/drawing/2014/main" id="{6B6C32C0-4F0E-35C6-F71B-5DC9AFF95F1F}"/>
              </a:ext>
            </a:extLst>
          </p:cNvPr>
          <p:cNvSpPr/>
          <p:nvPr/>
        </p:nvSpPr>
        <p:spPr bwMode="auto">
          <a:xfrm>
            <a:off x="595370"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 Define</a:t>
            </a:r>
          </a:p>
        </p:txBody>
      </p:sp>
      <p:sp>
        <p:nvSpPr>
          <p:cNvPr id="17" name="Chevron 17">
            <a:extLst>
              <a:ext uri="{FF2B5EF4-FFF2-40B4-BE49-F238E27FC236}">
                <a16:creationId xmlns:a16="http://schemas.microsoft.com/office/drawing/2014/main" id="{9B33EBEC-4B76-7601-491A-5F512015DF83}"/>
              </a:ext>
            </a:extLst>
          </p:cNvPr>
          <p:cNvSpPr/>
          <p:nvPr/>
        </p:nvSpPr>
        <p:spPr bwMode="auto">
          <a:xfrm>
            <a:off x="4953126" y="2182671"/>
            <a:ext cx="2264490" cy="388392"/>
          </a:xfrm>
          <a:prstGeom prst="chevron">
            <a:avLst>
              <a:gd name="adj" fmla="val 31818"/>
            </a:avLst>
          </a:prstGeom>
          <a:solidFill>
            <a:schemeClr val="accent2"/>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III. Analyze</a:t>
            </a:r>
          </a:p>
        </p:txBody>
      </p:sp>
      <p:sp>
        <p:nvSpPr>
          <p:cNvPr id="18" name="Chevron 17">
            <a:extLst>
              <a:ext uri="{FF2B5EF4-FFF2-40B4-BE49-F238E27FC236}">
                <a16:creationId xmlns:a16="http://schemas.microsoft.com/office/drawing/2014/main" id="{B92CB6C9-2480-16DF-C36B-47B85D4D3448}"/>
              </a:ext>
            </a:extLst>
          </p:cNvPr>
          <p:cNvSpPr/>
          <p:nvPr/>
        </p:nvSpPr>
        <p:spPr bwMode="auto">
          <a:xfrm>
            <a:off x="7132004"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IV. Improve</a:t>
            </a:r>
          </a:p>
        </p:txBody>
      </p:sp>
      <p:sp>
        <p:nvSpPr>
          <p:cNvPr id="19" name="Chevron 17">
            <a:extLst>
              <a:ext uri="{FF2B5EF4-FFF2-40B4-BE49-F238E27FC236}">
                <a16:creationId xmlns:a16="http://schemas.microsoft.com/office/drawing/2014/main" id="{4E5C4721-FEE2-6159-B9E6-5CDA69D31854}"/>
              </a:ext>
            </a:extLst>
          </p:cNvPr>
          <p:cNvSpPr/>
          <p:nvPr/>
        </p:nvSpPr>
        <p:spPr bwMode="auto">
          <a:xfrm>
            <a:off x="2774248"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 Measure</a:t>
            </a:r>
          </a:p>
        </p:txBody>
      </p:sp>
      <p:sp>
        <p:nvSpPr>
          <p:cNvPr id="20" name="Chevron 17">
            <a:extLst>
              <a:ext uri="{FF2B5EF4-FFF2-40B4-BE49-F238E27FC236}">
                <a16:creationId xmlns:a16="http://schemas.microsoft.com/office/drawing/2014/main" id="{FDF39F2F-5196-5877-0BB0-49416EB961CD}"/>
              </a:ext>
            </a:extLst>
          </p:cNvPr>
          <p:cNvSpPr/>
          <p:nvPr/>
        </p:nvSpPr>
        <p:spPr bwMode="auto">
          <a:xfrm>
            <a:off x="9310880"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V. Control</a:t>
            </a:r>
          </a:p>
        </p:txBody>
      </p:sp>
      <p:pic>
        <p:nvPicPr>
          <p:cNvPr id="40" name="Graphic 39" descr="Speedometer Low outline">
            <a:extLst>
              <a:ext uri="{FF2B5EF4-FFF2-40B4-BE49-F238E27FC236}">
                <a16:creationId xmlns:a16="http://schemas.microsoft.com/office/drawing/2014/main" id="{7DC9188D-2233-DFD9-7DE5-3060A73AC7F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62864" y="1489353"/>
            <a:ext cx="706611" cy="708983"/>
          </a:xfrm>
          <a:prstGeom prst="rect">
            <a:avLst/>
          </a:prstGeom>
        </p:spPr>
      </p:pic>
      <p:pic>
        <p:nvPicPr>
          <p:cNvPr id="41" name="Graphic 40" descr="Question Mark outline">
            <a:extLst>
              <a:ext uri="{FF2B5EF4-FFF2-40B4-BE49-F238E27FC236}">
                <a16:creationId xmlns:a16="http://schemas.microsoft.com/office/drawing/2014/main" id="{961254C8-8523-F00C-59FB-A00F020C8A7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41049" y="1547193"/>
            <a:ext cx="592486" cy="594475"/>
          </a:xfrm>
          <a:prstGeom prst="rect">
            <a:avLst/>
          </a:prstGeom>
        </p:spPr>
      </p:pic>
      <p:pic>
        <p:nvPicPr>
          <p:cNvPr id="42" name="Graphic 41" descr="Speedometer Middle outline">
            <a:extLst>
              <a:ext uri="{FF2B5EF4-FFF2-40B4-BE49-F238E27FC236}">
                <a16:creationId xmlns:a16="http://schemas.microsoft.com/office/drawing/2014/main" id="{15063EA5-C08A-F0F1-5922-78EE585CC71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20620" y="1495868"/>
            <a:ext cx="706611" cy="708983"/>
          </a:xfrm>
          <a:prstGeom prst="rect">
            <a:avLst/>
          </a:prstGeom>
        </p:spPr>
      </p:pic>
      <p:pic>
        <p:nvPicPr>
          <p:cNvPr id="43" name="Graphic 42" descr="Research outline">
            <a:extLst>
              <a:ext uri="{FF2B5EF4-FFF2-40B4-BE49-F238E27FC236}">
                <a16:creationId xmlns:a16="http://schemas.microsoft.com/office/drawing/2014/main" id="{35E470E6-B4BC-4A74-D631-E2A8926ADFB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135461" y="1512196"/>
            <a:ext cx="634684" cy="636815"/>
          </a:xfrm>
          <a:prstGeom prst="rect">
            <a:avLst/>
          </a:prstGeom>
        </p:spPr>
      </p:pic>
      <p:pic>
        <p:nvPicPr>
          <p:cNvPr id="44" name="Graphic 43" descr="Bar chart outline">
            <a:extLst>
              <a:ext uri="{FF2B5EF4-FFF2-40B4-BE49-F238E27FC236}">
                <a16:creationId xmlns:a16="http://schemas.microsoft.com/office/drawing/2014/main" id="{B660E9B2-149D-B0A6-46A1-C77B4E43EED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41742" y="1514692"/>
            <a:ext cx="706611" cy="708983"/>
          </a:xfrm>
          <a:prstGeom prst="rect">
            <a:avLst/>
          </a:prstGeom>
        </p:spPr>
      </p:pic>
      <p:sp>
        <p:nvSpPr>
          <p:cNvPr id="2" name="Rectangle 1">
            <a:extLst>
              <a:ext uri="{FF2B5EF4-FFF2-40B4-BE49-F238E27FC236}">
                <a16:creationId xmlns:a16="http://schemas.microsoft.com/office/drawing/2014/main" id="{661D27F4-967F-0A8C-E5BF-FB12B660D9FF}"/>
              </a:ext>
            </a:extLst>
          </p:cNvPr>
          <p:cNvSpPr/>
          <p:nvPr/>
        </p:nvSpPr>
        <p:spPr>
          <a:xfrm>
            <a:off x="613321" y="2881247"/>
            <a:ext cx="10960193" cy="3611627"/>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 name="Arrow: Down 3">
            <a:extLst>
              <a:ext uri="{FF2B5EF4-FFF2-40B4-BE49-F238E27FC236}">
                <a16:creationId xmlns:a16="http://schemas.microsoft.com/office/drawing/2014/main" id="{D4BD07D9-7198-D08A-8F41-E412D37D9675}"/>
              </a:ext>
            </a:extLst>
          </p:cNvPr>
          <p:cNvSpPr/>
          <p:nvPr/>
        </p:nvSpPr>
        <p:spPr>
          <a:xfrm>
            <a:off x="5872720" y="2592682"/>
            <a:ext cx="425302" cy="277932"/>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6" name="Picture 5">
            <a:extLst>
              <a:ext uri="{FF2B5EF4-FFF2-40B4-BE49-F238E27FC236}">
                <a16:creationId xmlns:a16="http://schemas.microsoft.com/office/drawing/2014/main" id="{3FEECE71-F42C-6ADD-DA15-712CC0E9B0C0}"/>
              </a:ext>
            </a:extLst>
          </p:cNvPr>
          <p:cNvPicPr>
            <a:picLocks noChangeAspect="1"/>
          </p:cNvPicPr>
          <p:nvPr/>
        </p:nvPicPr>
        <p:blipFill>
          <a:blip r:embed="rId16"/>
          <a:stretch>
            <a:fillRect/>
          </a:stretch>
        </p:blipFill>
        <p:spPr>
          <a:xfrm>
            <a:off x="789585" y="3025897"/>
            <a:ext cx="6043401" cy="2062221"/>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4CE76093-4375-C3BC-F218-5788C8A3F65A}"/>
              </a:ext>
            </a:extLst>
          </p:cNvPr>
          <p:cNvPicPr>
            <a:picLocks noChangeAspect="1"/>
          </p:cNvPicPr>
          <p:nvPr/>
        </p:nvPicPr>
        <p:blipFill>
          <a:blip r:embed="rId17"/>
          <a:stretch>
            <a:fillRect/>
          </a:stretch>
        </p:blipFill>
        <p:spPr>
          <a:xfrm>
            <a:off x="3811285" y="4620593"/>
            <a:ext cx="7581923" cy="1528747"/>
          </a:xfrm>
          <a:prstGeom prst="rect">
            <a:avLst/>
          </a:prstGeom>
          <a:effectLst>
            <a:outerShdw blurRad="50800" dist="38100" dir="5400000" algn="t" rotWithShape="0">
              <a:prstClr val="black">
                <a:alpha val="40000"/>
              </a:prstClr>
            </a:outerShdw>
          </a:effectLst>
        </p:spPr>
      </p:pic>
      <p:sp>
        <p:nvSpPr>
          <p:cNvPr id="9" name="Footer Placeholder 8">
            <a:extLst>
              <a:ext uri="{FF2B5EF4-FFF2-40B4-BE49-F238E27FC236}">
                <a16:creationId xmlns:a16="http://schemas.microsoft.com/office/drawing/2014/main" id="{1A294DB1-3416-4F6F-1503-30BC0BEBCD41}"/>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5CE03B35-3298-FD42-5413-FE04050BB27C}"/>
              </a:ext>
            </a:extLst>
          </p:cNvPr>
          <p:cNvSpPr>
            <a:spLocks noGrp="1"/>
          </p:cNvSpPr>
          <p:nvPr>
            <p:ph type="sldNum" sz="quarter" idx="4"/>
          </p:nvPr>
        </p:nvSpPr>
        <p:spPr/>
        <p:txBody>
          <a:bodyPr/>
          <a:lstStyle/>
          <a:p>
            <a:fld id="{37F5C94B-8C55-478B-B509-BAE6A06B2E2A}" type="slidenum">
              <a:rPr lang="en-US" smtClean="0"/>
              <a:pPr/>
              <a:t>34</a:t>
            </a:fld>
            <a:endParaRPr lang="en-US" dirty="0"/>
          </a:p>
        </p:txBody>
      </p:sp>
    </p:spTree>
    <p:extLst>
      <p:ext uri="{BB962C8B-B14F-4D97-AF65-F5344CB8AC3E}">
        <p14:creationId xmlns:p14="http://schemas.microsoft.com/office/powerpoint/2010/main" val="844664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561579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Small preview of the Phase IV (1/2)</a:t>
            </a:r>
            <a:endParaRPr lang="en-US" sz="1800" b="0" kern="0" dirty="0"/>
          </a:p>
        </p:txBody>
      </p:sp>
      <p:sp>
        <p:nvSpPr>
          <p:cNvPr id="7" name="Chevron 17">
            <a:extLst>
              <a:ext uri="{FF2B5EF4-FFF2-40B4-BE49-F238E27FC236}">
                <a16:creationId xmlns:a16="http://schemas.microsoft.com/office/drawing/2014/main" id="{6B6C32C0-4F0E-35C6-F71B-5DC9AFF95F1F}"/>
              </a:ext>
            </a:extLst>
          </p:cNvPr>
          <p:cNvSpPr/>
          <p:nvPr/>
        </p:nvSpPr>
        <p:spPr bwMode="auto">
          <a:xfrm>
            <a:off x="595370"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 Define</a:t>
            </a:r>
          </a:p>
        </p:txBody>
      </p:sp>
      <p:sp>
        <p:nvSpPr>
          <p:cNvPr id="17" name="Chevron 17">
            <a:extLst>
              <a:ext uri="{FF2B5EF4-FFF2-40B4-BE49-F238E27FC236}">
                <a16:creationId xmlns:a16="http://schemas.microsoft.com/office/drawing/2014/main" id="{9B33EBEC-4B76-7601-491A-5F512015DF83}"/>
              </a:ext>
            </a:extLst>
          </p:cNvPr>
          <p:cNvSpPr/>
          <p:nvPr/>
        </p:nvSpPr>
        <p:spPr bwMode="auto">
          <a:xfrm>
            <a:off x="4953126"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III. Analyze</a:t>
            </a:r>
          </a:p>
        </p:txBody>
      </p:sp>
      <p:sp>
        <p:nvSpPr>
          <p:cNvPr id="18" name="Chevron 17">
            <a:extLst>
              <a:ext uri="{FF2B5EF4-FFF2-40B4-BE49-F238E27FC236}">
                <a16:creationId xmlns:a16="http://schemas.microsoft.com/office/drawing/2014/main" id="{B92CB6C9-2480-16DF-C36B-47B85D4D3448}"/>
              </a:ext>
            </a:extLst>
          </p:cNvPr>
          <p:cNvSpPr/>
          <p:nvPr/>
        </p:nvSpPr>
        <p:spPr bwMode="auto">
          <a:xfrm>
            <a:off x="7132004" y="2182671"/>
            <a:ext cx="2264490" cy="388392"/>
          </a:xfrm>
          <a:prstGeom prst="chevron">
            <a:avLst>
              <a:gd name="adj" fmla="val 31818"/>
            </a:avLst>
          </a:prstGeom>
          <a:solidFill>
            <a:schemeClr val="accent2"/>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IV. Improve</a:t>
            </a:r>
          </a:p>
        </p:txBody>
      </p:sp>
      <p:sp>
        <p:nvSpPr>
          <p:cNvPr id="19" name="Chevron 17">
            <a:extLst>
              <a:ext uri="{FF2B5EF4-FFF2-40B4-BE49-F238E27FC236}">
                <a16:creationId xmlns:a16="http://schemas.microsoft.com/office/drawing/2014/main" id="{4E5C4721-FEE2-6159-B9E6-5CDA69D31854}"/>
              </a:ext>
            </a:extLst>
          </p:cNvPr>
          <p:cNvSpPr/>
          <p:nvPr/>
        </p:nvSpPr>
        <p:spPr bwMode="auto">
          <a:xfrm>
            <a:off x="2774248"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 Measure</a:t>
            </a:r>
          </a:p>
        </p:txBody>
      </p:sp>
      <p:sp>
        <p:nvSpPr>
          <p:cNvPr id="20" name="Chevron 17">
            <a:extLst>
              <a:ext uri="{FF2B5EF4-FFF2-40B4-BE49-F238E27FC236}">
                <a16:creationId xmlns:a16="http://schemas.microsoft.com/office/drawing/2014/main" id="{FDF39F2F-5196-5877-0BB0-49416EB961CD}"/>
              </a:ext>
            </a:extLst>
          </p:cNvPr>
          <p:cNvSpPr/>
          <p:nvPr/>
        </p:nvSpPr>
        <p:spPr bwMode="auto">
          <a:xfrm>
            <a:off x="9310880"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V. Control</a:t>
            </a:r>
          </a:p>
        </p:txBody>
      </p:sp>
      <p:pic>
        <p:nvPicPr>
          <p:cNvPr id="40" name="Graphic 39" descr="Speedometer Low outline">
            <a:extLst>
              <a:ext uri="{FF2B5EF4-FFF2-40B4-BE49-F238E27FC236}">
                <a16:creationId xmlns:a16="http://schemas.microsoft.com/office/drawing/2014/main" id="{7DC9188D-2233-DFD9-7DE5-3060A73AC7F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62864" y="1489353"/>
            <a:ext cx="706611" cy="708983"/>
          </a:xfrm>
          <a:prstGeom prst="rect">
            <a:avLst/>
          </a:prstGeom>
        </p:spPr>
      </p:pic>
      <p:pic>
        <p:nvPicPr>
          <p:cNvPr id="41" name="Graphic 40" descr="Question Mark outline">
            <a:extLst>
              <a:ext uri="{FF2B5EF4-FFF2-40B4-BE49-F238E27FC236}">
                <a16:creationId xmlns:a16="http://schemas.microsoft.com/office/drawing/2014/main" id="{961254C8-8523-F00C-59FB-A00F020C8A7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41049" y="1547193"/>
            <a:ext cx="592486" cy="594475"/>
          </a:xfrm>
          <a:prstGeom prst="rect">
            <a:avLst/>
          </a:prstGeom>
        </p:spPr>
      </p:pic>
      <p:pic>
        <p:nvPicPr>
          <p:cNvPr id="42" name="Graphic 41" descr="Speedometer Middle outline">
            <a:extLst>
              <a:ext uri="{FF2B5EF4-FFF2-40B4-BE49-F238E27FC236}">
                <a16:creationId xmlns:a16="http://schemas.microsoft.com/office/drawing/2014/main" id="{15063EA5-C08A-F0F1-5922-78EE585CC71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20620" y="1495868"/>
            <a:ext cx="706611" cy="708983"/>
          </a:xfrm>
          <a:prstGeom prst="rect">
            <a:avLst/>
          </a:prstGeom>
        </p:spPr>
      </p:pic>
      <p:pic>
        <p:nvPicPr>
          <p:cNvPr id="43" name="Graphic 42" descr="Research outline">
            <a:extLst>
              <a:ext uri="{FF2B5EF4-FFF2-40B4-BE49-F238E27FC236}">
                <a16:creationId xmlns:a16="http://schemas.microsoft.com/office/drawing/2014/main" id="{35E470E6-B4BC-4A74-D631-E2A8926ADFB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135461" y="1512196"/>
            <a:ext cx="634684" cy="636815"/>
          </a:xfrm>
          <a:prstGeom prst="rect">
            <a:avLst/>
          </a:prstGeom>
        </p:spPr>
      </p:pic>
      <p:pic>
        <p:nvPicPr>
          <p:cNvPr id="44" name="Graphic 43" descr="Bar chart outline">
            <a:extLst>
              <a:ext uri="{FF2B5EF4-FFF2-40B4-BE49-F238E27FC236}">
                <a16:creationId xmlns:a16="http://schemas.microsoft.com/office/drawing/2014/main" id="{B660E9B2-149D-B0A6-46A1-C77B4E43EED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41742" y="1514692"/>
            <a:ext cx="706611" cy="708983"/>
          </a:xfrm>
          <a:prstGeom prst="rect">
            <a:avLst/>
          </a:prstGeom>
        </p:spPr>
      </p:pic>
      <p:sp>
        <p:nvSpPr>
          <p:cNvPr id="2" name="Rectangle 1">
            <a:extLst>
              <a:ext uri="{FF2B5EF4-FFF2-40B4-BE49-F238E27FC236}">
                <a16:creationId xmlns:a16="http://schemas.microsoft.com/office/drawing/2014/main" id="{661D27F4-967F-0A8C-E5BF-FB12B660D9FF}"/>
              </a:ext>
            </a:extLst>
          </p:cNvPr>
          <p:cNvSpPr/>
          <p:nvPr/>
        </p:nvSpPr>
        <p:spPr>
          <a:xfrm>
            <a:off x="613321" y="2881247"/>
            <a:ext cx="10960193" cy="3611627"/>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 name="Arrow: Down 3">
            <a:extLst>
              <a:ext uri="{FF2B5EF4-FFF2-40B4-BE49-F238E27FC236}">
                <a16:creationId xmlns:a16="http://schemas.microsoft.com/office/drawing/2014/main" id="{A5406F33-7214-91EB-976F-338607707EB4}"/>
              </a:ext>
            </a:extLst>
          </p:cNvPr>
          <p:cNvSpPr/>
          <p:nvPr/>
        </p:nvSpPr>
        <p:spPr>
          <a:xfrm>
            <a:off x="8072858" y="2592682"/>
            <a:ext cx="425302" cy="277932"/>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6" name="Picture 5">
            <a:extLst>
              <a:ext uri="{FF2B5EF4-FFF2-40B4-BE49-F238E27FC236}">
                <a16:creationId xmlns:a16="http://schemas.microsoft.com/office/drawing/2014/main" id="{916786AC-FBA4-D801-760A-BD2767705433}"/>
              </a:ext>
            </a:extLst>
          </p:cNvPr>
          <p:cNvPicPr>
            <a:picLocks noChangeAspect="1"/>
          </p:cNvPicPr>
          <p:nvPr/>
        </p:nvPicPr>
        <p:blipFill>
          <a:blip r:embed="rId16"/>
          <a:stretch>
            <a:fillRect/>
          </a:stretch>
        </p:blipFill>
        <p:spPr>
          <a:xfrm>
            <a:off x="798153" y="3106799"/>
            <a:ext cx="3328000" cy="187200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7874C65A-0DE2-DD6E-317F-2150803A5432}"/>
              </a:ext>
            </a:extLst>
          </p:cNvPr>
          <p:cNvPicPr>
            <a:picLocks noChangeAspect="1"/>
          </p:cNvPicPr>
          <p:nvPr/>
        </p:nvPicPr>
        <p:blipFill>
          <a:blip r:embed="rId17"/>
          <a:stretch>
            <a:fillRect/>
          </a:stretch>
        </p:blipFill>
        <p:spPr>
          <a:xfrm>
            <a:off x="6518639" y="3106799"/>
            <a:ext cx="3328000" cy="18720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1BE22085-2ED1-1A10-DEA3-7BC53E725B49}"/>
              </a:ext>
            </a:extLst>
          </p:cNvPr>
          <p:cNvPicPr>
            <a:picLocks noChangeAspect="1"/>
          </p:cNvPicPr>
          <p:nvPr/>
        </p:nvPicPr>
        <p:blipFill>
          <a:blip r:embed="rId18"/>
          <a:stretch>
            <a:fillRect/>
          </a:stretch>
        </p:blipFill>
        <p:spPr>
          <a:xfrm>
            <a:off x="2413742" y="4432647"/>
            <a:ext cx="3328000" cy="1872000"/>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D3EB1EF6-D219-7ED9-AC34-8BAD435E4ACA}"/>
              </a:ext>
            </a:extLst>
          </p:cNvPr>
          <p:cNvPicPr>
            <a:picLocks noChangeAspect="1"/>
          </p:cNvPicPr>
          <p:nvPr/>
        </p:nvPicPr>
        <p:blipFill>
          <a:blip r:embed="rId19"/>
          <a:stretch>
            <a:fillRect/>
          </a:stretch>
        </p:blipFill>
        <p:spPr>
          <a:xfrm>
            <a:off x="8118629" y="4432647"/>
            <a:ext cx="3243847" cy="1872000"/>
          </a:xfrm>
          <a:prstGeom prst="rect">
            <a:avLst/>
          </a:prstGeom>
          <a:effectLst>
            <a:outerShdw blurRad="50800" dist="38100" dir="5400000" algn="t" rotWithShape="0">
              <a:prstClr val="black">
                <a:alpha val="40000"/>
              </a:prstClr>
            </a:outerShdw>
          </a:effectLst>
        </p:spPr>
      </p:pic>
      <p:sp>
        <p:nvSpPr>
          <p:cNvPr id="5" name="Footer Placeholder 4">
            <a:extLst>
              <a:ext uri="{FF2B5EF4-FFF2-40B4-BE49-F238E27FC236}">
                <a16:creationId xmlns:a16="http://schemas.microsoft.com/office/drawing/2014/main" id="{90F561BC-251A-77FA-8FE0-F1E99B5DD698}"/>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8CD5CCF1-6B31-C31B-E782-A327833C00D8}"/>
              </a:ext>
            </a:extLst>
          </p:cNvPr>
          <p:cNvSpPr>
            <a:spLocks noGrp="1"/>
          </p:cNvSpPr>
          <p:nvPr>
            <p:ph type="sldNum" sz="quarter" idx="4"/>
          </p:nvPr>
        </p:nvSpPr>
        <p:spPr/>
        <p:txBody>
          <a:bodyPr/>
          <a:lstStyle/>
          <a:p>
            <a:fld id="{37F5C94B-8C55-478B-B509-BAE6A06B2E2A}" type="slidenum">
              <a:rPr lang="en-US" smtClean="0"/>
              <a:pPr/>
              <a:t>35</a:t>
            </a:fld>
            <a:endParaRPr lang="en-US" dirty="0"/>
          </a:p>
        </p:txBody>
      </p:sp>
    </p:spTree>
    <p:extLst>
      <p:ext uri="{BB962C8B-B14F-4D97-AF65-F5344CB8AC3E}">
        <p14:creationId xmlns:p14="http://schemas.microsoft.com/office/powerpoint/2010/main" val="2844418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6415209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Small preview of the Phase IV (2/2)</a:t>
            </a:r>
            <a:endParaRPr lang="en-US" sz="1800" b="0" kern="0" dirty="0"/>
          </a:p>
        </p:txBody>
      </p:sp>
      <p:sp>
        <p:nvSpPr>
          <p:cNvPr id="7" name="Chevron 17">
            <a:extLst>
              <a:ext uri="{FF2B5EF4-FFF2-40B4-BE49-F238E27FC236}">
                <a16:creationId xmlns:a16="http://schemas.microsoft.com/office/drawing/2014/main" id="{6B6C32C0-4F0E-35C6-F71B-5DC9AFF95F1F}"/>
              </a:ext>
            </a:extLst>
          </p:cNvPr>
          <p:cNvSpPr/>
          <p:nvPr/>
        </p:nvSpPr>
        <p:spPr bwMode="auto">
          <a:xfrm>
            <a:off x="595370"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 Define</a:t>
            </a:r>
          </a:p>
        </p:txBody>
      </p:sp>
      <p:sp>
        <p:nvSpPr>
          <p:cNvPr id="17" name="Chevron 17">
            <a:extLst>
              <a:ext uri="{FF2B5EF4-FFF2-40B4-BE49-F238E27FC236}">
                <a16:creationId xmlns:a16="http://schemas.microsoft.com/office/drawing/2014/main" id="{9B33EBEC-4B76-7601-491A-5F512015DF83}"/>
              </a:ext>
            </a:extLst>
          </p:cNvPr>
          <p:cNvSpPr/>
          <p:nvPr/>
        </p:nvSpPr>
        <p:spPr bwMode="auto">
          <a:xfrm>
            <a:off x="4953126"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III. Analyze</a:t>
            </a:r>
          </a:p>
        </p:txBody>
      </p:sp>
      <p:sp>
        <p:nvSpPr>
          <p:cNvPr id="18" name="Chevron 17">
            <a:extLst>
              <a:ext uri="{FF2B5EF4-FFF2-40B4-BE49-F238E27FC236}">
                <a16:creationId xmlns:a16="http://schemas.microsoft.com/office/drawing/2014/main" id="{B92CB6C9-2480-16DF-C36B-47B85D4D3448}"/>
              </a:ext>
            </a:extLst>
          </p:cNvPr>
          <p:cNvSpPr/>
          <p:nvPr/>
        </p:nvSpPr>
        <p:spPr bwMode="auto">
          <a:xfrm>
            <a:off x="7132004" y="2182671"/>
            <a:ext cx="2264490" cy="388392"/>
          </a:xfrm>
          <a:prstGeom prst="chevron">
            <a:avLst>
              <a:gd name="adj" fmla="val 31818"/>
            </a:avLst>
          </a:prstGeom>
          <a:solidFill>
            <a:schemeClr val="accent2"/>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IV. Improve</a:t>
            </a:r>
          </a:p>
        </p:txBody>
      </p:sp>
      <p:sp>
        <p:nvSpPr>
          <p:cNvPr id="19" name="Chevron 17">
            <a:extLst>
              <a:ext uri="{FF2B5EF4-FFF2-40B4-BE49-F238E27FC236}">
                <a16:creationId xmlns:a16="http://schemas.microsoft.com/office/drawing/2014/main" id="{4E5C4721-FEE2-6159-B9E6-5CDA69D31854}"/>
              </a:ext>
            </a:extLst>
          </p:cNvPr>
          <p:cNvSpPr/>
          <p:nvPr/>
        </p:nvSpPr>
        <p:spPr bwMode="auto">
          <a:xfrm>
            <a:off x="2774248"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 Measure</a:t>
            </a:r>
          </a:p>
        </p:txBody>
      </p:sp>
      <p:sp>
        <p:nvSpPr>
          <p:cNvPr id="20" name="Chevron 17">
            <a:extLst>
              <a:ext uri="{FF2B5EF4-FFF2-40B4-BE49-F238E27FC236}">
                <a16:creationId xmlns:a16="http://schemas.microsoft.com/office/drawing/2014/main" id="{FDF39F2F-5196-5877-0BB0-49416EB961CD}"/>
              </a:ext>
            </a:extLst>
          </p:cNvPr>
          <p:cNvSpPr/>
          <p:nvPr/>
        </p:nvSpPr>
        <p:spPr bwMode="auto">
          <a:xfrm>
            <a:off x="9310880"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V. Control</a:t>
            </a:r>
          </a:p>
        </p:txBody>
      </p:sp>
      <p:pic>
        <p:nvPicPr>
          <p:cNvPr id="40" name="Graphic 39" descr="Speedometer Low outline">
            <a:extLst>
              <a:ext uri="{FF2B5EF4-FFF2-40B4-BE49-F238E27FC236}">
                <a16:creationId xmlns:a16="http://schemas.microsoft.com/office/drawing/2014/main" id="{7DC9188D-2233-DFD9-7DE5-3060A73AC7F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62864" y="1489353"/>
            <a:ext cx="706611" cy="708983"/>
          </a:xfrm>
          <a:prstGeom prst="rect">
            <a:avLst/>
          </a:prstGeom>
        </p:spPr>
      </p:pic>
      <p:pic>
        <p:nvPicPr>
          <p:cNvPr id="41" name="Graphic 40" descr="Question Mark outline">
            <a:extLst>
              <a:ext uri="{FF2B5EF4-FFF2-40B4-BE49-F238E27FC236}">
                <a16:creationId xmlns:a16="http://schemas.microsoft.com/office/drawing/2014/main" id="{961254C8-8523-F00C-59FB-A00F020C8A7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41049" y="1547193"/>
            <a:ext cx="592486" cy="594475"/>
          </a:xfrm>
          <a:prstGeom prst="rect">
            <a:avLst/>
          </a:prstGeom>
        </p:spPr>
      </p:pic>
      <p:pic>
        <p:nvPicPr>
          <p:cNvPr id="42" name="Graphic 41" descr="Speedometer Middle outline">
            <a:extLst>
              <a:ext uri="{FF2B5EF4-FFF2-40B4-BE49-F238E27FC236}">
                <a16:creationId xmlns:a16="http://schemas.microsoft.com/office/drawing/2014/main" id="{15063EA5-C08A-F0F1-5922-78EE585CC71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20620" y="1495868"/>
            <a:ext cx="706611" cy="708983"/>
          </a:xfrm>
          <a:prstGeom prst="rect">
            <a:avLst/>
          </a:prstGeom>
        </p:spPr>
      </p:pic>
      <p:pic>
        <p:nvPicPr>
          <p:cNvPr id="43" name="Graphic 42" descr="Research outline">
            <a:extLst>
              <a:ext uri="{FF2B5EF4-FFF2-40B4-BE49-F238E27FC236}">
                <a16:creationId xmlns:a16="http://schemas.microsoft.com/office/drawing/2014/main" id="{35E470E6-B4BC-4A74-D631-E2A8926ADFB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135461" y="1512196"/>
            <a:ext cx="634684" cy="636815"/>
          </a:xfrm>
          <a:prstGeom prst="rect">
            <a:avLst/>
          </a:prstGeom>
        </p:spPr>
      </p:pic>
      <p:pic>
        <p:nvPicPr>
          <p:cNvPr id="44" name="Graphic 43" descr="Bar chart outline">
            <a:extLst>
              <a:ext uri="{FF2B5EF4-FFF2-40B4-BE49-F238E27FC236}">
                <a16:creationId xmlns:a16="http://schemas.microsoft.com/office/drawing/2014/main" id="{B660E9B2-149D-B0A6-46A1-C77B4E43EED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41742" y="1514692"/>
            <a:ext cx="706611" cy="708983"/>
          </a:xfrm>
          <a:prstGeom prst="rect">
            <a:avLst/>
          </a:prstGeom>
        </p:spPr>
      </p:pic>
      <p:sp>
        <p:nvSpPr>
          <p:cNvPr id="2" name="Rectangle 1">
            <a:extLst>
              <a:ext uri="{FF2B5EF4-FFF2-40B4-BE49-F238E27FC236}">
                <a16:creationId xmlns:a16="http://schemas.microsoft.com/office/drawing/2014/main" id="{661D27F4-967F-0A8C-E5BF-FB12B660D9FF}"/>
              </a:ext>
            </a:extLst>
          </p:cNvPr>
          <p:cNvSpPr/>
          <p:nvPr/>
        </p:nvSpPr>
        <p:spPr>
          <a:xfrm>
            <a:off x="613321" y="2881247"/>
            <a:ext cx="10960193" cy="3611627"/>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 name="Arrow: Down 3">
            <a:extLst>
              <a:ext uri="{FF2B5EF4-FFF2-40B4-BE49-F238E27FC236}">
                <a16:creationId xmlns:a16="http://schemas.microsoft.com/office/drawing/2014/main" id="{A5406F33-7214-91EB-976F-338607707EB4}"/>
              </a:ext>
            </a:extLst>
          </p:cNvPr>
          <p:cNvSpPr/>
          <p:nvPr/>
        </p:nvSpPr>
        <p:spPr>
          <a:xfrm>
            <a:off x="8072858" y="2592682"/>
            <a:ext cx="425302" cy="277932"/>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Footer Placeholder 4">
            <a:extLst>
              <a:ext uri="{FF2B5EF4-FFF2-40B4-BE49-F238E27FC236}">
                <a16:creationId xmlns:a16="http://schemas.microsoft.com/office/drawing/2014/main" id="{90F561BC-251A-77FA-8FE0-F1E99B5DD698}"/>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8CD5CCF1-6B31-C31B-E782-A327833C00D8}"/>
              </a:ext>
            </a:extLst>
          </p:cNvPr>
          <p:cNvSpPr>
            <a:spLocks noGrp="1"/>
          </p:cNvSpPr>
          <p:nvPr>
            <p:ph type="sldNum" sz="quarter" idx="4"/>
          </p:nvPr>
        </p:nvSpPr>
        <p:spPr/>
        <p:txBody>
          <a:bodyPr/>
          <a:lstStyle/>
          <a:p>
            <a:fld id="{37F5C94B-8C55-478B-B509-BAE6A06B2E2A}" type="slidenum">
              <a:rPr lang="en-US" smtClean="0"/>
              <a:pPr/>
              <a:t>36</a:t>
            </a:fld>
            <a:endParaRPr lang="en-US" dirty="0"/>
          </a:p>
        </p:txBody>
      </p:sp>
      <p:pic>
        <p:nvPicPr>
          <p:cNvPr id="3" name="Picture 2">
            <a:extLst>
              <a:ext uri="{FF2B5EF4-FFF2-40B4-BE49-F238E27FC236}">
                <a16:creationId xmlns:a16="http://schemas.microsoft.com/office/drawing/2014/main" id="{5D30C3A7-0685-6802-63E0-205BC23A6833}"/>
              </a:ext>
            </a:extLst>
          </p:cNvPr>
          <p:cNvPicPr>
            <a:picLocks noChangeAspect="1"/>
          </p:cNvPicPr>
          <p:nvPr/>
        </p:nvPicPr>
        <p:blipFill>
          <a:blip r:embed="rId16"/>
          <a:stretch>
            <a:fillRect/>
          </a:stretch>
        </p:blipFill>
        <p:spPr>
          <a:xfrm>
            <a:off x="2168403" y="2983166"/>
            <a:ext cx="4184936" cy="3436005"/>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D333DC6A-8DDB-4DA3-985F-E0832D448A5D}"/>
              </a:ext>
            </a:extLst>
          </p:cNvPr>
          <p:cNvPicPr>
            <a:picLocks noChangeAspect="1"/>
          </p:cNvPicPr>
          <p:nvPr/>
        </p:nvPicPr>
        <p:blipFill>
          <a:blip r:embed="rId17"/>
          <a:stretch>
            <a:fillRect/>
          </a:stretch>
        </p:blipFill>
        <p:spPr>
          <a:xfrm>
            <a:off x="6973137" y="4695006"/>
            <a:ext cx="2764559" cy="1724165"/>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3A832F0A-AC6A-87C2-8AE8-BE6C4AC3D84E}"/>
              </a:ext>
            </a:extLst>
          </p:cNvPr>
          <p:cNvPicPr>
            <a:picLocks noChangeAspect="1"/>
          </p:cNvPicPr>
          <p:nvPr/>
        </p:nvPicPr>
        <p:blipFill>
          <a:blip r:embed="rId18"/>
          <a:stretch>
            <a:fillRect/>
          </a:stretch>
        </p:blipFill>
        <p:spPr>
          <a:xfrm>
            <a:off x="6973137" y="2983166"/>
            <a:ext cx="2751475" cy="1547704"/>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6083145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257247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Small preview of the Phase V</a:t>
            </a:r>
            <a:endParaRPr lang="en-US" sz="1800" b="0" kern="0" dirty="0"/>
          </a:p>
        </p:txBody>
      </p:sp>
      <p:sp>
        <p:nvSpPr>
          <p:cNvPr id="7" name="Chevron 17">
            <a:extLst>
              <a:ext uri="{FF2B5EF4-FFF2-40B4-BE49-F238E27FC236}">
                <a16:creationId xmlns:a16="http://schemas.microsoft.com/office/drawing/2014/main" id="{6B6C32C0-4F0E-35C6-F71B-5DC9AFF95F1F}"/>
              </a:ext>
            </a:extLst>
          </p:cNvPr>
          <p:cNvSpPr/>
          <p:nvPr/>
        </p:nvSpPr>
        <p:spPr bwMode="auto">
          <a:xfrm>
            <a:off x="595370"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 Define</a:t>
            </a:r>
          </a:p>
        </p:txBody>
      </p:sp>
      <p:sp>
        <p:nvSpPr>
          <p:cNvPr id="17" name="Chevron 17">
            <a:extLst>
              <a:ext uri="{FF2B5EF4-FFF2-40B4-BE49-F238E27FC236}">
                <a16:creationId xmlns:a16="http://schemas.microsoft.com/office/drawing/2014/main" id="{9B33EBEC-4B76-7601-491A-5F512015DF83}"/>
              </a:ext>
            </a:extLst>
          </p:cNvPr>
          <p:cNvSpPr/>
          <p:nvPr/>
        </p:nvSpPr>
        <p:spPr bwMode="auto">
          <a:xfrm>
            <a:off x="4953126"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III. Analyze</a:t>
            </a:r>
          </a:p>
        </p:txBody>
      </p:sp>
      <p:sp>
        <p:nvSpPr>
          <p:cNvPr id="18" name="Chevron 17">
            <a:extLst>
              <a:ext uri="{FF2B5EF4-FFF2-40B4-BE49-F238E27FC236}">
                <a16:creationId xmlns:a16="http://schemas.microsoft.com/office/drawing/2014/main" id="{B92CB6C9-2480-16DF-C36B-47B85D4D3448}"/>
              </a:ext>
            </a:extLst>
          </p:cNvPr>
          <p:cNvSpPr/>
          <p:nvPr/>
        </p:nvSpPr>
        <p:spPr bwMode="auto">
          <a:xfrm>
            <a:off x="7132004"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IV. Improve</a:t>
            </a:r>
          </a:p>
        </p:txBody>
      </p:sp>
      <p:sp>
        <p:nvSpPr>
          <p:cNvPr id="19" name="Chevron 17">
            <a:extLst>
              <a:ext uri="{FF2B5EF4-FFF2-40B4-BE49-F238E27FC236}">
                <a16:creationId xmlns:a16="http://schemas.microsoft.com/office/drawing/2014/main" id="{4E5C4721-FEE2-6159-B9E6-5CDA69D31854}"/>
              </a:ext>
            </a:extLst>
          </p:cNvPr>
          <p:cNvSpPr/>
          <p:nvPr/>
        </p:nvSpPr>
        <p:spPr bwMode="auto">
          <a:xfrm>
            <a:off x="2774248" y="2182671"/>
            <a:ext cx="2264490" cy="388392"/>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II. Measure</a:t>
            </a:r>
          </a:p>
        </p:txBody>
      </p:sp>
      <p:sp>
        <p:nvSpPr>
          <p:cNvPr id="20" name="Chevron 17">
            <a:extLst>
              <a:ext uri="{FF2B5EF4-FFF2-40B4-BE49-F238E27FC236}">
                <a16:creationId xmlns:a16="http://schemas.microsoft.com/office/drawing/2014/main" id="{FDF39F2F-5196-5877-0BB0-49416EB961CD}"/>
              </a:ext>
            </a:extLst>
          </p:cNvPr>
          <p:cNvSpPr/>
          <p:nvPr/>
        </p:nvSpPr>
        <p:spPr bwMode="auto">
          <a:xfrm>
            <a:off x="9310880" y="2182671"/>
            <a:ext cx="2264490" cy="388392"/>
          </a:xfrm>
          <a:prstGeom prst="chevron">
            <a:avLst>
              <a:gd name="adj" fmla="val 31818"/>
            </a:avLst>
          </a:prstGeom>
          <a:solidFill>
            <a:schemeClr val="accent2"/>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400" b="1" dirty="0">
                <a:solidFill>
                  <a:schemeClr val="bg1"/>
                </a:solidFill>
                <a:cs typeface="Times New Roman" pitchFamily="18" charset="0"/>
              </a:rPr>
              <a:t>V. Control</a:t>
            </a:r>
          </a:p>
        </p:txBody>
      </p:sp>
      <p:pic>
        <p:nvPicPr>
          <p:cNvPr id="40" name="Graphic 39" descr="Speedometer Low outline">
            <a:extLst>
              <a:ext uri="{FF2B5EF4-FFF2-40B4-BE49-F238E27FC236}">
                <a16:creationId xmlns:a16="http://schemas.microsoft.com/office/drawing/2014/main" id="{7DC9188D-2233-DFD9-7DE5-3060A73AC7F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62864" y="1489353"/>
            <a:ext cx="706611" cy="708983"/>
          </a:xfrm>
          <a:prstGeom prst="rect">
            <a:avLst/>
          </a:prstGeom>
        </p:spPr>
      </p:pic>
      <p:pic>
        <p:nvPicPr>
          <p:cNvPr id="41" name="Graphic 40" descr="Question Mark outline">
            <a:extLst>
              <a:ext uri="{FF2B5EF4-FFF2-40B4-BE49-F238E27FC236}">
                <a16:creationId xmlns:a16="http://schemas.microsoft.com/office/drawing/2014/main" id="{961254C8-8523-F00C-59FB-A00F020C8A7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41049" y="1547193"/>
            <a:ext cx="592486" cy="594475"/>
          </a:xfrm>
          <a:prstGeom prst="rect">
            <a:avLst/>
          </a:prstGeom>
        </p:spPr>
      </p:pic>
      <p:pic>
        <p:nvPicPr>
          <p:cNvPr id="42" name="Graphic 41" descr="Speedometer Middle outline">
            <a:extLst>
              <a:ext uri="{FF2B5EF4-FFF2-40B4-BE49-F238E27FC236}">
                <a16:creationId xmlns:a16="http://schemas.microsoft.com/office/drawing/2014/main" id="{15063EA5-C08A-F0F1-5922-78EE585CC71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20620" y="1495868"/>
            <a:ext cx="706611" cy="708983"/>
          </a:xfrm>
          <a:prstGeom prst="rect">
            <a:avLst/>
          </a:prstGeom>
        </p:spPr>
      </p:pic>
      <p:pic>
        <p:nvPicPr>
          <p:cNvPr id="43" name="Graphic 42" descr="Research outline">
            <a:extLst>
              <a:ext uri="{FF2B5EF4-FFF2-40B4-BE49-F238E27FC236}">
                <a16:creationId xmlns:a16="http://schemas.microsoft.com/office/drawing/2014/main" id="{35E470E6-B4BC-4A74-D631-E2A8926ADFB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135461" y="1512196"/>
            <a:ext cx="634684" cy="636815"/>
          </a:xfrm>
          <a:prstGeom prst="rect">
            <a:avLst/>
          </a:prstGeom>
        </p:spPr>
      </p:pic>
      <p:pic>
        <p:nvPicPr>
          <p:cNvPr id="44" name="Graphic 43" descr="Bar chart outline">
            <a:extLst>
              <a:ext uri="{FF2B5EF4-FFF2-40B4-BE49-F238E27FC236}">
                <a16:creationId xmlns:a16="http://schemas.microsoft.com/office/drawing/2014/main" id="{B660E9B2-149D-B0A6-46A1-C77B4E43EED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741742" y="1514692"/>
            <a:ext cx="706611" cy="708983"/>
          </a:xfrm>
          <a:prstGeom prst="rect">
            <a:avLst/>
          </a:prstGeom>
        </p:spPr>
      </p:pic>
      <p:sp>
        <p:nvSpPr>
          <p:cNvPr id="2" name="Rectangle 1">
            <a:extLst>
              <a:ext uri="{FF2B5EF4-FFF2-40B4-BE49-F238E27FC236}">
                <a16:creationId xmlns:a16="http://schemas.microsoft.com/office/drawing/2014/main" id="{661D27F4-967F-0A8C-E5BF-FB12B660D9FF}"/>
              </a:ext>
            </a:extLst>
          </p:cNvPr>
          <p:cNvSpPr/>
          <p:nvPr/>
        </p:nvSpPr>
        <p:spPr>
          <a:xfrm>
            <a:off x="613321" y="2881247"/>
            <a:ext cx="10960193" cy="3611627"/>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 name="Arrow: Down 3">
            <a:extLst>
              <a:ext uri="{FF2B5EF4-FFF2-40B4-BE49-F238E27FC236}">
                <a16:creationId xmlns:a16="http://schemas.microsoft.com/office/drawing/2014/main" id="{5313E849-1FDF-98E3-477A-B6582B9FDFC5}"/>
              </a:ext>
            </a:extLst>
          </p:cNvPr>
          <p:cNvSpPr/>
          <p:nvPr/>
        </p:nvSpPr>
        <p:spPr>
          <a:xfrm>
            <a:off x="10240152" y="2592682"/>
            <a:ext cx="425302" cy="277932"/>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6" name="Picture 5">
            <a:extLst>
              <a:ext uri="{FF2B5EF4-FFF2-40B4-BE49-F238E27FC236}">
                <a16:creationId xmlns:a16="http://schemas.microsoft.com/office/drawing/2014/main" id="{AA7FECD0-F9BB-9FF2-CD89-F7EEC1EAA507}"/>
              </a:ext>
            </a:extLst>
          </p:cNvPr>
          <p:cNvPicPr>
            <a:picLocks noChangeAspect="1"/>
          </p:cNvPicPr>
          <p:nvPr/>
        </p:nvPicPr>
        <p:blipFill>
          <a:blip r:embed="rId16"/>
          <a:stretch>
            <a:fillRect/>
          </a:stretch>
        </p:blipFill>
        <p:spPr>
          <a:xfrm>
            <a:off x="1198601" y="3427060"/>
            <a:ext cx="4479999" cy="252000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43931930-8843-C5C5-8372-939323D4E163}"/>
              </a:ext>
            </a:extLst>
          </p:cNvPr>
          <p:cNvPicPr>
            <a:picLocks noChangeAspect="1"/>
          </p:cNvPicPr>
          <p:nvPr/>
        </p:nvPicPr>
        <p:blipFill>
          <a:blip r:embed="rId17"/>
          <a:stretch>
            <a:fillRect/>
          </a:stretch>
        </p:blipFill>
        <p:spPr>
          <a:xfrm>
            <a:off x="6513399" y="3427060"/>
            <a:ext cx="4480000" cy="2520000"/>
          </a:xfrm>
          <a:prstGeom prst="rect">
            <a:avLst/>
          </a:prstGeom>
          <a:effectLst>
            <a:outerShdw blurRad="50800" dist="38100" dir="5400000" algn="t" rotWithShape="0">
              <a:prstClr val="black">
                <a:alpha val="40000"/>
              </a:prstClr>
            </a:outerShdw>
          </a:effectLst>
        </p:spPr>
      </p:pic>
      <p:sp>
        <p:nvSpPr>
          <p:cNvPr id="10" name="Footer Placeholder 9">
            <a:extLst>
              <a:ext uri="{FF2B5EF4-FFF2-40B4-BE49-F238E27FC236}">
                <a16:creationId xmlns:a16="http://schemas.microsoft.com/office/drawing/2014/main" id="{1D89BBF1-B275-39D9-0B25-8A672256BBF3}"/>
              </a:ext>
            </a:extLst>
          </p:cNvPr>
          <p:cNvSpPr>
            <a:spLocks noGrp="1"/>
          </p:cNvSpPr>
          <p:nvPr>
            <p:ph type="ftr" sz="quarter" idx="3"/>
          </p:nvPr>
        </p:nvSpPr>
        <p:spPr/>
        <p:txBody>
          <a:bodyPr/>
          <a:lstStyle/>
          <a:p>
            <a:r>
              <a:rPr lang="en-US"/>
              <a:t>Domont Consulting</a:t>
            </a:r>
            <a:endParaRPr lang="en-US" dirty="0"/>
          </a:p>
        </p:txBody>
      </p:sp>
      <p:sp>
        <p:nvSpPr>
          <p:cNvPr id="11" name="Slide Number Placeholder 10">
            <a:extLst>
              <a:ext uri="{FF2B5EF4-FFF2-40B4-BE49-F238E27FC236}">
                <a16:creationId xmlns:a16="http://schemas.microsoft.com/office/drawing/2014/main" id="{88796ACB-F9D9-CC11-D2DB-23574E50B027}"/>
              </a:ext>
            </a:extLst>
          </p:cNvPr>
          <p:cNvSpPr>
            <a:spLocks noGrp="1"/>
          </p:cNvSpPr>
          <p:nvPr>
            <p:ph type="sldNum" sz="quarter" idx="4"/>
          </p:nvPr>
        </p:nvSpPr>
        <p:spPr/>
        <p:txBody>
          <a:bodyPr/>
          <a:lstStyle/>
          <a:p>
            <a:fld id="{37F5C94B-8C55-478B-B509-BAE6A06B2E2A}" type="slidenum">
              <a:rPr lang="en-US" smtClean="0"/>
              <a:pPr/>
              <a:t>37</a:t>
            </a:fld>
            <a:endParaRPr lang="en-US" dirty="0"/>
          </a:p>
        </p:txBody>
      </p:sp>
    </p:spTree>
    <p:extLst>
      <p:ext uri="{BB962C8B-B14F-4D97-AF65-F5344CB8AC3E}">
        <p14:creationId xmlns:p14="http://schemas.microsoft.com/office/powerpoint/2010/main" val="14244335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6" name="Rectangle: Rounded Corners 5">
            <a:extLst>
              <a:ext uri="{FF2B5EF4-FFF2-40B4-BE49-F238E27FC236}">
                <a16:creationId xmlns:a16="http://schemas.microsoft.com/office/drawing/2014/main" id="{E1C86821-54CE-8A1B-CBED-54B7AF9E8611}"/>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1B22B2CC-25AA-263D-1020-C20A807B7EB8}"/>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D0572104-6430-3E61-5813-3590A3CFE972}"/>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D6B23995-4475-E84D-EF57-7992732496E4}"/>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2">
            <a:extLst>
              <a:ext uri="{FF2B5EF4-FFF2-40B4-BE49-F238E27FC236}">
                <a16:creationId xmlns:a16="http://schemas.microsoft.com/office/drawing/2014/main" id="{F8D9CE97-3B89-11F5-DD37-F399ADABEF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Download Microsoft Excel Logo in SVG Vector or PNG File Format - Logo.wine">
            <a:extLst>
              <a:ext uri="{FF2B5EF4-FFF2-40B4-BE49-F238E27FC236}">
                <a16:creationId xmlns:a16="http://schemas.microsoft.com/office/drawing/2014/main" id="{B71C95D7-A854-1E0E-C591-CD4E72F4E2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descr="Open folder outline">
            <a:extLst>
              <a:ext uri="{FF2B5EF4-FFF2-40B4-BE49-F238E27FC236}">
                <a16:creationId xmlns:a16="http://schemas.microsoft.com/office/drawing/2014/main" id="{9EE88CF5-F9D5-B7D1-ABD0-E1C6B217D73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794401" y="5010472"/>
            <a:ext cx="829320" cy="829320"/>
          </a:xfrm>
          <a:prstGeom prst="rect">
            <a:avLst/>
          </a:prstGeom>
        </p:spPr>
      </p:pic>
      <p:sp>
        <p:nvSpPr>
          <p:cNvPr id="14" name="TextBox 13">
            <a:extLst>
              <a:ext uri="{FF2B5EF4-FFF2-40B4-BE49-F238E27FC236}">
                <a16:creationId xmlns:a16="http://schemas.microsoft.com/office/drawing/2014/main" id="{4A437ECF-467E-1AD6-2C2E-4087FF953203}"/>
              </a:ext>
            </a:extLst>
          </p:cNvPr>
          <p:cNvSpPr txBox="1"/>
          <p:nvPr/>
        </p:nvSpPr>
        <p:spPr>
          <a:xfrm>
            <a:off x="1863088" y="1994804"/>
            <a:ext cx="4400551" cy="338554"/>
          </a:xfrm>
          <a:prstGeom prst="rect">
            <a:avLst/>
          </a:prstGeom>
          <a:noFill/>
        </p:spPr>
        <p:txBody>
          <a:bodyPr wrap="square" rtlCol="0">
            <a:spAutoFit/>
          </a:bodyPr>
          <a:lstStyle/>
          <a:p>
            <a:r>
              <a:rPr lang="en-US" sz="1600" b="1" dirty="0"/>
              <a:t>330 editable PowerPoint slides*</a:t>
            </a:r>
          </a:p>
        </p:txBody>
      </p:sp>
      <p:sp>
        <p:nvSpPr>
          <p:cNvPr id="15" name="TextBox 14">
            <a:extLst>
              <a:ext uri="{FF2B5EF4-FFF2-40B4-BE49-F238E27FC236}">
                <a16:creationId xmlns:a16="http://schemas.microsoft.com/office/drawing/2014/main" id="{777600B6-F58C-3E6A-BB6D-D47C974412BF}"/>
              </a:ext>
            </a:extLst>
          </p:cNvPr>
          <p:cNvSpPr txBox="1"/>
          <p:nvPr/>
        </p:nvSpPr>
        <p:spPr>
          <a:xfrm>
            <a:off x="1863088" y="3125122"/>
            <a:ext cx="3005768" cy="338554"/>
          </a:xfrm>
          <a:prstGeom prst="rect">
            <a:avLst/>
          </a:prstGeom>
          <a:noFill/>
        </p:spPr>
        <p:txBody>
          <a:bodyPr wrap="square" rtlCol="0">
            <a:spAutoFit/>
          </a:bodyPr>
          <a:lstStyle/>
          <a:p>
            <a:r>
              <a:rPr lang="en-US" sz="1600" b="1"/>
              <a:t>21 </a:t>
            </a:r>
            <a:r>
              <a:rPr lang="en-US" sz="1600" b="1" dirty="0"/>
              <a:t>Excel sheets*</a:t>
            </a:r>
          </a:p>
        </p:txBody>
      </p:sp>
      <p:sp>
        <p:nvSpPr>
          <p:cNvPr id="17" name="TextBox 16">
            <a:extLst>
              <a:ext uri="{FF2B5EF4-FFF2-40B4-BE49-F238E27FC236}">
                <a16:creationId xmlns:a16="http://schemas.microsoft.com/office/drawing/2014/main" id="{FE597C27-D46E-623C-682B-08389CD25348}"/>
              </a:ext>
            </a:extLst>
          </p:cNvPr>
          <p:cNvSpPr txBox="1"/>
          <p:nvPr/>
        </p:nvSpPr>
        <p:spPr>
          <a:xfrm>
            <a:off x="1863088" y="4153332"/>
            <a:ext cx="3450672" cy="338554"/>
          </a:xfrm>
          <a:prstGeom prst="rect">
            <a:avLst/>
          </a:prstGeom>
          <a:noFill/>
        </p:spPr>
        <p:txBody>
          <a:bodyPr wrap="square" rtlCol="0">
            <a:spAutoFit/>
          </a:bodyPr>
          <a:lstStyle/>
          <a:p>
            <a:r>
              <a:rPr lang="en-US" sz="1600" b="1"/>
              <a:t>60 </a:t>
            </a:r>
            <a:r>
              <a:rPr lang="en-US" sz="1600" b="1" dirty="0"/>
              <a:t>minutes of Video training</a:t>
            </a:r>
          </a:p>
        </p:txBody>
      </p:sp>
      <p:sp>
        <p:nvSpPr>
          <p:cNvPr id="19" name="Rectangle 18">
            <a:extLst>
              <a:ext uri="{FF2B5EF4-FFF2-40B4-BE49-F238E27FC236}">
                <a16:creationId xmlns:a16="http://schemas.microsoft.com/office/drawing/2014/main" id="{58B932BA-CA7A-E3C4-9CC0-B95F841B1AA1}"/>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0FE0B1D-EED1-17BD-8FCD-7A8076B46A80}"/>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0FC0FE-A163-ED1A-A296-D87A1C3FBA7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99470BB-701E-9F9B-5EED-CC4D40F693E5}"/>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CBE2770C-6D4F-9F15-A358-CC0DFDE1D3D0}"/>
              </a:ext>
            </a:extLst>
          </p:cNvPr>
          <p:cNvPicPr>
            <a:picLocks noChangeAspect="1"/>
          </p:cNvPicPr>
          <p:nvPr/>
        </p:nvPicPr>
        <p:blipFill rotWithShape="1">
          <a:blip r:embed="rId10"/>
          <a:srcRect l="11344" t="22611" r="63111" b="28117"/>
          <a:stretch/>
        </p:blipFill>
        <p:spPr>
          <a:xfrm>
            <a:off x="794400" y="3945615"/>
            <a:ext cx="823861" cy="689810"/>
          </a:xfrm>
          <a:prstGeom prst="rect">
            <a:avLst/>
          </a:prstGeom>
        </p:spPr>
      </p:pic>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2" name="TextBox 1">
            <a:extLst>
              <a:ext uri="{FF2B5EF4-FFF2-40B4-BE49-F238E27FC236}">
                <a16:creationId xmlns:a16="http://schemas.microsoft.com/office/drawing/2014/main" id="{9A7386E0-9A1E-2938-7F37-3E23E52A22A1}"/>
              </a:ext>
            </a:extLst>
          </p:cNvPr>
          <p:cNvSpPr txBox="1"/>
          <p:nvPr/>
        </p:nvSpPr>
        <p:spPr>
          <a:xfrm>
            <a:off x="1916252" y="4982746"/>
            <a:ext cx="9798507" cy="893841"/>
          </a:xfrm>
          <a:prstGeom prst="rect">
            <a:avLst/>
          </a:prstGeom>
          <a:noFill/>
        </p:spPr>
        <p:txBody>
          <a:bodyPr wrap="square" lIns="0" rIns="324000" numCol="2" rtlCol="0">
            <a:noAutofit/>
          </a:bodyPr>
          <a:lstStyle/>
          <a:p>
            <a:pPr marL="228600" indent="-228600">
              <a:buFont typeface="+mj-lt"/>
              <a:buAutoNum type="arabicPeriod"/>
            </a:pPr>
            <a:r>
              <a:rPr lang="en-US" sz="1200" dirty="0"/>
              <a:t>Overview and Approach</a:t>
            </a:r>
          </a:p>
          <a:p>
            <a:pPr marL="228600" indent="-228600">
              <a:buFont typeface="+mj-lt"/>
              <a:buAutoNum type="arabicPeriod"/>
            </a:pPr>
            <a:r>
              <a:rPr lang="en-US" sz="1200" dirty="0"/>
              <a:t>Define</a:t>
            </a:r>
          </a:p>
          <a:p>
            <a:pPr marL="228600" indent="-228600">
              <a:buFont typeface="+mj-lt"/>
              <a:buAutoNum type="arabicPeriod"/>
            </a:pPr>
            <a:r>
              <a:rPr lang="en-US" sz="1200" dirty="0"/>
              <a:t>Measure</a:t>
            </a:r>
          </a:p>
          <a:p>
            <a:pPr marL="228600" indent="-228600">
              <a:buFont typeface="+mj-lt"/>
              <a:buAutoNum type="arabicPeriod"/>
            </a:pPr>
            <a:r>
              <a:rPr lang="en-US" sz="1200" dirty="0"/>
              <a:t>Analyze</a:t>
            </a:r>
          </a:p>
          <a:p>
            <a:pPr marL="228600" indent="-228600">
              <a:buFont typeface="+mj-lt"/>
              <a:buAutoNum type="arabicPeriod"/>
            </a:pPr>
            <a:r>
              <a:rPr lang="en-US" sz="1200" dirty="0"/>
              <a:t>Improve</a:t>
            </a:r>
          </a:p>
          <a:p>
            <a:pPr marL="228600" indent="-228600">
              <a:buFont typeface="+mj-lt"/>
              <a:buAutoNum type="arabicPeriod"/>
            </a:pPr>
            <a:r>
              <a:rPr lang="en-US" sz="1200" dirty="0"/>
              <a:t>Control</a:t>
            </a:r>
          </a:p>
        </p:txBody>
      </p:sp>
      <p:sp>
        <p:nvSpPr>
          <p:cNvPr id="5" name="Footer Placeholder 4">
            <a:extLst>
              <a:ext uri="{FF2B5EF4-FFF2-40B4-BE49-F238E27FC236}">
                <a16:creationId xmlns:a16="http://schemas.microsoft.com/office/drawing/2014/main" id="{B89D8C6C-E0A7-C58E-06DF-AF09D2975F40}"/>
              </a:ext>
            </a:extLst>
          </p:cNvPr>
          <p:cNvSpPr>
            <a:spLocks noGrp="1"/>
          </p:cNvSpPr>
          <p:nvPr>
            <p:ph type="ftr" sz="quarter" idx="3"/>
          </p:nvPr>
        </p:nvSpPr>
        <p:spPr/>
        <p:txBody>
          <a:bodyPr/>
          <a:lstStyle/>
          <a:p>
            <a:r>
              <a:rPr lang="en-US"/>
              <a:t>Domont Consulting</a:t>
            </a:r>
            <a:endParaRPr lang="en-US" dirty="0"/>
          </a:p>
        </p:txBody>
      </p:sp>
      <p:sp>
        <p:nvSpPr>
          <p:cNvPr id="18" name="Slide Number Placeholder 17">
            <a:extLst>
              <a:ext uri="{FF2B5EF4-FFF2-40B4-BE49-F238E27FC236}">
                <a16:creationId xmlns:a16="http://schemas.microsoft.com/office/drawing/2014/main" id="{37E53BE1-43FB-75D8-C737-8DC6D8006BF4}"/>
              </a:ext>
            </a:extLst>
          </p:cNvPr>
          <p:cNvSpPr>
            <a:spLocks noGrp="1"/>
          </p:cNvSpPr>
          <p:nvPr>
            <p:ph type="sldNum" sz="quarter" idx="4"/>
          </p:nvPr>
        </p:nvSpPr>
        <p:spPr/>
        <p:txBody>
          <a:bodyPr/>
          <a:lstStyle/>
          <a:p>
            <a:fld id="{37F5C94B-8C55-478B-B509-BAE6A06B2E2A}" type="slidenum">
              <a:rPr lang="en-US" smtClean="0"/>
              <a:pPr/>
              <a:t>38</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5" name="Footer Placeholder 4">
            <a:extLst>
              <a:ext uri="{FF2B5EF4-FFF2-40B4-BE49-F238E27FC236}">
                <a16:creationId xmlns:a16="http://schemas.microsoft.com/office/drawing/2014/main" id="{4558ADAA-B529-99EF-2DA2-6FDE59CE8200}"/>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280AEDD0-DB62-A6DA-22E9-A5BDDEECF7C5}"/>
              </a:ext>
            </a:extLst>
          </p:cNvPr>
          <p:cNvSpPr>
            <a:spLocks noGrp="1"/>
          </p:cNvSpPr>
          <p:nvPr>
            <p:ph type="sldNum" sz="quarter" idx="4"/>
          </p:nvPr>
        </p:nvSpPr>
        <p:spPr/>
        <p:txBody>
          <a:bodyPr/>
          <a:lstStyle/>
          <a:p>
            <a:fld id="{37F5C94B-8C55-478B-B509-BAE6A06B2E2A}" type="slidenum">
              <a:rPr lang="en-US" smtClean="0"/>
              <a:pPr/>
              <a:t>39</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85848037-B643-B385-B9C7-D876D48FA297}"/>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D2F42019-5E15-BC7C-1F22-2BE01B033840}"/>
              </a:ext>
            </a:extLst>
          </p:cNvPr>
          <p:cNvSpPr>
            <a:spLocks noGrp="1"/>
          </p:cNvSpPr>
          <p:nvPr>
            <p:ph type="sldNum" sz="quarter" idx="4"/>
          </p:nvPr>
        </p:nvSpPr>
        <p:spPr/>
        <p:txBody>
          <a:bodyPr/>
          <a:lstStyle/>
          <a:p>
            <a:fld id="{37F5C94B-8C55-478B-B509-BAE6A06B2E2A}" type="slidenum">
              <a:rPr lang="en-US" smtClean="0"/>
              <a:pPr/>
              <a:t>40</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7"/>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70"/>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59"/>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2"/>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59"/>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39"/>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57"/>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50"/>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5"/>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2"/>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3" name="Footer Placeholder 2">
            <a:extLst>
              <a:ext uri="{FF2B5EF4-FFF2-40B4-BE49-F238E27FC236}">
                <a16:creationId xmlns:a16="http://schemas.microsoft.com/office/drawing/2014/main" id="{649F5644-96BA-0944-3C05-49807A28A499}"/>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C5FFEA10-396D-D116-6B98-B7CB932E7ADD}"/>
              </a:ext>
            </a:extLst>
          </p:cNvPr>
          <p:cNvSpPr>
            <a:spLocks noGrp="1"/>
          </p:cNvSpPr>
          <p:nvPr>
            <p:ph type="sldNum" sz="quarter" idx="4"/>
          </p:nvPr>
        </p:nvSpPr>
        <p:spPr/>
        <p:txBody>
          <a:bodyPr/>
          <a:lstStyle/>
          <a:p>
            <a:fld id="{37F5C94B-8C55-478B-B509-BAE6A06B2E2A}" type="slidenum">
              <a:rPr lang="en-US" smtClean="0"/>
              <a:pPr/>
              <a:t>41</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4" name="Footer Placeholder 3">
            <a:extLst>
              <a:ext uri="{FF2B5EF4-FFF2-40B4-BE49-F238E27FC236}">
                <a16:creationId xmlns:a16="http://schemas.microsoft.com/office/drawing/2014/main" id="{12DDC1D0-6FDA-C57F-ED4A-FD84FD6F353E}"/>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DDE39B2B-ABF3-6137-9561-853769239180}"/>
              </a:ext>
            </a:extLst>
          </p:cNvPr>
          <p:cNvSpPr>
            <a:spLocks noGrp="1"/>
          </p:cNvSpPr>
          <p:nvPr>
            <p:ph type="sldNum" sz="quarter" idx="4"/>
          </p:nvPr>
        </p:nvSpPr>
        <p:spPr/>
        <p:txBody>
          <a:bodyPr/>
          <a:lstStyle/>
          <a:p>
            <a:fld id="{37F5C94B-8C55-478B-B509-BAE6A06B2E2A}" type="slidenum">
              <a:rPr lang="en-US" smtClean="0"/>
              <a:pPr/>
              <a:t>42</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3" name="Footer Placeholder 2">
            <a:extLst>
              <a:ext uri="{FF2B5EF4-FFF2-40B4-BE49-F238E27FC236}">
                <a16:creationId xmlns:a16="http://schemas.microsoft.com/office/drawing/2014/main" id="{2ABA189A-8AEF-A354-F26D-757748E060DB}"/>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9C931C6E-65CC-A2F6-C79B-2874A1FC250A}"/>
              </a:ext>
            </a:extLst>
          </p:cNvPr>
          <p:cNvSpPr>
            <a:spLocks noGrp="1"/>
          </p:cNvSpPr>
          <p:nvPr>
            <p:ph type="sldNum" sz="quarter" idx="4"/>
          </p:nvPr>
        </p:nvSpPr>
        <p:spPr/>
        <p:txBody>
          <a:bodyPr/>
          <a:lstStyle/>
          <a:p>
            <a:fld id="{37F5C94B-8C55-478B-B509-BAE6A06B2E2A}" type="slidenum">
              <a:rPr lang="en-US" smtClean="0"/>
              <a:pPr/>
              <a:t>43</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sssJ_uIZwbfpGgnTea6Kp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pZLRrCAx0ORA1hNqGHQw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S.JYyU5GEkWyB5K0VeDdY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JcRcijefOUS6RiXxiGYzj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JcRcijefOUS6RiXxiGYzj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JcRcijefOUS6RiXxiGYzj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JcRcijefOUS6RiXxiGYzj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SMART" val="&lt;smart xmlns:xsd=&quot;http://www.w3.org/2001/XMLSchema&quot; xmlns:xsi=&quot;http://www.w3.org/2001/XMLSchema-instance&quot;&gt;&lt;shapeSettings id=&quot;4808938e-4f73-4116-9144-c561f7d182fb&quot; isFootnotesShape=&quot;false&quot;&gt;&lt;layer id=&quot;cf7b00f1-f1c1-4f02-8d60-63fef4b496c8&quot; name=&quot;Sticker&quot; /&gt;&lt;/shapeSettings&gt;&lt;/smart&gt;"/>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KmbfIErli5ENa1hIjOiti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ePjOSEI_H0KFymgS.wCd1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YEMYeofuQkW29eZgpgpl9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esaQVzJTf02ZzzAsCFAC1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oN0g7664g0mYgExQjZ3bN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ySIkAMRCukK7nusDUY_Lq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eHujJ2_bPkG9ko3OqMiD3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fIYXM7xsq0.2JcN7QxQ4Q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a.6R6cyeZE2PZQR2rWyMj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d3urs7e.gki0_RzHoC4SX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5SCj5tcyfE6T9S_EZjF1F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Laz5JksIZkWICSaTTI_li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eWtucTK8N0iTjU6riTLvb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Bq6YDrs3mUK29cUCNGAkiQ"/>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yzj7DJZlpUynYUsX06CiT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fr.U.KlGbkCPNYYd2mnS8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FIs.W24p7UODk0DX1yO22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43xLanonjUu9J43_IkihR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Ph.n2WXKVkKHdywbyjBlM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MU70nnBDj0GWCTVG3Ebqj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Cm.UrPRYI0W474WQTy5Vs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DKpAHfuqvUaN0eMwy_1B2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iSbCRKp4pkitHJneIHCx.Q"/>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WGoTv.fCn02tcJ3Kfowxw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2tDSYfeiwkyGM8wpCwgkZ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yvVdAS3FE0GoQYtP8EGPT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nEMPQb5c6Eai0BpAlgXCu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6tlyt4r7I0.QMhW.BiZzO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GWEX6K6WjEO4ug10XgKTC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SMART" val="&lt;smart xmlns:xsd=&quot;http://www.w3.org/2001/XMLSchema&quot; xmlns:xsi=&quot;http://www.w3.org/2001/XMLSchema-instance&quot;&gt;&lt;shapeSettings id=&quot;4808938e-4f73-4116-9144-c561f7d182fb&quot; isFootnotesShape=&quot;false&quot;&gt;&lt;layer id=&quot;cf7b00f1-f1c1-4f02-8d60-63fef4b496c8&quot; name=&quot;Sticker&quot; /&gt;&lt;/shapeSettings&gt;&lt;/smart&gt;"/>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SMART" val="&lt;smart xmlns:xsd=&quot;http://www.w3.org/2001/XMLSchema&quot; xmlns:xsi=&quot;http://www.w3.org/2001/XMLSchema-instance&quot;&gt;&lt;shapeSettings id=&quot;4808938e-4f73-4116-9144-c561f7d182fb&quot; isFootnotesShape=&quot;false&quot;&gt;&lt;layer id=&quot;cf7b00f1-f1c1-4f02-8d60-63fef4b496c8&quot; name=&quot;Sticker&quot; /&gt;&lt;/shapeSettings&gt;&lt;/smart&gt;"/>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SMART" val="&lt;smart xmlns:xsd=&quot;http://www.w3.org/2001/XMLSchema&quot; xmlns:xsi=&quot;http://www.w3.org/2001/XMLSchema-instance&quot;&gt;&lt;shapeSettings id=&quot;4808938e-4f73-4116-9144-c561f7d182fb&quot; isFootnotesShape=&quot;false&quot;&gt;&lt;layer id=&quot;cf7b00f1-f1c1-4f02-8d60-63fef4b496c8&quot; name=&quot;Sticker&quot; /&gt;&lt;/shapeSettings&gt;&lt;/smart&gt;"/>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Domont Consulting 2024">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3.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7135</TotalTime>
  <Words>3886</Words>
  <Application>Microsoft Office PowerPoint</Application>
  <PresentationFormat>Widescreen</PresentationFormat>
  <Paragraphs>588</Paragraphs>
  <Slides>44</Slides>
  <Notes>41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5" baseType="lpstr">
      <vt:lpstr>ＭＳ Ｐゴシック</vt:lpstr>
      <vt:lpstr>Arial</vt:lpstr>
      <vt:lpstr>Arial (Body)</vt:lpstr>
      <vt:lpstr>Calibri</vt:lpstr>
      <vt:lpstr>Helvetica</vt:lpstr>
      <vt:lpstr>Lato Light</vt:lpstr>
      <vt:lpstr>Times New Roman</vt:lpstr>
      <vt:lpstr>Verdana</vt:lpstr>
      <vt:lpstr>Wingdings 3</vt:lpstr>
      <vt:lpstr>Domont Consulting 2024</vt:lpstr>
      <vt:lpstr>think-cell Slide</vt:lpstr>
      <vt:lpstr>PowerPoint Presentation</vt:lpstr>
      <vt:lpstr>PowerPoint Presentation</vt:lpstr>
      <vt:lpstr>Introduction</vt:lpstr>
      <vt:lpstr>Table of contents</vt:lpstr>
      <vt:lpstr>Table of contents</vt:lpstr>
      <vt:lpstr>Lean Six Sigma provides a balanced approach to simultaneously reducing complexity (Lean) and increasing reliability (Six Sigma)</vt:lpstr>
      <vt:lpstr>Lean methodology focuses on simplifying processes </vt:lpstr>
      <vt:lpstr>The objective of a Lean project is to eliminate 8 types of waste that can be easily remembered using the word “Downtime“ (1/2)</vt:lpstr>
      <vt:lpstr>The objective of a Lean project is to eliminate 8 types of waste that can be easily remembered using the word “Downtime“ (2/2)</vt:lpstr>
      <vt:lpstr>The objective of a Lean project is to eliminate 8 types of waste that can be easily remembered using the word “Downtime“ (2/2)</vt:lpstr>
      <vt:lpstr>Six Sigma methodology focuses on improving process reliability </vt:lpstr>
      <vt:lpstr>The objective of a Six Sigma project is to reduce process variation to such a degree that the sigma’s of variation will fit within the specification limits</vt:lpstr>
      <vt:lpstr>Lean Six Sigma focuses on simplifying processes and improving process reliability</vt:lpstr>
      <vt:lpstr>Lean Six Sigma key principles</vt:lpstr>
      <vt:lpstr>Lean 6 Sigma background</vt:lpstr>
      <vt:lpstr>Table of contents</vt:lpstr>
      <vt:lpstr>Lean Six Sigma addresses both tactical and strategic value drivers linked directly to shareholder value</vt:lpstr>
      <vt:lpstr>Lean Six Sigma benefit #1: Lean Six Sigma increases asset efficiency</vt:lpstr>
      <vt:lpstr>Lean Six Sigma benefit #2: Lean Six Sigma decreases cost</vt:lpstr>
      <vt:lpstr>Lean Six Sigma benefit #3: Lean Six Sigma increases revenue</vt:lpstr>
      <vt:lpstr>Benchmark savings: Typical improvement ranges in a manufacturing environment</vt:lpstr>
      <vt:lpstr>Benchmark savings: Typical improvement ranges in a white-collar environment</vt:lpstr>
      <vt:lpstr>Success stories of companies using Lean Six Sigma Motorola estimated that its Six Sigma program had saved the company over $16 billion in costs and increased customer satisfaction by 15%</vt:lpstr>
      <vt:lpstr>Success stories of companies using Lean Six Sigma Toyota is widely regarded as one of the most efficient and effective automotive manufacturers in the world</vt:lpstr>
      <vt:lpstr>Success stories of companies using Lean Six Sigma GE has credited Lean Six Sigma with saving the company billions of dollars and improving customer satisfaction</vt:lpstr>
      <vt:lpstr>Table of contents</vt:lpstr>
      <vt:lpstr>Our ex-McKinsey, Deloitte &amp; BCG consultants created a Lean 6 Sigma Toolkit to help you achieve your organization’s strategic objectives</vt:lpstr>
      <vt:lpstr>Our Toolkit will help you fulfill multiple objectives</vt:lpstr>
      <vt:lpstr>Video demonstration of the Toolkit</vt:lpstr>
      <vt:lpstr>The Lean 6 Sigma DMAIC methodology is an iterative process which includes 5 phases</vt:lpstr>
      <vt:lpstr>Each phase includes multiple key activities</vt:lpstr>
      <vt:lpstr>Small preview of the Phase I</vt:lpstr>
      <vt:lpstr>Small preview of the Phase II</vt:lpstr>
      <vt:lpstr>Small preview of the Phase III</vt:lpstr>
      <vt:lpstr>Small preview of the Phase IV (1/2)</vt:lpstr>
      <vt:lpstr>Small preview of the Phase IV (2/2)</vt:lpstr>
      <vt:lpstr>Small preview of the Phase V</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2025-07-02T04:57:52Z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