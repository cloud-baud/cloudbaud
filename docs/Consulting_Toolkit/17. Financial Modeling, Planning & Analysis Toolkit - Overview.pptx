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12.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4"/>
  </p:notesMasterIdLst>
  <p:handoutMasterIdLst>
    <p:handoutMasterId r:id="rId25"/>
  </p:handoutMasterIdLst>
  <p:sldIdLst>
    <p:sldId id="526" r:id="rId5"/>
    <p:sldId id="540" r:id="rId6"/>
    <p:sldId id="3289" r:id="rId7"/>
    <p:sldId id="3288" r:id="rId8"/>
    <p:sldId id="3406" r:id="rId9"/>
    <p:sldId id="3401" r:id="rId10"/>
    <p:sldId id="2162" r:id="rId11"/>
    <p:sldId id="3377" r:id="rId12"/>
    <p:sldId id="2217" r:id="rId13"/>
    <p:sldId id="3396" r:id="rId14"/>
    <p:sldId id="3407" r:id="rId15"/>
    <p:sldId id="3408" r:id="rId16"/>
    <p:sldId id="2338" r:id="rId17"/>
    <p:sldId id="2034" r:id="rId18"/>
    <p:sldId id="3282" r:id="rId19"/>
    <p:sldId id="1711" r:id="rId20"/>
    <p:sldId id="1598" r:id="rId21"/>
    <p:sldId id="2240" r:id="rId22"/>
    <p:sldId id="1600" r:id="rId23"/>
  </p:sldIdLst>
  <p:sldSz cx="12192000" cy="6858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07A647-356E-4D94-9FE3-66ADA0BB504F}">
          <p14:sldIdLst>
            <p14:sldId id="526"/>
            <p14:sldId id="540"/>
            <p14:sldId id="3289"/>
            <p14:sldId id="3288"/>
            <p14:sldId id="3406"/>
            <p14:sldId id="3401"/>
          </p14:sldIdLst>
        </p14:section>
        <p14:section name="Toolkit overview" id="{F236E09D-F1BA-49AA-851C-9B6FC4C418CC}">
          <p14:sldIdLst>
            <p14:sldId id="2162"/>
            <p14:sldId id="3377"/>
            <p14:sldId id="2217"/>
            <p14:sldId id="3396"/>
            <p14:sldId id="3407"/>
            <p14:sldId id="3408"/>
            <p14:sldId id="2338"/>
          </p14:sldIdLst>
        </p14:section>
        <p14:section name="Domont Consulting overview" id="{CFC560AE-1A41-4E74-900F-7DB740784DCF}">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71CDF-8632-43B8-8400-62B4E719F0D2}" v="4" dt="2025-07-02T05:28:37.267"/>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345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216"/>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22309527-0B3F-4103-B55C-3A02DE10C806}"/>
    <pc:docChg chg="addSld delSld modSld modSection">
      <pc:chgData name="Aurelien Domont" userId="6da7715ce44349b3" providerId="LiveId" clId="{22309527-0B3F-4103-B55C-3A02DE10C806}" dt="2024-02-12T05:46:41.812" v="39"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2-02T05:42:32.189" v="27" actId="20577"/>
        <pc:sldMkLst>
          <pc:docMk/>
          <pc:sldMk cId="1209091634" sldId="2338"/>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5794C40F-0C15-4CFF-85C6-085579A5F8D4}"/>
    <pc:docChg chg="undo custSel addSld delSld modSld sldOrd modMainMaster modSection replTag">
      <pc:chgData name="Aurelien Domont" userId="6da7715ce44349b3" providerId="LiveId" clId="{5794C40F-0C15-4CFF-85C6-085579A5F8D4}" dt="2024-10-02T01:58:22.586" v="3944" actId="20577"/>
      <pc:docMkLst>
        <pc:docMk/>
      </pc:docMkLst>
      <pc:sldChg chg="addSp delSp modSp add mod modNotes">
        <pc:chgData name="Aurelien Domont" userId="6da7715ce44349b3" providerId="LiveId" clId="{5794C40F-0C15-4CFF-85C6-085579A5F8D4}" dt="2024-04-03T04:26:36.655" v="3810" actId="790"/>
        <pc:sldMkLst>
          <pc:docMk/>
          <pc:sldMk cId="3956982643" sldId="526"/>
        </pc:sldMkLst>
      </pc:sldChg>
      <pc:sldChg chg="modSp mod modNotes">
        <pc:chgData name="Aurelien Domont" userId="6da7715ce44349b3" providerId="LiveId" clId="{5794C40F-0C15-4CFF-85C6-085579A5F8D4}" dt="2024-04-03T04:26:36.682" v="3830" actId="790"/>
        <pc:sldMkLst>
          <pc:docMk/>
          <pc:sldMk cId="1754585881" sldId="1598"/>
        </pc:sldMkLst>
      </pc:sldChg>
      <pc:sldChg chg="modSp mod modNotes">
        <pc:chgData name="Aurelien Domont" userId="6da7715ce44349b3" providerId="LiveId" clId="{5794C40F-0C15-4CFF-85C6-085579A5F8D4}" dt="2024-04-03T04:26:36.686" v="3834" actId="790"/>
        <pc:sldMkLst>
          <pc:docMk/>
          <pc:sldMk cId="2853806433" sldId="1600"/>
        </pc:sldMkLst>
      </pc:sldChg>
      <pc:sldChg chg="modSp mod modNotes">
        <pc:chgData name="Aurelien Domont" userId="6da7715ce44349b3" providerId="LiveId" clId="{5794C40F-0C15-4CFF-85C6-085579A5F8D4}" dt="2024-04-03T04:26:36.680" v="3828" actId="790"/>
        <pc:sldMkLst>
          <pc:docMk/>
          <pc:sldMk cId="1252826214" sldId="1711"/>
        </pc:sldMkLst>
      </pc:sldChg>
      <pc:sldChg chg="modSp mod modNotes">
        <pc:chgData name="Aurelien Domont" userId="6da7715ce44349b3" providerId="LiveId" clId="{5794C40F-0C15-4CFF-85C6-085579A5F8D4}" dt="2024-04-03T04:26:36.678" v="3826" actId="790"/>
        <pc:sldMkLst>
          <pc:docMk/>
          <pc:sldMk cId="3938337455" sldId="2034"/>
        </pc:sldMkLst>
      </pc:sldChg>
      <pc:sldChg chg="addSp delSp modSp mod ord modNotes">
        <pc:chgData name="Aurelien Domont" userId="6da7715ce44349b3" providerId="LiveId" clId="{5794C40F-0C15-4CFF-85C6-085579A5F8D4}" dt="2024-04-03T04:26:36.670" v="3822" actId="790"/>
        <pc:sldMkLst>
          <pc:docMk/>
          <pc:sldMk cId="1590067890" sldId="2217"/>
        </pc:sldMkLst>
      </pc:sldChg>
      <pc:sldChg chg="modSp mod modNotes">
        <pc:chgData name="Aurelien Domont" userId="6da7715ce44349b3" providerId="LiveId" clId="{5794C40F-0C15-4CFF-85C6-085579A5F8D4}" dt="2024-04-03T04:26:36.684" v="3832" actId="790"/>
        <pc:sldMkLst>
          <pc:docMk/>
          <pc:sldMk cId="1534399825" sldId="2240"/>
        </pc:sldMkLst>
      </pc:sldChg>
      <pc:sldChg chg="modSp mod">
        <pc:chgData name="Aurelien Domont" userId="6da7715ce44349b3" providerId="LiveId" clId="{5794C40F-0C15-4CFF-85C6-085579A5F8D4}" dt="2024-04-03T04:26:35.309" v="1992" actId="790"/>
        <pc:sldMkLst>
          <pc:docMk/>
          <pc:sldMk cId="1926619926" sldId="3282"/>
        </pc:sldMkLst>
      </pc:sldChg>
      <pc:sldChg chg="modSp add mod modClrScheme chgLayout modNotes">
        <pc:chgData name="Aurelien Domont" userId="6da7715ce44349b3" providerId="LiveId" clId="{5794C40F-0C15-4CFF-85C6-085579A5F8D4}" dt="2024-04-03T04:26:36.660" v="3814" actId="790"/>
        <pc:sldMkLst>
          <pc:docMk/>
          <pc:sldMk cId="3836240365" sldId="3288"/>
        </pc:sldMkLst>
      </pc:sldChg>
      <pc:sldChg chg="del">
        <pc:chgData name="Aurelien Domont" userId="6da7715ce44349b3" providerId="LiveId" clId="{5794C40F-0C15-4CFF-85C6-085579A5F8D4}" dt="2024-04-03T03:07:53.511" v="56" actId="47"/>
        <pc:sldMkLst>
          <pc:docMk/>
          <pc:sldMk cId="2839640228" sldId="3294"/>
        </pc:sldMkLst>
      </pc:sldChg>
      <pc:sldChg chg="addSp delSp modSp del mod">
        <pc:chgData name="Aurelien Domont" userId="6da7715ce44349b3" providerId="LiveId" clId="{5794C40F-0C15-4CFF-85C6-085579A5F8D4}" dt="2024-04-03T03:11:23.077" v="214" actId="47"/>
        <pc:sldMkLst>
          <pc:docMk/>
          <pc:sldMk cId="3694985765" sldId="3381"/>
        </pc:sldMkLst>
      </pc:sldChg>
      <pc:sldChg chg="addSp delSp modSp mod ord">
        <pc:chgData name="Aurelien Domont" userId="6da7715ce44349b3" providerId="LiveId" clId="{5794C40F-0C15-4CFF-85C6-085579A5F8D4}" dt="2024-04-03T04:26:35.171" v="1893" actId="790"/>
        <pc:sldMkLst>
          <pc:docMk/>
          <pc:sldMk cId="1454091485" sldId="3396"/>
        </pc:sldMkLst>
      </pc:sldChg>
      <pc:sldChg chg="addSp delSp modSp mod ord modNotes">
        <pc:chgData name="Aurelien Domont" userId="6da7715ce44349b3" providerId="LiveId" clId="{5794C40F-0C15-4CFF-85C6-085579A5F8D4}" dt="2024-04-03T04:26:36.665" v="3818" actId="790"/>
        <pc:sldMkLst>
          <pc:docMk/>
          <pc:sldMk cId="3354756491" sldId="3401"/>
        </pc:sldMkLst>
      </pc:sldChg>
      <pc:sldChg chg="del">
        <pc:chgData name="Aurelien Domont" userId="6da7715ce44349b3" providerId="LiveId" clId="{5794C40F-0C15-4CFF-85C6-085579A5F8D4}" dt="2024-04-03T03:28:33.821" v="659" actId="47"/>
        <pc:sldMkLst>
          <pc:docMk/>
          <pc:sldMk cId="3593352743" sldId="3402"/>
        </pc:sldMkLst>
      </pc:sldChg>
      <pc:sldChg chg="del">
        <pc:chgData name="Aurelien Domont" userId="6da7715ce44349b3" providerId="LiveId" clId="{5794C40F-0C15-4CFF-85C6-085579A5F8D4}" dt="2024-04-03T04:23:23.886" v="1728" actId="47"/>
        <pc:sldMkLst>
          <pc:docMk/>
          <pc:sldMk cId="2828308311" sldId="3403"/>
        </pc:sldMkLst>
      </pc:sldChg>
      <pc:sldChg chg="del">
        <pc:chgData name="Aurelien Domont" userId="6da7715ce44349b3" providerId="LiveId" clId="{5794C40F-0C15-4CFF-85C6-085579A5F8D4}" dt="2024-04-03T04:23:35.979" v="1729" actId="47"/>
        <pc:sldMkLst>
          <pc:docMk/>
          <pc:sldMk cId="3487807231" sldId="3404"/>
        </pc:sldMkLst>
      </pc:sldChg>
      <pc:sldChg chg="new del ord">
        <pc:chgData name="Aurelien Domont" userId="6da7715ce44349b3" providerId="LiveId" clId="{5794C40F-0C15-4CFF-85C6-085579A5F8D4}" dt="2024-04-03T04:23:37.740" v="1730" actId="47"/>
        <pc:sldMkLst>
          <pc:docMk/>
          <pc:sldMk cId="1613944045" sldId="3405"/>
        </pc:sldMkLst>
      </pc:sldChg>
      <pc:sldChg chg="modSp add mod modClrScheme chgLayout modNotes">
        <pc:chgData name="Aurelien Domont" userId="6da7715ce44349b3" providerId="LiveId" clId="{5794C40F-0C15-4CFF-85C6-085579A5F8D4}" dt="2024-04-03T04:26:36.662" v="3816" actId="790"/>
        <pc:sldMkLst>
          <pc:docMk/>
          <pc:sldMk cId="4125549953" sldId="3406"/>
        </pc:sldMkLst>
      </pc:sldChg>
      <pc:sldChg chg="addSp delSp modSp add mod">
        <pc:chgData name="Aurelien Domont" userId="6da7715ce44349b3" providerId="LiveId" clId="{5794C40F-0C15-4CFF-85C6-085579A5F8D4}" dt="2024-04-03T04:26:37.322" v="3886"/>
        <pc:sldMkLst>
          <pc:docMk/>
          <pc:sldMk cId="674671439" sldId="3407"/>
        </pc:sldMkLst>
      </pc:sldChg>
      <pc:sldChg chg="addSp delSp modSp add mod">
        <pc:chgData name="Aurelien Domont" userId="6da7715ce44349b3" providerId="LiveId" clId="{5794C40F-0C15-4CFF-85C6-085579A5F8D4}" dt="2024-04-03T04:26:37.309" v="3882"/>
        <pc:sldMkLst>
          <pc:docMk/>
          <pc:sldMk cId="2128965956" sldId="3408"/>
        </pc:sldMkLst>
      </pc:sldChg>
      <pc:sldChg chg="addSp modSp add del mod">
        <pc:chgData name="Aurelien Domont" userId="6da7715ce44349b3" providerId="LiveId" clId="{5794C40F-0C15-4CFF-85C6-085579A5F8D4}" dt="2024-04-03T04:44:01.946" v="3898" actId="47"/>
        <pc:sldMkLst>
          <pc:docMk/>
          <pc:sldMk cId="3240420928" sldId="3409"/>
        </pc:sldMkLst>
      </pc:sldChg>
      <pc:sldMasterChg chg="modSp mod delSldLayout modSldLayout">
        <pc:chgData name="Aurelien Domont" userId="6da7715ce44349b3" providerId="LiveId" clId="{5794C40F-0C15-4CFF-85C6-085579A5F8D4}" dt="2024-04-03T04:27:02.373" v="3887" actId="2696"/>
        <pc:sldMasterMkLst>
          <pc:docMk/>
          <pc:sldMasterMk cId="3482721130" sldId="2147483828"/>
        </pc:sldMasterMkLst>
        <pc:sldLayoutChg chg="modSp mod">
          <pc:chgData name="Aurelien Domont" userId="6da7715ce44349b3" providerId="LiveId" clId="{5794C40F-0C15-4CFF-85C6-085579A5F8D4}" dt="2024-04-03T04:26:36.641" v="3803" actId="139"/>
          <pc:sldLayoutMkLst>
            <pc:docMk/>
            <pc:sldMasterMk cId="3482721130" sldId="2147483828"/>
            <pc:sldLayoutMk cId="250590409" sldId="2147483831"/>
          </pc:sldLayoutMkLst>
        </pc:sldLayoutChg>
        <pc:sldLayoutChg chg="modSp mod">
          <pc:chgData name="Aurelien Domont" userId="6da7715ce44349b3" providerId="LiveId" clId="{5794C40F-0C15-4CFF-85C6-085579A5F8D4}" dt="2024-04-03T04:26:36.643" v="3804" actId="790"/>
          <pc:sldLayoutMkLst>
            <pc:docMk/>
            <pc:sldMasterMk cId="3482721130" sldId="2147483828"/>
            <pc:sldLayoutMk cId="1759204997" sldId="2147483835"/>
          </pc:sldLayoutMkLst>
        </pc:sldLayoutChg>
        <pc:sldLayoutChg chg="modSp del mod">
          <pc:chgData name="Aurelien Domont" userId="6da7715ce44349b3" providerId="LiveId" clId="{5794C40F-0C15-4CFF-85C6-085579A5F8D4}" dt="2024-04-03T04:27:02.373" v="3887" actId="2696"/>
          <pc:sldLayoutMkLst>
            <pc:docMk/>
            <pc:sldMasterMk cId="3482721130" sldId="2147483828"/>
            <pc:sldLayoutMk cId="3934892759" sldId="2147483836"/>
          </pc:sldLayoutMkLst>
        </pc:sldLayoutChg>
      </pc:sldMasterChg>
    </pc:docChg>
  </pc:docChgLst>
  <pc:docChgLst>
    <pc:chgData name="Aurelien Domont" userId="6da7715ce44349b3" providerId="LiveId" clId="{612D149B-6217-4CE8-B506-13B11F41725F}"/>
    <pc:docChg chg="undo redo custSel addSld delSld modSld sldOrd modMainMaster modSection replTag">
      <pc:chgData name="Aurelien Domont" userId="6da7715ce44349b3" providerId="LiveId" clId="{612D149B-6217-4CE8-B506-13B11F41725F}" dt="2024-03-25T00:18:16.326" v="5693" actId="2696"/>
      <pc:docMkLst>
        <pc:docMk/>
      </pc:docMkLst>
      <pc:sldChg chg="addSp delSp modSp add mod modClrScheme chgLayout">
        <pc:chgData name="Aurelien Domont" userId="6da7715ce44349b3" providerId="LiveId" clId="{612D149B-6217-4CE8-B506-13B11F41725F}" dt="2024-03-25T00:17:43.098" v="3613" actId="790"/>
        <pc:sldMkLst>
          <pc:docMk/>
          <pc:sldMk cId="2321423243" sldId="1578"/>
        </pc:sldMkLst>
      </pc:sldChg>
      <pc:sldChg chg="modSp mod modNotes">
        <pc:chgData name="Aurelien Domont" userId="6da7715ce44349b3" providerId="LiveId" clId="{612D149B-6217-4CE8-B506-13B11F41725F}" dt="2024-03-25T00:17:44.730" v="5610" actId="790"/>
        <pc:sldMkLst>
          <pc:docMk/>
          <pc:sldMk cId="1754585881" sldId="1598"/>
        </pc:sldMkLst>
      </pc:sldChg>
      <pc:sldChg chg="modSp mod modNotes">
        <pc:chgData name="Aurelien Domont" userId="6da7715ce44349b3" providerId="LiveId" clId="{612D149B-6217-4CE8-B506-13B11F41725F}" dt="2024-03-25T00:17:44.736" v="5614" actId="790"/>
        <pc:sldMkLst>
          <pc:docMk/>
          <pc:sldMk cId="2853806433" sldId="1600"/>
        </pc:sldMkLst>
      </pc:sldChg>
      <pc:sldChg chg="modSp mod modNotes">
        <pc:chgData name="Aurelien Domont" userId="6da7715ce44349b3" providerId="LiveId" clId="{612D149B-6217-4CE8-B506-13B11F41725F}" dt="2024-03-25T00:17:44.728" v="5608" actId="790"/>
        <pc:sldMkLst>
          <pc:docMk/>
          <pc:sldMk cId="1252826214" sldId="1711"/>
        </pc:sldMkLst>
      </pc:sldChg>
      <pc:sldChg chg="add del">
        <pc:chgData name="Aurelien Domont" userId="6da7715ce44349b3" providerId="LiveId" clId="{612D149B-6217-4CE8-B506-13B11F41725F}" dt="2024-03-24T23:29:38.321" v="1939"/>
        <pc:sldMkLst>
          <pc:docMk/>
          <pc:sldMk cId="2260287649" sldId="2023"/>
        </pc:sldMkLst>
      </pc:sldChg>
      <pc:sldChg chg="modSp mod modNotes">
        <pc:chgData name="Aurelien Domont" userId="6da7715ce44349b3" providerId="LiveId" clId="{612D149B-6217-4CE8-B506-13B11F41725F}" dt="2024-03-25T00:17:44.726" v="5606" actId="790"/>
        <pc:sldMkLst>
          <pc:docMk/>
          <pc:sldMk cId="3938337455" sldId="2034"/>
        </pc:sldMkLst>
      </pc:sldChg>
      <pc:sldChg chg="modSp mod modNotes">
        <pc:chgData name="Aurelien Domont" userId="6da7715ce44349b3" providerId="LiveId" clId="{612D149B-6217-4CE8-B506-13B11F41725F}" dt="2024-03-25T00:17:44.718" v="5602" actId="790"/>
        <pc:sldMkLst>
          <pc:docMk/>
          <pc:sldMk cId="3272444503" sldId="2162"/>
        </pc:sldMkLst>
      </pc:sldChg>
      <pc:sldChg chg="modSp mod modNotes">
        <pc:chgData name="Aurelien Domont" userId="6da7715ce44349b3" providerId="LiveId" clId="{612D149B-6217-4CE8-B506-13B11F41725F}" dt="2024-03-25T00:17:44.734" v="5612" actId="790"/>
        <pc:sldMkLst>
          <pc:docMk/>
          <pc:sldMk cId="1534399825" sldId="2240"/>
        </pc:sldMkLst>
      </pc:sldChg>
      <pc:sldChg chg="del">
        <pc:chgData name="Aurelien Domont" userId="6da7715ce44349b3" providerId="LiveId" clId="{612D149B-6217-4CE8-B506-13B11F41725F}" dt="2024-03-24T23:12:49.198" v="163" actId="47"/>
        <pc:sldMkLst>
          <pc:docMk/>
          <pc:sldMk cId="2561262077" sldId="2306"/>
        </pc:sldMkLst>
      </pc:sldChg>
      <pc:sldChg chg="addSp delSp modSp mod modNotes">
        <pc:chgData name="Aurelien Domont" userId="6da7715ce44349b3" providerId="LiveId" clId="{612D149B-6217-4CE8-B506-13B11F41725F}" dt="2024-03-25T00:17:56.154" v="5692" actId="313"/>
        <pc:sldMkLst>
          <pc:docMk/>
          <pc:sldMk cId="1209091634" sldId="2338"/>
        </pc:sldMkLst>
      </pc:sldChg>
      <pc:sldChg chg="addSp delSp modSp mod modNotes">
        <pc:chgData name="Aurelien Domont" userId="6da7715ce44349b3" providerId="LiveId" clId="{612D149B-6217-4CE8-B506-13B11F41725F}" dt="2024-03-25T00:17:45.457" v="5687"/>
        <pc:sldMkLst>
          <pc:docMk/>
          <pc:sldMk cId="862292938" sldId="2560"/>
        </pc:sldMkLst>
      </pc:sldChg>
      <pc:sldChg chg="add del">
        <pc:chgData name="Aurelien Domont" userId="6da7715ce44349b3" providerId="LiveId" clId="{612D149B-6217-4CE8-B506-13B11F41725F}" dt="2024-03-24T23:22:31.884" v="1187"/>
        <pc:sldMkLst>
          <pc:docMk/>
          <pc:sldMk cId="2742416715" sldId="2940"/>
        </pc:sldMkLst>
      </pc:sldChg>
      <pc:sldChg chg="modSp mod">
        <pc:chgData name="Aurelien Domont" userId="6da7715ce44349b3" providerId="LiveId" clId="{612D149B-6217-4CE8-B506-13B11F41725F}" dt="2024-03-25T00:17:43.309" v="3778" actId="790"/>
        <pc:sldMkLst>
          <pc:docMk/>
          <pc:sldMk cId="1926619926" sldId="3282"/>
        </pc:sldMkLst>
      </pc:sldChg>
      <pc:sldChg chg="modSp mod ord modNotes">
        <pc:chgData name="Aurelien Domont" userId="6da7715ce44349b3" providerId="LiveId" clId="{612D149B-6217-4CE8-B506-13B11F41725F}" dt="2024-03-25T00:17:44.713" v="5598" actId="790"/>
        <pc:sldMkLst>
          <pc:docMk/>
          <pc:sldMk cId="2246164536" sldId="3289"/>
        </pc:sldMkLst>
      </pc:sldChg>
      <pc:sldChg chg="addSp delSp modSp mod modNotes">
        <pc:chgData name="Aurelien Domont" userId="6da7715ce44349b3" providerId="LiveId" clId="{612D149B-6217-4CE8-B506-13B11F41725F}" dt="2024-03-25T00:17:44.711" v="5596" actId="790"/>
        <pc:sldMkLst>
          <pc:docMk/>
          <pc:sldMk cId="3694985765" sldId="3381"/>
        </pc:sldMkLst>
      </pc:sldChg>
      <pc:sldChg chg="del">
        <pc:chgData name="Aurelien Domont" userId="6da7715ce44349b3" providerId="LiveId" clId="{612D149B-6217-4CE8-B506-13B11F41725F}" dt="2024-03-24T23:12:49.198" v="163" actId="47"/>
        <pc:sldMkLst>
          <pc:docMk/>
          <pc:sldMk cId="2646470254" sldId="3383"/>
        </pc:sldMkLst>
      </pc:sldChg>
      <pc:sldChg chg="del">
        <pc:chgData name="Aurelien Domont" userId="6da7715ce44349b3" providerId="LiveId" clId="{612D149B-6217-4CE8-B506-13B11F41725F}" dt="2024-03-24T23:19:02.745" v="915" actId="47"/>
        <pc:sldMkLst>
          <pc:docMk/>
          <pc:sldMk cId="4260551227" sldId="3384"/>
        </pc:sldMkLst>
      </pc:sldChg>
      <pc:sldChg chg="del">
        <pc:chgData name="Aurelien Domont" userId="6da7715ce44349b3" providerId="LiveId" clId="{612D149B-6217-4CE8-B506-13B11F41725F}" dt="2024-03-24T23:19:02.745" v="915" actId="47"/>
        <pc:sldMkLst>
          <pc:docMk/>
          <pc:sldMk cId="3746721311" sldId="3385"/>
        </pc:sldMkLst>
      </pc:sldChg>
      <pc:sldChg chg="addSp delSp modSp mod ord">
        <pc:chgData name="Aurelien Domont" userId="6da7715ce44349b3" providerId="LiveId" clId="{612D149B-6217-4CE8-B506-13B11F41725F}" dt="2024-03-25T00:17:43.115" v="3628" actId="790"/>
        <pc:sldMkLst>
          <pc:docMk/>
          <pc:sldMk cId="452916749" sldId="3386"/>
        </pc:sldMkLst>
      </pc:sldChg>
      <pc:sldChg chg="addSp delSp modSp del mod">
        <pc:chgData name="Aurelien Domont" userId="6da7715ce44349b3" providerId="LiveId" clId="{612D149B-6217-4CE8-B506-13B11F41725F}" dt="2024-03-24T23:25:48.785" v="1484" actId="47"/>
        <pc:sldMkLst>
          <pc:docMk/>
          <pc:sldMk cId="1912173946" sldId="3387"/>
        </pc:sldMkLst>
      </pc:sldChg>
      <pc:sldChg chg="addSp delSp modSp del mod">
        <pc:chgData name="Aurelien Domont" userId="6da7715ce44349b3" providerId="LiveId" clId="{612D149B-6217-4CE8-B506-13B11F41725F}" dt="2024-03-25T00:15:39.963" v="3495" actId="47"/>
        <pc:sldMkLst>
          <pc:docMk/>
          <pc:sldMk cId="4192861017" sldId="3388"/>
        </pc:sldMkLst>
      </pc:sldChg>
      <pc:sldChg chg="new del ord">
        <pc:chgData name="Aurelien Domont" userId="6da7715ce44349b3" providerId="LiveId" clId="{612D149B-6217-4CE8-B506-13B11F41725F}" dt="2024-03-25T00:15:39.115" v="3494" actId="47"/>
        <pc:sldMkLst>
          <pc:docMk/>
          <pc:sldMk cId="1486828360" sldId="3389"/>
        </pc:sldMkLst>
      </pc:sldChg>
      <pc:sldChg chg="add del">
        <pc:chgData name="Aurelien Domont" userId="6da7715ce44349b3" providerId="LiveId" clId="{612D149B-6217-4CE8-B506-13B11F41725F}" dt="2024-03-24T23:17:04.135" v="854"/>
        <pc:sldMkLst>
          <pc:docMk/>
          <pc:sldMk cId="176372973" sldId="3390"/>
        </pc:sldMkLst>
      </pc:sldChg>
      <pc:sldChg chg="addSp delSp modSp add mod ord">
        <pc:chgData name="Aurelien Domont" userId="6da7715ce44349b3" providerId="LiveId" clId="{612D149B-6217-4CE8-B506-13B11F41725F}" dt="2024-03-25T00:17:43.132" v="3643" actId="790"/>
        <pc:sldMkLst>
          <pc:docMk/>
          <pc:sldMk cId="1716267975" sldId="3390"/>
        </pc:sldMkLst>
      </pc:sldChg>
      <pc:sldChg chg="addSp delSp modSp add mod">
        <pc:chgData name="Aurelien Domont" userId="6da7715ce44349b3" providerId="LiveId" clId="{612D149B-6217-4CE8-B506-13B11F41725F}" dt="2024-03-25T00:17:43.147" v="3658" actId="790"/>
        <pc:sldMkLst>
          <pc:docMk/>
          <pc:sldMk cId="2312222718" sldId="3391"/>
        </pc:sldMkLst>
      </pc:sldChg>
      <pc:sldChg chg="addSp delSp modSp add mod">
        <pc:chgData name="Aurelien Domont" userId="6da7715ce44349b3" providerId="LiveId" clId="{612D149B-6217-4CE8-B506-13B11F41725F}" dt="2024-03-25T00:17:43.164" v="3673" actId="790"/>
        <pc:sldMkLst>
          <pc:docMk/>
          <pc:sldMk cId="1620443066" sldId="3392"/>
        </pc:sldMkLst>
      </pc:sldChg>
      <pc:sldChg chg="addSp delSp modSp add mod">
        <pc:chgData name="Aurelien Domont" userId="6da7715ce44349b3" providerId="LiveId" clId="{612D149B-6217-4CE8-B506-13B11F41725F}" dt="2024-03-25T00:17:45.441" v="5683"/>
        <pc:sldMkLst>
          <pc:docMk/>
          <pc:sldMk cId="2193127411" sldId="3393"/>
        </pc:sldMkLst>
      </pc:sldChg>
      <pc:sldChg chg="addSp delSp modSp add mod">
        <pc:chgData name="Aurelien Domont" userId="6da7715ce44349b3" providerId="LiveId" clId="{612D149B-6217-4CE8-B506-13B11F41725F}" dt="2024-03-25T00:17:45.471" v="5691"/>
        <pc:sldMkLst>
          <pc:docMk/>
          <pc:sldMk cId="4294143004" sldId="3394"/>
        </pc:sldMkLst>
      </pc:sldChg>
      <pc:sldMasterChg chg="modSp mod delSldLayout modSldLayout">
        <pc:chgData name="Aurelien Domont" userId="6da7715ce44349b3" providerId="LiveId" clId="{612D149B-6217-4CE8-B506-13B11F41725F}" dt="2024-03-25T00:18:16.326" v="5693" actId="2696"/>
        <pc:sldMasterMkLst>
          <pc:docMk/>
          <pc:sldMasterMk cId="3482721130" sldId="2147483828"/>
        </pc:sldMasterMkLst>
        <pc:sldLayoutChg chg="modSp mod">
          <pc:chgData name="Aurelien Domont" userId="6da7715ce44349b3" providerId="LiveId" clId="{612D149B-6217-4CE8-B506-13B11F41725F}" dt="2024-03-25T00:17:44.695" v="5589" actId="139"/>
          <pc:sldLayoutMkLst>
            <pc:docMk/>
            <pc:sldMasterMk cId="3482721130" sldId="2147483828"/>
            <pc:sldLayoutMk cId="250590409" sldId="2147483831"/>
          </pc:sldLayoutMkLst>
        </pc:sldLayoutChg>
        <pc:sldLayoutChg chg="modSp mod">
          <pc:chgData name="Aurelien Domont" userId="6da7715ce44349b3" providerId="LiveId" clId="{612D149B-6217-4CE8-B506-13B11F41725F}" dt="2024-03-25T00:17:44.697" v="5590" actId="790"/>
          <pc:sldLayoutMkLst>
            <pc:docMk/>
            <pc:sldMasterMk cId="3482721130" sldId="2147483828"/>
            <pc:sldLayoutMk cId="1759204997" sldId="2147483835"/>
          </pc:sldLayoutMkLst>
        </pc:sldLayoutChg>
        <pc:sldLayoutChg chg="modSp del mod">
          <pc:chgData name="Aurelien Domont" userId="6da7715ce44349b3" providerId="LiveId" clId="{612D149B-6217-4CE8-B506-13B11F41725F}" dt="2024-03-25T00:18:16.326" v="5693" actId="2696"/>
          <pc:sldLayoutMkLst>
            <pc:docMk/>
            <pc:sldMasterMk cId="3482721130" sldId="2147483828"/>
            <pc:sldLayoutMk cId="15540686" sldId="2147483836"/>
          </pc:sldLayoutMkLst>
        </pc:sldLayoutChg>
      </pc:sldMaster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119E25BE-88E7-4569-A67E-60FFA2A0A9D2}"/>
    <pc:docChg chg="undo custSel addSld delSld modSld sldOrd modMainMaster modSection replTag">
      <pc:chgData name="Aurelien Domont" userId="6da7715ce44349b3" providerId="LiveId" clId="{119E25BE-88E7-4569-A67E-60FFA2A0A9D2}" dt="2024-03-20T04:25:37.819" v="4092" actId="47"/>
      <pc:docMkLst>
        <pc:docMk/>
      </pc:docMkLst>
      <pc:sldChg chg="del">
        <pc:chgData name="Aurelien Domont" userId="6da7715ce44349b3" providerId="LiveId" clId="{119E25BE-88E7-4569-A67E-60FFA2A0A9D2}" dt="2024-03-20T03:06:54.828" v="8" actId="47"/>
        <pc:sldMkLst>
          <pc:docMk/>
          <pc:sldMk cId="3956982643" sldId="526"/>
        </pc:sldMkLst>
      </pc:sldChg>
      <pc:sldChg chg="modSp mod modNotes">
        <pc:chgData name="Aurelien Domont" userId="6da7715ce44349b3" providerId="LiveId" clId="{119E25BE-88E7-4569-A67E-60FFA2A0A9D2}" dt="2024-03-20T04:15:46.260" v="3942" actId="790"/>
        <pc:sldMkLst>
          <pc:docMk/>
          <pc:sldMk cId="1754585881" sldId="1598"/>
        </pc:sldMkLst>
      </pc:sldChg>
      <pc:sldChg chg="modSp mod modNotes">
        <pc:chgData name="Aurelien Domont" userId="6da7715ce44349b3" providerId="LiveId" clId="{119E25BE-88E7-4569-A67E-60FFA2A0A9D2}" dt="2024-03-20T04:15:46.264" v="3946" actId="790"/>
        <pc:sldMkLst>
          <pc:docMk/>
          <pc:sldMk cId="2853806433" sldId="1600"/>
        </pc:sldMkLst>
      </pc:sldChg>
      <pc:sldChg chg="modSp mod modNotes">
        <pc:chgData name="Aurelien Domont" userId="6da7715ce44349b3" providerId="LiveId" clId="{119E25BE-88E7-4569-A67E-60FFA2A0A9D2}" dt="2024-03-20T04:15:46.258" v="3940" actId="790"/>
        <pc:sldMkLst>
          <pc:docMk/>
          <pc:sldMk cId="1252826214" sldId="1711"/>
        </pc:sldMkLst>
      </pc:sldChg>
      <pc:sldChg chg="modSp mod modNotes">
        <pc:chgData name="Aurelien Domont" userId="6da7715ce44349b3" providerId="LiveId" clId="{119E25BE-88E7-4569-A67E-60FFA2A0A9D2}" dt="2024-03-20T04:15:46.256" v="3938" actId="790"/>
        <pc:sldMkLst>
          <pc:docMk/>
          <pc:sldMk cId="3938337455" sldId="2034"/>
        </pc:sldMkLst>
      </pc:sldChg>
      <pc:sldChg chg="addSp delSp modSp mod ord modNotes">
        <pc:chgData name="Aurelien Domont" userId="6da7715ce44349b3" providerId="LiveId" clId="{119E25BE-88E7-4569-A67E-60FFA2A0A9D2}" dt="2024-03-20T04:15:46.246" v="3932" actId="790"/>
        <pc:sldMkLst>
          <pc:docMk/>
          <pc:sldMk cId="3272444503" sldId="2162"/>
        </pc:sldMkLst>
      </pc:sldChg>
      <pc:sldChg chg="modSp mod modNotes">
        <pc:chgData name="Aurelien Domont" userId="6da7715ce44349b3" providerId="LiveId" clId="{119E25BE-88E7-4569-A67E-60FFA2A0A9D2}" dt="2024-03-20T04:15:46.262" v="3944" actId="790"/>
        <pc:sldMkLst>
          <pc:docMk/>
          <pc:sldMk cId="1534399825" sldId="2240"/>
        </pc:sldMkLst>
      </pc:sldChg>
      <pc:sldChg chg="modSp add mod modClrScheme chgLayout modNotes">
        <pc:chgData name="Aurelien Domont" userId="6da7715ce44349b3" providerId="LiveId" clId="{119E25BE-88E7-4569-A67E-60FFA2A0A9D2}" dt="2024-03-20T04:15:46.389" v="4011"/>
        <pc:sldMkLst>
          <pc:docMk/>
          <pc:sldMk cId="2561262077" sldId="2306"/>
        </pc:sldMkLst>
      </pc:sldChg>
      <pc:sldChg chg="modSp mod modNotes">
        <pc:chgData name="Aurelien Domont" userId="6da7715ce44349b3" providerId="LiveId" clId="{119E25BE-88E7-4569-A67E-60FFA2A0A9D2}" dt="2024-03-20T04:15:46.254" v="3936" actId="790"/>
        <pc:sldMkLst>
          <pc:docMk/>
          <pc:sldMk cId="1209091634" sldId="2338"/>
        </pc:sldMkLst>
      </pc:sldChg>
      <pc:sldChg chg="addSp delSp modSp mod ord modNotes">
        <pc:chgData name="Aurelien Domont" userId="6da7715ce44349b3" providerId="LiveId" clId="{119E25BE-88E7-4569-A67E-60FFA2A0A9D2}" dt="2024-03-20T04:15:46.411" v="4017"/>
        <pc:sldMkLst>
          <pc:docMk/>
          <pc:sldMk cId="862292938" sldId="2560"/>
        </pc:sldMkLst>
      </pc:sldChg>
      <pc:sldChg chg="modSp mod">
        <pc:chgData name="Aurelien Domont" userId="6da7715ce44349b3" providerId="LiveId" clId="{119E25BE-88E7-4569-A67E-60FFA2A0A9D2}" dt="2024-03-20T04:15:44.977" v="2104" actId="790"/>
        <pc:sldMkLst>
          <pc:docMk/>
          <pc:sldMk cId="1926619926" sldId="3282"/>
        </pc:sldMkLst>
      </pc:sldChg>
      <pc:sldChg chg="modSp mod ord modNotes">
        <pc:chgData name="Aurelien Domont" userId="6da7715ce44349b3" providerId="LiveId" clId="{119E25BE-88E7-4569-A67E-60FFA2A0A9D2}" dt="2024-03-20T04:19:59.141" v="4081" actId="20577"/>
        <pc:sldMkLst>
          <pc:docMk/>
          <pc:sldMk cId="2246164536" sldId="3289"/>
        </pc:sldMkLst>
      </pc:sldChg>
      <pc:sldChg chg="del">
        <pc:chgData name="Aurelien Domont" userId="6da7715ce44349b3" providerId="LiveId" clId="{119E25BE-88E7-4569-A67E-60FFA2A0A9D2}" dt="2024-03-20T03:21:43.578" v="141" actId="47"/>
        <pc:sldMkLst>
          <pc:docMk/>
          <pc:sldMk cId="3931065156" sldId="3300"/>
        </pc:sldMkLst>
      </pc:sldChg>
      <pc:sldChg chg="del">
        <pc:chgData name="Aurelien Domont" userId="6da7715ce44349b3" providerId="LiveId" clId="{119E25BE-88E7-4569-A67E-60FFA2A0A9D2}" dt="2024-03-20T03:21:43.578" v="141" actId="47"/>
        <pc:sldMkLst>
          <pc:docMk/>
          <pc:sldMk cId="4273032646" sldId="3301"/>
        </pc:sldMkLst>
      </pc:sldChg>
      <pc:sldChg chg="del">
        <pc:chgData name="Aurelien Domont" userId="6da7715ce44349b3" providerId="LiveId" clId="{119E25BE-88E7-4569-A67E-60FFA2A0A9D2}" dt="2024-03-20T03:55:26.600" v="1777" actId="47"/>
        <pc:sldMkLst>
          <pc:docMk/>
          <pc:sldMk cId="348420775" sldId="3303"/>
        </pc:sldMkLst>
      </pc:sldChg>
      <pc:sldChg chg="del">
        <pc:chgData name="Aurelien Domont" userId="6da7715ce44349b3" providerId="LiveId" clId="{119E25BE-88E7-4569-A67E-60FFA2A0A9D2}" dt="2024-03-20T03:34:47.090" v="1080" actId="47"/>
        <pc:sldMkLst>
          <pc:docMk/>
          <pc:sldMk cId="2387808226" sldId="3366"/>
        </pc:sldMkLst>
      </pc:sldChg>
      <pc:sldChg chg="del">
        <pc:chgData name="Aurelien Domont" userId="6da7715ce44349b3" providerId="LiveId" clId="{119E25BE-88E7-4569-A67E-60FFA2A0A9D2}" dt="2024-03-20T03:55:26.600" v="1777" actId="47"/>
        <pc:sldMkLst>
          <pc:docMk/>
          <pc:sldMk cId="2269690018" sldId="3376"/>
        </pc:sldMkLst>
      </pc:sldChg>
      <pc:sldChg chg="del">
        <pc:chgData name="Aurelien Domont" userId="6da7715ce44349b3" providerId="LiveId" clId="{119E25BE-88E7-4569-A67E-60FFA2A0A9D2}" dt="2024-03-20T03:55:26.600" v="1777" actId="47"/>
        <pc:sldMkLst>
          <pc:docMk/>
          <pc:sldMk cId="2120394965" sldId="3377"/>
        </pc:sldMkLst>
      </pc:sldChg>
      <pc:sldChg chg="del">
        <pc:chgData name="Aurelien Domont" userId="6da7715ce44349b3" providerId="LiveId" clId="{119E25BE-88E7-4569-A67E-60FFA2A0A9D2}" dt="2024-03-20T03:55:26.600" v="1777" actId="47"/>
        <pc:sldMkLst>
          <pc:docMk/>
          <pc:sldMk cId="1083748519" sldId="3378"/>
        </pc:sldMkLst>
      </pc:sldChg>
      <pc:sldChg chg="del">
        <pc:chgData name="Aurelien Domont" userId="6da7715ce44349b3" providerId="LiveId" clId="{119E25BE-88E7-4569-A67E-60FFA2A0A9D2}" dt="2024-03-20T03:55:26.600" v="1777" actId="47"/>
        <pc:sldMkLst>
          <pc:docMk/>
          <pc:sldMk cId="55671321" sldId="3379"/>
        </pc:sldMkLst>
      </pc:sldChg>
      <pc:sldChg chg="del">
        <pc:chgData name="Aurelien Domont" userId="6da7715ce44349b3" providerId="LiveId" clId="{119E25BE-88E7-4569-A67E-60FFA2A0A9D2}" dt="2024-03-20T03:55:26.600" v="1777" actId="47"/>
        <pc:sldMkLst>
          <pc:docMk/>
          <pc:sldMk cId="3592377542" sldId="3380"/>
        </pc:sldMkLst>
      </pc:sldChg>
      <pc:sldChg chg="addSp delSp modSp add mod modNotes">
        <pc:chgData name="Aurelien Domont" userId="6da7715ce44349b3" providerId="LiveId" clId="{119E25BE-88E7-4569-A67E-60FFA2A0A9D2}" dt="2024-03-20T04:15:46.227" v="3922" actId="790"/>
        <pc:sldMkLst>
          <pc:docMk/>
          <pc:sldMk cId="3694985765" sldId="3381"/>
        </pc:sldMkLst>
      </pc:sldChg>
      <pc:sldChg chg="new del ord">
        <pc:chgData name="Aurelien Domont" userId="6da7715ce44349b3" providerId="LiveId" clId="{119E25BE-88E7-4569-A67E-60FFA2A0A9D2}" dt="2024-03-20T03:55:26.600" v="1777" actId="47"/>
        <pc:sldMkLst>
          <pc:docMk/>
          <pc:sldMk cId="521705588" sldId="3382"/>
        </pc:sldMkLst>
      </pc:sldChg>
      <pc:sldChg chg="addSp delSp modSp add mod modNotes">
        <pc:chgData name="Aurelien Domont" userId="6da7715ce44349b3" providerId="LiveId" clId="{119E25BE-88E7-4569-A67E-60FFA2A0A9D2}" dt="2024-03-20T04:15:58.874" v="4018" actId="313"/>
        <pc:sldMkLst>
          <pc:docMk/>
          <pc:sldMk cId="2646470254" sldId="3383"/>
        </pc:sldMkLst>
      </pc:sldChg>
      <pc:sldChg chg="add del">
        <pc:chgData name="Aurelien Domont" userId="6da7715ce44349b3" providerId="LiveId" clId="{119E25BE-88E7-4569-A67E-60FFA2A0A9D2}" dt="2024-03-20T03:21:06.181" v="139" actId="47"/>
        <pc:sldMkLst>
          <pc:docMk/>
          <pc:sldMk cId="2557735817" sldId="3384"/>
        </pc:sldMkLst>
      </pc:sldChg>
      <pc:sldChg chg="delSp modSp add mod">
        <pc:chgData name="Aurelien Domont" userId="6da7715ce44349b3" providerId="LiveId" clId="{119E25BE-88E7-4569-A67E-60FFA2A0A9D2}" dt="2024-03-20T04:15:44.844" v="1999" actId="790"/>
        <pc:sldMkLst>
          <pc:docMk/>
          <pc:sldMk cId="4260551227" sldId="3384"/>
        </pc:sldMkLst>
      </pc:sldChg>
      <pc:sldChg chg="addSp delSp modSp add mod ord modNotes">
        <pc:chgData name="Aurelien Domont" userId="6da7715ce44349b3" providerId="LiveId" clId="{119E25BE-88E7-4569-A67E-60FFA2A0A9D2}" dt="2024-03-20T04:15:46.400" v="4013"/>
        <pc:sldMkLst>
          <pc:docMk/>
          <pc:sldMk cId="3746721311" sldId="3385"/>
        </pc:sldMkLst>
      </pc:sldChg>
      <pc:sldChg chg="addSp delSp modSp add mod">
        <pc:chgData name="Aurelien Domont" userId="6da7715ce44349b3" providerId="LiveId" clId="{119E25BE-88E7-4569-A67E-60FFA2A0A9D2}" dt="2024-03-20T04:15:44.853" v="2009" actId="790"/>
        <pc:sldMkLst>
          <pc:docMk/>
          <pc:sldMk cId="452916749" sldId="3386"/>
        </pc:sldMkLst>
      </pc:sldChg>
      <pc:sldChg chg="addSp delSp modSp add mod">
        <pc:chgData name="Aurelien Domont" userId="6da7715ce44349b3" providerId="LiveId" clId="{119E25BE-88E7-4569-A67E-60FFA2A0A9D2}" dt="2024-03-20T04:15:44.864" v="2019" actId="790"/>
        <pc:sldMkLst>
          <pc:docMk/>
          <pc:sldMk cId="1912173946" sldId="3387"/>
        </pc:sldMkLst>
      </pc:sldChg>
      <pc:sldChg chg="addSp delSp modSp add mod">
        <pc:chgData name="Aurelien Domont" userId="6da7715ce44349b3" providerId="LiveId" clId="{119E25BE-88E7-4569-A67E-60FFA2A0A9D2}" dt="2024-03-20T04:15:44.873" v="2029" actId="790"/>
        <pc:sldMkLst>
          <pc:docMk/>
          <pc:sldMk cId="4192861017" sldId="3388"/>
        </pc:sldMkLst>
      </pc:sldChg>
      <pc:sldChg chg="addSp modSp add del mod">
        <pc:chgData name="Aurelien Domont" userId="6da7715ce44349b3" providerId="LiveId" clId="{119E25BE-88E7-4569-A67E-60FFA2A0A9D2}" dt="2024-03-20T04:25:37.819" v="4092" actId="47"/>
        <pc:sldMkLst>
          <pc:docMk/>
          <pc:sldMk cId="190480438" sldId="3389"/>
        </pc:sldMkLst>
      </pc:sldChg>
      <pc:sldMasterChg chg="modSp mod delSldLayout modSldLayout">
        <pc:chgData name="Aurelien Domont" userId="6da7715ce44349b3" providerId="LiveId" clId="{119E25BE-88E7-4569-A67E-60FFA2A0A9D2}" dt="2024-03-20T04:16:40.359" v="4019" actId="2696"/>
        <pc:sldMasterMkLst>
          <pc:docMk/>
          <pc:sldMasterMk cId="3482721130" sldId="2147483828"/>
        </pc:sldMasterMkLst>
        <pc:sldLayoutChg chg="modSp mod">
          <pc:chgData name="Aurelien Domont" userId="6da7715ce44349b3" providerId="LiveId" clId="{119E25BE-88E7-4569-A67E-60FFA2A0A9D2}" dt="2024-03-20T04:15:46.217" v="3915" actId="139"/>
          <pc:sldLayoutMkLst>
            <pc:docMk/>
            <pc:sldMasterMk cId="3482721130" sldId="2147483828"/>
            <pc:sldLayoutMk cId="250590409" sldId="2147483831"/>
          </pc:sldLayoutMkLst>
        </pc:sldLayoutChg>
        <pc:sldLayoutChg chg="modSp mod">
          <pc:chgData name="Aurelien Domont" userId="6da7715ce44349b3" providerId="LiveId" clId="{119E25BE-88E7-4569-A67E-60FFA2A0A9D2}" dt="2024-03-20T04:15:46.218" v="3916" actId="790"/>
          <pc:sldLayoutMkLst>
            <pc:docMk/>
            <pc:sldMasterMk cId="3482721130" sldId="2147483828"/>
            <pc:sldLayoutMk cId="1759204997" sldId="2147483835"/>
          </pc:sldLayoutMkLst>
        </pc:sldLayoutChg>
        <pc:sldLayoutChg chg="modSp del mod">
          <pc:chgData name="Aurelien Domont" userId="6da7715ce44349b3" providerId="LiveId" clId="{119E25BE-88E7-4569-A67E-60FFA2A0A9D2}" dt="2024-03-20T04:16:40.359" v="4019" actId="2696"/>
          <pc:sldLayoutMkLst>
            <pc:docMk/>
            <pc:sldMasterMk cId="3482721130" sldId="2147483828"/>
            <pc:sldLayoutMk cId="1811382983" sldId="2147483836"/>
          </pc:sldLayoutMkLst>
        </pc:sldLayoutChg>
      </pc:sldMasterChg>
    </pc:docChg>
  </pc:docChgLst>
  <pc:docChgLst>
    <pc:chgData name="Aurelien Domont" userId="6da7715ce44349b3" providerId="LiveId" clId="{9CB71CDF-8632-43B8-8400-62B4E719F0D2}"/>
    <pc:docChg chg="custSel addSld modSld">
      <pc:chgData name="Aurelien Domont" userId="6da7715ce44349b3" providerId="LiveId" clId="{9CB71CDF-8632-43B8-8400-62B4E719F0D2}" dt="2025-07-02T05:29:02.867" v="5" actId="2711"/>
      <pc:docMkLst>
        <pc:docMk/>
      </pc:docMkLst>
      <pc:sldChg chg="add">
        <pc:chgData name="Aurelien Domont" userId="6da7715ce44349b3" providerId="LiveId" clId="{9CB71CDF-8632-43B8-8400-62B4E719F0D2}" dt="2025-07-02T05:28:13.326" v="0"/>
        <pc:sldMkLst>
          <pc:docMk/>
          <pc:sldMk cId="137854306" sldId="540"/>
        </pc:sldMkLst>
      </pc:sldChg>
      <pc:sldChg chg="addSp delSp modSp add mod">
        <pc:chgData name="Aurelien Domont" userId="6da7715ce44349b3" providerId="LiveId" clId="{9CB71CDF-8632-43B8-8400-62B4E719F0D2}" dt="2025-07-02T05:29:02.867" v="5" actId="2711"/>
        <pc:sldMkLst>
          <pc:docMk/>
          <pc:sldMk cId="3892113266" sldId="3377"/>
        </pc:sldMkLst>
        <pc:spChg chg="mod">
          <ac:chgData name="Aurelien Domont" userId="6da7715ce44349b3" providerId="LiveId" clId="{9CB71CDF-8632-43B8-8400-62B4E719F0D2}" dt="2025-07-02T05:29:02.867" v="5" actId="2711"/>
          <ac:spMkLst>
            <pc:docMk/>
            <pc:sldMk cId="3892113266" sldId="3377"/>
            <ac:spMk id="14" creationId="{ABF9D4B2-53D2-60E9-FECC-79B008226F65}"/>
          </ac:spMkLst>
        </pc:spChg>
        <pc:picChg chg="add mod">
          <ac:chgData name="Aurelien Domont" userId="6da7715ce44349b3" providerId="LiveId" clId="{9CB71CDF-8632-43B8-8400-62B4E719F0D2}" dt="2025-07-02T05:28:37.267" v="4"/>
          <ac:picMkLst>
            <pc:docMk/>
            <pc:sldMk cId="3892113266" sldId="3377"/>
            <ac:picMk id="10" creationId="{72558C92-D123-87C7-9639-E6C7B553DE21}"/>
          </ac:picMkLst>
        </pc:picChg>
        <pc:picChg chg="del">
          <ac:chgData name="Aurelien Domont" userId="6da7715ce44349b3" providerId="LiveId" clId="{9CB71CDF-8632-43B8-8400-62B4E719F0D2}" dt="2025-07-02T05:28:37.106" v="3" actId="478"/>
          <ac:picMkLst>
            <pc:docMk/>
            <pc:sldMk cId="3892113266" sldId="3377"/>
            <ac:picMk id="17" creationId="{1EE5AC12-F00C-61C3-8EF9-F68A052AD79D}"/>
          </ac:picMkLst>
        </pc:picChg>
      </pc:sld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docChg>
  </pc:docChgLst>
  <pc:docChgLst>
    <pc:chgData name="Aurelien Domont" userId="6da7715ce44349b3" providerId="LiveId" clId="{B52C3AF2-5076-4BF5-AF33-C7553B05AF76}"/>
    <pc:docChg chg="undo custSel addSld delSld modSld sldOrd modMainMaster modSection replTag">
      <pc:chgData name="Aurelien Domont" userId="6da7715ce44349b3" providerId="LiveId" clId="{B52C3AF2-5076-4BF5-AF33-C7553B05AF76}" dt="2024-03-11T23:15:40.673" v="14932" actId="47"/>
      <pc:docMkLst>
        <pc:docMk/>
      </pc:docMkLst>
      <pc:sldChg chg="modSp mod modNotes">
        <pc:chgData name="Aurelien Domont" userId="6da7715ce44349b3" providerId="LiveId" clId="{B52C3AF2-5076-4BF5-AF33-C7553B05AF76}" dt="2024-03-11T23:09:49.979" v="14923" actId="790"/>
        <pc:sldMkLst>
          <pc:docMk/>
          <pc:sldMk cId="1754585881" sldId="1598"/>
        </pc:sldMkLst>
      </pc:sldChg>
      <pc:sldChg chg="modSp mod modNotes">
        <pc:chgData name="Aurelien Domont" userId="6da7715ce44349b3" providerId="LiveId" clId="{B52C3AF2-5076-4BF5-AF33-C7553B05AF76}" dt="2024-03-11T23:09:49.983" v="14927" actId="790"/>
        <pc:sldMkLst>
          <pc:docMk/>
          <pc:sldMk cId="2853806433" sldId="1600"/>
        </pc:sldMkLst>
      </pc:sldChg>
      <pc:sldChg chg="modSp mod modNotes">
        <pc:chgData name="Aurelien Domont" userId="6da7715ce44349b3" providerId="LiveId" clId="{B52C3AF2-5076-4BF5-AF33-C7553B05AF76}" dt="2024-03-11T23:09:49.977" v="14921" actId="790"/>
        <pc:sldMkLst>
          <pc:docMk/>
          <pc:sldMk cId="1252826214" sldId="1711"/>
        </pc:sldMkLst>
      </pc:sldChg>
      <pc:sldChg chg="modSp mod modNotes">
        <pc:chgData name="Aurelien Domont" userId="6da7715ce44349b3" providerId="LiveId" clId="{B52C3AF2-5076-4BF5-AF33-C7553B05AF76}" dt="2024-03-11T23:09:49.974" v="14919" actId="790"/>
        <pc:sldMkLst>
          <pc:docMk/>
          <pc:sldMk cId="3938337455" sldId="2034"/>
        </pc:sldMkLst>
      </pc:sldChg>
      <pc:sldChg chg="addSp delSp modSp mod ord modNotes">
        <pc:chgData name="Aurelien Domont" userId="6da7715ce44349b3" providerId="LiveId" clId="{B52C3AF2-5076-4BF5-AF33-C7553B05AF76}" dt="2024-03-11T23:09:49.919" v="14915" actId="790"/>
        <pc:sldMkLst>
          <pc:docMk/>
          <pc:sldMk cId="3272444503" sldId="2162"/>
        </pc:sldMkLst>
      </pc:sldChg>
      <pc:sldChg chg="modSp mod modNotes">
        <pc:chgData name="Aurelien Domont" userId="6da7715ce44349b3" providerId="LiveId" clId="{B52C3AF2-5076-4BF5-AF33-C7553B05AF76}" dt="2024-03-11T23:09:49.981" v="14925" actId="790"/>
        <pc:sldMkLst>
          <pc:docMk/>
          <pc:sldMk cId="1534399825" sldId="2240"/>
        </pc:sldMkLst>
      </pc:sldChg>
      <pc:sldChg chg="addSp delSp modSp mod modNotes">
        <pc:chgData name="Aurelien Domont" userId="6da7715ce44349b3" providerId="LiveId" clId="{B52C3AF2-5076-4BF5-AF33-C7553B05AF76}" dt="2024-03-11T23:09:49.972" v="14917" actId="790"/>
        <pc:sldMkLst>
          <pc:docMk/>
          <pc:sldMk cId="1209091634" sldId="2338"/>
        </pc:sldMkLst>
      </pc:sldChg>
      <pc:sldChg chg="add del">
        <pc:chgData name="Aurelien Domont" userId="6da7715ce44349b3" providerId="LiveId" clId="{B52C3AF2-5076-4BF5-AF33-C7553B05AF76}" dt="2024-03-11T23:00:05.139" v="12383"/>
        <pc:sldMkLst>
          <pc:docMk/>
          <pc:sldMk cId="1365513723" sldId="2490"/>
        </pc:sldMkLst>
      </pc:sldChg>
      <pc:sldChg chg="modSp mod ord modNotes">
        <pc:chgData name="Aurelien Domont" userId="6da7715ce44349b3" providerId="LiveId" clId="{B52C3AF2-5076-4BF5-AF33-C7553B05AF76}" dt="2024-03-11T23:09:49.916" v="14913" actId="790"/>
        <pc:sldMkLst>
          <pc:docMk/>
          <pc:sldMk cId="862292938" sldId="2560"/>
        </pc:sldMkLst>
      </pc:sldChg>
      <pc:sldChg chg="modSp mod">
        <pc:chgData name="Aurelien Domont" userId="6da7715ce44349b3" providerId="LiveId" clId="{B52C3AF2-5076-4BF5-AF33-C7553B05AF76}" dt="2024-03-11T23:09:48.470" v="13095" actId="790"/>
        <pc:sldMkLst>
          <pc:docMk/>
          <pc:sldMk cId="1926619926" sldId="3282"/>
        </pc:sldMkLst>
      </pc:sldChg>
      <pc:sldChg chg="modSp mod modNotes">
        <pc:chgData name="Aurelien Domont" userId="6da7715ce44349b3" providerId="LiveId" clId="{B52C3AF2-5076-4BF5-AF33-C7553B05AF76}" dt="2024-03-11T23:09:49.913" v="14911" actId="790"/>
        <pc:sldMkLst>
          <pc:docMk/>
          <pc:sldMk cId="2246164536" sldId="3289"/>
        </pc:sldMkLst>
      </pc:sldChg>
      <pc:sldChg chg="addSp delSp modSp del mod">
        <pc:chgData name="Aurelien Domont" userId="6da7715ce44349b3" providerId="LiveId" clId="{B52C3AF2-5076-4BF5-AF33-C7553B05AF76}" dt="2024-03-11T06:09:34.337" v="10312" actId="47"/>
        <pc:sldMkLst>
          <pc:docMk/>
          <pc:sldMk cId="2392440094" sldId="3301"/>
        </pc:sldMkLst>
      </pc:sldChg>
      <pc:sldChg chg="del">
        <pc:chgData name="Aurelien Domont" userId="6da7715ce44349b3" providerId="LiveId" clId="{B52C3AF2-5076-4BF5-AF33-C7553B05AF76}" dt="2024-03-11T06:00:20.219" v="10192" actId="47"/>
        <pc:sldMkLst>
          <pc:docMk/>
          <pc:sldMk cId="1393908417" sldId="3302"/>
        </pc:sldMkLst>
      </pc:sldChg>
      <pc:sldChg chg="addSp delSp modSp mod ord">
        <pc:chgData name="Aurelien Domont" userId="6da7715ce44349b3" providerId="LiveId" clId="{B52C3AF2-5076-4BF5-AF33-C7553B05AF76}" dt="2024-03-11T23:09:48.204" v="12882" actId="790"/>
        <pc:sldMkLst>
          <pc:docMk/>
          <pc:sldMk cId="348420775" sldId="3303"/>
        </pc:sldMkLst>
      </pc:sldChg>
      <pc:sldChg chg="addSp delSp modSp mod modNotes">
        <pc:chgData name="Aurelien Domont" userId="6da7715ce44349b3" providerId="LiveId" clId="{B52C3AF2-5076-4BF5-AF33-C7553B05AF76}" dt="2024-03-11T23:09:49.910" v="14909" actId="790"/>
        <pc:sldMkLst>
          <pc:docMk/>
          <pc:sldMk cId="3071151777" sldId="3309"/>
        </pc:sldMkLst>
      </pc:sldChg>
      <pc:sldChg chg="del">
        <pc:chgData name="Aurelien Domont" userId="6da7715ce44349b3" providerId="LiveId" clId="{B52C3AF2-5076-4BF5-AF33-C7553B05AF76}" dt="2024-03-11T06:00:20.219" v="10192" actId="47"/>
        <pc:sldMkLst>
          <pc:docMk/>
          <pc:sldMk cId="2098415580" sldId="3312"/>
        </pc:sldMkLst>
      </pc:sldChg>
      <pc:sldChg chg="del">
        <pc:chgData name="Aurelien Domont" userId="6da7715ce44349b3" providerId="LiveId" clId="{B52C3AF2-5076-4BF5-AF33-C7553B05AF76}" dt="2024-03-11T06:09:30.614" v="10311" actId="47"/>
        <pc:sldMkLst>
          <pc:docMk/>
          <pc:sldMk cId="696290259" sldId="3313"/>
        </pc:sldMkLst>
      </pc:sldChg>
      <pc:sldChg chg="del">
        <pc:chgData name="Aurelien Domont" userId="6da7715ce44349b3" providerId="LiveId" clId="{B52C3AF2-5076-4BF5-AF33-C7553B05AF76}" dt="2024-03-11T23:01:47.972" v="12550" actId="47"/>
        <pc:sldMkLst>
          <pc:docMk/>
          <pc:sldMk cId="804346767" sldId="3314"/>
        </pc:sldMkLst>
      </pc:sldChg>
      <pc:sldChg chg="del">
        <pc:chgData name="Aurelien Domont" userId="6da7715ce44349b3" providerId="LiveId" clId="{B52C3AF2-5076-4BF5-AF33-C7553B05AF76}" dt="2024-03-11T23:01:51.742" v="12551" actId="47"/>
        <pc:sldMkLst>
          <pc:docMk/>
          <pc:sldMk cId="1371543036" sldId="3315"/>
        </pc:sldMkLst>
      </pc:sldChg>
      <pc:sldChg chg="del">
        <pc:chgData name="Aurelien Domont" userId="6da7715ce44349b3" providerId="LiveId" clId="{B52C3AF2-5076-4BF5-AF33-C7553B05AF76}" dt="2024-03-11T23:01:54.144" v="12552" actId="47"/>
        <pc:sldMkLst>
          <pc:docMk/>
          <pc:sldMk cId="441079416" sldId="3316"/>
        </pc:sldMkLst>
      </pc:sldChg>
      <pc:sldChg chg="del">
        <pc:chgData name="Aurelien Domont" userId="6da7715ce44349b3" providerId="LiveId" clId="{B52C3AF2-5076-4BF5-AF33-C7553B05AF76}" dt="2024-03-11T23:01:57.654" v="12553" actId="47"/>
        <pc:sldMkLst>
          <pc:docMk/>
          <pc:sldMk cId="2570003898" sldId="3317"/>
        </pc:sldMkLst>
      </pc:sldChg>
      <pc:sldChg chg="del">
        <pc:chgData name="Aurelien Domont" userId="6da7715ce44349b3" providerId="LiveId" clId="{B52C3AF2-5076-4BF5-AF33-C7553B05AF76}" dt="2024-03-11T23:01:59.905" v="12554" actId="47"/>
        <pc:sldMkLst>
          <pc:docMk/>
          <pc:sldMk cId="1743261416" sldId="3318"/>
        </pc:sldMkLst>
      </pc:sldChg>
      <pc:sldChg chg="del">
        <pc:chgData name="Aurelien Domont" userId="6da7715ce44349b3" providerId="LiveId" clId="{B52C3AF2-5076-4BF5-AF33-C7553B05AF76}" dt="2024-03-11T23:02:03.194" v="12555" actId="47"/>
        <pc:sldMkLst>
          <pc:docMk/>
          <pc:sldMk cId="1410449565" sldId="3319"/>
        </pc:sldMkLst>
      </pc:sldChg>
      <pc:sldChg chg="new del ord">
        <pc:chgData name="Aurelien Domont" userId="6da7715ce44349b3" providerId="LiveId" clId="{B52C3AF2-5076-4BF5-AF33-C7553B05AF76}" dt="2024-03-11T23:02:13.328" v="12556" actId="47"/>
        <pc:sldMkLst>
          <pc:docMk/>
          <pc:sldMk cId="3438512007" sldId="3320"/>
        </pc:sldMkLst>
      </pc:sldChg>
      <pc:sldChg chg="addSp delSp modSp add mod">
        <pc:chgData name="Aurelien Domont" userId="6da7715ce44349b3" providerId="LiveId" clId="{B52C3AF2-5076-4BF5-AF33-C7553B05AF76}" dt="2024-03-11T23:09:47.912" v="12700" actId="139"/>
        <pc:sldMkLst>
          <pc:docMk/>
          <pc:sldMk cId="601276562" sldId="3321"/>
        </pc:sldMkLst>
      </pc:sldChg>
      <pc:sldChg chg="addSp delSp modSp add mod">
        <pc:chgData name="Aurelien Domont" userId="6da7715ce44349b3" providerId="LiveId" clId="{B52C3AF2-5076-4BF5-AF33-C7553B05AF76}" dt="2024-03-11T23:09:47.954" v="12731" actId="139"/>
        <pc:sldMkLst>
          <pc:docMk/>
          <pc:sldMk cId="361454376" sldId="3322"/>
        </pc:sldMkLst>
      </pc:sldChg>
      <pc:sldChg chg="add del">
        <pc:chgData name="Aurelien Domont" userId="6da7715ce44349b3" providerId="LiveId" clId="{B52C3AF2-5076-4BF5-AF33-C7553B05AF76}" dt="2024-03-11T05:33:40.842" v="1911" actId="47"/>
        <pc:sldMkLst>
          <pc:docMk/>
          <pc:sldMk cId="2617163469" sldId="3322"/>
        </pc:sldMkLst>
      </pc:sldChg>
      <pc:sldChg chg="add del">
        <pc:chgData name="Aurelien Domont" userId="6da7715ce44349b3" providerId="LiveId" clId="{B52C3AF2-5076-4BF5-AF33-C7553B05AF76}" dt="2024-03-11T05:57:29.878" v="9914" actId="47"/>
        <pc:sldMkLst>
          <pc:docMk/>
          <pc:sldMk cId="2287180567" sldId="3323"/>
        </pc:sldMkLst>
      </pc:sldChg>
      <pc:sldChg chg="add del">
        <pc:chgData name="Aurelien Domont" userId="6da7715ce44349b3" providerId="LiveId" clId="{B52C3AF2-5076-4BF5-AF33-C7553B05AF76}" dt="2024-03-11T05:41:01.497" v="3218"/>
        <pc:sldMkLst>
          <pc:docMk/>
          <pc:sldMk cId="2367118339" sldId="3323"/>
        </pc:sldMkLst>
      </pc:sldChg>
      <pc:sldChg chg="add del">
        <pc:chgData name="Aurelien Domont" userId="6da7715ce44349b3" providerId="LiveId" clId="{B52C3AF2-5076-4BF5-AF33-C7553B05AF76}" dt="2024-03-11T05:58:06.263" v="9921" actId="47"/>
        <pc:sldMkLst>
          <pc:docMk/>
          <pc:sldMk cId="3486130709" sldId="3323"/>
        </pc:sldMkLst>
      </pc:sldChg>
      <pc:sldChg chg="delSp modSp add mod">
        <pc:chgData name="Aurelien Domont" userId="6da7715ce44349b3" providerId="LiveId" clId="{B52C3AF2-5076-4BF5-AF33-C7553B05AF76}" dt="2024-03-11T23:09:48.174" v="12859" actId="790"/>
        <pc:sldMkLst>
          <pc:docMk/>
          <pc:sldMk cId="2387808226" sldId="3366"/>
        </pc:sldMkLst>
      </pc:sldChg>
      <pc:sldChg chg="add del">
        <pc:chgData name="Aurelien Domont" userId="6da7715ce44349b3" providerId="LiveId" clId="{B52C3AF2-5076-4BF5-AF33-C7553B05AF76}" dt="2024-03-11T23:01:43.682" v="12549" actId="47"/>
        <pc:sldMkLst>
          <pc:docMk/>
          <pc:sldMk cId="3382774822" sldId="3367"/>
        </pc:sldMkLst>
      </pc:sldChg>
      <pc:sldChg chg="addSp delSp modSp add mod">
        <pc:chgData name="Aurelien Domont" userId="6da7715ce44349b3" providerId="LiveId" clId="{B52C3AF2-5076-4BF5-AF33-C7553B05AF76}" dt="2024-03-11T23:09:48.229" v="12905" actId="790"/>
        <pc:sldMkLst>
          <pc:docMk/>
          <pc:sldMk cId="1598780141" sldId="3368"/>
        </pc:sldMkLst>
      </pc:sldChg>
      <pc:sldChg chg="addSp delSp modSp add del mod">
        <pc:chgData name="Aurelien Domont" userId="6da7715ce44349b3" providerId="LiveId" clId="{B52C3AF2-5076-4BF5-AF33-C7553B05AF76}" dt="2024-03-11T23:05:38.601" v="12557" actId="47"/>
        <pc:sldMkLst>
          <pc:docMk/>
          <pc:sldMk cId="1970736011" sldId="3369"/>
        </pc:sldMkLst>
      </pc:sldChg>
      <pc:sldChg chg="addSp delSp modSp add mod">
        <pc:chgData name="Aurelien Domont" userId="6da7715ce44349b3" providerId="LiveId" clId="{B52C3AF2-5076-4BF5-AF33-C7553B05AF76}" dt="2024-03-11T23:09:48.274" v="12951" actId="790"/>
        <pc:sldMkLst>
          <pc:docMk/>
          <pc:sldMk cId="3823632917" sldId="3370"/>
        </pc:sldMkLst>
      </pc:sldChg>
      <pc:sldChg chg="addSp delSp modSp add mod">
        <pc:chgData name="Aurelien Domont" userId="6da7715ce44349b3" providerId="LiveId" clId="{B52C3AF2-5076-4BF5-AF33-C7553B05AF76}" dt="2024-03-11T23:09:48.296" v="12974" actId="790"/>
        <pc:sldMkLst>
          <pc:docMk/>
          <pc:sldMk cId="3016347705" sldId="3371"/>
        </pc:sldMkLst>
      </pc:sldChg>
      <pc:sldChg chg="addSp delSp modSp add mod">
        <pc:chgData name="Aurelien Domont" userId="6da7715ce44349b3" providerId="LiveId" clId="{B52C3AF2-5076-4BF5-AF33-C7553B05AF76}" dt="2024-03-11T23:09:48.319" v="12997" actId="790"/>
        <pc:sldMkLst>
          <pc:docMk/>
          <pc:sldMk cId="4075100597" sldId="3372"/>
        </pc:sldMkLst>
      </pc:sldChg>
      <pc:sldChg chg="addSp delSp modSp add mod">
        <pc:chgData name="Aurelien Domont" userId="6da7715ce44349b3" providerId="LiveId" clId="{B52C3AF2-5076-4BF5-AF33-C7553B05AF76}" dt="2024-03-11T23:09:48.351" v="13020" actId="790"/>
        <pc:sldMkLst>
          <pc:docMk/>
          <pc:sldMk cId="773617390" sldId="3373"/>
        </pc:sldMkLst>
      </pc:sldChg>
      <pc:sldChg chg="addSp delSp modSp add mod">
        <pc:chgData name="Aurelien Domont" userId="6da7715ce44349b3" providerId="LiveId" clId="{B52C3AF2-5076-4BF5-AF33-C7553B05AF76}" dt="2024-03-11T23:09:48.251" v="12928" actId="790"/>
        <pc:sldMkLst>
          <pc:docMk/>
          <pc:sldMk cId="2985957761" sldId="3374"/>
        </pc:sldMkLst>
      </pc:sldChg>
      <pc:sldChg chg="addSp modSp add del mod">
        <pc:chgData name="Aurelien Domont" userId="6da7715ce44349b3" providerId="LiveId" clId="{B52C3AF2-5076-4BF5-AF33-C7553B05AF76}" dt="2024-03-11T23:15:40.673" v="14932" actId="47"/>
        <pc:sldMkLst>
          <pc:docMk/>
          <pc:sldMk cId="1744129791" sldId="3375"/>
        </pc:sldMkLst>
      </pc:sldChg>
      <pc:sldChg chg="add del">
        <pc:chgData name="Aurelien Domont" userId="6da7715ce44349b3" providerId="LiveId" clId="{B52C3AF2-5076-4BF5-AF33-C7553B05AF76}" dt="2024-03-11T06:26:57.261" v="10834"/>
        <pc:sldMkLst>
          <pc:docMk/>
          <pc:sldMk cId="668364606" sldId="3665"/>
        </pc:sldMkLst>
      </pc:sldChg>
      <pc:sldChg chg="add del">
        <pc:chgData name="Aurelien Domont" userId="6da7715ce44349b3" providerId="LiveId" clId="{B52C3AF2-5076-4BF5-AF33-C7553B05AF76}" dt="2024-03-11T22:55:16.704" v="12260"/>
        <pc:sldMkLst>
          <pc:docMk/>
          <pc:sldMk cId="2710600272" sldId="3926"/>
        </pc:sldMkLst>
      </pc:sldChg>
      <pc:sldMasterChg chg="modSp mod modSldLayout">
        <pc:chgData name="Aurelien Domont" userId="6da7715ce44349b3" providerId="LiveId" clId="{B52C3AF2-5076-4BF5-AF33-C7553B05AF76}" dt="2024-03-11T23:09:49.907" v="14907" actId="790"/>
        <pc:sldMasterMkLst>
          <pc:docMk/>
          <pc:sldMasterMk cId="3482721130" sldId="2147483828"/>
        </pc:sldMasterMkLst>
        <pc:sldLayoutChg chg="modSp mod">
          <pc:chgData name="Aurelien Domont" userId="6da7715ce44349b3" providerId="LiveId" clId="{B52C3AF2-5076-4BF5-AF33-C7553B05AF76}" dt="2024-03-11T23:09:49.906" v="14906" actId="139"/>
          <pc:sldLayoutMkLst>
            <pc:docMk/>
            <pc:sldMasterMk cId="3482721130" sldId="2147483828"/>
            <pc:sldLayoutMk cId="250590409" sldId="2147483831"/>
          </pc:sldLayoutMkLst>
        </pc:sldLayoutChg>
        <pc:sldLayoutChg chg="modSp mod">
          <pc:chgData name="Aurelien Domont" userId="6da7715ce44349b3" providerId="LiveId" clId="{B52C3AF2-5076-4BF5-AF33-C7553B05AF76}" dt="2024-03-11T23:09:49.907" v="14907" actId="790"/>
          <pc:sldLayoutMkLst>
            <pc:docMk/>
            <pc:sldMasterMk cId="3482721130" sldId="2147483828"/>
            <pc:sldLayoutMk cId="1759204997" sldId="2147483835"/>
          </pc:sldLayoutMkLst>
        </pc:sldLayoutChg>
      </pc:sldMasterChg>
    </pc:docChg>
  </pc:docChgLst>
  <pc:docChgLst>
    <pc:chgData name="Aurelien Domont" userId="6da7715ce44349b3" providerId="LiveId" clId="{D9D6FDA5-0901-4439-A5C5-DD1C4D798DD2}"/>
    <pc:docChg chg="undo custSel addSld delSld modSld sldOrd modMainMaster modSection replTag">
      <pc:chgData name="Aurelien Domont" userId="6da7715ce44349b3" providerId="LiveId" clId="{D9D6FDA5-0901-4439-A5C5-DD1C4D798DD2}" dt="2024-03-26T04:27:11.534" v="5121" actId="108"/>
      <pc:docMkLst>
        <pc:docMk/>
      </pc:docMkLst>
      <pc:sldChg chg="del">
        <pc:chgData name="Aurelien Domont" userId="6da7715ce44349b3" providerId="LiveId" clId="{D9D6FDA5-0901-4439-A5C5-DD1C4D798DD2}" dt="2024-03-26T02:58:28.986" v="400" actId="47"/>
        <pc:sldMkLst>
          <pc:docMk/>
          <pc:sldMk cId="2321423243" sldId="1578"/>
        </pc:sldMkLst>
      </pc:sldChg>
      <pc:sldChg chg="modSp mod modNotes">
        <pc:chgData name="Aurelien Domont" userId="6da7715ce44349b3" providerId="LiveId" clId="{D9D6FDA5-0901-4439-A5C5-DD1C4D798DD2}" dt="2024-03-26T04:03:53.112" v="4970" actId="790"/>
        <pc:sldMkLst>
          <pc:docMk/>
          <pc:sldMk cId="1754585881" sldId="1598"/>
        </pc:sldMkLst>
      </pc:sldChg>
      <pc:sldChg chg="modSp mod modNotes">
        <pc:chgData name="Aurelien Domont" userId="6da7715ce44349b3" providerId="LiveId" clId="{D9D6FDA5-0901-4439-A5C5-DD1C4D798DD2}" dt="2024-03-26T04:03:53.116" v="4974" actId="790"/>
        <pc:sldMkLst>
          <pc:docMk/>
          <pc:sldMk cId="2853806433" sldId="1600"/>
        </pc:sldMkLst>
      </pc:sldChg>
      <pc:sldChg chg="modSp mod modNotes">
        <pc:chgData name="Aurelien Domont" userId="6da7715ce44349b3" providerId="LiveId" clId="{D9D6FDA5-0901-4439-A5C5-DD1C4D798DD2}" dt="2024-03-26T04:03:53.110" v="4968" actId="790"/>
        <pc:sldMkLst>
          <pc:docMk/>
          <pc:sldMk cId="1252826214" sldId="1711"/>
        </pc:sldMkLst>
      </pc:sldChg>
      <pc:sldChg chg="modSp mod modNotes">
        <pc:chgData name="Aurelien Domont" userId="6da7715ce44349b3" providerId="LiveId" clId="{D9D6FDA5-0901-4439-A5C5-DD1C4D798DD2}" dt="2024-03-26T04:03:53.107" v="4966" actId="790"/>
        <pc:sldMkLst>
          <pc:docMk/>
          <pc:sldMk cId="3938337455" sldId="2034"/>
        </pc:sldMkLst>
      </pc:sldChg>
      <pc:sldChg chg="modSp mod modNotes">
        <pc:chgData name="Aurelien Domont" userId="6da7715ce44349b3" providerId="LiveId" clId="{D9D6FDA5-0901-4439-A5C5-DD1C4D798DD2}" dt="2024-03-26T04:03:53.098" v="4960" actId="790"/>
        <pc:sldMkLst>
          <pc:docMk/>
          <pc:sldMk cId="3272444503" sldId="2162"/>
        </pc:sldMkLst>
      </pc:sldChg>
      <pc:sldChg chg="modSp mod modNotes">
        <pc:chgData name="Aurelien Domont" userId="6da7715ce44349b3" providerId="LiveId" clId="{D9D6FDA5-0901-4439-A5C5-DD1C4D798DD2}" dt="2024-03-26T04:03:53.114" v="4972" actId="790"/>
        <pc:sldMkLst>
          <pc:docMk/>
          <pc:sldMk cId="1534399825" sldId="2240"/>
        </pc:sldMkLst>
      </pc:sldChg>
      <pc:sldChg chg="addSp delSp modSp mod modNotes">
        <pc:chgData name="Aurelien Domont" userId="6da7715ce44349b3" providerId="LiveId" clId="{D9D6FDA5-0901-4439-A5C5-DD1C4D798DD2}" dt="2024-03-26T04:03:53.104" v="4964" actId="790"/>
        <pc:sldMkLst>
          <pc:docMk/>
          <pc:sldMk cId="1209091634" sldId="2338"/>
        </pc:sldMkLst>
      </pc:sldChg>
      <pc:sldChg chg="modSp add mod modClrScheme chgLayout modNotes">
        <pc:chgData name="Aurelien Domont" userId="6da7715ce44349b3" providerId="LiveId" clId="{D9D6FDA5-0901-4439-A5C5-DD1C4D798DD2}" dt="2024-03-26T04:03:58.185" v="5012" actId="2"/>
        <pc:sldMkLst>
          <pc:docMk/>
          <pc:sldMk cId="3988936821" sldId="2403"/>
        </pc:sldMkLst>
      </pc:sldChg>
      <pc:sldChg chg="modSp add mod modClrScheme chgLayout modNotes">
        <pc:chgData name="Aurelien Domont" userId="6da7715ce44349b3" providerId="LiveId" clId="{D9D6FDA5-0901-4439-A5C5-DD1C4D798DD2}" dt="2024-03-26T04:03:54.062" v="5005"/>
        <pc:sldMkLst>
          <pc:docMk/>
          <pc:sldMk cId="67415954" sldId="2489"/>
        </pc:sldMkLst>
      </pc:sldChg>
      <pc:sldChg chg="addSp delSp modSp mod ord modNotes">
        <pc:chgData name="Aurelien Domont" userId="6da7715ce44349b3" providerId="LiveId" clId="{D9D6FDA5-0901-4439-A5C5-DD1C4D798DD2}" dt="2024-03-26T04:03:54.040" v="5001"/>
        <pc:sldMkLst>
          <pc:docMk/>
          <pc:sldMk cId="862292938" sldId="2560"/>
        </pc:sldMkLst>
      </pc:sldChg>
      <pc:sldChg chg="modSp add mod modClrScheme chgLayout modNotes">
        <pc:chgData name="Aurelien Domont" userId="6da7715ce44349b3" providerId="LiveId" clId="{D9D6FDA5-0901-4439-A5C5-DD1C4D798DD2}" dt="2024-03-26T04:03:54.087" v="5009"/>
        <pc:sldMkLst>
          <pc:docMk/>
          <pc:sldMk cId="3558950444" sldId="2893"/>
        </pc:sldMkLst>
      </pc:sldChg>
      <pc:sldChg chg="modSp add mod modClrScheme chgLayout modNotes">
        <pc:chgData name="Aurelien Domont" userId="6da7715ce44349b3" providerId="LiveId" clId="{D9D6FDA5-0901-4439-A5C5-DD1C4D798DD2}" dt="2024-03-26T04:03:54.040" v="5003"/>
        <pc:sldMkLst>
          <pc:docMk/>
          <pc:sldMk cId="2970377299" sldId="2894"/>
        </pc:sldMkLst>
      </pc:sldChg>
      <pc:sldChg chg="add del">
        <pc:chgData name="Aurelien Domont" userId="6da7715ce44349b3" providerId="LiveId" clId="{D9D6FDA5-0901-4439-A5C5-DD1C4D798DD2}" dt="2024-03-26T03:10:03.459" v="591"/>
        <pc:sldMkLst>
          <pc:docMk/>
          <pc:sldMk cId="412648214" sldId="2977"/>
        </pc:sldMkLst>
      </pc:sldChg>
      <pc:sldChg chg="delSp modSp add mod modNotes">
        <pc:chgData name="Aurelien Domont" userId="6da7715ce44349b3" providerId="LiveId" clId="{D9D6FDA5-0901-4439-A5C5-DD1C4D798DD2}" dt="2024-03-26T04:03:54.103" v="5011"/>
        <pc:sldMkLst>
          <pc:docMk/>
          <pc:sldMk cId="105918927" sldId="3254"/>
        </pc:sldMkLst>
      </pc:sldChg>
      <pc:sldChg chg="modSp mod">
        <pc:chgData name="Aurelien Domont" userId="6da7715ce44349b3" providerId="LiveId" clId="{D9D6FDA5-0901-4439-A5C5-DD1C4D798DD2}" dt="2024-03-26T04:03:51.384" v="3128" actId="790"/>
        <pc:sldMkLst>
          <pc:docMk/>
          <pc:sldMk cId="1926619926" sldId="3282"/>
        </pc:sldMkLst>
      </pc:sldChg>
      <pc:sldChg chg="modSp mod ord modNotes">
        <pc:chgData name="Aurelien Domont" userId="6da7715ce44349b3" providerId="LiveId" clId="{D9D6FDA5-0901-4439-A5C5-DD1C4D798DD2}" dt="2024-03-26T04:03:53.084" v="4948" actId="790"/>
        <pc:sldMkLst>
          <pc:docMk/>
          <pc:sldMk cId="2246164536" sldId="3289"/>
        </pc:sldMkLst>
      </pc:sldChg>
      <pc:sldChg chg="addSp delSp modSp mod modNotes">
        <pc:chgData name="Aurelien Domont" userId="6da7715ce44349b3" providerId="LiveId" clId="{D9D6FDA5-0901-4439-A5C5-DD1C4D798DD2}" dt="2024-03-26T04:03:53.082" v="4946" actId="790"/>
        <pc:sldMkLst>
          <pc:docMk/>
          <pc:sldMk cId="3694985765" sldId="3381"/>
        </pc:sldMkLst>
      </pc:sldChg>
      <pc:sldChg chg="del">
        <pc:chgData name="Aurelien Domont" userId="6da7715ce44349b3" providerId="LiveId" clId="{D9D6FDA5-0901-4439-A5C5-DD1C4D798DD2}" dt="2024-03-26T04:02:17.958" v="2817" actId="47"/>
        <pc:sldMkLst>
          <pc:docMk/>
          <pc:sldMk cId="452916749" sldId="3386"/>
        </pc:sldMkLst>
      </pc:sldChg>
      <pc:sldChg chg="del">
        <pc:chgData name="Aurelien Domont" userId="6da7715ce44349b3" providerId="LiveId" clId="{D9D6FDA5-0901-4439-A5C5-DD1C4D798DD2}" dt="2024-03-26T04:02:17.958" v="2817" actId="47"/>
        <pc:sldMkLst>
          <pc:docMk/>
          <pc:sldMk cId="1716267975" sldId="3390"/>
        </pc:sldMkLst>
      </pc:sldChg>
      <pc:sldChg chg="del">
        <pc:chgData name="Aurelien Domont" userId="6da7715ce44349b3" providerId="LiveId" clId="{D9D6FDA5-0901-4439-A5C5-DD1C4D798DD2}" dt="2024-03-26T04:02:17.958" v="2817" actId="47"/>
        <pc:sldMkLst>
          <pc:docMk/>
          <pc:sldMk cId="2312222718" sldId="3391"/>
        </pc:sldMkLst>
      </pc:sldChg>
      <pc:sldChg chg="del">
        <pc:chgData name="Aurelien Domont" userId="6da7715ce44349b3" providerId="LiveId" clId="{D9D6FDA5-0901-4439-A5C5-DD1C4D798DD2}" dt="2024-03-26T04:02:17.958" v="2817" actId="47"/>
        <pc:sldMkLst>
          <pc:docMk/>
          <pc:sldMk cId="1620443066" sldId="3392"/>
        </pc:sldMkLst>
      </pc:sldChg>
      <pc:sldChg chg="del">
        <pc:chgData name="Aurelien Domont" userId="6da7715ce44349b3" providerId="LiveId" clId="{D9D6FDA5-0901-4439-A5C5-DD1C4D798DD2}" dt="2024-03-26T04:02:17.958" v="2817" actId="47"/>
        <pc:sldMkLst>
          <pc:docMk/>
          <pc:sldMk cId="2193127411" sldId="3393"/>
        </pc:sldMkLst>
      </pc:sldChg>
      <pc:sldChg chg="del">
        <pc:chgData name="Aurelien Domont" userId="6da7715ce44349b3" providerId="LiveId" clId="{D9D6FDA5-0901-4439-A5C5-DD1C4D798DD2}" dt="2024-03-26T04:02:17.958" v="2817" actId="47"/>
        <pc:sldMkLst>
          <pc:docMk/>
          <pc:sldMk cId="4294143004" sldId="3394"/>
        </pc:sldMkLst>
      </pc:sldChg>
      <pc:sldChg chg="addSp delSp new del mod ord">
        <pc:chgData name="Aurelien Domont" userId="6da7715ce44349b3" providerId="LiveId" clId="{D9D6FDA5-0901-4439-A5C5-DD1C4D798DD2}" dt="2024-03-26T04:02:17.958" v="2817" actId="47"/>
        <pc:sldMkLst>
          <pc:docMk/>
          <pc:sldMk cId="526114170" sldId="3395"/>
        </pc:sldMkLst>
      </pc:sldChg>
      <pc:sldChg chg="addSp delSp modSp add mod">
        <pc:chgData name="Aurelien Domont" userId="6da7715ce44349b3" providerId="LiveId" clId="{D9D6FDA5-0901-4439-A5C5-DD1C4D798DD2}" dt="2024-03-26T04:03:51.211" v="3014" actId="790"/>
        <pc:sldMkLst>
          <pc:docMk/>
          <pc:sldMk cId="1454091485" sldId="3396"/>
        </pc:sldMkLst>
      </pc:sldChg>
      <pc:sldChg chg="addSp delSp modSp add mod">
        <pc:chgData name="Aurelien Domont" userId="6da7715ce44349b3" providerId="LiveId" clId="{D9D6FDA5-0901-4439-A5C5-DD1C4D798DD2}" dt="2024-03-26T04:03:51.227" v="3027" actId="790"/>
        <pc:sldMkLst>
          <pc:docMk/>
          <pc:sldMk cId="4141428492" sldId="3397"/>
        </pc:sldMkLst>
      </pc:sldChg>
      <pc:sldChg chg="addSp delSp modSp add mod">
        <pc:chgData name="Aurelien Domont" userId="6da7715ce44349b3" providerId="LiveId" clId="{D9D6FDA5-0901-4439-A5C5-DD1C4D798DD2}" dt="2024-03-26T04:27:11.534" v="5121" actId="108"/>
        <pc:sldMkLst>
          <pc:docMk/>
          <pc:sldMk cId="3139062394" sldId="3398"/>
        </pc:sldMkLst>
      </pc:sldChg>
      <pc:sldChg chg="addSp delSp modSp add mod">
        <pc:chgData name="Aurelien Domont" userId="6da7715ce44349b3" providerId="LiveId" clId="{D9D6FDA5-0901-4439-A5C5-DD1C4D798DD2}" dt="2024-03-26T04:03:51.258" v="3053" actId="790"/>
        <pc:sldMkLst>
          <pc:docMk/>
          <pc:sldMk cId="857221292" sldId="3399"/>
        </pc:sldMkLst>
      </pc:sldChg>
      <pc:sldMasterChg chg="modSp mod delSldLayout modSldLayout">
        <pc:chgData name="Aurelien Domont" userId="6da7715ce44349b3" providerId="LiveId" clId="{D9D6FDA5-0901-4439-A5C5-DD1C4D798DD2}" dt="2024-03-26T04:04:33.217" v="5013" actId="2696"/>
        <pc:sldMasterMkLst>
          <pc:docMk/>
          <pc:sldMasterMk cId="3482721130" sldId="2147483828"/>
        </pc:sldMasterMkLst>
        <pc:sldLayoutChg chg="modSp mod">
          <pc:chgData name="Aurelien Domont" userId="6da7715ce44349b3" providerId="LiveId" clId="{D9D6FDA5-0901-4439-A5C5-DD1C4D798DD2}" dt="2024-03-26T04:03:53.067" v="4939" actId="139"/>
          <pc:sldLayoutMkLst>
            <pc:docMk/>
            <pc:sldMasterMk cId="3482721130" sldId="2147483828"/>
            <pc:sldLayoutMk cId="250590409" sldId="2147483831"/>
          </pc:sldLayoutMkLst>
        </pc:sldLayoutChg>
        <pc:sldLayoutChg chg="modSp mod">
          <pc:chgData name="Aurelien Domont" userId="6da7715ce44349b3" providerId="LiveId" clId="{D9D6FDA5-0901-4439-A5C5-DD1C4D798DD2}" dt="2024-03-26T04:03:53.068" v="4940" actId="790"/>
          <pc:sldLayoutMkLst>
            <pc:docMk/>
            <pc:sldMasterMk cId="3482721130" sldId="2147483828"/>
            <pc:sldLayoutMk cId="1759204997" sldId="2147483835"/>
          </pc:sldLayoutMkLst>
        </pc:sldLayoutChg>
        <pc:sldLayoutChg chg="modSp del mod">
          <pc:chgData name="Aurelien Domont" userId="6da7715ce44349b3" providerId="LiveId" clId="{D9D6FDA5-0901-4439-A5C5-DD1C4D798DD2}" dt="2024-03-26T04:04:33.217" v="5013" actId="2696"/>
          <pc:sldLayoutMkLst>
            <pc:docMk/>
            <pc:sldMasterMk cId="3482721130" sldId="2147483828"/>
            <pc:sldLayoutMk cId="3998892618" sldId="2147483836"/>
          </pc:sldLayoutMkLst>
        </pc:sldLayoutChg>
      </pc:sldMasterChg>
    </pc:docChg>
  </pc:docChgLst>
  <pc:docChgLst>
    <pc:chgData name="Aurelien Domont" userId="6da7715ce44349b3" providerId="LiveId" clId="{BA095A81-6963-459F-8BD4-70478DA41F8A}"/>
    <pc:docChg chg="undo redo custSel addSld delSld modSld sldOrd modMainMaster modSection replTag">
      <pc:chgData name="Aurelien Domont" userId="6da7715ce44349b3" providerId="LiveId" clId="{BA095A81-6963-459F-8BD4-70478DA41F8A}" dt="2024-03-19T06:20:37.101" v="4390" actId="20577"/>
      <pc:docMkLst>
        <pc:docMk/>
      </pc:docMkLst>
      <pc:sldChg chg="modSp add mod modNotes">
        <pc:chgData name="Aurelien Domont" userId="6da7715ce44349b3" providerId="LiveId" clId="{BA095A81-6963-459F-8BD4-70478DA41F8A}" dt="2024-03-19T05:33:34.891" v="4236" actId="790"/>
        <pc:sldMkLst>
          <pc:docMk/>
          <pc:sldMk cId="3956982643" sldId="526"/>
        </pc:sldMkLst>
      </pc:sldChg>
      <pc:sldChg chg="modSp mod modNotes">
        <pc:chgData name="Aurelien Domont" userId="6da7715ce44349b3" providerId="LiveId" clId="{BA095A81-6963-459F-8BD4-70478DA41F8A}" dt="2024-03-19T05:33:34.912" v="4254" actId="790"/>
        <pc:sldMkLst>
          <pc:docMk/>
          <pc:sldMk cId="1754585881" sldId="1598"/>
        </pc:sldMkLst>
      </pc:sldChg>
      <pc:sldChg chg="modSp mod modNotes">
        <pc:chgData name="Aurelien Domont" userId="6da7715ce44349b3" providerId="LiveId" clId="{BA095A81-6963-459F-8BD4-70478DA41F8A}" dt="2024-03-19T05:33:34.916" v="4258" actId="790"/>
        <pc:sldMkLst>
          <pc:docMk/>
          <pc:sldMk cId="2853806433" sldId="1600"/>
        </pc:sldMkLst>
      </pc:sldChg>
      <pc:sldChg chg="modSp mod modNotes">
        <pc:chgData name="Aurelien Domont" userId="6da7715ce44349b3" providerId="LiveId" clId="{BA095A81-6963-459F-8BD4-70478DA41F8A}" dt="2024-03-19T05:33:34.909" v="4252" actId="790"/>
        <pc:sldMkLst>
          <pc:docMk/>
          <pc:sldMk cId="1252826214" sldId="1711"/>
        </pc:sldMkLst>
      </pc:sldChg>
      <pc:sldChg chg="modSp mod modNotes">
        <pc:chgData name="Aurelien Domont" userId="6da7715ce44349b3" providerId="LiveId" clId="{BA095A81-6963-459F-8BD4-70478DA41F8A}" dt="2024-03-19T05:33:34.907" v="4250" actId="790"/>
        <pc:sldMkLst>
          <pc:docMk/>
          <pc:sldMk cId="3938337455" sldId="2034"/>
        </pc:sldMkLst>
      </pc:sldChg>
      <pc:sldChg chg="modSp mod modNotes">
        <pc:chgData name="Aurelien Domont" userId="6da7715ce44349b3" providerId="LiveId" clId="{BA095A81-6963-459F-8BD4-70478DA41F8A}" dt="2024-03-19T06:20:37.101" v="4390" actId="20577"/>
        <pc:sldMkLst>
          <pc:docMk/>
          <pc:sldMk cId="3272444503" sldId="2162"/>
        </pc:sldMkLst>
      </pc:sldChg>
      <pc:sldChg chg="modSp mod modNotes">
        <pc:chgData name="Aurelien Domont" userId="6da7715ce44349b3" providerId="LiveId" clId="{BA095A81-6963-459F-8BD4-70478DA41F8A}" dt="2024-03-19T05:33:34.914" v="4256" actId="790"/>
        <pc:sldMkLst>
          <pc:docMk/>
          <pc:sldMk cId="1534399825" sldId="2240"/>
        </pc:sldMkLst>
      </pc:sldChg>
      <pc:sldChg chg="addSp delSp modSp mod modNotes">
        <pc:chgData name="Aurelien Domont" userId="6da7715ce44349b3" providerId="LiveId" clId="{BA095A81-6963-459F-8BD4-70478DA41F8A}" dt="2024-03-19T05:33:34.905" v="4248" actId="790"/>
        <pc:sldMkLst>
          <pc:docMk/>
          <pc:sldMk cId="1209091634" sldId="2338"/>
        </pc:sldMkLst>
      </pc:sldChg>
      <pc:sldChg chg="addSp delSp modSp mod ord modNotes">
        <pc:chgData name="Aurelien Domont" userId="6da7715ce44349b3" providerId="LiveId" clId="{BA095A81-6963-459F-8BD4-70478DA41F8A}" dt="2024-03-19T05:33:35.621" v="4360"/>
        <pc:sldMkLst>
          <pc:docMk/>
          <pc:sldMk cId="862292938" sldId="2560"/>
        </pc:sldMkLst>
      </pc:sldChg>
      <pc:sldChg chg="modSp mod">
        <pc:chgData name="Aurelien Domont" userId="6da7715ce44349b3" providerId="LiveId" clId="{BA095A81-6963-459F-8BD4-70478DA41F8A}" dt="2024-03-19T05:33:33.621" v="2417" actId="790"/>
        <pc:sldMkLst>
          <pc:docMk/>
          <pc:sldMk cId="1926619926" sldId="3282"/>
        </pc:sldMkLst>
      </pc:sldChg>
      <pc:sldChg chg="modSp mod ord modNotes">
        <pc:chgData name="Aurelien Domont" userId="6da7715ce44349b3" providerId="LiveId" clId="{BA095A81-6963-459F-8BD4-70478DA41F8A}" dt="2024-03-19T05:33:34.893" v="4238" actId="790"/>
        <pc:sldMkLst>
          <pc:docMk/>
          <pc:sldMk cId="2246164536" sldId="3289"/>
        </pc:sldMkLst>
      </pc:sldChg>
      <pc:sldChg chg="modSp add mod modClrScheme chgLayout modNotes">
        <pc:chgData name="Aurelien Domont" userId="6da7715ce44349b3" providerId="LiveId" clId="{BA095A81-6963-459F-8BD4-70478DA41F8A}" dt="2024-03-19T05:33:35.617" v="4356"/>
        <pc:sldMkLst>
          <pc:docMk/>
          <pc:sldMk cId="3931065156" sldId="3300"/>
        </pc:sldMkLst>
      </pc:sldChg>
      <pc:sldChg chg="modSp add mod modClrScheme chgLayout modNotes">
        <pc:chgData name="Aurelien Domont" userId="6da7715ce44349b3" providerId="LiveId" clId="{BA095A81-6963-459F-8BD4-70478DA41F8A}" dt="2024-03-19T05:33:35.614" v="4354"/>
        <pc:sldMkLst>
          <pc:docMk/>
          <pc:sldMk cId="4273032646" sldId="3301"/>
        </pc:sldMkLst>
      </pc:sldChg>
      <pc:sldChg chg="addSp delSp modSp mod ord">
        <pc:chgData name="Aurelien Domont" userId="6da7715ce44349b3" providerId="LiveId" clId="{BA095A81-6963-459F-8BD4-70478DA41F8A}" dt="2024-03-19T05:33:33.426" v="2257" actId="790"/>
        <pc:sldMkLst>
          <pc:docMk/>
          <pc:sldMk cId="348420775" sldId="3303"/>
        </pc:sldMkLst>
      </pc:sldChg>
      <pc:sldChg chg="del">
        <pc:chgData name="Aurelien Domont" userId="6da7715ce44349b3" providerId="LiveId" clId="{BA095A81-6963-459F-8BD4-70478DA41F8A}" dt="2024-03-19T04:47:42.853" v="44" actId="47"/>
        <pc:sldMkLst>
          <pc:docMk/>
          <pc:sldMk cId="3071151777" sldId="3309"/>
        </pc:sldMkLst>
      </pc:sldChg>
      <pc:sldChg chg="del">
        <pc:chgData name="Aurelien Domont" userId="6da7715ce44349b3" providerId="LiveId" clId="{BA095A81-6963-459F-8BD4-70478DA41F8A}" dt="2024-03-19T04:52:32.446" v="523" actId="47"/>
        <pc:sldMkLst>
          <pc:docMk/>
          <pc:sldMk cId="601276562" sldId="3321"/>
        </pc:sldMkLst>
      </pc:sldChg>
      <pc:sldChg chg="del">
        <pc:chgData name="Aurelien Domont" userId="6da7715ce44349b3" providerId="LiveId" clId="{BA095A81-6963-459F-8BD4-70478DA41F8A}" dt="2024-03-19T04:52:32.446" v="523" actId="47"/>
        <pc:sldMkLst>
          <pc:docMk/>
          <pc:sldMk cId="361454376" sldId="3322"/>
        </pc:sldMkLst>
      </pc:sldChg>
      <pc:sldChg chg="addSp delSp modSp mod ord">
        <pc:chgData name="Aurelien Domont" userId="6da7715ce44349b3" providerId="LiveId" clId="{BA095A81-6963-459F-8BD4-70478DA41F8A}" dt="2024-03-19T05:33:33.409" v="2240" actId="790"/>
        <pc:sldMkLst>
          <pc:docMk/>
          <pc:sldMk cId="2387808226" sldId="3366"/>
        </pc:sldMkLst>
      </pc:sldChg>
      <pc:sldChg chg="del">
        <pc:chgData name="Aurelien Domont" userId="6da7715ce44349b3" providerId="LiveId" clId="{BA095A81-6963-459F-8BD4-70478DA41F8A}" dt="2024-03-19T05:14:46.833" v="1484" actId="47"/>
        <pc:sldMkLst>
          <pc:docMk/>
          <pc:sldMk cId="1598780141" sldId="3368"/>
        </pc:sldMkLst>
      </pc:sldChg>
      <pc:sldChg chg="addSp delSp modSp del mod">
        <pc:chgData name="Aurelien Domont" userId="6da7715ce44349b3" providerId="LiveId" clId="{BA095A81-6963-459F-8BD4-70478DA41F8A}" dt="2024-03-19T05:16:54.192" v="1772" actId="47"/>
        <pc:sldMkLst>
          <pc:docMk/>
          <pc:sldMk cId="3823632917" sldId="3370"/>
        </pc:sldMkLst>
      </pc:sldChg>
      <pc:sldChg chg="del">
        <pc:chgData name="Aurelien Domont" userId="6da7715ce44349b3" providerId="LiveId" clId="{BA095A81-6963-459F-8BD4-70478DA41F8A}" dt="2024-03-19T05:16:55.733" v="1773" actId="47"/>
        <pc:sldMkLst>
          <pc:docMk/>
          <pc:sldMk cId="3016347705" sldId="3371"/>
        </pc:sldMkLst>
      </pc:sldChg>
      <pc:sldChg chg="del">
        <pc:chgData name="Aurelien Domont" userId="6da7715ce44349b3" providerId="LiveId" clId="{BA095A81-6963-459F-8BD4-70478DA41F8A}" dt="2024-03-19T05:18:04.363" v="1829" actId="47"/>
        <pc:sldMkLst>
          <pc:docMk/>
          <pc:sldMk cId="4075100597" sldId="3372"/>
        </pc:sldMkLst>
      </pc:sldChg>
      <pc:sldChg chg="del">
        <pc:chgData name="Aurelien Domont" userId="6da7715ce44349b3" providerId="LiveId" clId="{BA095A81-6963-459F-8BD4-70478DA41F8A}" dt="2024-03-19T05:25:35.690" v="1994" actId="47"/>
        <pc:sldMkLst>
          <pc:docMk/>
          <pc:sldMk cId="773617390" sldId="3373"/>
        </pc:sldMkLst>
      </pc:sldChg>
      <pc:sldChg chg="del">
        <pc:chgData name="Aurelien Domont" userId="6da7715ce44349b3" providerId="LiveId" clId="{BA095A81-6963-459F-8BD4-70478DA41F8A}" dt="2024-03-19T05:14:48.643" v="1485" actId="47"/>
        <pc:sldMkLst>
          <pc:docMk/>
          <pc:sldMk cId="2985957761" sldId="3374"/>
        </pc:sldMkLst>
      </pc:sldChg>
      <pc:sldChg chg="new del ord">
        <pc:chgData name="Aurelien Domont" userId="6da7715ce44349b3" providerId="LiveId" clId="{BA095A81-6963-459F-8BD4-70478DA41F8A}" dt="2024-03-19T05:25:37.073" v="1995" actId="47"/>
        <pc:sldMkLst>
          <pc:docMk/>
          <pc:sldMk cId="493646158" sldId="3375"/>
        </pc:sldMkLst>
      </pc:sldChg>
      <pc:sldChg chg="addSp delSp modSp add mod">
        <pc:chgData name="Aurelien Domont" userId="6da7715ce44349b3" providerId="LiveId" clId="{BA095A81-6963-459F-8BD4-70478DA41F8A}" dt="2024-03-19T05:33:35.607" v="4348"/>
        <pc:sldMkLst>
          <pc:docMk/>
          <pc:sldMk cId="2269690018" sldId="3376"/>
        </pc:sldMkLst>
      </pc:sldChg>
      <pc:sldChg chg="addSp delSp modSp add mod">
        <pc:chgData name="Aurelien Domont" userId="6da7715ce44349b3" providerId="LiveId" clId="{BA095A81-6963-459F-8BD4-70478DA41F8A}" dt="2024-03-19T05:33:35.625" v="4364"/>
        <pc:sldMkLst>
          <pc:docMk/>
          <pc:sldMk cId="2120394965" sldId="3377"/>
        </pc:sldMkLst>
      </pc:sldChg>
      <pc:sldChg chg="addSp delSp modSp add mod">
        <pc:chgData name="Aurelien Domont" userId="6da7715ce44349b3" providerId="LiveId" clId="{BA095A81-6963-459F-8BD4-70478DA41F8A}" dt="2024-03-19T05:33:35.611" v="4352"/>
        <pc:sldMkLst>
          <pc:docMk/>
          <pc:sldMk cId="1083748519" sldId="3378"/>
        </pc:sldMkLst>
      </pc:sldChg>
      <pc:sldChg chg="addSp delSp modSp add mod">
        <pc:chgData name="Aurelien Domont" userId="6da7715ce44349b3" providerId="LiveId" clId="{BA095A81-6963-459F-8BD4-70478DA41F8A}" dt="2024-03-19T05:36:48.600" v="4372" actId="108"/>
        <pc:sldMkLst>
          <pc:docMk/>
          <pc:sldMk cId="55671321" sldId="3379"/>
        </pc:sldMkLst>
      </pc:sldChg>
      <pc:sldChg chg="addSp delSp modSp add mod">
        <pc:chgData name="Aurelien Domont" userId="6da7715ce44349b3" providerId="LiveId" clId="{BA095A81-6963-459F-8BD4-70478DA41F8A}" dt="2024-03-19T05:33:33.514" v="2342" actId="790"/>
        <pc:sldMkLst>
          <pc:docMk/>
          <pc:sldMk cId="3592377542" sldId="3380"/>
        </pc:sldMkLst>
      </pc:sldChg>
      <pc:sldChg chg="addSp modSp add del mod">
        <pc:chgData name="Aurelien Domont" userId="6da7715ce44349b3" providerId="LiveId" clId="{BA095A81-6963-459F-8BD4-70478DA41F8A}" dt="2024-03-19T06:16:18.062" v="4383" actId="47"/>
        <pc:sldMkLst>
          <pc:docMk/>
          <pc:sldMk cId="571704221" sldId="3381"/>
        </pc:sldMkLst>
      </pc:sldChg>
      <pc:sldMasterChg chg="modSp mod delSldLayout modSldLayout">
        <pc:chgData name="Aurelien Domont" userId="6da7715ce44349b3" providerId="LiveId" clId="{BA095A81-6963-459F-8BD4-70478DA41F8A}" dt="2024-03-19T05:34:29.043" v="4365" actId="2696"/>
        <pc:sldMasterMkLst>
          <pc:docMk/>
          <pc:sldMasterMk cId="3482721130" sldId="2147483828"/>
        </pc:sldMasterMkLst>
        <pc:sldLayoutChg chg="modSp mod">
          <pc:chgData name="Aurelien Domont" userId="6da7715ce44349b3" providerId="LiveId" clId="{BA095A81-6963-459F-8BD4-70478DA41F8A}" dt="2024-03-19T05:33:34.876" v="4228" actId="139"/>
          <pc:sldLayoutMkLst>
            <pc:docMk/>
            <pc:sldMasterMk cId="3482721130" sldId="2147483828"/>
            <pc:sldLayoutMk cId="250590409" sldId="2147483831"/>
          </pc:sldLayoutMkLst>
        </pc:sldLayoutChg>
        <pc:sldLayoutChg chg="modSp mod">
          <pc:chgData name="Aurelien Domont" userId="6da7715ce44349b3" providerId="LiveId" clId="{BA095A81-6963-459F-8BD4-70478DA41F8A}" dt="2024-03-19T05:33:34.877" v="4229" actId="790"/>
          <pc:sldLayoutMkLst>
            <pc:docMk/>
            <pc:sldMasterMk cId="3482721130" sldId="2147483828"/>
            <pc:sldLayoutMk cId="1759204997" sldId="2147483835"/>
          </pc:sldLayoutMkLst>
        </pc:sldLayoutChg>
        <pc:sldLayoutChg chg="modSp del mod">
          <pc:chgData name="Aurelien Domont" userId="6da7715ce44349b3" providerId="LiveId" clId="{BA095A81-6963-459F-8BD4-70478DA41F8A}" dt="2024-03-19T05:34:29.043" v="4365" actId="2696"/>
          <pc:sldLayoutMkLst>
            <pc:docMk/>
            <pc:sldMasterMk cId="3482721130" sldId="2147483828"/>
            <pc:sldLayoutMk cId="1506458806" sldId="2147483836"/>
          </pc:sldLayoutMkLst>
        </pc:sldLayoutChg>
      </pc:sldMasterChg>
    </pc:docChg>
  </pc:docChgLst>
  <pc:docChgLst>
    <pc:chgData name="Aurelien Domont" userId="6da7715ce44349b3" providerId="LiveId" clId="{3D1E135D-016C-48AD-8260-E96127232C98}"/>
    <pc:docChg chg="undo custSel addSld delSld modSld sldOrd modMainMaster modSection replTag">
      <pc:chgData name="Aurelien Domont" userId="6da7715ce44349b3" providerId="LiveId" clId="{3D1E135D-016C-48AD-8260-E96127232C98}" dt="2024-03-28T05:40:49.931" v="6414" actId="20577"/>
      <pc:docMkLst>
        <pc:docMk/>
      </pc:docMkLst>
      <pc:sldChg chg="modSp mod modNotes">
        <pc:chgData name="Aurelien Domont" userId="6da7715ce44349b3" providerId="LiveId" clId="{3D1E135D-016C-48AD-8260-E96127232C98}" dt="2024-03-28T05:18:03.047" v="6337" actId="790"/>
        <pc:sldMkLst>
          <pc:docMk/>
          <pc:sldMk cId="1754585881" sldId="1598"/>
        </pc:sldMkLst>
      </pc:sldChg>
      <pc:sldChg chg="modSp mod modNotes">
        <pc:chgData name="Aurelien Domont" userId="6da7715ce44349b3" providerId="LiveId" clId="{3D1E135D-016C-48AD-8260-E96127232C98}" dt="2024-03-28T05:18:03.052" v="6341" actId="790"/>
        <pc:sldMkLst>
          <pc:docMk/>
          <pc:sldMk cId="2853806433" sldId="1600"/>
        </pc:sldMkLst>
      </pc:sldChg>
      <pc:sldChg chg="modSp mod modNotes">
        <pc:chgData name="Aurelien Domont" userId="6da7715ce44349b3" providerId="LiveId" clId="{3D1E135D-016C-48AD-8260-E96127232C98}" dt="2024-03-28T05:18:03.044" v="6335" actId="790"/>
        <pc:sldMkLst>
          <pc:docMk/>
          <pc:sldMk cId="1252826214" sldId="1711"/>
        </pc:sldMkLst>
      </pc:sldChg>
      <pc:sldChg chg="add del">
        <pc:chgData name="Aurelien Domont" userId="6da7715ce44349b3" providerId="LiveId" clId="{3D1E135D-016C-48AD-8260-E96127232C98}" dt="2024-03-28T05:06:51.347" v="4025"/>
        <pc:sldMkLst>
          <pc:docMk/>
          <pc:sldMk cId="3232525629" sldId="1760"/>
        </pc:sldMkLst>
      </pc:sldChg>
      <pc:sldChg chg="modSp mod modNotes">
        <pc:chgData name="Aurelien Domont" userId="6da7715ce44349b3" providerId="LiveId" clId="{3D1E135D-016C-48AD-8260-E96127232C98}" dt="2024-03-28T05:18:03.041" v="6333" actId="790"/>
        <pc:sldMkLst>
          <pc:docMk/>
          <pc:sldMk cId="3938337455" sldId="2034"/>
        </pc:sldMkLst>
      </pc:sldChg>
      <pc:sldChg chg="modSp add mod modNotes">
        <pc:chgData name="Aurelien Domont" userId="6da7715ce44349b3" providerId="LiveId" clId="{3D1E135D-016C-48AD-8260-E96127232C98}" dt="2024-03-28T05:18:03.761" v="6397"/>
        <pc:sldMkLst>
          <pc:docMk/>
          <pc:sldMk cId="1590067890" sldId="2217"/>
        </pc:sldMkLst>
      </pc:sldChg>
      <pc:sldChg chg="modSp mod modNotes">
        <pc:chgData name="Aurelien Domont" userId="6da7715ce44349b3" providerId="LiveId" clId="{3D1E135D-016C-48AD-8260-E96127232C98}" dt="2024-03-28T05:18:03.049" v="6339" actId="790"/>
        <pc:sldMkLst>
          <pc:docMk/>
          <pc:sldMk cId="1534399825" sldId="2240"/>
        </pc:sldMkLst>
      </pc:sldChg>
      <pc:sldChg chg="del">
        <pc:chgData name="Aurelien Domont" userId="6da7715ce44349b3" providerId="LiveId" clId="{3D1E135D-016C-48AD-8260-E96127232C98}" dt="2024-03-28T03:50:18.544" v="2440" actId="47"/>
        <pc:sldMkLst>
          <pc:docMk/>
          <pc:sldMk cId="3988936821" sldId="2403"/>
        </pc:sldMkLst>
      </pc:sldChg>
      <pc:sldChg chg="del">
        <pc:chgData name="Aurelien Domont" userId="6da7715ce44349b3" providerId="LiveId" clId="{3D1E135D-016C-48AD-8260-E96127232C98}" dt="2024-03-28T03:50:18.544" v="2440" actId="47"/>
        <pc:sldMkLst>
          <pc:docMk/>
          <pc:sldMk cId="67415954" sldId="2489"/>
        </pc:sldMkLst>
      </pc:sldChg>
      <pc:sldChg chg="del">
        <pc:chgData name="Aurelien Domont" userId="6da7715ce44349b3" providerId="LiveId" clId="{3D1E135D-016C-48AD-8260-E96127232C98}" dt="2024-03-28T03:50:18.544" v="2440" actId="47"/>
        <pc:sldMkLst>
          <pc:docMk/>
          <pc:sldMk cId="862292938" sldId="2560"/>
        </pc:sldMkLst>
      </pc:sldChg>
      <pc:sldChg chg="del">
        <pc:chgData name="Aurelien Domont" userId="6da7715ce44349b3" providerId="LiveId" clId="{3D1E135D-016C-48AD-8260-E96127232C98}" dt="2024-03-28T03:50:18.544" v="2440" actId="47"/>
        <pc:sldMkLst>
          <pc:docMk/>
          <pc:sldMk cId="3558950444" sldId="2893"/>
        </pc:sldMkLst>
      </pc:sldChg>
      <pc:sldChg chg="del">
        <pc:chgData name="Aurelien Domont" userId="6da7715ce44349b3" providerId="LiveId" clId="{3D1E135D-016C-48AD-8260-E96127232C98}" dt="2024-03-28T03:50:18.544" v="2440" actId="47"/>
        <pc:sldMkLst>
          <pc:docMk/>
          <pc:sldMk cId="2970377299" sldId="2894"/>
        </pc:sldMkLst>
      </pc:sldChg>
      <pc:sldChg chg="del">
        <pc:chgData name="Aurelien Domont" userId="6da7715ce44349b3" providerId="LiveId" clId="{3D1E135D-016C-48AD-8260-E96127232C98}" dt="2024-03-28T04:00:10.847" v="2652" actId="47"/>
        <pc:sldMkLst>
          <pc:docMk/>
          <pc:sldMk cId="105918927" sldId="3254"/>
        </pc:sldMkLst>
      </pc:sldChg>
      <pc:sldChg chg="modSp mod">
        <pc:chgData name="Aurelien Domont" userId="6da7715ce44349b3" providerId="LiveId" clId="{3D1E135D-016C-48AD-8260-E96127232C98}" dt="2024-03-28T05:18:01.664" v="4503" actId="790"/>
        <pc:sldMkLst>
          <pc:docMk/>
          <pc:sldMk cId="1926619926" sldId="3282"/>
        </pc:sldMkLst>
      </pc:sldChg>
      <pc:sldChg chg="addSp delSp modSp add mod modNotes">
        <pc:chgData name="Aurelien Domont" userId="6da7715ce44349b3" providerId="LiveId" clId="{3D1E135D-016C-48AD-8260-E96127232C98}" dt="2024-03-28T05:18:03.674" v="6391"/>
        <pc:sldMkLst>
          <pc:docMk/>
          <pc:sldMk cId="2839640228" sldId="3294"/>
        </pc:sldMkLst>
      </pc:sldChg>
      <pc:sldChg chg="add del">
        <pc:chgData name="Aurelien Domont" userId="6da7715ce44349b3" providerId="LiveId" clId="{3D1E135D-016C-48AD-8260-E96127232C98}" dt="2024-03-28T05:00:25.746" v="3716"/>
        <pc:sldMkLst>
          <pc:docMk/>
          <pc:sldMk cId="3793489448" sldId="3336"/>
        </pc:sldMkLst>
      </pc:sldChg>
      <pc:sldChg chg="addSp delSp modSp mod modNotes">
        <pc:chgData name="Aurelien Domont" userId="6da7715ce44349b3" providerId="LiveId" clId="{3D1E135D-016C-48AD-8260-E96127232C98}" dt="2024-03-28T05:18:03.017" v="6317" actId="790"/>
        <pc:sldMkLst>
          <pc:docMk/>
          <pc:sldMk cId="3694985765" sldId="3381"/>
        </pc:sldMkLst>
      </pc:sldChg>
      <pc:sldChg chg="addSp delSp modSp mod ord">
        <pc:chgData name="Aurelien Domont" userId="6da7715ce44349b3" providerId="LiveId" clId="{3D1E135D-016C-48AD-8260-E96127232C98}" dt="2024-03-28T05:18:01.517" v="4398" actId="790"/>
        <pc:sldMkLst>
          <pc:docMk/>
          <pc:sldMk cId="1454091485" sldId="3396"/>
        </pc:sldMkLst>
      </pc:sldChg>
      <pc:sldChg chg="del">
        <pc:chgData name="Aurelien Domont" userId="6da7715ce44349b3" providerId="LiveId" clId="{3D1E135D-016C-48AD-8260-E96127232C98}" dt="2024-03-28T04:53:15.552" v="3676" actId="47"/>
        <pc:sldMkLst>
          <pc:docMk/>
          <pc:sldMk cId="4141428492" sldId="3397"/>
        </pc:sldMkLst>
      </pc:sldChg>
      <pc:sldChg chg="del">
        <pc:chgData name="Aurelien Domont" userId="6da7715ce44349b3" providerId="LiveId" clId="{3D1E135D-016C-48AD-8260-E96127232C98}" dt="2024-03-28T04:53:15.552" v="3676" actId="47"/>
        <pc:sldMkLst>
          <pc:docMk/>
          <pc:sldMk cId="3139062394" sldId="3398"/>
        </pc:sldMkLst>
      </pc:sldChg>
      <pc:sldChg chg="del">
        <pc:chgData name="Aurelien Domont" userId="6da7715ce44349b3" providerId="LiveId" clId="{3D1E135D-016C-48AD-8260-E96127232C98}" dt="2024-03-28T04:53:15.552" v="3676" actId="47"/>
        <pc:sldMkLst>
          <pc:docMk/>
          <pc:sldMk cId="857221292" sldId="3399"/>
        </pc:sldMkLst>
      </pc:sldChg>
      <pc:sldChg chg="new del ord">
        <pc:chgData name="Aurelien Domont" userId="6da7715ce44349b3" providerId="LiveId" clId="{3D1E135D-016C-48AD-8260-E96127232C98}" dt="2024-03-28T04:56:34.776" v="3701" actId="47"/>
        <pc:sldMkLst>
          <pc:docMk/>
          <pc:sldMk cId="1495766000" sldId="3400"/>
        </pc:sldMkLst>
      </pc:sldChg>
      <pc:sldChg chg="addSp delSp modSp add mod modNotes">
        <pc:chgData name="Aurelien Domont" userId="6da7715ce44349b3" providerId="LiveId" clId="{3D1E135D-016C-48AD-8260-E96127232C98}" dt="2024-03-28T05:18:03.751" v="6395"/>
        <pc:sldMkLst>
          <pc:docMk/>
          <pc:sldMk cId="3354756491" sldId="3401"/>
        </pc:sldMkLst>
      </pc:sldChg>
      <pc:sldChg chg="addSp delSp modSp add mod ord modNotes">
        <pc:chgData name="Aurelien Domont" userId="6da7715ce44349b3" providerId="LiveId" clId="{3D1E135D-016C-48AD-8260-E96127232C98}" dt="2024-03-28T05:18:03.652" v="6387"/>
        <pc:sldMkLst>
          <pc:docMk/>
          <pc:sldMk cId="3593352743" sldId="3402"/>
        </pc:sldMkLst>
      </pc:sldChg>
      <pc:sldChg chg="delSp modSp add del mod">
        <pc:chgData name="Aurelien Domont" userId="6da7715ce44349b3" providerId="LiveId" clId="{3D1E135D-016C-48AD-8260-E96127232C98}" dt="2024-03-28T04:35:22.122" v="3086" actId="47"/>
        <pc:sldMkLst>
          <pc:docMk/>
          <pc:sldMk cId="502321694" sldId="3403"/>
        </pc:sldMkLst>
      </pc:sldChg>
      <pc:sldChg chg="addSp delSp modSp add mod">
        <pc:chgData name="Aurelien Domont" userId="6da7715ce44349b3" providerId="LiveId" clId="{3D1E135D-016C-48AD-8260-E96127232C98}" dt="2024-03-28T05:18:01.532" v="4412" actId="790"/>
        <pc:sldMkLst>
          <pc:docMk/>
          <pc:sldMk cId="2828308311" sldId="3403"/>
        </pc:sldMkLst>
      </pc:sldChg>
      <pc:sldChg chg="addSp delSp modSp add mod">
        <pc:chgData name="Aurelien Domont" userId="6da7715ce44349b3" providerId="LiveId" clId="{3D1E135D-016C-48AD-8260-E96127232C98}" dt="2024-03-28T05:18:01.547" v="4426" actId="790"/>
        <pc:sldMkLst>
          <pc:docMk/>
          <pc:sldMk cId="3487807231" sldId="3404"/>
        </pc:sldMkLst>
      </pc:sldChg>
      <pc:sldChg chg="addSp modSp add del mod">
        <pc:chgData name="Aurelien Domont" userId="6da7715ce44349b3" providerId="LiveId" clId="{3D1E135D-016C-48AD-8260-E96127232C98}" dt="2024-03-28T05:40:43.650" v="6412" actId="47"/>
        <pc:sldMkLst>
          <pc:docMk/>
          <pc:sldMk cId="3577782265" sldId="3405"/>
        </pc:sldMkLst>
      </pc:sldChg>
      <pc:sldMasterChg chg="modSp mod modSldLayout">
        <pc:chgData name="Aurelien Domont" userId="6da7715ce44349b3" providerId="LiveId" clId="{3D1E135D-016C-48AD-8260-E96127232C98}" dt="2024-03-28T05:18:03.014" v="6315" actId="790"/>
        <pc:sldMasterMkLst>
          <pc:docMk/>
          <pc:sldMasterMk cId="3482721130" sldId="2147483828"/>
        </pc:sldMasterMkLst>
        <pc:sldLayoutChg chg="modSp mod">
          <pc:chgData name="Aurelien Domont" userId="6da7715ce44349b3" providerId="LiveId" clId="{3D1E135D-016C-48AD-8260-E96127232C98}" dt="2024-03-28T05:18:03.013" v="6314" actId="139"/>
          <pc:sldLayoutMkLst>
            <pc:docMk/>
            <pc:sldMasterMk cId="3482721130" sldId="2147483828"/>
            <pc:sldLayoutMk cId="250590409" sldId="2147483831"/>
          </pc:sldLayoutMkLst>
        </pc:sldLayoutChg>
        <pc:sldLayoutChg chg="modSp mod">
          <pc:chgData name="Aurelien Domont" userId="6da7715ce44349b3" providerId="LiveId" clId="{3D1E135D-016C-48AD-8260-E96127232C98}" dt="2024-03-28T05:18:03.014" v="6315" actId="790"/>
          <pc:sldLayoutMkLst>
            <pc:docMk/>
            <pc:sldMasterMk cId="3482721130" sldId="2147483828"/>
            <pc:sldLayoutMk cId="1759204997" sldId="2147483835"/>
          </pc:sldLayoutMkLst>
        </pc:sldLayoutChg>
      </pc:sldMasterChg>
    </pc:docChg>
  </pc:docChgLst>
  <pc:docChgLst>
    <pc:chgData name="Aurelien Domont" userId="6da7715ce44349b3" providerId="LiveId" clId="{D6B2C6B8-087B-43B3-8633-024465984332}"/>
    <pc:docChg chg="undo redo custSel addSld delSld modSld sldOrd addSection delSection modSection replTag">
      <pc:chgData name="Aurelien Domont" userId="6da7715ce44349b3" providerId="LiveId" clId="{D6B2C6B8-087B-43B3-8633-024465984332}" dt="2024-03-06T05:26:59.397" v="5373" actId="20577"/>
      <pc:docMkLst>
        <pc:docMk/>
      </pc:docMkLst>
      <pc:sldChg chg="del">
        <pc:chgData name="Aurelien Domont" userId="6da7715ce44349b3" providerId="LiveId" clId="{D6B2C6B8-087B-43B3-8633-024465984332}" dt="2024-02-21T05:55:37.311" v="43" actId="47"/>
        <pc:sldMkLst>
          <pc:docMk/>
          <pc:sldMk cId="3956982643" sldId="526"/>
        </pc:sldMkLst>
      </pc:sldChg>
      <pc:sldChg chg="add del">
        <pc:chgData name="Aurelien Domont" userId="6da7715ce44349b3" providerId="LiveId" clId="{D6B2C6B8-087B-43B3-8633-024465984332}" dt="2024-02-22T00:05:55.467" v="5099"/>
        <pc:sldMkLst>
          <pc:docMk/>
          <pc:sldMk cId="1324642353" sldId="2152"/>
        </pc:sldMkLst>
      </pc:sldChg>
      <pc:sldChg chg="modSp mod ord">
        <pc:chgData name="Aurelien Domont" userId="6da7715ce44349b3" providerId="LiveId" clId="{D6B2C6B8-087B-43B3-8633-024465984332}" dt="2024-02-27T00:12:13.105" v="5308" actId="20577"/>
        <pc:sldMkLst>
          <pc:docMk/>
          <pc:sldMk cId="3272444503" sldId="2162"/>
        </pc:sldMkLst>
      </pc:sldChg>
      <pc:sldChg chg="addSp delSp modSp mod ord">
        <pc:chgData name="Aurelien Domont" userId="6da7715ce44349b3" providerId="LiveId" clId="{D6B2C6B8-087B-43B3-8633-024465984332}" dt="2024-02-22T00:08:49.071" v="5229" actId="20577"/>
        <pc:sldMkLst>
          <pc:docMk/>
          <pc:sldMk cId="1209091634" sldId="2338"/>
        </pc:sldMkLst>
      </pc:sldChg>
      <pc:sldChg chg="addSp delSp modSp mod ord">
        <pc:chgData name="Aurelien Domont" userId="6da7715ce44349b3" providerId="LiveId" clId="{D6B2C6B8-087B-43B3-8633-024465984332}" dt="2024-02-21T06:37:22.847" v="1832" actId="478"/>
        <pc:sldMkLst>
          <pc:docMk/>
          <pc:sldMk cId="862292938" sldId="2560"/>
        </pc:sldMkLst>
      </pc:sldChg>
      <pc:sldChg chg="modSp mod ord">
        <pc:chgData name="Aurelien Domont" userId="6da7715ce44349b3" providerId="LiveId" clId="{D6B2C6B8-087B-43B3-8633-024465984332}" dt="2024-02-22T00:26:15.990" v="5240" actId="20577"/>
        <pc:sldMkLst>
          <pc:docMk/>
          <pc:sldMk cId="2246164536" sldId="3289"/>
        </pc:sldMkLst>
      </pc:sldChg>
      <pc:sldChg chg="addSp delSp modSp mod ord chgLayout">
        <pc:chgData name="Aurelien Domont" userId="6da7715ce44349b3" providerId="LiveId" clId="{D6B2C6B8-087B-43B3-8633-024465984332}" dt="2024-03-04T01:51:03.678" v="5311" actId="1076"/>
        <pc:sldMkLst>
          <pc:docMk/>
          <pc:sldMk cId="2392440094" sldId="3301"/>
        </pc:sldMkLst>
      </pc:sldChg>
      <pc:sldChg chg="addSp delSp modSp mod ord">
        <pc:chgData name="Aurelien Domont" userId="6da7715ce44349b3" providerId="LiveId" clId="{D6B2C6B8-087B-43B3-8633-024465984332}" dt="2024-02-21T06:10:31.614" v="442"/>
        <pc:sldMkLst>
          <pc:docMk/>
          <pc:sldMk cId="1393908417" sldId="3302"/>
        </pc:sldMkLst>
      </pc:sldChg>
      <pc:sldChg chg="addSp delSp modSp mod ord">
        <pc:chgData name="Aurelien Domont" userId="6da7715ce44349b3" providerId="LiveId" clId="{D6B2C6B8-087B-43B3-8633-024465984332}" dt="2024-02-22T00:01:43.153" v="4965" actId="1035"/>
        <pc:sldMkLst>
          <pc:docMk/>
          <pc:sldMk cId="348420775" sldId="3303"/>
        </pc:sldMkLst>
      </pc:sldChg>
      <pc:sldChg chg="del">
        <pc:chgData name="Aurelien Domont" userId="6da7715ce44349b3" providerId="LiveId" clId="{D6B2C6B8-087B-43B3-8633-024465984332}" dt="2024-02-22T00:06:41.821" v="5216" actId="47"/>
        <pc:sldMkLst>
          <pc:docMk/>
          <pc:sldMk cId="2666055795" sldId="3304"/>
        </pc:sldMkLst>
      </pc:sldChg>
      <pc:sldChg chg="del">
        <pc:chgData name="Aurelien Domont" userId="6da7715ce44349b3" providerId="LiveId" clId="{D6B2C6B8-087B-43B3-8633-024465984332}" dt="2024-02-22T00:06:41.821" v="5216" actId="47"/>
        <pc:sldMkLst>
          <pc:docMk/>
          <pc:sldMk cId="957674206" sldId="3305"/>
        </pc:sldMkLst>
      </pc:sldChg>
      <pc:sldChg chg="del">
        <pc:chgData name="Aurelien Domont" userId="6da7715ce44349b3" providerId="LiveId" clId="{D6B2C6B8-087B-43B3-8633-024465984332}" dt="2024-02-22T00:06:41.821" v="5216" actId="47"/>
        <pc:sldMkLst>
          <pc:docMk/>
          <pc:sldMk cId="3006714839" sldId="3306"/>
        </pc:sldMkLst>
      </pc:sldChg>
      <pc:sldChg chg="del">
        <pc:chgData name="Aurelien Domont" userId="6da7715ce44349b3" providerId="LiveId" clId="{D6B2C6B8-087B-43B3-8633-024465984332}" dt="2024-02-22T00:06:41.821" v="5216" actId="47"/>
        <pc:sldMkLst>
          <pc:docMk/>
          <pc:sldMk cId="130198696" sldId="3307"/>
        </pc:sldMkLst>
      </pc:sldChg>
      <pc:sldChg chg="new del">
        <pc:chgData name="Aurelien Domont" userId="6da7715ce44349b3" providerId="LiveId" clId="{D6B2C6B8-087B-43B3-8633-024465984332}" dt="2024-02-22T00:07:17.417" v="5219" actId="47"/>
        <pc:sldMkLst>
          <pc:docMk/>
          <pc:sldMk cId="3327732191" sldId="3308"/>
        </pc:sldMkLst>
      </pc:sldChg>
      <pc:sldChg chg="addSp delSp modSp add mod">
        <pc:chgData name="Aurelien Domont" userId="6da7715ce44349b3" providerId="LiveId" clId="{D6B2C6B8-087B-43B3-8633-024465984332}" dt="2024-02-21T05:55:29.115" v="42" actId="404"/>
        <pc:sldMkLst>
          <pc:docMk/>
          <pc:sldMk cId="3071151777" sldId="3309"/>
        </pc:sldMkLst>
      </pc:sldChg>
      <pc:sldChg chg="add del">
        <pc:chgData name="Aurelien Domont" userId="6da7715ce44349b3" providerId="LiveId" clId="{D6B2C6B8-087B-43B3-8633-024465984332}" dt="2024-02-21T06:11:02.439" v="506" actId="47"/>
        <pc:sldMkLst>
          <pc:docMk/>
          <pc:sldMk cId="2937603694" sldId="3310"/>
        </pc:sldMkLst>
      </pc:sldChg>
      <pc:sldChg chg="addSp delSp modSp add del mod">
        <pc:chgData name="Aurelien Domont" userId="6da7715ce44349b3" providerId="LiveId" clId="{D6B2C6B8-087B-43B3-8633-024465984332}" dt="2024-02-21T06:13:50.927" v="536" actId="47"/>
        <pc:sldMkLst>
          <pc:docMk/>
          <pc:sldMk cId="88484951" sldId="3311"/>
        </pc:sldMkLst>
      </pc:sldChg>
      <pc:sldChg chg="addSp delSp modSp add mod">
        <pc:chgData name="Aurelien Domont" userId="6da7715ce44349b3" providerId="LiveId" clId="{D6B2C6B8-087B-43B3-8633-024465984332}" dt="2024-03-06T05:26:59.397" v="5373" actId="20577"/>
        <pc:sldMkLst>
          <pc:docMk/>
          <pc:sldMk cId="2098415580" sldId="3312"/>
        </pc:sldMkLst>
      </pc:sldChg>
      <pc:sldChg chg="add del">
        <pc:chgData name="Aurelien Domont" userId="6da7715ce44349b3" providerId="LiveId" clId="{D6B2C6B8-087B-43B3-8633-024465984332}" dt="2024-02-21T06:24:31.376" v="1045" actId="47"/>
        <pc:sldMkLst>
          <pc:docMk/>
          <pc:sldMk cId="464964794" sldId="3313"/>
        </pc:sldMkLst>
      </pc:sldChg>
      <pc:sldChg chg="addSp delSp modSp add del mod">
        <pc:chgData name="Aurelien Domont" userId="6da7715ce44349b3" providerId="LiveId" clId="{D6B2C6B8-087B-43B3-8633-024465984332}" dt="2024-02-21T23:21:25.064" v="3329" actId="47"/>
        <pc:sldMkLst>
          <pc:docMk/>
          <pc:sldMk cId="575192933" sldId="3313"/>
        </pc:sldMkLst>
      </pc:sldChg>
      <pc:sldChg chg="addSp delSp modSp add mod">
        <pc:chgData name="Aurelien Domont" userId="6da7715ce44349b3" providerId="LiveId" clId="{D6B2C6B8-087B-43B3-8633-024465984332}" dt="2024-02-21T23:22:31.897" v="3337"/>
        <pc:sldMkLst>
          <pc:docMk/>
          <pc:sldMk cId="696290259" sldId="3313"/>
        </pc:sldMkLst>
      </pc:sldChg>
      <pc:sldChg chg="addSp delSp modSp add mod">
        <pc:chgData name="Aurelien Domont" userId="6da7715ce44349b3" providerId="LiveId" clId="{D6B2C6B8-087B-43B3-8633-024465984332}" dt="2024-02-22T00:01:38.849" v="4961" actId="1035"/>
        <pc:sldMkLst>
          <pc:docMk/>
          <pc:sldMk cId="804346767" sldId="3314"/>
        </pc:sldMkLst>
      </pc:sldChg>
      <pc:sldChg chg="addSp delSp modSp add mod">
        <pc:chgData name="Aurelien Domont" userId="6da7715ce44349b3" providerId="LiveId" clId="{D6B2C6B8-087B-43B3-8633-024465984332}" dt="2024-02-22T00:01:34.008" v="4957" actId="1035"/>
        <pc:sldMkLst>
          <pc:docMk/>
          <pc:sldMk cId="1371543036" sldId="3315"/>
        </pc:sldMkLst>
      </pc:sldChg>
      <pc:sldChg chg="addSp delSp modSp add mod">
        <pc:chgData name="Aurelien Domont" userId="6da7715ce44349b3" providerId="LiveId" clId="{D6B2C6B8-087B-43B3-8633-024465984332}" dt="2024-02-22T00:01:28.922" v="4953" actId="1035"/>
        <pc:sldMkLst>
          <pc:docMk/>
          <pc:sldMk cId="441079416" sldId="3316"/>
        </pc:sldMkLst>
      </pc:sldChg>
      <pc:sldChg chg="addSp delSp modSp add mod">
        <pc:chgData name="Aurelien Domont" userId="6da7715ce44349b3" providerId="LiveId" clId="{D6B2C6B8-087B-43B3-8633-024465984332}" dt="2024-02-22T00:03:03.791" v="4973" actId="108"/>
        <pc:sldMkLst>
          <pc:docMk/>
          <pc:sldMk cId="2570003898" sldId="3317"/>
        </pc:sldMkLst>
      </pc:sldChg>
      <pc:sldChg chg="addSp delSp modSp add mod">
        <pc:chgData name="Aurelien Domont" userId="6da7715ce44349b3" providerId="LiveId" clId="{D6B2C6B8-087B-43B3-8633-024465984332}" dt="2024-02-22T00:04:50.614" v="5095" actId="108"/>
        <pc:sldMkLst>
          <pc:docMk/>
          <pc:sldMk cId="1743261416" sldId="3318"/>
        </pc:sldMkLst>
      </pc:sldChg>
      <pc:sldChg chg="addSp delSp modSp add mod">
        <pc:chgData name="Aurelien Domont" userId="6da7715ce44349b3" providerId="LiveId" clId="{D6B2C6B8-087B-43B3-8633-024465984332}" dt="2024-02-22T00:06:34.585" v="5215" actId="108"/>
        <pc:sldMkLst>
          <pc:docMk/>
          <pc:sldMk cId="1410449565" sldId="3319"/>
        </pc:sldMkLst>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4109378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3902678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5</a:t>
            </a:fld>
            <a:endParaRPr lang="en-US" dirty="0"/>
          </a:p>
        </p:txBody>
      </p:sp>
    </p:spTree>
    <p:extLst>
      <p:ext uri="{BB962C8B-B14F-4D97-AF65-F5344CB8AC3E}">
        <p14:creationId xmlns:p14="http://schemas.microsoft.com/office/powerpoint/2010/main" val="2966383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4158858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Domont Consulting</a:t>
            </a:r>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0" Type="http://schemas.openxmlformats.org/officeDocument/2006/relationships/image" Target="../media/image10.png"/><Relationship Id="rId4" Type="http://schemas.openxmlformats.org/officeDocument/2006/relationships/oleObject" Target="../embeddings/oleObject4.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7.png"/><Relationship Id="rId5" Type="http://schemas.openxmlformats.org/officeDocument/2006/relationships/image" Target="../media/image1.e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8.png"/><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30.svg"/><Relationship Id="rId3" Type="http://schemas.openxmlformats.org/officeDocument/2006/relationships/slideLayout" Target="../slideLayouts/slideLayout1.xml"/><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9.png"/><Relationship Id="rId25" Type="http://schemas.openxmlformats.org/officeDocument/2006/relationships/image" Target="../media/image37.png"/><Relationship Id="rId2" Type="http://schemas.openxmlformats.org/officeDocument/2006/relationships/tags" Target="../tags/tag19.xml"/><Relationship Id="rId16" Type="http://schemas.openxmlformats.org/officeDocument/2006/relationships/image" Target="../media/image28.svg"/><Relationship Id="rId20" Type="http://schemas.openxmlformats.org/officeDocument/2006/relationships/image" Target="../media/image32.svg"/><Relationship Id="rId1" Type="http://schemas.openxmlformats.org/officeDocument/2006/relationships/tags" Target="../tags/tag18.xml"/><Relationship Id="rId6" Type="http://schemas.openxmlformats.org/officeDocument/2006/relationships/image" Target="../media/image3.emf"/><Relationship Id="rId11" Type="http://schemas.openxmlformats.org/officeDocument/2006/relationships/image" Target="../media/image23.png"/><Relationship Id="rId24" Type="http://schemas.openxmlformats.org/officeDocument/2006/relationships/image" Target="../media/image36.png"/><Relationship Id="rId5" Type="http://schemas.openxmlformats.org/officeDocument/2006/relationships/oleObject" Target="../embeddings/oleObject6.bin"/><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svg"/><Relationship Id="rId19" Type="http://schemas.openxmlformats.org/officeDocument/2006/relationships/image" Target="../media/image31.png"/><Relationship Id="rId4" Type="http://schemas.openxmlformats.org/officeDocument/2006/relationships/notesSlide" Target="../notesSlides/notesSlide6.xml"/><Relationship Id="rId9" Type="http://schemas.openxmlformats.org/officeDocument/2006/relationships/image" Target="../media/image21.png"/><Relationship Id="rId14" Type="http://schemas.openxmlformats.org/officeDocument/2006/relationships/image" Target="../media/image26.svg"/><Relationship Id="rId22"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9.png"/><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38.png"/><Relationship Id="rId5" Type="http://schemas.openxmlformats.org/officeDocument/2006/relationships/hyperlink" Target="https://youtu.be/_2f4cHb2tl4" TargetMode="Externa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8.xml"/><Relationship Id="rId7" Type="http://schemas.openxmlformats.org/officeDocument/2006/relationships/image" Target="../media/image41.svg"/><Relationship Id="rId2"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1.emf"/><Relationship Id="rId10" Type="http://schemas.openxmlformats.org/officeDocument/2006/relationships/image" Target="../media/image44.png"/><Relationship Id="rId4" Type="http://schemas.openxmlformats.org/officeDocument/2006/relationships/oleObject" Target="../embeddings/oleObject6.bin"/><Relationship Id="rId9" Type="http://schemas.openxmlformats.org/officeDocument/2006/relationships/image" Target="../media/image43.svg"/></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oleObject" Target="../embeddings/oleObject8.bin"/><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23.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10.png"/><Relationship Id="rId4" Type="http://schemas.openxmlformats.org/officeDocument/2006/relationships/image" Target="../media/image3.emf"/><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8.bin"/><Relationship Id="rId7" Type="http://schemas.openxmlformats.org/officeDocument/2006/relationships/image" Target="../media/image50.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11.png"/><Relationship Id="rId5" Type="http://schemas.openxmlformats.org/officeDocument/2006/relationships/image" Target="../media/image49.png"/><Relationship Id="rId10" Type="http://schemas.openxmlformats.org/officeDocument/2006/relationships/image" Target="../media/image51.png"/><Relationship Id="rId4" Type="http://schemas.openxmlformats.org/officeDocument/2006/relationships/image" Target="../media/image3.emf"/><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oleObject" Target="../embeddings/oleObject6.bin"/><Relationship Id="rId7" Type="http://schemas.openxmlformats.org/officeDocument/2006/relationships/image" Target="../media/image54.png"/><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14.png"/><Relationship Id="rId4" Type="http://schemas.openxmlformats.org/officeDocument/2006/relationships/image" Target="../media/image3.emf"/><Relationship Id="rId9"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9.xml"/><Relationship Id="rId7" Type="http://schemas.openxmlformats.org/officeDocument/2006/relationships/image" Target="../media/image58.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57.png"/><Relationship Id="rId5" Type="http://schemas.openxmlformats.org/officeDocument/2006/relationships/image" Target="../media/image1.emf"/><Relationship Id="rId10" Type="http://schemas.openxmlformats.org/officeDocument/2006/relationships/image" Target="../media/image60.svg"/><Relationship Id="rId4" Type="http://schemas.openxmlformats.org/officeDocument/2006/relationships/oleObject" Target="../embeddings/oleObject5.bin"/><Relationship Id="rId9" Type="http://schemas.openxmlformats.org/officeDocument/2006/relationships/image" Target="../media/image59.png"/></Relationships>
</file>

<file path=ppt/slides/_rels/slide14.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png"/><Relationship Id="rId18" Type="http://schemas.openxmlformats.org/officeDocument/2006/relationships/image" Target="../media/image72.svg"/><Relationship Id="rId3" Type="http://schemas.openxmlformats.org/officeDocument/2006/relationships/slideLayout" Target="../slideLayouts/slideLayout1.xml"/><Relationship Id="rId21" Type="http://schemas.openxmlformats.org/officeDocument/2006/relationships/image" Target="../media/image75.png"/><Relationship Id="rId7" Type="http://schemas.openxmlformats.org/officeDocument/2006/relationships/image" Target="../media/image61.png"/><Relationship Id="rId12" Type="http://schemas.openxmlformats.org/officeDocument/2006/relationships/image" Target="../media/image66.svg"/><Relationship Id="rId17" Type="http://schemas.openxmlformats.org/officeDocument/2006/relationships/image" Target="../media/image71.png"/><Relationship Id="rId2" Type="http://schemas.openxmlformats.org/officeDocument/2006/relationships/tags" Target="../tags/tag28.xml"/><Relationship Id="rId16" Type="http://schemas.openxmlformats.org/officeDocument/2006/relationships/image" Target="../media/image70.svg"/><Relationship Id="rId20" Type="http://schemas.openxmlformats.org/officeDocument/2006/relationships/image" Target="../media/image74.svg"/><Relationship Id="rId1" Type="http://schemas.openxmlformats.org/officeDocument/2006/relationships/tags" Target="../tags/tag27.xml"/><Relationship Id="rId6" Type="http://schemas.openxmlformats.org/officeDocument/2006/relationships/image" Target="../media/image1.emf"/><Relationship Id="rId11" Type="http://schemas.openxmlformats.org/officeDocument/2006/relationships/image" Target="../media/image65.png"/><Relationship Id="rId24" Type="http://schemas.openxmlformats.org/officeDocument/2006/relationships/image" Target="../media/image78.svg"/><Relationship Id="rId5" Type="http://schemas.openxmlformats.org/officeDocument/2006/relationships/oleObject" Target="../embeddings/oleObject5.bin"/><Relationship Id="rId15" Type="http://schemas.openxmlformats.org/officeDocument/2006/relationships/image" Target="../media/image69.png"/><Relationship Id="rId23" Type="http://schemas.openxmlformats.org/officeDocument/2006/relationships/image" Target="../media/image77.png"/><Relationship Id="rId10" Type="http://schemas.openxmlformats.org/officeDocument/2006/relationships/image" Target="../media/image64.svg"/><Relationship Id="rId19" Type="http://schemas.openxmlformats.org/officeDocument/2006/relationships/image" Target="../media/image73.png"/><Relationship Id="rId4" Type="http://schemas.openxmlformats.org/officeDocument/2006/relationships/notesSlide" Target="../notesSlides/notesSlide10.xml"/><Relationship Id="rId9" Type="http://schemas.openxmlformats.org/officeDocument/2006/relationships/image" Target="../media/image63.png"/><Relationship Id="rId14" Type="http://schemas.openxmlformats.org/officeDocument/2006/relationships/image" Target="../media/image68.svg"/><Relationship Id="rId22" Type="http://schemas.openxmlformats.org/officeDocument/2006/relationships/image" Target="../media/image76.sv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hyperlink" Target="https://www.domontconsulting.com/pages/reviews" TargetMode="External"/><Relationship Id="rId5" Type="http://schemas.openxmlformats.org/officeDocument/2006/relationships/image" Target="../media/image79.png"/><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11.xml"/><Relationship Id="rId7" Type="http://schemas.openxmlformats.org/officeDocument/2006/relationships/image" Target="../media/image33.pn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80.png"/><Relationship Id="rId11" Type="http://schemas.openxmlformats.org/officeDocument/2006/relationships/image" Target="../media/image37.png"/><Relationship Id="rId5" Type="http://schemas.openxmlformats.org/officeDocument/2006/relationships/image" Target="../media/image1.emf"/><Relationship Id="rId10" Type="http://schemas.openxmlformats.org/officeDocument/2006/relationships/image" Target="../media/image36.png"/><Relationship Id="rId4" Type="http://schemas.openxmlformats.org/officeDocument/2006/relationships/oleObject" Target="../embeddings/oleObject5.bin"/><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notesSlide" Target="../notesSlides/notesSlide12.xml"/><Relationship Id="rId9" Type="http://schemas.openxmlformats.org/officeDocument/2006/relationships/hyperlink" Target="https://www.domontconsulting.com/pages/full-access"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86.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emf"/><Relationship Id="rId11" Type="http://schemas.openxmlformats.org/officeDocument/2006/relationships/image" Target="../media/image85.png"/><Relationship Id="rId5" Type="http://schemas.openxmlformats.org/officeDocument/2006/relationships/oleObject" Target="../embeddings/oleObject5.bin"/><Relationship Id="rId10" Type="http://schemas.openxmlformats.org/officeDocument/2006/relationships/image" Target="../media/image84.png"/><Relationship Id="rId4" Type="http://schemas.openxmlformats.org/officeDocument/2006/relationships/notesSlide" Target="../notesSlides/notesSlide13.xml"/><Relationship Id="rId9" Type="http://schemas.openxmlformats.org/officeDocument/2006/relationships/image" Target="../media/image83.png"/></Relationships>
</file>

<file path=ppt/slides/_rels/slide19.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image" Target="../media/image88.png"/><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4" name="Pic">
            <a:extLst>
              <a:ext uri="{FF2B5EF4-FFF2-40B4-BE49-F238E27FC236}">
                <a16:creationId xmlns:a16="http://schemas.microsoft.com/office/drawing/2014/main" id="{CDAE70EA-516E-3A10-68C1-EB3C8E1F9E2C}"/>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7817" b="7817"/>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082363"/>
            <a:ext cx="12192000" cy="1775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30624"/>
            <a:ext cx="4101954" cy="964769"/>
          </a:xfrm>
          <a:prstGeom prst="rect">
            <a:avLst/>
          </a:prstGeom>
        </p:spPr>
      </p:pic>
      <p:sp>
        <p:nvSpPr>
          <p:cNvPr id="5" name="TextBox 4">
            <a:extLst>
              <a:ext uri="{FF2B5EF4-FFF2-40B4-BE49-F238E27FC236}">
                <a16:creationId xmlns:a16="http://schemas.microsoft.com/office/drawing/2014/main" id="{0133E110-802F-596F-11B8-602235D538D2}"/>
              </a:ext>
            </a:extLst>
          </p:cNvPr>
          <p:cNvSpPr txBox="1"/>
          <p:nvPr/>
        </p:nvSpPr>
        <p:spPr>
          <a:xfrm>
            <a:off x="364830" y="5381293"/>
            <a:ext cx="6323049" cy="1323439"/>
          </a:xfrm>
          <a:prstGeom prst="rect">
            <a:avLst/>
          </a:prstGeom>
          <a:noFill/>
        </p:spPr>
        <p:txBody>
          <a:bodyPr wrap="square" rtlCol="0">
            <a:spAutoFit/>
          </a:bodyPr>
          <a:lstStyle/>
          <a:p>
            <a:r>
              <a:rPr lang="en-US" sz="2800" b="1" dirty="0"/>
              <a:t>Financial Modeling, Planning &amp; Analysis Toolkit</a:t>
            </a:r>
          </a:p>
          <a:p>
            <a:r>
              <a:rPr lang="en-US" sz="2400" dirty="0">
                <a:solidFill>
                  <a:schemeClr val="accent2"/>
                </a:solidFill>
              </a:rPr>
              <a:t>Overview</a:t>
            </a:r>
          </a:p>
        </p:txBody>
      </p:sp>
      <p:grpSp>
        <p:nvGrpSpPr>
          <p:cNvPr id="7" name="Group 6">
            <a:extLst>
              <a:ext uri="{FF2B5EF4-FFF2-40B4-BE49-F238E27FC236}">
                <a16:creationId xmlns:a16="http://schemas.microsoft.com/office/drawing/2014/main" id="{1E74DEA8-954D-F4A0-050C-BB50C80CFE26}"/>
              </a:ext>
            </a:extLst>
          </p:cNvPr>
          <p:cNvGrpSpPr/>
          <p:nvPr/>
        </p:nvGrpSpPr>
        <p:grpSpPr>
          <a:xfrm>
            <a:off x="-1122" y="6570"/>
            <a:ext cx="1493372" cy="1459010"/>
            <a:chOff x="-9097" y="-23336"/>
            <a:chExt cx="974935" cy="952500"/>
          </a:xfrm>
        </p:grpSpPr>
        <p:sp>
          <p:nvSpPr>
            <p:cNvPr id="8" name="Diagonal Stripe 7">
              <a:extLst>
                <a:ext uri="{FF2B5EF4-FFF2-40B4-BE49-F238E27FC236}">
                  <a16:creationId xmlns:a16="http://schemas.microsoft.com/office/drawing/2014/main" id="{497802B3-649D-46FC-5AD8-56D4DC6C801A}"/>
                </a:ext>
              </a:extLst>
            </p:cNvPr>
            <p:cNvSpPr/>
            <p:nvPr/>
          </p:nvSpPr>
          <p:spPr>
            <a:xfrm>
              <a:off x="-7091" y="-23336"/>
              <a:ext cx="972929" cy="952500"/>
            </a:xfrm>
            <a:prstGeom prst="diagStripe">
              <a:avLst>
                <a:gd name="adj" fmla="val 61073"/>
              </a:avLst>
            </a:prstGeom>
            <a:gradFill flip="none" rotWithShape="1">
              <a:gsLst>
                <a:gs pos="100000">
                  <a:srgbClr val="FFFFFF">
                    <a:lumMod val="85000"/>
                  </a:srgbClr>
                </a:gs>
                <a:gs pos="34000">
                  <a:srgbClr val="FFFFFF"/>
                </a:gs>
              </a:gsLst>
              <a:path path="circle">
                <a:fillToRect l="50000" t="50000" r="50000" b="50000"/>
              </a:path>
              <a:tileRect/>
            </a:gradFill>
            <a:ln w="9525" cap="flat" cmpd="sng" algn="ctr">
              <a:noFill/>
              <a:prstDash val="solid"/>
            </a:ln>
            <a:effectLst>
              <a:outerShdw blurRad="50800" dist="127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a:ea typeface="+mn-ea"/>
                <a:cs typeface="+mn-cs"/>
              </a:endParaRPr>
            </a:p>
          </p:txBody>
        </p:sp>
        <p:sp>
          <p:nvSpPr>
            <p:cNvPr id="10" name="TextBox 9">
              <a:extLst>
                <a:ext uri="{FF2B5EF4-FFF2-40B4-BE49-F238E27FC236}">
                  <a16:creationId xmlns:a16="http://schemas.microsoft.com/office/drawing/2014/main" id="{FF0BB5C0-686E-D63B-3F36-98FC7D5EAACF}"/>
                </a:ext>
              </a:extLst>
            </p:cNvPr>
            <p:cNvSpPr txBox="1"/>
            <p:nvPr/>
          </p:nvSpPr>
          <p:spPr>
            <a:xfrm rot="18948199">
              <a:off x="20409" y="266480"/>
              <a:ext cx="702416" cy="180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D4B6D"/>
                  </a:solidFill>
                  <a:effectLst/>
                  <a:uLnTx/>
                  <a:uFillTx/>
                  <a:latin typeface="Arial"/>
                  <a:ea typeface="+mn-ea"/>
                  <a:cs typeface="+mn-cs"/>
                </a:rPr>
                <a:t>Confidential</a:t>
              </a:r>
            </a:p>
          </p:txBody>
        </p:sp>
        <p:cxnSp>
          <p:nvCxnSpPr>
            <p:cNvPr id="11" name="Straight Connector 10">
              <a:extLst>
                <a:ext uri="{FF2B5EF4-FFF2-40B4-BE49-F238E27FC236}">
                  <a16:creationId xmlns:a16="http://schemas.microsoft.com/office/drawing/2014/main" id="{BAF4449C-2218-772E-6016-CD6556EFC5A8}"/>
                </a:ext>
              </a:extLst>
            </p:cNvPr>
            <p:cNvCxnSpPr/>
            <p:nvPr/>
          </p:nvCxnSpPr>
          <p:spPr>
            <a:xfrm flipH="1">
              <a:off x="-9097" y="-22860"/>
              <a:ext cx="623270" cy="623272"/>
            </a:xfrm>
            <a:prstGeom prst="line">
              <a:avLst/>
            </a:prstGeom>
            <a:noFill/>
            <a:ln w="6350" cap="flat" cmpd="sng" algn="ctr">
              <a:solidFill>
                <a:srgbClr val="3692D4"/>
              </a:solidFill>
              <a:prstDash val="dash"/>
            </a:ln>
            <a:effectLst/>
          </p:spPr>
        </p:cxnSp>
        <p:cxnSp>
          <p:nvCxnSpPr>
            <p:cNvPr id="12" name="Straight Connector 11">
              <a:extLst>
                <a:ext uri="{FF2B5EF4-FFF2-40B4-BE49-F238E27FC236}">
                  <a16:creationId xmlns:a16="http://schemas.microsoft.com/office/drawing/2014/main" id="{3D10C971-425E-0B85-149B-AABD2E4A665A}"/>
                </a:ext>
              </a:extLst>
            </p:cNvPr>
            <p:cNvCxnSpPr/>
            <p:nvPr/>
          </p:nvCxnSpPr>
          <p:spPr>
            <a:xfrm flipH="1">
              <a:off x="-7091" y="-22860"/>
              <a:ext cx="921493" cy="893213"/>
            </a:xfrm>
            <a:prstGeom prst="line">
              <a:avLst/>
            </a:prstGeom>
            <a:noFill/>
            <a:ln w="6350" cap="flat" cmpd="sng" algn="ctr">
              <a:solidFill>
                <a:srgbClr val="3692D4"/>
              </a:solidFill>
              <a:prstDash val="dash"/>
            </a:ln>
            <a:effectLst/>
          </p:spPr>
        </p:cxnSp>
      </p:grpSp>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Picture 3" descr="A plant growing from coins in a glass cup&#10;&#10;Description automatically generated">
            <a:extLst>
              <a:ext uri="{FF2B5EF4-FFF2-40B4-BE49-F238E27FC236}">
                <a16:creationId xmlns:a16="http://schemas.microsoft.com/office/drawing/2014/main" id="{4CD63324-9462-631C-18DE-BDD2CDC43A34}"/>
              </a:ext>
            </a:extLst>
          </p:cNvPr>
          <p:cNvPicPr>
            <a:picLocks noChangeAspect="1"/>
          </p:cNvPicPr>
          <p:nvPr/>
        </p:nvPicPr>
        <p:blipFill>
          <a:blip r:embed="rId6"/>
          <a:stretch>
            <a:fillRect/>
          </a:stretch>
        </p:blipFill>
        <p:spPr>
          <a:xfrm>
            <a:off x="591714" y="330611"/>
            <a:ext cx="3340799" cy="1879200"/>
          </a:xfrm>
          <a:prstGeom prst="rect">
            <a:avLst/>
          </a:prstGeom>
          <a:effectLst>
            <a:outerShdw blurRad="63500" sx="102000" sy="102000" algn="ctr" rotWithShape="0">
              <a:prstClr val="black">
                <a:alpha val="40000"/>
              </a:prstClr>
            </a:outerShdw>
          </a:effectLst>
        </p:spPr>
      </p:pic>
      <p:pic>
        <p:nvPicPr>
          <p:cNvPr id="8" name="Picture 7" descr="A screenshot of a financial plan&#10;&#10;Description automatically generated">
            <a:extLst>
              <a:ext uri="{FF2B5EF4-FFF2-40B4-BE49-F238E27FC236}">
                <a16:creationId xmlns:a16="http://schemas.microsoft.com/office/drawing/2014/main" id="{07127AB6-5255-953B-58D7-69C5AE3406FF}"/>
              </a:ext>
            </a:extLst>
          </p:cNvPr>
          <p:cNvPicPr>
            <a:picLocks noChangeAspect="1"/>
          </p:cNvPicPr>
          <p:nvPr/>
        </p:nvPicPr>
        <p:blipFill>
          <a:blip r:embed="rId7"/>
          <a:stretch>
            <a:fillRect/>
          </a:stretch>
        </p:blipFill>
        <p:spPr>
          <a:xfrm>
            <a:off x="4425600" y="330611"/>
            <a:ext cx="3340799" cy="187920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F35D5F8D-D00C-6D00-211C-938A4C4B0AB6}"/>
              </a:ext>
            </a:extLst>
          </p:cNvPr>
          <p:cNvPicPr>
            <a:picLocks noChangeAspect="1"/>
          </p:cNvPicPr>
          <p:nvPr/>
        </p:nvPicPr>
        <p:blipFill rotWithShape="1">
          <a:blip r:embed="rId8"/>
          <a:srcRect r="14599"/>
          <a:stretch/>
        </p:blipFill>
        <p:spPr>
          <a:xfrm>
            <a:off x="8259486" y="330611"/>
            <a:ext cx="3340799" cy="187920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7B539DF0-95F0-571D-8E24-56B237AE426D}"/>
              </a:ext>
            </a:extLst>
          </p:cNvPr>
          <p:cNvPicPr>
            <a:picLocks noChangeAspect="1"/>
          </p:cNvPicPr>
          <p:nvPr/>
        </p:nvPicPr>
        <p:blipFill rotWithShape="1">
          <a:blip r:embed="rId9"/>
          <a:srcRect r="8271"/>
          <a:stretch/>
        </p:blipFill>
        <p:spPr>
          <a:xfrm>
            <a:off x="611806" y="2447568"/>
            <a:ext cx="3340799" cy="1879200"/>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CF915C27-3BF9-2DA9-5C36-65B1196E0BAA}"/>
              </a:ext>
            </a:extLst>
          </p:cNvPr>
          <p:cNvPicPr>
            <a:picLocks noChangeAspect="1"/>
          </p:cNvPicPr>
          <p:nvPr/>
        </p:nvPicPr>
        <p:blipFill>
          <a:blip r:embed="rId10"/>
          <a:stretch>
            <a:fillRect/>
          </a:stretch>
        </p:blipFill>
        <p:spPr>
          <a:xfrm>
            <a:off x="4424196" y="2447568"/>
            <a:ext cx="3363698" cy="1879200"/>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817295BE-EF9B-B599-96E2-F95FC18AE06F}"/>
              </a:ext>
            </a:extLst>
          </p:cNvPr>
          <p:cNvPicPr>
            <a:picLocks noChangeAspect="1"/>
          </p:cNvPicPr>
          <p:nvPr/>
        </p:nvPicPr>
        <p:blipFill>
          <a:blip r:embed="rId11"/>
          <a:stretch>
            <a:fillRect/>
          </a:stretch>
        </p:blipFill>
        <p:spPr>
          <a:xfrm>
            <a:off x="4435645" y="4553526"/>
            <a:ext cx="3340800" cy="1879200"/>
          </a:xfrm>
          <a:prstGeom prst="rect">
            <a:avLst/>
          </a:prstGeom>
          <a:effectLst>
            <a:outerShdw blurRad="63500" sx="102000" sy="102000" algn="ctr" rotWithShape="0">
              <a:prstClr val="black">
                <a:alpha val="40000"/>
              </a:prstClr>
            </a:outerShdw>
          </a:effectLst>
        </p:spPr>
      </p:pic>
      <p:pic>
        <p:nvPicPr>
          <p:cNvPr id="18" name="Picture 17">
            <a:extLst>
              <a:ext uri="{FF2B5EF4-FFF2-40B4-BE49-F238E27FC236}">
                <a16:creationId xmlns:a16="http://schemas.microsoft.com/office/drawing/2014/main" id="{E945273E-5863-B059-84BE-75384A0B9573}"/>
              </a:ext>
            </a:extLst>
          </p:cNvPr>
          <p:cNvPicPr>
            <a:picLocks noChangeAspect="1"/>
          </p:cNvPicPr>
          <p:nvPr/>
        </p:nvPicPr>
        <p:blipFill>
          <a:blip r:embed="rId12"/>
          <a:stretch>
            <a:fillRect/>
          </a:stretch>
        </p:blipFill>
        <p:spPr>
          <a:xfrm>
            <a:off x="8259486" y="2447568"/>
            <a:ext cx="3340800" cy="1879200"/>
          </a:xfrm>
          <a:prstGeom prst="rect">
            <a:avLst/>
          </a:prstGeom>
          <a:effectLst>
            <a:outerShdw blurRad="63500" sx="102000" sy="102000" algn="ctr" rotWithShape="0">
              <a:prstClr val="black">
                <a:alpha val="40000"/>
              </a:prstClr>
            </a:outerShdw>
          </a:effectLst>
        </p:spPr>
      </p:pic>
      <p:pic>
        <p:nvPicPr>
          <p:cNvPr id="20" name="Picture 19">
            <a:extLst>
              <a:ext uri="{FF2B5EF4-FFF2-40B4-BE49-F238E27FC236}">
                <a16:creationId xmlns:a16="http://schemas.microsoft.com/office/drawing/2014/main" id="{03F18FE0-9501-3D4D-CA82-677DF8DBE457}"/>
              </a:ext>
            </a:extLst>
          </p:cNvPr>
          <p:cNvPicPr>
            <a:picLocks noChangeAspect="1"/>
          </p:cNvPicPr>
          <p:nvPr/>
        </p:nvPicPr>
        <p:blipFill>
          <a:blip r:embed="rId13"/>
          <a:stretch>
            <a:fillRect/>
          </a:stretch>
        </p:blipFill>
        <p:spPr>
          <a:xfrm>
            <a:off x="611806" y="4553526"/>
            <a:ext cx="3340799" cy="1879200"/>
          </a:xfrm>
          <a:prstGeom prst="rect">
            <a:avLst/>
          </a:prstGeom>
          <a:effectLst>
            <a:outerShdw blurRad="63500" sx="102000" sy="102000" algn="ctr" rotWithShape="0">
              <a:prstClr val="black">
                <a:alpha val="40000"/>
              </a:prstClr>
            </a:outerShdw>
          </a:effectLst>
        </p:spPr>
      </p:pic>
      <p:pic>
        <p:nvPicPr>
          <p:cNvPr id="21" name="Picture 20">
            <a:extLst>
              <a:ext uri="{FF2B5EF4-FFF2-40B4-BE49-F238E27FC236}">
                <a16:creationId xmlns:a16="http://schemas.microsoft.com/office/drawing/2014/main" id="{A371AA40-4D36-A1DA-E3B4-04FFE47D36E4}"/>
              </a:ext>
            </a:extLst>
          </p:cNvPr>
          <p:cNvPicPr>
            <a:picLocks noChangeAspect="1"/>
          </p:cNvPicPr>
          <p:nvPr/>
        </p:nvPicPr>
        <p:blipFill>
          <a:blip r:embed="rId14"/>
          <a:stretch>
            <a:fillRect/>
          </a:stretch>
        </p:blipFill>
        <p:spPr>
          <a:xfrm>
            <a:off x="8259486" y="4553526"/>
            <a:ext cx="3340800" cy="1879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7854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ex-JP Morgan Investment Bankers, and McKinsey &amp; Deloitte Consultants, </a:t>
            </a:r>
            <a:r>
              <a:rPr lang="en-US" sz="1600" dirty="0">
                <a:solidFill>
                  <a:schemeClr val="tx1"/>
                </a:solidFill>
                <a:cs typeface="Arial" panose="020B0604020202020204" pitchFamily="34" charset="0"/>
              </a:rPr>
              <a:t>after more than 4,000 hours of work. It includes all the Frameworks, Best Practices &amp; Templates required to build strong Financial Modeling, Planning &amp; Analysis capabilities within your organization. Build a success story such as Apple and Google, who gained a competitive advantage by mastering Financial Modeling, Planning &amp; Analysis.</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3" name="Footer Placeholder 2">
            <a:extLst>
              <a:ext uri="{FF2B5EF4-FFF2-40B4-BE49-F238E27FC236}">
                <a16:creationId xmlns:a16="http://schemas.microsoft.com/office/drawing/2014/main" id="{1287742D-DCEF-B808-50B5-CEEE87525D07}"/>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704182A6-D2AF-DFC8-C82A-0EEF532242AF}"/>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354441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10033383"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that have successfully built strong financial modeling, planning, and analysis capabilities</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616648"/>
          </a:xfrm>
          <a:prstGeom prst="rect">
            <a:avLst/>
          </a:prstGeom>
          <a:noFill/>
        </p:spPr>
        <p:txBody>
          <a:bodyPr wrap="square" rtlCol="0">
            <a:spAutoFit/>
          </a:bodyPr>
          <a:lstStyle/>
          <a:p>
            <a:r>
              <a:rPr lang="en-US" sz="1400" dirty="0"/>
              <a:t>Apple Inc. is widely recognized for its meticulous financial planning and analysis capabilities, which have contributed significantly to its success and market leadership. At the core of Apple's financial planning and analysis efforts are advanced financial models that play a crucial role in evaluating product profitability, pricing strategies, and capital allocation decisions.</a:t>
            </a:r>
          </a:p>
          <a:p>
            <a:endParaRPr lang="en-US" sz="1400" dirty="0"/>
          </a:p>
          <a:p>
            <a:r>
              <a:rPr lang="en-US" sz="1400" dirty="0"/>
              <a:t>One key aspect of Apple's financial modeling is its ability to accurately forecast demand for its products. By analyzing historical sales data, market trends, and various factors such as product launches and economic conditions, Apple can project future sales volumes and revenue streams. This enables the company to optimize production levels, manage supply chain costs, and efficiently handle inventory, minimizing costs and ensuring optimal profitability.</a:t>
            </a:r>
          </a:p>
          <a:p>
            <a:endParaRPr lang="en-US" sz="1400" dirty="0"/>
          </a:p>
          <a:p>
            <a:r>
              <a:rPr lang="en-US" sz="1400" dirty="0"/>
              <a:t>Apple's financial models also support the evaluation of pricing strategies. The company carefully considers factors such as production costs, market demand, and competitive landscape to determine optimal pricing points for its products. Through this analysis, Apple can maximize its revenue and maintain a competitive position in the market.</a:t>
            </a:r>
          </a:p>
          <a:p>
            <a:endParaRPr lang="en-US" sz="1400" dirty="0"/>
          </a:p>
          <a:p>
            <a:r>
              <a:rPr lang="en-US" sz="1400" dirty="0"/>
              <a:t>Capital allocation decisions are another area where Apple's financial modeling capabilities shine. The company employs sophisticated models to evaluate investment opportunities, assess risk-return profiles, and determine the most effective use of its financial resources. This enables Apple to strategically allocate capital to areas that offer the highest potential for growth and shareholder value.</a:t>
            </a:r>
          </a:p>
          <a:p>
            <a:endParaRPr lang="en-US" sz="1400" dirty="0"/>
          </a:p>
          <a:p>
            <a:r>
              <a:rPr lang="en-US" sz="1400" dirty="0"/>
              <a:t>Overall, Apple's strong financial planning and analysis capabilities, driven by advanced financial modeling, have been instrumental in its ability to navigate changing market dynamics, maintain profitability, and sustain its position as a global technology leader. By leveraging accurate forecasting, optimizing pricing strategies, and making strategic capital allocation decisions, Apple continues to drive innovation, deliver value to customers, and generate impressive financial performance.</a:t>
            </a:r>
          </a:p>
        </p:txBody>
      </p:sp>
      <p:pic>
        <p:nvPicPr>
          <p:cNvPr id="2050" name="Picture 2">
            <a:extLst>
              <a:ext uri="{FF2B5EF4-FFF2-40B4-BE49-F238E27FC236}">
                <a16:creationId xmlns:a16="http://schemas.microsoft.com/office/drawing/2014/main" id="{E0088E98-A422-117C-31B4-94AF40FEA4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54400" y="501480"/>
            <a:ext cx="645120" cy="79318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BA0619E-C03F-0B1B-752D-8468A05004F7}"/>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8FD85063-EA00-BA83-3FC0-13AF1513725A}"/>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3836240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019842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xfrm>
            <a:off x="514115" y="365126"/>
            <a:ext cx="10107811" cy="1081710"/>
          </a:xfrm>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Success stories of companies that have successfully built strong financial modeling, planning, and analysis capabilities</a:t>
            </a:r>
            <a:endParaRPr lang="en-US" sz="1600" b="0" kern="0" dirty="0"/>
          </a:p>
        </p:txBody>
      </p:sp>
      <p:sp>
        <p:nvSpPr>
          <p:cNvPr id="4" name="TextBox 3">
            <a:extLst>
              <a:ext uri="{FF2B5EF4-FFF2-40B4-BE49-F238E27FC236}">
                <a16:creationId xmlns:a16="http://schemas.microsoft.com/office/drawing/2014/main" id="{E2BACFE8-7471-0CCA-33B7-2A753BB5E553}"/>
              </a:ext>
            </a:extLst>
          </p:cNvPr>
          <p:cNvSpPr txBox="1"/>
          <p:nvPr/>
        </p:nvSpPr>
        <p:spPr>
          <a:xfrm>
            <a:off x="548640" y="1556270"/>
            <a:ext cx="10976610" cy="4185761"/>
          </a:xfrm>
          <a:prstGeom prst="rect">
            <a:avLst/>
          </a:prstGeom>
          <a:noFill/>
        </p:spPr>
        <p:txBody>
          <a:bodyPr wrap="square" rtlCol="0">
            <a:spAutoFit/>
          </a:bodyPr>
          <a:lstStyle/>
          <a:p>
            <a:r>
              <a:rPr lang="en-US" sz="1400" dirty="0"/>
              <a:t>Google’s (now a subsidiary of Alphabet Inc.) financial modelling, planning and analysis capabilities are essential for several key areas of the business. For instance, Google's financial models play a vital role in evaluating the profitability of different business segments and product lines. The company can assess the costs associated with operating its various services, including data centers, infrastructure, and content acquisition. Financial modeling helps Google understand the cost structures and profitability drivers across its diverse portfolio, which includes advertising, cloud computing, hardware devices, and emerging technologies.</a:t>
            </a:r>
          </a:p>
          <a:p>
            <a:endParaRPr lang="en-US" sz="1400" dirty="0"/>
          </a:p>
          <a:p>
            <a:r>
              <a:rPr lang="en-US" sz="1400" dirty="0"/>
              <a:t>Additionally, financial modeling is crucial for Google's investment decisions and capital allocation strategies. The company evaluates potential acquisitions, strategic partnerships, and capital expenditures using financial models that assess the return on investment, discounted cash flows, and risk factors. These models help Google prioritize investment opportunities and allocate resources to areas that are expected to generate the highest financial returns and long-term growth.</a:t>
            </a:r>
          </a:p>
          <a:p>
            <a:endParaRPr lang="en-US" sz="1400" dirty="0"/>
          </a:p>
          <a:p>
            <a:r>
              <a:rPr lang="en-US" sz="1400" dirty="0"/>
              <a:t>Google's financial modeling and analysis capabilities are supported by a robust data infrastructure and advanced analytical tools. The company leverages vast amounts of data, including user behavior, market trends, and performance metrics, to build accurate and comprehensive financial models. By employing sophisticated quantitative techniques and statistical analysis, Google can make data-driven financial decisions, optimize its operations, and maximize shareholder value.</a:t>
            </a:r>
          </a:p>
          <a:p>
            <a:endParaRPr lang="en-US" sz="1400" dirty="0"/>
          </a:p>
          <a:p>
            <a:r>
              <a:rPr lang="en-US" sz="1400" dirty="0"/>
              <a:t>In summary, Google's financial modeling and analysis capabilities provide a deep understanding of the financial impact of its business initiatives, assist in evaluating profitability across various segments, and enable informed investment decisions. These capabilities play a pivotal role in Google's ability to drive growth, adapt to evolving market conditions, and maintain its position as a global technology leader.</a:t>
            </a:r>
          </a:p>
        </p:txBody>
      </p:sp>
      <p:pic>
        <p:nvPicPr>
          <p:cNvPr id="3074" name="Picture 2">
            <a:extLst>
              <a:ext uri="{FF2B5EF4-FFF2-40B4-BE49-F238E27FC236}">
                <a16:creationId xmlns:a16="http://schemas.microsoft.com/office/drawing/2014/main" id="{1446A9D3-3CCA-D208-CA32-A2F9192A8E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0400" y="649986"/>
            <a:ext cx="704850" cy="71923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B0209D3-4A49-DB82-8D59-E35A6EC2C0CC}"/>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A964E4D5-24FC-6F13-BAA6-9ABE9BA6D790}"/>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412554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2353902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t>Our firm created a Financial Modeling, Planning &amp; Analysis Toolkit to help you create your own success stories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by ex-JP Morgan Investment Bankers, and McKinsey &amp; Deloitte Consultants.</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14" name="Footer Placeholder 13">
            <a:extLst>
              <a:ext uri="{FF2B5EF4-FFF2-40B4-BE49-F238E27FC236}">
                <a16:creationId xmlns:a16="http://schemas.microsoft.com/office/drawing/2014/main" id="{52BAA873-EA78-90C7-83D7-3F0199ADCE84}"/>
              </a:ext>
            </a:extLst>
          </p:cNvPr>
          <p:cNvSpPr>
            <a:spLocks noGrp="1"/>
          </p:cNvSpPr>
          <p:nvPr>
            <p:ph type="ftr" sz="quarter" idx="3"/>
          </p:nvPr>
        </p:nvSpPr>
        <p:spPr/>
        <p:txBody>
          <a:bodyPr/>
          <a:lstStyle/>
          <a:p>
            <a:r>
              <a:rPr lang="en-US"/>
              <a:t>Domont Consulting</a:t>
            </a:r>
            <a:endParaRPr lang="en-US" dirty="0"/>
          </a:p>
        </p:txBody>
      </p:sp>
      <p:sp>
        <p:nvSpPr>
          <p:cNvPr id="18" name="Slide Number Placeholder 17">
            <a:extLst>
              <a:ext uri="{FF2B5EF4-FFF2-40B4-BE49-F238E27FC236}">
                <a16:creationId xmlns:a16="http://schemas.microsoft.com/office/drawing/2014/main" id="{CDCD4FA4-2557-C189-3FC9-A607A8EF9A71}"/>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354756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503788" y="1505347"/>
            <a:ext cx="11094412" cy="4647426"/>
          </a:xfrm>
          <a:prstGeom prst="rect">
            <a:avLst/>
          </a:prstGeom>
        </p:spPr>
        <p:txBody>
          <a:bodyPr wrap="square">
            <a:spAutoFit/>
          </a:bodyPr>
          <a:lstStyle/>
          <a:p>
            <a:pPr marL="0" marR="0" lvl="1" algn="l" defTabSz="914400" eaLnBrk="1" fontAlgn="auto" latinLnBrk="0" hangingPunct="1">
              <a:spcBef>
                <a:spcPts val="300"/>
              </a:spcBef>
              <a:spcAft>
                <a:spcPts val="300"/>
              </a:spcAft>
              <a:buClrTx/>
              <a:buSzTx/>
              <a:tabLst/>
              <a:defRPr/>
            </a:pPr>
            <a:r>
              <a:rPr lang="en-US" sz="1400" b="1" dirty="0">
                <a:solidFill>
                  <a:srgbClr val="002060"/>
                </a:solidFill>
                <a:latin typeface="Arial (Body)"/>
              </a:rPr>
              <a:t>The Financial Modeling, Planning &amp; Analysis Toolkit includes frameworks, tools, templates, tutorials, real-life examples, video training, and best practices to help you:</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Build Financial Models with our ready-made Excel Models: </a:t>
            </a:r>
            <a:r>
              <a:rPr lang="en-US" sz="1400" dirty="0">
                <a:solidFill>
                  <a:srgbClr val="002060"/>
                </a:solidFill>
                <a:latin typeface="Arial (Body)"/>
              </a:rPr>
              <a:t>(1) Financial Modeling Best Practices, (2) Three Financial Statement Model, (3) Project Business Case &amp; Financial Model, (4) Discounted Cash Flow Model, (5) Scenario and Sensitivity Analysis Model, (6) Business Units Consolidation Model, (7) Discounted Earnings Model, (8) Comparable Company Analysis Model, (9) Precedent Transaction Analysis Model, (10) Mergers &amp; Acquisitions Model, (11) Weighted Average Cost of Capital (WACC) Model, (12) Cap Table</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Build strong Financial Planning and Analysis (FP&amp;A) Capabilities with our 3-phase approach:</a:t>
            </a:r>
            <a:r>
              <a:rPr lang="en-US" sz="1400" dirty="0">
                <a:solidFill>
                  <a:srgbClr val="002060"/>
                </a:solidFill>
                <a:latin typeface="Arial (Body)"/>
              </a:rPr>
              <a:t> (I) Carry out a Financial Analysis, (II) Define your Financial Plan, (III) Implement, Track &amp; Manage Progress</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(I) Carry out a Financial Analysis: </a:t>
            </a:r>
            <a:r>
              <a:rPr lang="en-US" sz="1400" dirty="0">
                <a:solidFill>
                  <a:srgbClr val="002060"/>
                </a:solidFill>
                <a:latin typeface="Arial (Body)"/>
              </a:rPr>
              <a:t>(1) Income Statement, (2) Balance Sheet, (3) Cash Flow Statement, (4) Three Statements Model, (5) Sales and Costs Analysis, (6) Financial Ratios, (7) Financial Performance Benchmarking, (8) Other Analysis</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(II) Define your Financial Plan: </a:t>
            </a:r>
            <a:r>
              <a:rPr lang="en-US" sz="1400" dirty="0">
                <a:solidFill>
                  <a:srgbClr val="002060"/>
                </a:solidFill>
                <a:latin typeface="Arial (Body)"/>
              </a:rPr>
              <a:t>(1) Company’s Mission, Vision and Strategic Objectives, (2) Forecast, Scenarios, Discounted Cash Flow valuation, and Sensitivity Analysis, (3) Financial Objectives and KPIs to reach our Vision, (4) Budget Allocations, (5) List of Potential Initiatives to reach our Financial Objectives, (6) Project Business Cases and Financial Models to assess potential initiatives, (7) Initiative Prioritization, (8) Business Roadmap </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(IV) Implement, Track &amp; Manage Progress: </a:t>
            </a:r>
            <a:r>
              <a:rPr lang="en-US" sz="1400" dirty="0">
                <a:solidFill>
                  <a:srgbClr val="002060"/>
                </a:solidFill>
                <a:latin typeface="Arial (Body)"/>
              </a:rPr>
              <a:t>(1) Governance, (2) Dashboards, (3) Agile Methodology, (4) Design Thinking Methodology, (5) Traditional Project Management Methodology, (5) Quarterly Update of the Financial Plan, (6) Continuous Improvement, (7) Program/project evaluation</a:t>
            </a:r>
          </a:p>
          <a:p>
            <a:pPr marL="265113" lvl="1" indent="-173038">
              <a:spcBef>
                <a:spcPts val="300"/>
              </a:spcBef>
              <a:spcAft>
                <a:spcPts val="300"/>
              </a:spcAft>
              <a:buFont typeface="Arial" panose="020B0604020202020204" pitchFamily="34" charset="0"/>
              <a:buChar char="•"/>
              <a:defRPr/>
            </a:pPr>
            <a:r>
              <a:rPr lang="en-US" sz="1400" b="1" dirty="0">
                <a:solidFill>
                  <a:srgbClr val="002060"/>
                </a:solidFill>
                <a:latin typeface="Arial (Body)"/>
              </a:rPr>
              <a:t>Build a success story such as Apple and Google, </a:t>
            </a:r>
            <a:r>
              <a:rPr lang="en-US" sz="1400" dirty="0">
                <a:solidFill>
                  <a:srgbClr val="002060"/>
                </a:solidFill>
                <a:latin typeface="Arial (Body)"/>
              </a:rPr>
              <a:t>who gained a competitive advantage by mastering Financial Modeling, Planning &amp; Analysis</a:t>
            </a:r>
          </a:p>
        </p:txBody>
      </p:sp>
      <p:sp>
        <p:nvSpPr>
          <p:cNvPr id="5" name="Footer Placeholder 4">
            <a:extLst>
              <a:ext uri="{FF2B5EF4-FFF2-40B4-BE49-F238E27FC236}">
                <a16:creationId xmlns:a16="http://schemas.microsoft.com/office/drawing/2014/main" id="{EC780ABC-784A-51F5-982A-7D7BE4D193A6}"/>
              </a:ext>
            </a:extLst>
          </p:cNvPr>
          <p:cNvSpPr>
            <a:spLocks noGrp="1"/>
          </p:cNvSpPr>
          <p:nvPr>
            <p:ph type="ftr" sz="quarter" idx="3"/>
          </p:nvPr>
        </p:nvSpPr>
        <p:spPr/>
        <p:txBody>
          <a:bodyPr/>
          <a:lstStyle/>
          <a:p>
            <a:r>
              <a:rPr lang="en-US"/>
              <a:t>Domont Consulting</a:t>
            </a:r>
            <a:endParaRPr lang="en-US" dirty="0"/>
          </a:p>
        </p:txBody>
      </p:sp>
      <p:sp>
        <p:nvSpPr>
          <p:cNvPr id="8" name="Slide Number Placeholder 7">
            <a:extLst>
              <a:ext uri="{FF2B5EF4-FFF2-40B4-BE49-F238E27FC236}">
                <a16:creationId xmlns:a16="http://schemas.microsoft.com/office/drawing/2014/main" id="{86C9C59A-18D9-F2A2-8DFE-9454677AA953}"/>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8</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latin typeface="Arial (Body)"/>
                <a:ea typeface="Aptos" panose="020B0004020202020204" pitchFamily="34" charset="0"/>
                <a:cs typeface="Aptos" panose="020B0004020202020204" pitchFamily="34" charset="0"/>
                <a:hlinkClick r:id="rId5"/>
              </a:rPr>
              <a:t>https://youtu.be/_2f4cHb2tl4</a:t>
            </a:r>
            <a:r>
              <a:rPr lang="en-US" sz="1600" dirty="0">
                <a:latin typeface="Arial (Body)"/>
                <a:ea typeface="Aptos" panose="020B0004020202020204" pitchFamily="34" charset="0"/>
                <a:cs typeface="Aptos" panose="020B0004020202020204" pitchFamily="34" charset="0"/>
              </a:rPr>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72558C92-D123-87C7-9639-E6C7B553DE21}"/>
              </a:ext>
            </a:extLst>
          </p:cNvPr>
          <p:cNvPicPr>
            <a:picLocks noChangeAspect="1"/>
          </p:cNvPicPr>
          <p:nvPr/>
        </p:nvPicPr>
        <p:blipFill>
          <a:blip r:embed="rId7"/>
          <a:stretch>
            <a:fillRect/>
          </a:stretch>
        </p:blipFill>
        <p:spPr>
          <a:xfrm>
            <a:off x="6510858" y="2126155"/>
            <a:ext cx="5085049" cy="2811604"/>
          </a:xfrm>
          <a:prstGeom prst="rect">
            <a:avLst/>
          </a:prstGeom>
        </p:spPr>
      </p:pic>
    </p:spTree>
    <p:extLst>
      <p:ext uri="{BB962C8B-B14F-4D97-AF65-F5344CB8AC3E}">
        <p14:creationId xmlns:p14="http://schemas.microsoft.com/office/powerpoint/2010/main" val="3892113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336740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2 sections that we have built and refined over the past 20 years through constant trial and error</a:t>
            </a:r>
            <a:endParaRPr lang="en-US" sz="2400" b="0" kern="0" dirty="0"/>
          </a:p>
        </p:txBody>
      </p:sp>
      <p:sp>
        <p:nvSpPr>
          <p:cNvPr id="5" name="Rectangle: Rounded Corners 4">
            <a:extLst>
              <a:ext uri="{FF2B5EF4-FFF2-40B4-BE49-F238E27FC236}">
                <a16:creationId xmlns:a16="http://schemas.microsoft.com/office/drawing/2014/main" id="{E79F6DD7-157F-46AB-32A2-93A7CD204A4E}"/>
              </a:ext>
            </a:extLst>
          </p:cNvPr>
          <p:cNvSpPr/>
          <p:nvPr/>
        </p:nvSpPr>
        <p:spPr>
          <a:xfrm>
            <a:off x="591671" y="2857863"/>
            <a:ext cx="10995491" cy="3672000"/>
          </a:xfrm>
          <a:prstGeom prst="roundRect">
            <a:avLst>
              <a:gd name="adj" fmla="val 1319"/>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r>
              <a:rPr lang="en-US" sz="1300" b="1" kern="0" dirty="0">
                <a:solidFill>
                  <a:schemeClr val="tx1"/>
                </a:solidFill>
              </a:rPr>
              <a:t>II. Financial Planning and Analysis (FP&amp;A)</a:t>
            </a:r>
            <a:endParaRPr lang="en-US" sz="1300" b="1" dirty="0">
              <a:solidFill>
                <a:schemeClr val="tx1"/>
              </a:solidFill>
            </a:endParaRPr>
          </a:p>
        </p:txBody>
      </p:sp>
      <p:sp>
        <p:nvSpPr>
          <p:cNvPr id="24" name="Rectangle: Rounded Corners 23">
            <a:extLst>
              <a:ext uri="{FF2B5EF4-FFF2-40B4-BE49-F238E27FC236}">
                <a16:creationId xmlns:a16="http://schemas.microsoft.com/office/drawing/2014/main" id="{0724B62C-5DA1-F812-284B-E2E6E5DCEE55}"/>
              </a:ext>
            </a:extLst>
          </p:cNvPr>
          <p:cNvSpPr/>
          <p:nvPr/>
        </p:nvSpPr>
        <p:spPr>
          <a:xfrm>
            <a:off x="591671" y="1421325"/>
            <a:ext cx="10995492" cy="1385374"/>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r>
              <a:rPr lang="en-US" sz="1300" b="1" kern="0" dirty="0">
                <a:solidFill>
                  <a:schemeClr val="tx1"/>
                </a:solidFill>
              </a:rPr>
              <a:t>I. Financial Modeling</a:t>
            </a:r>
          </a:p>
        </p:txBody>
      </p:sp>
      <p:sp>
        <p:nvSpPr>
          <p:cNvPr id="25" name="Rectangle: Rounded Corners 24">
            <a:extLst>
              <a:ext uri="{FF2B5EF4-FFF2-40B4-BE49-F238E27FC236}">
                <a16:creationId xmlns:a16="http://schemas.microsoft.com/office/drawing/2014/main" id="{3F6ED580-B11C-A931-35D2-0B572A0F90B2}"/>
              </a:ext>
            </a:extLst>
          </p:cNvPr>
          <p:cNvSpPr/>
          <p:nvPr/>
        </p:nvSpPr>
        <p:spPr>
          <a:xfrm>
            <a:off x="638185"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50" b="1" dirty="0">
                <a:solidFill>
                  <a:schemeClr val="bg1"/>
                </a:solidFill>
              </a:rPr>
              <a:t>Financial Modeling Best Practices</a:t>
            </a:r>
          </a:p>
        </p:txBody>
      </p:sp>
      <p:sp>
        <p:nvSpPr>
          <p:cNvPr id="26" name="Rectangle: Rounded Corners 25">
            <a:extLst>
              <a:ext uri="{FF2B5EF4-FFF2-40B4-BE49-F238E27FC236}">
                <a16:creationId xmlns:a16="http://schemas.microsoft.com/office/drawing/2014/main" id="{45DAA094-25FF-EE68-309A-1EF35107DAF3}"/>
              </a:ext>
            </a:extLst>
          </p:cNvPr>
          <p:cNvSpPr/>
          <p:nvPr/>
        </p:nvSpPr>
        <p:spPr>
          <a:xfrm>
            <a:off x="2462400"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50" b="1" dirty="0">
                <a:solidFill>
                  <a:schemeClr val="bg1"/>
                </a:solidFill>
              </a:rPr>
              <a:t>Discounted Earnings Model</a:t>
            </a:r>
          </a:p>
        </p:txBody>
      </p:sp>
      <p:sp>
        <p:nvSpPr>
          <p:cNvPr id="27" name="Rectangle: Rounded Corners 26">
            <a:extLst>
              <a:ext uri="{FF2B5EF4-FFF2-40B4-BE49-F238E27FC236}">
                <a16:creationId xmlns:a16="http://schemas.microsoft.com/office/drawing/2014/main" id="{D12D023E-8D43-DA17-FFA3-1F38001E4E0E}"/>
              </a:ext>
            </a:extLst>
          </p:cNvPr>
          <p:cNvSpPr/>
          <p:nvPr/>
        </p:nvSpPr>
        <p:spPr>
          <a:xfrm>
            <a:off x="4286615"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Comparable Company Analysis Model</a:t>
            </a:r>
          </a:p>
        </p:txBody>
      </p:sp>
      <p:sp>
        <p:nvSpPr>
          <p:cNvPr id="28" name="Rectangle: Rounded Corners 27">
            <a:extLst>
              <a:ext uri="{FF2B5EF4-FFF2-40B4-BE49-F238E27FC236}">
                <a16:creationId xmlns:a16="http://schemas.microsoft.com/office/drawing/2014/main" id="{D301B055-B5DF-DAB2-8F2D-6F3D24B36CEF}"/>
              </a:ext>
            </a:extLst>
          </p:cNvPr>
          <p:cNvSpPr/>
          <p:nvPr/>
        </p:nvSpPr>
        <p:spPr>
          <a:xfrm>
            <a:off x="6110830"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Precedent Transaction Analysis Model</a:t>
            </a:r>
          </a:p>
        </p:txBody>
      </p:sp>
      <p:sp>
        <p:nvSpPr>
          <p:cNvPr id="29" name="Rectangle: Rounded Corners 28">
            <a:extLst>
              <a:ext uri="{FF2B5EF4-FFF2-40B4-BE49-F238E27FC236}">
                <a16:creationId xmlns:a16="http://schemas.microsoft.com/office/drawing/2014/main" id="{42383EC7-CD1E-C258-6E8B-AFAA59A044F8}"/>
              </a:ext>
            </a:extLst>
          </p:cNvPr>
          <p:cNvSpPr/>
          <p:nvPr/>
        </p:nvSpPr>
        <p:spPr>
          <a:xfrm>
            <a:off x="7935045"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Mergers &amp; Acquisitions Model</a:t>
            </a:r>
          </a:p>
        </p:txBody>
      </p:sp>
      <p:sp>
        <p:nvSpPr>
          <p:cNvPr id="36" name="Rectangle: Rounded Corners 35">
            <a:extLst>
              <a:ext uri="{FF2B5EF4-FFF2-40B4-BE49-F238E27FC236}">
                <a16:creationId xmlns:a16="http://schemas.microsoft.com/office/drawing/2014/main" id="{F587AED8-C775-2760-F282-6CE96E884530}"/>
              </a:ext>
            </a:extLst>
          </p:cNvPr>
          <p:cNvSpPr/>
          <p:nvPr/>
        </p:nvSpPr>
        <p:spPr>
          <a:xfrm>
            <a:off x="638185"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50" b="1" dirty="0">
                <a:solidFill>
                  <a:schemeClr val="bg1"/>
                </a:solidFill>
              </a:rPr>
              <a:t>Three Financial Statement Model</a:t>
            </a:r>
          </a:p>
        </p:txBody>
      </p:sp>
      <p:sp>
        <p:nvSpPr>
          <p:cNvPr id="37" name="Rectangle: Rounded Corners 36">
            <a:extLst>
              <a:ext uri="{FF2B5EF4-FFF2-40B4-BE49-F238E27FC236}">
                <a16:creationId xmlns:a16="http://schemas.microsoft.com/office/drawing/2014/main" id="{941334B4-0BB1-E05F-EE71-4FB2C0A836FE}"/>
              </a:ext>
            </a:extLst>
          </p:cNvPr>
          <p:cNvSpPr/>
          <p:nvPr/>
        </p:nvSpPr>
        <p:spPr>
          <a:xfrm>
            <a:off x="2462400"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sz="1050" b="1" dirty="0">
                <a:solidFill>
                  <a:schemeClr val="bg1"/>
                </a:solidFill>
              </a:rPr>
              <a:t>Project Business Case &amp; Financial Model</a:t>
            </a:r>
          </a:p>
        </p:txBody>
      </p:sp>
      <p:sp>
        <p:nvSpPr>
          <p:cNvPr id="38" name="Rectangle: Rounded Corners 37">
            <a:extLst>
              <a:ext uri="{FF2B5EF4-FFF2-40B4-BE49-F238E27FC236}">
                <a16:creationId xmlns:a16="http://schemas.microsoft.com/office/drawing/2014/main" id="{DA886D50-DE11-09AA-2CF6-A6F3F06C11D5}"/>
              </a:ext>
            </a:extLst>
          </p:cNvPr>
          <p:cNvSpPr/>
          <p:nvPr/>
        </p:nvSpPr>
        <p:spPr>
          <a:xfrm>
            <a:off x="4286615"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Discounted Cash Flow Model</a:t>
            </a:r>
          </a:p>
        </p:txBody>
      </p:sp>
      <p:sp>
        <p:nvSpPr>
          <p:cNvPr id="58" name="Rectangle: Rounded Corners 57">
            <a:extLst>
              <a:ext uri="{FF2B5EF4-FFF2-40B4-BE49-F238E27FC236}">
                <a16:creationId xmlns:a16="http://schemas.microsoft.com/office/drawing/2014/main" id="{10692979-A4D4-CBDD-420B-15B25CC816D8}"/>
              </a:ext>
            </a:extLst>
          </p:cNvPr>
          <p:cNvSpPr/>
          <p:nvPr/>
        </p:nvSpPr>
        <p:spPr>
          <a:xfrm>
            <a:off x="6110830"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Scenario and Sensitivity Analysis Model</a:t>
            </a:r>
          </a:p>
        </p:txBody>
      </p:sp>
      <p:sp>
        <p:nvSpPr>
          <p:cNvPr id="59" name="Rectangle: Rounded Corners 58">
            <a:extLst>
              <a:ext uri="{FF2B5EF4-FFF2-40B4-BE49-F238E27FC236}">
                <a16:creationId xmlns:a16="http://schemas.microsoft.com/office/drawing/2014/main" id="{8B24C993-C11D-6567-D6DC-CEA57C483B21}"/>
              </a:ext>
            </a:extLst>
          </p:cNvPr>
          <p:cNvSpPr/>
          <p:nvPr/>
        </p:nvSpPr>
        <p:spPr>
          <a:xfrm>
            <a:off x="7935045"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Business Units Consolidation Model</a:t>
            </a:r>
          </a:p>
        </p:txBody>
      </p:sp>
      <p:sp>
        <p:nvSpPr>
          <p:cNvPr id="60" name="Chevron 17">
            <a:extLst>
              <a:ext uri="{FF2B5EF4-FFF2-40B4-BE49-F238E27FC236}">
                <a16:creationId xmlns:a16="http://schemas.microsoft.com/office/drawing/2014/main" id="{A4249A43-F4E3-83F2-79F2-048D9367EF8B}"/>
              </a:ext>
            </a:extLst>
          </p:cNvPr>
          <p:cNvSpPr/>
          <p:nvPr/>
        </p:nvSpPr>
        <p:spPr bwMode="auto">
          <a:xfrm>
            <a:off x="649613" y="3737605"/>
            <a:ext cx="3636000" cy="432000"/>
          </a:xfrm>
          <a:prstGeom prst="homePlate">
            <a:avLst>
              <a:gd name="adj" fmla="val 34125"/>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1. Carry out a Financial Analysis</a:t>
            </a:r>
          </a:p>
        </p:txBody>
      </p:sp>
      <p:sp>
        <p:nvSpPr>
          <p:cNvPr id="61" name="Chevron 17">
            <a:extLst>
              <a:ext uri="{FF2B5EF4-FFF2-40B4-BE49-F238E27FC236}">
                <a16:creationId xmlns:a16="http://schemas.microsoft.com/office/drawing/2014/main" id="{6649CE8F-6BF9-3CEC-E982-8A9F8396CF14}"/>
              </a:ext>
            </a:extLst>
          </p:cNvPr>
          <p:cNvSpPr/>
          <p:nvPr/>
        </p:nvSpPr>
        <p:spPr bwMode="auto">
          <a:xfrm>
            <a:off x="4288407" y="3737605"/>
            <a:ext cx="3636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2. Define your Financial Plan</a:t>
            </a:r>
          </a:p>
        </p:txBody>
      </p:sp>
      <p:sp>
        <p:nvSpPr>
          <p:cNvPr id="62" name="Chevron 17">
            <a:extLst>
              <a:ext uri="{FF2B5EF4-FFF2-40B4-BE49-F238E27FC236}">
                <a16:creationId xmlns:a16="http://schemas.microsoft.com/office/drawing/2014/main" id="{2455082F-42C5-EB00-3C5E-45A636A6657A}"/>
              </a:ext>
            </a:extLst>
          </p:cNvPr>
          <p:cNvSpPr/>
          <p:nvPr/>
        </p:nvSpPr>
        <p:spPr bwMode="auto">
          <a:xfrm>
            <a:off x="7913744" y="3737605"/>
            <a:ext cx="3636000" cy="432000"/>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200" b="1" dirty="0">
                <a:solidFill>
                  <a:schemeClr val="bg1"/>
                </a:solidFill>
                <a:cs typeface="Times New Roman" pitchFamily="18" charset="0"/>
              </a:rPr>
              <a:t>III. Implement, Track &amp; Manage Progress</a:t>
            </a:r>
          </a:p>
        </p:txBody>
      </p:sp>
      <p:sp>
        <p:nvSpPr>
          <p:cNvPr id="63" name="Rectangle 62">
            <a:extLst>
              <a:ext uri="{FF2B5EF4-FFF2-40B4-BE49-F238E27FC236}">
                <a16:creationId xmlns:a16="http://schemas.microsoft.com/office/drawing/2014/main" id="{148946B8-AF2E-5197-73CA-29C8DD667E33}"/>
              </a:ext>
            </a:extLst>
          </p:cNvPr>
          <p:cNvSpPr/>
          <p:nvPr/>
        </p:nvSpPr>
        <p:spPr>
          <a:xfrm>
            <a:off x="4290337" y="4167294"/>
            <a:ext cx="3555945" cy="2382704"/>
          </a:xfrm>
          <a:prstGeom prst="rect">
            <a:avLst/>
          </a:prstGeom>
          <a:effectLst/>
        </p:spPr>
        <p:txBody>
          <a:bodyPr wrap="square" lIns="0">
            <a:spAutoFit/>
          </a:bodyPr>
          <a:lstStyle/>
          <a:p>
            <a:pPr marL="179388" indent="-179388">
              <a:spcBef>
                <a:spcPts val="300"/>
              </a:spcBef>
              <a:spcAft>
                <a:spcPts val="300"/>
              </a:spcAft>
              <a:buFont typeface="+mj-lt"/>
              <a:buAutoNum type="arabicPeriod"/>
              <a:defRPr/>
            </a:pPr>
            <a:r>
              <a:rPr lang="en-US" sz="1050" dirty="0">
                <a:solidFill>
                  <a:srgbClr val="002776"/>
                </a:solidFill>
              </a:rPr>
              <a:t>Company’s mission, vision and strategic objectives</a:t>
            </a:r>
          </a:p>
          <a:p>
            <a:pPr marL="179388" indent="-179388">
              <a:spcBef>
                <a:spcPts val="300"/>
              </a:spcBef>
              <a:spcAft>
                <a:spcPts val="300"/>
              </a:spcAft>
              <a:buFont typeface="+mj-lt"/>
              <a:buAutoNum type="arabicPeriod"/>
              <a:defRPr/>
            </a:pPr>
            <a:r>
              <a:rPr lang="en-US" sz="1050" dirty="0"/>
              <a:t>Forecast, scenarios, discounted cash flow valuation, and sensitivity analysis</a:t>
            </a:r>
          </a:p>
          <a:p>
            <a:pPr marL="179388" indent="-179388">
              <a:spcBef>
                <a:spcPts val="300"/>
              </a:spcBef>
              <a:spcAft>
                <a:spcPts val="300"/>
              </a:spcAft>
              <a:buFont typeface="+mj-lt"/>
              <a:buAutoNum type="arabicPeriod"/>
              <a:defRPr/>
            </a:pPr>
            <a:r>
              <a:rPr lang="en-US" sz="1050" dirty="0">
                <a:solidFill>
                  <a:srgbClr val="002776"/>
                </a:solidFill>
              </a:rPr>
              <a:t>Financial objectives and KPIs to reach our vision</a:t>
            </a:r>
          </a:p>
          <a:p>
            <a:pPr marL="179388" indent="-179388">
              <a:spcBef>
                <a:spcPts val="300"/>
              </a:spcBef>
              <a:spcAft>
                <a:spcPts val="300"/>
              </a:spcAft>
              <a:buFont typeface="+mj-lt"/>
              <a:buAutoNum type="arabicPeriod"/>
              <a:defRPr/>
            </a:pPr>
            <a:r>
              <a:rPr lang="en-US" sz="1050" dirty="0">
                <a:solidFill>
                  <a:srgbClr val="002776"/>
                </a:solidFill>
              </a:rPr>
              <a:t>Budget allocations</a:t>
            </a:r>
          </a:p>
          <a:p>
            <a:pPr marL="179388" indent="-179388">
              <a:spcBef>
                <a:spcPts val="300"/>
              </a:spcBef>
              <a:spcAft>
                <a:spcPts val="300"/>
              </a:spcAft>
              <a:buFont typeface="+mj-lt"/>
              <a:buAutoNum type="arabicPeriod"/>
              <a:defRPr/>
            </a:pPr>
            <a:r>
              <a:rPr lang="en-US" sz="1050" dirty="0">
                <a:solidFill>
                  <a:srgbClr val="002776"/>
                </a:solidFill>
              </a:rPr>
              <a:t>List of potential initiatives to reach our financial objectives</a:t>
            </a:r>
          </a:p>
          <a:p>
            <a:pPr marL="179388" indent="-179388">
              <a:spcBef>
                <a:spcPts val="300"/>
              </a:spcBef>
              <a:spcAft>
                <a:spcPts val="300"/>
              </a:spcAft>
              <a:buFont typeface="+mj-lt"/>
              <a:buAutoNum type="arabicPeriod"/>
              <a:defRPr/>
            </a:pPr>
            <a:r>
              <a:rPr lang="en-US" sz="1050" dirty="0">
                <a:solidFill>
                  <a:srgbClr val="002776"/>
                </a:solidFill>
              </a:rPr>
              <a:t>Project business cases and financial models to assess potential initiatives</a:t>
            </a:r>
          </a:p>
          <a:p>
            <a:pPr marL="179388" indent="-179388">
              <a:spcBef>
                <a:spcPts val="300"/>
              </a:spcBef>
              <a:spcAft>
                <a:spcPts val="300"/>
              </a:spcAft>
              <a:buFont typeface="+mj-lt"/>
              <a:buAutoNum type="arabicPeriod"/>
              <a:defRPr/>
            </a:pPr>
            <a:r>
              <a:rPr lang="en-US" sz="1050" dirty="0">
                <a:solidFill>
                  <a:srgbClr val="002776"/>
                </a:solidFill>
              </a:rPr>
              <a:t>Initiative prioritization</a:t>
            </a:r>
          </a:p>
          <a:p>
            <a:pPr marL="179388" indent="-179388">
              <a:spcBef>
                <a:spcPts val="100"/>
              </a:spcBef>
              <a:spcAft>
                <a:spcPts val="100"/>
              </a:spcAft>
              <a:buFont typeface="+mj-lt"/>
              <a:buAutoNum type="arabicPeriod"/>
              <a:defRPr/>
            </a:pPr>
            <a:r>
              <a:rPr lang="en-US" sz="1050" dirty="0">
                <a:solidFill>
                  <a:srgbClr val="002776"/>
                </a:solidFill>
              </a:rPr>
              <a:t>Business roadmap</a:t>
            </a:r>
          </a:p>
        </p:txBody>
      </p:sp>
      <p:sp>
        <p:nvSpPr>
          <p:cNvPr id="64" name="Rectangle 63">
            <a:extLst>
              <a:ext uri="{FF2B5EF4-FFF2-40B4-BE49-F238E27FC236}">
                <a16:creationId xmlns:a16="http://schemas.microsoft.com/office/drawing/2014/main" id="{06330569-00DD-A2F1-E8A0-C1DD6CF3BFB7}"/>
              </a:ext>
            </a:extLst>
          </p:cNvPr>
          <p:cNvSpPr/>
          <p:nvPr/>
        </p:nvSpPr>
        <p:spPr>
          <a:xfrm>
            <a:off x="7906227" y="4167294"/>
            <a:ext cx="3555945" cy="2162130"/>
          </a:xfrm>
          <a:prstGeom prst="rect">
            <a:avLst/>
          </a:prstGeom>
          <a:effectLst/>
        </p:spPr>
        <p:txBody>
          <a:bodyPr wrap="square" lIns="0">
            <a:spAutoFit/>
          </a:bodyPr>
          <a:lstStyle/>
          <a:p>
            <a:pPr marL="228600" indent="-228600">
              <a:spcBef>
                <a:spcPts val="300"/>
              </a:spcBef>
              <a:spcAft>
                <a:spcPts val="300"/>
              </a:spcAft>
              <a:buFont typeface="+mj-lt"/>
              <a:buAutoNum type="arabicPeriod"/>
              <a:defRPr/>
            </a:pPr>
            <a:r>
              <a:rPr lang="en-US" sz="1050" dirty="0">
                <a:solidFill>
                  <a:schemeClr val="tx2"/>
                </a:solidFill>
              </a:rPr>
              <a:t>Governance</a:t>
            </a:r>
          </a:p>
          <a:p>
            <a:pPr marL="228600" indent="-228600">
              <a:spcBef>
                <a:spcPts val="300"/>
              </a:spcBef>
              <a:spcAft>
                <a:spcPts val="300"/>
              </a:spcAft>
              <a:buFont typeface="+mj-lt"/>
              <a:buAutoNum type="arabicPeriod"/>
              <a:defRPr/>
            </a:pPr>
            <a:r>
              <a:rPr lang="en-US" sz="1050" dirty="0"/>
              <a:t>Dashboards</a:t>
            </a:r>
          </a:p>
          <a:p>
            <a:pPr marL="228600" indent="-228600">
              <a:spcBef>
                <a:spcPts val="300"/>
              </a:spcBef>
              <a:spcAft>
                <a:spcPts val="300"/>
              </a:spcAft>
              <a:buFont typeface="+mj-lt"/>
              <a:buAutoNum type="arabicPeriod"/>
              <a:defRPr/>
            </a:pPr>
            <a:r>
              <a:rPr lang="en-US" sz="1050" dirty="0"/>
              <a:t>Agile methodology</a:t>
            </a:r>
          </a:p>
          <a:p>
            <a:pPr marL="228600" indent="-228600">
              <a:spcBef>
                <a:spcPts val="300"/>
              </a:spcBef>
              <a:spcAft>
                <a:spcPts val="300"/>
              </a:spcAft>
              <a:buFont typeface="+mj-lt"/>
              <a:buAutoNum type="arabicPeriod"/>
              <a:defRPr/>
            </a:pPr>
            <a:r>
              <a:rPr lang="en-US" sz="1050" dirty="0"/>
              <a:t>Design thinking methodology</a:t>
            </a:r>
          </a:p>
          <a:p>
            <a:pPr marL="228600" indent="-228600">
              <a:spcBef>
                <a:spcPts val="300"/>
              </a:spcBef>
              <a:spcAft>
                <a:spcPts val="300"/>
              </a:spcAft>
              <a:buFont typeface="+mj-lt"/>
              <a:buAutoNum type="arabicPeriod"/>
              <a:defRPr/>
            </a:pPr>
            <a:r>
              <a:rPr lang="en-US" sz="1050" dirty="0"/>
              <a:t>Traditional project management methodology</a:t>
            </a:r>
          </a:p>
          <a:p>
            <a:pPr marL="228600" indent="-228600">
              <a:spcBef>
                <a:spcPts val="300"/>
              </a:spcBef>
              <a:spcAft>
                <a:spcPts val="300"/>
              </a:spcAft>
              <a:buFont typeface="+mj-lt"/>
              <a:buAutoNum type="arabicPeriod"/>
              <a:defRPr/>
            </a:pPr>
            <a:r>
              <a:rPr lang="en-US" sz="1050" dirty="0">
                <a:solidFill>
                  <a:srgbClr val="002776"/>
                </a:solidFill>
              </a:rPr>
              <a:t>Quarterly Update of the Financial Plan</a:t>
            </a:r>
          </a:p>
          <a:p>
            <a:pPr marL="228600" indent="-228600">
              <a:spcBef>
                <a:spcPts val="300"/>
              </a:spcBef>
              <a:spcAft>
                <a:spcPts val="300"/>
              </a:spcAft>
              <a:buFont typeface="+mj-lt"/>
              <a:buAutoNum type="arabicPeriod"/>
              <a:defRPr/>
            </a:pPr>
            <a:r>
              <a:rPr lang="en-US" sz="1050" dirty="0">
                <a:solidFill>
                  <a:srgbClr val="002776"/>
                </a:solidFill>
              </a:rPr>
              <a:t>Continuous improvement</a:t>
            </a:r>
          </a:p>
          <a:p>
            <a:pPr marL="228600" indent="-228600">
              <a:spcBef>
                <a:spcPts val="300"/>
              </a:spcBef>
              <a:spcAft>
                <a:spcPts val="300"/>
              </a:spcAft>
              <a:buFont typeface="+mj-lt"/>
              <a:buAutoNum type="arabicPeriod"/>
              <a:defRPr/>
            </a:pPr>
            <a:r>
              <a:rPr lang="en-US" sz="1050" dirty="0">
                <a:solidFill>
                  <a:srgbClr val="002776"/>
                </a:solidFill>
              </a:rPr>
              <a:t>Program/project evaluation</a:t>
            </a:r>
          </a:p>
          <a:p>
            <a:pPr marL="228600" indent="-228600">
              <a:spcBef>
                <a:spcPts val="300"/>
              </a:spcBef>
              <a:spcAft>
                <a:spcPts val="300"/>
              </a:spcAft>
              <a:buFont typeface="+mj-lt"/>
              <a:buAutoNum type="arabicPeriod"/>
              <a:defRPr/>
            </a:pPr>
            <a:endParaRPr lang="en-US" sz="1050" dirty="0">
              <a:solidFill>
                <a:srgbClr val="002776"/>
              </a:solidFill>
            </a:endParaRPr>
          </a:p>
        </p:txBody>
      </p:sp>
      <p:sp>
        <p:nvSpPr>
          <p:cNvPr id="65" name="Rectangle: Rounded Corners 64">
            <a:extLst>
              <a:ext uri="{FF2B5EF4-FFF2-40B4-BE49-F238E27FC236}">
                <a16:creationId xmlns:a16="http://schemas.microsoft.com/office/drawing/2014/main" id="{7CDF019C-3346-3C58-33CD-1A0CEEEBAE2D}"/>
              </a:ext>
            </a:extLst>
          </p:cNvPr>
          <p:cNvSpPr/>
          <p:nvPr/>
        </p:nvSpPr>
        <p:spPr>
          <a:xfrm>
            <a:off x="9759259" y="178835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Weighted Average Cost of Capital (WACC) Model</a:t>
            </a:r>
          </a:p>
        </p:txBody>
      </p:sp>
      <p:sp>
        <p:nvSpPr>
          <p:cNvPr id="66" name="Rectangle: Rounded Corners 65">
            <a:extLst>
              <a:ext uri="{FF2B5EF4-FFF2-40B4-BE49-F238E27FC236}">
                <a16:creationId xmlns:a16="http://schemas.microsoft.com/office/drawing/2014/main" id="{9BCCE1C7-6644-B9D6-9984-C5145D2549EA}"/>
              </a:ext>
            </a:extLst>
          </p:cNvPr>
          <p:cNvSpPr/>
          <p:nvPr/>
        </p:nvSpPr>
        <p:spPr>
          <a:xfrm>
            <a:off x="9759259" y="2303277"/>
            <a:ext cx="1800000" cy="432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Cap Table</a:t>
            </a:r>
          </a:p>
        </p:txBody>
      </p:sp>
      <p:sp>
        <p:nvSpPr>
          <p:cNvPr id="67" name="Rectangle 66">
            <a:extLst>
              <a:ext uri="{FF2B5EF4-FFF2-40B4-BE49-F238E27FC236}">
                <a16:creationId xmlns:a16="http://schemas.microsoft.com/office/drawing/2014/main" id="{F48AB449-097F-58F9-6FEF-3B7D7F9A4C44}"/>
              </a:ext>
            </a:extLst>
          </p:cNvPr>
          <p:cNvSpPr/>
          <p:nvPr/>
        </p:nvSpPr>
        <p:spPr>
          <a:xfrm>
            <a:off x="672517" y="4167294"/>
            <a:ext cx="3555945" cy="2246769"/>
          </a:xfrm>
          <a:prstGeom prst="rect">
            <a:avLst/>
          </a:prstGeom>
          <a:effectLst/>
        </p:spPr>
        <p:txBody>
          <a:bodyPr wrap="square" lIns="0">
            <a:spAutoFit/>
          </a:bodyPr>
          <a:lstStyle/>
          <a:p>
            <a:pPr marL="179388" indent="-179388">
              <a:spcBef>
                <a:spcPts val="300"/>
              </a:spcBef>
              <a:spcAft>
                <a:spcPts val="300"/>
              </a:spcAft>
              <a:buFont typeface="+mj-lt"/>
              <a:buAutoNum type="arabicPeriod"/>
              <a:defRPr/>
            </a:pPr>
            <a:r>
              <a:rPr lang="en-US" sz="1050" dirty="0">
                <a:solidFill>
                  <a:srgbClr val="002776"/>
                </a:solidFill>
              </a:rPr>
              <a:t>Income statement</a:t>
            </a:r>
          </a:p>
          <a:p>
            <a:pPr marL="179388" indent="-179388">
              <a:spcBef>
                <a:spcPts val="300"/>
              </a:spcBef>
              <a:spcAft>
                <a:spcPts val="300"/>
              </a:spcAft>
              <a:buFont typeface="+mj-lt"/>
              <a:buAutoNum type="arabicPeriod"/>
              <a:defRPr/>
            </a:pPr>
            <a:r>
              <a:rPr lang="en-US" sz="1050" dirty="0">
                <a:solidFill>
                  <a:srgbClr val="002776"/>
                </a:solidFill>
              </a:rPr>
              <a:t>Balance sheet</a:t>
            </a:r>
          </a:p>
          <a:p>
            <a:pPr marL="179388" indent="-179388">
              <a:spcBef>
                <a:spcPts val="300"/>
              </a:spcBef>
              <a:spcAft>
                <a:spcPts val="300"/>
              </a:spcAft>
              <a:buFont typeface="+mj-lt"/>
              <a:buAutoNum type="arabicPeriod"/>
              <a:defRPr/>
            </a:pPr>
            <a:r>
              <a:rPr lang="en-US" sz="1050" dirty="0">
                <a:solidFill>
                  <a:srgbClr val="002776"/>
                </a:solidFill>
              </a:rPr>
              <a:t>Cash flow statement</a:t>
            </a:r>
          </a:p>
          <a:p>
            <a:pPr marL="179388" indent="-179388">
              <a:spcBef>
                <a:spcPts val="300"/>
              </a:spcBef>
              <a:spcAft>
                <a:spcPts val="300"/>
              </a:spcAft>
              <a:buFont typeface="+mj-lt"/>
              <a:buAutoNum type="arabicPeriod"/>
              <a:defRPr/>
            </a:pPr>
            <a:r>
              <a:rPr lang="en-US" sz="1050" dirty="0">
                <a:solidFill>
                  <a:srgbClr val="002776"/>
                </a:solidFill>
              </a:rPr>
              <a:t>Three statements model</a:t>
            </a:r>
          </a:p>
          <a:p>
            <a:pPr marL="179388" indent="-179388">
              <a:spcBef>
                <a:spcPts val="300"/>
              </a:spcBef>
              <a:spcAft>
                <a:spcPts val="300"/>
              </a:spcAft>
              <a:buFont typeface="+mj-lt"/>
              <a:buAutoNum type="arabicPeriod"/>
              <a:defRPr/>
            </a:pPr>
            <a:r>
              <a:rPr lang="en-US" sz="1050" dirty="0">
                <a:solidFill>
                  <a:srgbClr val="002776"/>
                </a:solidFill>
              </a:rPr>
              <a:t>Sales and costs analysis</a:t>
            </a:r>
          </a:p>
          <a:p>
            <a:pPr marL="179388" indent="-179388">
              <a:spcBef>
                <a:spcPts val="300"/>
              </a:spcBef>
              <a:spcAft>
                <a:spcPts val="300"/>
              </a:spcAft>
              <a:buFont typeface="+mj-lt"/>
              <a:buAutoNum type="arabicPeriod"/>
              <a:defRPr/>
            </a:pPr>
            <a:r>
              <a:rPr lang="en-US" sz="1050" dirty="0"/>
              <a:t>Financial ratios</a:t>
            </a:r>
          </a:p>
          <a:p>
            <a:pPr marL="179388" indent="-179388">
              <a:spcBef>
                <a:spcPts val="300"/>
              </a:spcBef>
              <a:spcAft>
                <a:spcPts val="300"/>
              </a:spcAft>
              <a:buFont typeface="+mj-lt"/>
              <a:buAutoNum type="arabicPeriod"/>
              <a:defRPr/>
            </a:pPr>
            <a:r>
              <a:rPr lang="en-US" sz="1050" dirty="0"/>
              <a:t>Financial performance benchmarking</a:t>
            </a:r>
          </a:p>
          <a:p>
            <a:pPr marL="179388" indent="-179388">
              <a:spcBef>
                <a:spcPts val="300"/>
              </a:spcBef>
              <a:spcAft>
                <a:spcPts val="300"/>
              </a:spcAft>
              <a:buFont typeface="+mj-lt"/>
              <a:buAutoNum type="arabicPeriod"/>
              <a:defRPr/>
            </a:pPr>
            <a:r>
              <a:rPr lang="en-US" sz="1050" dirty="0">
                <a:solidFill>
                  <a:srgbClr val="002776"/>
                </a:solidFill>
              </a:rPr>
              <a:t>Other analysis (based on your specificities, add any other relevant analysis leveraging the financial models listed in the first section)</a:t>
            </a:r>
          </a:p>
        </p:txBody>
      </p:sp>
      <p:sp>
        <p:nvSpPr>
          <p:cNvPr id="68" name="Oval 67">
            <a:extLst>
              <a:ext uri="{FF2B5EF4-FFF2-40B4-BE49-F238E27FC236}">
                <a16:creationId xmlns:a16="http://schemas.microsoft.com/office/drawing/2014/main" id="{C6757C32-FB84-72BF-14D5-77AE0068E8C5}"/>
              </a:ext>
            </a:extLst>
          </p:cNvPr>
          <p:cNvSpPr/>
          <p:nvPr/>
        </p:nvSpPr>
        <p:spPr>
          <a:xfrm>
            <a:off x="626755" y="3513203"/>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69" name="Oval 68">
            <a:extLst>
              <a:ext uri="{FF2B5EF4-FFF2-40B4-BE49-F238E27FC236}">
                <a16:creationId xmlns:a16="http://schemas.microsoft.com/office/drawing/2014/main" id="{346E144B-1132-1D52-023F-249241569243}"/>
              </a:ext>
            </a:extLst>
          </p:cNvPr>
          <p:cNvSpPr/>
          <p:nvPr/>
        </p:nvSpPr>
        <p:spPr>
          <a:xfrm>
            <a:off x="4263119" y="3513203"/>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70" name="Oval 69">
            <a:extLst>
              <a:ext uri="{FF2B5EF4-FFF2-40B4-BE49-F238E27FC236}">
                <a16:creationId xmlns:a16="http://schemas.microsoft.com/office/drawing/2014/main" id="{AB83E2B6-F446-75B5-ED39-11557E2BBE87}"/>
              </a:ext>
            </a:extLst>
          </p:cNvPr>
          <p:cNvSpPr/>
          <p:nvPr/>
        </p:nvSpPr>
        <p:spPr>
          <a:xfrm>
            <a:off x="7869564" y="3513203"/>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pic>
        <p:nvPicPr>
          <p:cNvPr id="71" name="Graphic 70" descr="Blueprint outline">
            <a:extLst>
              <a:ext uri="{FF2B5EF4-FFF2-40B4-BE49-F238E27FC236}">
                <a16:creationId xmlns:a16="http://schemas.microsoft.com/office/drawing/2014/main" id="{14217A48-16AE-2181-E884-36C83F7644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78357" y="3200159"/>
            <a:ext cx="529519" cy="529519"/>
          </a:xfrm>
          <a:prstGeom prst="rect">
            <a:avLst/>
          </a:prstGeom>
        </p:spPr>
      </p:pic>
      <p:pic>
        <p:nvPicPr>
          <p:cNvPr id="72" name="Graphic 71" descr="Clipboard Partially Checked outline">
            <a:extLst>
              <a:ext uri="{FF2B5EF4-FFF2-40B4-BE49-F238E27FC236}">
                <a16:creationId xmlns:a16="http://schemas.microsoft.com/office/drawing/2014/main" id="{52288E94-CAFF-1D53-42B7-39BF71AEA4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37429" y="3164888"/>
            <a:ext cx="539259" cy="539259"/>
          </a:xfrm>
          <a:prstGeom prst="rect">
            <a:avLst/>
          </a:prstGeom>
        </p:spPr>
      </p:pic>
      <p:pic>
        <p:nvPicPr>
          <p:cNvPr id="73" name="Graphic 72" descr="Research outline">
            <a:extLst>
              <a:ext uri="{FF2B5EF4-FFF2-40B4-BE49-F238E27FC236}">
                <a16:creationId xmlns:a16="http://schemas.microsoft.com/office/drawing/2014/main" id="{D8C85875-F81E-2CA5-DBFA-052AB0E0F54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35182" y="3197057"/>
            <a:ext cx="520305" cy="520305"/>
          </a:xfrm>
          <a:prstGeom prst="rect">
            <a:avLst/>
          </a:prstGeom>
        </p:spPr>
      </p:pic>
      <p:sp>
        <p:nvSpPr>
          <p:cNvPr id="74" name="Footer Placeholder 73">
            <a:extLst>
              <a:ext uri="{FF2B5EF4-FFF2-40B4-BE49-F238E27FC236}">
                <a16:creationId xmlns:a16="http://schemas.microsoft.com/office/drawing/2014/main" id="{BF446BE9-FCF0-1894-CE4B-BA4A6CE21D42}"/>
              </a:ext>
            </a:extLst>
          </p:cNvPr>
          <p:cNvSpPr>
            <a:spLocks noGrp="1"/>
          </p:cNvSpPr>
          <p:nvPr>
            <p:ph type="ftr" sz="quarter" idx="3"/>
          </p:nvPr>
        </p:nvSpPr>
        <p:spPr/>
        <p:txBody>
          <a:bodyPr/>
          <a:lstStyle/>
          <a:p>
            <a:r>
              <a:rPr lang="en-US"/>
              <a:t>Domont Consulting</a:t>
            </a:r>
            <a:endParaRPr lang="en-US" dirty="0"/>
          </a:p>
        </p:txBody>
      </p:sp>
      <p:sp>
        <p:nvSpPr>
          <p:cNvPr id="75" name="Slide Number Placeholder 74">
            <a:extLst>
              <a:ext uri="{FF2B5EF4-FFF2-40B4-BE49-F238E27FC236}">
                <a16:creationId xmlns:a16="http://schemas.microsoft.com/office/drawing/2014/main" id="{1CC6B8C3-3FEA-DFC1-54A4-A7590D0E5C36}"/>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159006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5950057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7" name="Picture 16">
            <a:extLst>
              <a:ext uri="{FF2B5EF4-FFF2-40B4-BE49-F238E27FC236}">
                <a16:creationId xmlns:a16="http://schemas.microsoft.com/office/drawing/2014/main" id="{185ACB11-C4E7-09F2-DEC9-89AB20A49335}"/>
              </a:ext>
            </a:extLst>
          </p:cNvPr>
          <p:cNvPicPr>
            <a:picLocks noChangeAspect="1"/>
          </p:cNvPicPr>
          <p:nvPr/>
        </p:nvPicPr>
        <p:blipFill>
          <a:blip r:embed="rId5"/>
          <a:stretch>
            <a:fillRect/>
          </a:stretch>
        </p:blipFill>
        <p:spPr>
          <a:xfrm>
            <a:off x="4336545" y="4186376"/>
            <a:ext cx="3519999" cy="1980000"/>
          </a:xfrm>
          <a:prstGeom prst="rect">
            <a:avLst/>
          </a:prstGeom>
          <a:effectLst>
            <a:outerShdw blurRad="50800" dist="38100" dir="5400000" algn="t" rotWithShape="0">
              <a:prstClr val="black">
                <a:alpha val="40000"/>
              </a:prstClr>
            </a:outerShdw>
          </a:effectLst>
        </p:spPr>
      </p:pic>
      <p:pic>
        <p:nvPicPr>
          <p:cNvPr id="19" name="Picture 18">
            <a:extLst>
              <a:ext uri="{FF2B5EF4-FFF2-40B4-BE49-F238E27FC236}">
                <a16:creationId xmlns:a16="http://schemas.microsoft.com/office/drawing/2014/main" id="{054FB5DD-4B4A-3250-C905-FC01E1EE13F7}"/>
              </a:ext>
            </a:extLst>
          </p:cNvPr>
          <p:cNvPicPr>
            <a:picLocks noChangeAspect="1"/>
          </p:cNvPicPr>
          <p:nvPr/>
        </p:nvPicPr>
        <p:blipFill>
          <a:blip r:embed="rId6"/>
          <a:stretch>
            <a:fillRect/>
          </a:stretch>
        </p:blipFill>
        <p:spPr>
          <a:xfrm>
            <a:off x="687965" y="1885491"/>
            <a:ext cx="3520000" cy="198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0F08BEB2-66C9-ED93-4477-CD40FED1A94D}"/>
              </a:ext>
            </a:extLst>
          </p:cNvPr>
          <p:cNvPicPr>
            <a:picLocks noChangeAspect="1"/>
          </p:cNvPicPr>
          <p:nvPr/>
        </p:nvPicPr>
        <p:blipFill rotWithShape="1">
          <a:blip r:embed="rId7"/>
          <a:srcRect r="14599"/>
          <a:stretch/>
        </p:blipFill>
        <p:spPr>
          <a:xfrm>
            <a:off x="4334747" y="1885491"/>
            <a:ext cx="3519999" cy="19800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DC76BA45-028E-3530-A2A9-9A50AF1085CF}"/>
              </a:ext>
            </a:extLst>
          </p:cNvPr>
          <p:cNvPicPr>
            <a:picLocks noChangeAspect="1"/>
          </p:cNvPicPr>
          <p:nvPr/>
        </p:nvPicPr>
        <p:blipFill>
          <a:blip r:embed="rId8"/>
          <a:stretch>
            <a:fillRect/>
          </a:stretch>
        </p:blipFill>
        <p:spPr>
          <a:xfrm>
            <a:off x="691562" y="4186376"/>
            <a:ext cx="3520000" cy="1980000"/>
          </a:xfrm>
          <a:prstGeom prst="rect">
            <a:avLst/>
          </a:prstGeom>
          <a:effectLst>
            <a:outerShdw blurRad="50800" dist="38100" dir="5400000" algn="t" rotWithShape="0">
              <a:prstClr val="black">
                <a:alpha val="40000"/>
              </a:prstClr>
            </a:outerShdw>
          </a:effectLst>
        </p:spPr>
      </p:pic>
      <p:pic>
        <p:nvPicPr>
          <p:cNvPr id="35" name="Picture 34">
            <a:extLst>
              <a:ext uri="{FF2B5EF4-FFF2-40B4-BE49-F238E27FC236}">
                <a16:creationId xmlns:a16="http://schemas.microsoft.com/office/drawing/2014/main" id="{57B8487B-D110-073D-5365-884EE6D62EB3}"/>
              </a:ext>
            </a:extLst>
          </p:cNvPr>
          <p:cNvPicPr>
            <a:picLocks noChangeAspect="1"/>
          </p:cNvPicPr>
          <p:nvPr/>
        </p:nvPicPr>
        <p:blipFill rotWithShape="1">
          <a:blip r:embed="rId9"/>
          <a:srcRect r="8271"/>
          <a:stretch/>
        </p:blipFill>
        <p:spPr>
          <a:xfrm>
            <a:off x="7981528" y="1885491"/>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 “Financial Modeling”</a:t>
            </a:r>
            <a:endParaRPr lang="en-US" b="0" dirty="0"/>
          </a:p>
        </p:txBody>
      </p:sp>
      <p:sp>
        <p:nvSpPr>
          <p:cNvPr id="5" name="Rectangle: Rounded Corners 4">
            <a:extLst>
              <a:ext uri="{FF2B5EF4-FFF2-40B4-BE49-F238E27FC236}">
                <a16:creationId xmlns:a16="http://schemas.microsoft.com/office/drawing/2014/main" id="{9B08C1B5-CAB5-D16A-42B3-1987B36FDCDE}"/>
              </a:ext>
            </a:extLst>
          </p:cNvPr>
          <p:cNvSpPr/>
          <p:nvPr/>
        </p:nvSpPr>
        <p:spPr>
          <a:xfrm>
            <a:off x="9813851" y="448781"/>
            <a:ext cx="1759663" cy="316763"/>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7" name="Rectangle: Rounded Corners 6">
            <a:extLst>
              <a:ext uri="{FF2B5EF4-FFF2-40B4-BE49-F238E27FC236}">
                <a16:creationId xmlns:a16="http://schemas.microsoft.com/office/drawing/2014/main" id="{B7A7986A-7548-6662-A2A2-E3DA6BF2D33B}"/>
              </a:ext>
            </a:extLst>
          </p:cNvPr>
          <p:cNvSpPr/>
          <p:nvPr/>
        </p:nvSpPr>
        <p:spPr>
          <a:xfrm>
            <a:off x="9813851" y="799032"/>
            <a:ext cx="1759663" cy="55130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Chevron 17">
            <a:extLst>
              <a:ext uri="{FF2B5EF4-FFF2-40B4-BE49-F238E27FC236}">
                <a16:creationId xmlns:a16="http://schemas.microsoft.com/office/drawing/2014/main" id="{62B3F239-8DE8-E802-C8F9-F1129C27891E}"/>
              </a:ext>
            </a:extLst>
          </p:cNvPr>
          <p:cNvSpPr/>
          <p:nvPr/>
        </p:nvSpPr>
        <p:spPr bwMode="auto">
          <a:xfrm>
            <a:off x="10425842"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1F722B83-581D-06B8-FBD5-317FEEBDAEC6}"/>
              </a:ext>
            </a:extLst>
          </p:cNvPr>
          <p:cNvSpPr/>
          <p:nvPr/>
        </p:nvSpPr>
        <p:spPr bwMode="auto">
          <a:xfrm>
            <a:off x="10963404"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0" name="Arrow: Pentagon 9">
            <a:extLst>
              <a:ext uri="{FF2B5EF4-FFF2-40B4-BE49-F238E27FC236}">
                <a16:creationId xmlns:a16="http://schemas.microsoft.com/office/drawing/2014/main" id="{2B7000FA-2107-780A-C778-3A60EE004146}"/>
              </a:ext>
            </a:extLst>
          </p:cNvPr>
          <p:cNvSpPr/>
          <p:nvPr/>
        </p:nvSpPr>
        <p:spPr>
          <a:xfrm>
            <a:off x="9888279" y="888944"/>
            <a:ext cx="540000" cy="205323"/>
          </a:xfrm>
          <a:prstGeom prst="homePlate">
            <a:avLst>
              <a:gd name="adj" fmla="val 30224"/>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pic>
        <p:nvPicPr>
          <p:cNvPr id="43" name="Picture 42">
            <a:extLst>
              <a:ext uri="{FF2B5EF4-FFF2-40B4-BE49-F238E27FC236}">
                <a16:creationId xmlns:a16="http://schemas.microsoft.com/office/drawing/2014/main" id="{9498372C-ED3E-FD09-951B-48FF77B5444E}"/>
              </a:ext>
            </a:extLst>
          </p:cNvPr>
          <p:cNvPicPr>
            <a:picLocks noChangeAspect="1"/>
          </p:cNvPicPr>
          <p:nvPr/>
        </p:nvPicPr>
        <p:blipFill>
          <a:blip r:embed="rId10"/>
          <a:stretch>
            <a:fillRect/>
          </a:stretch>
        </p:blipFill>
        <p:spPr>
          <a:xfrm>
            <a:off x="7981528" y="4186376"/>
            <a:ext cx="3544126" cy="1980000"/>
          </a:xfrm>
          <a:prstGeom prst="rect">
            <a:avLst/>
          </a:prstGeom>
          <a:effectLst>
            <a:outerShdw blurRad="50800" dist="38100" dir="5400000" algn="t" rotWithShape="0">
              <a:prstClr val="black">
                <a:alpha val="40000"/>
              </a:prstClr>
            </a:outerShdw>
          </a:effectLst>
        </p:spPr>
      </p:pic>
      <p:sp>
        <p:nvSpPr>
          <p:cNvPr id="44" name="Footer Placeholder 43">
            <a:extLst>
              <a:ext uri="{FF2B5EF4-FFF2-40B4-BE49-F238E27FC236}">
                <a16:creationId xmlns:a16="http://schemas.microsoft.com/office/drawing/2014/main" id="{0F9BBA94-1E7D-AD17-DABB-DD7F3DAF6DF4}"/>
              </a:ext>
            </a:extLst>
          </p:cNvPr>
          <p:cNvSpPr>
            <a:spLocks noGrp="1"/>
          </p:cNvSpPr>
          <p:nvPr>
            <p:ph type="ftr" sz="quarter" idx="3"/>
          </p:nvPr>
        </p:nvSpPr>
        <p:spPr/>
        <p:txBody>
          <a:bodyPr/>
          <a:lstStyle/>
          <a:p>
            <a:r>
              <a:rPr lang="en-US"/>
              <a:t>Domont Consulting</a:t>
            </a:r>
            <a:endParaRPr lang="en-US" dirty="0"/>
          </a:p>
        </p:txBody>
      </p:sp>
      <p:sp>
        <p:nvSpPr>
          <p:cNvPr id="45" name="Slide Number Placeholder 44">
            <a:extLst>
              <a:ext uri="{FF2B5EF4-FFF2-40B4-BE49-F238E27FC236}">
                <a16:creationId xmlns:a16="http://schemas.microsoft.com/office/drawing/2014/main" id="{647AA6DF-9A0C-9F34-3ED7-EAEB299BB25D}"/>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145409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0664392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8" name="Picture 17">
            <a:extLst>
              <a:ext uri="{FF2B5EF4-FFF2-40B4-BE49-F238E27FC236}">
                <a16:creationId xmlns:a16="http://schemas.microsoft.com/office/drawing/2014/main" id="{BC608F88-B6F9-40AF-AB6F-618C5A4E8EAC}"/>
              </a:ext>
            </a:extLst>
          </p:cNvPr>
          <p:cNvPicPr>
            <a:picLocks noChangeAspect="1"/>
          </p:cNvPicPr>
          <p:nvPr/>
        </p:nvPicPr>
        <p:blipFill>
          <a:blip r:embed="rId5"/>
          <a:stretch>
            <a:fillRect/>
          </a:stretch>
        </p:blipFill>
        <p:spPr>
          <a:xfrm>
            <a:off x="683059" y="1885491"/>
            <a:ext cx="3520000" cy="19800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D3F99D96-6AD5-FB2F-E245-903A12019EF3}"/>
              </a:ext>
            </a:extLst>
          </p:cNvPr>
          <p:cNvPicPr>
            <a:picLocks noChangeAspect="1"/>
          </p:cNvPicPr>
          <p:nvPr/>
        </p:nvPicPr>
        <p:blipFill>
          <a:blip r:embed="rId6"/>
          <a:stretch>
            <a:fillRect/>
          </a:stretch>
        </p:blipFill>
        <p:spPr>
          <a:xfrm>
            <a:off x="4328870" y="4186376"/>
            <a:ext cx="3520000" cy="19800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7BF31785-A580-62F7-0095-7B4CF84487E9}"/>
              </a:ext>
            </a:extLst>
          </p:cNvPr>
          <p:cNvPicPr>
            <a:picLocks noChangeAspect="1"/>
          </p:cNvPicPr>
          <p:nvPr/>
        </p:nvPicPr>
        <p:blipFill>
          <a:blip r:embed="rId7"/>
          <a:stretch>
            <a:fillRect/>
          </a:stretch>
        </p:blipFill>
        <p:spPr>
          <a:xfrm>
            <a:off x="7988941" y="1885491"/>
            <a:ext cx="3520000" cy="19800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2831C036-9C52-973F-40A6-D59F5F41D889}"/>
              </a:ext>
            </a:extLst>
          </p:cNvPr>
          <p:cNvPicPr>
            <a:picLocks noChangeAspect="1"/>
          </p:cNvPicPr>
          <p:nvPr/>
        </p:nvPicPr>
        <p:blipFill>
          <a:blip r:embed="rId8"/>
          <a:stretch>
            <a:fillRect/>
          </a:stretch>
        </p:blipFill>
        <p:spPr>
          <a:xfrm>
            <a:off x="4336000" y="1885491"/>
            <a:ext cx="3520000" cy="19800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506B85C9-3C0C-53E7-ABDC-584D60686D69}"/>
              </a:ext>
            </a:extLst>
          </p:cNvPr>
          <p:cNvPicPr>
            <a:picLocks noChangeAspect="1"/>
          </p:cNvPicPr>
          <p:nvPr/>
        </p:nvPicPr>
        <p:blipFill>
          <a:blip r:embed="rId9"/>
          <a:stretch>
            <a:fillRect/>
          </a:stretch>
        </p:blipFill>
        <p:spPr>
          <a:xfrm>
            <a:off x="7977169" y="4186376"/>
            <a:ext cx="3519999" cy="19800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4E2A3B0D-6B7B-9645-2904-2754302EFBBC}"/>
              </a:ext>
            </a:extLst>
          </p:cNvPr>
          <p:cNvPicPr>
            <a:picLocks noChangeAspect="1"/>
          </p:cNvPicPr>
          <p:nvPr/>
        </p:nvPicPr>
        <p:blipFill>
          <a:blip r:embed="rId10"/>
          <a:stretch>
            <a:fillRect/>
          </a:stretch>
        </p:blipFill>
        <p:spPr>
          <a:xfrm>
            <a:off x="680572" y="4186376"/>
            <a:ext cx="3519999"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II “Financial Planning and Analysis (FP&amp;A)” (1/2)</a:t>
            </a:r>
            <a:endParaRPr lang="en-US" b="0" dirty="0"/>
          </a:p>
        </p:txBody>
      </p:sp>
      <p:sp>
        <p:nvSpPr>
          <p:cNvPr id="5" name="Rectangle: Rounded Corners 4">
            <a:extLst>
              <a:ext uri="{FF2B5EF4-FFF2-40B4-BE49-F238E27FC236}">
                <a16:creationId xmlns:a16="http://schemas.microsoft.com/office/drawing/2014/main" id="{9B08C1B5-CAB5-D16A-42B3-1987B36FDCDE}"/>
              </a:ext>
            </a:extLst>
          </p:cNvPr>
          <p:cNvSpPr/>
          <p:nvPr/>
        </p:nvSpPr>
        <p:spPr>
          <a:xfrm>
            <a:off x="9813851" y="448781"/>
            <a:ext cx="1759663" cy="31676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7" name="Rectangle: Rounded Corners 6">
            <a:extLst>
              <a:ext uri="{FF2B5EF4-FFF2-40B4-BE49-F238E27FC236}">
                <a16:creationId xmlns:a16="http://schemas.microsoft.com/office/drawing/2014/main" id="{B7A7986A-7548-6662-A2A2-E3DA6BF2D33B}"/>
              </a:ext>
            </a:extLst>
          </p:cNvPr>
          <p:cNvSpPr/>
          <p:nvPr/>
        </p:nvSpPr>
        <p:spPr>
          <a:xfrm>
            <a:off x="9813851" y="799032"/>
            <a:ext cx="1759663" cy="551303"/>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Chevron 17">
            <a:extLst>
              <a:ext uri="{FF2B5EF4-FFF2-40B4-BE49-F238E27FC236}">
                <a16:creationId xmlns:a16="http://schemas.microsoft.com/office/drawing/2014/main" id="{62B3F239-8DE8-E802-C8F9-F1129C27891E}"/>
              </a:ext>
            </a:extLst>
          </p:cNvPr>
          <p:cNvSpPr/>
          <p:nvPr/>
        </p:nvSpPr>
        <p:spPr bwMode="auto">
          <a:xfrm>
            <a:off x="10425842"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1F722B83-581D-06B8-FBD5-317FEEBDAEC6}"/>
              </a:ext>
            </a:extLst>
          </p:cNvPr>
          <p:cNvSpPr/>
          <p:nvPr/>
        </p:nvSpPr>
        <p:spPr bwMode="auto">
          <a:xfrm>
            <a:off x="10963404"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0" name="Arrow: Pentagon 9">
            <a:extLst>
              <a:ext uri="{FF2B5EF4-FFF2-40B4-BE49-F238E27FC236}">
                <a16:creationId xmlns:a16="http://schemas.microsoft.com/office/drawing/2014/main" id="{2B7000FA-2107-780A-C778-3A60EE004146}"/>
              </a:ext>
            </a:extLst>
          </p:cNvPr>
          <p:cNvSpPr/>
          <p:nvPr/>
        </p:nvSpPr>
        <p:spPr>
          <a:xfrm>
            <a:off x="9888279" y="888944"/>
            <a:ext cx="540000" cy="205323"/>
          </a:xfrm>
          <a:prstGeom prst="homePlate">
            <a:avLst>
              <a:gd name="adj" fmla="val 30224"/>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31" name="Footer Placeholder 30">
            <a:extLst>
              <a:ext uri="{FF2B5EF4-FFF2-40B4-BE49-F238E27FC236}">
                <a16:creationId xmlns:a16="http://schemas.microsoft.com/office/drawing/2014/main" id="{26B204BD-7454-E313-39F0-AD0AA2727205}"/>
              </a:ext>
            </a:extLst>
          </p:cNvPr>
          <p:cNvSpPr>
            <a:spLocks noGrp="1"/>
          </p:cNvSpPr>
          <p:nvPr>
            <p:ph type="ftr" sz="quarter" idx="3"/>
          </p:nvPr>
        </p:nvSpPr>
        <p:spPr/>
        <p:txBody>
          <a:bodyPr/>
          <a:lstStyle/>
          <a:p>
            <a:r>
              <a:rPr lang="en-US"/>
              <a:t>Domont Consulting</a:t>
            </a:r>
            <a:endParaRPr lang="en-US" dirty="0"/>
          </a:p>
        </p:txBody>
      </p:sp>
      <p:sp>
        <p:nvSpPr>
          <p:cNvPr id="32" name="Slide Number Placeholder 31">
            <a:extLst>
              <a:ext uri="{FF2B5EF4-FFF2-40B4-BE49-F238E27FC236}">
                <a16:creationId xmlns:a16="http://schemas.microsoft.com/office/drawing/2014/main" id="{3B625234-1050-0473-E1E1-1ABFDBC0B551}"/>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674671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7145016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Rectangle 23">
            <a:extLst>
              <a:ext uri="{FF2B5EF4-FFF2-40B4-BE49-F238E27FC236}">
                <a16:creationId xmlns:a16="http://schemas.microsoft.com/office/drawing/2014/main" id="{00ACA2BE-B75C-0C1C-DC2E-5287A2B056DF}"/>
              </a:ext>
            </a:extLst>
          </p:cNvPr>
          <p:cNvSpPr/>
          <p:nvPr/>
        </p:nvSpPr>
        <p:spPr>
          <a:xfrm>
            <a:off x="613321" y="1589585"/>
            <a:ext cx="10960193" cy="4915301"/>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8" name="Picture 27">
            <a:extLst>
              <a:ext uri="{FF2B5EF4-FFF2-40B4-BE49-F238E27FC236}">
                <a16:creationId xmlns:a16="http://schemas.microsoft.com/office/drawing/2014/main" id="{46E105CB-9008-8268-712F-F273BA16FBFB}"/>
              </a:ext>
            </a:extLst>
          </p:cNvPr>
          <p:cNvPicPr>
            <a:picLocks noChangeAspect="1"/>
          </p:cNvPicPr>
          <p:nvPr/>
        </p:nvPicPr>
        <p:blipFill>
          <a:blip r:embed="rId5"/>
          <a:stretch>
            <a:fillRect/>
          </a:stretch>
        </p:blipFill>
        <p:spPr>
          <a:xfrm>
            <a:off x="683059" y="1885491"/>
            <a:ext cx="3520000" cy="1980000"/>
          </a:xfrm>
          <a:prstGeom prst="rect">
            <a:avLst/>
          </a:prstGeom>
          <a:effectLst>
            <a:outerShdw blurRad="50800" dist="38100" dir="5400000" algn="t" rotWithShape="0">
              <a:prstClr val="black">
                <a:alpha val="40000"/>
              </a:prstClr>
            </a:outerShdw>
          </a:effectLst>
        </p:spPr>
      </p:pic>
      <p:pic>
        <p:nvPicPr>
          <p:cNvPr id="4" name="Picture 3">
            <a:extLst>
              <a:ext uri="{FF2B5EF4-FFF2-40B4-BE49-F238E27FC236}">
                <a16:creationId xmlns:a16="http://schemas.microsoft.com/office/drawing/2014/main" id="{7F2DD696-8478-B765-66FD-2D39046AAD53}"/>
              </a:ext>
            </a:extLst>
          </p:cNvPr>
          <p:cNvPicPr>
            <a:picLocks noChangeAspect="1"/>
          </p:cNvPicPr>
          <p:nvPr/>
        </p:nvPicPr>
        <p:blipFill>
          <a:blip r:embed="rId6"/>
          <a:stretch>
            <a:fillRect/>
          </a:stretch>
        </p:blipFill>
        <p:spPr>
          <a:xfrm>
            <a:off x="4324853" y="1885491"/>
            <a:ext cx="3520000" cy="19800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654996F6-307A-1945-5286-A9ADF125A605}"/>
              </a:ext>
            </a:extLst>
          </p:cNvPr>
          <p:cNvPicPr>
            <a:picLocks noChangeAspect="1"/>
          </p:cNvPicPr>
          <p:nvPr/>
        </p:nvPicPr>
        <p:blipFill>
          <a:blip r:embed="rId7"/>
          <a:stretch>
            <a:fillRect/>
          </a:stretch>
        </p:blipFill>
        <p:spPr>
          <a:xfrm>
            <a:off x="4341070" y="4191025"/>
            <a:ext cx="3520000" cy="1980000"/>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F94FD5EA-FA66-9EA6-3960-AF7F36B98024}"/>
              </a:ext>
            </a:extLst>
          </p:cNvPr>
          <p:cNvPicPr>
            <a:picLocks noChangeAspect="1"/>
          </p:cNvPicPr>
          <p:nvPr/>
        </p:nvPicPr>
        <p:blipFill>
          <a:blip r:embed="rId8"/>
          <a:stretch>
            <a:fillRect/>
          </a:stretch>
        </p:blipFill>
        <p:spPr>
          <a:xfrm>
            <a:off x="7966648" y="4191025"/>
            <a:ext cx="3520000" cy="19800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F7D38149-A684-E014-C6D9-517196943ECB}"/>
              </a:ext>
            </a:extLst>
          </p:cNvPr>
          <p:cNvPicPr>
            <a:picLocks noChangeAspect="1"/>
          </p:cNvPicPr>
          <p:nvPr/>
        </p:nvPicPr>
        <p:blipFill>
          <a:blip r:embed="rId9"/>
          <a:stretch>
            <a:fillRect/>
          </a:stretch>
        </p:blipFill>
        <p:spPr>
          <a:xfrm>
            <a:off x="715492" y="4191025"/>
            <a:ext cx="3520000" cy="19800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a:xfrm>
            <a:off x="514115" y="365126"/>
            <a:ext cx="8916756" cy="1081710"/>
          </a:xfrm>
        </p:spPr>
        <p:txBody>
          <a:bodyPr vert="horz">
            <a:normAutofit/>
          </a:bodyPr>
          <a:lstStyle/>
          <a:p>
            <a:r>
              <a:rPr lang="en-US" dirty="0"/>
              <a:t>Small preview of the section II “Financial Planning and Analysis (FP&amp;A)” (2/2)</a:t>
            </a:r>
            <a:endParaRPr lang="en-US" b="0" dirty="0"/>
          </a:p>
        </p:txBody>
      </p:sp>
      <p:sp>
        <p:nvSpPr>
          <p:cNvPr id="5" name="Rectangle: Rounded Corners 4">
            <a:extLst>
              <a:ext uri="{FF2B5EF4-FFF2-40B4-BE49-F238E27FC236}">
                <a16:creationId xmlns:a16="http://schemas.microsoft.com/office/drawing/2014/main" id="{9B08C1B5-CAB5-D16A-42B3-1987B36FDCDE}"/>
              </a:ext>
            </a:extLst>
          </p:cNvPr>
          <p:cNvSpPr/>
          <p:nvPr/>
        </p:nvSpPr>
        <p:spPr>
          <a:xfrm>
            <a:off x="9813851" y="448781"/>
            <a:ext cx="1759663" cy="316763"/>
          </a:xfrm>
          <a:prstGeom prst="roundRect">
            <a:avLst>
              <a:gd name="adj" fmla="val 338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7" name="Rectangle: Rounded Corners 6">
            <a:extLst>
              <a:ext uri="{FF2B5EF4-FFF2-40B4-BE49-F238E27FC236}">
                <a16:creationId xmlns:a16="http://schemas.microsoft.com/office/drawing/2014/main" id="{B7A7986A-7548-6662-A2A2-E3DA6BF2D33B}"/>
              </a:ext>
            </a:extLst>
          </p:cNvPr>
          <p:cNvSpPr/>
          <p:nvPr/>
        </p:nvSpPr>
        <p:spPr>
          <a:xfrm>
            <a:off x="9813851" y="799032"/>
            <a:ext cx="1759663" cy="551303"/>
          </a:xfrm>
          <a:prstGeom prst="roundRect">
            <a:avLst>
              <a:gd name="adj" fmla="val 338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tIns="36000" rtlCol="0" anchor="t"/>
          <a:lstStyle/>
          <a:p>
            <a:pPr algn="ctr"/>
            <a:endParaRPr lang="en-US" sz="1300" b="1" kern="0" dirty="0">
              <a:solidFill>
                <a:schemeClr val="tx1"/>
              </a:solidFill>
            </a:endParaRPr>
          </a:p>
        </p:txBody>
      </p:sp>
      <p:sp>
        <p:nvSpPr>
          <p:cNvPr id="8" name="Chevron 17">
            <a:extLst>
              <a:ext uri="{FF2B5EF4-FFF2-40B4-BE49-F238E27FC236}">
                <a16:creationId xmlns:a16="http://schemas.microsoft.com/office/drawing/2014/main" id="{62B3F239-8DE8-E802-C8F9-F1129C27891E}"/>
              </a:ext>
            </a:extLst>
          </p:cNvPr>
          <p:cNvSpPr/>
          <p:nvPr/>
        </p:nvSpPr>
        <p:spPr bwMode="auto">
          <a:xfrm>
            <a:off x="10425842"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9" name="Chevron 17">
            <a:extLst>
              <a:ext uri="{FF2B5EF4-FFF2-40B4-BE49-F238E27FC236}">
                <a16:creationId xmlns:a16="http://schemas.microsoft.com/office/drawing/2014/main" id="{1F722B83-581D-06B8-FBD5-317FEEBDAEC6}"/>
              </a:ext>
            </a:extLst>
          </p:cNvPr>
          <p:cNvSpPr/>
          <p:nvPr/>
        </p:nvSpPr>
        <p:spPr bwMode="auto">
          <a:xfrm>
            <a:off x="10963404" y="888944"/>
            <a:ext cx="540000" cy="205323"/>
          </a:xfrm>
          <a:prstGeom prst="chevron">
            <a:avLst>
              <a:gd name="adj" fmla="val 31818"/>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sp>
        <p:nvSpPr>
          <p:cNvPr id="10" name="Arrow: Pentagon 9">
            <a:extLst>
              <a:ext uri="{FF2B5EF4-FFF2-40B4-BE49-F238E27FC236}">
                <a16:creationId xmlns:a16="http://schemas.microsoft.com/office/drawing/2014/main" id="{2B7000FA-2107-780A-C778-3A60EE004146}"/>
              </a:ext>
            </a:extLst>
          </p:cNvPr>
          <p:cNvSpPr/>
          <p:nvPr/>
        </p:nvSpPr>
        <p:spPr>
          <a:xfrm>
            <a:off x="9888279" y="888944"/>
            <a:ext cx="540000" cy="205323"/>
          </a:xfrm>
          <a:prstGeom prst="homePlate">
            <a:avLst>
              <a:gd name="adj" fmla="val 30224"/>
            </a:avLst>
          </a:prstGeom>
          <a:solidFill>
            <a:schemeClr val="bg1">
              <a:lumMod val="85000"/>
            </a:schemeClr>
          </a:solidFill>
          <a:ln>
            <a:noFill/>
          </a:ln>
          <a:effectLst/>
        </p:spPr>
        <p:txBody>
          <a:bodyPr wrap="square" lIns="72000" tIns="45715" rIns="72000" bIns="45715" rtlCol="0" anchor="ctr">
            <a:noAutofit/>
          </a:bodyPr>
          <a:lstStyle/>
          <a:p>
            <a:pPr algn="ctr" defTabSz="623853" fontAlgn="base">
              <a:spcBef>
                <a:spcPts val="600"/>
              </a:spcBef>
              <a:spcAft>
                <a:spcPts val="600"/>
              </a:spcAft>
              <a:buClr>
                <a:srgbClr val="000000"/>
              </a:buClr>
            </a:pPr>
            <a:endParaRPr lang="en-US" sz="1100" b="1" dirty="0">
              <a:solidFill>
                <a:schemeClr val="bg1"/>
              </a:solidFill>
              <a:cs typeface="Times New Roman" pitchFamily="18" charset="0"/>
            </a:endParaRPr>
          </a:p>
        </p:txBody>
      </p:sp>
      <p:pic>
        <p:nvPicPr>
          <p:cNvPr id="15" name="Picture 14">
            <a:extLst>
              <a:ext uri="{FF2B5EF4-FFF2-40B4-BE49-F238E27FC236}">
                <a16:creationId xmlns:a16="http://schemas.microsoft.com/office/drawing/2014/main" id="{0C6B0875-0FE5-F042-21D5-96ABBC0166B6}"/>
              </a:ext>
            </a:extLst>
          </p:cNvPr>
          <p:cNvPicPr>
            <a:picLocks noChangeAspect="1"/>
          </p:cNvPicPr>
          <p:nvPr/>
        </p:nvPicPr>
        <p:blipFill>
          <a:blip r:embed="rId10"/>
          <a:stretch>
            <a:fillRect/>
          </a:stretch>
        </p:blipFill>
        <p:spPr>
          <a:xfrm>
            <a:off x="7966648" y="1885491"/>
            <a:ext cx="3520000" cy="1980000"/>
          </a:xfrm>
          <a:prstGeom prst="rect">
            <a:avLst/>
          </a:prstGeom>
          <a:effectLst>
            <a:outerShdw blurRad="50800" dist="38100" dir="5400000" algn="t" rotWithShape="0">
              <a:prstClr val="black">
                <a:alpha val="40000"/>
              </a:prstClr>
            </a:outerShdw>
          </a:effectLst>
        </p:spPr>
      </p:pic>
      <p:sp>
        <p:nvSpPr>
          <p:cNvPr id="18" name="Footer Placeholder 17">
            <a:extLst>
              <a:ext uri="{FF2B5EF4-FFF2-40B4-BE49-F238E27FC236}">
                <a16:creationId xmlns:a16="http://schemas.microsoft.com/office/drawing/2014/main" id="{7511AE1C-8874-C7C7-7B22-5F3AAC707AE5}"/>
              </a:ext>
            </a:extLst>
          </p:cNvPr>
          <p:cNvSpPr>
            <a:spLocks noGrp="1"/>
          </p:cNvSpPr>
          <p:nvPr>
            <p:ph type="ftr" sz="quarter" idx="3"/>
          </p:nvPr>
        </p:nvSpPr>
        <p:spPr/>
        <p:txBody>
          <a:bodyPr/>
          <a:lstStyle/>
          <a:p>
            <a:r>
              <a:rPr lang="en-US"/>
              <a:t>Domont Consulting</a:t>
            </a:r>
            <a:endParaRPr lang="en-US" dirty="0"/>
          </a:p>
        </p:txBody>
      </p:sp>
      <p:sp>
        <p:nvSpPr>
          <p:cNvPr id="20" name="Slide Number Placeholder 19">
            <a:extLst>
              <a:ext uri="{FF2B5EF4-FFF2-40B4-BE49-F238E27FC236}">
                <a16:creationId xmlns:a16="http://schemas.microsoft.com/office/drawing/2014/main" id="{5EC511EC-CFA9-BB76-1E60-47BC348F262F}"/>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128965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18" name="Rectangle: Rounded Corners 17">
            <a:extLst>
              <a:ext uri="{FF2B5EF4-FFF2-40B4-BE49-F238E27FC236}">
                <a16:creationId xmlns:a16="http://schemas.microsoft.com/office/drawing/2014/main" id="{CF416F9A-C352-3074-251B-889FB995E05D}"/>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D57D4F4D-9809-C5E4-8FEE-40326BC7600D}"/>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7B03DF6F-FDFC-9A25-94AC-E81409379EDA}"/>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
            <a:extLst>
              <a:ext uri="{FF2B5EF4-FFF2-40B4-BE49-F238E27FC236}">
                <a16:creationId xmlns:a16="http://schemas.microsoft.com/office/drawing/2014/main" id="{231F7364-437E-EA47-81EA-B15950F579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Download Microsoft Excel Logo in SVG Vector or PNG File Format - Logo.wine">
            <a:extLst>
              <a:ext uri="{FF2B5EF4-FFF2-40B4-BE49-F238E27FC236}">
                <a16:creationId xmlns:a16="http://schemas.microsoft.com/office/drawing/2014/main" id="{5D2EEB69-E89B-D473-F4E1-F4A6E4E827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3DC62D0C-0157-55A4-E1FB-A56E941DF99C}"/>
              </a:ext>
            </a:extLst>
          </p:cNvPr>
          <p:cNvSpPr txBox="1"/>
          <p:nvPr/>
        </p:nvSpPr>
        <p:spPr>
          <a:xfrm>
            <a:off x="1863088" y="1994804"/>
            <a:ext cx="4400551" cy="338554"/>
          </a:xfrm>
          <a:prstGeom prst="rect">
            <a:avLst/>
          </a:prstGeom>
          <a:noFill/>
        </p:spPr>
        <p:txBody>
          <a:bodyPr wrap="square" rtlCol="0">
            <a:spAutoFit/>
          </a:bodyPr>
          <a:lstStyle/>
          <a:p>
            <a:r>
              <a:rPr lang="en-US" sz="1600" b="1" dirty="0"/>
              <a:t>400 editable PowerPoint slides*</a:t>
            </a:r>
          </a:p>
        </p:txBody>
      </p:sp>
      <p:sp>
        <p:nvSpPr>
          <p:cNvPr id="31" name="TextBox 30">
            <a:extLst>
              <a:ext uri="{FF2B5EF4-FFF2-40B4-BE49-F238E27FC236}">
                <a16:creationId xmlns:a16="http://schemas.microsoft.com/office/drawing/2014/main" id="{8558C281-4535-78B5-4C8E-562F89EFD04B}"/>
              </a:ext>
            </a:extLst>
          </p:cNvPr>
          <p:cNvSpPr txBox="1"/>
          <p:nvPr/>
        </p:nvSpPr>
        <p:spPr>
          <a:xfrm>
            <a:off x="1863088" y="3125122"/>
            <a:ext cx="3005768" cy="338554"/>
          </a:xfrm>
          <a:prstGeom prst="rect">
            <a:avLst/>
          </a:prstGeom>
          <a:noFill/>
        </p:spPr>
        <p:txBody>
          <a:bodyPr wrap="square" rtlCol="0">
            <a:spAutoFit/>
          </a:bodyPr>
          <a:lstStyle/>
          <a:p>
            <a:r>
              <a:rPr lang="en-US" sz="1600" b="1" dirty="0"/>
              <a:t>62 Excel sheets*</a:t>
            </a:r>
          </a:p>
        </p:txBody>
      </p:sp>
      <p:sp>
        <p:nvSpPr>
          <p:cNvPr id="32" name="TextBox 31">
            <a:extLst>
              <a:ext uri="{FF2B5EF4-FFF2-40B4-BE49-F238E27FC236}">
                <a16:creationId xmlns:a16="http://schemas.microsoft.com/office/drawing/2014/main" id="{476CB7AD-2E4C-C66A-5D37-CDDE25478CAC}"/>
              </a:ext>
            </a:extLst>
          </p:cNvPr>
          <p:cNvSpPr txBox="1"/>
          <p:nvPr/>
        </p:nvSpPr>
        <p:spPr>
          <a:xfrm>
            <a:off x="1863088" y="4153332"/>
            <a:ext cx="3450672" cy="338554"/>
          </a:xfrm>
          <a:prstGeom prst="rect">
            <a:avLst/>
          </a:prstGeom>
          <a:noFill/>
        </p:spPr>
        <p:txBody>
          <a:bodyPr wrap="square" rtlCol="0">
            <a:spAutoFit/>
          </a:bodyPr>
          <a:lstStyle/>
          <a:p>
            <a:r>
              <a:rPr lang="en-US" sz="1600" b="1" dirty="0"/>
              <a:t>65 </a:t>
            </a:r>
            <a:r>
              <a:rPr lang="en-US" sz="1600" b="1"/>
              <a:t>minutes of </a:t>
            </a:r>
            <a:r>
              <a:rPr lang="en-US" sz="1600" b="1" dirty="0"/>
              <a:t>Video training</a:t>
            </a:r>
          </a:p>
        </p:txBody>
      </p:sp>
      <p:sp>
        <p:nvSpPr>
          <p:cNvPr id="34" name="Rectangle 33">
            <a:extLst>
              <a:ext uri="{FF2B5EF4-FFF2-40B4-BE49-F238E27FC236}">
                <a16:creationId xmlns:a16="http://schemas.microsoft.com/office/drawing/2014/main" id="{666B5B4D-70D7-A179-C644-9D1E6C984E46}"/>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E174769-6919-6173-DE6D-5FAD3983EE47}"/>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8E60AE3E-9035-B7FB-670F-C52F829E389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74E4C74D-FC09-6180-594A-8445B3A1002B}"/>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sp>
        <p:nvSpPr>
          <p:cNvPr id="2" name="Rectangle: Rounded Corners 1">
            <a:extLst>
              <a:ext uri="{FF2B5EF4-FFF2-40B4-BE49-F238E27FC236}">
                <a16:creationId xmlns:a16="http://schemas.microsoft.com/office/drawing/2014/main" id="{248741D3-8C15-C598-AF63-440862879362}"/>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Open folder outline">
            <a:extLst>
              <a:ext uri="{FF2B5EF4-FFF2-40B4-BE49-F238E27FC236}">
                <a16:creationId xmlns:a16="http://schemas.microsoft.com/office/drawing/2014/main" id="{55B2C275-1AD9-A0F2-7937-36D44206F3C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5400000">
            <a:off x="794401" y="5010472"/>
            <a:ext cx="829320" cy="829320"/>
          </a:xfrm>
          <a:prstGeom prst="rect">
            <a:avLst/>
          </a:prstGeom>
        </p:spPr>
      </p:pic>
      <p:sp>
        <p:nvSpPr>
          <p:cNvPr id="4" name="TextBox 3">
            <a:extLst>
              <a:ext uri="{FF2B5EF4-FFF2-40B4-BE49-F238E27FC236}">
                <a16:creationId xmlns:a16="http://schemas.microsoft.com/office/drawing/2014/main" id="{EFC432C7-C34E-371F-44A8-B97574AFAF6D}"/>
              </a:ext>
            </a:extLst>
          </p:cNvPr>
          <p:cNvSpPr txBox="1"/>
          <p:nvPr/>
        </p:nvSpPr>
        <p:spPr>
          <a:xfrm>
            <a:off x="1863088" y="5080830"/>
            <a:ext cx="4864182" cy="646331"/>
          </a:xfrm>
          <a:prstGeom prst="rect">
            <a:avLst/>
          </a:prstGeom>
          <a:noFill/>
        </p:spPr>
        <p:txBody>
          <a:bodyPr wrap="square" rtlCol="0">
            <a:spAutoFit/>
          </a:bodyPr>
          <a:lstStyle/>
          <a:p>
            <a:r>
              <a:rPr lang="en-US" sz="1200" b="1" dirty="0"/>
              <a:t>Overview and Approach</a:t>
            </a:r>
          </a:p>
          <a:p>
            <a:r>
              <a:rPr lang="en-US" sz="1200" b="1" dirty="0"/>
              <a:t>Financial Modeling</a:t>
            </a:r>
          </a:p>
          <a:p>
            <a:r>
              <a:rPr lang="en-US" sz="1200" b="1" dirty="0"/>
              <a:t>Financial Planning and Analysis</a:t>
            </a:r>
            <a:endParaRPr lang="en-US" sz="1200" dirty="0"/>
          </a:p>
        </p:txBody>
      </p:sp>
      <p:sp>
        <p:nvSpPr>
          <p:cNvPr id="8" name="Rectangle 7">
            <a:extLst>
              <a:ext uri="{FF2B5EF4-FFF2-40B4-BE49-F238E27FC236}">
                <a16:creationId xmlns:a16="http://schemas.microsoft.com/office/drawing/2014/main" id="{77BC4E12-A9FD-905C-59D8-6CBE480B03FE}"/>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10">
            <a:extLst>
              <a:ext uri="{FF2B5EF4-FFF2-40B4-BE49-F238E27FC236}">
                <a16:creationId xmlns:a16="http://schemas.microsoft.com/office/drawing/2014/main" id="{BC02F695-DC0A-8A85-68F2-7A5047568F84}"/>
              </a:ext>
            </a:extLst>
          </p:cNvPr>
          <p:cNvSpPr>
            <a:spLocks noGrp="1"/>
          </p:cNvSpPr>
          <p:nvPr>
            <p:ph type="ftr" sz="quarter" idx="3"/>
          </p:nvPr>
        </p:nvSpPr>
        <p:spPr/>
        <p:txBody>
          <a:bodyPr/>
          <a:lstStyle/>
          <a:p>
            <a:r>
              <a:rPr lang="en-US"/>
              <a:t>Domont Consulting</a:t>
            </a:r>
            <a:endParaRPr lang="en-US" dirty="0"/>
          </a:p>
        </p:txBody>
      </p:sp>
      <p:sp>
        <p:nvSpPr>
          <p:cNvPr id="12" name="Slide Number Placeholder 11">
            <a:extLst>
              <a:ext uri="{FF2B5EF4-FFF2-40B4-BE49-F238E27FC236}">
                <a16:creationId xmlns:a16="http://schemas.microsoft.com/office/drawing/2014/main" id="{E0C7003A-5F8E-BB16-3915-B1412CFE3542}"/>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6" name="Footer Placeholder 5">
            <a:extLst>
              <a:ext uri="{FF2B5EF4-FFF2-40B4-BE49-F238E27FC236}">
                <a16:creationId xmlns:a16="http://schemas.microsoft.com/office/drawing/2014/main" id="{74A836ED-7740-B9B5-C1B3-2E32F0ADD5C2}"/>
              </a:ext>
            </a:extLst>
          </p:cNvPr>
          <p:cNvSpPr>
            <a:spLocks noGrp="1"/>
          </p:cNvSpPr>
          <p:nvPr>
            <p:ph type="ftr" sz="quarter" idx="3"/>
          </p:nvPr>
        </p:nvSpPr>
        <p:spPr/>
        <p:txBody>
          <a:bodyPr/>
          <a:lstStyle/>
          <a:p>
            <a:r>
              <a:rPr lang="en-US"/>
              <a:t>Domont Consulting</a:t>
            </a:r>
            <a:endParaRPr lang="en-US" dirty="0"/>
          </a:p>
        </p:txBody>
      </p:sp>
      <p:sp>
        <p:nvSpPr>
          <p:cNvPr id="14" name="Slide Number Placeholder 13">
            <a:extLst>
              <a:ext uri="{FF2B5EF4-FFF2-40B4-BE49-F238E27FC236}">
                <a16:creationId xmlns:a16="http://schemas.microsoft.com/office/drawing/2014/main" id="{C7A98BDB-BCB0-F7D8-67C3-D368B70E8D38}"/>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ooter Placeholder 8">
            <a:extLst>
              <a:ext uri="{FF2B5EF4-FFF2-40B4-BE49-F238E27FC236}">
                <a16:creationId xmlns:a16="http://schemas.microsoft.com/office/drawing/2014/main" id="{6A2EFF76-BEF1-349F-036C-0E95CA798750}"/>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612738D1-BD19-4E66-5338-9C4BBCC1A8F6}"/>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4"/>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73"/>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56"/>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5"/>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56"/>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42"/>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66"/>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44"/>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8"/>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49"/>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11" name="Footer Placeholder 10">
            <a:extLst>
              <a:ext uri="{FF2B5EF4-FFF2-40B4-BE49-F238E27FC236}">
                <a16:creationId xmlns:a16="http://schemas.microsoft.com/office/drawing/2014/main" id="{E3F42EB2-FE4B-8D97-E0AD-79DB5F8AF110}"/>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65E9522D-5441-7FA6-5231-5758B24EAF62}"/>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8" name="Footer Placeholder 7">
            <a:extLst>
              <a:ext uri="{FF2B5EF4-FFF2-40B4-BE49-F238E27FC236}">
                <a16:creationId xmlns:a16="http://schemas.microsoft.com/office/drawing/2014/main" id="{1115CBC9-6F83-052D-7034-F0426F2D6CDE}"/>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E6D9E431-A245-CCD9-01D3-DACAC29BCE1D}"/>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8" name="Footer Placeholder 7">
            <a:extLst>
              <a:ext uri="{FF2B5EF4-FFF2-40B4-BE49-F238E27FC236}">
                <a16:creationId xmlns:a16="http://schemas.microsoft.com/office/drawing/2014/main" id="{5B288E6C-28EC-4A4F-CE9E-33BFF156D778}"/>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B471826D-D9ED-732B-D3EC-ED2774ACE705}"/>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Domont Consulting 2024">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7399</TotalTime>
  <Words>2194</Words>
  <Application>Microsoft Office PowerPoint</Application>
  <PresentationFormat>Widescreen</PresentationFormat>
  <Paragraphs>193</Paragraphs>
  <Slides>19</Slides>
  <Notes>14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ＭＳ Ｐゴシック</vt:lpstr>
      <vt:lpstr>Arial</vt:lpstr>
      <vt:lpstr>Arial (Body)</vt:lpstr>
      <vt:lpstr>Calibri</vt:lpstr>
      <vt:lpstr>Helvetica</vt:lpstr>
      <vt:lpstr>Lato Light</vt:lpstr>
      <vt:lpstr>Times New Roman</vt:lpstr>
      <vt:lpstr>Domont Consulting 2024</vt:lpstr>
      <vt:lpstr>think-cell Slide</vt:lpstr>
      <vt:lpstr>PowerPoint Presentation</vt:lpstr>
      <vt:lpstr>PowerPoint Presentation</vt:lpstr>
      <vt:lpstr>Introduction</vt:lpstr>
      <vt:lpstr>Success stories of companies that have successfully built strong financial modeling, planning, and analysis capabilities</vt:lpstr>
      <vt:lpstr>Success stories of companies that have successfully built strong financial modeling, planning, and analysis capabilities</vt:lpstr>
      <vt:lpstr>Our firm created a Financial Modeling, Planning &amp; Analysis Toolkit to help you create your own success stories</vt:lpstr>
      <vt:lpstr>Our Toolkit will help you fulfill multiple objectives</vt:lpstr>
      <vt:lpstr>Video demonstration of the Toolkit</vt:lpstr>
      <vt:lpstr>The Toolkit includes 2 sections that we have built and refined over the past 20 years through constant trial and error</vt:lpstr>
      <vt:lpstr>Small preview of the section I “Financial Modeling”</vt:lpstr>
      <vt:lpstr>Small preview of the section II “Financial Planning and Analysis (FP&amp;A)” (1/2)</vt:lpstr>
      <vt:lpstr>Small preview of the section II “Financial Planning and Analysis (FP&amp;A)” (2/2)</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2025-07-02T05:29:09Z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